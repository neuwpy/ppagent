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svg" ContentType="image/svg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40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41.xml" ContentType="application/vnd.openxmlformats-officedocument.presentationml.notesSlide+xml"/>
  <Override PartName="/ppt/slides/slide42.xml" ContentType="application/vnd.openxmlformats-officedocument.presentationml.slide+xml"/>
  <Override PartName="/ppt/notesSlides/notesSlide42.xml" ContentType="application/vnd.openxmlformats-officedocument.presentationml.notesSlide+xml"/>
  <Override PartName="/ppt/slides/slide43.xml" ContentType="application/vnd.openxmlformats-officedocument.presentationml.slide+xml"/>
  <Override PartName="/ppt/notesSlides/notesSlide43.xml" ContentType="application/vnd.openxmlformats-officedocument.presentationml.notesSlide+xml"/>
  <Override PartName="/ppt/slides/slide44.xml" ContentType="application/vnd.openxmlformats-officedocument.presentationml.slide+xml"/>
  <Override PartName="/ppt/notesSlides/notesSlide44.xml" ContentType="application/vnd.openxmlformats-officedocument.presentationml.notesSlide+xml"/>
  <Override PartName="/ppt/slides/slide45.xml" ContentType="application/vnd.openxmlformats-officedocument.presentationml.slide+xml"/>
  <Override PartName="/ppt/notesSlides/notesSlide45.xml" ContentType="application/vnd.openxmlformats-officedocument.presentationml.notesSlide+xml"/>
  <Override PartName="/ppt/slides/slide46.xml" ContentType="application/vnd.openxmlformats-officedocument.presentationml.slide+xml"/>
  <Override PartName="/ppt/notesSlides/notesSlide46.xml" ContentType="application/vnd.openxmlformats-officedocument.presentationml.notesSlide+xml"/>
  <Override PartName="/ppt/slides/slide47.xml" ContentType="application/vnd.openxmlformats-officedocument.presentationml.slide+xml"/>
  <Override PartName="/ppt/notesSlides/notesSlide47.xml" ContentType="application/vnd.openxmlformats-officedocument.presentationml.notesSlide+xml"/>
  <Override PartName="/ppt/slides/slide48.xml" ContentType="application/vnd.openxmlformats-officedocument.presentationml.slide+xml"/>
  <Override PartName="/ppt/notesSlides/notesSlide48.xml" ContentType="application/vnd.openxmlformats-officedocument.presentationml.notesSlide+xml"/>
  <Override PartName="/ppt/slides/slide49.xml" ContentType="application/vnd.openxmlformats-officedocument.presentationml.slide+xml"/>
  <Override PartName="/ppt/notesSlides/notesSlide49.xml" ContentType="application/vnd.openxmlformats-officedocument.presentationml.notesSlide+xml"/>
  <Override PartName="/ppt/slides/slide50.xml" ContentType="application/vnd.openxmlformats-officedocument.presentationml.slide+xml"/>
  <Override PartName="/ppt/notesSlides/notesSlide50.xml" ContentType="application/vnd.openxmlformats-officedocument.presentationml.notesSlide+xml"/>
  <Override PartName="/ppt/slides/slide51.xml" ContentType="application/vnd.openxmlformats-officedocument.presentationml.slide+xml"/>
  <Override PartName="/ppt/notesSlides/notesSlide51.xml" ContentType="application/vnd.openxmlformats-officedocument.presentationml.notesSlide+xml"/>
  <Override PartName="/ppt/slides/slide52.xml" ContentType="application/vnd.openxmlformats-officedocument.presentationml.slide+xml"/>
  <Override PartName="/ppt/notesSlides/notesSlide52.xml" ContentType="application/vnd.openxmlformats-officedocument.presentationml.notesSlide+xml"/>
  <Override PartName="/ppt/slides/slide53.xml" ContentType="application/vnd.openxmlformats-officedocument.presentationml.slide+xml"/>
  <Override PartName="/ppt/notesSlides/notesSlide53.xml" ContentType="application/vnd.openxmlformats-officedocument.presentationml.notesSlide+xml"/>
  <Override PartName="/ppt/slides/slide54.xml" ContentType="application/vnd.openxmlformats-officedocument.presentationml.slide+xml"/>
  <Override PartName="/ppt/notesSlides/notesSlide54.xml" ContentType="application/vnd.openxmlformats-officedocument.presentationml.notesSlide+xml"/>
  <Override PartName="/ppt/slides/slide55.xml" ContentType="application/vnd.openxmlformats-officedocument.presentationml.slide+xml"/>
  <Override PartName="/ppt/notesSlides/notesSlide55.xml" ContentType="application/vnd.openxmlformats-officedocument.presentationml.notesSlide+xml"/>
  <Override PartName="/ppt/slides/slide56.xml" ContentType="application/vnd.openxmlformats-officedocument.presentationml.slide+xml"/>
  <Override PartName="/ppt/notesSlides/notesSlide56.xml" ContentType="application/vnd.openxmlformats-officedocument.presentationml.notesSlide+xml"/>
  <Override PartName="/ppt/slides/slide57.xml" ContentType="application/vnd.openxmlformats-officedocument.presentationml.slide+xml"/>
  <Override PartName="/ppt/notesSlides/notesSlide57.xml" ContentType="application/vnd.openxmlformats-officedocument.presentationml.notesSlide+xml"/>
  <Override PartName="/ppt/slides/slide58.xml" ContentType="application/vnd.openxmlformats-officedocument.presentationml.slide+xml"/>
  <Override PartName="/ppt/notesSlides/notesSlide58.xml" ContentType="application/vnd.openxmlformats-officedocument.presentationml.notesSlide+xml"/>
  <Override PartName="/ppt/slides/slide59.xml" ContentType="application/vnd.openxmlformats-officedocument.presentationml.slide+xml"/>
  <Override PartName="/ppt/notesSlides/notesSlide59.xml" ContentType="application/vnd.openxmlformats-officedocument.presentationml.notesSlide+xml"/>
  <Override PartName="/ppt/slides/slide60.xml" ContentType="application/vnd.openxmlformats-officedocument.presentationml.slide+xml"/>
  <Override PartName="/ppt/notesSlides/notesSlide60.xml" ContentType="application/vnd.openxmlformats-officedocument.presentationml.notesSlide+xml"/>
  <Override PartName="/ppt/slides/slide61.xml" ContentType="application/vnd.openxmlformats-officedocument.presentationml.slide+xml"/>
  <Override PartName="/ppt/notesSlides/notesSlide61.xml" ContentType="application/vnd.openxmlformats-officedocument.presentationml.notesSlide+xml"/>
  <Override PartName="/ppt/slides/slide62.xml" ContentType="application/vnd.openxmlformats-officedocument.presentationml.slide+xml"/>
  <Override PartName="/ppt/notesSlides/notesSlide62.xml" ContentType="application/vnd.openxmlformats-officedocument.presentationml.notesSlide+xml"/>
  <Override PartName="/ppt/slides/slide63.xml" ContentType="application/vnd.openxmlformats-officedocument.presentationml.slide+xml"/>
  <Override PartName="/ppt/notesSlides/notesSlide63.xml" ContentType="application/vnd.openxmlformats-officedocument.presentationml.notesSlide+xml"/>
  <Override PartName="/ppt/slides/slide64.xml" ContentType="application/vnd.openxmlformats-officedocument.presentationml.slide+xml"/>
  <Override PartName="/ppt/notesSlides/notesSlide6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84b6519acb24563" /><Relationship Type="http://schemas.openxmlformats.org/officeDocument/2006/relationships/extended-properties" Target="/docProps/app.xml" Id="R48fb7011294640ae" /><Relationship Type="http://schemas.openxmlformats.org/officeDocument/2006/relationships/officeDocument" Target="/ppt/presentation.xml" Id="Rb90794d1ed794cb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832bd3a06bf4918"/>
  </p:sldMasterIdLst>
  <p:notesMasterIdLst>
    <p:notesMasterId xmlns:r="http://schemas.openxmlformats.org/officeDocument/2006/relationships" r:id="R5373c2749f694474"/>
  </p:notesMasterIdLst>
  <p:sldIdLst>
    <p:sldId xmlns:r="http://schemas.openxmlformats.org/officeDocument/2006/relationships" id="256" r:id="Rf290def824674876"/>
    <p:sldId xmlns:r="http://schemas.openxmlformats.org/officeDocument/2006/relationships" id="257" r:id="R1f6fecd7c31a48a9"/>
    <p:sldId xmlns:r="http://schemas.openxmlformats.org/officeDocument/2006/relationships" id="258" r:id="R15041973d37641cf"/>
    <p:sldId xmlns:r="http://schemas.openxmlformats.org/officeDocument/2006/relationships" id="259" r:id="Rb052725aaeb5425e"/>
    <p:sldId xmlns:r="http://schemas.openxmlformats.org/officeDocument/2006/relationships" id="260" r:id="Red9c02af95374897"/>
    <p:sldId xmlns:r="http://schemas.openxmlformats.org/officeDocument/2006/relationships" id="261" r:id="Rc8fac67f7c6c487c"/>
    <p:sldId xmlns:r="http://schemas.openxmlformats.org/officeDocument/2006/relationships" id="262" r:id="Rab64352f77694fcd"/>
    <p:sldId xmlns:r="http://schemas.openxmlformats.org/officeDocument/2006/relationships" id="263" r:id="Rd0ebeb7302e0420d"/>
    <p:sldId xmlns:r="http://schemas.openxmlformats.org/officeDocument/2006/relationships" id="264" r:id="R607e3640c5de46db"/>
    <p:sldId xmlns:r="http://schemas.openxmlformats.org/officeDocument/2006/relationships" id="265" r:id="R00cd4c95dffb4c10"/>
    <p:sldId xmlns:r="http://schemas.openxmlformats.org/officeDocument/2006/relationships" id="266" r:id="Ra742cde1a8044643"/>
    <p:sldId xmlns:r="http://schemas.openxmlformats.org/officeDocument/2006/relationships" id="267" r:id="R64267d002fab4e94"/>
    <p:sldId xmlns:r="http://schemas.openxmlformats.org/officeDocument/2006/relationships" id="268" r:id="R0bbc3bb872fb4f8d"/>
    <p:sldId xmlns:r="http://schemas.openxmlformats.org/officeDocument/2006/relationships" id="269" r:id="Rccf30bc55dad4f46"/>
    <p:sldId xmlns:r="http://schemas.openxmlformats.org/officeDocument/2006/relationships" id="270" r:id="R479c16d924324dae"/>
    <p:sldId xmlns:r="http://schemas.openxmlformats.org/officeDocument/2006/relationships" id="271" r:id="Rf78b53f9592c43ee"/>
    <p:sldId xmlns:r="http://schemas.openxmlformats.org/officeDocument/2006/relationships" id="272" r:id="R8d5934ec0a5646ef"/>
    <p:sldId xmlns:r="http://schemas.openxmlformats.org/officeDocument/2006/relationships" id="273" r:id="R605e5d040fa0492a"/>
    <p:sldId xmlns:r="http://schemas.openxmlformats.org/officeDocument/2006/relationships" id="274" r:id="R4957d2e3c39c41e8"/>
    <p:sldId xmlns:r="http://schemas.openxmlformats.org/officeDocument/2006/relationships" id="275" r:id="R89752b2c5e2842bc"/>
    <p:sldId xmlns:r="http://schemas.openxmlformats.org/officeDocument/2006/relationships" id="276" r:id="R7a6f9e4ac1dd4c5c"/>
    <p:sldId xmlns:r="http://schemas.openxmlformats.org/officeDocument/2006/relationships" id="277" r:id="R49b931b87f0d41f0"/>
    <p:sldId xmlns:r="http://schemas.openxmlformats.org/officeDocument/2006/relationships" id="278" r:id="R18a6a50a3fa248f7"/>
    <p:sldId xmlns:r="http://schemas.openxmlformats.org/officeDocument/2006/relationships" id="279" r:id="R2ffd9fba7dd04d3a"/>
    <p:sldId xmlns:r="http://schemas.openxmlformats.org/officeDocument/2006/relationships" id="280" r:id="Rf318783d66654012"/>
    <p:sldId xmlns:r="http://schemas.openxmlformats.org/officeDocument/2006/relationships" id="281" r:id="R23d1ada88c58417e"/>
    <p:sldId xmlns:r="http://schemas.openxmlformats.org/officeDocument/2006/relationships" id="282" r:id="Raaddf645e0084df1"/>
    <p:sldId xmlns:r="http://schemas.openxmlformats.org/officeDocument/2006/relationships" id="283" r:id="R21a204de8b304afe"/>
    <p:sldId xmlns:r="http://schemas.openxmlformats.org/officeDocument/2006/relationships" id="284" r:id="R916d312d57084fd2"/>
    <p:sldId xmlns:r="http://schemas.openxmlformats.org/officeDocument/2006/relationships" id="285" r:id="R0f66b52cb8cc4a87"/>
    <p:sldId xmlns:r="http://schemas.openxmlformats.org/officeDocument/2006/relationships" id="286" r:id="Re4ce789bbcfe4873"/>
    <p:sldId xmlns:r="http://schemas.openxmlformats.org/officeDocument/2006/relationships" id="287" r:id="R88421c0aa56740a1"/>
    <p:sldId xmlns:r="http://schemas.openxmlformats.org/officeDocument/2006/relationships" id="288" r:id="Rb097bf1c6e054a5a"/>
    <p:sldId xmlns:r="http://schemas.openxmlformats.org/officeDocument/2006/relationships" id="289" r:id="R9218bc4244ff4197"/>
    <p:sldId xmlns:r="http://schemas.openxmlformats.org/officeDocument/2006/relationships" id="290" r:id="R58ad869cdfd14a8e"/>
    <p:sldId xmlns:r="http://schemas.openxmlformats.org/officeDocument/2006/relationships" id="291" r:id="R90d7581fea874bcd"/>
    <p:sldId xmlns:r="http://schemas.openxmlformats.org/officeDocument/2006/relationships" id="292" r:id="Rf14e85cb9bcb4786"/>
    <p:sldId xmlns:r="http://schemas.openxmlformats.org/officeDocument/2006/relationships" id="293" r:id="R09cc728866d04953"/>
    <p:sldId xmlns:r="http://schemas.openxmlformats.org/officeDocument/2006/relationships" id="294" r:id="R7e07c4d4edb84c7b"/>
    <p:sldId xmlns:r="http://schemas.openxmlformats.org/officeDocument/2006/relationships" id="295" r:id="R023ff402c5f64396"/>
    <p:sldId xmlns:r="http://schemas.openxmlformats.org/officeDocument/2006/relationships" id="296" r:id="Rac3124cdb9844fc6"/>
    <p:sldId xmlns:r="http://schemas.openxmlformats.org/officeDocument/2006/relationships" id="297" r:id="Rbe8d6dd8d6e04028"/>
    <p:sldId xmlns:r="http://schemas.openxmlformats.org/officeDocument/2006/relationships" id="298" r:id="R46523171c49c4fbd"/>
    <p:sldId xmlns:r="http://schemas.openxmlformats.org/officeDocument/2006/relationships" id="299" r:id="R9a31e154f53c4539"/>
    <p:sldId xmlns:r="http://schemas.openxmlformats.org/officeDocument/2006/relationships" id="300" r:id="R2972512863d347e5"/>
    <p:sldId xmlns:r="http://schemas.openxmlformats.org/officeDocument/2006/relationships" id="301" r:id="Rae921f1428d24396"/>
    <p:sldId xmlns:r="http://schemas.openxmlformats.org/officeDocument/2006/relationships" id="302" r:id="Rfbea4aff948a4fef"/>
    <p:sldId xmlns:r="http://schemas.openxmlformats.org/officeDocument/2006/relationships" id="303" r:id="R17848b2abdd841fd"/>
    <p:sldId xmlns:r="http://schemas.openxmlformats.org/officeDocument/2006/relationships" id="304" r:id="Rd8a92dd75ec94721"/>
    <p:sldId xmlns:r="http://schemas.openxmlformats.org/officeDocument/2006/relationships" id="305" r:id="R33c6f5982511493e"/>
    <p:sldId xmlns:r="http://schemas.openxmlformats.org/officeDocument/2006/relationships" id="306" r:id="Rafdd1eefda034c2f"/>
    <p:sldId xmlns:r="http://schemas.openxmlformats.org/officeDocument/2006/relationships" id="307" r:id="R361b6255d7f84e1c"/>
    <p:sldId xmlns:r="http://schemas.openxmlformats.org/officeDocument/2006/relationships" id="308" r:id="R0e53df7826a341db"/>
    <p:sldId xmlns:r="http://schemas.openxmlformats.org/officeDocument/2006/relationships" id="309" r:id="Rf64799ce46bc435a"/>
    <p:sldId xmlns:r="http://schemas.openxmlformats.org/officeDocument/2006/relationships" id="310" r:id="R3aa7ba064a194899"/>
    <p:sldId xmlns:r="http://schemas.openxmlformats.org/officeDocument/2006/relationships" id="311" r:id="Rd88c7825ea464d15"/>
    <p:sldId xmlns:r="http://schemas.openxmlformats.org/officeDocument/2006/relationships" id="312" r:id="Racca8281c0d7471f"/>
    <p:sldId xmlns:r="http://schemas.openxmlformats.org/officeDocument/2006/relationships" id="313" r:id="Re9d6963a6d7d419f"/>
    <p:sldId xmlns:r="http://schemas.openxmlformats.org/officeDocument/2006/relationships" id="314" r:id="R8dc9aa4e154e4fba"/>
    <p:sldId xmlns:r="http://schemas.openxmlformats.org/officeDocument/2006/relationships" id="315" r:id="Rf874b1ebef434798"/>
    <p:sldId xmlns:r="http://schemas.openxmlformats.org/officeDocument/2006/relationships" id="316" r:id="Rf60b900f41824b3a"/>
    <p:sldId xmlns:r="http://schemas.openxmlformats.org/officeDocument/2006/relationships" id="317" r:id="R2c9fe748d62d4f1a"/>
    <p:sldId xmlns:r="http://schemas.openxmlformats.org/officeDocument/2006/relationships" id="318" r:id="Re6c16174d97e4d20"/>
    <p:sldId xmlns:r="http://schemas.openxmlformats.org/officeDocument/2006/relationships" id="319" r:id="R9f53d944ef2b4c2a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ad0d668ce7b4bea" /><Relationship Type="http://schemas.openxmlformats.org/officeDocument/2006/relationships/slideMaster" Target="/ppt/slideMasters/slideMaster1.xml" Id="R8832bd3a06bf4918" /><Relationship Type="http://schemas.openxmlformats.org/officeDocument/2006/relationships/notesMaster" Target="/ppt/notesMasters/notesMaster1.xml" Id="R5373c2749f694474" /><Relationship Type="http://schemas.openxmlformats.org/officeDocument/2006/relationships/presProps" Target="/ppt/presProps.xml" Id="R930dd74be3954db8" /><Relationship Type="http://schemas.openxmlformats.org/officeDocument/2006/relationships/tableStyles" Target="/ppt/tableStyles.xml" Id="R227b598268a14313" /><Relationship Type="http://schemas.openxmlformats.org/officeDocument/2006/relationships/slide" Target="/ppt/slides/slide1.xml" Id="Rf290def824674876" /><Relationship Type="http://schemas.openxmlformats.org/officeDocument/2006/relationships/slide" Target="/ppt/slides/slide2.xml" Id="R1f6fecd7c31a48a9" /><Relationship Type="http://schemas.openxmlformats.org/officeDocument/2006/relationships/slide" Target="/ppt/slides/slide3.xml" Id="R15041973d37641cf" /><Relationship Type="http://schemas.openxmlformats.org/officeDocument/2006/relationships/slide" Target="/ppt/slides/slide4.xml" Id="Rb052725aaeb5425e" /><Relationship Type="http://schemas.openxmlformats.org/officeDocument/2006/relationships/slide" Target="/ppt/slides/slide5.xml" Id="Red9c02af95374897" /><Relationship Type="http://schemas.openxmlformats.org/officeDocument/2006/relationships/slide" Target="/ppt/slides/slide6.xml" Id="Rc8fac67f7c6c487c" /><Relationship Type="http://schemas.openxmlformats.org/officeDocument/2006/relationships/slide" Target="/ppt/slides/slide7.xml" Id="Rab64352f77694fcd" /><Relationship Type="http://schemas.openxmlformats.org/officeDocument/2006/relationships/slide" Target="/ppt/slides/slide8.xml" Id="Rd0ebeb7302e0420d" /><Relationship Type="http://schemas.openxmlformats.org/officeDocument/2006/relationships/slide" Target="/ppt/slides/slide9.xml" Id="R607e3640c5de46db" /><Relationship Type="http://schemas.openxmlformats.org/officeDocument/2006/relationships/slide" Target="/ppt/slides/slide10.xml" Id="R00cd4c95dffb4c10" /><Relationship Type="http://schemas.openxmlformats.org/officeDocument/2006/relationships/slide" Target="/ppt/slides/slide11.xml" Id="Ra742cde1a8044643" /><Relationship Type="http://schemas.openxmlformats.org/officeDocument/2006/relationships/slide" Target="/ppt/slides/slide12.xml" Id="R64267d002fab4e94" /><Relationship Type="http://schemas.openxmlformats.org/officeDocument/2006/relationships/slide" Target="/ppt/slides/slide13.xml" Id="R0bbc3bb872fb4f8d" /><Relationship Type="http://schemas.openxmlformats.org/officeDocument/2006/relationships/slide" Target="/ppt/slides/slide14.xml" Id="Rccf30bc55dad4f46" /><Relationship Type="http://schemas.openxmlformats.org/officeDocument/2006/relationships/slide" Target="/ppt/slides/slide15.xml" Id="R479c16d924324dae" /><Relationship Type="http://schemas.openxmlformats.org/officeDocument/2006/relationships/slide" Target="/ppt/slides/slide16.xml" Id="Rf78b53f9592c43ee" /><Relationship Type="http://schemas.openxmlformats.org/officeDocument/2006/relationships/slide" Target="/ppt/slides/slide17.xml" Id="R8d5934ec0a5646ef" /><Relationship Type="http://schemas.openxmlformats.org/officeDocument/2006/relationships/slide" Target="/ppt/slides/slide18.xml" Id="R605e5d040fa0492a" /><Relationship Type="http://schemas.openxmlformats.org/officeDocument/2006/relationships/slide" Target="/ppt/slides/slide19.xml" Id="R4957d2e3c39c41e8" /><Relationship Type="http://schemas.openxmlformats.org/officeDocument/2006/relationships/slide" Target="/ppt/slides/slide20.xml" Id="R89752b2c5e2842bc" /><Relationship Type="http://schemas.openxmlformats.org/officeDocument/2006/relationships/slide" Target="/ppt/slides/slide21.xml" Id="R7a6f9e4ac1dd4c5c" /><Relationship Type="http://schemas.openxmlformats.org/officeDocument/2006/relationships/slide" Target="/ppt/slides/slide22.xml" Id="R49b931b87f0d41f0" /><Relationship Type="http://schemas.openxmlformats.org/officeDocument/2006/relationships/slide" Target="/ppt/slides/slide23.xml" Id="R18a6a50a3fa248f7" /><Relationship Type="http://schemas.openxmlformats.org/officeDocument/2006/relationships/slide" Target="/ppt/slides/slide24.xml" Id="R2ffd9fba7dd04d3a" /><Relationship Type="http://schemas.openxmlformats.org/officeDocument/2006/relationships/slide" Target="/ppt/slides/slide25.xml" Id="Rf318783d66654012" /><Relationship Type="http://schemas.openxmlformats.org/officeDocument/2006/relationships/slide" Target="/ppt/slides/slide26.xml" Id="R23d1ada88c58417e" /><Relationship Type="http://schemas.openxmlformats.org/officeDocument/2006/relationships/slide" Target="/ppt/slides/slide27.xml" Id="Raaddf645e0084df1" /><Relationship Type="http://schemas.openxmlformats.org/officeDocument/2006/relationships/slide" Target="/ppt/slides/slide28.xml" Id="R21a204de8b304afe" /><Relationship Type="http://schemas.openxmlformats.org/officeDocument/2006/relationships/slide" Target="/ppt/slides/slide29.xml" Id="R916d312d57084fd2" /><Relationship Type="http://schemas.openxmlformats.org/officeDocument/2006/relationships/slide" Target="/ppt/slides/slide30.xml" Id="R0f66b52cb8cc4a87" /><Relationship Type="http://schemas.openxmlformats.org/officeDocument/2006/relationships/slide" Target="/ppt/slides/slide31.xml" Id="Re4ce789bbcfe4873" /><Relationship Type="http://schemas.openxmlformats.org/officeDocument/2006/relationships/slide" Target="/ppt/slides/slide32.xml" Id="R88421c0aa56740a1" /><Relationship Type="http://schemas.openxmlformats.org/officeDocument/2006/relationships/slide" Target="/ppt/slides/slide33.xml" Id="Rb097bf1c6e054a5a" /><Relationship Type="http://schemas.openxmlformats.org/officeDocument/2006/relationships/slide" Target="/ppt/slides/slide34.xml" Id="R9218bc4244ff4197" /><Relationship Type="http://schemas.openxmlformats.org/officeDocument/2006/relationships/slide" Target="/ppt/slides/slide35.xml" Id="R58ad869cdfd14a8e" /><Relationship Type="http://schemas.openxmlformats.org/officeDocument/2006/relationships/slide" Target="/ppt/slides/slide36.xml" Id="R90d7581fea874bcd" /><Relationship Type="http://schemas.openxmlformats.org/officeDocument/2006/relationships/slide" Target="/ppt/slides/slide37.xml" Id="Rf14e85cb9bcb4786" /><Relationship Type="http://schemas.openxmlformats.org/officeDocument/2006/relationships/slide" Target="/ppt/slides/slide38.xml" Id="R09cc728866d04953" /><Relationship Type="http://schemas.openxmlformats.org/officeDocument/2006/relationships/slide" Target="/ppt/slides/slide39.xml" Id="R7e07c4d4edb84c7b" /><Relationship Type="http://schemas.openxmlformats.org/officeDocument/2006/relationships/slide" Target="/ppt/slides/slide40.xml" Id="R023ff402c5f64396" /><Relationship Type="http://schemas.openxmlformats.org/officeDocument/2006/relationships/slide" Target="/ppt/slides/slide41.xml" Id="Rac3124cdb9844fc6" /><Relationship Type="http://schemas.openxmlformats.org/officeDocument/2006/relationships/slide" Target="/ppt/slides/slide42.xml" Id="Rbe8d6dd8d6e04028" /><Relationship Type="http://schemas.openxmlformats.org/officeDocument/2006/relationships/slide" Target="/ppt/slides/slide43.xml" Id="R46523171c49c4fbd" /><Relationship Type="http://schemas.openxmlformats.org/officeDocument/2006/relationships/slide" Target="/ppt/slides/slide44.xml" Id="R9a31e154f53c4539" /><Relationship Type="http://schemas.openxmlformats.org/officeDocument/2006/relationships/slide" Target="/ppt/slides/slide45.xml" Id="R2972512863d347e5" /><Relationship Type="http://schemas.openxmlformats.org/officeDocument/2006/relationships/slide" Target="/ppt/slides/slide46.xml" Id="Rae921f1428d24396" /><Relationship Type="http://schemas.openxmlformats.org/officeDocument/2006/relationships/slide" Target="/ppt/slides/slide47.xml" Id="Rfbea4aff948a4fef" /><Relationship Type="http://schemas.openxmlformats.org/officeDocument/2006/relationships/slide" Target="/ppt/slides/slide48.xml" Id="R17848b2abdd841fd" /><Relationship Type="http://schemas.openxmlformats.org/officeDocument/2006/relationships/slide" Target="/ppt/slides/slide49.xml" Id="Rd8a92dd75ec94721" /><Relationship Type="http://schemas.openxmlformats.org/officeDocument/2006/relationships/slide" Target="/ppt/slides/slide50.xml" Id="R33c6f5982511493e" /><Relationship Type="http://schemas.openxmlformats.org/officeDocument/2006/relationships/slide" Target="/ppt/slides/slide51.xml" Id="Rafdd1eefda034c2f" /><Relationship Type="http://schemas.openxmlformats.org/officeDocument/2006/relationships/slide" Target="/ppt/slides/slide52.xml" Id="R361b6255d7f84e1c" /><Relationship Type="http://schemas.openxmlformats.org/officeDocument/2006/relationships/slide" Target="/ppt/slides/slide53.xml" Id="R0e53df7826a341db" /><Relationship Type="http://schemas.openxmlformats.org/officeDocument/2006/relationships/slide" Target="/ppt/slides/slide54.xml" Id="Rf64799ce46bc435a" /><Relationship Type="http://schemas.openxmlformats.org/officeDocument/2006/relationships/slide" Target="/ppt/slides/slide55.xml" Id="R3aa7ba064a194899" /><Relationship Type="http://schemas.openxmlformats.org/officeDocument/2006/relationships/slide" Target="/ppt/slides/slide56.xml" Id="Rd88c7825ea464d15" /><Relationship Type="http://schemas.openxmlformats.org/officeDocument/2006/relationships/slide" Target="/ppt/slides/slide57.xml" Id="Racca8281c0d7471f" /><Relationship Type="http://schemas.openxmlformats.org/officeDocument/2006/relationships/slide" Target="/ppt/slides/slide58.xml" Id="Re9d6963a6d7d419f" /><Relationship Type="http://schemas.openxmlformats.org/officeDocument/2006/relationships/slide" Target="/ppt/slides/slide59.xml" Id="R8dc9aa4e154e4fba" /><Relationship Type="http://schemas.openxmlformats.org/officeDocument/2006/relationships/slide" Target="/ppt/slides/slide60.xml" Id="Rf874b1ebef434798" /><Relationship Type="http://schemas.openxmlformats.org/officeDocument/2006/relationships/slide" Target="/ppt/slides/slide61.xml" Id="Rf60b900f41824b3a" /><Relationship Type="http://schemas.openxmlformats.org/officeDocument/2006/relationships/slide" Target="/ppt/slides/slide62.xml" Id="R2c9fe748d62d4f1a" /><Relationship Type="http://schemas.openxmlformats.org/officeDocument/2006/relationships/slide" Target="/ppt/slides/slide63.xml" Id="Re6c16174d97e4d20" /><Relationship Type="http://schemas.openxmlformats.org/officeDocument/2006/relationships/slide" Target="/ppt/slides/slide64.xml" Id="R9f53d944ef2b4c2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15b83d59def49b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  <a:effectStyle>
          <a:effectLst>
            <a:outerShdw blurRad="266700" dist="114300" dir="5400000">
              <a:srgbClr val="2F5EA8">
                <a:alpha val="22000"/>
              </a:srgbClr>
            </a:outerShdw>
          </a:effectLst>
        </a:effectStyle>
        <a:effectStyle>
          <a:effectLst>
            <a:outerShdw blurRad="152400" dist="66675" dir="5400000">
              <a:srgbClr val="2F5EA8">
                <a:alpha val="9000"/>
              </a:srgbClr>
            </a:outerShdw>
          </a:effectLst>
        </a:effectStyle>
        <a:effectStyle>
          <a:effectLst>
            <a:outerShdw blurRad="152400" dist="66675" dir="5400000">
              <a:srgbClr val="2F5EA8">
                <a:alpha val="10000"/>
              </a:srgbClr>
            </a:outerShdw>
          </a:effectLst>
        </a:effectStyle>
        <a:effectStyle>
          <a:effectLst>
            <a:outerShdw blurRad="171450" dist="76200" dir="5400000">
              <a:srgbClr val="2F5EA8">
                <a:alpha val="16000"/>
              </a:srgbClr>
            </a:outerShdw>
          </a:effectLst>
        </a:effectStyle>
        <a:effectStyle>
          <a:effectLst>
            <a:outerShdw blurRad="114300" dist="47625" dir="5400000">
              <a:srgbClr val="2F5EA8">
                <a:alpha val="7000"/>
              </a:srgbClr>
            </a:outerShdw>
          </a:effectLst>
        </a:effectStyle>
        <a:effectStyle>
          <a:effectLst>
            <a:outerShdw blurRad="95250" dist="38100" dir="5400000">
              <a:srgbClr val="2F5EA8">
                <a:alpha val="8000"/>
              </a:srgbClr>
            </a:outerShdw>
          </a:effectLst>
        </a:effectStyle>
        <a:effectStyle>
          <a:effectLst>
            <a:outerShdw blurRad="209550" dist="95250" dir="5400000">
              <a:srgbClr val="2F5EA8">
                <a:alpha val="8000"/>
              </a:srgbClr>
            </a:outerShdw>
          </a:effectLst>
        </a:effectStyle>
        <a:effectStyle>
          <a:effectLst>
            <a:outerShdw blurRad="133350" dist="57150" dir="5400000">
              <a:srgbClr val="2F5EA8">
                <a:alpha val="18000"/>
              </a:srgbClr>
            </a:outerShdw>
          </a:effectLst>
        </a:effectStyle>
        <a:effectStyle>
          <a:effectLst>
            <a:outerShdw blurRad="200025" dist="85725" dir="5400000">
              <a:srgbClr val="2F5EA8">
                <a:alpha val="14000"/>
              </a:srgbClr>
            </a:outerShdw>
          </a:effectLst>
        </a:effectStyle>
        <a:effectStyle>
          <a:effectLst>
            <a:outerShdw blurRad="171450" dist="76200" dir="5400000">
              <a:srgbClr val="264E80">
                <a:alpha val="10000"/>
              </a:srgbClr>
            </a:outerShdw>
          </a:effectLst>
        </a:effectStyle>
        <a:effectStyle>
          <a:effectLst>
            <a:outerShdw blurRad="171450" dist="76200" dir="5400000">
              <a:srgbClr val="1F497E">
                <a:alpha val="8000"/>
              </a:srgbClr>
            </a:outerShdw>
          </a:effectLst>
        </a:effectStyle>
        <a:effectStyle>
          <a:effectLst>
            <a:outerShdw blurRad="95250" dist="38100" dir="5400000">
              <a:srgbClr val="2F5EA8">
                <a:alpha val="16000"/>
              </a:srgbClr>
            </a:outerShdw>
          </a:effectLst>
        </a:effectStyle>
        <a:effectStyle>
          <a:effectLst>
            <a:outerShdw blurRad="114300" dist="57150" dir="5400000">
              <a:srgbClr val="2F5EA8">
                <a:alpha val="15000"/>
              </a:srgbClr>
            </a:outerShdw>
          </a:effectLst>
        </a:effectStyle>
        <a:effectStyle>
          <a:effectLst>
            <a:outerShdw blurRad="114300" dist="47625" dir="5400000">
              <a:srgbClr val="2F5EA8">
                <a:alpha val="20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acf4ccebbff49f7" /><Relationship Type="http://schemas.openxmlformats.org/officeDocument/2006/relationships/notesMaster" Target="/ppt/notesMasters/notesMaster1.xml" Id="Rf1dd82e66b4243a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1376ce78eb2a4bca" /><Relationship Type="http://schemas.openxmlformats.org/officeDocument/2006/relationships/notesMaster" Target="/ppt/notesMasters/notesMaster1.xml" Id="Rbac4991dbea4492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fbc67f1c6e7e4fd4" /><Relationship Type="http://schemas.openxmlformats.org/officeDocument/2006/relationships/notesMaster" Target="/ppt/notesMasters/notesMaster1.xml" Id="Ra926ae82903f4316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1b49c4854974234" /><Relationship Type="http://schemas.openxmlformats.org/officeDocument/2006/relationships/notesMaster" Target="/ppt/notesMasters/notesMaster1.xml" Id="R7280b274b8b541a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44bc082232f4aff" /><Relationship Type="http://schemas.openxmlformats.org/officeDocument/2006/relationships/notesMaster" Target="/ppt/notesMasters/notesMaster1.xml" Id="Rb3571647983541e2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8d1700edb7144f30" /><Relationship Type="http://schemas.openxmlformats.org/officeDocument/2006/relationships/notesMaster" Target="/ppt/notesMasters/notesMaster1.xml" Id="R052e50b644574783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383c27f1638d46a3" /><Relationship Type="http://schemas.openxmlformats.org/officeDocument/2006/relationships/notesMaster" Target="/ppt/notesMasters/notesMaster1.xml" Id="R9871b0d304f5404a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007f4690e568491f" /><Relationship Type="http://schemas.openxmlformats.org/officeDocument/2006/relationships/notesMaster" Target="/ppt/notesMasters/notesMaster1.xml" Id="Rc8e9d227f22c46cd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f3473aa8677944c2" /><Relationship Type="http://schemas.openxmlformats.org/officeDocument/2006/relationships/notesMaster" Target="/ppt/notesMasters/notesMaster1.xml" Id="R8f1daa7461ca4830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c4437e7051254690" /><Relationship Type="http://schemas.openxmlformats.org/officeDocument/2006/relationships/notesMaster" Target="/ppt/notesMasters/notesMaster1.xml" Id="Rdd2a13eb534b49bd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b757c1e634954c09" /><Relationship Type="http://schemas.openxmlformats.org/officeDocument/2006/relationships/notesMaster" Target="/ppt/notesMasters/notesMaster1.xml" Id="R89ea7585ab1f4bc1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19b068203dc94d8b" /><Relationship Type="http://schemas.openxmlformats.org/officeDocument/2006/relationships/notesMaster" Target="/ppt/notesMasters/notesMaster1.xml" Id="R8bf4a747008a41a5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def7645ff1c84744" /><Relationship Type="http://schemas.openxmlformats.org/officeDocument/2006/relationships/notesMaster" Target="/ppt/notesMasters/notesMaster1.xml" Id="R9798cde0cffc4306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39c69ad5430a41e7" /><Relationship Type="http://schemas.openxmlformats.org/officeDocument/2006/relationships/notesMaster" Target="/ppt/notesMasters/notesMaster1.xml" Id="R58347058746245ee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4014a0ddd84547c5" /><Relationship Type="http://schemas.openxmlformats.org/officeDocument/2006/relationships/notesMaster" Target="/ppt/notesMasters/notesMaster1.xml" Id="Rc6de1f49f3024b24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e8ac0ac7a2b742d0" /><Relationship Type="http://schemas.openxmlformats.org/officeDocument/2006/relationships/notesMaster" Target="/ppt/notesMasters/notesMaster1.xml" Id="R2e661287667342a5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54c762fe30a04e03" /><Relationship Type="http://schemas.openxmlformats.org/officeDocument/2006/relationships/notesMaster" Target="/ppt/notesMasters/notesMaster1.xml" Id="R55ea9feb284545d0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a33ba19e843f4398" /><Relationship Type="http://schemas.openxmlformats.org/officeDocument/2006/relationships/notesMaster" Target="/ppt/notesMasters/notesMaster1.xml" Id="Rfc7a67b4c7f54644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7cc207b845e943ee" /><Relationship Type="http://schemas.openxmlformats.org/officeDocument/2006/relationships/notesMaster" Target="/ppt/notesMasters/notesMaster1.xml" Id="R66bbaf7016f34d69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c27061a2f64246ca" /><Relationship Type="http://schemas.openxmlformats.org/officeDocument/2006/relationships/notesMaster" Target="/ppt/notesMasters/notesMaster1.xml" Id="R33610ff132874c9d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26b8b1783f974feb" /><Relationship Type="http://schemas.openxmlformats.org/officeDocument/2006/relationships/notesMaster" Target="/ppt/notesMasters/notesMaster1.xml" Id="R1a6d08971f464f60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f4ca32090b1c48ae" /><Relationship Type="http://schemas.openxmlformats.org/officeDocument/2006/relationships/notesMaster" Target="/ppt/notesMasters/notesMaster1.xml" Id="R20e944e8acb24bd2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9f971eed17d74e93" /><Relationship Type="http://schemas.openxmlformats.org/officeDocument/2006/relationships/notesMaster" Target="/ppt/notesMasters/notesMaster1.xml" Id="Ra712a19d2f324e8b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ae8b4ca430c344ec" /><Relationship Type="http://schemas.openxmlformats.org/officeDocument/2006/relationships/notesMaster" Target="/ppt/notesMasters/notesMaster1.xml" Id="R930d6ade45854ad4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2f31ef7792c84d01" /><Relationship Type="http://schemas.openxmlformats.org/officeDocument/2006/relationships/notesMaster" Target="/ppt/notesMasters/notesMaster1.xml" Id="R7f716479dfad4c51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940a8884a7834ac0" /><Relationship Type="http://schemas.openxmlformats.org/officeDocument/2006/relationships/notesMaster" Target="/ppt/notesMasters/notesMaster1.xml" Id="R4d52545b492b4695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fafac509d61c4d76" /><Relationship Type="http://schemas.openxmlformats.org/officeDocument/2006/relationships/notesMaster" Target="/ppt/notesMasters/notesMaster1.xml" Id="Rca7c6ec45778475a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2fd6769069c049ec" /><Relationship Type="http://schemas.openxmlformats.org/officeDocument/2006/relationships/notesMaster" Target="/ppt/notesMasters/notesMaster1.xml" Id="Rb0497cf12d4f42c7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342c331212f84e00" /><Relationship Type="http://schemas.openxmlformats.org/officeDocument/2006/relationships/notesMaster" Target="/ppt/notesMasters/notesMaster1.xml" Id="R05371c0504c34094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fadbc930b7a94d7e" /><Relationship Type="http://schemas.openxmlformats.org/officeDocument/2006/relationships/notesMaster" Target="/ppt/notesMasters/notesMaster1.xml" Id="Ra426c71597ec4091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be0527038b4941bb" /><Relationship Type="http://schemas.openxmlformats.org/officeDocument/2006/relationships/notesMaster" Target="/ppt/notesMasters/notesMaster1.xml" Id="Rc7def4f26e4a4d2f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814eb79c53ac40de" /><Relationship Type="http://schemas.openxmlformats.org/officeDocument/2006/relationships/notesMaster" Target="/ppt/notesMasters/notesMaster1.xml" Id="R9089e3ec7cef4bdc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e3640926a68b41ff" /><Relationship Type="http://schemas.openxmlformats.org/officeDocument/2006/relationships/notesMaster" Target="/ppt/notesMasters/notesMaster1.xml" Id="R04f26261352a45ef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39da20afcc5e41e1" /><Relationship Type="http://schemas.openxmlformats.org/officeDocument/2006/relationships/notesMaster" Target="/ppt/notesMasters/notesMaster1.xml" Id="Reea6f1e275fd405e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be0d95a379ac4681" /><Relationship Type="http://schemas.openxmlformats.org/officeDocument/2006/relationships/notesMaster" Target="/ppt/notesMasters/notesMaster1.xml" Id="R97794beba21a469d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08a28b121ea948ad" /><Relationship Type="http://schemas.openxmlformats.org/officeDocument/2006/relationships/notesMaster" Target="/ppt/notesMasters/notesMaster1.xml" Id="R5aa56c4df51c45d2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fb102288d17c4ecb" /><Relationship Type="http://schemas.openxmlformats.org/officeDocument/2006/relationships/notesMaster" Target="/ppt/notesMasters/notesMaster1.xml" Id="R297ef272b19a40e7" /></Relationships>
</file>

<file path=ppt/notesSlides/_rels/notesSlide38.xml.rels>&#65279;<?xml version="1.0" encoding="utf-8"?><Relationships xmlns="http://schemas.openxmlformats.org/package/2006/relationships"><Relationship Type="http://schemas.openxmlformats.org/officeDocument/2006/relationships/slide" Target="/ppt/slides/slide38.xml" Id="Raea84e8f4be045a9" /><Relationship Type="http://schemas.openxmlformats.org/officeDocument/2006/relationships/notesMaster" Target="/ppt/notesMasters/notesMaster1.xml" Id="R4a39482a73cc47a1" /></Relationships>
</file>

<file path=ppt/notesSlides/_rels/notesSlide39.xml.rels>&#65279;<?xml version="1.0" encoding="utf-8"?><Relationships xmlns="http://schemas.openxmlformats.org/package/2006/relationships"><Relationship Type="http://schemas.openxmlformats.org/officeDocument/2006/relationships/slide" Target="/ppt/slides/slide39.xml" Id="Re60e649f739c4c12" /><Relationship Type="http://schemas.openxmlformats.org/officeDocument/2006/relationships/notesMaster" Target="/ppt/notesMasters/notesMaster1.xml" Id="R973681157e0148ac" /></Relationships>
</file>

<file path=ppt/notesSlides/_rels/notesSlide40.xml.rels>&#65279;<?xml version="1.0" encoding="utf-8"?><Relationships xmlns="http://schemas.openxmlformats.org/package/2006/relationships"><Relationship Type="http://schemas.openxmlformats.org/officeDocument/2006/relationships/slide" Target="/ppt/slides/slide40.xml" Id="R444c6bcf2a7d457c" /><Relationship Type="http://schemas.openxmlformats.org/officeDocument/2006/relationships/notesMaster" Target="/ppt/notesMasters/notesMaster1.xml" Id="R4632942f185e452d" /></Relationships>
</file>

<file path=ppt/notesSlides/_rels/notesSlide41.xml.rels>&#65279;<?xml version="1.0" encoding="utf-8"?><Relationships xmlns="http://schemas.openxmlformats.org/package/2006/relationships"><Relationship Type="http://schemas.openxmlformats.org/officeDocument/2006/relationships/slide" Target="/ppt/slides/slide41.xml" Id="R7a45ac0dd3f145df" /><Relationship Type="http://schemas.openxmlformats.org/officeDocument/2006/relationships/notesMaster" Target="/ppt/notesMasters/notesMaster1.xml" Id="R654fae3185b444c2" /></Relationships>
</file>

<file path=ppt/notesSlides/_rels/notesSlide42.xml.rels>&#65279;<?xml version="1.0" encoding="utf-8"?><Relationships xmlns="http://schemas.openxmlformats.org/package/2006/relationships"><Relationship Type="http://schemas.openxmlformats.org/officeDocument/2006/relationships/slide" Target="/ppt/slides/slide42.xml" Id="Raa21ad73f652456a" /><Relationship Type="http://schemas.openxmlformats.org/officeDocument/2006/relationships/notesMaster" Target="/ppt/notesMasters/notesMaster1.xml" Id="R988096dde9264739" /></Relationships>
</file>

<file path=ppt/notesSlides/_rels/notesSlide43.xml.rels>&#65279;<?xml version="1.0" encoding="utf-8"?><Relationships xmlns="http://schemas.openxmlformats.org/package/2006/relationships"><Relationship Type="http://schemas.openxmlformats.org/officeDocument/2006/relationships/slide" Target="/ppt/slides/slide43.xml" Id="R25da4c5ffa7a4e5e" /><Relationship Type="http://schemas.openxmlformats.org/officeDocument/2006/relationships/notesMaster" Target="/ppt/notesMasters/notesMaster1.xml" Id="R21e64a9ae46f41af" /></Relationships>
</file>

<file path=ppt/notesSlides/_rels/notesSlide44.xml.rels>&#65279;<?xml version="1.0" encoding="utf-8"?><Relationships xmlns="http://schemas.openxmlformats.org/package/2006/relationships"><Relationship Type="http://schemas.openxmlformats.org/officeDocument/2006/relationships/slide" Target="/ppt/slides/slide44.xml" Id="R412dd2936e7946b5" /><Relationship Type="http://schemas.openxmlformats.org/officeDocument/2006/relationships/notesMaster" Target="/ppt/notesMasters/notesMaster1.xml" Id="R5dc0ff5baba54da0" /></Relationships>
</file>

<file path=ppt/notesSlides/_rels/notesSlide45.xml.rels>&#65279;<?xml version="1.0" encoding="utf-8"?><Relationships xmlns="http://schemas.openxmlformats.org/package/2006/relationships"><Relationship Type="http://schemas.openxmlformats.org/officeDocument/2006/relationships/slide" Target="/ppt/slides/slide45.xml" Id="R770a1e14b188419d" /><Relationship Type="http://schemas.openxmlformats.org/officeDocument/2006/relationships/notesMaster" Target="/ppt/notesMasters/notesMaster1.xml" Id="R6117248e1d5149d1" /></Relationships>
</file>

<file path=ppt/notesSlides/_rels/notesSlide46.xml.rels>&#65279;<?xml version="1.0" encoding="utf-8"?><Relationships xmlns="http://schemas.openxmlformats.org/package/2006/relationships"><Relationship Type="http://schemas.openxmlformats.org/officeDocument/2006/relationships/slide" Target="/ppt/slides/slide46.xml" Id="R5b0130fd73754d29" /><Relationship Type="http://schemas.openxmlformats.org/officeDocument/2006/relationships/notesMaster" Target="/ppt/notesMasters/notesMaster1.xml" Id="R8826d5eafa71401e" /></Relationships>
</file>

<file path=ppt/notesSlides/_rels/notesSlide47.xml.rels>&#65279;<?xml version="1.0" encoding="utf-8"?><Relationships xmlns="http://schemas.openxmlformats.org/package/2006/relationships"><Relationship Type="http://schemas.openxmlformats.org/officeDocument/2006/relationships/slide" Target="/ppt/slides/slide47.xml" Id="Rbcfaf8fdc6f94ef3" /><Relationship Type="http://schemas.openxmlformats.org/officeDocument/2006/relationships/notesMaster" Target="/ppt/notesMasters/notesMaster1.xml" Id="R1ca7c5e4a4274a21" /></Relationships>
</file>

<file path=ppt/notesSlides/_rels/notesSlide48.xml.rels>&#65279;<?xml version="1.0" encoding="utf-8"?><Relationships xmlns="http://schemas.openxmlformats.org/package/2006/relationships"><Relationship Type="http://schemas.openxmlformats.org/officeDocument/2006/relationships/slide" Target="/ppt/slides/slide48.xml" Id="Rb0e09d871ed34f06" /><Relationship Type="http://schemas.openxmlformats.org/officeDocument/2006/relationships/notesMaster" Target="/ppt/notesMasters/notesMaster1.xml" Id="Re181fd5f1ad442cb" /></Relationships>
</file>

<file path=ppt/notesSlides/_rels/notesSlide49.xml.rels>&#65279;<?xml version="1.0" encoding="utf-8"?><Relationships xmlns="http://schemas.openxmlformats.org/package/2006/relationships"><Relationship Type="http://schemas.openxmlformats.org/officeDocument/2006/relationships/slide" Target="/ppt/slides/slide49.xml" Id="R69f350b1a7454dbc" /><Relationship Type="http://schemas.openxmlformats.org/officeDocument/2006/relationships/notesMaster" Target="/ppt/notesMasters/notesMaster1.xml" Id="R77f6bece372741f2" /></Relationships>
</file>

<file path=ppt/notesSlides/_rels/notesSlide50.xml.rels>&#65279;<?xml version="1.0" encoding="utf-8"?><Relationships xmlns="http://schemas.openxmlformats.org/package/2006/relationships"><Relationship Type="http://schemas.openxmlformats.org/officeDocument/2006/relationships/slide" Target="/ppt/slides/slide50.xml" Id="Rc0f94aac8f2e47ba" /><Relationship Type="http://schemas.openxmlformats.org/officeDocument/2006/relationships/notesMaster" Target="/ppt/notesMasters/notesMaster1.xml" Id="R17cea5dd4f1445a8" /></Relationships>
</file>

<file path=ppt/notesSlides/_rels/notesSlide51.xml.rels>&#65279;<?xml version="1.0" encoding="utf-8"?><Relationships xmlns="http://schemas.openxmlformats.org/package/2006/relationships"><Relationship Type="http://schemas.openxmlformats.org/officeDocument/2006/relationships/slide" Target="/ppt/slides/slide51.xml" Id="R5bac66d25c9348b0" /><Relationship Type="http://schemas.openxmlformats.org/officeDocument/2006/relationships/notesMaster" Target="/ppt/notesMasters/notesMaster1.xml" Id="R691e3dfee02f4a87" /></Relationships>
</file>

<file path=ppt/notesSlides/_rels/notesSlide52.xml.rels>&#65279;<?xml version="1.0" encoding="utf-8"?><Relationships xmlns="http://schemas.openxmlformats.org/package/2006/relationships"><Relationship Type="http://schemas.openxmlformats.org/officeDocument/2006/relationships/slide" Target="/ppt/slides/slide52.xml" Id="R7cc6042214ad458c" /><Relationship Type="http://schemas.openxmlformats.org/officeDocument/2006/relationships/notesMaster" Target="/ppt/notesMasters/notesMaster1.xml" Id="R252512c47b2f490b" /></Relationships>
</file>

<file path=ppt/notesSlides/_rels/notesSlide53.xml.rels>&#65279;<?xml version="1.0" encoding="utf-8"?><Relationships xmlns="http://schemas.openxmlformats.org/package/2006/relationships"><Relationship Type="http://schemas.openxmlformats.org/officeDocument/2006/relationships/slide" Target="/ppt/slides/slide53.xml" Id="Rbb825d55e7604adb" /><Relationship Type="http://schemas.openxmlformats.org/officeDocument/2006/relationships/notesMaster" Target="/ppt/notesMasters/notesMaster1.xml" Id="R7a9f96c53a8f42b3" /></Relationships>
</file>

<file path=ppt/notesSlides/_rels/notesSlide54.xml.rels>&#65279;<?xml version="1.0" encoding="utf-8"?><Relationships xmlns="http://schemas.openxmlformats.org/package/2006/relationships"><Relationship Type="http://schemas.openxmlformats.org/officeDocument/2006/relationships/slide" Target="/ppt/slides/slide54.xml" Id="Rb510957ac4f743e2" /><Relationship Type="http://schemas.openxmlformats.org/officeDocument/2006/relationships/notesMaster" Target="/ppt/notesMasters/notesMaster1.xml" Id="Raf7af6c5884747a7" /></Relationships>
</file>

<file path=ppt/notesSlides/_rels/notesSlide55.xml.rels>&#65279;<?xml version="1.0" encoding="utf-8"?><Relationships xmlns="http://schemas.openxmlformats.org/package/2006/relationships"><Relationship Type="http://schemas.openxmlformats.org/officeDocument/2006/relationships/slide" Target="/ppt/slides/slide55.xml" Id="R370c79f3eaef41d4" /><Relationship Type="http://schemas.openxmlformats.org/officeDocument/2006/relationships/notesMaster" Target="/ppt/notesMasters/notesMaster1.xml" Id="R4f913937165f4b5d" /></Relationships>
</file>

<file path=ppt/notesSlides/_rels/notesSlide56.xml.rels>&#65279;<?xml version="1.0" encoding="utf-8"?><Relationships xmlns="http://schemas.openxmlformats.org/package/2006/relationships"><Relationship Type="http://schemas.openxmlformats.org/officeDocument/2006/relationships/slide" Target="/ppt/slides/slide56.xml" Id="Rb8ed93d953c24f3a" /><Relationship Type="http://schemas.openxmlformats.org/officeDocument/2006/relationships/notesMaster" Target="/ppt/notesMasters/notesMaster1.xml" Id="R105ca62b6fa14a18" /></Relationships>
</file>

<file path=ppt/notesSlides/_rels/notesSlide57.xml.rels>&#65279;<?xml version="1.0" encoding="utf-8"?><Relationships xmlns="http://schemas.openxmlformats.org/package/2006/relationships"><Relationship Type="http://schemas.openxmlformats.org/officeDocument/2006/relationships/slide" Target="/ppt/slides/slide57.xml" Id="R2e9a3658b3d54073" /><Relationship Type="http://schemas.openxmlformats.org/officeDocument/2006/relationships/notesMaster" Target="/ppt/notesMasters/notesMaster1.xml" Id="R84b71570dc99416f" /></Relationships>
</file>

<file path=ppt/notesSlides/_rels/notesSlide58.xml.rels>&#65279;<?xml version="1.0" encoding="utf-8"?><Relationships xmlns="http://schemas.openxmlformats.org/package/2006/relationships"><Relationship Type="http://schemas.openxmlformats.org/officeDocument/2006/relationships/slide" Target="/ppt/slides/slide58.xml" Id="R1694717f12034be6" /><Relationship Type="http://schemas.openxmlformats.org/officeDocument/2006/relationships/notesMaster" Target="/ppt/notesMasters/notesMaster1.xml" Id="Rf27e4897aada4224" /></Relationships>
</file>

<file path=ppt/notesSlides/_rels/notesSlide59.xml.rels>&#65279;<?xml version="1.0" encoding="utf-8"?><Relationships xmlns="http://schemas.openxmlformats.org/package/2006/relationships"><Relationship Type="http://schemas.openxmlformats.org/officeDocument/2006/relationships/slide" Target="/ppt/slides/slide59.xml" Id="Rdc982bf7640d45fc" /><Relationship Type="http://schemas.openxmlformats.org/officeDocument/2006/relationships/notesMaster" Target="/ppt/notesMasters/notesMaster1.xml" Id="R7e761703e8234a2b" /></Relationships>
</file>

<file path=ppt/notesSlides/_rels/notesSlide60.xml.rels>&#65279;<?xml version="1.0" encoding="utf-8"?><Relationships xmlns="http://schemas.openxmlformats.org/package/2006/relationships"><Relationship Type="http://schemas.openxmlformats.org/officeDocument/2006/relationships/slide" Target="/ppt/slides/slide60.xml" Id="Rd2baa4d546004c8d" /><Relationship Type="http://schemas.openxmlformats.org/officeDocument/2006/relationships/notesMaster" Target="/ppt/notesMasters/notesMaster1.xml" Id="R51e6de02f54b41e4" /></Relationships>
</file>

<file path=ppt/notesSlides/_rels/notesSlide61.xml.rels>&#65279;<?xml version="1.0" encoding="utf-8"?><Relationships xmlns="http://schemas.openxmlformats.org/package/2006/relationships"><Relationship Type="http://schemas.openxmlformats.org/officeDocument/2006/relationships/slide" Target="/ppt/slides/slide61.xml" Id="R2fe8d1551fbc428a" /><Relationship Type="http://schemas.openxmlformats.org/officeDocument/2006/relationships/notesMaster" Target="/ppt/notesMasters/notesMaster1.xml" Id="R198b50f748844f06" /></Relationships>
</file>

<file path=ppt/notesSlides/_rels/notesSlide62.xml.rels>&#65279;<?xml version="1.0" encoding="utf-8"?><Relationships xmlns="http://schemas.openxmlformats.org/package/2006/relationships"><Relationship Type="http://schemas.openxmlformats.org/officeDocument/2006/relationships/slide" Target="/ppt/slides/slide62.xml" Id="R276a8b57a77042ee" /><Relationship Type="http://schemas.openxmlformats.org/officeDocument/2006/relationships/notesMaster" Target="/ppt/notesMasters/notesMaster1.xml" Id="R32face32cc2a4459" /></Relationships>
</file>

<file path=ppt/notesSlides/_rels/notesSlide63.xml.rels>&#65279;<?xml version="1.0" encoding="utf-8"?><Relationships xmlns="http://schemas.openxmlformats.org/package/2006/relationships"><Relationship Type="http://schemas.openxmlformats.org/officeDocument/2006/relationships/slide" Target="/ppt/slides/slide63.xml" Id="Rb1c05efa7d1d4d70" /><Relationship Type="http://schemas.openxmlformats.org/officeDocument/2006/relationships/notesMaster" Target="/ppt/notesMasters/notesMaster1.xml" Id="R3ac7ed22f37e47ad" /></Relationships>
</file>

<file path=ppt/notesSlides/_rels/notesSlide64.xml.rels>&#65279;<?xml version="1.0" encoding="utf-8"?><Relationships xmlns="http://schemas.openxmlformats.org/package/2006/relationships"><Relationship Type="http://schemas.openxmlformats.org/officeDocument/2006/relationships/slide" Target="/ppt/slides/slide64.xml" Id="R14579e4a40bc4f95" /><Relationship Type="http://schemas.openxmlformats.org/officeDocument/2006/relationships/notesMaster" Target="/ppt/notesMasters/notesMaster1.xml" Id="Rc5f19baca3a4450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8635236f11a421e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ad53a22d23646c4" /><Relationship Type="http://schemas.openxmlformats.org/officeDocument/2006/relationships/slideLayout" Target="/ppt/slideLayouts/slideLayout1.xml" Id="R697d37a2a38f4a21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97d37a2a38f4a21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  <a:effectStyle>
          <a:effectLst>
            <a:outerShdw blurRad="266700" dist="114300" dir="5400000">
              <a:srgbClr val="2F5EA8">
                <a:alpha val="22000"/>
              </a:srgbClr>
            </a:outerShdw>
          </a:effectLst>
        </a:effectStyle>
        <a:effectStyle>
          <a:effectLst>
            <a:outerShdw blurRad="152400" dist="66675" dir="5400000">
              <a:srgbClr val="2F5EA8">
                <a:alpha val="9000"/>
              </a:srgbClr>
            </a:outerShdw>
          </a:effectLst>
        </a:effectStyle>
        <a:effectStyle>
          <a:effectLst>
            <a:outerShdw blurRad="152400" dist="66675" dir="5400000">
              <a:srgbClr val="2F5EA8">
                <a:alpha val="10000"/>
              </a:srgbClr>
            </a:outerShdw>
          </a:effectLst>
        </a:effectStyle>
        <a:effectStyle>
          <a:effectLst>
            <a:outerShdw blurRad="171450" dist="76200" dir="5400000">
              <a:srgbClr val="2F5EA8">
                <a:alpha val="16000"/>
              </a:srgbClr>
            </a:outerShdw>
          </a:effectLst>
        </a:effectStyle>
        <a:effectStyle>
          <a:effectLst>
            <a:outerShdw blurRad="114300" dist="47625" dir="5400000">
              <a:srgbClr val="2F5EA8">
                <a:alpha val="7000"/>
              </a:srgbClr>
            </a:outerShdw>
          </a:effectLst>
        </a:effectStyle>
        <a:effectStyle>
          <a:effectLst>
            <a:outerShdw blurRad="95250" dist="38100" dir="5400000">
              <a:srgbClr val="2F5EA8">
                <a:alpha val="8000"/>
              </a:srgbClr>
            </a:outerShdw>
          </a:effectLst>
        </a:effectStyle>
        <a:effectStyle>
          <a:effectLst>
            <a:outerShdw blurRad="209550" dist="95250" dir="5400000">
              <a:srgbClr val="2F5EA8">
                <a:alpha val="8000"/>
              </a:srgbClr>
            </a:outerShdw>
          </a:effectLst>
        </a:effectStyle>
        <a:effectStyle>
          <a:effectLst>
            <a:outerShdw blurRad="133350" dist="57150" dir="5400000">
              <a:srgbClr val="2F5EA8">
                <a:alpha val="18000"/>
              </a:srgbClr>
            </a:outerShdw>
          </a:effectLst>
        </a:effectStyle>
        <a:effectStyle>
          <a:effectLst>
            <a:outerShdw blurRad="200025" dist="85725" dir="5400000">
              <a:srgbClr val="2F5EA8">
                <a:alpha val="14000"/>
              </a:srgbClr>
            </a:outerShdw>
          </a:effectLst>
        </a:effectStyle>
        <a:effectStyle>
          <a:effectLst>
            <a:outerShdw blurRad="171450" dist="76200" dir="5400000">
              <a:srgbClr val="264E80">
                <a:alpha val="10000"/>
              </a:srgbClr>
            </a:outerShdw>
          </a:effectLst>
        </a:effectStyle>
        <a:effectStyle>
          <a:effectLst>
            <a:outerShdw blurRad="171450" dist="76200" dir="5400000">
              <a:srgbClr val="1F497E">
                <a:alpha val="8000"/>
              </a:srgbClr>
            </a:outerShdw>
          </a:effectLst>
        </a:effectStyle>
        <a:effectStyle>
          <a:effectLst>
            <a:outerShdw blurRad="95250" dist="38100" dir="5400000">
              <a:srgbClr val="2F5EA8">
                <a:alpha val="16000"/>
              </a:srgbClr>
            </a:outerShdw>
          </a:effectLst>
        </a:effectStyle>
        <a:effectStyle>
          <a:effectLst>
            <a:outerShdw blurRad="114300" dist="57150" dir="5400000">
              <a:srgbClr val="2F5EA8">
                <a:alpha val="15000"/>
              </a:srgbClr>
            </a:outerShdw>
          </a:effectLst>
        </a:effectStyle>
        <a:effectStyle>
          <a:effectLst>
            <a:outerShdw blurRad="114300" dist="47625" dir="5400000">
              <a:srgbClr val="2F5EA8">
                <a:alpha val="20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48a93a7bf8d47ac" /><Relationship Type="http://schemas.openxmlformats.org/officeDocument/2006/relationships/notesSlide" Target="/ppt/notesSlides/notesSlide1.xml" Id="R8f60b50a284b4d2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273a62e2dec4778" /><Relationship Type="http://schemas.openxmlformats.org/officeDocument/2006/relationships/image" Target="/ppt/media/image.png" Id="R493c84d4d32b43e0" /><Relationship Type="http://schemas.openxmlformats.org/officeDocument/2006/relationships/image" Target="/ppt/media/image.svg" Id="R85028c56552d47d3" /><Relationship Type="http://schemas.openxmlformats.org/officeDocument/2006/relationships/image" Target="/ppt/media/image2.png" Id="R4904bf706c0b4c46" /><Relationship Type="http://schemas.openxmlformats.org/officeDocument/2006/relationships/image" Target="/ppt/media/image2.svg" Id="R7084b4aa621747ef" /><Relationship Type="http://schemas.openxmlformats.org/officeDocument/2006/relationships/image" Target="/ppt/media/image3.png" Id="R682d494c13ce4227" /><Relationship Type="http://schemas.openxmlformats.org/officeDocument/2006/relationships/image" Target="/ppt/media/image3.svg" Id="R46db6d0a8abe4696" /><Relationship Type="http://schemas.openxmlformats.org/officeDocument/2006/relationships/image" Target="/ppt/media/image4.png" Id="R4da75cafa9cd4eac" /><Relationship Type="http://schemas.openxmlformats.org/officeDocument/2006/relationships/image" Target="/ppt/media/image4.svg" Id="R68abf8a1bb0b490c" /><Relationship Type="http://schemas.openxmlformats.org/officeDocument/2006/relationships/image" Target="/ppt/media/image5.png" Id="R5758803e29b9479e" /><Relationship Type="http://schemas.openxmlformats.org/officeDocument/2006/relationships/image" Target="/ppt/media/image5.svg" Id="Ra1cf0947f49e463a" /><Relationship Type="http://schemas.openxmlformats.org/officeDocument/2006/relationships/image" Target="/ppt/media/image6.png" Id="R39b36ceacb69445d" /><Relationship Type="http://schemas.openxmlformats.org/officeDocument/2006/relationships/image" Target="/ppt/media/image6.svg" Id="R29c5a44811d341f4" /><Relationship Type="http://schemas.openxmlformats.org/officeDocument/2006/relationships/image" Target="/ppt/media/image7.png" Id="Rcb7163ac44404bf5" /><Relationship Type="http://schemas.openxmlformats.org/officeDocument/2006/relationships/image" Target="/ppt/media/image7.svg" Id="R4abeb2bbb8cf49e9" /><Relationship Type="http://schemas.openxmlformats.org/officeDocument/2006/relationships/notesSlide" Target="/ppt/notesSlides/notesSlide2.xml" Id="Rf9c1cfc34bdb4392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5bd4ef7d4374685" /><Relationship Type="http://schemas.openxmlformats.org/officeDocument/2006/relationships/image" Target="/ppt/media/image8.png" Id="Re45d6686e93e4a5e" /><Relationship Type="http://schemas.openxmlformats.org/officeDocument/2006/relationships/image" Target="/ppt/media/image8.svg" Id="R98eb1f8da3bb4242" /><Relationship Type="http://schemas.openxmlformats.org/officeDocument/2006/relationships/image" Target="/ppt/media/image9.png" Id="R58d34d7e7ebe40e8" /><Relationship Type="http://schemas.openxmlformats.org/officeDocument/2006/relationships/image" Target="/ppt/media/image9.svg" Id="R6e89118193214672" /><Relationship Type="http://schemas.openxmlformats.org/officeDocument/2006/relationships/image" Target="/ppt/media/image10.png" Id="Rfd5032cdec6b4420" /><Relationship Type="http://schemas.openxmlformats.org/officeDocument/2006/relationships/image" Target="/ppt/media/image10.svg" Id="Rdf42585a85d843fa" /><Relationship Type="http://schemas.openxmlformats.org/officeDocument/2006/relationships/image" Target="/ppt/media/image11.png" Id="Rc8d51ec434794704" /><Relationship Type="http://schemas.openxmlformats.org/officeDocument/2006/relationships/image" Target="/ppt/media/image11.svg" Id="R1392729d3f1d48b6" /><Relationship Type="http://schemas.openxmlformats.org/officeDocument/2006/relationships/image" Target="/ppt/media/image12.png" Id="R6799cfba6e3e454f" /><Relationship Type="http://schemas.openxmlformats.org/officeDocument/2006/relationships/image" Target="/ppt/media/image12.svg" Id="R8913b91c35d94f5f" /><Relationship Type="http://schemas.openxmlformats.org/officeDocument/2006/relationships/image" Target="/ppt/media/image13.png" Id="R6ec40e12aff94651" /><Relationship Type="http://schemas.openxmlformats.org/officeDocument/2006/relationships/image" Target="/ppt/media/image13.svg" Id="R677c0f7888bf49c3" /><Relationship Type="http://schemas.openxmlformats.org/officeDocument/2006/relationships/image" Target="/ppt/media/image14.png" Id="R595ffd7bddec482f" /><Relationship Type="http://schemas.openxmlformats.org/officeDocument/2006/relationships/image" Target="/ppt/media/image14.svg" Id="R0b3b40d0e122438f" /><Relationship Type="http://schemas.openxmlformats.org/officeDocument/2006/relationships/image" Target="/ppt/media/image15.png" Id="R40394604f6f34b0f" /><Relationship Type="http://schemas.openxmlformats.org/officeDocument/2006/relationships/image" Target="/ppt/media/image15.svg" Id="R618f04131c1b465e" /><Relationship Type="http://schemas.openxmlformats.org/officeDocument/2006/relationships/notesSlide" Target="/ppt/notesSlides/notesSlide3.xml" Id="Rec4502ef946f44ad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860276372c549eb" /><Relationship Type="http://schemas.openxmlformats.org/officeDocument/2006/relationships/image" Target="/ppt/media/image16.png" Id="R82413c510a9d4002" /><Relationship Type="http://schemas.openxmlformats.org/officeDocument/2006/relationships/image" Target="/ppt/media/image16.svg" Id="Rba13524f3dc14d0c" /><Relationship Type="http://schemas.openxmlformats.org/officeDocument/2006/relationships/image" Target="/ppt/media/image17.png" Id="R70e6b7f17e504922" /><Relationship Type="http://schemas.openxmlformats.org/officeDocument/2006/relationships/image" Target="/ppt/media/image17.svg" Id="Rfffa7cd2f77346d6" /><Relationship Type="http://schemas.openxmlformats.org/officeDocument/2006/relationships/image" Target="/ppt/media/image18.png" Id="R541ecb3c661d4722" /><Relationship Type="http://schemas.openxmlformats.org/officeDocument/2006/relationships/image" Target="/ppt/media/image18.svg" Id="Rd268be5ae69c4676" /><Relationship Type="http://schemas.openxmlformats.org/officeDocument/2006/relationships/image" Target="/ppt/media/image19.png" Id="R52d3820c57fa4728" /><Relationship Type="http://schemas.openxmlformats.org/officeDocument/2006/relationships/image" Target="/ppt/media/image19.svg" Id="R514a2fc7b2854fcd" /><Relationship Type="http://schemas.openxmlformats.org/officeDocument/2006/relationships/image" Target="/ppt/media/image20.png" Id="Rfcbb2020716d4f0b" /><Relationship Type="http://schemas.openxmlformats.org/officeDocument/2006/relationships/image" Target="/ppt/media/image20.svg" Id="R65b59f725eed449c" /><Relationship Type="http://schemas.openxmlformats.org/officeDocument/2006/relationships/image" Target="/ppt/media/image21.png" Id="Re1909966ed004bc0" /><Relationship Type="http://schemas.openxmlformats.org/officeDocument/2006/relationships/image" Target="/ppt/media/image21.svg" Id="Re239996591a74584" /><Relationship Type="http://schemas.openxmlformats.org/officeDocument/2006/relationships/image" Target="/ppt/media/image22.png" Id="R93909999a94d4d48" /><Relationship Type="http://schemas.openxmlformats.org/officeDocument/2006/relationships/image" Target="/ppt/media/image22.svg" Id="R99b01b904fe842c7" /><Relationship Type="http://schemas.openxmlformats.org/officeDocument/2006/relationships/image" Target="/ppt/media/image23.png" Id="R4e38f515a51342d9" /><Relationship Type="http://schemas.openxmlformats.org/officeDocument/2006/relationships/image" Target="/ppt/media/image23.svg" Id="Rf15710833c074ab4" /><Relationship Type="http://schemas.openxmlformats.org/officeDocument/2006/relationships/image" Target="/ppt/media/image24.png" Id="Rbe52436f04bb4d96" /><Relationship Type="http://schemas.openxmlformats.org/officeDocument/2006/relationships/image" Target="/ppt/media/image24.svg" Id="R603f94128625451e" /><Relationship Type="http://schemas.openxmlformats.org/officeDocument/2006/relationships/notesSlide" Target="/ppt/notesSlides/notesSlide4.xml" Id="Re01c7da0abf14cbe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3b31bbf53b34d02" /><Relationship Type="http://schemas.openxmlformats.org/officeDocument/2006/relationships/image" Target="/ppt/media/image25.png" Id="Rb8428d1e8b694589" /><Relationship Type="http://schemas.openxmlformats.org/officeDocument/2006/relationships/image" Target="/ppt/media/image25.svg" Id="Rfe4ba3be1dc14ede" /><Relationship Type="http://schemas.openxmlformats.org/officeDocument/2006/relationships/image" Target="/ppt/media/image26.png" Id="R5274862d8b314584" /><Relationship Type="http://schemas.openxmlformats.org/officeDocument/2006/relationships/image" Target="/ppt/media/image26.svg" Id="R2fdf018a837c4098" /><Relationship Type="http://schemas.openxmlformats.org/officeDocument/2006/relationships/image" Target="/ppt/media/image27.png" Id="R34a10441745246ed" /><Relationship Type="http://schemas.openxmlformats.org/officeDocument/2006/relationships/image" Target="/ppt/media/image27.svg" Id="R5a1cc40c133245da" /><Relationship Type="http://schemas.openxmlformats.org/officeDocument/2006/relationships/image" Target="/ppt/media/image28.png" Id="R2717f8088a5f4fb8" /><Relationship Type="http://schemas.openxmlformats.org/officeDocument/2006/relationships/image" Target="/ppt/media/image28.svg" Id="R1f86c19de6154cc3" /><Relationship Type="http://schemas.openxmlformats.org/officeDocument/2006/relationships/image" Target="/ppt/media/image29.png" Id="R09ff95efa39a41cc" /><Relationship Type="http://schemas.openxmlformats.org/officeDocument/2006/relationships/image" Target="/ppt/media/image29.svg" Id="R705edeed92af4394" /><Relationship Type="http://schemas.openxmlformats.org/officeDocument/2006/relationships/image" Target="/ppt/media/image30.png" Id="R0e209d2fdebd4735" /><Relationship Type="http://schemas.openxmlformats.org/officeDocument/2006/relationships/image" Target="/ppt/media/image30.svg" Id="R64910251f96e450d" /><Relationship Type="http://schemas.openxmlformats.org/officeDocument/2006/relationships/image" Target="/ppt/media/image31.png" Id="R5e0ff34958df41ae" /><Relationship Type="http://schemas.openxmlformats.org/officeDocument/2006/relationships/image" Target="/ppt/media/image31.svg" Id="R861d25c12b3d4770" /><Relationship Type="http://schemas.openxmlformats.org/officeDocument/2006/relationships/image" Target="/ppt/media/image32.png" Id="R5bef53838a714a96" /><Relationship Type="http://schemas.openxmlformats.org/officeDocument/2006/relationships/image" Target="/ppt/media/image32.svg" Id="Rce777749a4f74a90" /><Relationship Type="http://schemas.openxmlformats.org/officeDocument/2006/relationships/image" Target="/ppt/media/image33.png" Id="R2c387a47cb6f43db" /><Relationship Type="http://schemas.openxmlformats.org/officeDocument/2006/relationships/image" Target="/ppt/media/image33.svg" Id="R0fa2eac31d23438b" /><Relationship Type="http://schemas.openxmlformats.org/officeDocument/2006/relationships/image" Target="/ppt/media/image34.png" Id="Re3099f5717834785" /><Relationship Type="http://schemas.openxmlformats.org/officeDocument/2006/relationships/image" Target="/ppt/media/image34.svg" Id="R3bfdd53dc392477d" /><Relationship Type="http://schemas.openxmlformats.org/officeDocument/2006/relationships/notesSlide" Target="/ppt/notesSlides/notesSlide5.xml" Id="R30384d8143204a1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3f57e616f064dd2" /><Relationship Type="http://schemas.openxmlformats.org/officeDocument/2006/relationships/image" Target="/ppt/media/image35.png" Id="Rcc7f0cd722c6473f" /><Relationship Type="http://schemas.openxmlformats.org/officeDocument/2006/relationships/image" Target="/ppt/media/image35.svg" Id="R822b3b439f0e4842" /><Relationship Type="http://schemas.openxmlformats.org/officeDocument/2006/relationships/image" Target="/ppt/media/image36.png" Id="R98f6185a00674f0a" /><Relationship Type="http://schemas.openxmlformats.org/officeDocument/2006/relationships/image" Target="/ppt/media/image36.svg" Id="Reeabc66d7c9842ef" /><Relationship Type="http://schemas.openxmlformats.org/officeDocument/2006/relationships/image" Target="/ppt/media/image37.png" Id="Rb80ddb189cbb4191" /><Relationship Type="http://schemas.openxmlformats.org/officeDocument/2006/relationships/image" Target="/ppt/media/image37.svg" Id="R0259393023f94f80" /><Relationship Type="http://schemas.openxmlformats.org/officeDocument/2006/relationships/image" Target="/ppt/media/image38.png" Id="R437681f739874605" /><Relationship Type="http://schemas.openxmlformats.org/officeDocument/2006/relationships/image" Target="/ppt/media/image38.svg" Id="R4ebf49a9688a4591" /><Relationship Type="http://schemas.openxmlformats.org/officeDocument/2006/relationships/image" Target="/ppt/media/image39.png" Id="R9949b9328f4d4d24" /><Relationship Type="http://schemas.openxmlformats.org/officeDocument/2006/relationships/image" Target="/ppt/media/image39.svg" Id="Re2a8d7aae3cf4c04" /><Relationship Type="http://schemas.openxmlformats.org/officeDocument/2006/relationships/image" Target="/ppt/media/image40.png" Id="R2c94cbbb94c74f8a" /><Relationship Type="http://schemas.openxmlformats.org/officeDocument/2006/relationships/image" Target="/ppt/media/image40.svg" Id="R2bcf01322ca64249" /><Relationship Type="http://schemas.openxmlformats.org/officeDocument/2006/relationships/image" Target="/ppt/media/image41.png" Id="Ra293f38d4cc1475a" /><Relationship Type="http://schemas.openxmlformats.org/officeDocument/2006/relationships/image" Target="/ppt/media/image41.svg" Id="R4590fb76c16d4625" /><Relationship Type="http://schemas.openxmlformats.org/officeDocument/2006/relationships/image" Target="/ppt/media/image42.png" Id="R7e85ccfd1ede4dd2" /><Relationship Type="http://schemas.openxmlformats.org/officeDocument/2006/relationships/image" Target="/ppt/media/image42.svg" Id="R0fdc1afd17fb4cf5" /><Relationship Type="http://schemas.openxmlformats.org/officeDocument/2006/relationships/image" Target="/ppt/media/image43.png" Id="R660f9ea84f6f4922" /><Relationship Type="http://schemas.openxmlformats.org/officeDocument/2006/relationships/image" Target="/ppt/media/image43.svg" Id="R42811469214d4182" /><Relationship Type="http://schemas.openxmlformats.org/officeDocument/2006/relationships/image" Target="/ppt/media/image44.png" Id="R3ad564cb6a8f4f29" /><Relationship Type="http://schemas.openxmlformats.org/officeDocument/2006/relationships/image" Target="/ppt/media/image44.svg" Id="R4183c96b6e2c4b6b" /><Relationship Type="http://schemas.openxmlformats.org/officeDocument/2006/relationships/image" Target="/ppt/media/image45.png" Id="Rf17aad9f49ea4e07" /><Relationship Type="http://schemas.openxmlformats.org/officeDocument/2006/relationships/image" Target="/ppt/media/image45.svg" Id="R87040d5b25084b54" /><Relationship Type="http://schemas.openxmlformats.org/officeDocument/2006/relationships/notesSlide" Target="/ppt/notesSlides/notesSlide6.xml" Id="R462866d3b75c4fd7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a21f9fddb5a4d60" /><Relationship Type="http://schemas.openxmlformats.org/officeDocument/2006/relationships/image" Target="/ppt/media/image46.png" Id="Rb5f98c734ebb4acf" /><Relationship Type="http://schemas.openxmlformats.org/officeDocument/2006/relationships/image" Target="/ppt/media/image46.svg" Id="R846129f57fd74781" /><Relationship Type="http://schemas.openxmlformats.org/officeDocument/2006/relationships/image" Target="/ppt/media/image47.png" Id="R4d57dacace3e4689" /><Relationship Type="http://schemas.openxmlformats.org/officeDocument/2006/relationships/image" Target="/ppt/media/image47.svg" Id="Rfe6c34dc1c1d4b01" /><Relationship Type="http://schemas.openxmlformats.org/officeDocument/2006/relationships/image" Target="/ppt/media/image48.png" Id="Reb2f023d433d497f" /><Relationship Type="http://schemas.openxmlformats.org/officeDocument/2006/relationships/image" Target="/ppt/media/image48.svg" Id="R96588e4ffb7740b2" /><Relationship Type="http://schemas.openxmlformats.org/officeDocument/2006/relationships/image" Target="/ppt/media/image49.png" Id="R90b03bf6c3b1495b" /><Relationship Type="http://schemas.openxmlformats.org/officeDocument/2006/relationships/image" Target="/ppt/media/image49.svg" Id="R684ad2b44d494316" /><Relationship Type="http://schemas.openxmlformats.org/officeDocument/2006/relationships/image" Target="/ppt/media/image50.png" Id="R2aef891b1c5a49e8" /><Relationship Type="http://schemas.openxmlformats.org/officeDocument/2006/relationships/image" Target="/ppt/media/image50.svg" Id="Rf4ca53063d6a419c" /><Relationship Type="http://schemas.openxmlformats.org/officeDocument/2006/relationships/image" Target="/ppt/media/image51.png" Id="R0baa619035c34228" /><Relationship Type="http://schemas.openxmlformats.org/officeDocument/2006/relationships/image" Target="/ppt/media/image51.svg" Id="Rc5dbeeb4cf974f6f" /><Relationship Type="http://schemas.openxmlformats.org/officeDocument/2006/relationships/image" Target="/ppt/media/image52.png" Id="Rcd99ddbc261748df" /><Relationship Type="http://schemas.openxmlformats.org/officeDocument/2006/relationships/image" Target="/ppt/media/image52.svg" Id="R9d4657530ae34baa" /><Relationship Type="http://schemas.openxmlformats.org/officeDocument/2006/relationships/image" Target="/ppt/media/image53.png" Id="Rc3e115c4184b43e7" /><Relationship Type="http://schemas.openxmlformats.org/officeDocument/2006/relationships/image" Target="/ppt/media/image53.svg" Id="R21d5f054ea0e4e4d" /><Relationship Type="http://schemas.openxmlformats.org/officeDocument/2006/relationships/image" Target="/ppt/media/image54.png" Id="Rc9d517b354634262" /><Relationship Type="http://schemas.openxmlformats.org/officeDocument/2006/relationships/image" Target="/ppt/media/image54.svg" Id="R091b54a7c6834bc2" /><Relationship Type="http://schemas.openxmlformats.org/officeDocument/2006/relationships/image" Target="/ppt/media/image55.png" Id="Rdde2b6313913485b" /><Relationship Type="http://schemas.openxmlformats.org/officeDocument/2006/relationships/image" Target="/ppt/media/image55.svg" Id="R4980072588b74940" /><Relationship Type="http://schemas.openxmlformats.org/officeDocument/2006/relationships/image" Target="/ppt/media/image56.png" Id="R726759b276fe4a33" /><Relationship Type="http://schemas.openxmlformats.org/officeDocument/2006/relationships/image" Target="/ppt/media/image56.svg" Id="R8e052b362aa54ba3" /><Relationship Type="http://schemas.openxmlformats.org/officeDocument/2006/relationships/image" Target="/ppt/media/image57.png" Id="Rc682bd08e8c141b7" /><Relationship Type="http://schemas.openxmlformats.org/officeDocument/2006/relationships/image" Target="/ppt/media/image57.svg" Id="R8f3077b5efb14144" /><Relationship Type="http://schemas.openxmlformats.org/officeDocument/2006/relationships/notesSlide" Target="/ppt/notesSlides/notesSlide7.xml" Id="R72c20bba674942b2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7279f02e6df452e" /><Relationship Type="http://schemas.openxmlformats.org/officeDocument/2006/relationships/image" Target="/ppt/media/image58.png" Id="R3f82cf4dc9b4445e" /><Relationship Type="http://schemas.openxmlformats.org/officeDocument/2006/relationships/image" Target="/ppt/media/image58.svg" Id="R03417773412c4f6f" /><Relationship Type="http://schemas.openxmlformats.org/officeDocument/2006/relationships/image" Target="/ppt/media/image59.png" Id="R3b6b9b02e04b4ae3" /><Relationship Type="http://schemas.openxmlformats.org/officeDocument/2006/relationships/image" Target="/ppt/media/image59.svg" Id="R4bc1388093de4c6a" /><Relationship Type="http://schemas.openxmlformats.org/officeDocument/2006/relationships/image" Target="/ppt/media/image60.png" Id="R012fe35166324c87" /><Relationship Type="http://schemas.openxmlformats.org/officeDocument/2006/relationships/image" Target="/ppt/media/image60.svg" Id="R236452acaaa54cf4" /><Relationship Type="http://schemas.openxmlformats.org/officeDocument/2006/relationships/image" Target="/ppt/media/image61.png" Id="Rdf3b18a09ee0435d" /><Relationship Type="http://schemas.openxmlformats.org/officeDocument/2006/relationships/image" Target="/ppt/media/image61.svg" Id="R9525085f7045417a" /><Relationship Type="http://schemas.openxmlformats.org/officeDocument/2006/relationships/image" Target="/ppt/media/image62.png" Id="R6f184fc0450943cd" /><Relationship Type="http://schemas.openxmlformats.org/officeDocument/2006/relationships/image" Target="/ppt/media/image62.svg" Id="Rfd0262fd5f5640b6" /><Relationship Type="http://schemas.openxmlformats.org/officeDocument/2006/relationships/image" Target="/ppt/media/image63.png" Id="R496e11947ee44591" /><Relationship Type="http://schemas.openxmlformats.org/officeDocument/2006/relationships/image" Target="/ppt/media/image63.svg" Id="Raeefb254fe7a4965" /><Relationship Type="http://schemas.openxmlformats.org/officeDocument/2006/relationships/image" Target="/ppt/media/image64.png" Id="Rf30523c9b85b411c" /><Relationship Type="http://schemas.openxmlformats.org/officeDocument/2006/relationships/image" Target="/ppt/media/image64.svg" Id="Rdfeffd734464423d" /><Relationship Type="http://schemas.openxmlformats.org/officeDocument/2006/relationships/image" Target="/ppt/media/image65.png" Id="Rdc521d4a9e6248b6" /><Relationship Type="http://schemas.openxmlformats.org/officeDocument/2006/relationships/image" Target="/ppt/media/image65.svg" Id="Rff25f8497633495f" /><Relationship Type="http://schemas.openxmlformats.org/officeDocument/2006/relationships/image" Target="/ppt/media/image66.png" Id="R3f70723c0ea8498c" /><Relationship Type="http://schemas.openxmlformats.org/officeDocument/2006/relationships/image" Target="/ppt/media/image66.svg" Id="R71e2dd4ee1304bab" /><Relationship Type="http://schemas.openxmlformats.org/officeDocument/2006/relationships/image" Target="/ppt/media/image67.png" Id="R08d1831d53324ddb" /><Relationship Type="http://schemas.openxmlformats.org/officeDocument/2006/relationships/image" Target="/ppt/media/image67.svg" Id="R5630a350ba1b47bd" /><Relationship Type="http://schemas.openxmlformats.org/officeDocument/2006/relationships/image" Target="/ppt/media/image68.png" Id="R5ff24d23b18942ae" /><Relationship Type="http://schemas.openxmlformats.org/officeDocument/2006/relationships/image" Target="/ppt/media/image68.svg" Id="Rb831f05cee5b48ab" /><Relationship Type="http://schemas.openxmlformats.org/officeDocument/2006/relationships/image" Target="/ppt/media/image69.png" Id="Rad59273e0358445d" /><Relationship Type="http://schemas.openxmlformats.org/officeDocument/2006/relationships/image" Target="/ppt/media/image69.svg" Id="R91d423f7749345fe" /><Relationship Type="http://schemas.openxmlformats.org/officeDocument/2006/relationships/image" Target="/ppt/media/image70.png" Id="R8764cfb6659d4599" /><Relationship Type="http://schemas.openxmlformats.org/officeDocument/2006/relationships/image" Target="/ppt/media/image70.svg" Id="R39bd60370f58482b" /><Relationship Type="http://schemas.openxmlformats.org/officeDocument/2006/relationships/notesSlide" Target="/ppt/notesSlides/notesSlide8.xml" Id="R1bd78ddbf2704abb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ac484411f5c4422" /><Relationship Type="http://schemas.openxmlformats.org/officeDocument/2006/relationships/notesSlide" Target="/ppt/notesSlides/notesSlide9.xml" Id="R6874914b1a4544ab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8d61a0f7f86438d" /><Relationship Type="http://schemas.openxmlformats.org/officeDocument/2006/relationships/image" Target="/ppt/media/image71.png" Id="R5c23c68f049543ff" /><Relationship Type="http://schemas.openxmlformats.org/officeDocument/2006/relationships/image" Target="/ppt/media/image71.svg" Id="R371a9758381a4b6b" /><Relationship Type="http://schemas.openxmlformats.org/officeDocument/2006/relationships/image" Target="/ppt/media/image72.png" Id="R6f8b896daff5483e" /><Relationship Type="http://schemas.openxmlformats.org/officeDocument/2006/relationships/image" Target="/ppt/media/image72.svg" Id="R69878692877e411f" /><Relationship Type="http://schemas.openxmlformats.org/officeDocument/2006/relationships/image" Target="/ppt/media/image73.png" Id="Rbdf3306fdb9c4c48" /><Relationship Type="http://schemas.openxmlformats.org/officeDocument/2006/relationships/image" Target="/ppt/media/image73.svg" Id="R77c5a33abc6e4506" /><Relationship Type="http://schemas.openxmlformats.org/officeDocument/2006/relationships/image" Target="/ppt/media/image74.png" Id="Rc3ec3ac6a67644e5" /><Relationship Type="http://schemas.openxmlformats.org/officeDocument/2006/relationships/image" Target="/ppt/media/image74.svg" Id="R6ebb87e77eee49d4" /><Relationship Type="http://schemas.openxmlformats.org/officeDocument/2006/relationships/image" Target="/ppt/media/image75.png" Id="Rb3903686d8434ae1" /><Relationship Type="http://schemas.openxmlformats.org/officeDocument/2006/relationships/image" Target="/ppt/media/image75.svg" Id="R1b85bb9ed9044937" /><Relationship Type="http://schemas.openxmlformats.org/officeDocument/2006/relationships/image" Target="/ppt/media/image76.png" Id="Rf1aa07e496a64452" /><Relationship Type="http://schemas.openxmlformats.org/officeDocument/2006/relationships/image" Target="/ppt/media/image76.svg" Id="Rb9256337738f4a5f" /><Relationship Type="http://schemas.openxmlformats.org/officeDocument/2006/relationships/image" Target="/ppt/media/image77.png" Id="Ra13c3e3641324268" /><Relationship Type="http://schemas.openxmlformats.org/officeDocument/2006/relationships/image" Target="/ppt/media/image77.svg" Id="R6602b8be1b274dd6" /><Relationship Type="http://schemas.openxmlformats.org/officeDocument/2006/relationships/image" Target="/ppt/media/image78.png" Id="Rf92e683f8aae461c" /><Relationship Type="http://schemas.openxmlformats.org/officeDocument/2006/relationships/image" Target="/ppt/media/image78.svg" Id="R00d7210236414707" /><Relationship Type="http://schemas.openxmlformats.org/officeDocument/2006/relationships/image" Target="/ppt/media/image79.png" Id="R14c93be2cea44ac5" /><Relationship Type="http://schemas.openxmlformats.org/officeDocument/2006/relationships/image" Target="/ppt/media/image79.svg" Id="Rae8a7f7b18da41e1" /><Relationship Type="http://schemas.openxmlformats.org/officeDocument/2006/relationships/notesSlide" Target="/ppt/notesSlides/notesSlide10.xml" Id="R4a5efafe051c4762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4695cdf75784648" /><Relationship Type="http://schemas.openxmlformats.org/officeDocument/2006/relationships/image" Target="/ppt/media/image80.png" Id="Rc5bc153b133248fe" /><Relationship Type="http://schemas.openxmlformats.org/officeDocument/2006/relationships/image" Target="/ppt/media/image80.svg" Id="R65361ce5c87c40d0" /><Relationship Type="http://schemas.openxmlformats.org/officeDocument/2006/relationships/image" Target="/ppt/media/image81.png" Id="Rdb90e1dbdba64fe9" /><Relationship Type="http://schemas.openxmlformats.org/officeDocument/2006/relationships/image" Target="/ppt/media/image81.svg" Id="R94d022cc16af45fd" /><Relationship Type="http://schemas.openxmlformats.org/officeDocument/2006/relationships/image" Target="/ppt/media/image82.png" Id="R3049f81c99224d1b" /><Relationship Type="http://schemas.openxmlformats.org/officeDocument/2006/relationships/image" Target="/ppt/media/image82.svg" Id="Rf6b37a483b2140ae" /><Relationship Type="http://schemas.openxmlformats.org/officeDocument/2006/relationships/image" Target="/ppt/media/image83.png" Id="Rcb05358e36b84174" /><Relationship Type="http://schemas.openxmlformats.org/officeDocument/2006/relationships/image" Target="/ppt/media/image83.svg" Id="Rd926b6f5214b4553" /><Relationship Type="http://schemas.openxmlformats.org/officeDocument/2006/relationships/image" Target="/ppt/media/image84.png" Id="R37a2569aaa844a8c" /><Relationship Type="http://schemas.openxmlformats.org/officeDocument/2006/relationships/image" Target="/ppt/media/image84.svg" Id="R5ecfa200f55548b7" /><Relationship Type="http://schemas.openxmlformats.org/officeDocument/2006/relationships/image" Target="/ppt/media/image85.png" Id="R611ca92cfec04606" /><Relationship Type="http://schemas.openxmlformats.org/officeDocument/2006/relationships/image" Target="/ppt/media/image85.svg" Id="Re6e71599a5af4b6f" /><Relationship Type="http://schemas.openxmlformats.org/officeDocument/2006/relationships/image" Target="/ppt/media/image86.png" Id="Re21ea051865147d9" /><Relationship Type="http://schemas.openxmlformats.org/officeDocument/2006/relationships/image" Target="/ppt/media/image86.svg" Id="R3e622b0d35c34e49" /><Relationship Type="http://schemas.openxmlformats.org/officeDocument/2006/relationships/image" Target="/ppt/media/image87.png" Id="R13ab5455ef3d4ef7" /><Relationship Type="http://schemas.openxmlformats.org/officeDocument/2006/relationships/image" Target="/ppt/media/image87.svg" Id="R52702151eaa44ca5" /><Relationship Type="http://schemas.openxmlformats.org/officeDocument/2006/relationships/image" Target="/ppt/media/image88.png" Id="R26a5b87de0e14c7d" /><Relationship Type="http://schemas.openxmlformats.org/officeDocument/2006/relationships/image" Target="/ppt/media/image88.svg" Id="Rbbdc76a46b2141a3" /><Relationship Type="http://schemas.openxmlformats.org/officeDocument/2006/relationships/image" Target="/ppt/media/image89.png" Id="Rb787ddb2cdbc4db5" /><Relationship Type="http://schemas.openxmlformats.org/officeDocument/2006/relationships/image" Target="/ppt/media/image89.svg" Id="R9dc9492817054728" /><Relationship Type="http://schemas.openxmlformats.org/officeDocument/2006/relationships/notesSlide" Target="/ppt/notesSlides/notesSlide11.xml" Id="Rc8f27190441c441e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70c1095ec9e4c9e" /><Relationship Type="http://schemas.openxmlformats.org/officeDocument/2006/relationships/image" Target="/ppt/media/image90.png" Id="R5ad786ee7ea0478a" /><Relationship Type="http://schemas.openxmlformats.org/officeDocument/2006/relationships/image" Target="/ppt/media/image90.svg" Id="R2285c040cc894d3b" /><Relationship Type="http://schemas.openxmlformats.org/officeDocument/2006/relationships/image" Target="/ppt/media/image91.png" Id="R06f63bfeb5194d5d" /><Relationship Type="http://schemas.openxmlformats.org/officeDocument/2006/relationships/image" Target="/ppt/media/image91.svg" Id="Rff619b97a5364895" /><Relationship Type="http://schemas.openxmlformats.org/officeDocument/2006/relationships/image" Target="/ppt/media/image92.png" Id="Rf7bc5496ce224502" /><Relationship Type="http://schemas.openxmlformats.org/officeDocument/2006/relationships/image" Target="/ppt/media/image92.svg" Id="Re1bfe644164c4b0d" /><Relationship Type="http://schemas.openxmlformats.org/officeDocument/2006/relationships/image" Target="/ppt/media/image93.png" Id="R9075d6fe89584c1b" /><Relationship Type="http://schemas.openxmlformats.org/officeDocument/2006/relationships/image" Target="/ppt/media/image93.svg" Id="R6bf3f7e684e84944" /><Relationship Type="http://schemas.openxmlformats.org/officeDocument/2006/relationships/image" Target="/ppt/media/image94.png" Id="Rd7082fe340c04821" /><Relationship Type="http://schemas.openxmlformats.org/officeDocument/2006/relationships/image" Target="/ppt/media/image94.svg" Id="R452814b6a5714a5c" /><Relationship Type="http://schemas.openxmlformats.org/officeDocument/2006/relationships/image" Target="/ppt/media/image95.png" Id="Rd2912737c04444f1" /><Relationship Type="http://schemas.openxmlformats.org/officeDocument/2006/relationships/image" Target="/ppt/media/image95.svg" Id="Rf3753333ef0e4b5b" /><Relationship Type="http://schemas.openxmlformats.org/officeDocument/2006/relationships/image" Target="/ppt/media/image96.png" Id="R2f4e1136c4664a30" /><Relationship Type="http://schemas.openxmlformats.org/officeDocument/2006/relationships/image" Target="/ppt/media/image96.svg" Id="Rf8f00b9a4e264423" /><Relationship Type="http://schemas.openxmlformats.org/officeDocument/2006/relationships/image" Target="/ppt/media/image97.png" Id="Raef1ba8988574780" /><Relationship Type="http://schemas.openxmlformats.org/officeDocument/2006/relationships/image" Target="/ppt/media/image97.svg" Id="Ra8eb329231494515" /><Relationship Type="http://schemas.openxmlformats.org/officeDocument/2006/relationships/image" Target="/ppt/media/image98.png" Id="R3e93d62ee3274be3" /><Relationship Type="http://schemas.openxmlformats.org/officeDocument/2006/relationships/image" Target="/ppt/media/image98.svg" Id="R581eac5952c94be5" /><Relationship Type="http://schemas.openxmlformats.org/officeDocument/2006/relationships/image" Target="/ppt/media/image99.png" Id="R59938a4ae592492e" /><Relationship Type="http://schemas.openxmlformats.org/officeDocument/2006/relationships/image" Target="/ppt/media/image99.svg" Id="R73f47857be8d4eae" /><Relationship Type="http://schemas.openxmlformats.org/officeDocument/2006/relationships/image" Target="/ppt/media/image100.png" Id="Rf8369b3fd11a4c37" /><Relationship Type="http://schemas.openxmlformats.org/officeDocument/2006/relationships/image" Target="/ppt/media/image100.svg" Id="Ra5624139993d4b38" /><Relationship Type="http://schemas.openxmlformats.org/officeDocument/2006/relationships/notesSlide" Target="/ppt/notesSlides/notesSlide12.xml" Id="R667ead2d745d4d98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8608bb07fae4ec6" /><Relationship Type="http://schemas.openxmlformats.org/officeDocument/2006/relationships/image" Target="/ppt/media/image101.png" Id="R21b49f4f9fbb4170" /><Relationship Type="http://schemas.openxmlformats.org/officeDocument/2006/relationships/image" Target="/ppt/media/image101.svg" Id="R717e7efdd18c4242" /><Relationship Type="http://schemas.openxmlformats.org/officeDocument/2006/relationships/image" Target="/ppt/media/image102.png" Id="R7bc9c8d3b0e844f0" /><Relationship Type="http://schemas.openxmlformats.org/officeDocument/2006/relationships/image" Target="/ppt/media/image102.svg" Id="R3b9350c385594629" /><Relationship Type="http://schemas.openxmlformats.org/officeDocument/2006/relationships/image" Target="/ppt/media/image103.png" Id="R4d052f41c324498b" /><Relationship Type="http://schemas.openxmlformats.org/officeDocument/2006/relationships/image" Target="/ppt/media/image103.svg" Id="Re7d63a44f64341de" /><Relationship Type="http://schemas.openxmlformats.org/officeDocument/2006/relationships/image" Target="/ppt/media/image104.png" Id="R109f61ad83264422" /><Relationship Type="http://schemas.openxmlformats.org/officeDocument/2006/relationships/image" Target="/ppt/media/image104.svg" Id="Rb281d21094864054" /><Relationship Type="http://schemas.openxmlformats.org/officeDocument/2006/relationships/image" Target="/ppt/media/image105.png" Id="R093c5c713498467a" /><Relationship Type="http://schemas.openxmlformats.org/officeDocument/2006/relationships/image" Target="/ppt/media/image105.svg" Id="R5c08c3f380804789" /><Relationship Type="http://schemas.openxmlformats.org/officeDocument/2006/relationships/image" Target="/ppt/media/image106.png" Id="R1447db9267984ac1" /><Relationship Type="http://schemas.openxmlformats.org/officeDocument/2006/relationships/image" Target="/ppt/media/image106.svg" Id="Raab80de701bc4f64" /><Relationship Type="http://schemas.openxmlformats.org/officeDocument/2006/relationships/image" Target="/ppt/media/image107.png" Id="R700b96c5a74a4669" /><Relationship Type="http://schemas.openxmlformats.org/officeDocument/2006/relationships/image" Target="/ppt/media/image107.svg" Id="R6fe4bf81756e4991" /><Relationship Type="http://schemas.openxmlformats.org/officeDocument/2006/relationships/image" Target="/ppt/media/image108.png" Id="R842c1d9b5d12442e" /><Relationship Type="http://schemas.openxmlformats.org/officeDocument/2006/relationships/image" Target="/ppt/media/image108.svg" Id="Raafea924d1344544" /><Relationship Type="http://schemas.openxmlformats.org/officeDocument/2006/relationships/image" Target="/ppt/media/image109.png" Id="R1cd482eaf19249dd" /><Relationship Type="http://schemas.openxmlformats.org/officeDocument/2006/relationships/image" Target="/ppt/media/image109.svg" Id="Rd23b0204b4124a46" /><Relationship Type="http://schemas.openxmlformats.org/officeDocument/2006/relationships/image" Target="/ppt/media/image110.png" Id="Rf8791f4f2f35478b" /><Relationship Type="http://schemas.openxmlformats.org/officeDocument/2006/relationships/image" Target="/ppt/media/image110.svg" Id="Re7f56012b59e4c5a" /><Relationship Type="http://schemas.openxmlformats.org/officeDocument/2006/relationships/image" Target="/ppt/media/image111.png" Id="R9a8f1fd62bc04919" /><Relationship Type="http://schemas.openxmlformats.org/officeDocument/2006/relationships/image" Target="/ppt/media/image111.svg" Id="Rd13b2bfdfd7c4d57" /><Relationship Type="http://schemas.openxmlformats.org/officeDocument/2006/relationships/image" Target="/ppt/media/image112.png" Id="Rdeb9c5380b4f4bcd" /><Relationship Type="http://schemas.openxmlformats.org/officeDocument/2006/relationships/image" Target="/ppt/media/image112.svg" Id="R5d012cfe27cd41f1" /><Relationship Type="http://schemas.openxmlformats.org/officeDocument/2006/relationships/notesSlide" Target="/ppt/notesSlides/notesSlide13.xml" Id="R0cad95e19cd74e73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6422e0c79804ac7" /><Relationship Type="http://schemas.openxmlformats.org/officeDocument/2006/relationships/image" Target="/ppt/media/image113.png" Id="R9c9f024883784816" /><Relationship Type="http://schemas.openxmlformats.org/officeDocument/2006/relationships/image" Target="/ppt/media/image113.svg" Id="R4a79373d0da44a2d" /><Relationship Type="http://schemas.openxmlformats.org/officeDocument/2006/relationships/image" Target="/ppt/media/image114.png" Id="Reaf2714262824a54" /><Relationship Type="http://schemas.openxmlformats.org/officeDocument/2006/relationships/image" Target="/ppt/media/image114.svg" Id="Rbc879b70b17f4801" /><Relationship Type="http://schemas.openxmlformats.org/officeDocument/2006/relationships/image" Target="/ppt/media/image115.png" Id="R659ef8b50ee84035" /><Relationship Type="http://schemas.openxmlformats.org/officeDocument/2006/relationships/image" Target="/ppt/media/image115.svg" Id="Ra10753e0548a4674" /><Relationship Type="http://schemas.openxmlformats.org/officeDocument/2006/relationships/image" Target="/ppt/media/image116.png" Id="Re01d67aaeba1494c" /><Relationship Type="http://schemas.openxmlformats.org/officeDocument/2006/relationships/image" Target="/ppt/media/image116.svg" Id="R6bdd89f6904f4114" /><Relationship Type="http://schemas.openxmlformats.org/officeDocument/2006/relationships/image" Target="/ppt/media/image117.png" Id="Rf765ec636650448e" /><Relationship Type="http://schemas.openxmlformats.org/officeDocument/2006/relationships/image" Target="/ppt/media/image117.svg" Id="R3e5daa0b229f42b6" /><Relationship Type="http://schemas.openxmlformats.org/officeDocument/2006/relationships/image" Target="/ppt/media/image118.png" Id="R19fb869409cb4cc3" /><Relationship Type="http://schemas.openxmlformats.org/officeDocument/2006/relationships/image" Target="/ppt/media/image118.svg" Id="Rc4070ed4edea4734" /><Relationship Type="http://schemas.openxmlformats.org/officeDocument/2006/relationships/image" Target="/ppt/media/image119.png" Id="R4d7dfc1c4c0540a3" /><Relationship Type="http://schemas.openxmlformats.org/officeDocument/2006/relationships/image" Target="/ppt/media/image119.svg" Id="R734ab5a4a7f94b25" /><Relationship Type="http://schemas.openxmlformats.org/officeDocument/2006/relationships/image" Target="/ppt/media/image120.png" Id="R64f0e67a7f7a4be9" /><Relationship Type="http://schemas.openxmlformats.org/officeDocument/2006/relationships/image" Target="/ppt/media/image120.svg" Id="R7a17324b72ff43b4" /><Relationship Type="http://schemas.openxmlformats.org/officeDocument/2006/relationships/image" Target="/ppt/media/image121.png" Id="R66cce6e58db14204" /><Relationship Type="http://schemas.openxmlformats.org/officeDocument/2006/relationships/image" Target="/ppt/media/image121.svg" Id="R394b6fff055241dd" /><Relationship Type="http://schemas.openxmlformats.org/officeDocument/2006/relationships/image" Target="/ppt/media/image122.png" Id="R496a2e4853fd4be2" /><Relationship Type="http://schemas.openxmlformats.org/officeDocument/2006/relationships/image" Target="/ppt/media/image122.svg" Id="Reb999ccb5c094f10" /><Relationship Type="http://schemas.openxmlformats.org/officeDocument/2006/relationships/image" Target="/ppt/media/image123.png" Id="R741b4588d5e54dfa" /><Relationship Type="http://schemas.openxmlformats.org/officeDocument/2006/relationships/image" Target="/ppt/media/image123.svg" Id="R1d9a6514adcd46c5" /><Relationship Type="http://schemas.openxmlformats.org/officeDocument/2006/relationships/image" Target="/ppt/media/image124.png" Id="Raed2a0de60244648" /><Relationship Type="http://schemas.openxmlformats.org/officeDocument/2006/relationships/image" Target="/ppt/media/image124.svg" Id="R454b03615e574c8b" /><Relationship Type="http://schemas.openxmlformats.org/officeDocument/2006/relationships/image" Target="/ppt/media/image125.png" Id="Rbe55f77a14ce4763" /><Relationship Type="http://schemas.openxmlformats.org/officeDocument/2006/relationships/image" Target="/ppt/media/image125.svg" Id="R48538d279d6a47b6" /><Relationship Type="http://schemas.openxmlformats.org/officeDocument/2006/relationships/notesSlide" Target="/ppt/notesSlides/notesSlide14.xml" Id="R789ace624f944d1d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9f3a2d1433c4881" /><Relationship Type="http://schemas.openxmlformats.org/officeDocument/2006/relationships/image" Target="/ppt/media/image126.png" Id="R86b7f4a363194415" /><Relationship Type="http://schemas.openxmlformats.org/officeDocument/2006/relationships/image" Target="/ppt/media/image126.svg" Id="R9e495e02b9e14687" /><Relationship Type="http://schemas.openxmlformats.org/officeDocument/2006/relationships/image" Target="/ppt/media/image127.png" Id="R8878c65f4fdc4b13" /><Relationship Type="http://schemas.openxmlformats.org/officeDocument/2006/relationships/image" Target="/ppt/media/image127.svg" Id="R2f1a58614d9e44d5" /><Relationship Type="http://schemas.openxmlformats.org/officeDocument/2006/relationships/image" Target="/ppt/media/image128.png" Id="Ree4438cb9ecb41f2" /><Relationship Type="http://schemas.openxmlformats.org/officeDocument/2006/relationships/image" Target="/ppt/media/image128.svg" Id="R6136248f4fd04271" /><Relationship Type="http://schemas.openxmlformats.org/officeDocument/2006/relationships/image" Target="/ppt/media/image129.png" Id="R480a46bca2ff40f2" /><Relationship Type="http://schemas.openxmlformats.org/officeDocument/2006/relationships/image" Target="/ppt/media/image129.svg" Id="R25985abaa9264164" /><Relationship Type="http://schemas.openxmlformats.org/officeDocument/2006/relationships/image" Target="/ppt/media/image130.png" Id="Ra3bbe16ba38f41c5" /><Relationship Type="http://schemas.openxmlformats.org/officeDocument/2006/relationships/image" Target="/ppt/media/image130.svg" Id="R5f4cf688051d4a8f" /><Relationship Type="http://schemas.openxmlformats.org/officeDocument/2006/relationships/image" Target="/ppt/media/image131.png" Id="R8314a17fcca643e5" /><Relationship Type="http://schemas.openxmlformats.org/officeDocument/2006/relationships/image" Target="/ppt/media/image131.svg" Id="Rc3e9f6b5204e4a6a" /><Relationship Type="http://schemas.openxmlformats.org/officeDocument/2006/relationships/image" Target="/ppt/media/image132.png" Id="Rb6c77e5e29ac480e" /><Relationship Type="http://schemas.openxmlformats.org/officeDocument/2006/relationships/image" Target="/ppt/media/image132.svg" Id="Rd0ee1c673e814650" /><Relationship Type="http://schemas.openxmlformats.org/officeDocument/2006/relationships/image" Target="/ppt/media/image133.png" Id="R1b426f8d68c64ca8" /><Relationship Type="http://schemas.openxmlformats.org/officeDocument/2006/relationships/image" Target="/ppt/media/image133.svg" Id="R6d0a6ec2de6a4a3b" /><Relationship Type="http://schemas.openxmlformats.org/officeDocument/2006/relationships/image" Target="/ppt/media/image134.png" Id="R8a250ad834824ab9" /><Relationship Type="http://schemas.openxmlformats.org/officeDocument/2006/relationships/image" Target="/ppt/media/image134.svg" Id="R8d1d5a3154ee4e8e" /><Relationship Type="http://schemas.openxmlformats.org/officeDocument/2006/relationships/image" Target="/ppt/media/image135.png" Id="R66d97bfb7b674833" /><Relationship Type="http://schemas.openxmlformats.org/officeDocument/2006/relationships/image" Target="/ppt/media/image135.svg" Id="R976017c0276842cc" /><Relationship Type="http://schemas.openxmlformats.org/officeDocument/2006/relationships/image" Target="/ppt/media/image136.png" Id="R5bca706026074759" /><Relationship Type="http://schemas.openxmlformats.org/officeDocument/2006/relationships/image" Target="/ppt/media/image136.svg" Id="Rf8502b505a364221" /><Relationship Type="http://schemas.openxmlformats.org/officeDocument/2006/relationships/image" Target="/ppt/media/image137.png" Id="R64479d0902fb4f8b" /><Relationship Type="http://schemas.openxmlformats.org/officeDocument/2006/relationships/image" Target="/ppt/media/image137.svg" Id="Rd2b6ebb393444a12" /><Relationship Type="http://schemas.openxmlformats.org/officeDocument/2006/relationships/image" Target="/ppt/media/image138.png" Id="Rc21bf956e6944983" /><Relationship Type="http://schemas.openxmlformats.org/officeDocument/2006/relationships/image" Target="/ppt/media/image138.svg" Id="R9e772f1a3d654398" /><Relationship Type="http://schemas.openxmlformats.org/officeDocument/2006/relationships/image" Target="/ppt/media/image139.png" Id="Rfc59807a4b664853" /><Relationship Type="http://schemas.openxmlformats.org/officeDocument/2006/relationships/image" Target="/ppt/media/image139.svg" Id="R813d65cd4c954591" /><Relationship Type="http://schemas.openxmlformats.org/officeDocument/2006/relationships/notesSlide" Target="/ppt/notesSlides/notesSlide15.xml" Id="R1130417dc13e4045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9d39c7781a341e9" /><Relationship Type="http://schemas.openxmlformats.org/officeDocument/2006/relationships/image" Target="/ppt/media/image140.png" Id="R1411e981b70e4735" /><Relationship Type="http://schemas.openxmlformats.org/officeDocument/2006/relationships/image" Target="/ppt/media/image140.svg" Id="Rb4d8fbebd8334eaa" /><Relationship Type="http://schemas.openxmlformats.org/officeDocument/2006/relationships/image" Target="/ppt/media/image141.png" Id="R9d9305b71bb14b78" /><Relationship Type="http://schemas.openxmlformats.org/officeDocument/2006/relationships/image" Target="/ppt/media/image141.svg" Id="R7dfffd5a8df744ad" /><Relationship Type="http://schemas.openxmlformats.org/officeDocument/2006/relationships/image" Target="/ppt/media/image142.png" Id="Rd8d4aa3e0e534fcd" /><Relationship Type="http://schemas.openxmlformats.org/officeDocument/2006/relationships/image" Target="/ppt/media/image142.svg" Id="Rfb00c51b6c11481f" /><Relationship Type="http://schemas.openxmlformats.org/officeDocument/2006/relationships/image" Target="/ppt/media/image143.png" Id="R6779aef87c804cf8" /><Relationship Type="http://schemas.openxmlformats.org/officeDocument/2006/relationships/image" Target="/ppt/media/image143.svg" Id="R5fe572a654414f89" /><Relationship Type="http://schemas.openxmlformats.org/officeDocument/2006/relationships/image" Target="/ppt/media/image144.png" Id="R9768cbfd366f48c4" /><Relationship Type="http://schemas.openxmlformats.org/officeDocument/2006/relationships/image" Target="/ppt/media/image144.svg" Id="R90632eefd58d4b04" /><Relationship Type="http://schemas.openxmlformats.org/officeDocument/2006/relationships/image" Target="/ppt/media/image145.png" Id="R86e1e04ed8a74b96" /><Relationship Type="http://schemas.openxmlformats.org/officeDocument/2006/relationships/image" Target="/ppt/media/image145.svg" Id="R6f28a531b2894ca8" /><Relationship Type="http://schemas.openxmlformats.org/officeDocument/2006/relationships/image" Target="/ppt/media/image146.png" Id="Rfd49a548a27545dd" /><Relationship Type="http://schemas.openxmlformats.org/officeDocument/2006/relationships/image" Target="/ppt/media/image146.svg" Id="R3eefae0186914a05" /><Relationship Type="http://schemas.openxmlformats.org/officeDocument/2006/relationships/image" Target="/ppt/media/image147.png" Id="R47e49f47e2e84fff" /><Relationship Type="http://schemas.openxmlformats.org/officeDocument/2006/relationships/image" Target="/ppt/media/image147.svg" Id="R598eab3a8efa428d" /><Relationship Type="http://schemas.openxmlformats.org/officeDocument/2006/relationships/image" Target="/ppt/media/image148.png" Id="R4ae4598436544305" /><Relationship Type="http://schemas.openxmlformats.org/officeDocument/2006/relationships/image" Target="/ppt/media/image148.svg" Id="R6ff86c7d65c2411a" /><Relationship Type="http://schemas.openxmlformats.org/officeDocument/2006/relationships/image" Target="/ppt/media/image149.png" Id="R89af740e6d1b460c" /><Relationship Type="http://schemas.openxmlformats.org/officeDocument/2006/relationships/image" Target="/ppt/media/image149.svg" Id="R8dbcbcaa152442a3" /><Relationship Type="http://schemas.openxmlformats.org/officeDocument/2006/relationships/image" Target="/ppt/media/image150.png" Id="R17fe09d75ba64247" /><Relationship Type="http://schemas.openxmlformats.org/officeDocument/2006/relationships/image" Target="/ppt/media/image150.svg" Id="Ra646c0df55664ad9" /><Relationship Type="http://schemas.openxmlformats.org/officeDocument/2006/relationships/image" Target="/ppt/media/image151.png" Id="R784689cdb12b4ce7" /><Relationship Type="http://schemas.openxmlformats.org/officeDocument/2006/relationships/image" Target="/ppt/media/image151.svg" Id="R83519e0617ad4bfb" /><Relationship Type="http://schemas.openxmlformats.org/officeDocument/2006/relationships/image" Target="/ppt/media/image152.png" Id="R5c8481d05cc64ae1" /><Relationship Type="http://schemas.openxmlformats.org/officeDocument/2006/relationships/image" Target="/ppt/media/image152.svg" Id="Reea3be0438044d09" /><Relationship Type="http://schemas.openxmlformats.org/officeDocument/2006/relationships/image" Target="/ppt/media/image153.png" Id="Rc548e04ece134d43" /><Relationship Type="http://schemas.openxmlformats.org/officeDocument/2006/relationships/image" Target="/ppt/media/image153.svg" Id="R4a43fb2f82b94267" /><Relationship Type="http://schemas.openxmlformats.org/officeDocument/2006/relationships/image" Target="/ppt/media/image154.png" Id="R1f65caa7fa014824" /><Relationship Type="http://schemas.openxmlformats.org/officeDocument/2006/relationships/image" Target="/ppt/media/image154.svg" Id="R0d8e09ae7eaa418c" /><Relationship Type="http://schemas.openxmlformats.org/officeDocument/2006/relationships/notesSlide" Target="/ppt/notesSlides/notesSlide16.xml" Id="R72a6ed48a66d4870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187dee61f6348fe" /><Relationship Type="http://schemas.openxmlformats.org/officeDocument/2006/relationships/notesSlide" Target="/ppt/notesSlides/notesSlide17.xml" Id="R821b016e85314477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3e35f287e7e4157" /><Relationship Type="http://schemas.openxmlformats.org/officeDocument/2006/relationships/image" Target="/ppt/media/image155.png" Id="Re8b6efd5c11d41f2" /><Relationship Type="http://schemas.openxmlformats.org/officeDocument/2006/relationships/image" Target="/ppt/media/image155.svg" Id="R86ce5f387491417e" /><Relationship Type="http://schemas.openxmlformats.org/officeDocument/2006/relationships/image" Target="/ppt/media/image156.png" Id="R41320b00126c4512" /><Relationship Type="http://schemas.openxmlformats.org/officeDocument/2006/relationships/image" Target="/ppt/media/image156.svg" Id="R301993d68fbc4b07" /><Relationship Type="http://schemas.openxmlformats.org/officeDocument/2006/relationships/image" Target="/ppt/media/image157.png" Id="Rf24a33a5bc1545da" /><Relationship Type="http://schemas.openxmlformats.org/officeDocument/2006/relationships/image" Target="/ppt/media/image157.svg" Id="R610931e5fcaa4825" /><Relationship Type="http://schemas.openxmlformats.org/officeDocument/2006/relationships/image" Target="/ppt/media/image158.png" Id="Rfc502f10aa6d41b7" /><Relationship Type="http://schemas.openxmlformats.org/officeDocument/2006/relationships/image" Target="/ppt/media/image158.svg" Id="Rdff6c6deeb144c11" /><Relationship Type="http://schemas.openxmlformats.org/officeDocument/2006/relationships/image" Target="/ppt/media/image159.png" Id="Rfd0642b8b3514756" /><Relationship Type="http://schemas.openxmlformats.org/officeDocument/2006/relationships/image" Target="/ppt/media/image159.svg" Id="R81a4c95e6fbf4c62" /><Relationship Type="http://schemas.openxmlformats.org/officeDocument/2006/relationships/image" Target="/ppt/media/image160.png" Id="R4946e493972345d3" /><Relationship Type="http://schemas.openxmlformats.org/officeDocument/2006/relationships/image" Target="/ppt/media/image160.svg" Id="R4c8f7d99952a4bfb" /><Relationship Type="http://schemas.openxmlformats.org/officeDocument/2006/relationships/image" Target="/ppt/media/image161.png" Id="Rd0d8ce700e69417f" /><Relationship Type="http://schemas.openxmlformats.org/officeDocument/2006/relationships/image" Target="/ppt/media/image161.svg" Id="Rddff36c5068b49e5" /><Relationship Type="http://schemas.openxmlformats.org/officeDocument/2006/relationships/notesSlide" Target="/ppt/notesSlides/notesSlide18.xml" Id="Rdb119014defe4547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16b4f49c9f44352" /><Relationship Type="http://schemas.openxmlformats.org/officeDocument/2006/relationships/image" Target="/ppt/media/image162.png" Id="R0068bb74ba82458d" /><Relationship Type="http://schemas.openxmlformats.org/officeDocument/2006/relationships/image" Target="/ppt/media/image162.svg" Id="Rd1c36a9d43df4c30" /><Relationship Type="http://schemas.openxmlformats.org/officeDocument/2006/relationships/image" Target="/ppt/media/image163.png" Id="R9c40103edbbc41cc" /><Relationship Type="http://schemas.openxmlformats.org/officeDocument/2006/relationships/image" Target="/ppt/media/image163.svg" Id="R6ebaf0a7ca8a412c" /><Relationship Type="http://schemas.openxmlformats.org/officeDocument/2006/relationships/image" Target="/ppt/media/image164.png" Id="R8e55c4377c1f488f" /><Relationship Type="http://schemas.openxmlformats.org/officeDocument/2006/relationships/image" Target="/ppt/media/image164.svg" Id="Rb4c16c5989074247" /><Relationship Type="http://schemas.openxmlformats.org/officeDocument/2006/relationships/image" Target="/ppt/media/image165.png" Id="R9a9cbc48c9cf4ada" /><Relationship Type="http://schemas.openxmlformats.org/officeDocument/2006/relationships/image" Target="/ppt/media/image165.svg" Id="R58afc922a88b4efe" /><Relationship Type="http://schemas.openxmlformats.org/officeDocument/2006/relationships/image" Target="/ppt/media/image166.png" Id="R4dc5d5c928b74e04" /><Relationship Type="http://schemas.openxmlformats.org/officeDocument/2006/relationships/image" Target="/ppt/media/image166.svg" Id="R2c5047479bfc4530" /><Relationship Type="http://schemas.openxmlformats.org/officeDocument/2006/relationships/image" Target="/ppt/media/image167.png" Id="R057c43fc75a34096" /><Relationship Type="http://schemas.openxmlformats.org/officeDocument/2006/relationships/image" Target="/ppt/media/image167.svg" Id="R9003adbf87ee4bca" /><Relationship Type="http://schemas.openxmlformats.org/officeDocument/2006/relationships/image" Target="/ppt/media/image168.png" Id="R7565fd45a12044bd" /><Relationship Type="http://schemas.openxmlformats.org/officeDocument/2006/relationships/image" Target="/ppt/media/image168.svg" Id="Rceb0291f6b0b464d" /><Relationship Type="http://schemas.openxmlformats.org/officeDocument/2006/relationships/image" Target="/ppt/media/image169.png" Id="R08b9476711194c11" /><Relationship Type="http://schemas.openxmlformats.org/officeDocument/2006/relationships/image" Target="/ppt/media/image169.svg" Id="R9a9ba322aea746f3" /><Relationship Type="http://schemas.openxmlformats.org/officeDocument/2006/relationships/notesSlide" Target="/ppt/notesSlides/notesSlide19.xml" Id="R3d1513ad50294933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2a5f47dd1cc44ff" /><Relationship Type="http://schemas.openxmlformats.org/officeDocument/2006/relationships/image" Target="/ppt/media/image170.png" Id="R2c83c9cb9d454429" /><Relationship Type="http://schemas.openxmlformats.org/officeDocument/2006/relationships/image" Target="/ppt/media/image170.svg" Id="Re9d0c748df024bc5" /><Relationship Type="http://schemas.openxmlformats.org/officeDocument/2006/relationships/image" Target="/ppt/media/image171.png" Id="Rbf1312a1fb194d21" /><Relationship Type="http://schemas.openxmlformats.org/officeDocument/2006/relationships/image" Target="/ppt/media/image171.svg" Id="R5d6dfdf9454c4b34" /><Relationship Type="http://schemas.openxmlformats.org/officeDocument/2006/relationships/image" Target="/ppt/media/image172.png" Id="Re7fd8dee9f084295" /><Relationship Type="http://schemas.openxmlformats.org/officeDocument/2006/relationships/image" Target="/ppt/media/image172.svg" Id="Re9ea5d792bd4477d" /><Relationship Type="http://schemas.openxmlformats.org/officeDocument/2006/relationships/image" Target="/ppt/media/image173.png" Id="Ra1e9bd0f00874416" /><Relationship Type="http://schemas.openxmlformats.org/officeDocument/2006/relationships/image" Target="/ppt/media/image173.svg" Id="R83aa271125d04b65" /><Relationship Type="http://schemas.openxmlformats.org/officeDocument/2006/relationships/image" Target="/ppt/media/image174.png" Id="R8abca2636fd34aa3" /><Relationship Type="http://schemas.openxmlformats.org/officeDocument/2006/relationships/image" Target="/ppt/media/image174.svg" Id="R0d249c3b0b034fc3" /><Relationship Type="http://schemas.openxmlformats.org/officeDocument/2006/relationships/image" Target="/ppt/media/image175.png" Id="Ra0a340a7dae54985" /><Relationship Type="http://schemas.openxmlformats.org/officeDocument/2006/relationships/image" Target="/ppt/media/image175.svg" Id="R19d2025d731d479c" /><Relationship Type="http://schemas.openxmlformats.org/officeDocument/2006/relationships/image" Target="/ppt/media/image176.png" Id="Rf1014e2e8172495c" /><Relationship Type="http://schemas.openxmlformats.org/officeDocument/2006/relationships/image" Target="/ppt/media/image176.svg" Id="R3e6ff2511f73491a" /><Relationship Type="http://schemas.openxmlformats.org/officeDocument/2006/relationships/image" Target="/ppt/media/image177.png" Id="Rbe074cd740564ce1" /><Relationship Type="http://schemas.openxmlformats.org/officeDocument/2006/relationships/image" Target="/ppt/media/image177.svg" Id="R469b807339404d4b" /><Relationship Type="http://schemas.openxmlformats.org/officeDocument/2006/relationships/image" Target="/ppt/media/image178.png" Id="R7de05537f0864397" /><Relationship Type="http://schemas.openxmlformats.org/officeDocument/2006/relationships/image" Target="/ppt/media/image178.svg" Id="Ref1ef2eb206747bc" /><Relationship Type="http://schemas.openxmlformats.org/officeDocument/2006/relationships/notesSlide" Target="/ppt/notesSlides/notesSlide20.xml" Id="R2a534395d7704dff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3730d0c93f74e26" /><Relationship Type="http://schemas.openxmlformats.org/officeDocument/2006/relationships/image" Target="/ppt/media/image179.png" Id="Rdb11907690004bc9" /><Relationship Type="http://schemas.openxmlformats.org/officeDocument/2006/relationships/image" Target="/ppt/media/image179.svg" Id="R0bd684f80a734a28" /><Relationship Type="http://schemas.openxmlformats.org/officeDocument/2006/relationships/image" Target="/ppt/media/image180.png" Id="Ra45875b6632849e2" /><Relationship Type="http://schemas.openxmlformats.org/officeDocument/2006/relationships/image" Target="/ppt/media/image180.svg" Id="R4e0be5797d834fb4" /><Relationship Type="http://schemas.openxmlformats.org/officeDocument/2006/relationships/image" Target="/ppt/media/image181.png" Id="Ra0f51a43c04e487f" /><Relationship Type="http://schemas.openxmlformats.org/officeDocument/2006/relationships/image" Target="/ppt/media/image181.svg" Id="R9b500cd84e794a6b" /><Relationship Type="http://schemas.openxmlformats.org/officeDocument/2006/relationships/image" Target="/ppt/media/image182.png" Id="R69d8846cb70b4137" /><Relationship Type="http://schemas.openxmlformats.org/officeDocument/2006/relationships/image" Target="/ppt/media/image182.svg" Id="R1e5399602ea84513" /><Relationship Type="http://schemas.openxmlformats.org/officeDocument/2006/relationships/image" Target="/ppt/media/image183.png" Id="R9d16ae86233d49c6" /><Relationship Type="http://schemas.openxmlformats.org/officeDocument/2006/relationships/image" Target="/ppt/media/image183.svg" Id="Rbbadfbafc854474d" /><Relationship Type="http://schemas.openxmlformats.org/officeDocument/2006/relationships/image" Target="/ppt/media/image184.png" Id="R89b3580fd3554d7c" /><Relationship Type="http://schemas.openxmlformats.org/officeDocument/2006/relationships/image" Target="/ppt/media/image184.svg" Id="R4483942412d141a7" /><Relationship Type="http://schemas.openxmlformats.org/officeDocument/2006/relationships/image" Target="/ppt/media/image185.png" Id="R78e9b8c5cf924a1c" /><Relationship Type="http://schemas.openxmlformats.org/officeDocument/2006/relationships/image" Target="/ppt/media/image185.svg" Id="R737f24bfca114fa3" /><Relationship Type="http://schemas.openxmlformats.org/officeDocument/2006/relationships/image" Target="/ppt/media/image186.png" Id="R3936b0dbb18b4043" /><Relationship Type="http://schemas.openxmlformats.org/officeDocument/2006/relationships/image" Target="/ppt/media/image186.svg" Id="Rcfa7504fa0b5485c" /><Relationship Type="http://schemas.openxmlformats.org/officeDocument/2006/relationships/image" Target="/ppt/media/image187.png" Id="R64958de2a2d14bc2" /><Relationship Type="http://schemas.openxmlformats.org/officeDocument/2006/relationships/image" Target="/ppt/media/image187.svg" Id="R7e611b97053d4a75" /><Relationship Type="http://schemas.openxmlformats.org/officeDocument/2006/relationships/image" Target="/ppt/media/image188.png" Id="R03637bbed6984f4c" /><Relationship Type="http://schemas.openxmlformats.org/officeDocument/2006/relationships/image" Target="/ppt/media/image188.svg" Id="R7aea9a1060b94b43" /><Relationship Type="http://schemas.openxmlformats.org/officeDocument/2006/relationships/notesSlide" Target="/ppt/notesSlides/notesSlide21.xml" Id="R66c8ac4973d3420f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716a5bb8914454d" /><Relationship Type="http://schemas.openxmlformats.org/officeDocument/2006/relationships/image" Target="/ppt/media/image189.png" Id="Re909265e4fb44c39" /><Relationship Type="http://schemas.openxmlformats.org/officeDocument/2006/relationships/image" Target="/ppt/media/image189.svg" Id="Rdd83a035d39b4860" /><Relationship Type="http://schemas.openxmlformats.org/officeDocument/2006/relationships/image" Target="/ppt/media/image190.png" Id="R4f577699baa5409d" /><Relationship Type="http://schemas.openxmlformats.org/officeDocument/2006/relationships/image" Target="/ppt/media/image190.svg" Id="R875e261891434c01" /><Relationship Type="http://schemas.openxmlformats.org/officeDocument/2006/relationships/image" Target="/ppt/media/image191.png" Id="R417bb50bb0c8473f" /><Relationship Type="http://schemas.openxmlformats.org/officeDocument/2006/relationships/image" Target="/ppt/media/image191.svg" Id="R5153396219344310" /><Relationship Type="http://schemas.openxmlformats.org/officeDocument/2006/relationships/image" Target="/ppt/media/image192.png" Id="R77a1cdb590a24815" /><Relationship Type="http://schemas.openxmlformats.org/officeDocument/2006/relationships/image" Target="/ppt/media/image192.svg" Id="R2f6c9d7e01fb4d2c" /><Relationship Type="http://schemas.openxmlformats.org/officeDocument/2006/relationships/image" Target="/ppt/media/image193.png" Id="R0e5be69fa004448a" /><Relationship Type="http://schemas.openxmlformats.org/officeDocument/2006/relationships/image" Target="/ppt/media/image193.svg" Id="R1cc06c806b0b419b" /><Relationship Type="http://schemas.openxmlformats.org/officeDocument/2006/relationships/image" Target="/ppt/media/image194.png" Id="Rb2e981bbda934e88" /><Relationship Type="http://schemas.openxmlformats.org/officeDocument/2006/relationships/image" Target="/ppt/media/image194.svg" Id="Rdf44f33078994e71" /><Relationship Type="http://schemas.openxmlformats.org/officeDocument/2006/relationships/image" Target="/ppt/media/image195.png" Id="Rf388bdde9378424d" /><Relationship Type="http://schemas.openxmlformats.org/officeDocument/2006/relationships/image" Target="/ppt/media/image195.svg" Id="Rf512c8719bee40ba" /><Relationship Type="http://schemas.openxmlformats.org/officeDocument/2006/relationships/image" Target="/ppt/media/image196.png" Id="Rb0b35c0335d14012" /><Relationship Type="http://schemas.openxmlformats.org/officeDocument/2006/relationships/image" Target="/ppt/media/image196.svg" Id="R5a8b99f0b17e401e" /><Relationship Type="http://schemas.openxmlformats.org/officeDocument/2006/relationships/image" Target="/ppt/media/image197.png" Id="Rcd16820f108e418d" /><Relationship Type="http://schemas.openxmlformats.org/officeDocument/2006/relationships/image" Target="/ppt/media/image197.svg" Id="Rca2d2e357fbb4f61" /><Relationship Type="http://schemas.openxmlformats.org/officeDocument/2006/relationships/image" Target="/ppt/media/image198.png" Id="R41f579c6eebb4467" /><Relationship Type="http://schemas.openxmlformats.org/officeDocument/2006/relationships/image" Target="/ppt/media/image198.svg" Id="Rccb707c0e7ab4b91" /><Relationship Type="http://schemas.openxmlformats.org/officeDocument/2006/relationships/image" Target="/ppt/media/image199.png" Id="R202470ff71314850" /><Relationship Type="http://schemas.openxmlformats.org/officeDocument/2006/relationships/image" Target="/ppt/media/image199.svg" Id="Rf2eaaf8c151e46d7" /><Relationship Type="http://schemas.openxmlformats.org/officeDocument/2006/relationships/notesSlide" Target="/ppt/notesSlides/notesSlide22.xml" Id="R643f18255c554c26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ccf907ab4804ec9" /><Relationship Type="http://schemas.openxmlformats.org/officeDocument/2006/relationships/image" Target="/ppt/media/image200.png" Id="Rdca16fc053b24de1" /><Relationship Type="http://schemas.openxmlformats.org/officeDocument/2006/relationships/image" Target="/ppt/media/image200.svg" Id="R9bfad3a4c05742db" /><Relationship Type="http://schemas.openxmlformats.org/officeDocument/2006/relationships/image" Target="/ppt/media/image201.png" Id="Rd25bc92e98c3481f" /><Relationship Type="http://schemas.openxmlformats.org/officeDocument/2006/relationships/image" Target="/ppt/media/image201.svg" Id="R392d43ff26c24661" /><Relationship Type="http://schemas.openxmlformats.org/officeDocument/2006/relationships/image" Target="/ppt/media/image202.png" Id="R4e4d0e7e2bc14c16" /><Relationship Type="http://schemas.openxmlformats.org/officeDocument/2006/relationships/image" Target="/ppt/media/image202.svg" Id="R855665bc319c468e" /><Relationship Type="http://schemas.openxmlformats.org/officeDocument/2006/relationships/image" Target="/ppt/media/image203.png" Id="R0dbfe3e963254c37" /><Relationship Type="http://schemas.openxmlformats.org/officeDocument/2006/relationships/image" Target="/ppt/media/image203.svg" Id="Re3526afd2eb047d1" /><Relationship Type="http://schemas.openxmlformats.org/officeDocument/2006/relationships/image" Target="/ppt/media/image204.png" Id="R93ee8ae4d7544eb5" /><Relationship Type="http://schemas.openxmlformats.org/officeDocument/2006/relationships/image" Target="/ppt/media/image204.svg" Id="R780e2e082c2745e0" /><Relationship Type="http://schemas.openxmlformats.org/officeDocument/2006/relationships/image" Target="/ppt/media/image205.png" Id="R86df7b0704a74456" /><Relationship Type="http://schemas.openxmlformats.org/officeDocument/2006/relationships/image" Target="/ppt/media/image205.svg" Id="Ra80190b631ec4f08" /><Relationship Type="http://schemas.openxmlformats.org/officeDocument/2006/relationships/image" Target="/ppt/media/image206.png" Id="R0c11438621914d4c" /><Relationship Type="http://schemas.openxmlformats.org/officeDocument/2006/relationships/image" Target="/ppt/media/image206.svg" Id="Rd3f603bd65604533" /><Relationship Type="http://schemas.openxmlformats.org/officeDocument/2006/relationships/image" Target="/ppt/media/image207.png" Id="R8585acfe97c3425c" /><Relationship Type="http://schemas.openxmlformats.org/officeDocument/2006/relationships/image" Target="/ppt/media/image207.svg" Id="R0d5b1ed2b628419c" /><Relationship Type="http://schemas.openxmlformats.org/officeDocument/2006/relationships/image" Target="/ppt/media/image208.png" Id="Rcb2cc0b21809467c" /><Relationship Type="http://schemas.openxmlformats.org/officeDocument/2006/relationships/image" Target="/ppt/media/image208.svg" Id="Rd77a79487e594acc" /><Relationship Type="http://schemas.openxmlformats.org/officeDocument/2006/relationships/image" Target="/ppt/media/image209.png" Id="R18d4442f20924592" /><Relationship Type="http://schemas.openxmlformats.org/officeDocument/2006/relationships/image" Target="/ppt/media/image209.svg" Id="Rf37ca6d9404d43da" /><Relationship Type="http://schemas.openxmlformats.org/officeDocument/2006/relationships/image" Target="/ppt/media/image210.png" Id="Ra808056aaf5b421b" /><Relationship Type="http://schemas.openxmlformats.org/officeDocument/2006/relationships/image" Target="/ppt/media/image210.svg" Id="Rc3b30bcbac424a10" /><Relationship Type="http://schemas.openxmlformats.org/officeDocument/2006/relationships/image" Target="/ppt/media/image211.png" Id="R135fe3f8d0264597" /><Relationship Type="http://schemas.openxmlformats.org/officeDocument/2006/relationships/image" Target="/ppt/media/image211.svg" Id="Rd4dcd2644fff4dff" /><Relationship Type="http://schemas.openxmlformats.org/officeDocument/2006/relationships/notesSlide" Target="/ppt/notesSlides/notesSlide23.xml" Id="Ra5dad6ea857942a1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548caad47b04d6e" /><Relationship Type="http://schemas.openxmlformats.org/officeDocument/2006/relationships/image" Target="/ppt/media/image212.png" Id="R3d49e0eba80641d2" /><Relationship Type="http://schemas.openxmlformats.org/officeDocument/2006/relationships/image" Target="/ppt/media/image212.svg" Id="R74812043a4904796" /><Relationship Type="http://schemas.openxmlformats.org/officeDocument/2006/relationships/image" Target="/ppt/media/image213.png" Id="R09d86bc02af74bef" /><Relationship Type="http://schemas.openxmlformats.org/officeDocument/2006/relationships/image" Target="/ppt/media/image213.svg" Id="Rf319f8b08f4a4adb" /><Relationship Type="http://schemas.openxmlformats.org/officeDocument/2006/relationships/image" Target="/ppt/media/image214.png" Id="R5a1f3efb76134355" /><Relationship Type="http://schemas.openxmlformats.org/officeDocument/2006/relationships/image" Target="/ppt/media/image214.svg" Id="R82e43902fd0e477a" /><Relationship Type="http://schemas.openxmlformats.org/officeDocument/2006/relationships/image" Target="/ppt/media/image215.png" Id="R5ff27685cc2e4592" /><Relationship Type="http://schemas.openxmlformats.org/officeDocument/2006/relationships/image" Target="/ppt/media/image215.svg" Id="R935d6da851e44e7a" /><Relationship Type="http://schemas.openxmlformats.org/officeDocument/2006/relationships/image" Target="/ppt/media/image216.png" Id="R0dc3134e51fa4a11" /><Relationship Type="http://schemas.openxmlformats.org/officeDocument/2006/relationships/image" Target="/ppt/media/image216.svg" Id="R6ad04c89c51c49c3" /><Relationship Type="http://schemas.openxmlformats.org/officeDocument/2006/relationships/image" Target="/ppt/media/image217.png" Id="R9881e1ba35cb4f76" /><Relationship Type="http://schemas.openxmlformats.org/officeDocument/2006/relationships/image" Target="/ppt/media/image217.svg" Id="R1535c0c0a9b64b87" /><Relationship Type="http://schemas.openxmlformats.org/officeDocument/2006/relationships/image" Target="/ppt/media/image218.png" Id="R6aa8cce480614fd0" /><Relationship Type="http://schemas.openxmlformats.org/officeDocument/2006/relationships/image" Target="/ppt/media/image218.svg" Id="R1478edf9ab2d4399" /><Relationship Type="http://schemas.openxmlformats.org/officeDocument/2006/relationships/image" Target="/ppt/media/image219.png" Id="R866f46bb46ad4b4d" /><Relationship Type="http://schemas.openxmlformats.org/officeDocument/2006/relationships/image" Target="/ppt/media/image219.svg" Id="Rdbe4d8a1ac714c2d" /><Relationship Type="http://schemas.openxmlformats.org/officeDocument/2006/relationships/image" Target="/ppt/media/image220.png" Id="R649d758b7aa340a5" /><Relationship Type="http://schemas.openxmlformats.org/officeDocument/2006/relationships/image" Target="/ppt/media/image220.svg" Id="Red07312b2db145a6" /><Relationship Type="http://schemas.openxmlformats.org/officeDocument/2006/relationships/image" Target="/ppt/media/image221.png" Id="R3aa3cc4642204aa3" /><Relationship Type="http://schemas.openxmlformats.org/officeDocument/2006/relationships/image" Target="/ppt/media/image221.svg" Id="R1a726f7eec9540df" /><Relationship Type="http://schemas.openxmlformats.org/officeDocument/2006/relationships/image" Target="/ppt/media/image222.png" Id="R90a4cc3bac87419b" /><Relationship Type="http://schemas.openxmlformats.org/officeDocument/2006/relationships/image" Target="/ppt/media/image222.svg" Id="R7a9b62a16c0c4aee" /><Relationship Type="http://schemas.openxmlformats.org/officeDocument/2006/relationships/image" Target="/ppt/media/image223.png" Id="Rb4ff14ddc72a4acf" /><Relationship Type="http://schemas.openxmlformats.org/officeDocument/2006/relationships/image" Target="/ppt/media/image223.svg" Id="Refa87be0ec804189" /><Relationship Type="http://schemas.openxmlformats.org/officeDocument/2006/relationships/image" Target="/ppt/media/image224.png" Id="Rda04280effeb4fa1" /><Relationship Type="http://schemas.openxmlformats.org/officeDocument/2006/relationships/image" Target="/ppt/media/image224.svg" Id="R1abf8c9430644ff6" /><Relationship Type="http://schemas.openxmlformats.org/officeDocument/2006/relationships/notesSlide" Target="/ppt/notesSlides/notesSlide24.xml" Id="Re31ab76c0edb4393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11aa96b50b94482" /><Relationship Type="http://schemas.openxmlformats.org/officeDocument/2006/relationships/notesSlide" Target="/ppt/notesSlides/notesSlide25.xml" Id="R9f45a33eaed444d6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631632209fa47d0" /><Relationship Type="http://schemas.openxmlformats.org/officeDocument/2006/relationships/image" Target="/ppt/media/image225.png" Id="R0eb5f960d1854518" /><Relationship Type="http://schemas.openxmlformats.org/officeDocument/2006/relationships/image" Target="/ppt/media/image225.svg" Id="R7995c63433684495" /><Relationship Type="http://schemas.openxmlformats.org/officeDocument/2006/relationships/image" Target="/ppt/media/image226.png" Id="R91a3a9fffd3a46bb" /><Relationship Type="http://schemas.openxmlformats.org/officeDocument/2006/relationships/image" Target="/ppt/media/image226.svg" Id="Re85b4ee5bf69407c" /><Relationship Type="http://schemas.openxmlformats.org/officeDocument/2006/relationships/image" Target="/ppt/media/image227.png" Id="R94ae91c431904469" /><Relationship Type="http://schemas.openxmlformats.org/officeDocument/2006/relationships/image" Target="/ppt/media/image227.svg" Id="R721719ea4b31472b" /><Relationship Type="http://schemas.openxmlformats.org/officeDocument/2006/relationships/image" Target="/ppt/media/image228.png" Id="R97a5d55024554869" /><Relationship Type="http://schemas.openxmlformats.org/officeDocument/2006/relationships/image" Target="/ppt/media/image228.svg" Id="Rbc14b5b0b16c4cb2" /><Relationship Type="http://schemas.openxmlformats.org/officeDocument/2006/relationships/image" Target="/ppt/media/image229.png" Id="R6b0220fb0a9e4f06" /><Relationship Type="http://schemas.openxmlformats.org/officeDocument/2006/relationships/image" Target="/ppt/media/image229.svg" Id="R5da58b534db04be5" /><Relationship Type="http://schemas.openxmlformats.org/officeDocument/2006/relationships/image" Target="/ppt/media/image230.png" Id="Rf8117efb2798448d" /><Relationship Type="http://schemas.openxmlformats.org/officeDocument/2006/relationships/image" Target="/ppt/media/image230.svg" Id="R3aa093fdd45f4157" /><Relationship Type="http://schemas.openxmlformats.org/officeDocument/2006/relationships/image" Target="/ppt/media/image231.png" Id="R534784d1ef604013" /><Relationship Type="http://schemas.openxmlformats.org/officeDocument/2006/relationships/image" Target="/ppt/media/image231.svg" Id="Rb3ebb715b4044f57" /><Relationship Type="http://schemas.openxmlformats.org/officeDocument/2006/relationships/image" Target="/ppt/media/image232.png" Id="Rf8cefce3eddc42f5" /><Relationship Type="http://schemas.openxmlformats.org/officeDocument/2006/relationships/image" Target="/ppt/media/image232.svg" Id="Rbc52c9761baf4c61" /><Relationship Type="http://schemas.openxmlformats.org/officeDocument/2006/relationships/image" Target="/ppt/media/image233.png" Id="R5c59ef75c1734372" /><Relationship Type="http://schemas.openxmlformats.org/officeDocument/2006/relationships/image" Target="/ppt/media/image233.svg" Id="Reac2067f8a054242" /><Relationship Type="http://schemas.openxmlformats.org/officeDocument/2006/relationships/notesSlide" Target="/ppt/notesSlides/notesSlide26.xml" Id="R644a3176beae41ad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0481e55ed664da2" /><Relationship Type="http://schemas.openxmlformats.org/officeDocument/2006/relationships/image" Target="/ppt/media/image234.png" Id="R620cd28f78db4064" /><Relationship Type="http://schemas.openxmlformats.org/officeDocument/2006/relationships/image" Target="/ppt/media/image234.svg" Id="R28fb7bf2025c4fcb" /><Relationship Type="http://schemas.openxmlformats.org/officeDocument/2006/relationships/image" Target="/ppt/media/image235.png" Id="Ra8913deffdcb4d43" /><Relationship Type="http://schemas.openxmlformats.org/officeDocument/2006/relationships/image" Target="/ppt/media/image235.svg" Id="R1916cf892f6847e9" /><Relationship Type="http://schemas.openxmlformats.org/officeDocument/2006/relationships/image" Target="/ppt/media/image236.png" Id="R3c2dddb3e92c48d7" /><Relationship Type="http://schemas.openxmlformats.org/officeDocument/2006/relationships/image" Target="/ppt/media/image236.svg" Id="Rf435b331b13b492b" /><Relationship Type="http://schemas.openxmlformats.org/officeDocument/2006/relationships/image" Target="/ppt/media/image237.png" Id="R8bf9144f9ac4490a" /><Relationship Type="http://schemas.openxmlformats.org/officeDocument/2006/relationships/image" Target="/ppt/media/image237.svg" Id="Rdb5d503b6289494b" /><Relationship Type="http://schemas.openxmlformats.org/officeDocument/2006/relationships/image" Target="/ppt/media/image238.png" Id="R854553c036764e23" /><Relationship Type="http://schemas.openxmlformats.org/officeDocument/2006/relationships/image" Target="/ppt/media/image238.svg" Id="Rb24519931aa8494d" /><Relationship Type="http://schemas.openxmlformats.org/officeDocument/2006/relationships/image" Target="/ppt/media/image239.png" Id="R65fcc2f263e0470e" /><Relationship Type="http://schemas.openxmlformats.org/officeDocument/2006/relationships/image" Target="/ppt/media/image239.svg" Id="R405e2d43dcdd4955" /><Relationship Type="http://schemas.openxmlformats.org/officeDocument/2006/relationships/image" Target="/ppt/media/image240.png" Id="R099a085ac1b848d0" /><Relationship Type="http://schemas.openxmlformats.org/officeDocument/2006/relationships/image" Target="/ppt/media/image240.svg" Id="R1a6dae5ad1a14c4e" /><Relationship Type="http://schemas.openxmlformats.org/officeDocument/2006/relationships/image" Target="/ppt/media/image241.png" Id="R9d5a65bd55a6431e" /><Relationship Type="http://schemas.openxmlformats.org/officeDocument/2006/relationships/image" Target="/ppt/media/image241.svg" Id="R6d3ec751f2c34faa" /><Relationship Type="http://schemas.openxmlformats.org/officeDocument/2006/relationships/image" Target="/ppt/media/image242.png" Id="Rec9244b764cc4e1b" /><Relationship Type="http://schemas.openxmlformats.org/officeDocument/2006/relationships/image" Target="/ppt/media/image242.svg" Id="R911bb5d1c60b4057" /><Relationship Type="http://schemas.openxmlformats.org/officeDocument/2006/relationships/image" Target="/ppt/media/image243.png" Id="R043ba549f05c4883" /><Relationship Type="http://schemas.openxmlformats.org/officeDocument/2006/relationships/image" Target="/ppt/media/image243.svg" Id="R040e9b9b740f4ee8" /><Relationship Type="http://schemas.openxmlformats.org/officeDocument/2006/relationships/notesSlide" Target="/ppt/notesSlides/notesSlide27.xml" Id="R7ef310717fd1458d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8071dfb3edc4e54" /><Relationship Type="http://schemas.openxmlformats.org/officeDocument/2006/relationships/image" Target="/ppt/media/image244.png" Id="Rc603c2bcf1264f1d" /><Relationship Type="http://schemas.openxmlformats.org/officeDocument/2006/relationships/image" Target="/ppt/media/image244.svg" Id="R15d355e77d00438f" /><Relationship Type="http://schemas.openxmlformats.org/officeDocument/2006/relationships/image" Target="/ppt/media/image245.png" Id="R6387a71805bb4153" /><Relationship Type="http://schemas.openxmlformats.org/officeDocument/2006/relationships/image" Target="/ppt/media/image245.svg" Id="R0b0a43fc0c1a42c3" /><Relationship Type="http://schemas.openxmlformats.org/officeDocument/2006/relationships/image" Target="/ppt/media/image246.png" Id="Rfe6a2a1fa10f4a17" /><Relationship Type="http://schemas.openxmlformats.org/officeDocument/2006/relationships/image" Target="/ppt/media/image246.svg" Id="Rb45f9648c54f4fd6" /><Relationship Type="http://schemas.openxmlformats.org/officeDocument/2006/relationships/image" Target="/ppt/media/image247.png" Id="Re87926679ddd4bfc" /><Relationship Type="http://schemas.openxmlformats.org/officeDocument/2006/relationships/image" Target="/ppt/media/image247.svg" Id="Rd2356a766fb348bf" /><Relationship Type="http://schemas.openxmlformats.org/officeDocument/2006/relationships/image" Target="/ppt/media/image248.png" Id="R667f1bae40b541cb" /><Relationship Type="http://schemas.openxmlformats.org/officeDocument/2006/relationships/image" Target="/ppt/media/image248.svg" Id="R3f37187dd92d4de1" /><Relationship Type="http://schemas.openxmlformats.org/officeDocument/2006/relationships/image" Target="/ppt/media/image249.png" Id="R53dab6faac494905" /><Relationship Type="http://schemas.openxmlformats.org/officeDocument/2006/relationships/image" Target="/ppt/media/image249.svg" Id="R7134ac89b45f431a" /><Relationship Type="http://schemas.openxmlformats.org/officeDocument/2006/relationships/image" Target="/ppt/media/image250.png" Id="Rbef4a1d4cb284420" /><Relationship Type="http://schemas.openxmlformats.org/officeDocument/2006/relationships/image" Target="/ppt/media/image250.svg" Id="Rd30ad4154f1d4e2a" /><Relationship Type="http://schemas.openxmlformats.org/officeDocument/2006/relationships/image" Target="/ppt/media/image251.png" Id="R99366df92cc7405b" /><Relationship Type="http://schemas.openxmlformats.org/officeDocument/2006/relationships/image" Target="/ppt/media/image251.svg" Id="R87c5591a01414912" /><Relationship Type="http://schemas.openxmlformats.org/officeDocument/2006/relationships/image" Target="/ppt/media/image252.png" Id="Rde4b748f0f7e4eba" /><Relationship Type="http://schemas.openxmlformats.org/officeDocument/2006/relationships/image" Target="/ppt/media/image252.svg" Id="Re0e28b0e0ef847c0" /><Relationship Type="http://schemas.openxmlformats.org/officeDocument/2006/relationships/image" Target="/ppt/media/image253.png" Id="Rc9abbf0b324b4ad2" /><Relationship Type="http://schemas.openxmlformats.org/officeDocument/2006/relationships/image" Target="/ppt/media/image253.svg" Id="R6df601cb74c047ec" /><Relationship Type="http://schemas.openxmlformats.org/officeDocument/2006/relationships/image" Target="/ppt/media/image254.png" Id="Ref09d4ad65a744e2" /><Relationship Type="http://schemas.openxmlformats.org/officeDocument/2006/relationships/image" Target="/ppt/media/image254.svg" Id="Ref3a211484304a4e" /><Relationship Type="http://schemas.openxmlformats.org/officeDocument/2006/relationships/notesSlide" Target="/ppt/notesSlides/notesSlide28.xml" Id="R3c5e86b0421342e8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6ec0a7d4ceb4657" /><Relationship Type="http://schemas.openxmlformats.org/officeDocument/2006/relationships/image" Target="/ppt/media/image255.png" Id="R7864e582b4aa4446" /><Relationship Type="http://schemas.openxmlformats.org/officeDocument/2006/relationships/image" Target="/ppt/media/image255.svg" Id="R98a96263fd7f43ec" /><Relationship Type="http://schemas.openxmlformats.org/officeDocument/2006/relationships/image" Target="/ppt/media/image256.png" Id="R7ffd3d1344454640" /><Relationship Type="http://schemas.openxmlformats.org/officeDocument/2006/relationships/image" Target="/ppt/media/image256.svg" Id="R5a6160a35f15476c" /><Relationship Type="http://schemas.openxmlformats.org/officeDocument/2006/relationships/image" Target="/ppt/media/image257.png" Id="R53640bd45bd74919" /><Relationship Type="http://schemas.openxmlformats.org/officeDocument/2006/relationships/image" Target="/ppt/media/image257.svg" Id="Rfdf39565c3ff4131" /><Relationship Type="http://schemas.openxmlformats.org/officeDocument/2006/relationships/image" Target="/ppt/media/image258.png" Id="Rbe14636362184b2b" /><Relationship Type="http://schemas.openxmlformats.org/officeDocument/2006/relationships/image" Target="/ppt/media/image258.svg" Id="Ra0ac5314f02a431e" /><Relationship Type="http://schemas.openxmlformats.org/officeDocument/2006/relationships/image" Target="/ppt/media/image259.png" Id="R17db2e70e2364e0e" /><Relationship Type="http://schemas.openxmlformats.org/officeDocument/2006/relationships/image" Target="/ppt/media/image259.svg" Id="R2ccd07d7368f4984" /><Relationship Type="http://schemas.openxmlformats.org/officeDocument/2006/relationships/image" Target="/ppt/media/image260.png" Id="R5d45e26c5dd54702" /><Relationship Type="http://schemas.openxmlformats.org/officeDocument/2006/relationships/image" Target="/ppt/media/image260.svg" Id="Rba0c5c1a3f2d4e56" /><Relationship Type="http://schemas.openxmlformats.org/officeDocument/2006/relationships/image" Target="/ppt/media/image261.png" Id="R421c9953795947bf" /><Relationship Type="http://schemas.openxmlformats.org/officeDocument/2006/relationships/image" Target="/ppt/media/image261.svg" Id="R7e463b4976574eff" /><Relationship Type="http://schemas.openxmlformats.org/officeDocument/2006/relationships/image" Target="/ppt/media/image262.png" Id="Rc61e509a3d6c47e0" /><Relationship Type="http://schemas.openxmlformats.org/officeDocument/2006/relationships/image" Target="/ppt/media/image262.svg" Id="R4f6dd15a64bd4b8b" /><Relationship Type="http://schemas.openxmlformats.org/officeDocument/2006/relationships/image" Target="/ppt/media/image263.png" Id="Rbe5205c2003948f8" /><Relationship Type="http://schemas.openxmlformats.org/officeDocument/2006/relationships/image" Target="/ppt/media/image263.svg" Id="Rc91786c0928c41ce" /><Relationship Type="http://schemas.openxmlformats.org/officeDocument/2006/relationships/image" Target="/ppt/media/image264.png" Id="R3929ebee85ec4af8" /><Relationship Type="http://schemas.openxmlformats.org/officeDocument/2006/relationships/image" Target="/ppt/media/image264.svg" Id="R85bff6dc22f24918" /><Relationship Type="http://schemas.openxmlformats.org/officeDocument/2006/relationships/image" Target="/ppt/media/image265.png" Id="R89fbc5385d694a50" /><Relationship Type="http://schemas.openxmlformats.org/officeDocument/2006/relationships/image" Target="/ppt/media/image265.svg" Id="R14b9f621eff94219" /><Relationship Type="http://schemas.openxmlformats.org/officeDocument/2006/relationships/image" Target="/ppt/media/image266.png" Id="R99f7e50911d0443f" /><Relationship Type="http://schemas.openxmlformats.org/officeDocument/2006/relationships/image" Target="/ppt/media/image266.svg" Id="Rc3de7dc697cc4c23" /><Relationship Type="http://schemas.openxmlformats.org/officeDocument/2006/relationships/notesSlide" Target="/ppt/notesSlides/notesSlide29.xml" Id="Rae514c07637745c2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e0327bd694b4def" /><Relationship Type="http://schemas.openxmlformats.org/officeDocument/2006/relationships/image" Target="/ppt/media/image267.png" Id="R09095306e2d34097" /><Relationship Type="http://schemas.openxmlformats.org/officeDocument/2006/relationships/image" Target="/ppt/media/image267.svg" Id="R88b2dd09b1cd4213" /><Relationship Type="http://schemas.openxmlformats.org/officeDocument/2006/relationships/image" Target="/ppt/media/image268.png" Id="R3f69012db95f45ef" /><Relationship Type="http://schemas.openxmlformats.org/officeDocument/2006/relationships/image" Target="/ppt/media/image268.svg" Id="R6f09021dee3f46bc" /><Relationship Type="http://schemas.openxmlformats.org/officeDocument/2006/relationships/image" Target="/ppt/media/image269.png" Id="R75beccde2e1645e0" /><Relationship Type="http://schemas.openxmlformats.org/officeDocument/2006/relationships/image" Target="/ppt/media/image269.svg" Id="R23dec1022c654f67" /><Relationship Type="http://schemas.openxmlformats.org/officeDocument/2006/relationships/image" Target="/ppt/media/image270.png" Id="Rb1485d389ded4ae0" /><Relationship Type="http://schemas.openxmlformats.org/officeDocument/2006/relationships/image" Target="/ppt/media/image270.svg" Id="Re98b8a2f801849cf" /><Relationship Type="http://schemas.openxmlformats.org/officeDocument/2006/relationships/image" Target="/ppt/media/image271.png" Id="Ra49007ba24cc4e81" /><Relationship Type="http://schemas.openxmlformats.org/officeDocument/2006/relationships/image" Target="/ppt/media/image271.svg" Id="R436215d9ecb44af9" /><Relationship Type="http://schemas.openxmlformats.org/officeDocument/2006/relationships/image" Target="/ppt/media/image272.png" Id="R70863cd06b6a4830" /><Relationship Type="http://schemas.openxmlformats.org/officeDocument/2006/relationships/image" Target="/ppt/media/image272.svg" Id="Rb0b95ac12370483f" /><Relationship Type="http://schemas.openxmlformats.org/officeDocument/2006/relationships/image" Target="/ppt/media/image273.png" Id="R3acac236c6744604" /><Relationship Type="http://schemas.openxmlformats.org/officeDocument/2006/relationships/image" Target="/ppt/media/image273.svg" Id="R54f9eb4cd4594a1f" /><Relationship Type="http://schemas.openxmlformats.org/officeDocument/2006/relationships/image" Target="/ppt/media/image274.png" Id="Ra54d7bcdf9a54aef" /><Relationship Type="http://schemas.openxmlformats.org/officeDocument/2006/relationships/image" Target="/ppt/media/image274.svg" Id="Ra5c78cfcde774d8a" /><Relationship Type="http://schemas.openxmlformats.org/officeDocument/2006/relationships/image" Target="/ppt/media/image275.png" Id="R0003a98a6b1b47d1" /><Relationship Type="http://schemas.openxmlformats.org/officeDocument/2006/relationships/image" Target="/ppt/media/image275.svg" Id="R92e82d5564364ea1" /><Relationship Type="http://schemas.openxmlformats.org/officeDocument/2006/relationships/image" Target="/ppt/media/image276.png" Id="R6ab52064c2064157" /><Relationship Type="http://schemas.openxmlformats.org/officeDocument/2006/relationships/image" Target="/ppt/media/image276.svg" Id="Rabfec9d46df94195" /><Relationship Type="http://schemas.openxmlformats.org/officeDocument/2006/relationships/image" Target="/ppt/media/image277.png" Id="R5573d75de0394c5c" /><Relationship Type="http://schemas.openxmlformats.org/officeDocument/2006/relationships/image" Target="/ppt/media/image277.svg" Id="R20124a6620b14438" /><Relationship Type="http://schemas.openxmlformats.org/officeDocument/2006/relationships/image" Target="/ppt/media/image278.png" Id="R255e51761fdc423d" /><Relationship Type="http://schemas.openxmlformats.org/officeDocument/2006/relationships/image" Target="/ppt/media/image278.svg" Id="R79f3efbdfb404f1e" /><Relationship Type="http://schemas.openxmlformats.org/officeDocument/2006/relationships/image" Target="/ppt/media/image279.png" Id="R6964889e901d4cb9" /><Relationship Type="http://schemas.openxmlformats.org/officeDocument/2006/relationships/image" Target="/ppt/media/image279.svg" Id="R7fcb9b87b53649dc" /><Relationship Type="http://schemas.openxmlformats.org/officeDocument/2006/relationships/notesSlide" Target="/ppt/notesSlides/notesSlide30.xml" Id="Red2986032e594e3d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8f1784b45704510" /><Relationship Type="http://schemas.openxmlformats.org/officeDocument/2006/relationships/image" Target="/ppt/media/image280.png" Id="Ra9c5dbcbfe2a4e14" /><Relationship Type="http://schemas.openxmlformats.org/officeDocument/2006/relationships/image" Target="/ppt/media/image280.svg" Id="R122f819ff7aa4d31" /><Relationship Type="http://schemas.openxmlformats.org/officeDocument/2006/relationships/image" Target="/ppt/media/image281.png" Id="R0dcbfee278594e3c" /><Relationship Type="http://schemas.openxmlformats.org/officeDocument/2006/relationships/image" Target="/ppt/media/image281.svg" Id="Ra6559c2d7295446f" /><Relationship Type="http://schemas.openxmlformats.org/officeDocument/2006/relationships/image" Target="/ppt/media/image282.png" Id="Rf7182fe6a2124d83" /><Relationship Type="http://schemas.openxmlformats.org/officeDocument/2006/relationships/image" Target="/ppt/media/image282.svg" Id="R014afbc0676c4c51" /><Relationship Type="http://schemas.openxmlformats.org/officeDocument/2006/relationships/image" Target="/ppt/media/image283.png" Id="R7453fc929fad4fb2" /><Relationship Type="http://schemas.openxmlformats.org/officeDocument/2006/relationships/image" Target="/ppt/media/image283.svg" Id="R049753021eb74f11" /><Relationship Type="http://schemas.openxmlformats.org/officeDocument/2006/relationships/image" Target="/ppt/media/image284.png" Id="Re9120ebf209e44f7" /><Relationship Type="http://schemas.openxmlformats.org/officeDocument/2006/relationships/image" Target="/ppt/media/image284.svg" Id="Ra690d64977b440e9" /><Relationship Type="http://schemas.openxmlformats.org/officeDocument/2006/relationships/image" Target="/ppt/media/image285.png" Id="Ra5c3a2cd74264fe9" /><Relationship Type="http://schemas.openxmlformats.org/officeDocument/2006/relationships/image" Target="/ppt/media/image285.svg" Id="R5249dbcd679b4a3d" /><Relationship Type="http://schemas.openxmlformats.org/officeDocument/2006/relationships/image" Target="/ppt/media/image286.png" Id="R3b6b9eb8758c465d" /><Relationship Type="http://schemas.openxmlformats.org/officeDocument/2006/relationships/image" Target="/ppt/media/image286.svg" Id="R210ff4cc73a14f2c" /><Relationship Type="http://schemas.openxmlformats.org/officeDocument/2006/relationships/image" Target="/ppt/media/image287.png" Id="Rf2e63cb6f2184215" /><Relationship Type="http://schemas.openxmlformats.org/officeDocument/2006/relationships/image" Target="/ppt/media/image287.svg" Id="Rd52045db8fa846b1" /><Relationship Type="http://schemas.openxmlformats.org/officeDocument/2006/relationships/image" Target="/ppt/media/image288.png" Id="R7efc7c37aaf34f31" /><Relationship Type="http://schemas.openxmlformats.org/officeDocument/2006/relationships/image" Target="/ppt/media/image288.svg" Id="R1b8c1da6ef904899" /><Relationship Type="http://schemas.openxmlformats.org/officeDocument/2006/relationships/image" Target="/ppt/media/image289.png" Id="Rec4e557cdfd94315" /><Relationship Type="http://schemas.openxmlformats.org/officeDocument/2006/relationships/image" Target="/ppt/media/image289.svg" Id="R55007b4317ea495e" /><Relationship Type="http://schemas.openxmlformats.org/officeDocument/2006/relationships/image" Target="/ppt/media/image290.png" Id="R02e7a06f42b7432b" /><Relationship Type="http://schemas.openxmlformats.org/officeDocument/2006/relationships/image" Target="/ppt/media/image290.svg" Id="R1e4ff097a0a347a8" /><Relationship Type="http://schemas.openxmlformats.org/officeDocument/2006/relationships/image" Target="/ppt/media/image291.png" Id="R4c5bb331b05145e7" /><Relationship Type="http://schemas.openxmlformats.org/officeDocument/2006/relationships/image" Target="/ppt/media/image291.svg" Id="Rc93cc7b02d0f4a39" /><Relationship Type="http://schemas.openxmlformats.org/officeDocument/2006/relationships/image" Target="/ppt/media/image292.png" Id="R98c9bf5f75f24ae9" /><Relationship Type="http://schemas.openxmlformats.org/officeDocument/2006/relationships/image" Target="/ppt/media/image292.svg" Id="R678e114d45494115" /><Relationship Type="http://schemas.openxmlformats.org/officeDocument/2006/relationships/image" Target="/ppt/media/image293.png" Id="R084e06de69fd4ea3" /><Relationship Type="http://schemas.openxmlformats.org/officeDocument/2006/relationships/image" Target="/ppt/media/image293.svg" Id="Rb5627bdb42ed4ee9" /><Relationship Type="http://schemas.openxmlformats.org/officeDocument/2006/relationships/notesSlide" Target="/ppt/notesSlides/notesSlide31.xml" Id="Rb9a88a561aee42bf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4e0d742764c431b" /><Relationship Type="http://schemas.openxmlformats.org/officeDocument/2006/relationships/image" Target="/ppt/media/image294.png" Id="Rb2fd4738f5fd4cc6" /><Relationship Type="http://schemas.openxmlformats.org/officeDocument/2006/relationships/image" Target="/ppt/media/image294.svg" Id="Reaf0bc15c0ac4ab8" /><Relationship Type="http://schemas.openxmlformats.org/officeDocument/2006/relationships/image" Target="/ppt/media/image295.png" Id="R26f7046c0abf47ee" /><Relationship Type="http://schemas.openxmlformats.org/officeDocument/2006/relationships/image" Target="/ppt/media/image295.svg" Id="R689354f30f5c4e88" /><Relationship Type="http://schemas.openxmlformats.org/officeDocument/2006/relationships/image" Target="/ppt/media/image296.png" Id="Rf31e3580147e467a" /><Relationship Type="http://schemas.openxmlformats.org/officeDocument/2006/relationships/image" Target="/ppt/media/image296.svg" Id="R22115109ec90445e" /><Relationship Type="http://schemas.openxmlformats.org/officeDocument/2006/relationships/image" Target="/ppt/media/image297.png" Id="Rf9139e078ae244c6" /><Relationship Type="http://schemas.openxmlformats.org/officeDocument/2006/relationships/image" Target="/ppt/media/image297.svg" Id="R44d68a02d2a94677" /><Relationship Type="http://schemas.openxmlformats.org/officeDocument/2006/relationships/image" Target="/ppt/media/image298.png" Id="R54477bb010e04bd4" /><Relationship Type="http://schemas.openxmlformats.org/officeDocument/2006/relationships/image" Target="/ppt/media/image298.svg" Id="R6772aff055784c1e" /><Relationship Type="http://schemas.openxmlformats.org/officeDocument/2006/relationships/image" Target="/ppt/media/image299.png" Id="Re682c20d6ee54ee2" /><Relationship Type="http://schemas.openxmlformats.org/officeDocument/2006/relationships/image" Target="/ppt/media/image299.svg" Id="R7bfcb081368f4d30" /><Relationship Type="http://schemas.openxmlformats.org/officeDocument/2006/relationships/image" Target="/ppt/media/image300.png" Id="Rfa5e3780f4da441c" /><Relationship Type="http://schemas.openxmlformats.org/officeDocument/2006/relationships/image" Target="/ppt/media/image300.svg" Id="Rf9e7a0972f444e58" /><Relationship Type="http://schemas.openxmlformats.org/officeDocument/2006/relationships/image" Target="/ppt/media/image301.png" Id="R9c7d8102636e4c52" /><Relationship Type="http://schemas.openxmlformats.org/officeDocument/2006/relationships/image" Target="/ppt/media/image301.svg" Id="Rd55ef0ca7a8e4bdb" /><Relationship Type="http://schemas.openxmlformats.org/officeDocument/2006/relationships/image" Target="/ppt/media/image302.png" Id="R4055b698d3e94c31" /><Relationship Type="http://schemas.openxmlformats.org/officeDocument/2006/relationships/image" Target="/ppt/media/image302.svg" Id="R5f00554362ec4ba1" /><Relationship Type="http://schemas.openxmlformats.org/officeDocument/2006/relationships/image" Target="/ppt/media/image303.png" Id="Ra0c133e7ca2345e5" /><Relationship Type="http://schemas.openxmlformats.org/officeDocument/2006/relationships/image" Target="/ppt/media/image303.svg" Id="R9c93d3cd9dab4652" /><Relationship Type="http://schemas.openxmlformats.org/officeDocument/2006/relationships/image" Target="/ppt/media/image304.png" Id="R5a4ff83a5c0b4771" /><Relationship Type="http://schemas.openxmlformats.org/officeDocument/2006/relationships/image" Target="/ppt/media/image304.svg" Id="R3b3abaa0bfdc4195" /><Relationship Type="http://schemas.openxmlformats.org/officeDocument/2006/relationships/image" Target="/ppt/media/image305.png" Id="Re35b52b5d9c94f06" /><Relationship Type="http://schemas.openxmlformats.org/officeDocument/2006/relationships/image" Target="/ppt/media/image305.svg" Id="Rae4d49b0614f49f1" /><Relationship Type="http://schemas.openxmlformats.org/officeDocument/2006/relationships/image" Target="/ppt/media/image306.png" Id="R3dc60856fc2e42ff" /><Relationship Type="http://schemas.openxmlformats.org/officeDocument/2006/relationships/image" Target="/ppt/media/image306.svg" Id="R7308b746fc3a4de4" /><Relationship Type="http://schemas.openxmlformats.org/officeDocument/2006/relationships/image" Target="/ppt/media/image307.png" Id="R7c793938117048b7" /><Relationship Type="http://schemas.openxmlformats.org/officeDocument/2006/relationships/image" Target="/ppt/media/image307.svg" Id="Re633c97284154caa" /><Relationship Type="http://schemas.openxmlformats.org/officeDocument/2006/relationships/image" Target="/ppt/media/image308.png" Id="R9c8abd2a0df641fa" /><Relationship Type="http://schemas.openxmlformats.org/officeDocument/2006/relationships/image" Target="/ppt/media/image308.svg" Id="Re0a1e5cf9a3d459d" /><Relationship Type="http://schemas.openxmlformats.org/officeDocument/2006/relationships/notesSlide" Target="/ppt/notesSlides/notesSlide32.xml" Id="Rd16982384bc544e2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a0e035f1cb648a0" /><Relationship Type="http://schemas.openxmlformats.org/officeDocument/2006/relationships/notesSlide" Target="/ppt/notesSlides/notesSlide33.xml" Id="R9197101c1d0e45c8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40c4c8ef65e408c" /><Relationship Type="http://schemas.openxmlformats.org/officeDocument/2006/relationships/image" Target="/ppt/media/image309.png" Id="R7095ab77eb554b9c" /><Relationship Type="http://schemas.openxmlformats.org/officeDocument/2006/relationships/image" Target="/ppt/media/image309.svg" Id="R3cc28e20a4f84553" /><Relationship Type="http://schemas.openxmlformats.org/officeDocument/2006/relationships/image" Target="/ppt/media/image310.png" Id="Raeef31443304484e" /><Relationship Type="http://schemas.openxmlformats.org/officeDocument/2006/relationships/image" Target="/ppt/media/image310.svg" Id="Rcf14af3c737c4d21" /><Relationship Type="http://schemas.openxmlformats.org/officeDocument/2006/relationships/image" Target="/ppt/media/image311.png" Id="R0c1b8e9083fd4149" /><Relationship Type="http://schemas.openxmlformats.org/officeDocument/2006/relationships/image" Target="/ppt/media/image311.svg" Id="R1a94110e1e0442f7" /><Relationship Type="http://schemas.openxmlformats.org/officeDocument/2006/relationships/image" Target="/ppt/media/image312.png" Id="R9ec7ed81001e4d08" /><Relationship Type="http://schemas.openxmlformats.org/officeDocument/2006/relationships/image" Target="/ppt/media/image312.svg" Id="R6506ab1ad74a4550" /><Relationship Type="http://schemas.openxmlformats.org/officeDocument/2006/relationships/image" Target="/ppt/media/image313.png" Id="R1efcce8444ae4693" /><Relationship Type="http://schemas.openxmlformats.org/officeDocument/2006/relationships/image" Target="/ppt/media/image313.svg" Id="Ra335ad865b1a4089" /><Relationship Type="http://schemas.openxmlformats.org/officeDocument/2006/relationships/image" Target="/ppt/media/image314.png" Id="Rf53495b8a64f4a0a" /><Relationship Type="http://schemas.openxmlformats.org/officeDocument/2006/relationships/image" Target="/ppt/media/image314.svg" Id="R50974c1b46d84fe9" /><Relationship Type="http://schemas.openxmlformats.org/officeDocument/2006/relationships/image" Target="/ppt/media/image315.png" Id="Rbca1b45563214161" /><Relationship Type="http://schemas.openxmlformats.org/officeDocument/2006/relationships/image" Target="/ppt/media/image315.svg" Id="R9bb1ea708c404cbc" /><Relationship Type="http://schemas.openxmlformats.org/officeDocument/2006/relationships/notesSlide" Target="/ppt/notesSlides/notesSlide34.xml" Id="R6344a8b842a84f8b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173a63f2dc94491" /><Relationship Type="http://schemas.openxmlformats.org/officeDocument/2006/relationships/image" Target="/ppt/media/image316.png" Id="R096fa68931954932" /><Relationship Type="http://schemas.openxmlformats.org/officeDocument/2006/relationships/image" Target="/ppt/media/image316.svg" Id="Rbdc7547500a5436c" /><Relationship Type="http://schemas.openxmlformats.org/officeDocument/2006/relationships/image" Target="/ppt/media/image317.png" Id="Ra1e66d31d8c94d47" /><Relationship Type="http://schemas.openxmlformats.org/officeDocument/2006/relationships/image" Target="/ppt/media/image317.svg" Id="R72eae6989be14737" /><Relationship Type="http://schemas.openxmlformats.org/officeDocument/2006/relationships/image" Target="/ppt/media/image318.png" Id="R2c9a18be9eb14d99" /><Relationship Type="http://schemas.openxmlformats.org/officeDocument/2006/relationships/image" Target="/ppt/media/image318.svg" Id="R445f790b477d45fe" /><Relationship Type="http://schemas.openxmlformats.org/officeDocument/2006/relationships/image" Target="/ppt/media/image319.png" Id="Rf4c0d3b84cce4046" /><Relationship Type="http://schemas.openxmlformats.org/officeDocument/2006/relationships/image" Target="/ppt/media/image319.svg" Id="R3e4f8ecb5caf415e" /><Relationship Type="http://schemas.openxmlformats.org/officeDocument/2006/relationships/image" Target="/ppt/media/image320.png" Id="Rb2efceb96ae848e2" /><Relationship Type="http://schemas.openxmlformats.org/officeDocument/2006/relationships/image" Target="/ppt/media/image320.svg" Id="R2e853aa93eca4c47" /><Relationship Type="http://schemas.openxmlformats.org/officeDocument/2006/relationships/image" Target="/ppt/media/image321.png" Id="R95de136e4de54fd0" /><Relationship Type="http://schemas.openxmlformats.org/officeDocument/2006/relationships/image" Target="/ppt/media/image321.svg" Id="R8a8c0cc41f5d4d10" /><Relationship Type="http://schemas.openxmlformats.org/officeDocument/2006/relationships/image" Target="/ppt/media/image322.png" Id="R0d6b7bbe3f3c434e" /><Relationship Type="http://schemas.openxmlformats.org/officeDocument/2006/relationships/image" Target="/ppt/media/image322.svg" Id="R7c9d4999648b48d8" /><Relationship Type="http://schemas.openxmlformats.org/officeDocument/2006/relationships/image" Target="/ppt/media/image323.png" Id="Rb4377b3d08f64eb7" /><Relationship Type="http://schemas.openxmlformats.org/officeDocument/2006/relationships/image" Target="/ppt/media/image323.svg" Id="R0bf2a775b7ed4b42" /><Relationship Type="http://schemas.openxmlformats.org/officeDocument/2006/relationships/notesSlide" Target="/ppt/notesSlides/notesSlide35.xml" Id="R685f1fd9ffdb4fff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60302d838d8414e" /><Relationship Type="http://schemas.openxmlformats.org/officeDocument/2006/relationships/image" Target="/ppt/media/image324.png" Id="Rf305da8340d244df" /><Relationship Type="http://schemas.openxmlformats.org/officeDocument/2006/relationships/image" Target="/ppt/media/image324.svg" Id="Rd2a81a619c294803" /><Relationship Type="http://schemas.openxmlformats.org/officeDocument/2006/relationships/image" Target="/ppt/media/image325.png" Id="Rdd2fc44a7f6f45eb" /><Relationship Type="http://schemas.openxmlformats.org/officeDocument/2006/relationships/image" Target="/ppt/media/image325.svg" Id="R328e77cd11d842a2" /><Relationship Type="http://schemas.openxmlformats.org/officeDocument/2006/relationships/image" Target="/ppt/media/image326.png" Id="R5bf332bc94ae47fd" /><Relationship Type="http://schemas.openxmlformats.org/officeDocument/2006/relationships/image" Target="/ppt/media/image326.svg" Id="R11d7e570391f4b09" /><Relationship Type="http://schemas.openxmlformats.org/officeDocument/2006/relationships/image" Target="/ppt/media/image327.png" Id="R552089e7002d477b" /><Relationship Type="http://schemas.openxmlformats.org/officeDocument/2006/relationships/image" Target="/ppt/media/image327.svg" Id="R6411826f744444c7" /><Relationship Type="http://schemas.openxmlformats.org/officeDocument/2006/relationships/image" Target="/ppt/media/image328.png" Id="Rd5b79e822d7d4bd9" /><Relationship Type="http://schemas.openxmlformats.org/officeDocument/2006/relationships/image" Target="/ppt/media/image328.svg" Id="Rff66d53398884580" /><Relationship Type="http://schemas.openxmlformats.org/officeDocument/2006/relationships/image" Target="/ppt/media/image329.png" Id="Rd0becd4f72714832" /><Relationship Type="http://schemas.openxmlformats.org/officeDocument/2006/relationships/image" Target="/ppt/media/image329.svg" Id="Rbc73e067b3e14607" /><Relationship Type="http://schemas.openxmlformats.org/officeDocument/2006/relationships/image" Target="/ppt/media/image330.png" Id="R24e2f820a9eb4f2c" /><Relationship Type="http://schemas.openxmlformats.org/officeDocument/2006/relationships/image" Target="/ppt/media/image330.svg" Id="R56b701db0c2149b0" /><Relationship Type="http://schemas.openxmlformats.org/officeDocument/2006/relationships/image" Target="/ppt/media/image331.png" Id="R55a5ab894bdc4aa4" /><Relationship Type="http://schemas.openxmlformats.org/officeDocument/2006/relationships/image" Target="/ppt/media/image331.svg" Id="Rbf137fb73aa241a4" /><Relationship Type="http://schemas.openxmlformats.org/officeDocument/2006/relationships/image" Target="/ppt/media/image332.png" Id="Re8b542cd5abc40d2" /><Relationship Type="http://schemas.openxmlformats.org/officeDocument/2006/relationships/image" Target="/ppt/media/image332.svg" Id="Rb82910cb518b44ae" /><Relationship Type="http://schemas.openxmlformats.org/officeDocument/2006/relationships/notesSlide" Target="/ppt/notesSlides/notesSlide36.xml" Id="Re3ca468087b548a8" /></Relationships>
</file>

<file path=ppt/slides/_rels/slide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ffd8dec75f940a8" /><Relationship Type="http://schemas.openxmlformats.org/officeDocument/2006/relationships/image" Target="/ppt/media/image333.png" Id="R3a8cd940edca45eb" /><Relationship Type="http://schemas.openxmlformats.org/officeDocument/2006/relationships/image" Target="/ppt/media/image333.svg" Id="R0048a00b3294454c" /><Relationship Type="http://schemas.openxmlformats.org/officeDocument/2006/relationships/image" Target="/ppt/media/image334.png" Id="Rc467c759d6d64afd" /><Relationship Type="http://schemas.openxmlformats.org/officeDocument/2006/relationships/image" Target="/ppt/media/image334.svg" Id="R4f0c4a79d18a4b00" /><Relationship Type="http://schemas.openxmlformats.org/officeDocument/2006/relationships/image" Target="/ppt/media/image335.png" Id="R4bb10536d31b4240" /><Relationship Type="http://schemas.openxmlformats.org/officeDocument/2006/relationships/image" Target="/ppt/media/image335.svg" Id="Rb8c69bbf57374ecb" /><Relationship Type="http://schemas.openxmlformats.org/officeDocument/2006/relationships/image" Target="/ppt/media/image336.png" Id="Rdaba0c65ef564ddb" /><Relationship Type="http://schemas.openxmlformats.org/officeDocument/2006/relationships/image" Target="/ppt/media/image336.svg" Id="R5c80640e8f164019" /><Relationship Type="http://schemas.openxmlformats.org/officeDocument/2006/relationships/image" Target="/ppt/media/image337.png" Id="R4cda70f3411f4057" /><Relationship Type="http://schemas.openxmlformats.org/officeDocument/2006/relationships/image" Target="/ppt/media/image337.svg" Id="Rbce4e2ea52bd46fe" /><Relationship Type="http://schemas.openxmlformats.org/officeDocument/2006/relationships/image" Target="/ppt/media/image338.png" Id="R1cd3f582fd2548ad" /><Relationship Type="http://schemas.openxmlformats.org/officeDocument/2006/relationships/image" Target="/ppt/media/image338.svg" Id="R5ce9333627414d48" /><Relationship Type="http://schemas.openxmlformats.org/officeDocument/2006/relationships/image" Target="/ppt/media/image339.png" Id="R286c63109e1b4914" /><Relationship Type="http://schemas.openxmlformats.org/officeDocument/2006/relationships/image" Target="/ppt/media/image339.svg" Id="Rd6276f85fe784955" /><Relationship Type="http://schemas.openxmlformats.org/officeDocument/2006/relationships/image" Target="/ppt/media/image340.png" Id="Rec20e30c3c6c4aad" /><Relationship Type="http://schemas.openxmlformats.org/officeDocument/2006/relationships/image" Target="/ppt/media/image340.svg" Id="Rb5ea75769d49473d" /><Relationship Type="http://schemas.openxmlformats.org/officeDocument/2006/relationships/image" Target="/ppt/media/image341.png" Id="Rb8003368351d4e5e" /><Relationship Type="http://schemas.openxmlformats.org/officeDocument/2006/relationships/image" Target="/ppt/media/image341.svg" Id="R29c5444324e2409c" /><Relationship Type="http://schemas.openxmlformats.org/officeDocument/2006/relationships/image" Target="/ppt/media/image342.png" Id="Rfdfc21fcac2f4fa1" /><Relationship Type="http://schemas.openxmlformats.org/officeDocument/2006/relationships/image" Target="/ppt/media/image342.svg" Id="R2cc746df84a44386" /><Relationship Type="http://schemas.openxmlformats.org/officeDocument/2006/relationships/notesSlide" Target="/ppt/notesSlides/notesSlide37.xml" Id="R9b7317f754504947" /></Relationships>
</file>

<file path=ppt/slides/_rels/slide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5b305a32ddc4d59" /><Relationship Type="http://schemas.openxmlformats.org/officeDocument/2006/relationships/image" Target="/ppt/media/image343.png" Id="Rd783a61dbcf0468a" /><Relationship Type="http://schemas.openxmlformats.org/officeDocument/2006/relationships/image" Target="/ppt/media/image343.svg" Id="R8422e5c036b34994" /><Relationship Type="http://schemas.openxmlformats.org/officeDocument/2006/relationships/image" Target="/ppt/media/image344.png" Id="R9ff893fd34e14786" /><Relationship Type="http://schemas.openxmlformats.org/officeDocument/2006/relationships/image" Target="/ppt/media/image344.svg" Id="Rd037ab696b364143" /><Relationship Type="http://schemas.openxmlformats.org/officeDocument/2006/relationships/image" Target="/ppt/media/image345.png" Id="R0eae04031f2e49e1" /><Relationship Type="http://schemas.openxmlformats.org/officeDocument/2006/relationships/image" Target="/ppt/media/image345.svg" Id="R63a048424aea454f" /><Relationship Type="http://schemas.openxmlformats.org/officeDocument/2006/relationships/image" Target="/ppt/media/image346.png" Id="R4a25b19479274654" /><Relationship Type="http://schemas.openxmlformats.org/officeDocument/2006/relationships/image" Target="/ppt/media/image346.svg" Id="R1454567aacc3429b" /><Relationship Type="http://schemas.openxmlformats.org/officeDocument/2006/relationships/image" Target="/ppt/media/image347.png" Id="R6db20f8c68c045e2" /><Relationship Type="http://schemas.openxmlformats.org/officeDocument/2006/relationships/image" Target="/ppt/media/image347.svg" Id="Rb219b59757f64c7c" /><Relationship Type="http://schemas.openxmlformats.org/officeDocument/2006/relationships/image" Target="/ppt/media/image348.png" Id="Rcec81ecdf8d845a5" /><Relationship Type="http://schemas.openxmlformats.org/officeDocument/2006/relationships/image" Target="/ppt/media/image348.svg" Id="R7a000a093b214109" /><Relationship Type="http://schemas.openxmlformats.org/officeDocument/2006/relationships/image" Target="/ppt/media/image349.png" Id="R6043892ae2a94222" /><Relationship Type="http://schemas.openxmlformats.org/officeDocument/2006/relationships/image" Target="/ppt/media/image349.svg" Id="Rc628000fc9c34e4a" /><Relationship Type="http://schemas.openxmlformats.org/officeDocument/2006/relationships/image" Target="/ppt/media/image350.png" Id="Ra1f0c63b34344f01" /><Relationship Type="http://schemas.openxmlformats.org/officeDocument/2006/relationships/image" Target="/ppt/media/image350.svg" Id="Ref786725484c4c36" /><Relationship Type="http://schemas.openxmlformats.org/officeDocument/2006/relationships/image" Target="/ppt/media/image351.png" Id="Rf80442dbd9834fad" /><Relationship Type="http://schemas.openxmlformats.org/officeDocument/2006/relationships/image" Target="/ppt/media/image351.svg" Id="R40096bc2a24e4583" /><Relationship Type="http://schemas.openxmlformats.org/officeDocument/2006/relationships/image" Target="/ppt/media/image352.png" Id="Rc88e69b96765465a" /><Relationship Type="http://schemas.openxmlformats.org/officeDocument/2006/relationships/image" Target="/ppt/media/image352.svg" Id="R8506cb9da7db4027" /><Relationship Type="http://schemas.openxmlformats.org/officeDocument/2006/relationships/image" Target="/ppt/media/image353.png" Id="Rad1820c2b9f54f10" /><Relationship Type="http://schemas.openxmlformats.org/officeDocument/2006/relationships/image" Target="/ppt/media/image353.svg" Id="R2a12d9a7388a43a7" /><Relationship Type="http://schemas.openxmlformats.org/officeDocument/2006/relationships/notesSlide" Target="/ppt/notesSlides/notesSlide38.xml" Id="R34fc58c7025b42ae" /></Relationships>
</file>

<file path=ppt/slides/_rels/slide3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2b506df346845c8" /><Relationship Type="http://schemas.openxmlformats.org/officeDocument/2006/relationships/image" Target="/ppt/media/image354.png" Id="R250fa585b4984f20" /><Relationship Type="http://schemas.openxmlformats.org/officeDocument/2006/relationships/image" Target="/ppt/media/image354.svg" Id="Rc7af952e62564987" /><Relationship Type="http://schemas.openxmlformats.org/officeDocument/2006/relationships/image" Target="/ppt/media/image355.png" Id="R99d1d8a9d9de483f" /><Relationship Type="http://schemas.openxmlformats.org/officeDocument/2006/relationships/image" Target="/ppt/media/image355.svg" Id="Rceb60fea99db43fa" /><Relationship Type="http://schemas.openxmlformats.org/officeDocument/2006/relationships/image" Target="/ppt/media/image356.png" Id="R2c5472384a114cf7" /><Relationship Type="http://schemas.openxmlformats.org/officeDocument/2006/relationships/image" Target="/ppt/media/image356.svg" Id="Re934baefbd48418f" /><Relationship Type="http://schemas.openxmlformats.org/officeDocument/2006/relationships/image" Target="/ppt/media/image357.png" Id="R1c80033777f0431f" /><Relationship Type="http://schemas.openxmlformats.org/officeDocument/2006/relationships/image" Target="/ppt/media/image357.svg" Id="R2aeb9a1033bc458e" /><Relationship Type="http://schemas.openxmlformats.org/officeDocument/2006/relationships/image" Target="/ppt/media/image358.png" Id="R4a77951a20004e96" /><Relationship Type="http://schemas.openxmlformats.org/officeDocument/2006/relationships/image" Target="/ppt/media/image358.svg" Id="R2aa76ee680af4853" /><Relationship Type="http://schemas.openxmlformats.org/officeDocument/2006/relationships/image" Target="/ppt/media/image359.png" Id="R3171fc6157a341c6" /><Relationship Type="http://schemas.openxmlformats.org/officeDocument/2006/relationships/image" Target="/ppt/media/image359.svg" Id="R0e64945e428240c9" /><Relationship Type="http://schemas.openxmlformats.org/officeDocument/2006/relationships/image" Target="/ppt/media/image360.png" Id="Rc6125f36720c413b" /><Relationship Type="http://schemas.openxmlformats.org/officeDocument/2006/relationships/image" Target="/ppt/media/image360.svg" Id="R11fee1e3f92d4f64" /><Relationship Type="http://schemas.openxmlformats.org/officeDocument/2006/relationships/image" Target="/ppt/media/image361.png" Id="Rd364ba94791e47da" /><Relationship Type="http://schemas.openxmlformats.org/officeDocument/2006/relationships/image" Target="/ppt/media/image361.svg" Id="R62a0c1e703c04927" /><Relationship Type="http://schemas.openxmlformats.org/officeDocument/2006/relationships/image" Target="/ppt/media/image362.png" Id="R5806f130758e4dc5" /><Relationship Type="http://schemas.openxmlformats.org/officeDocument/2006/relationships/image" Target="/ppt/media/image362.svg" Id="R1658754baac24b8b" /><Relationship Type="http://schemas.openxmlformats.org/officeDocument/2006/relationships/image" Target="/ppt/media/image363.png" Id="R498cc175812b4192" /><Relationship Type="http://schemas.openxmlformats.org/officeDocument/2006/relationships/image" Target="/ppt/media/image363.svg" Id="R1eb03a50fb884cec" /><Relationship Type="http://schemas.openxmlformats.org/officeDocument/2006/relationships/image" Target="/ppt/media/image364.png" Id="Rfb465d709c7643e5" /><Relationship Type="http://schemas.openxmlformats.org/officeDocument/2006/relationships/image" Target="/ppt/media/image364.svg" Id="R6c6bcf7401eb4bad" /><Relationship Type="http://schemas.openxmlformats.org/officeDocument/2006/relationships/image" Target="/ppt/media/image365.png" Id="Rfe674c0b67a246f5" /><Relationship Type="http://schemas.openxmlformats.org/officeDocument/2006/relationships/image" Target="/ppt/media/image365.svg" Id="R26997812dd864790" /><Relationship Type="http://schemas.openxmlformats.org/officeDocument/2006/relationships/notesSlide" Target="/ppt/notesSlides/notesSlide39.xml" Id="R4c94c895d1bf464e" /></Relationships>
</file>

<file path=ppt/slides/_rels/slide4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7d504daab104645" /><Relationship Type="http://schemas.openxmlformats.org/officeDocument/2006/relationships/image" Target="/ppt/media/image366.png" Id="R4ed6ccb525b04f62" /><Relationship Type="http://schemas.openxmlformats.org/officeDocument/2006/relationships/image" Target="/ppt/media/image366.svg" Id="Rc1b4d9e8c1174761" /><Relationship Type="http://schemas.openxmlformats.org/officeDocument/2006/relationships/image" Target="/ppt/media/image367.png" Id="R92a2ede724c641a4" /><Relationship Type="http://schemas.openxmlformats.org/officeDocument/2006/relationships/image" Target="/ppt/media/image367.svg" Id="R5bc03a57afac4e8a" /><Relationship Type="http://schemas.openxmlformats.org/officeDocument/2006/relationships/image" Target="/ppt/media/image368.png" Id="R11f975b594f048a8" /><Relationship Type="http://schemas.openxmlformats.org/officeDocument/2006/relationships/image" Target="/ppt/media/image368.svg" Id="R82f4ab805ae14955" /><Relationship Type="http://schemas.openxmlformats.org/officeDocument/2006/relationships/image" Target="/ppt/media/image369.png" Id="R00323a8fad9f431a" /><Relationship Type="http://schemas.openxmlformats.org/officeDocument/2006/relationships/image" Target="/ppt/media/image369.svg" Id="Red89348c91b04ed8" /><Relationship Type="http://schemas.openxmlformats.org/officeDocument/2006/relationships/image" Target="/ppt/media/image370.png" Id="R1b52c908aef94cf6" /><Relationship Type="http://schemas.openxmlformats.org/officeDocument/2006/relationships/image" Target="/ppt/media/image370.svg" Id="R3822923f33814163" /><Relationship Type="http://schemas.openxmlformats.org/officeDocument/2006/relationships/image" Target="/ppt/media/image371.png" Id="Rbceec9b191e04074" /><Relationship Type="http://schemas.openxmlformats.org/officeDocument/2006/relationships/image" Target="/ppt/media/image371.svg" Id="R02a92d0acddf4b7a" /><Relationship Type="http://schemas.openxmlformats.org/officeDocument/2006/relationships/image" Target="/ppt/media/image372.png" Id="R14d14fdd5b534b65" /><Relationship Type="http://schemas.openxmlformats.org/officeDocument/2006/relationships/image" Target="/ppt/media/image372.svg" Id="Rc0a6f583fff042e6" /><Relationship Type="http://schemas.openxmlformats.org/officeDocument/2006/relationships/image" Target="/ppt/media/image373.png" Id="Rf2c283c0dd5e44d4" /><Relationship Type="http://schemas.openxmlformats.org/officeDocument/2006/relationships/image" Target="/ppt/media/image373.svg" Id="R7b0dc6ff10a7447b" /><Relationship Type="http://schemas.openxmlformats.org/officeDocument/2006/relationships/image" Target="/ppt/media/image374.png" Id="Rb521270bb67c4e1e" /><Relationship Type="http://schemas.openxmlformats.org/officeDocument/2006/relationships/image" Target="/ppt/media/image374.svg" Id="Rb7c023b5ed234242" /><Relationship Type="http://schemas.openxmlformats.org/officeDocument/2006/relationships/image" Target="/ppt/media/image375.png" Id="R755223ed87854b6b" /><Relationship Type="http://schemas.openxmlformats.org/officeDocument/2006/relationships/image" Target="/ppt/media/image375.svg" Id="R26fe8d75384a4371" /><Relationship Type="http://schemas.openxmlformats.org/officeDocument/2006/relationships/image" Target="/ppt/media/image376.png" Id="R605e625149014ed9" /><Relationship Type="http://schemas.openxmlformats.org/officeDocument/2006/relationships/image" Target="/ppt/media/image376.svg" Id="R132d4e9fa5a143be" /><Relationship Type="http://schemas.openxmlformats.org/officeDocument/2006/relationships/image" Target="/ppt/media/image377.png" Id="Rebfb472ea6e14e3a" /><Relationship Type="http://schemas.openxmlformats.org/officeDocument/2006/relationships/image" Target="/ppt/media/image377.svg" Id="R2a8b974d72eb4494" /><Relationship Type="http://schemas.openxmlformats.org/officeDocument/2006/relationships/image" Target="/ppt/media/image378.png" Id="Rf9be75161b8842fb" /><Relationship Type="http://schemas.openxmlformats.org/officeDocument/2006/relationships/image" Target="/ppt/media/image378.svg" Id="R3d1fb6ebd8ef4635" /><Relationship Type="http://schemas.openxmlformats.org/officeDocument/2006/relationships/notesSlide" Target="/ppt/notesSlides/notesSlide40.xml" Id="R6e5b218e021b4e46" /></Relationships>
</file>

<file path=ppt/slides/_rels/slide4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699db0787ee4527" /><Relationship Type="http://schemas.openxmlformats.org/officeDocument/2006/relationships/notesSlide" Target="/ppt/notesSlides/notesSlide41.xml" Id="R44f47c764914415b" /></Relationships>
</file>

<file path=ppt/slides/_rels/slide4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ef08edb917d463d" /><Relationship Type="http://schemas.openxmlformats.org/officeDocument/2006/relationships/image" Target="/ppt/media/image379.png" Id="R1f50f0a45f05416b" /><Relationship Type="http://schemas.openxmlformats.org/officeDocument/2006/relationships/image" Target="/ppt/media/image379.svg" Id="R78a11044a6904c95" /><Relationship Type="http://schemas.openxmlformats.org/officeDocument/2006/relationships/image" Target="/ppt/media/image380.png" Id="R03c1bcb989e24af7" /><Relationship Type="http://schemas.openxmlformats.org/officeDocument/2006/relationships/image" Target="/ppt/media/image380.svg" Id="R9237a404517740f0" /><Relationship Type="http://schemas.openxmlformats.org/officeDocument/2006/relationships/image" Target="/ppt/media/image381.png" Id="Rf3d0408630b446fa" /><Relationship Type="http://schemas.openxmlformats.org/officeDocument/2006/relationships/image" Target="/ppt/media/image381.svg" Id="Rcbed0283add44b9c" /><Relationship Type="http://schemas.openxmlformats.org/officeDocument/2006/relationships/image" Target="/ppt/media/image382.png" Id="Reb1fe404a8a04165" /><Relationship Type="http://schemas.openxmlformats.org/officeDocument/2006/relationships/image" Target="/ppt/media/image382.svg" Id="Ra454f2c98f0c49ef" /><Relationship Type="http://schemas.openxmlformats.org/officeDocument/2006/relationships/image" Target="/ppt/media/image383.png" Id="Rca58ff55101d42c2" /><Relationship Type="http://schemas.openxmlformats.org/officeDocument/2006/relationships/image" Target="/ppt/media/image383.svg" Id="R1665e82eb66c4e47" /><Relationship Type="http://schemas.openxmlformats.org/officeDocument/2006/relationships/image" Target="/ppt/media/image384.png" Id="R77bfa0216c8242e2" /><Relationship Type="http://schemas.openxmlformats.org/officeDocument/2006/relationships/image" Target="/ppt/media/image384.svg" Id="R425711ec6bad4808" /><Relationship Type="http://schemas.openxmlformats.org/officeDocument/2006/relationships/image" Target="/ppt/media/image385.png" Id="Rff5377106d7f4aac" /><Relationship Type="http://schemas.openxmlformats.org/officeDocument/2006/relationships/image" Target="/ppt/media/image385.svg" Id="R56c7a7cbfad3468e" /><Relationship Type="http://schemas.openxmlformats.org/officeDocument/2006/relationships/image" Target="/ppt/media/image386.png" Id="Rf6f92c3e2af948ae" /><Relationship Type="http://schemas.openxmlformats.org/officeDocument/2006/relationships/image" Target="/ppt/media/image386.svg" Id="R98ea2141b7934bbf" /><Relationship Type="http://schemas.openxmlformats.org/officeDocument/2006/relationships/image" Target="/ppt/media/image387.png" Id="Rf2d9b08507a44967" /><Relationship Type="http://schemas.openxmlformats.org/officeDocument/2006/relationships/image" Target="/ppt/media/image387.svg" Id="R9af520a32da34c72" /><Relationship Type="http://schemas.openxmlformats.org/officeDocument/2006/relationships/notesSlide" Target="/ppt/notesSlides/notesSlide42.xml" Id="R7028c8c773eb435a" /></Relationships>
</file>

<file path=ppt/slides/_rels/slide4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aec99e2abb34d49" /><Relationship Type="http://schemas.openxmlformats.org/officeDocument/2006/relationships/image" Target="/ppt/media/image388.png" Id="R4c6e6f8f31674c48" /><Relationship Type="http://schemas.openxmlformats.org/officeDocument/2006/relationships/image" Target="/ppt/media/image388.svg" Id="R8c4288a644944598" /><Relationship Type="http://schemas.openxmlformats.org/officeDocument/2006/relationships/image" Target="/ppt/media/image389.png" Id="R9f88fdcde3944faa" /><Relationship Type="http://schemas.openxmlformats.org/officeDocument/2006/relationships/image" Target="/ppt/media/image389.svg" Id="R389f0303b7d74393" /><Relationship Type="http://schemas.openxmlformats.org/officeDocument/2006/relationships/image" Target="/ppt/media/image390.png" Id="Rb80309a459394e44" /><Relationship Type="http://schemas.openxmlformats.org/officeDocument/2006/relationships/image" Target="/ppt/media/image390.svg" Id="R2a074ca8aca84214" /><Relationship Type="http://schemas.openxmlformats.org/officeDocument/2006/relationships/image" Target="/ppt/media/image391.png" Id="Rb5450be92ae54895" /><Relationship Type="http://schemas.openxmlformats.org/officeDocument/2006/relationships/image" Target="/ppt/media/image391.svg" Id="Rd9bae20e92de487a" /><Relationship Type="http://schemas.openxmlformats.org/officeDocument/2006/relationships/image" Target="/ppt/media/image392.png" Id="R124b0e6a9cf04018" /><Relationship Type="http://schemas.openxmlformats.org/officeDocument/2006/relationships/image" Target="/ppt/media/image392.svg" Id="R7374e7cdd8f744c8" /><Relationship Type="http://schemas.openxmlformats.org/officeDocument/2006/relationships/image" Target="/ppt/media/image393.png" Id="Ra02bd759721140bd" /><Relationship Type="http://schemas.openxmlformats.org/officeDocument/2006/relationships/image" Target="/ppt/media/image393.svg" Id="R9343febfb89843f4" /><Relationship Type="http://schemas.openxmlformats.org/officeDocument/2006/relationships/image" Target="/ppt/media/image394.png" Id="R0838c197dec74d01" /><Relationship Type="http://schemas.openxmlformats.org/officeDocument/2006/relationships/image" Target="/ppt/media/image394.svg" Id="R9a11fab212934c86" /><Relationship Type="http://schemas.openxmlformats.org/officeDocument/2006/relationships/image" Target="/ppt/media/image395.png" Id="Rb4b7d372e36f4320" /><Relationship Type="http://schemas.openxmlformats.org/officeDocument/2006/relationships/image" Target="/ppt/media/image395.svg" Id="R72fd686712174b7a" /><Relationship Type="http://schemas.openxmlformats.org/officeDocument/2006/relationships/image" Target="/ppt/media/image396.png" Id="R8722a8c325544a21" /><Relationship Type="http://schemas.openxmlformats.org/officeDocument/2006/relationships/image" Target="/ppt/media/image396.svg" Id="R2c71893876414bf9" /><Relationship Type="http://schemas.openxmlformats.org/officeDocument/2006/relationships/image" Target="/ppt/media/image397.png" Id="Rd88a5f414f1a4097" /><Relationship Type="http://schemas.openxmlformats.org/officeDocument/2006/relationships/image" Target="/ppt/media/image397.svg" Id="R7aa06b50078f4517" /><Relationship Type="http://schemas.openxmlformats.org/officeDocument/2006/relationships/notesSlide" Target="/ppt/notesSlides/notesSlide43.xml" Id="R4d8eb4f1c45a4625" /></Relationships>
</file>

<file path=ppt/slides/_rels/slide4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fd20255eee94a7c" /><Relationship Type="http://schemas.openxmlformats.org/officeDocument/2006/relationships/image" Target="/ppt/media/image398.png" Id="R7612b580fe0c4d48" /><Relationship Type="http://schemas.openxmlformats.org/officeDocument/2006/relationships/image" Target="/ppt/media/image398.svg" Id="R9d7d00ac612f47ab" /><Relationship Type="http://schemas.openxmlformats.org/officeDocument/2006/relationships/image" Target="/ppt/media/image399.png" Id="Rf6d497fed7b44868" /><Relationship Type="http://schemas.openxmlformats.org/officeDocument/2006/relationships/image" Target="/ppt/media/image399.svg" Id="Ra58867d705394c62" /><Relationship Type="http://schemas.openxmlformats.org/officeDocument/2006/relationships/image" Target="/ppt/media/image400.png" Id="Re2ff97e2217a466b" /><Relationship Type="http://schemas.openxmlformats.org/officeDocument/2006/relationships/image" Target="/ppt/media/image400.svg" Id="R285bf7d7323d430a" /><Relationship Type="http://schemas.openxmlformats.org/officeDocument/2006/relationships/image" Target="/ppt/media/image401.png" Id="Rf1e2c61457fb40b6" /><Relationship Type="http://schemas.openxmlformats.org/officeDocument/2006/relationships/image" Target="/ppt/media/image401.svg" Id="Rb43addec80514120" /><Relationship Type="http://schemas.openxmlformats.org/officeDocument/2006/relationships/image" Target="/ppt/media/image402.png" Id="Rcdcbed79416b4da9" /><Relationship Type="http://schemas.openxmlformats.org/officeDocument/2006/relationships/image" Target="/ppt/media/image402.svg" Id="Rfa712575465a4081" /><Relationship Type="http://schemas.openxmlformats.org/officeDocument/2006/relationships/image" Target="/ppt/media/image403.png" Id="R05a35dae1ff847aa" /><Relationship Type="http://schemas.openxmlformats.org/officeDocument/2006/relationships/image" Target="/ppt/media/image403.svg" Id="R585fbc6229564672" /><Relationship Type="http://schemas.openxmlformats.org/officeDocument/2006/relationships/image" Target="/ppt/media/image404.png" Id="R48985143be6947d8" /><Relationship Type="http://schemas.openxmlformats.org/officeDocument/2006/relationships/image" Target="/ppt/media/image404.svg" Id="R1095433655b147ea" /><Relationship Type="http://schemas.openxmlformats.org/officeDocument/2006/relationships/image" Target="/ppt/media/image405.png" Id="Rd0f5168af0ae42de" /><Relationship Type="http://schemas.openxmlformats.org/officeDocument/2006/relationships/image" Target="/ppt/media/image405.svg" Id="R12b96957f0c543cd" /><Relationship Type="http://schemas.openxmlformats.org/officeDocument/2006/relationships/image" Target="/ppt/media/image406.png" Id="R7c151492e2cf40a0" /><Relationship Type="http://schemas.openxmlformats.org/officeDocument/2006/relationships/image" Target="/ppt/media/image406.svg" Id="Rf4488729e859417a" /><Relationship Type="http://schemas.openxmlformats.org/officeDocument/2006/relationships/image" Target="/ppt/media/image407.png" Id="Ra4af1f5fe6b345f2" /><Relationship Type="http://schemas.openxmlformats.org/officeDocument/2006/relationships/image" Target="/ppt/media/image407.svg" Id="Rc7c62bf486c6427a" /><Relationship Type="http://schemas.openxmlformats.org/officeDocument/2006/relationships/image" Target="/ppt/media/image408.png" Id="R4d23cb23694c4277" /><Relationship Type="http://schemas.openxmlformats.org/officeDocument/2006/relationships/image" Target="/ppt/media/image408.svg" Id="Rd02226cc998c4a47" /><Relationship Type="http://schemas.openxmlformats.org/officeDocument/2006/relationships/notesSlide" Target="/ppt/notesSlides/notesSlide44.xml" Id="R32a4b838feb94940" /></Relationships>
</file>

<file path=ppt/slides/_rels/slide4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c24dc0e8fc9499e" /><Relationship Type="http://schemas.openxmlformats.org/officeDocument/2006/relationships/image" Target="/ppt/media/image409.png" Id="Ra3f7f66a77234fba" /><Relationship Type="http://schemas.openxmlformats.org/officeDocument/2006/relationships/image" Target="/ppt/media/image409.svg" Id="R21df463ab8c046dc" /><Relationship Type="http://schemas.openxmlformats.org/officeDocument/2006/relationships/image" Target="/ppt/media/image410.png" Id="R9056d6468cca4802" /><Relationship Type="http://schemas.openxmlformats.org/officeDocument/2006/relationships/image" Target="/ppt/media/image410.svg" Id="R080b95b8d28f475f" /><Relationship Type="http://schemas.openxmlformats.org/officeDocument/2006/relationships/image" Target="/ppt/media/image411.png" Id="Rafdb8e1d3d06463e" /><Relationship Type="http://schemas.openxmlformats.org/officeDocument/2006/relationships/image" Target="/ppt/media/image411.svg" Id="R70b4d08f77354394" /><Relationship Type="http://schemas.openxmlformats.org/officeDocument/2006/relationships/image" Target="/ppt/media/image412.png" Id="Rd596b28774c84698" /><Relationship Type="http://schemas.openxmlformats.org/officeDocument/2006/relationships/image" Target="/ppt/media/image412.svg" Id="Rf5be6ce5a0214106" /><Relationship Type="http://schemas.openxmlformats.org/officeDocument/2006/relationships/image" Target="/ppt/media/image413.png" Id="Rc91b3a4c34cd4b4c" /><Relationship Type="http://schemas.openxmlformats.org/officeDocument/2006/relationships/image" Target="/ppt/media/image413.svg" Id="Raf1424b97a00464f" /><Relationship Type="http://schemas.openxmlformats.org/officeDocument/2006/relationships/image" Target="/ppt/media/image414.png" Id="Rc92f082648594606" /><Relationship Type="http://schemas.openxmlformats.org/officeDocument/2006/relationships/image" Target="/ppt/media/image414.svg" Id="Rbcff5df787f344e6" /><Relationship Type="http://schemas.openxmlformats.org/officeDocument/2006/relationships/image" Target="/ppt/media/image415.png" Id="R0e35e31ec2b848af" /><Relationship Type="http://schemas.openxmlformats.org/officeDocument/2006/relationships/image" Target="/ppt/media/image415.svg" Id="R84706f8e8c2a46af" /><Relationship Type="http://schemas.openxmlformats.org/officeDocument/2006/relationships/image" Target="/ppt/media/image416.png" Id="R25033be4b1de4553" /><Relationship Type="http://schemas.openxmlformats.org/officeDocument/2006/relationships/image" Target="/ppt/media/image416.svg" Id="R4e7f9d92c4b1417b" /><Relationship Type="http://schemas.openxmlformats.org/officeDocument/2006/relationships/image" Target="/ppt/media/image417.png" Id="Rabb19390d9d6412d" /><Relationship Type="http://schemas.openxmlformats.org/officeDocument/2006/relationships/image" Target="/ppt/media/image417.svg" Id="R4d7fca088ccb4b08" /><Relationship Type="http://schemas.openxmlformats.org/officeDocument/2006/relationships/image" Target="/ppt/media/image418.png" Id="R1e3d099a3c7e4de6" /><Relationship Type="http://schemas.openxmlformats.org/officeDocument/2006/relationships/image" Target="/ppt/media/image418.svg" Id="R2f3ad5d9e2784b22" /><Relationship Type="http://schemas.openxmlformats.org/officeDocument/2006/relationships/image" Target="/ppt/media/image419.png" Id="R40da0cf697914450" /><Relationship Type="http://schemas.openxmlformats.org/officeDocument/2006/relationships/image" Target="/ppt/media/image419.svg" Id="R6d98dc3d9ebe4d88" /><Relationship Type="http://schemas.openxmlformats.org/officeDocument/2006/relationships/image" Target="/ppt/media/image420.png" Id="Rd8d2b2029f834b9a" /><Relationship Type="http://schemas.openxmlformats.org/officeDocument/2006/relationships/image" Target="/ppt/media/image420.svg" Id="Rd856d6b2b4f64449" /><Relationship Type="http://schemas.openxmlformats.org/officeDocument/2006/relationships/notesSlide" Target="/ppt/notesSlides/notesSlide45.xml" Id="R71643da0a63a4f84" /></Relationships>
</file>

<file path=ppt/slides/_rels/slide4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81df13ce99346b8" /><Relationship Type="http://schemas.openxmlformats.org/officeDocument/2006/relationships/image" Target="/ppt/media/image421.png" Id="R1b8aa2b93c3a4ac0" /><Relationship Type="http://schemas.openxmlformats.org/officeDocument/2006/relationships/image" Target="/ppt/media/image421.svg" Id="R7230fe0699014931" /><Relationship Type="http://schemas.openxmlformats.org/officeDocument/2006/relationships/image" Target="/ppt/media/image422.png" Id="R343f3c8ffc1f4280" /><Relationship Type="http://schemas.openxmlformats.org/officeDocument/2006/relationships/image" Target="/ppt/media/image422.svg" Id="R34f323cbcc0b474c" /><Relationship Type="http://schemas.openxmlformats.org/officeDocument/2006/relationships/image" Target="/ppt/media/image423.png" Id="R272502a2373f427a" /><Relationship Type="http://schemas.openxmlformats.org/officeDocument/2006/relationships/image" Target="/ppt/media/image423.svg" Id="Re26927aba4d14c47" /><Relationship Type="http://schemas.openxmlformats.org/officeDocument/2006/relationships/image" Target="/ppt/media/image424.png" Id="Ra294322ed0164474" /><Relationship Type="http://schemas.openxmlformats.org/officeDocument/2006/relationships/image" Target="/ppt/media/image424.svg" Id="Raf5c7a5f71534c04" /><Relationship Type="http://schemas.openxmlformats.org/officeDocument/2006/relationships/image" Target="/ppt/media/image425.png" Id="Rdfefdd3c50ef4e71" /><Relationship Type="http://schemas.openxmlformats.org/officeDocument/2006/relationships/image" Target="/ppt/media/image425.svg" Id="R2f30819df402476a" /><Relationship Type="http://schemas.openxmlformats.org/officeDocument/2006/relationships/image" Target="/ppt/media/image426.png" Id="R15637be250df4cbc" /><Relationship Type="http://schemas.openxmlformats.org/officeDocument/2006/relationships/image" Target="/ppt/media/image426.svg" Id="R8dd36a48c5aa437f" /><Relationship Type="http://schemas.openxmlformats.org/officeDocument/2006/relationships/image" Target="/ppt/media/image427.png" Id="Rbbc3343fe81c4425" /><Relationship Type="http://schemas.openxmlformats.org/officeDocument/2006/relationships/image" Target="/ppt/media/image427.svg" Id="R62fe8ae2f65342d4" /><Relationship Type="http://schemas.openxmlformats.org/officeDocument/2006/relationships/image" Target="/ppt/media/image428.png" Id="R2763d516a4c64dd9" /><Relationship Type="http://schemas.openxmlformats.org/officeDocument/2006/relationships/image" Target="/ppt/media/image428.svg" Id="Rf28e5d1adce84147" /><Relationship Type="http://schemas.openxmlformats.org/officeDocument/2006/relationships/image" Target="/ppt/media/image429.png" Id="R9776f8a475264560" /><Relationship Type="http://schemas.openxmlformats.org/officeDocument/2006/relationships/image" Target="/ppt/media/image429.svg" Id="R4bac3830d297420e" /><Relationship Type="http://schemas.openxmlformats.org/officeDocument/2006/relationships/image" Target="/ppt/media/image430.png" Id="R67c905ec3b174947" /><Relationship Type="http://schemas.openxmlformats.org/officeDocument/2006/relationships/image" Target="/ppt/media/image430.svg" Id="R45b8c11e9dfd41bd" /><Relationship Type="http://schemas.openxmlformats.org/officeDocument/2006/relationships/image" Target="/ppt/media/image431.png" Id="Rf470cd7b3ffc4294" /><Relationship Type="http://schemas.openxmlformats.org/officeDocument/2006/relationships/image" Target="/ppt/media/image431.svg" Id="R07bf41cfb61d4698" /><Relationship Type="http://schemas.openxmlformats.org/officeDocument/2006/relationships/image" Target="/ppt/media/image432.png" Id="Ree55878a6396431f" /><Relationship Type="http://schemas.openxmlformats.org/officeDocument/2006/relationships/image" Target="/ppt/media/image432.svg" Id="R898716609b40419e" /><Relationship Type="http://schemas.openxmlformats.org/officeDocument/2006/relationships/image" Target="/ppt/media/image433.png" Id="R923990903c6c4a10" /><Relationship Type="http://schemas.openxmlformats.org/officeDocument/2006/relationships/image" Target="/ppt/media/image433.svg" Id="R3417bdb31df44c87" /><Relationship Type="http://schemas.openxmlformats.org/officeDocument/2006/relationships/notesSlide" Target="/ppt/notesSlides/notesSlide46.xml" Id="R066524eec06f4007" /></Relationships>
</file>

<file path=ppt/slides/_rels/slide4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a64a7c8885b4f87" /><Relationship Type="http://schemas.openxmlformats.org/officeDocument/2006/relationships/image" Target="/ppt/media/image434.png" Id="R6366af2a67684565" /><Relationship Type="http://schemas.openxmlformats.org/officeDocument/2006/relationships/image" Target="/ppt/media/image434.svg" Id="R7a08fafe38bc4a22" /><Relationship Type="http://schemas.openxmlformats.org/officeDocument/2006/relationships/image" Target="/ppt/media/image435.png" Id="R82fd3f1a91cf4a88" /><Relationship Type="http://schemas.openxmlformats.org/officeDocument/2006/relationships/image" Target="/ppt/media/image435.svg" Id="R1bfaf87805104140" /><Relationship Type="http://schemas.openxmlformats.org/officeDocument/2006/relationships/image" Target="/ppt/media/image436.png" Id="Rb650fd7f1ee34e01" /><Relationship Type="http://schemas.openxmlformats.org/officeDocument/2006/relationships/image" Target="/ppt/media/image436.svg" Id="R92506f0d52694d4e" /><Relationship Type="http://schemas.openxmlformats.org/officeDocument/2006/relationships/image" Target="/ppt/media/image437.png" Id="Rd7c9684cb0ab4db8" /><Relationship Type="http://schemas.openxmlformats.org/officeDocument/2006/relationships/image" Target="/ppt/media/image437.svg" Id="R694c3338b0b748de" /><Relationship Type="http://schemas.openxmlformats.org/officeDocument/2006/relationships/image" Target="/ppt/media/image438.png" Id="R361e845b87fd4fae" /><Relationship Type="http://schemas.openxmlformats.org/officeDocument/2006/relationships/image" Target="/ppt/media/image438.svg" Id="Rda64ecc3949a4d4d" /><Relationship Type="http://schemas.openxmlformats.org/officeDocument/2006/relationships/image" Target="/ppt/media/image439.png" Id="R1e94412f7e8e4bd9" /><Relationship Type="http://schemas.openxmlformats.org/officeDocument/2006/relationships/image" Target="/ppt/media/image439.svg" Id="Rfafacb525d5a4030" /><Relationship Type="http://schemas.openxmlformats.org/officeDocument/2006/relationships/image" Target="/ppt/media/image440.png" Id="R4ca943ab9a4c4eb1" /><Relationship Type="http://schemas.openxmlformats.org/officeDocument/2006/relationships/image" Target="/ppt/media/image440.svg" Id="Rd8bd550a8454454e" /><Relationship Type="http://schemas.openxmlformats.org/officeDocument/2006/relationships/image" Target="/ppt/media/image441.png" Id="R864ce6a440a84df7" /><Relationship Type="http://schemas.openxmlformats.org/officeDocument/2006/relationships/image" Target="/ppt/media/image441.svg" Id="R656c0f0d166144c0" /><Relationship Type="http://schemas.openxmlformats.org/officeDocument/2006/relationships/image" Target="/ppt/media/image442.png" Id="R2195dc41801f4e70" /><Relationship Type="http://schemas.openxmlformats.org/officeDocument/2006/relationships/image" Target="/ppt/media/image442.svg" Id="R5b098aa8aeec41ed" /><Relationship Type="http://schemas.openxmlformats.org/officeDocument/2006/relationships/image" Target="/ppt/media/image443.png" Id="R1583e39cff514473" /><Relationship Type="http://schemas.openxmlformats.org/officeDocument/2006/relationships/image" Target="/ppt/media/image443.svg" Id="R22f07cdb65854085" /><Relationship Type="http://schemas.openxmlformats.org/officeDocument/2006/relationships/image" Target="/ppt/media/image444.png" Id="Re76f421ccd5b42be" /><Relationship Type="http://schemas.openxmlformats.org/officeDocument/2006/relationships/image" Target="/ppt/media/image444.svg" Id="R5bc86d4cbf8b4640" /><Relationship Type="http://schemas.openxmlformats.org/officeDocument/2006/relationships/image" Target="/ppt/media/image445.png" Id="Rcf3adfb9f7384766" /><Relationship Type="http://schemas.openxmlformats.org/officeDocument/2006/relationships/image" Target="/ppt/media/image445.svg" Id="R801ae44f32cc4e08" /><Relationship Type="http://schemas.openxmlformats.org/officeDocument/2006/relationships/image" Target="/ppt/media/image446.png" Id="R5d209b4a34f249db" /><Relationship Type="http://schemas.openxmlformats.org/officeDocument/2006/relationships/image" Target="/ppt/media/image446.svg" Id="Rf4773318270d41ee" /><Relationship Type="http://schemas.openxmlformats.org/officeDocument/2006/relationships/image" Target="/ppt/media/image447.png" Id="R244475a791e54760" /><Relationship Type="http://schemas.openxmlformats.org/officeDocument/2006/relationships/image" Target="/ppt/media/image447.svg" Id="Ra6bae748eb6840c5" /><Relationship Type="http://schemas.openxmlformats.org/officeDocument/2006/relationships/notesSlide" Target="/ppt/notesSlides/notesSlide47.xml" Id="Rb7a5e81d921a4586" /></Relationships>
</file>

<file path=ppt/slides/_rels/slide4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21e94cb6003495e" /><Relationship Type="http://schemas.openxmlformats.org/officeDocument/2006/relationships/image" Target="/ppt/media/image448.png" Id="R00a00d5bc43b4f72" /><Relationship Type="http://schemas.openxmlformats.org/officeDocument/2006/relationships/image" Target="/ppt/media/image448.svg" Id="R6b2dc43f67a24fc5" /><Relationship Type="http://schemas.openxmlformats.org/officeDocument/2006/relationships/image" Target="/ppt/media/image449.png" Id="Rb734b683302e4442" /><Relationship Type="http://schemas.openxmlformats.org/officeDocument/2006/relationships/image" Target="/ppt/media/image449.svg" Id="Raab32553d4f94ba4" /><Relationship Type="http://schemas.openxmlformats.org/officeDocument/2006/relationships/image" Target="/ppt/media/image450.png" Id="Ref834e42fd894661" /><Relationship Type="http://schemas.openxmlformats.org/officeDocument/2006/relationships/image" Target="/ppt/media/image450.svg" Id="R1af51299ab124cf5" /><Relationship Type="http://schemas.openxmlformats.org/officeDocument/2006/relationships/image" Target="/ppt/media/image451.png" Id="R8e0a646494964278" /><Relationship Type="http://schemas.openxmlformats.org/officeDocument/2006/relationships/image" Target="/ppt/media/image451.svg" Id="R47ab4d4b5f9347b5" /><Relationship Type="http://schemas.openxmlformats.org/officeDocument/2006/relationships/image" Target="/ppt/media/image452.png" Id="Ra06027af70244a76" /><Relationship Type="http://schemas.openxmlformats.org/officeDocument/2006/relationships/image" Target="/ppt/media/image452.svg" Id="R18f3f13a6eed4c58" /><Relationship Type="http://schemas.openxmlformats.org/officeDocument/2006/relationships/image" Target="/ppt/media/image453.png" Id="Rdfec8b4087fb4a52" /><Relationship Type="http://schemas.openxmlformats.org/officeDocument/2006/relationships/image" Target="/ppt/media/image453.svg" Id="Rbd2eb30807b34f02" /><Relationship Type="http://schemas.openxmlformats.org/officeDocument/2006/relationships/image" Target="/ppt/media/image454.png" Id="Rce43a0b2782d40c2" /><Relationship Type="http://schemas.openxmlformats.org/officeDocument/2006/relationships/image" Target="/ppt/media/image454.svg" Id="R2bdd06ab6de0441e" /><Relationship Type="http://schemas.openxmlformats.org/officeDocument/2006/relationships/image" Target="/ppt/media/image455.png" Id="Ra246d5a383104b16" /><Relationship Type="http://schemas.openxmlformats.org/officeDocument/2006/relationships/image" Target="/ppt/media/image455.svg" Id="R648ab0eff39049f1" /><Relationship Type="http://schemas.openxmlformats.org/officeDocument/2006/relationships/image" Target="/ppt/media/image456.png" Id="R3fa3d0b36478414c" /><Relationship Type="http://schemas.openxmlformats.org/officeDocument/2006/relationships/image" Target="/ppt/media/image456.svg" Id="R81362544f8174e0b" /><Relationship Type="http://schemas.openxmlformats.org/officeDocument/2006/relationships/image" Target="/ppt/media/image457.png" Id="R04eaa499d6e04be6" /><Relationship Type="http://schemas.openxmlformats.org/officeDocument/2006/relationships/image" Target="/ppt/media/image457.svg" Id="R97b9c42a8e924be0" /><Relationship Type="http://schemas.openxmlformats.org/officeDocument/2006/relationships/image" Target="/ppt/media/image458.png" Id="Re1710b687ab64f20" /><Relationship Type="http://schemas.openxmlformats.org/officeDocument/2006/relationships/image" Target="/ppt/media/image458.svg" Id="R3d352faba1024c20" /><Relationship Type="http://schemas.openxmlformats.org/officeDocument/2006/relationships/image" Target="/ppt/media/image459.png" Id="R2cc47b80a24b408e" /><Relationship Type="http://schemas.openxmlformats.org/officeDocument/2006/relationships/image" Target="/ppt/media/image459.svg" Id="R876c3baa677541b3" /><Relationship Type="http://schemas.openxmlformats.org/officeDocument/2006/relationships/image" Target="/ppt/media/image460.png" Id="Rfd0039202829424d" /><Relationship Type="http://schemas.openxmlformats.org/officeDocument/2006/relationships/image" Target="/ppt/media/image460.svg" Id="R97d01b63e73f4451" /><Relationship Type="http://schemas.openxmlformats.org/officeDocument/2006/relationships/image" Target="/ppt/media/image461.png" Id="Rc5dec0dc0d4c4873" /><Relationship Type="http://schemas.openxmlformats.org/officeDocument/2006/relationships/image" Target="/ppt/media/image461.svg" Id="R1d7c1c17352246ab" /><Relationship Type="http://schemas.openxmlformats.org/officeDocument/2006/relationships/image" Target="/ppt/media/image462.png" Id="R43dd10d4e80b4cb8" /><Relationship Type="http://schemas.openxmlformats.org/officeDocument/2006/relationships/image" Target="/ppt/media/image462.svg" Id="Rd8946a52581f4c9f" /><Relationship Type="http://schemas.openxmlformats.org/officeDocument/2006/relationships/notesSlide" Target="/ppt/notesSlides/notesSlide48.xml" Id="R88446f317a52469e" /></Relationships>
</file>

<file path=ppt/slides/_rels/slide4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01782c73e894b62" /><Relationship Type="http://schemas.openxmlformats.org/officeDocument/2006/relationships/notesSlide" Target="/ppt/notesSlides/notesSlide49.xml" Id="R537904be47a94b13" /></Relationships>
</file>

<file path=ppt/slides/_rels/slide5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af0a0d487774862" /><Relationship Type="http://schemas.openxmlformats.org/officeDocument/2006/relationships/image" Target="/ppt/media/image463.png" Id="Ra72d73ddc4ae4051" /><Relationship Type="http://schemas.openxmlformats.org/officeDocument/2006/relationships/image" Target="/ppt/media/image463.svg" Id="Ra9a48ff4e8a2488c" /><Relationship Type="http://schemas.openxmlformats.org/officeDocument/2006/relationships/image" Target="/ppt/media/image464.png" Id="R5b252b314cdb44a2" /><Relationship Type="http://schemas.openxmlformats.org/officeDocument/2006/relationships/image" Target="/ppt/media/image464.svg" Id="Re0f188a68b0e41bf" /><Relationship Type="http://schemas.openxmlformats.org/officeDocument/2006/relationships/image" Target="/ppt/media/image465.png" Id="Rc335731b97a640d2" /><Relationship Type="http://schemas.openxmlformats.org/officeDocument/2006/relationships/image" Target="/ppt/media/image465.svg" Id="R458bb8991e614b3c" /><Relationship Type="http://schemas.openxmlformats.org/officeDocument/2006/relationships/image" Target="/ppt/media/image466.png" Id="R61ecd6b19e3b4215" /><Relationship Type="http://schemas.openxmlformats.org/officeDocument/2006/relationships/image" Target="/ppt/media/image466.svg" Id="R417107a0db724c5d" /><Relationship Type="http://schemas.openxmlformats.org/officeDocument/2006/relationships/image" Target="/ppt/media/image467.png" Id="R2648b4fab0f84675" /><Relationship Type="http://schemas.openxmlformats.org/officeDocument/2006/relationships/image" Target="/ppt/media/image467.svg" Id="Rb512a6c292c34960" /><Relationship Type="http://schemas.openxmlformats.org/officeDocument/2006/relationships/image" Target="/ppt/media/image468.png" Id="R10143ff118aa4822" /><Relationship Type="http://schemas.openxmlformats.org/officeDocument/2006/relationships/image" Target="/ppt/media/image468.svg" Id="Re6212909dbb24745" /><Relationship Type="http://schemas.openxmlformats.org/officeDocument/2006/relationships/image" Target="/ppt/media/image469.png" Id="Rfc952161b8b34a92" /><Relationship Type="http://schemas.openxmlformats.org/officeDocument/2006/relationships/image" Target="/ppt/media/image469.svg" Id="R662f16457e6b4f1a" /><Relationship Type="http://schemas.openxmlformats.org/officeDocument/2006/relationships/notesSlide" Target="/ppt/notesSlides/notesSlide50.xml" Id="R401acc36860a4c91" /></Relationships>
</file>

<file path=ppt/slides/_rels/slide5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ed050f08f2c420a" /><Relationship Type="http://schemas.openxmlformats.org/officeDocument/2006/relationships/image" Target="/ppt/media/image470.png" Id="R4018501fbd9e4fc2" /><Relationship Type="http://schemas.openxmlformats.org/officeDocument/2006/relationships/image" Target="/ppt/media/image470.svg" Id="R99a6d21fb43444d5" /><Relationship Type="http://schemas.openxmlformats.org/officeDocument/2006/relationships/image" Target="/ppt/media/image471.png" Id="R6b2cfe5772494a36" /><Relationship Type="http://schemas.openxmlformats.org/officeDocument/2006/relationships/image" Target="/ppt/media/image471.svg" Id="R94b57e3dcb554e1e" /><Relationship Type="http://schemas.openxmlformats.org/officeDocument/2006/relationships/image" Target="/ppt/media/image472.png" Id="R6d6c72cc3c694e87" /><Relationship Type="http://schemas.openxmlformats.org/officeDocument/2006/relationships/image" Target="/ppt/media/image472.svg" Id="R148525f359304326" /><Relationship Type="http://schemas.openxmlformats.org/officeDocument/2006/relationships/image" Target="/ppt/media/image473.png" Id="R3bb885e52d6a4510" /><Relationship Type="http://schemas.openxmlformats.org/officeDocument/2006/relationships/image" Target="/ppt/media/image473.svg" Id="R8abed2ee0a5d47c9" /><Relationship Type="http://schemas.openxmlformats.org/officeDocument/2006/relationships/image" Target="/ppt/media/image474.png" Id="R3c9cc0e25b4b40d2" /><Relationship Type="http://schemas.openxmlformats.org/officeDocument/2006/relationships/image" Target="/ppt/media/image474.svg" Id="Rdfd8dd6c91ae4720" /><Relationship Type="http://schemas.openxmlformats.org/officeDocument/2006/relationships/image" Target="/ppt/media/image475.png" Id="R3a39d7a0bc234161" /><Relationship Type="http://schemas.openxmlformats.org/officeDocument/2006/relationships/image" Target="/ppt/media/image475.svg" Id="R4359be1da68148ee" /><Relationship Type="http://schemas.openxmlformats.org/officeDocument/2006/relationships/image" Target="/ppt/media/image476.png" Id="Ra85f250d543c42fc" /><Relationship Type="http://schemas.openxmlformats.org/officeDocument/2006/relationships/image" Target="/ppt/media/image476.svg" Id="R9e6827702c734453" /><Relationship Type="http://schemas.openxmlformats.org/officeDocument/2006/relationships/image" Target="/ppt/media/image477.png" Id="R97d50a4a36a94291" /><Relationship Type="http://schemas.openxmlformats.org/officeDocument/2006/relationships/image" Target="/ppt/media/image477.svg" Id="R583f16fd70d2497a" /><Relationship Type="http://schemas.openxmlformats.org/officeDocument/2006/relationships/notesSlide" Target="/ppt/notesSlides/notesSlide51.xml" Id="R6ba201bdde304d09" /></Relationships>
</file>

<file path=ppt/slides/_rels/slide5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ed40f11fc484799" /><Relationship Type="http://schemas.openxmlformats.org/officeDocument/2006/relationships/image" Target="/ppt/media/image478.png" Id="Rcb5b7e1ae55142a4" /><Relationship Type="http://schemas.openxmlformats.org/officeDocument/2006/relationships/image" Target="/ppt/media/image478.svg" Id="Rd461170f6aba4aad" /><Relationship Type="http://schemas.openxmlformats.org/officeDocument/2006/relationships/image" Target="/ppt/media/image479.png" Id="R0f8f4d82b5a24af3" /><Relationship Type="http://schemas.openxmlformats.org/officeDocument/2006/relationships/image" Target="/ppt/media/image479.svg" Id="R95d9731655b94ace" /><Relationship Type="http://schemas.openxmlformats.org/officeDocument/2006/relationships/image" Target="/ppt/media/image480.png" Id="R4791321f6a7d42fe" /><Relationship Type="http://schemas.openxmlformats.org/officeDocument/2006/relationships/image" Target="/ppt/media/image480.svg" Id="R9c6d1de310344f8f" /><Relationship Type="http://schemas.openxmlformats.org/officeDocument/2006/relationships/image" Target="/ppt/media/image481.png" Id="Rec5b6dc5984e4f8b" /><Relationship Type="http://schemas.openxmlformats.org/officeDocument/2006/relationships/image" Target="/ppt/media/image481.svg" Id="R112bcf68b1934d07" /><Relationship Type="http://schemas.openxmlformats.org/officeDocument/2006/relationships/image" Target="/ppt/media/image482.png" Id="R5fc45858301f485c" /><Relationship Type="http://schemas.openxmlformats.org/officeDocument/2006/relationships/image" Target="/ppt/media/image482.svg" Id="R48010082d18e451d" /><Relationship Type="http://schemas.openxmlformats.org/officeDocument/2006/relationships/image" Target="/ppt/media/image483.png" Id="R1fc46c75d90044b3" /><Relationship Type="http://schemas.openxmlformats.org/officeDocument/2006/relationships/image" Target="/ppt/media/image483.svg" Id="Rb1abce357cd5414f" /><Relationship Type="http://schemas.openxmlformats.org/officeDocument/2006/relationships/image" Target="/ppt/media/image484.png" Id="Rf7dc1e122d8a4f23" /><Relationship Type="http://schemas.openxmlformats.org/officeDocument/2006/relationships/image" Target="/ppt/media/image484.svg" Id="R729446f903aa4a4b" /><Relationship Type="http://schemas.openxmlformats.org/officeDocument/2006/relationships/image" Target="/ppt/media/image485.png" Id="R237141963d5e44f1" /><Relationship Type="http://schemas.openxmlformats.org/officeDocument/2006/relationships/image" Target="/ppt/media/image485.svg" Id="R391a0b04eab449c8" /><Relationship Type="http://schemas.openxmlformats.org/officeDocument/2006/relationships/image" Target="/ppt/media/image486.png" Id="Re4abd5ff454b48ad" /><Relationship Type="http://schemas.openxmlformats.org/officeDocument/2006/relationships/image" Target="/ppt/media/image486.svg" Id="R9d241bbefd064912" /><Relationship Type="http://schemas.openxmlformats.org/officeDocument/2006/relationships/notesSlide" Target="/ppt/notesSlides/notesSlide52.xml" Id="R51d0cf65dec54649" /></Relationships>
</file>

<file path=ppt/slides/_rels/slide5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1be7cc94ffc4ecf" /><Relationship Type="http://schemas.openxmlformats.org/officeDocument/2006/relationships/image" Target="/ppt/media/image487.png" Id="R9188d7dd0ece4b15" /><Relationship Type="http://schemas.openxmlformats.org/officeDocument/2006/relationships/image" Target="/ppt/media/image487.svg" Id="Raeb631215a94481f" /><Relationship Type="http://schemas.openxmlformats.org/officeDocument/2006/relationships/image" Target="/ppt/media/image488.png" Id="Rc8109fa2b3d644af" /><Relationship Type="http://schemas.openxmlformats.org/officeDocument/2006/relationships/image" Target="/ppt/media/image488.svg" Id="Ra1fb2c6b4dd34593" /><Relationship Type="http://schemas.openxmlformats.org/officeDocument/2006/relationships/image" Target="/ppt/media/image489.png" Id="R23b453fc00044901" /><Relationship Type="http://schemas.openxmlformats.org/officeDocument/2006/relationships/image" Target="/ppt/media/image489.svg" Id="Rfc8a5a42f79245cf" /><Relationship Type="http://schemas.openxmlformats.org/officeDocument/2006/relationships/image" Target="/ppt/media/image490.png" Id="R1129c9cd912843fb" /><Relationship Type="http://schemas.openxmlformats.org/officeDocument/2006/relationships/image" Target="/ppt/media/image490.svg" Id="R23c850a82938444e" /><Relationship Type="http://schemas.openxmlformats.org/officeDocument/2006/relationships/image" Target="/ppt/media/image491.png" Id="R84511d815b514c6f" /><Relationship Type="http://schemas.openxmlformats.org/officeDocument/2006/relationships/image" Target="/ppt/media/image491.svg" Id="R7ec60e0f61dd4146" /><Relationship Type="http://schemas.openxmlformats.org/officeDocument/2006/relationships/image" Target="/ppt/media/image492.png" Id="R91a506bb4a9c40b8" /><Relationship Type="http://schemas.openxmlformats.org/officeDocument/2006/relationships/image" Target="/ppt/media/image492.svg" Id="R433a343ae3164de6" /><Relationship Type="http://schemas.openxmlformats.org/officeDocument/2006/relationships/image" Target="/ppt/media/image493.png" Id="R62437692d67d4715" /><Relationship Type="http://schemas.openxmlformats.org/officeDocument/2006/relationships/image" Target="/ppt/media/image493.svg" Id="R421e1457041144a6" /><Relationship Type="http://schemas.openxmlformats.org/officeDocument/2006/relationships/image" Target="/ppt/media/image494.png" Id="R7d4cf67ba90c44db" /><Relationship Type="http://schemas.openxmlformats.org/officeDocument/2006/relationships/image" Target="/ppt/media/image494.svg" Id="R52f9b7e111284787" /><Relationship Type="http://schemas.openxmlformats.org/officeDocument/2006/relationships/image" Target="/ppt/media/image495.png" Id="R05d42603a9924688" /><Relationship Type="http://schemas.openxmlformats.org/officeDocument/2006/relationships/image" Target="/ppt/media/image495.svg" Id="R9f661804dfc443c0" /><Relationship Type="http://schemas.openxmlformats.org/officeDocument/2006/relationships/image" Target="/ppt/media/image496.png" Id="Rcc010f1a8b484244" /><Relationship Type="http://schemas.openxmlformats.org/officeDocument/2006/relationships/image" Target="/ppt/media/image496.svg" Id="Re82937988ba14aeb" /><Relationship Type="http://schemas.openxmlformats.org/officeDocument/2006/relationships/notesSlide" Target="/ppt/notesSlides/notesSlide53.xml" Id="R5e14c1f0e7d34ce8" /></Relationships>
</file>

<file path=ppt/slides/_rels/slide5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0bc16c17a9b4005" /><Relationship Type="http://schemas.openxmlformats.org/officeDocument/2006/relationships/image" Target="/ppt/media/image497.png" Id="R2372b1fd279a46df" /><Relationship Type="http://schemas.openxmlformats.org/officeDocument/2006/relationships/image" Target="/ppt/media/image497.svg" Id="Rc97d036852cb48f3" /><Relationship Type="http://schemas.openxmlformats.org/officeDocument/2006/relationships/image" Target="/ppt/media/image498.png" Id="R17a20c11916e45ff" /><Relationship Type="http://schemas.openxmlformats.org/officeDocument/2006/relationships/image" Target="/ppt/media/image498.svg" Id="Ra90d9c6f1ed449b5" /><Relationship Type="http://schemas.openxmlformats.org/officeDocument/2006/relationships/image" Target="/ppt/media/image499.png" Id="R5e597a88fbfe43f1" /><Relationship Type="http://schemas.openxmlformats.org/officeDocument/2006/relationships/image" Target="/ppt/media/image499.svg" Id="R9167c78687a54678" /><Relationship Type="http://schemas.openxmlformats.org/officeDocument/2006/relationships/image" Target="/ppt/media/image500.png" Id="Rbbc232ebd40b4bc0" /><Relationship Type="http://schemas.openxmlformats.org/officeDocument/2006/relationships/image" Target="/ppt/media/image500.svg" Id="R5baca4d3fe3b484e" /><Relationship Type="http://schemas.openxmlformats.org/officeDocument/2006/relationships/image" Target="/ppt/media/image501.png" Id="Rc66bf207ff704321" /><Relationship Type="http://schemas.openxmlformats.org/officeDocument/2006/relationships/image" Target="/ppt/media/image501.svg" Id="R50ea89f869e84a5d" /><Relationship Type="http://schemas.openxmlformats.org/officeDocument/2006/relationships/image" Target="/ppt/media/image502.png" Id="R7cc94989e11041fc" /><Relationship Type="http://schemas.openxmlformats.org/officeDocument/2006/relationships/image" Target="/ppt/media/image502.svg" Id="R73ff3aac49044aec" /><Relationship Type="http://schemas.openxmlformats.org/officeDocument/2006/relationships/image" Target="/ppt/media/image503.png" Id="Ra928efbb215b4a7f" /><Relationship Type="http://schemas.openxmlformats.org/officeDocument/2006/relationships/image" Target="/ppt/media/image503.svg" Id="R81cb4c1e87d3488a" /><Relationship Type="http://schemas.openxmlformats.org/officeDocument/2006/relationships/image" Target="/ppt/media/image504.png" Id="R905fb2758784417b" /><Relationship Type="http://schemas.openxmlformats.org/officeDocument/2006/relationships/image" Target="/ppt/media/image504.svg" Id="R9bf94f4b17af4ac0" /><Relationship Type="http://schemas.openxmlformats.org/officeDocument/2006/relationships/image" Target="/ppt/media/image505.png" Id="R1d151363ae8b4010" /><Relationship Type="http://schemas.openxmlformats.org/officeDocument/2006/relationships/image" Target="/ppt/media/image505.svg" Id="R4b171fd1707a4e1c" /><Relationship Type="http://schemas.openxmlformats.org/officeDocument/2006/relationships/image" Target="/ppt/media/image506.png" Id="Rd148e49f1b674761" /><Relationship Type="http://schemas.openxmlformats.org/officeDocument/2006/relationships/image" Target="/ppt/media/image506.svg" Id="Rbdc415b81aeb4c0b" /><Relationship Type="http://schemas.openxmlformats.org/officeDocument/2006/relationships/image" Target="/ppt/media/image507.png" Id="Rdeb663c44b294bdb" /><Relationship Type="http://schemas.openxmlformats.org/officeDocument/2006/relationships/image" Target="/ppt/media/image507.svg" Id="R1584b05cf33049bb" /><Relationship Type="http://schemas.openxmlformats.org/officeDocument/2006/relationships/notesSlide" Target="/ppt/notesSlides/notesSlide54.xml" Id="R920ee98555364d61" /></Relationships>
</file>

<file path=ppt/slides/_rels/slide5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34664613bb04760" /><Relationship Type="http://schemas.openxmlformats.org/officeDocument/2006/relationships/image" Target="/ppt/media/image508.png" Id="R83192e9830514ef4" /><Relationship Type="http://schemas.openxmlformats.org/officeDocument/2006/relationships/image" Target="/ppt/media/image508.svg" Id="R0ccf15522aef4052" /><Relationship Type="http://schemas.openxmlformats.org/officeDocument/2006/relationships/image" Target="/ppt/media/image509.png" Id="R4c39660e8f5c4c1b" /><Relationship Type="http://schemas.openxmlformats.org/officeDocument/2006/relationships/image" Target="/ppt/media/image509.svg" Id="R3cb61cc458f140a1" /><Relationship Type="http://schemas.openxmlformats.org/officeDocument/2006/relationships/image" Target="/ppt/media/image510.png" Id="R705f3553ea8e4c8b" /><Relationship Type="http://schemas.openxmlformats.org/officeDocument/2006/relationships/image" Target="/ppt/media/image510.svg" Id="R938c7e46c4a34c9d" /><Relationship Type="http://schemas.openxmlformats.org/officeDocument/2006/relationships/image" Target="/ppt/media/image511.png" Id="Reca1f8ea3f0d47e7" /><Relationship Type="http://schemas.openxmlformats.org/officeDocument/2006/relationships/image" Target="/ppt/media/image511.svg" Id="R056bd1d5089b465d" /><Relationship Type="http://schemas.openxmlformats.org/officeDocument/2006/relationships/image" Target="/ppt/media/image512.png" Id="R50ad97d5b2df4a69" /><Relationship Type="http://schemas.openxmlformats.org/officeDocument/2006/relationships/image" Target="/ppt/media/image512.svg" Id="R23bd4655b4a14c5c" /><Relationship Type="http://schemas.openxmlformats.org/officeDocument/2006/relationships/image" Target="/ppt/media/image513.png" Id="Rc55e111c53d446c5" /><Relationship Type="http://schemas.openxmlformats.org/officeDocument/2006/relationships/image" Target="/ppt/media/image513.svg" Id="Rbc4236deefa74801" /><Relationship Type="http://schemas.openxmlformats.org/officeDocument/2006/relationships/image" Target="/ppt/media/image514.png" Id="R68b2db23c5d54ed1" /><Relationship Type="http://schemas.openxmlformats.org/officeDocument/2006/relationships/image" Target="/ppt/media/image514.svg" Id="Rbad73e1f550c4b1c" /><Relationship Type="http://schemas.openxmlformats.org/officeDocument/2006/relationships/image" Target="/ppt/media/image515.png" Id="Ra1ad23bf64f64b90" /><Relationship Type="http://schemas.openxmlformats.org/officeDocument/2006/relationships/image" Target="/ppt/media/image515.svg" Id="R3d58d7e7627e4655" /><Relationship Type="http://schemas.openxmlformats.org/officeDocument/2006/relationships/image" Target="/ppt/media/image516.png" Id="R3a93f546f0d04a69" /><Relationship Type="http://schemas.openxmlformats.org/officeDocument/2006/relationships/image" Target="/ppt/media/image516.svg" Id="R4d9e0d486b8349c5" /><Relationship Type="http://schemas.openxmlformats.org/officeDocument/2006/relationships/image" Target="/ppt/media/image517.png" Id="Re9365584ca2b4ebd" /><Relationship Type="http://schemas.openxmlformats.org/officeDocument/2006/relationships/image" Target="/ppt/media/image517.svg" Id="R278022b769bb4ab4" /><Relationship Type="http://schemas.openxmlformats.org/officeDocument/2006/relationships/image" Target="/ppt/media/image518.png" Id="R4be0d027c11b4803" /><Relationship Type="http://schemas.openxmlformats.org/officeDocument/2006/relationships/image" Target="/ppt/media/image518.svg" Id="R400d505047084e57" /><Relationship Type="http://schemas.openxmlformats.org/officeDocument/2006/relationships/image" Target="/ppt/media/image519.png" Id="R0b39273eee9c4dcf" /><Relationship Type="http://schemas.openxmlformats.org/officeDocument/2006/relationships/image" Target="/ppt/media/image519.svg" Id="Rf7d49907580d4828" /><Relationship Type="http://schemas.openxmlformats.org/officeDocument/2006/relationships/notesSlide" Target="/ppt/notesSlides/notesSlide55.xml" Id="R76eeb6e713814ba5" /></Relationships>
</file>

<file path=ppt/slides/_rels/slide5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1c91e5c8dca42ca" /><Relationship Type="http://schemas.openxmlformats.org/officeDocument/2006/relationships/image" Target="/ppt/media/image520.png" Id="R0e95a2e48e144e13" /><Relationship Type="http://schemas.openxmlformats.org/officeDocument/2006/relationships/image" Target="/ppt/media/image520.svg" Id="Rfec90134063a48f7" /><Relationship Type="http://schemas.openxmlformats.org/officeDocument/2006/relationships/image" Target="/ppt/media/image521.png" Id="Rd1966a6ec9cb43b3" /><Relationship Type="http://schemas.openxmlformats.org/officeDocument/2006/relationships/image" Target="/ppt/media/image521.svg" Id="R3235bffb62364f93" /><Relationship Type="http://schemas.openxmlformats.org/officeDocument/2006/relationships/image" Target="/ppt/media/image522.png" Id="R0b3cf5f2a27541bb" /><Relationship Type="http://schemas.openxmlformats.org/officeDocument/2006/relationships/image" Target="/ppt/media/image522.svg" Id="Re3a04593390142d3" /><Relationship Type="http://schemas.openxmlformats.org/officeDocument/2006/relationships/image" Target="/ppt/media/image523.png" Id="R589fe59cfc9443c7" /><Relationship Type="http://schemas.openxmlformats.org/officeDocument/2006/relationships/image" Target="/ppt/media/image523.svg" Id="R6177b6d02aa54aee" /><Relationship Type="http://schemas.openxmlformats.org/officeDocument/2006/relationships/image" Target="/ppt/media/image524.png" Id="R5d14e62118724d7a" /><Relationship Type="http://schemas.openxmlformats.org/officeDocument/2006/relationships/image" Target="/ppt/media/image524.svg" Id="R3c6ae8f989fb4374" /><Relationship Type="http://schemas.openxmlformats.org/officeDocument/2006/relationships/image" Target="/ppt/media/image525.png" Id="Rb577f9c19cbd41b4" /><Relationship Type="http://schemas.openxmlformats.org/officeDocument/2006/relationships/image" Target="/ppt/media/image525.svg" Id="R84c9ce511cbb4563" /><Relationship Type="http://schemas.openxmlformats.org/officeDocument/2006/relationships/image" Target="/ppt/media/image526.png" Id="Rf2127db666e249d0" /><Relationship Type="http://schemas.openxmlformats.org/officeDocument/2006/relationships/image" Target="/ppt/media/image526.svg" Id="R29ca1856a9194719" /><Relationship Type="http://schemas.openxmlformats.org/officeDocument/2006/relationships/image" Target="/ppt/media/image527.png" Id="R0848fedbdf3f45b6" /><Relationship Type="http://schemas.openxmlformats.org/officeDocument/2006/relationships/image" Target="/ppt/media/image527.svg" Id="Reddf947f71354556" /><Relationship Type="http://schemas.openxmlformats.org/officeDocument/2006/relationships/image" Target="/ppt/media/image528.png" Id="R83f4ef92cea347d1" /><Relationship Type="http://schemas.openxmlformats.org/officeDocument/2006/relationships/image" Target="/ppt/media/image528.svg" Id="R2ecb43ad23344da9" /><Relationship Type="http://schemas.openxmlformats.org/officeDocument/2006/relationships/image" Target="/ppt/media/image529.png" Id="R89ccc3031c8b44a7" /><Relationship Type="http://schemas.openxmlformats.org/officeDocument/2006/relationships/image" Target="/ppt/media/image529.svg" Id="R9800eb2514d7451a" /><Relationship Type="http://schemas.openxmlformats.org/officeDocument/2006/relationships/image" Target="/ppt/media/image530.png" Id="R6290c1044ec3451d" /><Relationship Type="http://schemas.openxmlformats.org/officeDocument/2006/relationships/image" Target="/ppt/media/image530.svg" Id="R67870480114a412c" /><Relationship Type="http://schemas.openxmlformats.org/officeDocument/2006/relationships/image" Target="/ppt/media/image531.png" Id="Rc33cb2488ab74bd7" /><Relationship Type="http://schemas.openxmlformats.org/officeDocument/2006/relationships/image" Target="/ppt/media/image531.svg" Id="Reebb75f2c1a546ff" /><Relationship Type="http://schemas.openxmlformats.org/officeDocument/2006/relationships/image" Target="/ppt/media/image532.png" Id="Rf1963eb6f0fb464b" /><Relationship Type="http://schemas.openxmlformats.org/officeDocument/2006/relationships/image" Target="/ppt/media/image532.svg" Id="R30162ce8efb8419e" /><Relationship Type="http://schemas.openxmlformats.org/officeDocument/2006/relationships/notesSlide" Target="/ppt/notesSlides/notesSlide56.xml" Id="R1b96746e75cb43b7" /></Relationships>
</file>

<file path=ppt/slides/_rels/slide5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57597d66fa04ab5" /><Relationship Type="http://schemas.openxmlformats.org/officeDocument/2006/relationships/notesSlide" Target="/ppt/notesSlides/notesSlide57.xml" Id="R286d6b9c2a9341dc" /></Relationships>
</file>

<file path=ppt/slides/_rels/slide5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74697da220341e0" /><Relationship Type="http://schemas.openxmlformats.org/officeDocument/2006/relationships/image" Target="/ppt/media/image533.png" Id="R523a69a4321a472b" /><Relationship Type="http://schemas.openxmlformats.org/officeDocument/2006/relationships/image" Target="/ppt/media/image533.svg" Id="R9831396ac5ce47ad" /><Relationship Type="http://schemas.openxmlformats.org/officeDocument/2006/relationships/image" Target="/ppt/media/image534.png" Id="R71c082f8206f424e" /><Relationship Type="http://schemas.openxmlformats.org/officeDocument/2006/relationships/image" Target="/ppt/media/image534.svg" Id="R5e69800fbbf24198" /><Relationship Type="http://schemas.openxmlformats.org/officeDocument/2006/relationships/image" Target="/ppt/media/image535.png" Id="R13db2f4b7ddd47b0" /><Relationship Type="http://schemas.openxmlformats.org/officeDocument/2006/relationships/image" Target="/ppt/media/image535.svg" Id="R84887888e05b4b16" /><Relationship Type="http://schemas.openxmlformats.org/officeDocument/2006/relationships/image" Target="/ppt/media/image536.png" Id="R3f4f2c05222d46e3" /><Relationship Type="http://schemas.openxmlformats.org/officeDocument/2006/relationships/image" Target="/ppt/media/image536.svg" Id="R42913a85e9644338" /><Relationship Type="http://schemas.openxmlformats.org/officeDocument/2006/relationships/image" Target="/ppt/media/image537.png" Id="R37a0b9e6af8a49f5" /><Relationship Type="http://schemas.openxmlformats.org/officeDocument/2006/relationships/image" Target="/ppt/media/image537.svg" Id="R738ec9bb815f4627" /><Relationship Type="http://schemas.openxmlformats.org/officeDocument/2006/relationships/image" Target="/ppt/media/image538.png" Id="Reb45b5f68bc54d78" /><Relationship Type="http://schemas.openxmlformats.org/officeDocument/2006/relationships/image" Target="/ppt/media/image538.svg" Id="Rf616b502e6344c5c" /><Relationship Type="http://schemas.openxmlformats.org/officeDocument/2006/relationships/image" Target="/ppt/media/image539.png" Id="R626aad1275474276" /><Relationship Type="http://schemas.openxmlformats.org/officeDocument/2006/relationships/image" Target="/ppt/media/image539.svg" Id="R25d692e808034aea" /><Relationship Type="http://schemas.openxmlformats.org/officeDocument/2006/relationships/image" Target="/ppt/media/image540.png" Id="Rbb57f459c2544062" /><Relationship Type="http://schemas.openxmlformats.org/officeDocument/2006/relationships/image" Target="/ppt/media/image540.svg" Id="Re28575aef5f542d5" /><Relationship Type="http://schemas.openxmlformats.org/officeDocument/2006/relationships/image" Target="/ppt/media/image541.png" Id="Rc75b699211aa40c7" /><Relationship Type="http://schemas.openxmlformats.org/officeDocument/2006/relationships/image" Target="/ppt/media/image541.svg" Id="R4d10ba240d3b4ae0" /><Relationship Type="http://schemas.openxmlformats.org/officeDocument/2006/relationships/notesSlide" Target="/ppt/notesSlides/notesSlide58.xml" Id="R52c643e3e81c4c84" /></Relationships>
</file>

<file path=ppt/slides/_rels/slide5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bd5b8f584d14bf4" /><Relationship Type="http://schemas.openxmlformats.org/officeDocument/2006/relationships/image" Target="/ppt/media/image542.png" Id="R00e268e205a04d93" /><Relationship Type="http://schemas.openxmlformats.org/officeDocument/2006/relationships/image" Target="/ppt/media/image542.svg" Id="Raf952fe913794d75" /><Relationship Type="http://schemas.openxmlformats.org/officeDocument/2006/relationships/image" Target="/ppt/media/image543.png" Id="Rd8567070b9674f30" /><Relationship Type="http://schemas.openxmlformats.org/officeDocument/2006/relationships/image" Target="/ppt/media/image543.svg" Id="R55a990096aad4ae4" /><Relationship Type="http://schemas.openxmlformats.org/officeDocument/2006/relationships/image" Target="/ppt/media/image544.png" Id="Ra1be7b135189499e" /><Relationship Type="http://schemas.openxmlformats.org/officeDocument/2006/relationships/image" Target="/ppt/media/image544.svg" Id="Reaed0a5ee887451e" /><Relationship Type="http://schemas.openxmlformats.org/officeDocument/2006/relationships/image" Target="/ppt/media/image545.png" Id="R27488d285b3f4b45" /><Relationship Type="http://schemas.openxmlformats.org/officeDocument/2006/relationships/image" Target="/ppt/media/image545.svg" Id="R0021cbb124f74118" /><Relationship Type="http://schemas.openxmlformats.org/officeDocument/2006/relationships/image" Target="/ppt/media/image546.png" Id="Rf45ef6c0906344d5" /><Relationship Type="http://schemas.openxmlformats.org/officeDocument/2006/relationships/image" Target="/ppt/media/image546.svg" Id="Rf5f03bd923304271" /><Relationship Type="http://schemas.openxmlformats.org/officeDocument/2006/relationships/image" Target="/ppt/media/image547.png" Id="R1eb9e15e804840ec" /><Relationship Type="http://schemas.openxmlformats.org/officeDocument/2006/relationships/image" Target="/ppt/media/image547.svg" Id="R925a4570ddbd498c" /><Relationship Type="http://schemas.openxmlformats.org/officeDocument/2006/relationships/image" Target="/ppt/media/image548.png" Id="R3f8af6c970334c9f" /><Relationship Type="http://schemas.openxmlformats.org/officeDocument/2006/relationships/image" Target="/ppt/media/image548.svg" Id="R96ad341517cb44a9" /><Relationship Type="http://schemas.openxmlformats.org/officeDocument/2006/relationships/image" Target="/ppt/media/image549.png" Id="Re99180820ae14ae1" /><Relationship Type="http://schemas.openxmlformats.org/officeDocument/2006/relationships/image" Target="/ppt/media/image549.svg" Id="Rd0f6776072084e1a" /><Relationship Type="http://schemas.openxmlformats.org/officeDocument/2006/relationships/image" Target="/ppt/media/image550.png" Id="R17e61d41fcbb4a31" /><Relationship Type="http://schemas.openxmlformats.org/officeDocument/2006/relationships/image" Target="/ppt/media/image550.svg" Id="R4ff50ada25f94600" /><Relationship Type="http://schemas.openxmlformats.org/officeDocument/2006/relationships/image" Target="/ppt/media/image551.png" Id="R4a6e55746d534b2b" /><Relationship Type="http://schemas.openxmlformats.org/officeDocument/2006/relationships/image" Target="/ppt/media/image551.svg" Id="R56dc28e5757f494b" /><Relationship Type="http://schemas.openxmlformats.org/officeDocument/2006/relationships/notesSlide" Target="/ppt/notesSlides/notesSlide59.xml" Id="R08f689c2ec8a4ba6" /></Relationships>
</file>

<file path=ppt/slides/_rels/slide6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bca0d07b08c414f" /><Relationship Type="http://schemas.openxmlformats.org/officeDocument/2006/relationships/image" Target="/ppt/media/image552.png" Id="R1fa1d9a2568344cc" /><Relationship Type="http://schemas.openxmlformats.org/officeDocument/2006/relationships/image" Target="/ppt/media/image552.svg" Id="Rc412f58a6cef4bc0" /><Relationship Type="http://schemas.openxmlformats.org/officeDocument/2006/relationships/image" Target="/ppt/media/image553.png" Id="R64e1f9ab627d40c5" /><Relationship Type="http://schemas.openxmlformats.org/officeDocument/2006/relationships/image" Target="/ppt/media/image553.svg" Id="R886c095d05c04699" /><Relationship Type="http://schemas.openxmlformats.org/officeDocument/2006/relationships/image" Target="/ppt/media/image554.png" Id="R1bae0938ca24495e" /><Relationship Type="http://schemas.openxmlformats.org/officeDocument/2006/relationships/image" Target="/ppt/media/image554.svg" Id="R7f90ff17969c4111" /><Relationship Type="http://schemas.openxmlformats.org/officeDocument/2006/relationships/image" Target="/ppt/media/image555.png" Id="R9aa04d9b75ff49b8" /><Relationship Type="http://schemas.openxmlformats.org/officeDocument/2006/relationships/image" Target="/ppt/media/image555.svg" Id="Rb430dd13c3fb4633" /><Relationship Type="http://schemas.openxmlformats.org/officeDocument/2006/relationships/image" Target="/ppt/media/image556.png" Id="R8f505da8ca2f4b00" /><Relationship Type="http://schemas.openxmlformats.org/officeDocument/2006/relationships/image" Target="/ppt/media/image556.svg" Id="Rbbcf219c2d224e4a" /><Relationship Type="http://schemas.openxmlformats.org/officeDocument/2006/relationships/image" Target="/ppt/media/image557.png" Id="Ref00fe11e6974f8a" /><Relationship Type="http://schemas.openxmlformats.org/officeDocument/2006/relationships/image" Target="/ppt/media/image557.svg" Id="R27030fc3baaa4e42" /><Relationship Type="http://schemas.openxmlformats.org/officeDocument/2006/relationships/image" Target="/ppt/media/image558.png" Id="Rc20eba1167d64a1f" /><Relationship Type="http://schemas.openxmlformats.org/officeDocument/2006/relationships/image" Target="/ppt/media/image558.svg" Id="R6003e4b1f8cc42dc" /><Relationship Type="http://schemas.openxmlformats.org/officeDocument/2006/relationships/image" Target="/ppt/media/image559.png" Id="R740090e06360419b" /><Relationship Type="http://schemas.openxmlformats.org/officeDocument/2006/relationships/image" Target="/ppt/media/image559.svg" Id="R03ac09add8d949c5" /><Relationship Type="http://schemas.openxmlformats.org/officeDocument/2006/relationships/image" Target="/ppt/media/image560.png" Id="R12a422f5a992447f" /><Relationship Type="http://schemas.openxmlformats.org/officeDocument/2006/relationships/image" Target="/ppt/media/image560.svg" Id="Rd993486d815045ca" /><Relationship Type="http://schemas.openxmlformats.org/officeDocument/2006/relationships/image" Target="/ppt/media/image561.png" Id="Rfc47354581c140e3" /><Relationship Type="http://schemas.openxmlformats.org/officeDocument/2006/relationships/image" Target="/ppt/media/image561.svg" Id="Rb006af7212ce4016" /><Relationship Type="http://schemas.openxmlformats.org/officeDocument/2006/relationships/image" Target="/ppt/media/image562.png" Id="R09e8170f8d98430f" /><Relationship Type="http://schemas.openxmlformats.org/officeDocument/2006/relationships/image" Target="/ppt/media/image562.svg" Id="R9776d6b0888c4a1f" /><Relationship Type="http://schemas.openxmlformats.org/officeDocument/2006/relationships/notesSlide" Target="/ppt/notesSlides/notesSlide60.xml" Id="R052a227facea4b85" /></Relationships>
</file>

<file path=ppt/slides/_rels/slide6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ab098d8a11a44da" /><Relationship Type="http://schemas.openxmlformats.org/officeDocument/2006/relationships/image" Target="/ppt/media/image563.png" Id="R950a60fde0a44cc8" /><Relationship Type="http://schemas.openxmlformats.org/officeDocument/2006/relationships/image" Target="/ppt/media/image563.svg" Id="R069f272a771b494c" /><Relationship Type="http://schemas.openxmlformats.org/officeDocument/2006/relationships/image" Target="/ppt/media/image564.png" Id="R5935a338fcbc4246" /><Relationship Type="http://schemas.openxmlformats.org/officeDocument/2006/relationships/image" Target="/ppt/media/image564.svg" Id="R99130ea989494236" /><Relationship Type="http://schemas.openxmlformats.org/officeDocument/2006/relationships/image" Target="/ppt/media/image565.png" Id="R4659f5e82dd54ed9" /><Relationship Type="http://schemas.openxmlformats.org/officeDocument/2006/relationships/image" Target="/ppt/media/image565.svg" Id="Ra893b2ac3b8e410a" /><Relationship Type="http://schemas.openxmlformats.org/officeDocument/2006/relationships/image" Target="/ppt/media/image566.png" Id="R2ce95cc714d44097" /><Relationship Type="http://schemas.openxmlformats.org/officeDocument/2006/relationships/image" Target="/ppt/media/image566.svg" Id="R57805391cd0f422d" /><Relationship Type="http://schemas.openxmlformats.org/officeDocument/2006/relationships/image" Target="/ppt/media/image567.png" Id="Rcead5db3c1334e4a" /><Relationship Type="http://schemas.openxmlformats.org/officeDocument/2006/relationships/image" Target="/ppt/media/image567.svg" Id="Ra24e0824b15546e3" /><Relationship Type="http://schemas.openxmlformats.org/officeDocument/2006/relationships/image" Target="/ppt/media/image568.png" Id="R43f371160ef24897" /><Relationship Type="http://schemas.openxmlformats.org/officeDocument/2006/relationships/image" Target="/ppt/media/image568.svg" Id="Re81c9ae6a9d146c4" /><Relationship Type="http://schemas.openxmlformats.org/officeDocument/2006/relationships/image" Target="/ppt/media/image569.png" Id="R21eb9f6abbc94a13" /><Relationship Type="http://schemas.openxmlformats.org/officeDocument/2006/relationships/image" Target="/ppt/media/image569.svg" Id="Re051a47228604832" /><Relationship Type="http://schemas.openxmlformats.org/officeDocument/2006/relationships/image" Target="/ppt/media/image570.png" Id="Rc16af424ba094aee" /><Relationship Type="http://schemas.openxmlformats.org/officeDocument/2006/relationships/image" Target="/ppt/media/image570.svg" Id="R20fceec471534822" /><Relationship Type="http://schemas.openxmlformats.org/officeDocument/2006/relationships/image" Target="/ppt/media/image571.png" Id="R1828ccb51754440c" /><Relationship Type="http://schemas.openxmlformats.org/officeDocument/2006/relationships/image" Target="/ppt/media/image571.svg" Id="R0d1270c329a7429c" /><Relationship Type="http://schemas.openxmlformats.org/officeDocument/2006/relationships/image" Target="/ppt/media/image572.png" Id="R353175dd23744c61" /><Relationship Type="http://schemas.openxmlformats.org/officeDocument/2006/relationships/image" Target="/ppt/media/image572.svg" Id="R068750cbb42f443b" /><Relationship Type="http://schemas.openxmlformats.org/officeDocument/2006/relationships/image" Target="/ppt/media/image573.png" Id="R07ad69f97e0f4716" /><Relationship Type="http://schemas.openxmlformats.org/officeDocument/2006/relationships/image" Target="/ppt/media/image573.svg" Id="R9dd00419bb8647d1" /><Relationship Type="http://schemas.openxmlformats.org/officeDocument/2006/relationships/image" Target="/ppt/media/image574.png" Id="Rcd952cea83b54f53" /><Relationship Type="http://schemas.openxmlformats.org/officeDocument/2006/relationships/image" Target="/ppt/media/image574.svg" Id="R7e75ff343ae146b7" /><Relationship Type="http://schemas.openxmlformats.org/officeDocument/2006/relationships/notesSlide" Target="/ppt/notesSlides/notesSlide61.xml" Id="Rd858e450a9a648c8" /></Relationships>
</file>

<file path=ppt/slides/_rels/slide6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d5a4636c8e74a63" /><Relationship Type="http://schemas.openxmlformats.org/officeDocument/2006/relationships/image" Target="/ppt/media/image575.png" Id="R1d3bafc9c61445c6" /><Relationship Type="http://schemas.openxmlformats.org/officeDocument/2006/relationships/image" Target="/ppt/media/image575.svg" Id="R9fdea70af2fa4a45" /><Relationship Type="http://schemas.openxmlformats.org/officeDocument/2006/relationships/image" Target="/ppt/media/image576.png" Id="R0bd17924bbd444ff" /><Relationship Type="http://schemas.openxmlformats.org/officeDocument/2006/relationships/image" Target="/ppt/media/image576.svg" Id="R29e3dd79d6d043eb" /><Relationship Type="http://schemas.openxmlformats.org/officeDocument/2006/relationships/image" Target="/ppt/media/image577.png" Id="Rcfca5090f1564c09" /><Relationship Type="http://schemas.openxmlformats.org/officeDocument/2006/relationships/image" Target="/ppt/media/image577.svg" Id="R6c5a7254b07248c4" /><Relationship Type="http://schemas.openxmlformats.org/officeDocument/2006/relationships/image" Target="/ppt/media/image578.png" Id="Rb5e310c449b04d8b" /><Relationship Type="http://schemas.openxmlformats.org/officeDocument/2006/relationships/image" Target="/ppt/media/image578.svg" Id="R349eb548401a4acf" /><Relationship Type="http://schemas.openxmlformats.org/officeDocument/2006/relationships/image" Target="/ppt/media/image579.png" Id="Rd4bd4d013dca4a1b" /><Relationship Type="http://schemas.openxmlformats.org/officeDocument/2006/relationships/image" Target="/ppt/media/image579.svg" Id="Ra7065e0f42c649ba" /><Relationship Type="http://schemas.openxmlformats.org/officeDocument/2006/relationships/image" Target="/ppt/media/image580.png" Id="Rff40e060fa4b4068" /><Relationship Type="http://schemas.openxmlformats.org/officeDocument/2006/relationships/image" Target="/ppt/media/image580.svg" Id="R9aa5aea92c114400" /><Relationship Type="http://schemas.openxmlformats.org/officeDocument/2006/relationships/image" Target="/ppt/media/image581.png" Id="R3bedacd4d0ca47e6" /><Relationship Type="http://schemas.openxmlformats.org/officeDocument/2006/relationships/image" Target="/ppt/media/image581.svg" Id="R2b3ad916a0da42c0" /><Relationship Type="http://schemas.openxmlformats.org/officeDocument/2006/relationships/image" Target="/ppt/media/image582.png" Id="Ra272d27b7c6f41af" /><Relationship Type="http://schemas.openxmlformats.org/officeDocument/2006/relationships/image" Target="/ppt/media/image582.svg" Id="Ra4292adde4344332" /><Relationship Type="http://schemas.openxmlformats.org/officeDocument/2006/relationships/image" Target="/ppt/media/image583.png" Id="Re08d9574b14a42c0" /><Relationship Type="http://schemas.openxmlformats.org/officeDocument/2006/relationships/image" Target="/ppt/media/image583.svg" Id="R4732b86a820e4100" /><Relationship Type="http://schemas.openxmlformats.org/officeDocument/2006/relationships/image" Target="/ppt/media/image584.png" Id="R1af65223b01840d1" /><Relationship Type="http://schemas.openxmlformats.org/officeDocument/2006/relationships/image" Target="/ppt/media/image584.svg" Id="R425bdc9c66e74907" /><Relationship Type="http://schemas.openxmlformats.org/officeDocument/2006/relationships/image" Target="/ppt/media/image585.png" Id="Rda77d86f0e2f4a3a" /><Relationship Type="http://schemas.openxmlformats.org/officeDocument/2006/relationships/image" Target="/ppt/media/image585.svg" Id="R7c36da90d9d34f0c" /><Relationship Type="http://schemas.openxmlformats.org/officeDocument/2006/relationships/image" Target="/ppt/media/image586.png" Id="Rb94262c3ca824d5b" /><Relationship Type="http://schemas.openxmlformats.org/officeDocument/2006/relationships/image" Target="/ppt/media/image586.svg" Id="Rd38bc53634dd48fe" /><Relationship Type="http://schemas.openxmlformats.org/officeDocument/2006/relationships/image" Target="/ppt/media/image587.png" Id="R0394c1207096464c" /><Relationship Type="http://schemas.openxmlformats.org/officeDocument/2006/relationships/image" Target="/ppt/media/image587.svg" Id="R7e25d3736fb644aa" /><Relationship Type="http://schemas.openxmlformats.org/officeDocument/2006/relationships/notesSlide" Target="/ppt/notesSlides/notesSlide62.xml" Id="Reb6d5d42b2e74657" /></Relationships>
</file>

<file path=ppt/slides/_rels/slide6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eecc60dcd934cf7" /><Relationship Type="http://schemas.openxmlformats.org/officeDocument/2006/relationships/image" Target="/ppt/media/image588.png" Id="R43fc12de3d1e466c" /><Relationship Type="http://schemas.openxmlformats.org/officeDocument/2006/relationships/image" Target="/ppt/media/image588.svg" Id="Rac31c27ea0ee4cb0" /><Relationship Type="http://schemas.openxmlformats.org/officeDocument/2006/relationships/image" Target="/ppt/media/image589.png" Id="Re2ee482a46c24d3d" /><Relationship Type="http://schemas.openxmlformats.org/officeDocument/2006/relationships/image" Target="/ppt/media/image589.svg" Id="Ref1b0ea6f0dd4be4" /><Relationship Type="http://schemas.openxmlformats.org/officeDocument/2006/relationships/image" Target="/ppt/media/image590.png" Id="Rafed687ee25c477e" /><Relationship Type="http://schemas.openxmlformats.org/officeDocument/2006/relationships/image" Target="/ppt/media/image590.svg" Id="R5252a3b2651d40fb" /><Relationship Type="http://schemas.openxmlformats.org/officeDocument/2006/relationships/image" Target="/ppt/media/image591.png" Id="R1fa5062aeeb74fd2" /><Relationship Type="http://schemas.openxmlformats.org/officeDocument/2006/relationships/image" Target="/ppt/media/image591.svg" Id="Re0ce122004284176" /><Relationship Type="http://schemas.openxmlformats.org/officeDocument/2006/relationships/image" Target="/ppt/media/image592.png" Id="R7a1bcb3857c142e9" /><Relationship Type="http://schemas.openxmlformats.org/officeDocument/2006/relationships/image" Target="/ppt/media/image592.svg" Id="Rdffd07a5aebf4ff8" /><Relationship Type="http://schemas.openxmlformats.org/officeDocument/2006/relationships/image" Target="/ppt/media/image593.png" Id="R6ea386648eb04fe8" /><Relationship Type="http://schemas.openxmlformats.org/officeDocument/2006/relationships/image" Target="/ppt/media/image593.svg" Id="R413495dd59da4e04" /><Relationship Type="http://schemas.openxmlformats.org/officeDocument/2006/relationships/image" Target="/ppt/media/image594.png" Id="R380f6127822d4417" /><Relationship Type="http://schemas.openxmlformats.org/officeDocument/2006/relationships/image" Target="/ppt/media/image594.svg" Id="Ra625b3a4d5e2492b" /><Relationship Type="http://schemas.openxmlformats.org/officeDocument/2006/relationships/image" Target="/ppt/media/image595.png" Id="R32213e26678a41fc" /><Relationship Type="http://schemas.openxmlformats.org/officeDocument/2006/relationships/image" Target="/ppt/media/image595.svg" Id="Ra1b027bd7a00405b" /><Relationship Type="http://schemas.openxmlformats.org/officeDocument/2006/relationships/image" Target="/ppt/media/image596.png" Id="R591042c5289a48dd" /><Relationship Type="http://schemas.openxmlformats.org/officeDocument/2006/relationships/image" Target="/ppt/media/image596.svg" Id="R3c57dd3177a54a7e" /><Relationship Type="http://schemas.openxmlformats.org/officeDocument/2006/relationships/image" Target="/ppt/media/image597.png" Id="R89bbf4f227524378" /><Relationship Type="http://schemas.openxmlformats.org/officeDocument/2006/relationships/image" Target="/ppt/media/image597.svg" Id="R6695144724564f88" /><Relationship Type="http://schemas.openxmlformats.org/officeDocument/2006/relationships/image" Target="/ppt/media/image598.png" Id="Rc1532f21b4ae40eb" /><Relationship Type="http://schemas.openxmlformats.org/officeDocument/2006/relationships/image" Target="/ppt/media/image598.svg" Id="R455da71743654d6b" /><Relationship Type="http://schemas.openxmlformats.org/officeDocument/2006/relationships/image" Target="/ppt/media/image599.png" Id="Rbe7ff184f72f4c71" /><Relationship Type="http://schemas.openxmlformats.org/officeDocument/2006/relationships/image" Target="/ppt/media/image599.svg" Id="R39f0a07531b54429" /><Relationship Type="http://schemas.openxmlformats.org/officeDocument/2006/relationships/image" Target="/ppt/media/image600.png" Id="R335a0f871d744aa4" /><Relationship Type="http://schemas.openxmlformats.org/officeDocument/2006/relationships/image" Target="/ppt/media/image600.svg" Id="R00809fd789254429" /><Relationship Type="http://schemas.openxmlformats.org/officeDocument/2006/relationships/image" Target="/ppt/media/image601.png" Id="R83ceb64d5d3d4f97" /><Relationship Type="http://schemas.openxmlformats.org/officeDocument/2006/relationships/image" Target="/ppt/media/image601.svg" Id="R45b7f4a2ba1745e4" /><Relationship Type="http://schemas.openxmlformats.org/officeDocument/2006/relationships/notesSlide" Target="/ppt/notesSlides/notesSlide63.xml" Id="R0cb56a8958644643" /></Relationships>
</file>

<file path=ppt/slides/_rels/slide6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10bbd5047f54ad1" /><Relationship Type="http://schemas.openxmlformats.org/officeDocument/2006/relationships/image" Target="/ppt/media/image602.png" Id="R0b58ad6558f94e39" /><Relationship Type="http://schemas.openxmlformats.org/officeDocument/2006/relationships/image" Target="/ppt/media/image602.svg" Id="R4a83d0d94ea64cf4" /><Relationship Type="http://schemas.openxmlformats.org/officeDocument/2006/relationships/image" Target="/ppt/media/image603.png" Id="Rc6250e23f7ab43ca" /><Relationship Type="http://schemas.openxmlformats.org/officeDocument/2006/relationships/image" Target="/ppt/media/image603.svg" Id="R13f55a6440874caf" /><Relationship Type="http://schemas.openxmlformats.org/officeDocument/2006/relationships/image" Target="/ppt/media/image604.png" Id="Rfcb031286dbf46c1" /><Relationship Type="http://schemas.openxmlformats.org/officeDocument/2006/relationships/image" Target="/ppt/media/image604.svg" Id="R476fa8b32f034789" /><Relationship Type="http://schemas.openxmlformats.org/officeDocument/2006/relationships/image" Target="/ppt/media/image605.png" Id="R46e095786eb8495e" /><Relationship Type="http://schemas.openxmlformats.org/officeDocument/2006/relationships/image" Target="/ppt/media/image605.svg" Id="R94b09ef4e6124497" /><Relationship Type="http://schemas.openxmlformats.org/officeDocument/2006/relationships/image" Target="/ppt/media/image606.png" Id="R03020c1bd88644c1" /><Relationship Type="http://schemas.openxmlformats.org/officeDocument/2006/relationships/image" Target="/ppt/media/image606.svg" Id="Rccabcce95d1641ea" /><Relationship Type="http://schemas.openxmlformats.org/officeDocument/2006/relationships/image" Target="/ppt/media/image607.png" Id="Re0d6d8d0dc074da0" /><Relationship Type="http://schemas.openxmlformats.org/officeDocument/2006/relationships/image" Target="/ppt/media/image607.svg" Id="Rf8e06ed65c494971" /><Relationship Type="http://schemas.openxmlformats.org/officeDocument/2006/relationships/image" Target="/ppt/media/image608.png" Id="R25ae83e5006248d3" /><Relationship Type="http://schemas.openxmlformats.org/officeDocument/2006/relationships/image" Target="/ppt/media/image608.svg" Id="R0916705b07b94716" /><Relationship Type="http://schemas.openxmlformats.org/officeDocument/2006/relationships/image" Target="/ppt/media/image609.png" Id="R2f551189902d451d" /><Relationship Type="http://schemas.openxmlformats.org/officeDocument/2006/relationships/image" Target="/ppt/media/image609.svg" Id="R6d9e64d6d6bd4774" /><Relationship Type="http://schemas.openxmlformats.org/officeDocument/2006/relationships/image" Target="/ppt/media/image610.png" Id="Rec48553739a74f86" /><Relationship Type="http://schemas.openxmlformats.org/officeDocument/2006/relationships/image" Target="/ppt/media/image610.svg" Id="Re6db7f9e0ef44793" /><Relationship Type="http://schemas.openxmlformats.org/officeDocument/2006/relationships/image" Target="/ppt/media/image611.png" Id="R4c065335edcd4eef" /><Relationship Type="http://schemas.openxmlformats.org/officeDocument/2006/relationships/image" Target="/ppt/media/image611.svg" Id="R30f4439eff5e474a" /><Relationship Type="http://schemas.openxmlformats.org/officeDocument/2006/relationships/image" Target="/ppt/media/image612.png" Id="R218231e7a34a46ff" /><Relationship Type="http://schemas.openxmlformats.org/officeDocument/2006/relationships/image" Target="/ppt/media/image612.svg" Id="R4a3123ed306a404f" /><Relationship Type="http://schemas.openxmlformats.org/officeDocument/2006/relationships/image" Target="/ppt/media/image613.png" Id="R39ef52476c7f4ac5" /><Relationship Type="http://schemas.openxmlformats.org/officeDocument/2006/relationships/image" Target="/ppt/media/image613.svg" Id="R622bf5c8d7c847fc" /><Relationship Type="http://schemas.openxmlformats.org/officeDocument/2006/relationships/image" Target="/ppt/media/image614.png" Id="Rc52a71a2d98b4c13" /><Relationship Type="http://schemas.openxmlformats.org/officeDocument/2006/relationships/image" Target="/ppt/media/image614.svg" Id="Rfd06c892678d4071" /><Relationship Type="http://schemas.openxmlformats.org/officeDocument/2006/relationships/image" Target="/ppt/media/image615.png" Id="R8448dd7d22c64593" /><Relationship Type="http://schemas.openxmlformats.org/officeDocument/2006/relationships/image" Target="/ppt/media/image615.svg" Id="R739979606479407d" /><Relationship Type="http://schemas.openxmlformats.org/officeDocument/2006/relationships/image" Target="/ppt/media/image616.png" Id="R2d1599d4511e48d2" /><Relationship Type="http://schemas.openxmlformats.org/officeDocument/2006/relationships/image" Target="/ppt/media/image616.svg" Id="Rfd8fea465c1946f2" /><Relationship Type="http://schemas.openxmlformats.org/officeDocument/2006/relationships/notesSlide" Target="/ppt/notesSlides/notesSlide64.xml" Id="Rd9673ed34a194960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phase-band-0">
            <a:extLst xmlns:a="http://schemas.openxmlformats.org/drawingml/2006/main">
              <a:ext uri="{FF2B5EF4-FFF2-40B4-BE49-F238E27FC236}">
                <a16:creationId xmlns:a16="http://schemas.microsoft.com/office/drawing/2014/main" id="{83138E4D-C3F7-4EA0-8D45-3AB973DE1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1638300"/>
            <a:ext cx="11144250" cy="159379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phase-band-1">
            <a:extLst xmlns:a="http://schemas.openxmlformats.org/drawingml/2006/main">
              <a:ext uri="{FF2B5EF4-FFF2-40B4-BE49-F238E27FC236}">
                <a16:creationId xmlns:a16="http://schemas.microsoft.com/office/drawing/2014/main" id="{E9D0B84D-4D32-4624-A0B1-998A6F78C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3232099"/>
            <a:ext cx="11144250" cy="2978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38100">
            <a:solidFill>
              <a:srgbClr val="FFFFFF"/>
            </a:solidFill>
            <a:prstDash val="solid"/>
          </a:ln>
        </p:spPr>
      </p:sp>
      <p:sp>
        <p:nvSpPr>
          <p:cNvPr id="3" name="phase-rail-0">
            <a:extLst xmlns:a="http://schemas.openxmlformats.org/drawingml/2006/main">
              <a:ext uri="{FF2B5EF4-FFF2-40B4-BE49-F238E27FC236}">
                <a16:creationId xmlns:a16="http://schemas.microsoft.com/office/drawing/2014/main" id="{3D4B8240-F4D9-4FDD-9EAA-6641DE962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1638300"/>
            <a:ext cx="514350" cy="1593342"/>
          </a:xfrm>
          <a:custGeom xmlns:a="http://schemas.openxmlformats.org/drawingml/2006/main">
            <a:pathLst>
              <a:path w="514350" h="1593342">
                <a:moveTo>
                  <a:pt x="0" y="0"/>
                </a:moveTo>
                <a:lnTo>
                  <a:pt x="18983" y="0"/>
                </a:lnTo>
                <a:lnTo>
                  <a:pt x="37957" y="0"/>
                </a:lnTo>
                <a:lnTo>
                  <a:pt x="56940" y="0"/>
                </a:lnTo>
                <a:lnTo>
                  <a:pt x="75914" y="0"/>
                </a:lnTo>
                <a:lnTo>
                  <a:pt x="94898" y="0"/>
                </a:lnTo>
                <a:lnTo>
                  <a:pt x="113881" y="0"/>
                </a:lnTo>
                <a:lnTo>
                  <a:pt x="132855" y="0"/>
                </a:lnTo>
                <a:lnTo>
                  <a:pt x="151838" y="0"/>
                </a:lnTo>
                <a:lnTo>
                  <a:pt x="170812" y="0"/>
                </a:lnTo>
                <a:lnTo>
                  <a:pt x="189795" y="0"/>
                </a:lnTo>
                <a:lnTo>
                  <a:pt x="208778" y="0"/>
                </a:lnTo>
                <a:lnTo>
                  <a:pt x="227752" y="0"/>
                </a:lnTo>
                <a:lnTo>
                  <a:pt x="246736" y="0"/>
                </a:lnTo>
                <a:lnTo>
                  <a:pt x="265719" y="0"/>
                </a:lnTo>
                <a:lnTo>
                  <a:pt x="284693" y="0"/>
                </a:lnTo>
                <a:lnTo>
                  <a:pt x="303676" y="0"/>
                </a:lnTo>
                <a:lnTo>
                  <a:pt x="322650" y="0"/>
                </a:lnTo>
                <a:lnTo>
                  <a:pt x="341633" y="0"/>
                </a:lnTo>
                <a:lnTo>
                  <a:pt x="360617" y="0"/>
                </a:lnTo>
                <a:lnTo>
                  <a:pt x="379590" y="0"/>
                </a:lnTo>
                <a:lnTo>
                  <a:pt x="398574" y="0"/>
                </a:lnTo>
                <a:lnTo>
                  <a:pt x="417547" y="0"/>
                </a:lnTo>
                <a:lnTo>
                  <a:pt x="436531" y="0"/>
                </a:lnTo>
                <a:lnTo>
                  <a:pt x="455514" y="0"/>
                </a:lnTo>
                <a:lnTo>
                  <a:pt x="474488" y="0"/>
                </a:lnTo>
                <a:lnTo>
                  <a:pt x="493471" y="0"/>
                </a:lnTo>
                <a:lnTo>
                  <a:pt x="512445" y="0"/>
                </a:lnTo>
                <a:lnTo>
                  <a:pt x="514350" y="17078"/>
                </a:lnTo>
                <a:lnTo>
                  <a:pt x="514350" y="36062"/>
                </a:lnTo>
                <a:lnTo>
                  <a:pt x="514350" y="55035"/>
                </a:lnTo>
                <a:lnTo>
                  <a:pt x="514350" y="74019"/>
                </a:lnTo>
                <a:lnTo>
                  <a:pt x="514350" y="92993"/>
                </a:lnTo>
                <a:lnTo>
                  <a:pt x="514350" y="111976"/>
                </a:lnTo>
                <a:lnTo>
                  <a:pt x="514350" y="130950"/>
                </a:lnTo>
                <a:lnTo>
                  <a:pt x="514350" y="149933"/>
                </a:lnTo>
                <a:lnTo>
                  <a:pt x="514350" y="168907"/>
                </a:lnTo>
                <a:lnTo>
                  <a:pt x="514350" y="187890"/>
                </a:lnTo>
                <a:lnTo>
                  <a:pt x="514350" y="206864"/>
                </a:lnTo>
                <a:lnTo>
                  <a:pt x="514350" y="225847"/>
                </a:lnTo>
                <a:lnTo>
                  <a:pt x="514350" y="244831"/>
                </a:lnTo>
                <a:lnTo>
                  <a:pt x="514350" y="263804"/>
                </a:lnTo>
                <a:lnTo>
                  <a:pt x="514350" y="282788"/>
                </a:lnTo>
                <a:lnTo>
                  <a:pt x="514350" y="301762"/>
                </a:lnTo>
                <a:lnTo>
                  <a:pt x="514350" y="320745"/>
                </a:lnTo>
                <a:lnTo>
                  <a:pt x="514350" y="339719"/>
                </a:lnTo>
                <a:lnTo>
                  <a:pt x="514350" y="358702"/>
                </a:lnTo>
                <a:lnTo>
                  <a:pt x="514350" y="377676"/>
                </a:lnTo>
                <a:lnTo>
                  <a:pt x="514350" y="396659"/>
                </a:lnTo>
                <a:lnTo>
                  <a:pt x="514350" y="415633"/>
                </a:lnTo>
                <a:lnTo>
                  <a:pt x="514350" y="434616"/>
                </a:lnTo>
                <a:lnTo>
                  <a:pt x="514350" y="453600"/>
                </a:lnTo>
                <a:lnTo>
                  <a:pt x="514350" y="472573"/>
                </a:lnTo>
                <a:lnTo>
                  <a:pt x="514350" y="491557"/>
                </a:lnTo>
                <a:lnTo>
                  <a:pt x="514350" y="510530"/>
                </a:lnTo>
                <a:lnTo>
                  <a:pt x="514350" y="529514"/>
                </a:lnTo>
                <a:lnTo>
                  <a:pt x="514350" y="548488"/>
                </a:lnTo>
                <a:lnTo>
                  <a:pt x="514350" y="567471"/>
                </a:lnTo>
                <a:lnTo>
                  <a:pt x="514350" y="586445"/>
                </a:lnTo>
                <a:lnTo>
                  <a:pt x="514350" y="605428"/>
                </a:lnTo>
                <a:lnTo>
                  <a:pt x="514350" y="624402"/>
                </a:lnTo>
                <a:lnTo>
                  <a:pt x="514350" y="643385"/>
                </a:lnTo>
                <a:lnTo>
                  <a:pt x="514350" y="662369"/>
                </a:lnTo>
                <a:lnTo>
                  <a:pt x="514350" y="681342"/>
                </a:lnTo>
                <a:lnTo>
                  <a:pt x="514350" y="700326"/>
                </a:lnTo>
                <a:lnTo>
                  <a:pt x="514350" y="719299"/>
                </a:lnTo>
                <a:lnTo>
                  <a:pt x="514350" y="738283"/>
                </a:lnTo>
                <a:lnTo>
                  <a:pt x="514350" y="757257"/>
                </a:lnTo>
                <a:lnTo>
                  <a:pt x="514350" y="776240"/>
                </a:lnTo>
                <a:lnTo>
                  <a:pt x="514350" y="795214"/>
                </a:lnTo>
                <a:lnTo>
                  <a:pt x="514350" y="814197"/>
                </a:lnTo>
                <a:lnTo>
                  <a:pt x="514350" y="833171"/>
                </a:lnTo>
                <a:lnTo>
                  <a:pt x="514350" y="852154"/>
                </a:lnTo>
                <a:lnTo>
                  <a:pt x="514350" y="871137"/>
                </a:lnTo>
                <a:lnTo>
                  <a:pt x="514350" y="890111"/>
                </a:lnTo>
                <a:lnTo>
                  <a:pt x="514350" y="909095"/>
                </a:lnTo>
                <a:lnTo>
                  <a:pt x="514350" y="928068"/>
                </a:lnTo>
                <a:lnTo>
                  <a:pt x="514350" y="947052"/>
                </a:lnTo>
                <a:lnTo>
                  <a:pt x="514350" y="966026"/>
                </a:lnTo>
                <a:lnTo>
                  <a:pt x="514350" y="985009"/>
                </a:lnTo>
                <a:lnTo>
                  <a:pt x="514350" y="1003983"/>
                </a:lnTo>
                <a:lnTo>
                  <a:pt x="514350" y="1022966"/>
                </a:lnTo>
                <a:lnTo>
                  <a:pt x="514350" y="1041949"/>
                </a:lnTo>
                <a:lnTo>
                  <a:pt x="514350" y="1060923"/>
                </a:lnTo>
                <a:lnTo>
                  <a:pt x="514350" y="1079906"/>
                </a:lnTo>
                <a:lnTo>
                  <a:pt x="514350" y="1098880"/>
                </a:lnTo>
                <a:lnTo>
                  <a:pt x="514350" y="1117864"/>
                </a:lnTo>
                <a:lnTo>
                  <a:pt x="514350" y="1136837"/>
                </a:lnTo>
                <a:lnTo>
                  <a:pt x="514350" y="1155821"/>
                </a:lnTo>
                <a:lnTo>
                  <a:pt x="514350" y="1174794"/>
                </a:lnTo>
                <a:lnTo>
                  <a:pt x="514350" y="1193778"/>
                </a:lnTo>
                <a:lnTo>
                  <a:pt x="514350" y="1212752"/>
                </a:lnTo>
                <a:lnTo>
                  <a:pt x="514350" y="1231735"/>
                </a:lnTo>
                <a:lnTo>
                  <a:pt x="514350" y="1250718"/>
                </a:lnTo>
                <a:lnTo>
                  <a:pt x="514350" y="1269692"/>
                </a:lnTo>
                <a:lnTo>
                  <a:pt x="514350" y="1288675"/>
                </a:lnTo>
                <a:lnTo>
                  <a:pt x="514350" y="1307649"/>
                </a:lnTo>
                <a:lnTo>
                  <a:pt x="514350" y="1326632"/>
                </a:lnTo>
                <a:lnTo>
                  <a:pt x="514350" y="1345606"/>
                </a:lnTo>
                <a:lnTo>
                  <a:pt x="514350" y="1364590"/>
                </a:lnTo>
                <a:lnTo>
                  <a:pt x="514350" y="1383563"/>
                </a:lnTo>
                <a:lnTo>
                  <a:pt x="514350" y="1402547"/>
                </a:lnTo>
                <a:lnTo>
                  <a:pt x="514350" y="1421521"/>
                </a:lnTo>
                <a:lnTo>
                  <a:pt x="514350" y="1440504"/>
                </a:lnTo>
                <a:lnTo>
                  <a:pt x="506873" y="1455087"/>
                </a:lnTo>
                <a:lnTo>
                  <a:pt x="490280" y="1464297"/>
                </a:lnTo>
                <a:lnTo>
                  <a:pt x="473688" y="1473518"/>
                </a:lnTo>
                <a:lnTo>
                  <a:pt x="457095" y="1482738"/>
                </a:lnTo>
                <a:lnTo>
                  <a:pt x="440512" y="1491948"/>
                </a:lnTo>
                <a:lnTo>
                  <a:pt x="423920" y="1501169"/>
                </a:lnTo>
                <a:lnTo>
                  <a:pt x="407327" y="1510389"/>
                </a:lnTo>
                <a:lnTo>
                  <a:pt x="390735" y="1519599"/>
                </a:lnTo>
                <a:lnTo>
                  <a:pt x="374142" y="1528820"/>
                </a:lnTo>
                <a:lnTo>
                  <a:pt x="357549" y="1538040"/>
                </a:lnTo>
                <a:lnTo>
                  <a:pt x="340957" y="1547251"/>
                </a:lnTo>
                <a:lnTo>
                  <a:pt x="324374" y="1556471"/>
                </a:lnTo>
                <a:lnTo>
                  <a:pt x="307781" y="1565691"/>
                </a:lnTo>
                <a:lnTo>
                  <a:pt x="291189" y="1574902"/>
                </a:lnTo>
                <a:lnTo>
                  <a:pt x="274596" y="1584122"/>
                </a:lnTo>
                <a:lnTo>
                  <a:pt x="258004" y="1593342"/>
                </a:lnTo>
                <a:lnTo>
                  <a:pt x="241411" y="1585046"/>
                </a:lnTo>
                <a:lnTo>
                  <a:pt x="224828" y="1575826"/>
                </a:lnTo>
                <a:lnTo>
                  <a:pt x="208236" y="1566615"/>
                </a:lnTo>
                <a:lnTo>
                  <a:pt x="191643" y="1557395"/>
                </a:lnTo>
                <a:lnTo>
                  <a:pt x="175050" y="1548174"/>
                </a:lnTo>
                <a:lnTo>
                  <a:pt x="158458" y="1538964"/>
                </a:lnTo>
                <a:lnTo>
                  <a:pt x="141865" y="1529744"/>
                </a:lnTo>
                <a:lnTo>
                  <a:pt x="125273" y="1520523"/>
                </a:lnTo>
                <a:lnTo>
                  <a:pt x="108690" y="1511313"/>
                </a:lnTo>
                <a:lnTo>
                  <a:pt x="92097" y="1502093"/>
                </a:lnTo>
                <a:lnTo>
                  <a:pt x="75505" y="1492872"/>
                </a:lnTo>
                <a:lnTo>
                  <a:pt x="58912" y="1483662"/>
                </a:lnTo>
                <a:lnTo>
                  <a:pt x="42320" y="1474441"/>
                </a:lnTo>
                <a:lnTo>
                  <a:pt x="25727" y="1465221"/>
                </a:lnTo>
                <a:lnTo>
                  <a:pt x="9134" y="1456011"/>
                </a:lnTo>
                <a:lnTo>
                  <a:pt x="0" y="1442409"/>
                </a:lnTo>
                <a:lnTo>
                  <a:pt x="0" y="1423426"/>
                </a:lnTo>
                <a:lnTo>
                  <a:pt x="0" y="1404442"/>
                </a:lnTo>
                <a:lnTo>
                  <a:pt x="0" y="1385468"/>
                </a:lnTo>
                <a:lnTo>
                  <a:pt x="0" y="1366485"/>
                </a:lnTo>
                <a:lnTo>
                  <a:pt x="0" y="1347511"/>
                </a:lnTo>
                <a:lnTo>
                  <a:pt x="0" y="1328528"/>
                </a:lnTo>
                <a:lnTo>
                  <a:pt x="0" y="1309554"/>
                </a:lnTo>
                <a:lnTo>
                  <a:pt x="0" y="1290571"/>
                </a:lnTo>
                <a:lnTo>
                  <a:pt x="0" y="1271597"/>
                </a:lnTo>
                <a:lnTo>
                  <a:pt x="0" y="1252614"/>
                </a:lnTo>
                <a:lnTo>
                  <a:pt x="0" y="1233640"/>
                </a:lnTo>
                <a:lnTo>
                  <a:pt x="0" y="1214657"/>
                </a:lnTo>
                <a:lnTo>
                  <a:pt x="0" y="1195673"/>
                </a:lnTo>
                <a:lnTo>
                  <a:pt x="0" y="1176699"/>
                </a:lnTo>
                <a:lnTo>
                  <a:pt x="0" y="1157716"/>
                </a:lnTo>
                <a:lnTo>
                  <a:pt x="0" y="1138742"/>
                </a:lnTo>
                <a:lnTo>
                  <a:pt x="0" y="1119759"/>
                </a:lnTo>
                <a:lnTo>
                  <a:pt x="0" y="1100785"/>
                </a:lnTo>
                <a:lnTo>
                  <a:pt x="0" y="1081802"/>
                </a:lnTo>
                <a:lnTo>
                  <a:pt x="0" y="1062828"/>
                </a:lnTo>
                <a:lnTo>
                  <a:pt x="0" y="1043845"/>
                </a:lnTo>
                <a:lnTo>
                  <a:pt x="0" y="1024871"/>
                </a:lnTo>
                <a:lnTo>
                  <a:pt x="0" y="1005888"/>
                </a:lnTo>
                <a:lnTo>
                  <a:pt x="0" y="986904"/>
                </a:lnTo>
                <a:lnTo>
                  <a:pt x="0" y="967931"/>
                </a:lnTo>
                <a:lnTo>
                  <a:pt x="0" y="948947"/>
                </a:lnTo>
                <a:lnTo>
                  <a:pt x="0" y="929973"/>
                </a:lnTo>
                <a:lnTo>
                  <a:pt x="0" y="910990"/>
                </a:lnTo>
                <a:lnTo>
                  <a:pt x="0" y="892016"/>
                </a:lnTo>
                <a:lnTo>
                  <a:pt x="0" y="873033"/>
                </a:lnTo>
                <a:lnTo>
                  <a:pt x="0" y="854059"/>
                </a:lnTo>
                <a:lnTo>
                  <a:pt x="0" y="835076"/>
                </a:lnTo>
                <a:lnTo>
                  <a:pt x="0" y="816092"/>
                </a:lnTo>
                <a:lnTo>
                  <a:pt x="0" y="797119"/>
                </a:lnTo>
                <a:lnTo>
                  <a:pt x="0" y="778135"/>
                </a:lnTo>
                <a:lnTo>
                  <a:pt x="0" y="759162"/>
                </a:lnTo>
                <a:lnTo>
                  <a:pt x="0" y="740178"/>
                </a:lnTo>
                <a:lnTo>
                  <a:pt x="0" y="721204"/>
                </a:lnTo>
                <a:lnTo>
                  <a:pt x="0" y="702221"/>
                </a:lnTo>
                <a:lnTo>
                  <a:pt x="0" y="683247"/>
                </a:lnTo>
                <a:lnTo>
                  <a:pt x="0" y="664264"/>
                </a:lnTo>
                <a:lnTo>
                  <a:pt x="0" y="645290"/>
                </a:lnTo>
                <a:lnTo>
                  <a:pt x="0" y="626307"/>
                </a:lnTo>
                <a:lnTo>
                  <a:pt x="0" y="607333"/>
                </a:lnTo>
                <a:lnTo>
                  <a:pt x="0" y="588350"/>
                </a:lnTo>
                <a:lnTo>
                  <a:pt x="0" y="569366"/>
                </a:lnTo>
                <a:lnTo>
                  <a:pt x="0" y="550393"/>
                </a:lnTo>
                <a:lnTo>
                  <a:pt x="0" y="531409"/>
                </a:lnTo>
                <a:lnTo>
                  <a:pt x="0" y="512435"/>
                </a:lnTo>
                <a:lnTo>
                  <a:pt x="0" y="493452"/>
                </a:lnTo>
                <a:lnTo>
                  <a:pt x="0" y="474478"/>
                </a:lnTo>
                <a:lnTo>
                  <a:pt x="0" y="455495"/>
                </a:lnTo>
                <a:lnTo>
                  <a:pt x="0" y="436521"/>
                </a:lnTo>
                <a:lnTo>
                  <a:pt x="0" y="417538"/>
                </a:lnTo>
                <a:lnTo>
                  <a:pt x="0" y="398555"/>
                </a:lnTo>
                <a:lnTo>
                  <a:pt x="0" y="379581"/>
                </a:lnTo>
                <a:lnTo>
                  <a:pt x="0" y="360597"/>
                </a:lnTo>
                <a:lnTo>
                  <a:pt x="0" y="341624"/>
                </a:lnTo>
                <a:lnTo>
                  <a:pt x="0" y="322640"/>
                </a:lnTo>
                <a:lnTo>
                  <a:pt x="0" y="303667"/>
                </a:lnTo>
                <a:lnTo>
                  <a:pt x="0" y="284683"/>
                </a:lnTo>
                <a:lnTo>
                  <a:pt x="0" y="265709"/>
                </a:lnTo>
                <a:lnTo>
                  <a:pt x="0" y="246726"/>
                </a:lnTo>
                <a:lnTo>
                  <a:pt x="0" y="227752"/>
                </a:lnTo>
                <a:lnTo>
                  <a:pt x="0" y="208769"/>
                </a:lnTo>
                <a:lnTo>
                  <a:pt x="0" y="189786"/>
                </a:lnTo>
                <a:lnTo>
                  <a:pt x="0" y="170812"/>
                </a:lnTo>
                <a:lnTo>
                  <a:pt x="0" y="151829"/>
                </a:lnTo>
                <a:lnTo>
                  <a:pt x="0" y="132855"/>
                </a:lnTo>
                <a:lnTo>
                  <a:pt x="0" y="113871"/>
                </a:lnTo>
                <a:lnTo>
                  <a:pt x="0" y="94898"/>
                </a:lnTo>
                <a:lnTo>
                  <a:pt x="0" y="75914"/>
                </a:lnTo>
                <a:lnTo>
                  <a:pt x="0" y="56940"/>
                </a:lnTo>
                <a:lnTo>
                  <a:pt x="0" y="37957"/>
                </a:lnTo>
                <a:lnTo>
                  <a:pt x="0" y="18983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4" name="phase-rail-1">
            <a:extLst xmlns:a="http://schemas.openxmlformats.org/drawingml/2006/main">
              <a:ext uri="{FF2B5EF4-FFF2-40B4-BE49-F238E27FC236}">
                <a16:creationId xmlns:a16="http://schemas.microsoft.com/office/drawing/2014/main" id="{3527C225-60A7-4114-9223-4559BB1AF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3232099"/>
            <a:ext cx="514350" cy="2973734"/>
          </a:xfrm>
          <a:custGeom xmlns:a="http://schemas.openxmlformats.org/drawingml/2006/main">
            <a:pathLst>
              <a:path w="514350" h="2973734">
                <a:moveTo>
                  <a:pt x="0" y="0"/>
                </a:moveTo>
                <a:lnTo>
                  <a:pt x="24936" y="13859"/>
                </a:lnTo>
                <a:lnTo>
                  <a:pt x="49882" y="27708"/>
                </a:lnTo>
                <a:lnTo>
                  <a:pt x="74819" y="41567"/>
                </a:lnTo>
                <a:lnTo>
                  <a:pt x="99765" y="55416"/>
                </a:lnTo>
                <a:lnTo>
                  <a:pt x="124701" y="69275"/>
                </a:lnTo>
                <a:lnTo>
                  <a:pt x="149638" y="83134"/>
                </a:lnTo>
                <a:lnTo>
                  <a:pt x="174584" y="96984"/>
                </a:lnTo>
                <a:lnTo>
                  <a:pt x="199520" y="110842"/>
                </a:lnTo>
                <a:lnTo>
                  <a:pt x="224466" y="124701"/>
                </a:lnTo>
                <a:lnTo>
                  <a:pt x="249403" y="138551"/>
                </a:lnTo>
                <a:lnTo>
                  <a:pt x="274339" y="133331"/>
                </a:lnTo>
                <a:lnTo>
                  <a:pt x="299285" y="119482"/>
                </a:lnTo>
                <a:lnTo>
                  <a:pt x="324221" y="105623"/>
                </a:lnTo>
                <a:lnTo>
                  <a:pt x="349167" y="91764"/>
                </a:lnTo>
                <a:lnTo>
                  <a:pt x="374104" y="77915"/>
                </a:lnTo>
                <a:lnTo>
                  <a:pt x="399040" y="64056"/>
                </a:lnTo>
                <a:lnTo>
                  <a:pt x="423986" y="50206"/>
                </a:lnTo>
                <a:lnTo>
                  <a:pt x="448923" y="36347"/>
                </a:lnTo>
                <a:lnTo>
                  <a:pt x="473869" y="22489"/>
                </a:lnTo>
                <a:lnTo>
                  <a:pt x="498805" y="8639"/>
                </a:lnTo>
                <a:lnTo>
                  <a:pt x="514350" y="10744"/>
                </a:lnTo>
                <a:lnTo>
                  <a:pt x="514350" y="39272"/>
                </a:lnTo>
                <a:lnTo>
                  <a:pt x="514350" y="67808"/>
                </a:lnTo>
                <a:lnTo>
                  <a:pt x="514350" y="96336"/>
                </a:lnTo>
                <a:lnTo>
                  <a:pt x="514350" y="124863"/>
                </a:lnTo>
                <a:lnTo>
                  <a:pt x="514350" y="153391"/>
                </a:lnTo>
                <a:lnTo>
                  <a:pt x="514350" y="181928"/>
                </a:lnTo>
                <a:lnTo>
                  <a:pt x="514350" y="210455"/>
                </a:lnTo>
                <a:lnTo>
                  <a:pt x="514350" y="238982"/>
                </a:lnTo>
                <a:lnTo>
                  <a:pt x="514350" y="267510"/>
                </a:lnTo>
                <a:lnTo>
                  <a:pt x="514350" y="296047"/>
                </a:lnTo>
                <a:lnTo>
                  <a:pt x="514350" y="324574"/>
                </a:lnTo>
                <a:lnTo>
                  <a:pt x="514350" y="353101"/>
                </a:lnTo>
                <a:lnTo>
                  <a:pt x="514350" y="381629"/>
                </a:lnTo>
                <a:lnTo>
                  <a:pt x="514350" y="410166"/>
                </a:lnTo>
                <a:lnTo>
                  <a:pt x="514350" y="438693"/>
                </a:lnTo>
                <a:lnTo>
                  <a:pt x="514350" y="467220"/>
                </a:lnTo>
                <a:lnTo>
                  <a:pt x="514350" y="495748"/>
                </a:lnTo>
                <a:lnTo>
                  <a:pt x="514350" y="524285"/>
                </a:lnTo>
                <a:lnTo>
                  <a:pt x="514350" y="552812"/>
                </a:lnTo>
                <a:lnTo>
                  <a:pt x="514350" y="581339"/>
                </a:lnTo>
                <a:lnTo>
                  <a:pt x="514350" y="609867"/>
                </a:lnTo>
                <a:lnTo>
                  <a:pt x="514350" y="638394"/>
                </a:lnTo>
                <a:lnTo>
                  <a:pt x="514350" y="666931"/>
                </a:lnTo>
                <a:lnTo>
                  <a:pt x="514350" y="695458"/>
                </a:lnTo>
                <a:lnTo>
                  <a:pt x="514350" y="723986"/>
                </a:lnTo>
                <a:lnTo>
                  <a:pt x="514350" y="752513"/>
                </a:lnTo>
                <a:lnTo>
                  <a:pt x="514350" y="781050"/>
                </a:lnTo>
                <a:lnTo>
                  <a:pt x="514350" y="809577"/>
                </a:lnTo>
                <a:lnTo>
                  <a:pt x="514350" y="838105"/>
                </a:lnTo>
                <a:lnTo>
                  <a:pt x="514350" y="866632"/>
                </a:lnTo>
                <a:lnTo>
                  <a:pt x="514350" y="895169"/>
                </a:lnTo>
                <a:lnTo>
                  <a:pt x="514350" y="923696"/>
                </a:lnTo>
                <a:lnTo>
                  <a:pt x="514350" y="952224"/>
                </a:lnTo>
                <a:lnTo>
                  <a:pt x="514350" y="980751"/>
                </a:lnTo>
                <a:lnTo>
                  <a:pt x="514350" y="1009288"/>
                </a:lnTo>
                <a:lnTo>
                  <a:pt x="514350" y="1037815"/>
                </a:lnTo>
                <a:lnTo>
                  <a:pt x="514350" y="1066343"/>
                </a:lnTo>
                <a:lnTo>
                  <a:pt x="514350" y="1094870"/>
                </a:lnTo>
                <a:lnTo>
                  <a:pt x="514350" y="1123407"/>
                </a:lnTo>
                <a:lnTo>
                  <a:pt x="514350" y="1151934"/>
                </a:lnTo>
                <a:lnTo>
                  <a:pt x="514350" y="1180462"/>
                </a:lnTo>
                <a:lnTo>
                  <a:pt x="514350" y="1208989"/>
                </a:lnTo>
                <a:lnTo>
                  <a:pt x="514350" y="1237517"/>
                </a:lnTo>
                <a:lnTo>
                  <a:pt x="514350" y="1266053"/>
                </a:lnTo>
                <a:lnTo>
                  <a:pt x="514350" y="1294581"/>
                </a:lnTo>
                <a:lnTo>
                  <a:pt x="514350" y="1323108"/>
                </a:lnTo>
                <a:lnTo>
                  <a:pt x="514350" y="1351636"/>
                </a:lnTo>
                <a:lnTo>
                  <a:pt x="514350" y="1380173"/>
                </a:lnTo>
                <a:lnTo>
                  <a:pt x="514350" y="1408700"/>
                </a:lnTo>
                <a:lnTo>
                  <a:pt x="514350" y="1437227"/>
                </a:lnTo>
                <a:lnTo>
                  <a:pt x="514350" y="1465755"/>
                </a:lnTo>
                <a:lnTo>
                  <a:pt x="514350" y="1494292"/>
                </a:lnTo>
                <a:lnTo>
                  <a:pt x="514350" y="1522819"/>
                </a:lnTo>
                <a:lnTo>
                  <a:pt x="514350" y="1551346"/>
                </a:lnTo>
                <a:lnTo>
                  <a:pt x="514350" y="1579874"/>
                </a:lnTo>
                <a:lnTo>
                  <a:pt x="514350" y="1608411"/>
                </a:lnTo>
                <a:lnTo>
                  <a:pt x="514350" y="1636938"/>
                </a:lnTo>
                <a:lnTo>
                  <a:pt x="514350" y="1665465"/>
                </a:lnTo>
                <a:lnTo>
                  <a:pt x="514350" y="1693993"/>
                </a:lnTo>
                <a:lnTo>
                  <a:pt x="514350" y="1722520"/>
                </a:lnTo>
                <a:lnTo>
                  <a:pt x="514350" y="1751057"/>
                </a:lnTo>
                <a:lnTo>
                  <a:pt x="514350" y="1779584"/>
                </a:lnTo>
                <a:lnTo>
                  <a:pt x="514350" y="1808112"/>
                </a:lnTo>
                <a:lnTo>
                  <a:pt x="514350" y="1836639"/>
                </a:lnTo>
                <a:lnTo>
                  <a:pt x="514350" y="1865176"/>
                </a:lnTo>
                <a:lnTo>
                  <a:pt x="514350" y="1893703"/>
                </a:lnTo>
                <a:lnTo>
                  <a:pt x="514350" y="1922231"/>
                </a:lnTo>
                <a:lnTo>
                  <a:pt x="514350" y="1950758"/>
                </a:lnTo>
                <a:lnTo>
                  <a:pt x="514350" y="1979295"/>
                </a:lnTo>
                <a:lnTo>
                  <a:pt x="514350" y="2007822"/>
                </a:lnTo>
                <a:lnTo>
                  <a:pt x="514350" y="2036350"/>
                </a:lnTo>
                <a:lnTo>
                  <a:pt x="514350" y="2064877"/>
                </a:lnTo>
                <a:lnTo>
                  <a:pt x="514350" y="2093414"/>
                </a:lnTo>
                <a:lnTo>
                  <a:pt x="514350" y="2121941"/>
                </a:lnTo>
                <a:lnTo>
                  <a:pt x="514350" y="2150469"/>
                </a:lnTo>
                <a:lnTo>
                  <a:pt x="514350" y="2178996"/>
                </a:lnTo>
                <a:lnTo>
                  <a:pt x="514350" y="2207533"/>
                </a:lnTo>
                <a:lnTo>
                  <a:pt x="514350" y="2236060"/>
                </a:lnTo>
                <a:lnTo>
                  <a:pt x="514350" y="2264588"/>
                </a:lnTo>
                <a:lnTo>
                  <a:pt x="514350" y="2293115"/>
                </a:lnTo>
                <a:lnTo>
                  <a:pt x="514350" y="2321643"/>
                </a:lnTo>
                <a:lnTo>
                  <a:pt x="514350" y="2350179"/>
                </a:lnTo>
                <a:lnTo>
                  <a:pt x="514350" y="2378707"/>
                </a:lnTo>
                <a:lnTo>
                  <a:pt x="514350" y="2407234"/>
                </a:lnTo>
                <a:lnTo>
                  <a:pt x="514350" y="2435762"/>
                </a:lnTo>
                <a:lnTo>
                  <a:pt x="514350" y="2464298"/>
                </a:lnTo>
                <a:lnTo>
                  <a:pt x="514350" y="2492826"/>
                </a:lnTo>
                <a:lnTo>
                  <a:pt x="514350" y="2521353"/>
                </a:lnTo>
                <a:lnTo>
                  <a:pt x="514350" y="2549881"/>
                </a:lnTo>
                <a:lnTo>
                  <a:pt x="514350" y="2578418"/>
                </a:lnTo>
                <a:lnTo>
                  <a:pt x="514350" y="2606945"/>
                </a:lnTo>
                <a:lnTo>
                  <a:pt x="514350" y="2635472"/>
                </a:lnTo>
                <a:lnTo>
                  <a:pt x="514350" y="2664000"/>
                </a:lnTo>
                <a:lnTo>
                  <a:pt x="514350" y="2692537"/>
                </a:lnTo>
                <a:lnTo>
                  <a:pt x="514350" y="2721064"/>
                </a:lnTo>
                <a:lnTo>
                  <a:pt x="514350" y="2749591"/>
                </a:lnTo>
                <a:lnTo>
                  <a:pt x="514350" y="2778119"/>
                </a:lnTo>
                <a:lnTo>
                  <a:pt x="514350" y="2806656"/>
                </a:lnTo>
                <a:lnTo>
                  <a:pt x="514350" y="2835183"/>
                </a:lnTo>
                <a:lnTo>
                  <a:pt x="489414" y="2849032"/>
                </a:lnTo>
                <a:lnTo>
                  <a:pt x="464468" y="2862891"/>
                </a:lnTo>
                <a:lnTo>
                  <a:pt x="439531" y="2876750"/>
                </a:lnTo>
                <a:lnTo>
                  <a:pt x="414585" y="2890599"/>
                </a:lnTo>
                <a:lnTo>
                  <a:pt x="389649" y="2904458"/>
                </a:lnTo>
                <a:lnTo>
                  <a:pt x="364712" y="2918308"/>
                </a:lnTo>
                <a:lnTo>
                  <a:pt x="339766" y="2932166"/>
                </a:lnTo>
                <a:lnTo>
                  <a:pt x="314830" y="2946025"/>
                </a:lnTo>
                <a:lnTo>
                  <a:pt x="289884" y="2959875"/>
                </a:lnTo>
                <a:lnTo>
                  <a:pt x="264947" y="2973734"/>
                </a:lnTo>
                <a:lnTo>
                  <a:pt x="240011" y="2968514"/>
                </a:lnTo>
                <a:lnTo>
                  <a:pt x="215065" y="2954655"/>
                </a:lnTo>
                <a:lnTo>
                  <a:pt x="190129" y="2940806"/>
                </a:lnTo>
                <a:lnTo>
                  <a:pt x="165183" y="2926947"/>
                </a:lnTo>
                <a:lnTo>
                  <a:pt x="140246" y="2913097"/>
                </a:lnTo>
                <a:lnTo>
                  <a:pt x="115310" y="2899239"/>
                </a:lnTo>
                <a:lnTo>
                  <a:pt x="90364" y="2885380"/>
                </a:lnTo>
                <a:lnTo>
                  <a:pt x="65427" y="2871530"/>
                </a:lnTo>
                <a:lnTo>
                  <a:pt x="40481" y="2857671"/>
                </a:lnTo>
                <a:lnTo>
                  <a:pt x="15545" y="2843813"/>
                </a:lnTo>
                <a:lnTo>
                  <a:pt x="0" y="2824429"/>
                </a:lnTo>
                <a:lnTo>
                  <a:pt x="0" y="2795902"/>
                </a:lnTo>
                <a:lnTo>
                  <a:pt x="0" y="2767374"/>
                </a:lnTo>
                <a:lnTo>
                  <a:pt x="0" y="2738847"/>
                </a:lnTo>
                <a:lnTo>
                  <a:pt x="0" y="2710320"/>
                </a:lnTo>
                <a:lnTo>
                  <a:pt x="0" y="2681783"/>
                </a:lnTo>
                <a:lnTo>
                  <a:pt x="0" y="2653255"/>
                </a:lnTo>
                <a:lnTo>
                  <a:pt x="0" y="2624728"/>
                </a:lnTo>
                <a:lnTo>
                  <a:pt x="0" y="2596201"/>
                </a:lnTo>
                <a:lnTo>
                  <a:pt x="0" y="2567664"/>
                </a:lnTo>
                <a:lnTo>
                  <a:pt x="0" y="2539136"/>
                </a:lnTo>
                <a:lnTo>
                  <a:pt x="0" y="2510609"/>
                </a:lnTo>
                <a:lnTo>
                  <a:pt x="0" y="2482082"/>
                </a:lnTo>
                <a:lnTo>
                  <a:pt x="0" y="2453545"/>
                </a:lnTo>
                <a:lnTo>
                  <a:pt x="0" y="2425017"/>
                </a:lnTo>
                <a:lnTo>
                  <a:pt x="0" y="2396490"/>
                </a:lnTo>
                <a:lnTo>
                  <a:pt x="0" y="2367963"/>
                </a:lnTo>
                <a:lnTo>
                  <a:pt x="0" y="2339426"/>
                </a:lnTo>
                <a:lnTo>
                  <a:pt x="0" y="2310898"/>
                </a:lnTo>
                <a:lnTo>
                  <a:pt x="0" y="2282371"/>
                </a:lnTo>
                <a:lnTo>
                  <a:pt x="0" y="2253844"/>
                </a:lnTo>
                <a:lnTo>
                  <a:pt x="0" y="2225316"/>
                </a:lnTo>
                <a:lnTo>
                  <a:pt x="0" y="2196779"/>
                </a:lnTo>
                <a:lnTo>
                  <a:pt x="0" y="2168252"/>
                </a:lnTo>
                <a:lnTo>
                  <a:pt x="0" y="2139725"/>
                </a:lnTo>
                <a:lnTo>
                  <a:pt x="0" y="2111197"/>
                </a:lnTo>
                <a:lnTo>
                  <a:pt x="0" y="2082660"/>
                </a:lnTo>
                <a:lnTo>
                  <a:pt x="0" y="2054133"/>
                </a:lnTo>
                <a:lnTo>
                  <a:pt x="0" y="2025606"/>
                </a:lnTo>
                <a:lnTo>
                  <a:pt x="0" y="1997078"/>
                </a:lnTo>
                <a:lnTo>
                  <a:pt x="0" y="1968541"/>
                </a:lnTo>
                <a:lnTo>
                  <a:pt x="0" y="1940014"/>
                </a:lnTo>
                <a:lnTo>
                  <a:pt x="0" y="1911487"/>
                </a:lnTo>
                <a:lnTo>
                  <a:pt x="0" y="1882959"/>
                </a:lnTo>
                <a:lnTo>
                  <a:pt x="0" y="1854422"/>
                </a:lnTo>
                <a:lnTo>
                  <a:pt x="0" y="1825895"/>
                </a:lnTo>
                <a:lnTo>
                  <a:pt x="0" y="1797368"/>
                </a:lnTo>
                <a:lnTo>
                  <a:pt x="0" y="1768840"/>
                </a:lnTo>
                <a:lnTo>
                  <a:pt x="0" y="1740303"/>
                </a:lnTo>
                <a:lnTo>
                  <a:pt x="0" y="1711776"/>
                </a:lnTo>
                <a:lnTo>
                  <a:pt x="0" y="1683248"/>
                </a:lnTo>
                <a:lnTo>
                  <a:pt x="0" y="1654721"/>
                </a:lnTo>
                <a:lnTo>
                  <a:pt x="0" y="1626194"/>
                </a:lnTo>
                <a:lnTo>
                  <a:pt x="0" y="1597657"/>
                </a:lnTo>
                <a:lnTo>
                  <a:pt x="0" y="1569129"/>
                </a:lnTo>
                <a:lnTo>
                  <a:pt x="0" y="1540602"/>
                </a:lnTo>
                <a:lnTo>
                  <a:pt x="0" y="1512075"/>
                </a:lnTo>
                <a:lnTo>
                  <a:pt x="0" y="1483538"/>
                </a:lnTo>
                <a:lnTo>
                  <a:pt x="0" y="1455010"/>
                </a:lnTo>
                <a:lnTo>
                  <a:pt x="0" y="1426483"/>
                </a:lnTo>
                <a:lnTo>
                  <a:pt x="0" y="1397956"/>
                </a:lnTo>
                <a:lnTo>
                  <a:pt x="0" y="1369419"/>
                </a:lnTo>
                <a:lnTo>
                  <a:pt x="0" y="1340891"/>
                </a:lnTo>
                <a:lnTo>
                  <a:pt x="0" y="1312364"/>
                </a:lnTo>
                <a:lnTo>
                  <a:pt x="0" y="1283837"/>
                </a:lnTo>
                <a:lnTo>
                  <a:pt x="0" y="1255300"/>
                </a:lnTo>
                <a:lnTo>
                  <a:pt x="0" y="1226772"/>
                </a:lnTo>
                <a:lnTo>
                  <a:pt x="0" y="1198245"/>
                </a:lnTo>
                <a:lnTo>
                  <a:pt x="0" y="1169718"/>
                </a:lnTo>
                <a:lnTo>
                  <a:pt x="0" y="1141181"/>
                </a:lnTo>
                <a:lnTo>
                  <a:pt x="0" y="1112653"/>
                </a:lnTo>
                <a:lnTo>
                  <a:pt x="0" y="1084126"/>
                </a:lnTo>
                <a:lnTo>
                  <a:pt x="0" y="1055599"/>
                </a:lnTo>
                <a:lnTo>
                  <a:pt x="0" y="1027071"/>
                </a:lnTo>
                <a:lnTo>
                  <a:pt x="0" y="998534"/>
                </a:lnTo>
                <a:lnTo>
                  <a:pt x="0" y="970007"/>
                </a:lnTo>
                <a:lnTo>
                  <a:pt x="0" y="941480"/>
                </a:lnTo>
                <a:lnTo>
                  <a:pt x="0" y="912952"/>
                </a:lnTo>
                <a:lnTo>
                  <a:pt x="0" y="884415"/>
                </a:lnTo>
                <a:lnTo>
                  <a:pt x="0" y="855888"/>
                </a:lnTo>
                <a:lnTo>
                  <a:pt x="0" y="827361"/>
                </a:lnTo>
                <a:lnTo>
                  <a:pt x="0" y="798833"/>
                </a:lnTo>
                <a:lnTo>
                  <a:pt x="0" y="770296"/>
                </a:lnTo>
                <a:lnTo>
                  <a:pt x="0" y="741769"/>
                </a:lnTo>
                <a:lnTo>
                  <a:pt x="0" y="713242"/>
                </a:lnTo>
                <a:lnTo>
                  <a:pt x="0" y="684714"/>
                </a:lnTo>
                <a:lnTo>
                  <a:pt x="0" y="656177"/>
                </a:lnTo>
                <a:lnTo>
                  <a:pt x="0" y="627650"/>
                </a:lnTo>
                <a:lnTo>
                  <a:pt x="0" y="599123"/>
                </a:lnTo>
                <a:lnTo>
                  <a:pt x="0" y="570595"/>
                </a:lnTo>
                <a:lnTo>
                  <a:pt x="0" y="542058"/>
                </a:lnTo>
                <a:lnTo>
                  <a:pt x="0" y="513531"/>
                </a:lnTo>
                <a:lnTo>
                  <a:pt x="0" y="485003"/>
                </a:lnTo>
                <a:lnTo>
                  <a:pt x="0" y="456476"/>
                </a:lnTo>
                <a:lnTo>
                  <a:pt x="0" y="427949"/>
                </a:lnTo>
                <a:lnTo>
                  <a:pt x="0" y="399412"/>
                </a:lnTo>
                <a:lnTo>
                  <a:pt x="0" y="370884"/>
                </a:lnTo>
                <a:lnTo>
                  <a:pt x="0" y="342357"/>
                </a:lnTo>
                <a:lnTo>
                  <a:pt x="0" y="313830"/>
                </a:lnTo>
                <a:lnTo>
                  <a:pt x="0" y="285293"/>
                </a:lnTo>
                <a:lnTo>
                  <a:pt x="0" y="256765"/>
                </a:lnTo>
                <a:lnTo>
                  <a:pt x="0" y="228238"/>
                </a:lnTo>
                <a:lnTo>
                  <a:pt x="0" y="199711"/>
                </a:lnTo>
                <a:lnTo>
                  <a:pt x="0" y="171174"/>
                </a:lnTo>
                <a:lnTo>
                  <a:pt x="0" y="142646"/>
                </a:lnTo>
                <a:lnTo>
                  <a:pt x="0" y="114119"/>
                </a:lnTo>
                <a:lnTo>
                  <a:pt x="0" y="85592"/>
                </a:lnTo>
                <a:lnTo>
                  <a:pt x="0" y="57055"/>
                </a:lnTo>
                <a:lnTo>
                  <a:pt x="0" y="28527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5" name="funnel-step-body-0">
            <a:extLst xmlns:a="http://schemas.openxmlformats.org/drawingml/2006/main">
              <a:ext uri="{FF2B5EF4-FFF2-40B4-BE49-F238E27FC236}">
                <a16:creationId xmlns:a16="http://schemas.microsoft.com/office/drawing/2014/main" id="{10698123-390E-4696-BAAA-557066269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714625" y="1847850"/>
            <a:ext cx="3332674" cy="1319975"/>
          </a:xfrm>
          <a:custGeom xmlns:a="http://schemas.openxmlformats.org/drawingml/2006/main">
            <a:pathLst>
              <a:path w="3332674" h="1319975">
                <a:moveTo>
                  <a:pt x="0" y="0"/>
                </a:moveTo>
                <a:lnTo>
                  <a:pt x="13030" y="32414"/>
                </a:lnTo>
                <a:lnTo>
                  <a:pt x="26060" y="64818"/>
                </a:lnTo>
                <a:lnTo>
                  <a:pt x="39091" y="97231"/>
                </a:lnTo>
                <a:lnTo>
                  <a:pt x="52121" y="129635"/>
                </a:lnTo>
                <a:lnTo>
                  <a:pt x="65151" y="162049"/>
                </a:lnTo>
                <a:lnTo>
                  <a:pt x="78181" y="194453"/>
                </a:lnTo>
                <a:lnTo>
                  <a:pt x="91211" y="226866"/>
                </a:lnTo>
                <a:lnTo>
                  <a:pt x="104242" y="259280"/>
                </a:lnTo>
                <a:lnTo>
                  <a:pt x="117272" y="291684"/>
                </a:lnTo>
                <a:lnTo>
                  <a:pt x="130302" y="324098"/>
                </a:lnTo>
                <a:lnTo>
                  <a:pt x="143332" y="356502"/>
                </a:lnTo>
                <a:lnTo>
                  <a:pt x="156362" y="388915"/>
                </a:lnTo>
                <a:lnTo>
                  <a:pt x="169393" y="421329"/>
                </a:lnTo>
                <a:lnTo>
                  <a:pt x="182423" y="453733"/>
                </a:lnTo>
                <a:lnTo>
                  <a:pt x="195453" y="486146"/>
                </a:lnTo>
                <a:lnTo>
                  <a:pt x="208483" y="518551"/>
                </a:lnTo>
                <a:lnTo>
                  <a:pt x="221513" y="550964"/>
                </a:lnTo>
                <a:lnTo>
                  <a:pt x="234553" y="583368"/>
                </a:lnTo>
                <a:lnTo>
                  <a:pt x="247583" y="615782"/>
                </a:lnTo>
                <a:lnTo>
                  <a:pt x="260614" y="648195"/>
                </a:lnTo>
                <a:lnTo>
                  <a:pt x="273644" y="680599"/>
                </a:lnTo>
                <a:lnTo>
                  <a:pt x="286674" y="713013"/>
                </a:lnTo>
                <a:lnTo>
                  <a:pt x="299704" y="745417"/>
                </a:lnTo>
                <a:lnTo>
                  <a:pt x="312734" y="777831"/>
                </a:lnTo>
                <a:lnTo>
                  <a:pt x="325765" y="810244"/>
                </a:lnTo>
                <a:lnTo>
                  <a:pt x="338795" y="842648"/>
                </a:lnTo>
                <a:lnTo>
                  <a:pt x="351825" y="875062"/>
                </a:lnTo>
                <a:lnTo>
                  <a:pt x="364855" y="907466"/>
                </a:lnTo>
                <a:lnTo>
                  <a:pt x="377885" y="939879"/>
                </a:lnTo>
                <a:lnTo>
                  <a:pt x="390916" y="972283"/>
                </a:lnTo>
                <a:lnTo>
                  <a:pt x="403946" y="1004697"/>
                </a:lnTo>
                <a:lnTo>
                  <a:pt x="416976" y="1037111"/>
                </a:lnTo>
                <a:lnTo>
                  <a:pt x="430006" y="1069515"/>
                </a:lnTo>
                <a:lnTo>
                  <a:pt x="443036" y="1101928"/>
                </a:lnTo>
                <a:lnTo>
                  <a:pt x="456067" y="1134332"/>
                </a:lnTo>
                <a:lnTo>
                  <a:pt x="469097" y="1166746"/>
                </a:lnTo>
                <a:lnTo>
                  <a:pt x="482127" y="1199150"/>
                </a:lnTo>
                <a:lnTo>
                  <a:pt x="495157" y="1231563"/>
                </a:lnTo>
                <a:lnTo>
                  <a:pt x="516636" y="1256576"/>
                </a:lnTo>
                <a:lnTo>
                  <a:pt x="550059" y="1266587"/>
                </a:lnTo>
                <a:lnTo>
                  <a:pt x="584330" y="1273321"/>
                </a:lnTo>
                <a:lnTo>
                  <a:pt x="618858" y="1278588"/>
                </a:lnTo>
                <a:lnTo>
                  <a:pt x="653520" y="1282970"/>
                </a:lnTo>
                <a:lnTo>
                  <a:pt x="688248" y="1286732"/>
                </a:lnTo>
                <a:lnTo>
                  <a:pt x="723014" y="1290037"/>
                </a:lnTo>
                <a:lnTo>
                  <a:pt x="757828" y="1292981"/>
                </a:lnTo>
                <a:lnTo>
                  <a:pt x="792651" y="1295629"/>
                </a:lnTo>
                <a:lnTo>
                  <a:pt x="827503" y="1298029"/>
                </a:lnTo>
                <a:lnTo>
                  <a:pt x="862365" y="1300229"/>
                </a:lnTo>
                <a:lnTo>
                  <a:pt x="897236" y="1302229"/>
                </a:lnTo>
                <a:lnTo>
                  <a:pt x="932126" y="1304068"/>
                </a:lnTo>
                <a:lnTo>
                  <a:pt x="967007" y="1305763"/>
                </a:lnTo>
                <a:lnTo>
                  <a:pt x="1001906" y="1307325"/>
                </a:lnTo>
                <a:lnTo>
                  <a:pt x="1036806" y="1308764"/>
                </a:lnTo>
                <a:lnTo>
                  <a:pt x="1071715" y="1310088"/>
                </a:lnTo>
                <a:lnTo>
                  <a:pt x="1106624" y="1311307"/>
                </a:lnTo>
                <a:lnTo>
                  <a:pt x="1141533" y="1312431"/>
                </a:lnTo>
                <a:lnTo>
                  <a:pt x="1176452" y="1313450"/>
                </a:lnTo>
                <a:lnTo>
                  <a:pt x="1211370" y="1314402"/>
                </a:lnTo>
                <a:lnTo>
                  <a:pt x="1246289" y="1315250"/>
                </a:lnTo>
                <a:lnTo>
                  <a:pt x="1281217" y="1316031"/>
                </a:lnTo>
                <a:lnTo>
                  <a:pt x="1316136" y="1316736"/>
                </a:lnTo>
                <a:lnTo>
                  <a:pt x="1351064" y="1317355"/>
                </a:lnTo>
                <a:lnTo>
                  <a:pt x="1385992" y="1317917"/>
                </a:lnTo>
                <a:lnTo>
                  <a:pt x="1420920" y="1318403"/>
                </a:lnTo>
                <a:lnTo>
                  <a:pt x="1455849" y="1318822"/>
                </a:lnTo>
                <a:lnTo>
                  <a:pt x="1490777" y="1319174"/>
                </a:lnTo>
                <a:lnTo>
                  <a:pt x="1525705" y="1319460"/>
                </a:lnTo>
                <a:lnTo>
                  <a:pt x="1560633" y="1319679"/>
                </a:lnTo>
                <a:lnTo>
                  <a:pt x="1595561" y="1319841"/>
                </a:lnTo>
                <a:lnTo>
                  <a:pt x="1630499" y="1319936"/>
                </a:lnTo>
                <a:lnTo>
                  <a:pt x="1665427" y="1319975"/>
                </a:lnTo>
                <a:lnTo>
                  <a:pt x="1700355" y="1319946"/>
                </a:lnTo>
                <a:lnTo>
                  <a:pt x="1735293" y="1319851"/>
                </a:lnTo>
                <a:lnTo>
                  <a:pt x="1770221" y="1319698"/>
                </a:lnTo>
                <a:lnTo>
                  <a:pt x="1805149" y="1319479"/>
                </a:lnTo>
                <a:lnTo>
                  <a:pt x="1840078" y="1319193"/>
                </a:lnTo>
                <a:lnTo>
                  <a:pt x="1875006" y="1318851"/>
                </a:lnTo>
                <a:lnTo>
                  <a:pt x="1909934" y="1318441"/>
                </a:lnTo>
                <a:lnTo>
                  <a:pt x="1944862" y="1317955"/>
                </a:lnTo>
                <a:lnTo>
                  <a:pt x="1979790" y="1317403"/>
                </a:lnTo>
                <a:lnTo>
                  <a:pt x="2014718" y="1316784"/>
                </a:lnTo>
                <a:lnTo>
                  <a:pt x="2049637" y="1316088"/>
                </a:lnTo>
                <a:lnTo>
                  <a:pt x="2084565" y="1315317"/>
                </a:lnTo>
                <a:lnTo>
                  <a:pt x="2119484" y="1314469"/>
                </a:lnTo>
                <a:lnTo>
                  <a:pt x="2154403" y="1313536"/>
                </a:lnTo>
                <a:lnTo>
                  <a:pt x="2189321" y="1312516"/>
                </a:lnTo>
                <a:lnTo>
                  <a:pt x="2224230" y="1311402"/>
                </a:lnTo>
                <a:lnTo>
                  <a:pt x="2259140" y="1310192"/>
                </a:lnTo>
                <a:lnTo>
                  <a:pt x="2294049" y="1308878"/>
                </a:lnTo>
                <a:lnTo>
                  <a:pt x="2328948" y="1307449"/>
                </a:lnTo>
                <a:lnTo>
                  <a:pt x="2363848" y="1305906"/>
                </a:lnTo>
                <a:lnTo>
                  <a:pt x="2398738" y="1304211"/>
                </a:lnTo>
                <a:lnTo>
                  <a:pt x="2433618" y="1302391"/>
                </a:lnTo>
                <a:lnTo>
                  <a:pt x="2468499" y="1300401"/>
                </a:lnTo>
                <a:lnTo>
                  <a:pt x="2503361" y="1298219"/>
                </a:lnTo>
                <a:lnTo>
                  <a:pt x="2538203" y="1295838"/>
                </a:lnTo>
                <a:lnTo>
                  <a:pt x="2573036" y="1293209"/>
                </a:lnTo>
                <a:lnTo>
                  <a:pt x="2607850" y="1290295"/>
                </a:lnTo>
                <a:lnTo>
                  <a:pt x="2642626" y="1287018"/>
                </a:lnTo>
                <a:lnTo>
                  <a:pt x="2677354" y="1283294"/>
                </a:lnTo>
                <a:lnTo>
                  <a:pt x="2712015" y="1278979"/>
                </a:lnTo>
                <a:lnTo>
                  <a:pt x="2746562" y="1273807"/>
                </a:lnTo>
                <a:lnTo>
                  <a:pt x="2780862" y="1267235"/>
                </a:lnTo>
                <a:lnTo>
                  <a:pt x="2814428" y="1257652"/>
                </a:lnTo>
                <a:lnTo>
                  <a:pt x="2837507" y="1234250"/>
                </a:lnTo>
                <a:lnTo>
                  <a:pt x="2850547" y="1201836"/>
                </a:lnTo>
                <a:lnTo>
                  <a:pt x="2863577" y="1169432"/>
                </a:lnTo>
                <a:lnTo>
                  <a:pt x="2876607" y="1137018"/>
                </a:lnTo>
                <a:lnTo>
                  <a:pt x="2889637" y="1104614"/>
                </a:lnTo>
                <a:lnTo>
                  <a:pt x="2902668" y="1072201"/>
                </a:lnTo>
                <a:lnTo>
                  <a:pt x="2915698" y="1039797"/>
                </a:lnTo>
                <a:lnTo>
                  <a:pt x="2928728" y="1007383"/>
                </a:lnTo>
                <a:lnTo>
                  <a:pt x="2941758" y="974969"/>
                </a:lnTo>
                <a:lnTo>
                  <a:pt x="2954788" y="942565"/>
                </a:lnTo>
                <a:lnTo>
                  <a:pt x="2967819" y="910152"/>
                </a:lnTo>
                <a:lnTo>
                  <a:pt x="2980849" y="877748"/>
                </a:lnTo>
                <a:lnTo>
                  <a:pt x="2993879" y="845334"/>
                </a:lnTo>
                <a:lnTo>
                  <a:pt x="3006909" y="812930"/>
                </a:lnTo>
                <a:lnTo>
                  <a:pt x="3019939" y="780517"/>
                </a:lnTo>
                <a:lnTo>
                  <a:pt x="3032970" y="748103"/>
                </a:lnTo>
                <a:lnTo>
                  <a:pt x="3046000" y="715699"/>
                </a:lnTo>
                <a:lnTo>
                  <a:pt x="3059030" y="683285"/>
                </a:lnTo>
                <a:lnTo>
                  <a:pt x="3072060" y="650881"/>
                </a:lnTo>
                <a:lnTo>
                  <a:pt x="3085090" y="618468"/>
                </a:lnTo>
                <a:lnTo>
                  <a:pt x="3098121" y="586054"/>
                </a:lnTo>
                <a:lnTo>
                  <a:pt x="3111151" y="553650"/>
                </a:lnTo>
                <a:lnTo>
                  <a:pt x="3124181" y="521237"/>
                </a:lnTo>
                <a:lnTo>
                  <a:pt x="3137211" y="488833"/>
                </a:lnTo>
                <a:lnTo>
                  <a:pt x="3150241" y="456419"/>
                </a:lnTo>
                <a:lnTo>
                  <a:pt x="3163272" y="424015"/>
                </a:lnTo>
                <a:lnTo>
                  <a:pt x="3176302" y="391601"/>
                </a:lnTo>
                <a:lnTo>
                  <a:pt x="3189332" y="359188"/>
                </a:lnTo>
                <a:lnTo>
                  <a:pt x="3202362" y="326784"/>
                </a:lnTo>
                <a:lnTo>
                  <a:pt x="3215392" y="294370"/>
                </a:lnTo>
                <a:lnTo>
                  <a:pt x="3228423" y="261966"/>
                </a:lnTo>
                <a:lnTo>
                  <a:pt x="3241453" y="229553"/>
                </a:lnTo>
                <a:lnTo>
                  <a:pt x="3254483" y="197139"/>
                </a:lnTo>
                <a:lnTo>
                  <a:pt x="3267513" y="164735"/>
                </a:lnTo>
                <a:lnTo>
                  <a:pt x="3280543" y="132321"/>
                </a:lnTo>
                <a:lnTo>
                  <a:pt x="3293583" y="99917"/>
                </a:lnTo>
                <a:lnTo>
                  <a:pt x="3306613" y="67504"/>
                </a:lnTo>
                <a:lnTo>
                  <a:pt x="3319643" y="35100"/>
                </a:lnTo>
                <a:lnTo>
                  <a:pt x="3332674" y="2686"/>
                </a:lnTo>
                <a:lnTo>
                  <a:pt x="3307356" y="15573"/>
                </a:lnTo>
                <a:lnTo>
                  <a:pt x="3273266" y="23117"/>
                </a:lnTo>
                <a:lnTo>
                  <a:pt x="3238757" y="28518"/>
                </a:lnTo>
                <a:lnTo>
                  <a:pt x="3204105" y="32861"/>
                </a:lnTo>
                <a:lnTo>
                  <a:pt x="3169368" y="36557"/>
                </a:lnTo>
                <a:lnTo>
                  <a:pt x="3134582" y="39786"/>
                </a:lnTo>
                <a:lnTo>
                  <a:pt x="3099768" y="42653"/>
                </a:lnTo>
                <a:lnTo>
                  <a:pt x="3064935" y="45253"/>
                </a:lnTo>
                <a:lnTo>
                  <a:pt x="3030083" y="47625"/>
                </a:lnTo>
                <a:lnTo>
                  <a:pt x="2995222" y="49806"/>
                </a:lnTo>
                <a:lnTo>
                  <a:pt x="2960351" y="51806"/>
                </a:lnTo>
                <a:lnTo>
                  <a:pt x="2925470" y="53692"/>
                </a:lnTo>
                <a:lnTo>
                  <a:pt x="2890580" y="55426"/>
                </a:lnTo>
                <a:lnTo>
                  <a:pt x="2855690" y="57064"/>
                </a:lnTo>
                <a:lnTo>
                  <a:pt x="2820791" y="58598"/>
                </a:lnTo>
                <a:lnTo>
                  <a:pt x="2785891" y="60036"/>
                </a:lnTo>
                <a:lnTo>
                  <a:pt x="2750991" y="61389"/>
                </a:lnTo>
                <a:lnTo>
                  <a:pt x="2716082" y="62665"/>
                </a:lnTo>
                <a:lnTo>
                  <a:pt x="2681173" y="63865"/>
                </a:lnTo>
                <a:lnTo>
                  <a:pt x="2646255" y="64999"/>
                </a:lnTo>
                <a:lnTo>
                  <a:pt x="2611345" y="66075"/>
                </a:lnTo>
                <a:lnTo>
                  <a:pt x="2576427" y="67085"/>
                </a:lnTo>
                <a:lnTo>
                  <a:pt x="2541508" y="68037"/>
                </a:lnTo>
                <a:lnTo>
                  <a:pt x="2506589" y="68942"/>
                </a:lnTo>
                <a:lnTo>
                  <a:pt x="2471671" y="69790"/>
                </a:lnTo>
                <a:lnTo>
                  <a:pt x="2436743" y="70590"/>
                </a:lnTo>
                <a:lnTo>
                  <a:pt x="2401824" y="71352"/>
                </a:lnTo>
                <a:lnTo>
                  <a:pt x="2366896" y="72057"/>
                </a:lnTo>
                <a:lnTo>
                  <a:pt x="2331977" y="72733"/>
                </a:lnTo>
                <a:lnTo>
                  <a:pt x="2297049" y="73352"/>
                </a:lnTo>
                <a:lnTo>
                  <a:pt x="2262121" y="73943"/>
                </a:lnTo>
                <a:lnTo>
                  <a:pt x="2227202" y="74486"/>
                </a:lnTo>
                <a:lnTo>
                  <a:pt x="2192274" y="75000"/>
                </a:lnTo>
                <a:lnTo>
                  <a:pt x="2157346" y="75476"/>
                </a:lnTo>
                <a:lnTo>
                  <a:pt x="2122418" y="75905"/>
                </a:lnTo>
                <a:lnTo>
                  <a:pt x="2087489" y="76314"/>
                </a:lnTo>
                <a:lnTo>
                  <a:pt x="2052561" y="76676"/>
                </a:lnTo>
                <a:lnTo>
                  <a:pt x="2017624" y="77010"/>
                </a:lnTo>
                <a:lnTo>
                  <a:pt x="1982695" y="77314"/>
                </a:lnTo>
                <a:lnTo>
                  <a:pt x="1947767" y="77581"/>
                </a:lnTo>
                <a:lnTo>
                  <a:pt x="1912839" y="77810"/>
                </a:lnTo>
                <a:lnTo>
                  <a:pt x="1877911" y="78010"/>
                </a:lnTo>
                <a:lnTo>
                  <a:pt x="1842973" y="78181"/>
                </a:lnTo>
                <a:lnTo>
                  <a:pt x="1808045" y="78324"/>
                </a:lnTo>
                <a:lnTo>
                  <a:pt x="1773117" y="78438"/>
                </a:lnTo>
                <a:lnTo>
                  <a:pt x="1738179" y="78515"/>
                </a:lnTo>
                <a:lnTo>
                  <a:pt x="1703251" y="78562"/>
                </a:lnTo>
                <a:lnTo>
                  <a:pt x="1668323" y="78581"/>
                </a:lnTo>
                <a:lnTo>
                  <a:pt x="1633395" y="78562"/>
                </a:lnTo>
                <a:lnTo>
                  <a:pt x="1598457" y="78515"/>
                </a:lnTo>
                <a:lnTo>
                  <a:pt x="1563529" y="78438"/>
                </a:lnTo>
                <a:lnTo>
                  <a:pt x="1528601" y="78334"/>
                </a:lnTo>
                <a:lnTo>
                  <a:pt x="1493672" y="78200"/>
                </a:lnTo>
                <a:lnTo>
                  <a:pt x="1458735" y="78029"/>
                </a:lnTo>
                <a:lnTo>
                  <a:pt x="1423807" y="77829"/>
                </a:lnTo>
                <a:lnTo>
                  <a:pt x="1388878" y="77600"/>
                </a:lnTo>
                <a:lnTo>
                  <a:pt x="1353950" y="77333"/>
                </a:lnTo>
                <a:lnTo>
                  <a:pt x="1319012" y="77038"/>
                </a:lnTo>
                <a:lnTo>
                  <a:pt x="1284084" y="76705"/>
                </a:lnTo>
                <a:lnTo>
                  <a:pt x="1249156" y="76343"/>
                </a:lnTo>
                <a:lnTo>
                  <a:pt x="1214228" y="75943"/>
                </a:lnTo>
                <a:lnTo>
                  <a:pt x="1179300" y="75505"/>
                </a:lnTo>
                <a:lnTo>
                  <a:pt x="1144372" y="75038"/>
                </a:lnTo>
                <a:lnTo>
                  <a:pt x="1109443" y="74533"/>
                </a:lnTo>
                <a:lnTo>
                  <a:pt x="1074525" y="73990"/>
                </a:lnTo>
                <a:lnTo>
                  <a:pt x="1039597" y="73409"/>
                </a:lnTo>
                <a:lnTo>
                  <a:pt x="1004668" y="72781"/>
                </a:lnTo>
                <a:lnTo>
                  <a:pt x="969740" y="72114"/>
                </a:lnTo>
                <a:lnTo>
                  <a:pt x="934822" y="71409"/>
                </a:lnTo>
                <a:lnTo>
                  <a:pt x="899893" y="70656"/>
                </a:lnTo>
                <a:lnTo>
                  <a:pt x="864975" y="69856"/>
                </a:lnTo>
                <a:lnTo>
                  <a:pt x="830056" y="69018"/>
                </a:lnTo>
                <a:lnTo>
                  <a:pt x="795137" y="68113"/>
                </a:lnTo>
                <a:lnTo>
                  <a:pt x="760219" y="67161"/>
                </a:lnTo>
                <a:lnTo>
                  <a:pt x="725300" y="66161"/>
                </a:lnTo>
                <a:lnTo>
                  <a:pt x="690382" y="65094"/>
                </a:lnTo>
                <a:lnTo>
                  <a:pt x="655472" y="63960"/>
                </a:lnTo>
                <a:lnTo>
                  <a:pt x="620563" y="62760"/>
                </a:lnTo>
                <a:lnTo>
                  <a:pt x="585654" y="61493"/>
                </a:lnTo>
                <a:lnTo>
                  <a:pt x="550745" y="60150"/>
                </a:lnTo>
                <a:lnTo>
                  <a:pt x="515845" y="58722"/>
                </a:lnTo>
                <a:lnTo>
                  <a:pt x="480946" y="57188"/>
                </a:lnTo>
                <a:lnTo>
                  <a:pt x="446056" y="55569"/>
                </a:lnTo>
                <a:lnTo>
                  <a:pt x="411166" y="53835"/>
                </a:lnTo>
                <a:lnTo>
                  <a:pt x="376285" y="51968"/>
                </a:lnTo>
                <a:lnTo>
                  <a:pt x="341414" y="49978"/>
                </a:lnTo>
                <a:lnTo>
                  <a:pt x="306553" y="47815"/>
                </a:lnTo>
                <a:lnTo>
                  <a:pt x="271701" y="45463"/>
                </a:lnTo>
                <a:lnTo>
                  <a:pt x="236858" y="42882"/>
                </a:lnTo>
                <a:lnTo>
                  <a:pt x="202044" y="40034"/>
                </a:lnTo>
                <a:lnTo>
                  <a:pt x="167269" y="36843"/>
                </a:lnTo>
                <a:lnTo>
                  <a:pt x="132521" y="33195"/>
                </a:lnTo>
                <a:lnTo>
                  <a:pt x="97860" y="28908"/>
                </a:lnTo>
                <a:lnTo>
                  <a:pt x="63332" y="23622"/>
                </a:lnTo>
                <a:lnTo>
                  <a:pt x="29175" y="16345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6" name="funnel-step-cap-0">
            <a:extLst xmlns:a="http://schemas.openxmlformats.org/drawingml/2006/main">
              <a:ext uri="{FF2B5EF4-FFF2-40B4-BE49-F238E27FC236}">
                <a16:creationId xmlns:a16="http://schemas.microsoft.com/office/drawing/2014/main" id="{B2075781-BCDC-4B5D-BDCB-FE04100A3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714625" y="1724025"/>
            <a:ext cx="33337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7" name="funnel-step-body-1">
            <a:extLst xmlns:a="http://schemas.openxmlformats.org/drawingml/2006/main">
              <a:ext uri="{FF2B5EF4-FFF2-40B4-BE49-F238E27FC236}">
                <a16:creationId xmlns:a16="http://schemas.microsoft.com/office/drawing/2014/main" id="{7A02D10B-3684-4FDA-97E6-DB75CE6FB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213735" y="3270218"/>
            <a:ext cx="2331749" cy="1320070"/>
          </a:xfrm>
          <a:custGeom xmlns:a="http://schemas.openxmlformats.org/drawingml/2006/main">
            <a:pathLst>
              <a:path w="2331749" h="1320070">
                <a:moveTo>
                  <a:pt x="0" y="0"/>
                </a:moveTo>
                <a:lnTo>
                  <a:pt x="8030" y="26099"/>
                </a:lnTo>
                <a:lnTo>
                  <a:pt x="16069" y="52207"/>
                </a:lnTo>
                <a:lnTo>
                  <a:pt x="24098" y="78305"/>
                </a:lnTo>
                <a:lnTo>
                  <a:pt x="32128" y="104404"/>
                </a:lnTo>
                <a:lnTo>
                  <a:pt x="40167" y="130512"/>
                </a:lnTo>
                <a:lnTo>
                  <a:pt x="48196" y="156610"/>
                </a:lnTo>
                <a:lnTo>
                  <a:pt x="56226" y="182718"/>
                </a:lnTo>
                <a:lnTo>
                  <a:pt x="64256" y="208817"/>
                </a:lnTo>
                <a:lnTo>
                  <a:pt x="72295" y="234915"/>
                </a:lnTo>
                <a:lnTo>
                  <a:pt x="80324" y="261023"/>
                </a:lnTo>
                <a:lnTo>
                  <a:pt x="88354" y="287122"/>
                </a:lnTo>
                <a:lnTo>
                  <a:pt x="96393" y="313220"/>
                </a:lnTo>
                <a:lnTo>
                  <a:pt x="104423" y="339328"/>
                </a:lnTo>
                <a:lnTo>
                  <a:pt x="112452" y="365427"/>
                </a:lnTo>
                <a:lnTo>
                  <a:pt x="120491" y="391525"/>
                </a:lnTo>
                <a:lnTo>
                  <a:pt x="128521" y="417633"/>
                </a:lnTo>
                <a:lnTo>
                  <a:pt x="136550" y="443732"/>
                </a:lnTo>
                <a:lnTo>
                  <a:pt x="144580" y="469840"/>
                </a:lnTo>
                <a:lnTo>
                  <a:pt x="152619" y="495938"/>
                </a:lnTo>
                <a:lnTo>
                  <a:pt x="160649" y="522037"/>
                </a:lnTo>
                <a:lnTo>
                  <a:pt x="168678" y="548145"/>
                </a:lnTo>
                <a:lnTo>
                  <a:pt x="176717" y="574243"/>
                </a:lnTo>
                <a:lnTo>
                  <a:pt x="184747" y="600342"/>
                </a:lnTo>
                <a:lnTo>
                  <a:pt x="192776" y="626450"/>
                </a:lnTo>
                <a:lnTo>
                  <a:pt x="200816" y="652548"/>
                </a:lnTo>
                <a:lnTo>
                  <a:pt x="208845" y="678647"/>
                </a:lnTo>
                <a:lnTo>
                  <a:pt x="216875" y="704755"/>
                </a:lnTo>
                <a:lnTo>
                  <a:pt x="224904" y="730853"/>
                </a:lnTo>
                <a:lnTo>
                  <a:pt x="232943" y="756961"/>
                </a:lnTo>
                <a:lnTo>
                  <a:pt x="240973" y="783060"/>
                </a:lnTo>
                <a:lnTo>
                  <a:pt x="249003" y="809158"/>
                </a:lnTo>
                <a:lnTo>
                  <a:pt x="257042" y="835266"/>
                </a:lnTo>
                <a:lnTo>
                  <a:pt x="265071" y="861365"/>
                </a:lnTo>
                <a:lnTo>
                  <a:pt x="273101" y="887463"/>
                </a:lnTo>
                <a:lnTo>
                  <a:pt x="281140" y="913571"/>
                </a:lnTo>
                <a:lnTo>
                  <a:pt x="289169" y="939670"/>
                </a:lnTo>
                <a:lnTo>
                  <a:pt x="297199" y="965768"/>
                </a:lnTo>
                <a:lnTo>
                  <a:pt x="305229" y="991876"/>
                </a:lnTo>
                <a:lnTo>
                  <a:pt x="313268" y="1017975"/>
                </a:lnTo>
                <a:lnTo>
                  <a:pt x="321297" y="1044073"/>
                </a:lnTo>
                <a:lnTo>
                  <a:pt x="329327" y="1070181"/>
                </a:lnTo>
                <a:lnTo>
                  <a:pt x="337366" y="1096280"/>
                </a:lnTo>
                <a:lnTo>
                  <a:pt x="345396" y="1122388"/>
                </a:lnTo>
                <a:lnTo>
                  <a:pt x="353425" y="1148486"/>
                </a:lnTo>
                <a:lnTo>
                  <a:pt x="361464" y="1174585"/>
                </a:lnTo>
                <a:lnTo>
                  <a:pt x="369494" y="1200693"/>
                </a:lnTo>
                <a:lnTo>
                  <a:pt x="377523" y="1226791"/>
                </a:lnTo>
                <a:lnTo>
                  <a:pt x="387363" y="1251795"/>
                </a:lnTo>
                <a:lnTo>
                  <a:pt x="411175" y="1264834"/>
                </a:lnTo>
                <a:lnTo>
                  <a:pt x="437264" y="1272873"/>
                </a:lnTo>
                <a:lnTo>
                  <a:pt x="463887" y="1278941"/>
                </a:lnTo>
                <a:lnTo>
                  <a:pt x="490738" y="1283884"/>
                </a:lnTo>
                <a:lnTo>
                  <a:pt x="517731" y="1288066"/>
                </a:lnTo>
                <a:lnTo>
                  <a:pt x="544792" y="1291695"/>
                </a:lnTo>
                <a:lnTo>
                  <a:pt x="571919" y="1294895"/>
                </a:lnTo>
                <a:lnTo>
                  <a:pt x="599075" y="1297743"/>
                </a:lnTo>
                <a:lnTo>
                  <a:pt x="626269" y="1300305"/>
                </a:lnTo>
                <a:lnTo>
                  <a:pt x="653482" y="1302610"/>
                </a:lnTo>
                <a:lnTo>
                  <a:pt x="680714" y="1304706"/>
                </a:lnTo>
                <a:lnTo>
                  <a:pt x="707955" y="1306611"/>
                </a:lnTo>
                <a:lnTo>
                  <a:pt x="735206" y="1308344"/>
                </a:lnTo>
                <a:lnTo>
                  <a:pt x="762476" y="1309926"/>
                </a:lnTo>
                <a:lnTo>
                  <a:pt x="789746" y="1311345"/>
                </a:lnTo>
                <a:lnTo>
                  <a:pt x="817026" y="1312650"/>
                </a:lnTo>
                <a:lnTo>
                  <a:pt x="844306" y="1313821"/>
                </a:lnTo>
                <a:lnTo>
                  <a:pt x="871595" y="1314879"/>
                </a:lnTo>
                <a:lnTo>
                  <a:pt x="898893" y="1315831"/>
                </a:lnTo>
                <a:lnTo>
                  <a:pt x="926192" y="1316669"/>
                </a:lnTo>
                <a:lnTo>
                  <a:pt x="953491" y="1317412"/>
                </a:lnTo>
                <a:lnTo>
                  <a:pt x="980789" y="1318050"/>
                </a:lnTo>
                <a:lnTo>
                  <a:pt x="1008097" y="1318603"/>
                </a:lnTo>
                <a:lnTo>
                  <a:pt x="1035396" y="1319070"/>
                </a:lnTo>
                <a:lnTo>
                  <a:pt x="1062704" y="1319441"/>
                </a:lnTo>
                <a:lnTo>
                  <a:pt x="1090012" y="1319727"/>
                </a:lnTo>
                <a:lnTo>
                  <a:pt x="1117321" y="1319927"/>
                </a:lnTo>
                <a:lnTo>
                  <a:pt x="1144638" y="1320032"/>
                </a:lnTo>
                <a:lnTo>
                  <a:pt x="1171946" y="1320070"/>
                </a:lnTo>
                <a:lnTo>
                  <a:pt x="1199255" y="1320013"/>
                </a:lnTo>
                <a:lnTo>
                  <a:pt x="1226563" y="1319870"/>
                </a:lnTo>
                <a:lnTo>
                  <a:pt x="1253871" y="1319641"/>
                </a:lnTo>
                <a:lnTo>
                  <a:pt x="1281179" y="1319336"/>
                </a:lnTo>
                <a:lnTo>
                  <a:pt x="1308487" y="1318936"/>
                </a:lnTo>
                <a:lnTo>
                  <a:pt x="1335796" y="1318450"/>
                </a:lnTo>
                <a:lnTo>
                  <a:pt x="1363094" y="1317869"/>
                </a:lnTo>
                <a:lnTo>
                  <a:pt x="1390402" y="1317193"/>
                </a:lnTo>
                <a:lnTo>
                  <a:pt x="1417701" y="1316422"/>
                </a:lnTo>
                <a:lnTo>
                  <a:pt x="1444990" y="1315545"/>
                </a:lnTo>
                <a:lnTo>
                  <a:pt x="1472289" y="1314564"/>
                </a:lnTo>
                <a:lnTo>
                  <a:pt x="1499578" y="1313469"/>
                </a:lnTo>
                <a:lnTo>
                  <a:pt x="1526858" y="1312259"/>
                </a:lnTo>
                <a:lnTo>
                  <a:pt x="1554137" y="1310926"/>
                </a:lnTo>
                <a:lnTo>
                  <a:pt x="1581407" y="1309449"/>
                </a:lnTo>
                <a:lnTo>
                  <a:pt x="1608668" y="1307830"/>
                </a:lnTo>
                <a:lnTo>
                  <a:pt x="1635919" y="1306049"/>
                </a:lnTo>
                <a:lnTo>
                  <a:pt x="1663160" y="1304087"/>
                </a:lnTo>
                <a:lnTo>
                  <a:pt x="1690383" y="1301934"/>
                </a:lnTo>
                <a:lnTo>
                  <a:pt x="1717586" y="1299553"/>
                </a:lnTo>
                <a:lnTo>
                  <a:pt x="1744770" y="1296905"/>
                </a:lnTo>
                <a:lnTo>
                  <a:pt x="1771917" y="1293952"/>
                </a:lnTo>
                <a:lnTo>
                  <a:pt x="1799025" y="1290628"/>
                </a:lnTo>
                <a:lnTo>
                  <a:pt x="1826076" y="1286847"/>
                </a:lnTo>
                <a:lnTo>
                  <a:pt x="1853022" y="1282456"/>
                </a:lnTo>
                <a:lnTo>
                  <a:pt x="1879825" y="1277226"/>
                </a:lnTo>
                <a:lnTo>
                  <a:pt x="1906343" y="1270692"/>
                </a:lnTo>
                <a:lnTo>
                  <a:pt x="1932089" y="1261672"/>
                </a:lnTo>
                <a:lnTo>
                  <a:pt x="1952882" y="1244994"/>
                </a:lnTo>
                <a:lnTo>
                  <a:pt x="1960464" y="1218800"/>
                </a:lnTo>
                <a:lnTo>
                  <a:pt x="1968494" y="1192701"/>
                </a:lnTo>
                <a:lnTo>
                  <a:pt x="1976533" y="1166593"/>
                </a:lnTo>
                <a:lnTo>
                  <a:pt x="1984562" y="1140495"/>
                </a:lnTo>
                <a:lnTo>
                  <a:pt x="1992592" y="1114396"/>
                </a:lnTo>
                <a:lnTo>
                  <a:pt x="2000621" y="1088288"/>
                </a:lnTo>
                <a:lnTo>
                  <a:pt x="2008661" y="1062190"/>
                </a:lnTo>
                <a:lnTo>
                  <a:pt x="2016690" y="1036091"/>
                </a:lnTo>
                <a:lnTo>
                  <a:pt x="2024720" y="1009983"/>
                </a:lnTo>
                <a:lnTo>
                  <a:pt x="2032759" y="983885"/>
                </a:lnTo>
                <a:lnTo>
                  <a:pt x="2040788" y="957786"/>
                </a:lnTo>
                <a:lnTo>
                  <a:pt x="2048818" y="931678"/>
                </a:lnTo>
                <a:lnTo>
                  <a:pt x="2056857" y="905580"/>
                </a:lnTo>
                <a:lnTo>
                  <a:pt x="2064887" y="879472"/>
                </a:lnTo>
                <a:lnTo>
                  <a:pt x="2072916" y="853373"/>
                </a:lnTo>
                <a:lnTo>
                  <a:pt x="2080955" y="827275"/>
                </a:lnTo>
                <a:lnTo>
                  <a:pt x="2088985" y="801167"/>
                </a:lnTo>
                <a:lnTo>
                  <a:pt x="2097014" y="775068"/>
                </a:lnTo>
                <a:lnTo>
                  <a:pt x="2105044" y="748970"/>
                </a:lnTo>
                <a:lnTo>
                  <a:pt x="2113083" y="722862"/>
                </a:lnTo>
                <a:lnTo>
                  <a:pt x="2121113" y="696763"/>
                </a:lnTo>
                <a:lnTo>
                  <a:pt x="2129142" y="670665"/>
                </a:lnTo>
                <a:lnTo>
                  <a:pt x="2137181" y="644557"/>
                </a:lnTo>
                <a:lnTo>
                  <a:pt x="2145211" y="618458"/>
                </a:lnTo>
                <a:lnTo>
                  <a:pt x="2153241" y="592350"/>
                </a:lnTo>
                <a:lnTo>
                  <a:pt x="2161280" y="566252"/>
                </a:lnTo>
                <a:lnTo>
                  <a:pt x="2169309" y="540153"/>
                </a:lnTo>
                <a:lnTo>
                  <a:pt x="2177339" y="514045"/>
                </a:lnTo>
                <a:lnTo>
                  <a:pt x="2185368" y="487947"/>
                </a:lnTo>
                <a:lnTo>
                  <a:pt x="2193407" y="461848"/>
                </a:lnTo>
                <a:lnTo>
                  <a:pt x="2201437" y="435740"/>
                </a:lnTo>
                <a:lnTo>
                  <a:pt x="2209467" y="409642"/>
                </a:lnTo>
                <a:lnTo>
                  <a:pt x="2217506" y="383543"/>
                </a:lnTo>
                <a:lnTo>
                  <a:pt x="2225535" y="357435"/>
                </a:lnTo>
                <a:lnTo>
                  <a:pt x="2233565" y="331337"/>
                </a:lnTo>
                <a:lnTo>
                  <a:pt x="2241604" y="305229"/>
                </a:lnTo>
                <a:lnTo>
                  <a:pt x="2249634" y="279130"/>
                </a:lnTo>
                <a:lnTo>
                  <a:pt x="2257663" y="253032"/>
                </a:lnTo>
                <a:lnTo>
                  <a:pt x="2265693" y="226924"/>
                </a:lnTo>
                <a:lnTo>
                  <a:pt x="2273732" y="200825"/>
                </a:lnTo>
                <a:lnTo>
                  <a:pt x="2281761" y="174727"/>
                </a:lnTo>
                <a:lnTo>
                  <a:pt x="2289791" y="148619"/>
                </a:lnTo>
                <a:lnTo>
                  <a:pt x="2297830" y="122520"/>
                </a:lnTo>
                <a:lnTo>
                  <a:pt x="2305860" y="96422"/>
                </a:lnTo>
                <a:lnTo>
                  <a:pt x="2313889" y="70314"/>
                </a:lnTo>
                <a:lnTo>
                  <a:pt x="2321928" y="44215"/>
                </a:lnTo>
                <a:lnTo>
                  <a:pt x="2329958" y="18107"/>
                </a:lnTo>
                <a:lnTo>
                  <a:pt x="2331749" y="7191"/>
                </a:lnTo>
                <a:lnTo>
                  <a:pt x="2307355" y="19060"/>
                </a:lnTo>
                <a:lnTo>
                  <a:pt x="2280961" y="26013"/>
                </a:lnTo>
                <a:lnTo>
                  <a:pt x="2254158" y="31271"/>
                </a:lnTo>
                <a:lnTo>
                  <a:pt x="2227193" y="35576"/>
                </a:lnTo>
                <a:lnTo>
                  <a:pt x="2200132" y="39262"/>
                </a:lnTo>
                <a:lnTo>
                  <a:pt x="2173014" y="42501"/>
                </a:lnTo>
                <a:lnTo>
                  <a:pt x="2145859" y="45396"/>
                </a:lnTo>
                <a:lnTo>
                  <a:pt x="2118674" y="48006"/>
                </a:lnTo>
                <a:lnTo>
                  <a:pt x="2091471" y="50387"/>
                </a:lnTo>
                <a:lnTo>
                  <a:pt x="2064248" y="52578"/>
                </a:lnTo>
                <a:lnTo>
                  <a:pt x="2037017" y="54597"/>
                </a:lnTo>
                <a:lnTo>
                  <a:pt x="2009765" y="56474"/>
                </a:lnTo>
                <a:lnTo>
                  <a:pt x="1982514" y="58207"/>
                </a:lnTo>
                <a:lnTo>
                  <a:pt x="1955254" y="59827"/>
                </a:lnTo>
                <a:lnTo>
                  <a:pt x="1927984" y="61351"/>
                </a:lnTo>
                <a:lnTo>
                  <a:pt x="1900714" y="62770"/>
                </a:lnTo>
                <a:lnTo>
                  <a:pt x="1873434" y="64094"/>
                </a:lnTo>
                <a:lnTo>
                  <a:pt x="1846155" y="65351"/>
                </a:lnTo>
                <a:lnTo>
                  <a:pt x="1818865" y="66523"/>
                </a:lnTo>
                <a:lnTo>
                  <a:pt x="1791576" y="67618"/>
                </a:lnTo>
                <a:lnTo>
                  <a:pt x="1764287" y="68647"/>
                </a:lnTo>
                <a:lnTo>
                  <a:pt x="1736998" y="69609"/>
                </a:lnTo>
                <a:lnTo>
                  <a:pt x="1709699" y="70514"/>
                </a:lnTo>
                <a:lnTo>
                  <a:pt x="1682401" y="71361"/>
                </a:lnTo>
                <a:lnTo>
                  <a:pt x="1655102" y="72152"/>
                </a:lnTo>
                <a:lnTo>
                  <a:pt x="1627803" y="72885"/>
                </a:lnTo>
                <a:lnTo>
                  <a:pt x="1600505" y="73571"/>
                </a:lnTo>
                <a:lnTo>
                  <a:pt x="1573197" y="74209"/>
                </a:lnTo>
                <a:lnTo>
                  <a:pt x="1545898" y="74800"/>
                </a:lnTo>
                <a:lnTo>
                  <a:pt x="1518590" y="75343"/>
                </a:lnTo>
                <a:lnTo>
                  <a:pt x="1491291" y="75838"/>
                </a:lnTo>
                <a:lnTo>
                  <a:pt x="1463983" y="76286"/>
                </a:lnTo>
                <a:lnTo>
                  <a:pt x="1436675" y="76695"/>
                </a:lnTo>
                <a:lnTo>
                  <a:pt x="1409367" y="77067"/>
                </a:lnTo>
                <a:lnTo>
                  <a:pt x="1382058" y="77391"/>
                </a:lnTo>
                <a:lnTo>
                  <a:pt x="1354750" y="77676"/>
                </a:lnTo>
                <a:lnTo>
                  <a:pt x="1327442" y="77924"/>
                </a:lnTo>
                <a:lnTo>
                  <a:pt x="1300134" y="78124"/>
                </a:lnTo>
                <a:lnTo>
                  <a:pt x="1272826" y="78296"/>
                </a:lnTo>
                <a:lnTo>
                  <a:pt x="1245518" y="78419"/>
                </a:lnTo>
                <a:lnTo>
                  <a:pt x="1218200" y="78515"/>
                </a:lnTo>
                <a:lnTo>
                  <a:pt x="1190892" y="78562"/>
                </a:lnTo>
                <a:lnTo>
                  <a:pt x="1163584" y="78581"/>
                </a:lnTo>
                <a:lnTo>
                  <a:pt x="1136275" y="78553"/>
                </a:lnTo>
                <a:lnTo>
                  <a:pt x="1108967" y="78486"/>
                </a:lnTo>
                <a:lnTo>
                  <a:pt x="1081659" y="78391"/>
                </a:lnTo>
                <a:lnTo>
                  <a:pt x="1054341" y="78248"/>
                </a:lnTo>
                <a:lnTo>
                  <a:pt x="1027033" y="78067"/>
                </a:lnTo>
                <a:lnTo>
                  <a:pt x="999725" y="77848"/>
                </a:lnTo>
                <a:lnTo>
                  <a:pt x="972417" y="77591"/>
                </a:lnTo>
                <a:lnTo>
                  <a:pt x="945109" y="77295"/>
                </a:lnTo>
                <a:lnTo>
                  <a:pt x="917800" y="76952"/>
                </a:lnTo>
                <a:lnTo>
                  <a:pt x="890492" y="76571"/>
                </a:lnTo>
                <a:lnTo>
                  <a:pt x="863184" y="76152"/>
                </a:lnTo>
                <a:lnTo>
                  <a:pt x="835885" y="75686"/>
                </a:lnTo>
                <a:lnTo>
                  <a:pt x="808577" y="75171"/>
                </a:lnTo>
                <a:lnTo>
                  <a:pt x="781269" y="74619"/>
                </a:lnTo>
                <a:lnTo>
                  <a:pt x="753970" y="74019"/>
                </a:lnTo>
                <a:lnTo>
                  <a:pt x="726672" y="73362"/>
                </a:lnTo>
                <a:lnTo>
                  <a:pt x="699364" y="72666"/>
                </a:lnTo>
                <a:lnTo>
                  <a:pt x="672065" y="71914"/>
                </a:lnTo>
                <a:lnTo>
                  <a:pt x="644766" y="71104"/>
                </a:lnTo>
                <a:lnTo>
                  <a:pt x="617477" y="70247"/>
                </a:lnTo>
                <a:lnTo>
                  <a:pt x="590179" y="69323"/>
                </a:lnTo>
                <a:lnTo>
                  <a:pt x="562889" y="68342"/>
                </a:lnTo>
                <a:lnTo>
                  <a:pt x="535600" y="67285"/>
                </a:lnTo>
                <a:lnTo>
                  <a:pt x="508311" y="66161"/>
                </a:lnTo>
                <a:lnTo>
                  <a:pt x="481022" y="64970"/>
                </a:lnTo>
                <a:lnTo>
                  <a:pt x="453742" y="63703"/>
                </a:lnTo>
                <a:lnTo>
                  <a:pt x="426472" y="62351"/>
                </a:lnTo>
                <a:lnTo>
                  <a:pt x="399202" y="60893"/>
                </a:lnTo>
                <a:lnTo>
                  <a:pt x="371932" y="59341"/>
                </a:lnTo>
                <a:lnTo>
                  <a:pt x="344672" y="57693"/>
                </a:lnTo>
                <a:lnTo>
                  <a:pt x="317421" y="55912"/>
                </a:lnTo>
                <a:lnTo>
                  <a:pt x="290179" y="53988"/>
                </a:lnTo>
                <a:lnTo>
                  <a:pt x="262947" y="51921"/>
                </a:lnTo>
                <a:lnTo>
                  <a:pt x="235734" y="49682"/>
                </a:lnTo>
                <a:lnTo>
                  <a:pt x="208531" y="47234"/>
                </a:lnTo>
                <a:lnTo>
                  <a:pt x="181356" y="44539"/>
                </a:lnTo>
                <a:lnTo>
                  <a:pt x="154210" y="41548"/>
                </a:lnTo>
                <a:lnTo>
                  <a:pt x="127102" y="38186"/>
                </a:lnTo>
                <a:lnTo>
                  <a:pt x="100070" y="34338"/>
                </a:lnTo>
                <a:lnTo>
                  <a:pt x="73142" y="29785"/>
                </a:lnTo>
                <a:lnTo>
                  <a:pt x="46425" y="24127"/>
                </a:lnTo>
                <a:lnTo>
                  <a:pt x="20288" y="16288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8" name="funnel-step-cap-1">
            <a:extLst xmlns:a="http://schemas.openxmlformats.org/drawingml/2006/main">
              <a:ext uri="{FF2B5EF4-FFF2-40B4-BE49-F238E27FC236}">
                <a16:creationId xmlns:a16="http://schemas.microsoft.com/office/drawing/2014/main" id="{E9FEC79E-3602-4642-B4AF-D79D57E03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213754" y="3146422"/>
            <a:ext cx="2335482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7EAC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9" name="funnel-step-body-2">
            <a:extLst xmlns:a="http://schemas.openxmlformats.org/drawingml/2006/main">
              <a:ext uri="{FF2B5EF4-FFF2-40B4-BE49-F238E27FC236}">
                <a16:creationId xmlns:a16="http://schemas.microsoft.com/office/drawing/2014/main" id="{3B2FF6F5-3E4A-4E0D-90C3-9945EDDC2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595783" y="4692682"/>
            <a:ext cx="1569063" cy="1319965"/>
          </a:xfrm>
          <a:custGeom xmlns:a="http://schemas.openxmlformats.org/drawingml/2006/main">
            <a:pathLst>
              <a:path w="1569063" h="1319965">
                <a:moveTo>
                  <a:pt x="0" y="0"/>
                </a:moveTo>
                <a:lnTo>
                  <a:pt x="5725" y="20441"/>
                </a:lnTo>
                <a:lnTo>
                  <a:pt x="11449" y="40881"/>
                </a:lnTo>
                <a:lnTo>
                  <a:pt x="17174" y="61322"/>
                </a:lnTo>
                <a:lnTo>
                  <a:pt x="22889" y="81763"/>
                </a:lnTo>
                <a:lnTo>
                  <a:pt x="28613" y="102203"/>
                </a:lnTo>
                <a:lnTo>
                  <a:pt x="34338" y="122644"/>
                </a:lnTo>
                <a:lnTo>
                  <a:pt x="40062" y="143085"/>
                </a:lnTo>
                <a:lnTo>
                  <a:pt x="45787" y="163525"/>
                </a:lnTo>
                <a:lnTo>
                  <a:pt x="51511" y="183966"/>
                </a:lnTo>
                <a:lnTo>
                  <a:pt x="57226" y="204407"/>
                </a:lnTo>
                <a:lnTo>
                  <a:pt x="62951" y="224847"/>
                </a:lnTo>
                <a:lnTo>
                  <a:pt x="68675" y="245288"/>
                </a:lnTo>
                <a:lnTo>
                  <a:pt x="74400" y="265728"/>
                </a:lnTo>
                <a:lnTo>
                  <a:pt x="80124" y="286169"/>
                </a:lnTo>
                <a:lnTo>
                  <a:pt x="85849" y="306610"/>
                </a:lnTo>
                <a:lnTo>
                  <a:pt x="91573" y="327050"/>
                </a:lnTo>
                <a:lnTo>
                  <a:pt x="97288" y="347491"/>
                </a:lnTo>
                <a:lnTo>
                  <a:pt x="103013" y="367932"/>
                </a:lnTo>
                <a:lnTo>
                  <a:pt x="108737" y="388372"/>
                </a:lnTo>
                <a:lnTo>
                  <a:pt x="114462" y="408823"/>
                </a:lnTo>
                <a:lnTo>
                  <a:pt x="120186" y="429254"/>
                </a:lnTo>
                <a:lnTo>
                  <a:pt x="125911" y="449704"/>
                </a:lnTo>
                <a:lnTo>
                  <a:pt x="131626" y="470144"/>
                </a:lnTo>
                <a:lnTo>
                  <a:pt x="137351" y="490585"/>
                </a:lnTo>
                <a:lnTo>
                  <a:pt x="143075" y="511026"/>
                </a:lnTo>
                <a:lnTo>
                  <a:pt x="148800" y="531466"/>
                </a:lnTo>
                <a:lnTo>
                  <a:pt x="154524" y="551907"/>
                </a:lnTo>
                <a:lnTo>
                  <a:pt x="160249" y="572348"/>
                </a:lnTo>
                <a:lnTo>
                  <a:pt x="165973" y="592788"/>
                </a:lnTo>
                <a:lnTo>
                  <a:pt x="171688" y="613229"/>
                </a:lnTo>
                <a:lnTo>
                  <a:pt x="177413" y="633670"/>
                </a:lnTo>
                <a:lnTo>
                  <a:pt x="183137" y="654110"/>
                </a:lnTo>
                <a:lnTo>
                  <a:pt x="188862" y="674551"/>
                </a:lnTo>
                <a:lnTo>
                  <a:pt x="194586" y="694992"/>
                </a:lnTo>
                <a:lnTo>
                  <a:pt x="200311" y="715432"/>
                </a:lnTo>
                <a:lnTo>
                  <a:pt x="206026" y="735873"/>
                </a:lnTo>
                <a:lnTo>
                  <a:pt x="211750" y="756314"/>
                </a:lnTo>
                <a:lnTo>
                  <a:pt x="217475" y="776754"/>
                </a:lnTo>
                <a:lnTo>
                  <a:pt x="223199" y="797195"/>
                </a:lnTo>
                <a:lnTo>
                  <a:pt x="228924" y="817636"/>
                </a:lnTo>
                <a:lnTo>
                  <a:pt x="234648" y="838076"/>
                </a:lnTo>
                <a:lnTo>
                  <a:pt x="240373" y="858517"/>
                </a:lnTo>
                <a:lnTo>
                  <a:pt x="246088" y="878957"/>
                </a:lnTo>
                <a:lnTo>
                  <a:pt x="251812" y="899398"/>
                </a:lnTo>
                <a:lnTo>
                  <a:pt x="257537" y="919839"/>
                </a:lnTo>
                <a:lnTo>
                  <a:pt x="263261" y="940279"/>
                </a:lnTo>
                <a:lnTo>
                  <a:pt x="268986" y="960720"/>
                </a:lnTo>
                <a:lnTo>
                  <a:pt x="274711" y="981161"/>
                </a:lnTo>
                <a:lnTo>
                  <a:pt x="280435" y="1001601"/>
                </a:lnTo>
                <a:lnTo>
                  <a:pt x="286150" y="1022042"/>
                </a:lnTo>
                <a:lnTo>
                  <a:pt x="291875" y="1042483"/>
                </a:lnTo>
                <a:lnTo>
                  <a:pt x="297599" y="1062923"/>
                </a:lnTo>
                <a:lnTo>
                  <a:pt x="303324" y="1083364"/>
                </a:lnTo>
                <a:lnTo>
                  <a:pt x="309048" y="1103805"/>
                </a:lnTo>
                <a:lnTo>
                  <a:pt x="314773" y="1124245"/>
                </a:lnTo>
                <a:lnTo>
                  <a:pt x="320488" y="1144686"/>
                </a:lnTo>
                <a:lnTo>
                  <a:pt x="326212" y="1165127"/>
                </a:lnTo>
                <a:lnTo>
                  <a:pt x="331937" y="1185567"/>
                </a:lnTo>
                <a:lnTo>
                  <a:pt x="337661" y="1206008"/>
                </a:lnTo>
                <a:lnTo>
                  <a:pt x="343386" y="1226458"/>
                </a:lnTo>
                <a:lnTo>
                  <a:pt x="348434" y="1247023"/>
                </a:lnTo>
                <a:lnTo>
                  <a:pt x="361617" y="1263196"/>
                </a:lnTo>
                <a:lnTo>
                  <a:pt x="380095" y="1273578"/>
                </a:lnTo>
                <a:lnTo>
                  <a:pt x="399907" y="1281170"/>
                </a:lnTo>
                <a:lnTo>
                  <a:pt x="420253" y="1287189"/>
                </a:lnTo>
                <a:lnTo>
                  <a:pt x="440893" y="1292171"/>
                </a:lnTo>
                <a:lnTo>
                  <a:pt x="461686" y="1296391"/>
                </a:lnTo>
                <a:lnTo>
                  <a:pt x="482603" y="1300029"/>
                </a:lnTo>
                <a:lnTo>
                  <a:pt x="503596" y="1303191"/>
                </a:lnTo>
                <a:lnTo>
                  <a:pt x="524637" y="1305954"/>
                </a:lnTo>
                <a:lnTo>
                  <a:pt x="545725" y="1308383"/>
                </a:lnTo>
                <a:lnTo>
                  <a:pt x="566842" y="1310516"/>
                </a:lnTo>
                <a:lnTo>
                  <a:pt x="587988" y="1312383"/>
                </a:lnTo>
                <a:lnTo>
                  <a:pt x="609152" y="1314002"/>
                </a:lnTo>
                <a:lnTo>
                  <a:pt x="630336" y="1315403"/>
                </a:lnTo>
                <a:lnTo>
                  <a:pt x="651529" y="1316603"/>
                </a:lnTo>
                <a:lnTo>
                  <a:pt x="672732" y="1317603"/>
                </a:lnTo>
                <a:lnTo>
                  <a:pt x="693944" y="1318422"/>
                </a:lnTo>
                <a:lnTo>
                  <a:pt x="715156" y="1319060"/>
                </a:lnTo>
                <a:lnTo>
                  <a:pt x="736378" y="1319527"/>
                </a:lnTo>
                <a:lnTo>
                  <a:pt x="757609" y="1319822"/>
                </a:lnTo>
                <a:lnTo>
                  <a:pt x="778831" y="1319965"/>
                </a:lnTo>
                <a:lnTo>
                  <a:pt x="800062" y="1319936"/>
                </a:lnTo>
                <a:lnTo>
                  <a:pt x="821284" y="1319736"/>
                </a:lnTo>
                <a:lnTo>
                  <a:pt x="842505" y="1319384"/>
                </a:lnTo>
                <a:lnTo>
                  <a:pt x="863727" y="1318851"/>
                </a:lnTo>
                <a:lnTo>
                  <a:pt x="884949" y="1318155"/>
                </a:lnTo>
                <a:lnTo>
                  <a:pt x="906151" y="1317269"/>
                </a:lnTo>
                <a:lnTo>
                  <a:pt x="927354" y="1316203"/>
                </a:lnTo>
                <a:lnTo>
                  <a:pt x="948547" y="1314936"/>
                </a:lnTo>
                <a:lnTo>
                  <a:pt x="969721" y="1313450"/>
                </a:lnTo>
                <a:lnTo>
                  <a:pt x="990876" y="1311745"/>
                </a:lnTo>
                <a:lnTo>
                  <a:pt x="1012012" y="1309802"/>
                </a:lnTo>
                <a:lnTo>
                  <a:pt x="1033120" y="1307563"/>
                </a:lnTo>
                <a:lnTo>
                  <a:pt x="1054198" y="1305020"/>
                </a:lnTo>
                <a:lnTo>
                  <a:pt x="1075220" y="1302125"/>
                </a:lnTo>
                <a:lnTo>
                  <a:pt x="1096185" y="1298810"/>
                </a:lnTo>
                <a:lnTo>
                  <a:pt x="1117063" y="1294981"/>
                </a:lnTo>
                <a:lnTo>
                  <a:pt x="1137818" y="1290514"/>
                </a:lnTo>
                <a:lnTo>
                  <a:pt x="1158373" y="1285218"/>
                </a:lnTo>
                <a:lnTo>
                  <a:pt x="1178576" y="1278722"/>
                </a:lnTo>
                <a:lnTo>
                  <a:pt x="1198064" y="1270340"/>
                </a:lnTo>
                <a:lnTo>
                  <a:pt x="1215523" y="1258405"/>
                </a:lnTo>
                <a:lnTo>
                  <a:pt x="1224334" y="1239707"/>
                </a:lnTo>
                <a:lnTo>
                  <a:pt x="1230058" y="1219267"/>
                </a:lnTo>
                <a:lnTo>
                  <a:pt x="1235783" y="1198826"/>
                </a:lnTo>
                <a:lnTo>
                  <a:pt x="1241508" y="1178385"/>
                </a:lnTo>
                <a:lnTo>
                  <a:pt x="1247232" y="1157945"/>
                </a:lnTo>
                <a:lnTo>
                  <a:pt x="1252957" y="1137504"/>
                </a:lnTo>
                <a:lnTo>
                  <a:pt x="1258681" y="1117063"/>
                </a:lnTo>
                <a:lnTo>
                  <a:pt x="1264396" y="1096623"/>
                </a:lnTo>
                <a:lnTo>
                  <a:pt x="1270121" y="1076182"/>
                </a:lnTo>
                <a:lnTo>
                  <a:pt x="1275845" y="1055741"/>
                </a:lnTo>
                <a:lnTo>
                  <a:pt x="1281570" y="1035301"/>
                </a:lnTo>
                <a:lnTo>
                  <a:pt x="1287294" y="1014860"/>
                </a:lnTo>
                <a:lnTo>
                  <a:pt x="1293019" y="994420"/>
                </a:lnTo>
                <a:lnTo>
                  <a:pt x="1298734" y="973979"/>
                </a:lnTo>
                <a:lnTo>
                  <a:pt x="1304458" y="953538"/>
                </a:lnTo>
                <a:lnTo>
                  <a:pt x="1310183" y="933098"/>
                </a:lnTo>
                <a:lnTo>
                  <a:pt x="1315907" y="912657"/>
                </a:lnTo>
                <a:lnTo>
                  <a:pt x="1321632" y="892216"/>
                </a:lnTo>
                <a:lnTo>
                  <a:pt x="1327356" y="871776"/>
                </a:lnTo>
                <a:lnTo>
                  <a:pt x="1333081" y="851335"/>
                </a:lnTo>
                <a:lnTo>
                  <a:pt x="1338796" y="830894"/>
                </a:lnTo>
                <a:lnTo>
                  <a:pt x="1344520" y="810454"/>
                </a:lnTo>
                <a:lnTo>
                  <a:pt x="1350245" y="790013"/>
                </a:lnTo>
                <a:lnTo>
                  <a:pt x="1355969" y="769572"/>
                </a:lnTo>
                <a:lnTo>
                  <a:pt x="1361694" y="749132"/>
                </a:lnTo>
                <a:lnTo>
                  <a:pt x="1367419" y="728691"/>
                </a:lnTo>
                <a:lnTo>
                  <a:pt x="1373134" y="708250"/>
                </a:lnTo>
                <a:lnTo>
                  <a:pt x="1378858" y="687810"/>
                </a:lnTo>
                <a:lnTo>
                  <a:pt x="1384583" y="667369"/>
                </a:lnTo>
                <a:lnTo>
                  <a:pt x="1390307" y="646928"/>
                </a:lnTo>
                <a:lnTo>
                  <a:pt x="1396032" y="626488"/>
                </a:lnTo>
                <a:lnTo>
                  <a:pt x="1401756" y="606047"/>
                </a:lnTo>
                <a:lnTo>
                  <a:pt x="1407481" y="585607"/>
                </a:lnTo>
                <a:lnTo>
                  <a:pt x="1413196" y="565166"/>
                </a:lnTo>
                <a:lnTo>
                  <a:pt x="1418920" y="544725"/>
                </a:lnTo>
                <a:lnTo>
                  <a:pt x="1424645" y="524285"/>
                </a:lnTo>
                <a:lnTo>
                  <a:pt x="1430369" y="503844"/>
                </a:lnTo>
                <a:lnTo>
                  <a:pt x="1436094" y="483394"/>
                </a:lnTo>
                <a:lnTo>
                  <a:pt x="1441818" y="462953"/>
                </a:lnTo>
                <a:lnTo>
                  <a:pt x="1447533" y="442512"/>
                </a:lnTo>
                <a:lnTo>
                  <a:pt x="1453258" y="422072"/>
                </a:lnTo>
                <a:lnTo>
                  <a:pt x="1458982" y="401631"/>
                </a:lnTo>
                <a:lnTo>
                  <a:pt x="1464707" y="381191"/>
                </a:lnTo>
                <a:lnTo>
                  <a:pt x="1470431" y="360750"/>
                </a:lnTo>
                <a:lnTo>
                  <a:pt x="1476156" y="340309"/>
                </a:lnTo>
                <a:lnTo>
                  <a:pt x="1481880" y="319869"/>
                </a:lnTo>
                <a:lnTo>
                  <a:pt x="1487595" y="299428"/>
                </a:lnTo>
                <a:lnTo>
                  <a:pt x="1493320" y="278987"/>
                </a:lnTo>
                <a:lnTo>
                  <a:pt x="1499045" y="258547"/>
                </a:lnTo>
                <a:lnTo>
                  <a:pt x="1504769" y="238106"/>
                </a:lnTo>
                <a:lnTo>
                  <a:pt x="1510494" y="217665"/>
                </a:lnTo>
                <a:lnTo>
                  <a:pt x="1516218" y="197225"/>
                </a:lnTo>
                <a:lnTo>
                  <a:pt x="1521943" y="176784"/>
                </a:lnTo>
                <a:lnTo>
                  <a:pt x="1527658" y="156343"/>
                </a:lnTo>
                <a:lnTo>
                  <a:pt x="1533382" y="135903"/>
                </a:lnTo>
                <a:lnTo>
                  <a:pt x="1539107" y="115462"/>
                </a:lnTo>
                <a:lnTo>
                  <a:pt x="1544831" y="95021"/>
                </a:lnTo>
                <a:lnTo>
                  <a:pt x="1550556" y="74581"/>
                </a:lnTo>
                <a:lnTo>
                  <a:pt x="1556280" y="54140"/>
                </a:lnTo>
                <a:lnTo>
                  <a:pt x="1561995" y="33699"/>
                </a:lnTo>
                <a:lnTo>
                  <a:pt x="1567720" y="13259"/>
                </a:lnTo>
                <a:lnTo>
                  <a:pt x="1569063" y="6944"/>
                </a:lnTo>
                <a:lnTo>
                  <a:pt x="1552042" y="19260"/>
                </a:lnTo>
                <a:lnTo>
                  <a:pt x="1532220" y="26822"/>
                </a:lnTo>
                <a:lnTo>
                  <a:pt x="1511779" y="32509"/>
                </a:lnTo>
                <a:lnTo>
                  <a:pt x="1491063" y="37157"/>
                </a:lnTo>
                <a:lnTo>
                  <a:pt x="1470212" y="41110"/>
                </a:lnTo>
                <a:lnTo>
                  <a:pt x="1449267" y="44558"/>
                </a:lnTo>
                <a:lnTo>
                  <a:pt x="1428264" y="47625"/>
                </a:lnTo>
                <a:lnTo>
                  <a:pt x="1407214" y="50387"/>
                </a:lnTo>
                <a:lnTo>
                  <a:pt x="1386135" y="52892"/>
                </a:lnTo>
                <a:lnTo>
                  <a:pt x="1365028" y="55178"/>
                </a:lnTo>
                <a:lnTo>
                  <a:pt x="1343911" y="57274"/>
                </a:lnTo>
                <a:lnTo>
                  <a:pt x="1322775" y="59207"/>
                </a:lnTo>
                <a:lnTo>
                  <a:pt x="1301620" y="60998"/>
                </a:lnTo>
                <a:lnTo>
                  <a:pt x="1280455" y="62646"/>
                </a:lnTo>
                <a:lnTo>
                  <a:pt x="1259281" y="64179"/>
                </a:lnTo>
                <a:lnTo>
                  <a:pt x="1238107" y="65618"/>
                </a:lnTo>
                <a:lnTo>
                  <a:pt x="1216924" y="66932"/>
                </a:lnTo>
                <a:lnTo>
                  <a:pt x="1195730" y="68170"/>
                </a:lnTo>
                <a:lnTo>
                  <a:pt x="1174537" y="69313"/>
                </a:lnTo>
                <a:lnTo>
                  <a:pt x="1153335" y="70371"/>
                </a:lnTo>
                <a:lnTo>
                  <a:pt x="1132132" y="71352"/>
                </a:lnTo>
                <a:lnTo>
                  <a:pt x="1110920" y="72266"/>
                </a:lnTo>
                <a:lnTo>
                  <a:pt x="1089708" y="73095"/>
                </a:lnTo>
                <a:lnTo>
                  <a:pt x="1068495" y="73866"/>
                </a:lnTo>
                <a:lnTo>
                  <a:pt x="1047283" y="74571"/>
                </a:lnTo>
                <a:lnTo>
                  <a:pt x="1026062" y="75209"/>
                </a:lnTo>
                <a:lnTo>
                  <a:pt x="1004849" y="75800"/>
                </a:lnTo>
                <a:lnTo>
                  <a:pt x="983628" y="76324"/>
                </a:lnTo>
                <a:lnTo>
                  <a:pt x="962406" y="76781"/>
                </a:lnTo>
                <a:lnTo>
                  <a:pt x="941184" y="77191"/>
                </a:lnTo>
                <a:lnTo>
                  <a:pt x="919953" y="77553"/>
                </a:lnTo>
                <a:lnTo>
                  <a:pt x="898731" y="77848"/>
                </a:lnTo>
                <a:lnTo>
                  <a:pt x="877510" y="78105"/>
                </a:lnTo>
                <a:lnTo>
                  <a:pt x="856278" y="78296"/>
                </a:lnTo>
                <a:lnTo>
                  <a:pt x="835057" y="78438"/>
                </a:lnTo>
                <a:lnTo>
                  <a:pt x="813826" y="78534"/>
                </a:lnTo>
                <a:lnTo>
                  <a:pt x="792604" y="78572"/>
                </a:lnTo>
                <a:lnTo>
                  <a:pt x="771373" y="78562"/>
                </a:lnTo>
                <a:lnTo>
                  <a:pt x="750151" y="78505"/>
                </a:lnTo>
                <a:lnTo>
                  <a:pt x="728920" y="78400"/>
                </a:lnTo>
                <a:lnTo>
                  <a:pt x="707698" y="78229"/>
                </a:lnTo>
                <a:lnTo>
                  <a:pt x="686467" y="78019"/>
                </a:lnTo>
                <a:lnTo>
                  <a:pt x="665245" y="77753"/>
                </a:lnTo>
                <a:lnTo>
                  <a:pt x="644023" y="77429"/>
                </a:lnTo>
                <a:lnTo>
                  <a:pt x="622792" y="77057"/>
                </a:lnTo>
                <a:lnTo>
                  <a:pt x="601570" y="76629"/>
                </a:lnTo>
                <a:lnTo>
                  <a:pt x="580349" y="76143"/>
                </a:lnTo>
                <a:lnTo>
                  <a:pt x="559127" y="75600"/>
                </a:lnTo>
                <a:lnTo>
                  <a:pt x="537915" y="74990"/>
                </a:lnTo>
                <a:lnTo>
                  <a:pt x="516693" y="74333"/>
                </a:lnTo>
                <a:lnTo>
                  <a:pt x="495481" y="73609"/>
                </a:lnTo>
                <a:lnTo>
                  <a:pt x="474269" y="72809"/>
                </a:lnTo>
                <a:lnTo>
                  <a:pt x="453057" y="71952"/>
                </a:lnTo>
                <a:lnTo>
                  <a:pt x="431854" y="71018"/>
                </a:lnTo>
                <a:lnTo>
                  <a:pt x="410651" y="70009"/>
                </a:lnTo>
                <a:lnTo>
                  <a:pt x="389449" y="68913"/>
                </a:lnTo>
                <a:lnTo>
                  <a:pt x="368256" y="67742"/>
                </a:lnTo>
                <a:lnTo>
                  <a:pt x="347072" y="66485"/>
                </a:lnTo>
                <a:lnTo>
                  <a:pt x="325888" y="65122"/>
                </a:lnTo>
                <a:lnTo>
                  <a:pt x="304705" y="63665"/>
                </a:lnTo>
                <a:lnTo>
                  <a:pt x="283540" y="62084"/>
                </a:lnTo>
                <a:lnTo>
                  <a:pt x="262385" y="60379"/>
                </a:lnTo>
                <a:lnTo>
                  <a:pt x="241230" y="58550"/>
                </a:lnTo>
                <a:lnTo>
                  <a:pt x="220104" y="56559"/>
                </a:lnTo>
                <a:lnTo>
                  <a:pt x="198987" y="54397"/>
                </a:lnTo>
                <a:lnTo>
                  <a:pt x="177889" y="52035"/>
                </a:lnTo>
                <a:lnTo>
                  <a:pt x="156820" y="49454"/>
                </a:lnTo>
                <a:lnTo>
                  <a:pt x="135788" y="46587"/>
                </a:lnTo>
                <a:lnTo>
                  <a:pt x="114805" y="43396"/>
                </a:lnTo>
                <a:lnTo>
                  <a:pt x="93888" y="39786"/>
                </a:lnTo>
                <a:lnTo>
                  <a:pt x="73076" y="35614"/>
                </a:lnTo>
                <a:lnTo>
                  <a:pt x="52435" y="30661"/>
                </a:lnTo>
                <a:lnTo>
                  <a:pt x="32147" y="24451"/>
                </a:lnTo>
                <a:lnTo>
                  <a:pt x="12802" y="15792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10" name="funnel-step-cap-2">
            <a:extLst xmlns:a="http://schemas.openxmlformats.org/drawingml/2006/main">
              <a:ext uri="{FF2B5EF4-FFF2-40B4-BE49-F238E27FC236}">
                <a16:creationId xmlns:a16="http://schemas.microsoft.com/office/drawing/2014/main" id="{81CBDE09-71FC-4E00-9E0D-C12CC42FA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595792" y="4568828"/>
            <a:ext cx="1571406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7EAC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11" name="funnel-flow-arrow">
            <a:extLst xmlns:a="http://schemas.openxmlformats.org/drawingml/2006/main">
              <a:ext uri="{FF2B5EF4-FFF2-40B4-BE49-F238E27FC236}">
                <a16:creationId xmlns:a16="http://schemas.microsoft.com/office/drawing/2014/main" id="{A3D3EF01-445B-4283-BFFD-88E35E091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514725" y="1800225"/>
            <a:ext cx="1733550" cy="4264181"/>
          </a:xfrm>
          <a:custGeom xmlns:a="http://schemas.openxmlformats.org/drawingml/2006/main">
            <a:pathLst>
              <a:path w="1733550" h="4264181">
                <a:moveTo>
                  <a:pt x="0" y="0"/>
                </a:moveTo>
                <a:lnTo>
                  <a:pt x="57" y="47920"/>
                </a:lnTo>
                <a:lnTo>
                  <a:pt x="8868" y="95031"/>
                </a:lnTo>
                <a:lnTo>
                  <a:pt x="17678" y="142142"/>
                </a:lnTo>
                <a:lnTo>
                  <a:pt x="26489" y="189252"/>
                </a:lnTo>
                <a:lnTo>
                  <a:pt x="35290" y="236353"/>
                </a:lnTo>
                <a:lnTo>
                  <a:pt x="44101" y="283464"/>
                </a:lnTo>
                <a:lnTo>
                  <a:pt x="52911" y="330575"/>
                </a:lnTo>
                <a:lnTo>
                  <a:pt x="61722" y="377685"/>
                </a:lnTo>
                <a:lnTo>
                  <a:pt x="70533" y="424796"/>
                </a:lnTo>
                <a:lnTo>
                  <a:pt x="79343" y="471907"/>
                </a:lnTo>
                <a:lnTo>
                  <a:pt x="88154" y="519017"/>
                </a:lnTo>
                <a:lnTo>
                  <a:pt x="96965" y="566118"/>
                </a:lnTo>
                <a:lnTo>
                  <a:pt x="105775" y="613229"/>
                </a:lnTo>
                <a:lnTo>
                  <a:pt x="114586" y="660340"/>
                </a:lnTo>
                <a:lnTo>
                  <a:pt x="123396" y="707450"/>
                </a:lnTo>
                <a:lnTo>
                  <a:pt x="132207" y="754561"/>
                </a:lnTo>
                <a:lnTo>
                  <a:pt x="141018" y="801672"/>
                </a:lnTo>
                <a:lnTo>
                  <a:pt x="149819" y="848773"/>
                </a:lnTo>
                <a:lnTo>
                  <a:pt x="158629" y="895883"/>
                </a:lnTo>
                <a:lnTo>
                  <a:pt x="167440" y="942994"/>
                </a:lnTo>
                <a:lnTo>
                  <a:pt x="176251" y="990105"/>
                </a:lnTo>
                <a:lnTo>
                  <a:pt x="185061" y="1037215"/>
                </a:lnTo>
                <a:lnTo>
                  <a:pt x="193872" y="1084326"/>
                </a:lnTo>
                <a:lnTo>
                  <a:pt x="202682" y="1131437"/>
                </a:lnTo>
                <a:lnTo>
                  <a:pt x="211493" y="1178538"/>
                </a:lnTo>
                <a:lnTo>
                  <a:pt x="220304" y="1225648"/>
                </a:lnTo>
                <a:lnTo>
                  <a:pt x="229114" y="1272759"/>
                </a:lnTo>
                <a:lnTo>
                  <a:pt x="237925" y="1319870"/>
                </a:lnTo>
                <a:lnTo>
                  <a:pt x="246736" y="1366980"/>
                </a:lnTo>
                <a:lnTo>
                  <a:pt x="254860" y="1414205"/>
                </a:lnTo>
                <a:lnTo>
                  <a:pt x="262080" y="1461583"/>
                </a:lnTo>
                <a:lnTo>
                  <a:pt x="268919" y="1509017"/>
                </a:lnTo>
                <a:lnTo>
                  <a:pt x="275663" y="1556471"/>
                </a:lnTo>
                <a:lnTo>
                  <a:pt x="282407" y="1603915"/>
                </a:lnTo>
                <a:lnTo>
                  <a:pt x="289160" y="1651359"/>
                </a:lnTo>
                <a:lnTo>
                  <a:pt x="295904" y="1698812"/>
                </a:lnTo>
                <a:lnTo>
                  <a:pt x="302657" y="1746256"/>
                </a:lnTo>
                <a:lnTo>
                  <a:pt x="309401" y="1793710"/>
                </a:lnTo>
                <a:lnTo>
                  <a:pt x="316154" y="1841154"/>
                </a:lnTo>
                <a:lnTo>
                  <a:pt x="322898" y="1888607"/>
                </a:lnTo>
                <a:lnTo>
                  <a:pt x="329641" y="1936052"/>
                </a:lnTo>
                <a:lnTo>
                  <a:pt x="336394" y="1983505"/>
                </a:lnTo>
                <a:lnTo>
                  <a:pt x="343138" y="2030949"/>
                </a:lnTo>
                <a:lnTo>
                  <a:pt x="349891" y="2078403"/>
                </a:lnTo>
                <a:lnTo>
                  <a:pt x="356635" y="2125847"/>
                </a:lnTo>
                <a:lnTo>
                  <a:pt x="363379" y="2173300"/>
                </a:lnTo>
                <a:lnTo>
                  <a:pt x="370132" y="2220744"/>
                </a:lnTo>
                <a:lnTo>
                  <a:pt x="376876" y="2268198"/>
                </a:lnTo>
                <a:lnTo>
                  <a:pt x="383629" y="2315642"/>
                </a:lnTo>
                <a:lnTo>
                  <a:pt x="390373" y="2363095"/>
                </a:lnTo>
                <a:lnTo>
                  <a:pt x="397126" y="2410539"/>
                </a:lnTo>
                <a:lnTo>
                  <a:pt x="403870" y="2457983"/>
                </a:lnTo>
                <a:lnTo>
                  <a:pt x="410613" y="2505437"/>
                </a:lnTo>
                <a:lnTo>
                  <a:pt x="417366" y="2552881"/>
                </a:lnTo>
                <a:lnTo>
                  <a:pt x="424110" y="2600335"/>
                </a:lnTo>
                <a:lnTo>
                  <a:pt x="430863" y="2647779"/>
                </a:lnTo>
                <a:lnTo>
                  <a:pt x="437607" y="2695232"/>
                </a:lnTo>
                <a:lnTo>
                  <a:pt x="444351" y="2742676"/>
                </a:lnTo>
                <a:lnTo>
                  <a:pt x="451104" y="2790130"/>
                </a:lnTo>
                <a:lnTo>
                  <a:pt x="457676" y="2837602"/>
                </a:lnTo>
                <a:lnTo>
                  <a:pt x="464029" y="2885103"/>
                </a:lnTo>
                <a:lnTo>
                  <a:pt x="470287" y="2932614"/>
                </a:lnTo>
                <a:lnTo>
                  <a:pt x="476526" y="2980134"/>
                </a:lnTo>
                <a:lnTo>
                  <a:pt x="482765" y="3027655"/>
                </a:lnTo>
                <a:lnTo>
                  <a:pt x="489014" y="3075175"/>
                </a:lnTo>
                <a:lnTo>
                  <a:pt x="495252" y="3122686"/>
                </a:lnTo>
                <a:lnTo>
                  <a:pt x="501491" y="3170206"/>
                </a:lnTo>
                <a:lnTo>
                  <a:pt x="507730" y="3217726"/>
                </a:lnTo>
                <a:lnTo>
                  <a:pt x="513969" y="3265246"/>
                </a:lnTo>
                <a:lnTo>
                  <a:pt x="520217" y="3312757"/>
                </a:lnTo>
                <a:lnTo>
                  <a:pt x="526456" y="3360277"/>
                </a:lnTo>
                <a:lnTo>
                  <a:pt x="532695" y="3407797"/>
                </a:lnTo>
                <a:lnTo>
                  <a:pt x="538934" y="3455318"/>
                </a:lnTo>
                <a:lnTo>
                  <a:pt x="545182" y="3502828"/>
                </a:lnTo>
                <a:lnTo>
                  <a:pt x="551421" y="3550349"/>
                </a:lnTo>
                <a:lnTo>
                  <a:pt x="538886" y="3581400"/>
                </a:lnTo>
                <a:lnTo>
                  <a:pt x="490966" y="3581400"/>
                </a:lnTo>
                <a:lnTo>
                  <a:pt x="443036" y="3581400"/>
                </a:lnTo>
                <a:lnTo>
                  <a:pt x="395107" y="3581400"/>
                </a:lnTo>
                <a:lnTo>
                  <a:pt x="347186" y="3581400"/>
                </a:lnTo>
                <a:lnTo>
                  <a:pt x="299256" y="3581400"/>
                </a:lnTo>
                <a:lnTo>
                  <a:pt x="251336" y="3581400"/>
                </a:lnTo>
                <a:lnTo>
                  <a:pt x="250841" y="3602117"/>
                </a:lnTo>
                <a:lnTo>
                  <a:pt x="283397" y="3637283"/>
                </a:lnTo>
                <a:lnTo>
                  <a:pt x="315963" y="3672449"/>
                </a:lnTo>
                <a:lnTo>
                  <a:pt x="348529" y="3707606"/>
                </a:lnTo>
                <a:lnTo>
                  <a:pt x="381095" y="3742773"/>
                </a:lnTo>
                <a:lnTo>
                  <a:pt x="413661" y="3777939"/>
                </a:lnTo>
                <a:lnTo>
                  <a:pt x="446227" y="3813096"/>
                </a:lnTo>
                <a:lnTo>
                  <a:pt x="478793" y="3848262"/>
                </a:lnTo>
                <a:lnTo>
                  <a:pt x="511359" y="3883419"/>
                </a:lnTo>
                <a:lnTo>
                  <a:pt x="543916" y="3918585"/>
                </a:lnTo>
                <a:lnTo>
                  <a:pt x="576482" y="3953751"/>
                </a:lnTo>
                <a:lnTo>
                  <a:pt x="609048" y="3988908"/>
                </a:lnTo>
                <a:lnTo>
                  <a:pt x="641614" y="4024074"/>
                </a:lnTo>
                <a:lnTo>
                  <a:pt x="674180" y="4059241"/>
                </a:lnTo>
                <a:lnTo>
                  <a:pt x="706745" y="4094397"/>
                </a:lnTo>
                <a:lnTo>
                  <a:pt x="739311" y="4129564"/>
                </a:lnTo>
                <a:lnTo>
                  <a:pt x="771868" y="4164730"/>
                </a:lnTo>
                <a:lnTo>
                  <a:pt x="804434" y="4199887"/>
                </a:lnTo>
                <a:lnTo>
                  <a:pt x="837000" y="4235053"/>
                </a:lnTo>
                <a:lnTo>
                  <a:pt x="869566" y="4264181"/>
                </a:lnTo>
                <a:lnTo>
                  <a:pt x="902132" y="4229024"/>
                </a:lnTo>
                <a:lnTo>
                  <a:pt x="934698" y="4193858"/>
                </a:lnTo>
                <a:lnTo>
                  <a:pt x="967264" y="4158701"/>
                </a:lnTo>
                <a:lnTo>
                  <a:pt x="999830" y="4123534"/>
                </a:lnTo>
                <a:lnTo>
                  <a:pt x="1032396" y="4088368"/>
                </a:lnTo>
                <a:lnTo>
                  <a:pt x="1064952" y="4053211"/>
                </a:lnTo>
                <a:lnTo>
                  <a:pt x="1097518" y="4018045"/>
                </a:lnTo>
                <a:lnTo>
                  <a:pt x="1130084" y="3982879"/>
                </a:lnTo>
                <a:lnTo>
                  <a:pt x="1162650" y="3947722"/>
                </a:lnTo>
                <a:lnTo>
                  <a:pt x="1195216" y="3912556"/>
                </a:lnTo>
                <a:lnTo>
                  <a:pt x="1227782" y="3877389"/>
                </a:lnTo>
                <a:lnTo>
                  <a:pt x="1260348" y="3842233"/>
                </a:lnTo>
                <a:lnTo>
                  <a:pt x="1292904" y="3807066"/>
                </a:lnTo>
                <a:lnTo>
                  <a:pt x="1325470" y="3771900"/>
                </a:lnTo>
                <a:lnTo>
                  <a:pt x="1358036" y="3736743"/>
                </a:lnTo>
                <a:lnTo>
                  <a:pt x="1390602" y="3701577"/>
                </a:lnTo>
                <a:lnTo>
                  <a:pt x="1423168" y="3666420"/>
                </a:lnTo>
                <a:lnTo>
                  <a:pt x="1455734" y="3631254"/>
                </a:lnTo>
                <a:lnTo>
                  <a:pt x="1488300" y="3596088"/>
                </a:lnTo>
                <a:lnTo>
                  <a:pt x="1473994" y="3581400"/>
                </a:lnTo>
                <a:lnTo>
                  <a:pt x="1426073" y="3581400"/>
                </a:lnTo>
                <a:lnTo>
                  <a:pt x="1378144" y="3581400"/>
                </a:lnTo>
                <a:lnTo>
                  <a:pt x="1330223" y="3581400"/>
                </a:lnTo>
                <a:lnTo>
                  <a:pt x="1282294" y="3581400"/>
                </a:lnTo>
                <a:lnTo>
                  <a:pt x="1234373" y="3581400"/>
                </a:lnTo>
                <a:lnTo>
                  <a:pt x="1186444" y="3581400"/>
                </a:lnTo>
                <a:lnTo>
                  <a:pt x="1183205" y="3542205"/>
                </a:lnTo>
                <a:lnTo>
                  <a:pt x="1189444" y="3494684"/>
                </a:lnTo>
                <a:lnTo>
                  <a:pt x="1195683" y="3447164"/>
                </a:lnTo>
                <a:lnTo>
                  <a:pt x="1201922" y="3399644"/>
                </a:lnTo>
                <a:lnTo>
                  <a:pt x="1208161" y="3352133"/>
                </a:lnTo>
                <a:lnTo>
                  <a:pt x="1214409" y="3304613"/>
                </a:lnTo>
                <a:lnTo>
                  <a:pt x="1220648" y="3257093"/>
                </a:lnTo>
                <a:lnTo>
                  <a:pt x="1226887" y="3209573"/>
                </a:lnTo>
                <a:lnTo>
                  <a:pt x="1233126" y="3162062"/>
                </a:lnTo>
                <a:lnTo>
                  <a:pt x="1239374" y="3114542"/>
                </a:lnTo>
                <a:lnTo>
                  <a:pt x="1245613" y="3067021"/>
                </a:lnTo>
                <a:lnTo>
                  <a:pt x="1251852" y="3019511"/>
                </a:lnTo>
                <a:lnTo>
                  <a:pt x="1258091" y="2971991"/>
                </a:lnTo>
                <a:lnTo>
                  <a:pt x="1264339" y="2924470"/>
                </a:lnTo>
                <a:lnTo>
                  <a:pt x="1270616" y="2876960"/>
                </a:lnTo>
                <a:lnTo>
                  <a:pt x="1276969" y="2829458"/>
                </a:lnTo>
                <a:lnTo>
                  <a:pt x="1283608" y="2781995"/>
                </a:lnTo>
                <a:lnTo>
                  <a:pt x="1290352" y="2734542"/>
                </a:lnTo>
                <a:lnTo>
                  <a:pt x="1297095" y="2687098"/>
                </a:lnTo>
                <a:lnTo>
                  <a:pt x="1303849" y="2639644"/>
                </a:lnTo>
                <a:lnTo>
                  <a:pt x="1310592" y="2592200"/>
                </a:lnTo>
                <a:lnTo>
                  <a:pt x="1317346" y="2544747"/>
                </a:lnTo>
                <a:lnTo>
                  <a:pt x="1324089" y="2497303"/>
                </a:lnTo>
                <a:lnTo>
                  <a:pt x="1330843" y="2449849"/>
                </a:lnTo>
                <a:lnTo>
                  <a:pt x="1337586" y="2402405"/>
                </a:lnTo>
                <a:lnTo>
                  <a:pt x="1344330" y="2354951"/>
                </a:lnTo>
                <a:lnTo>
                  <a:pt x="1351083" y="2307507"/>
                </a:lnTo>
                <a:lnTo>
                  <a:pt x="1357827" y="2260054"/>
                </a:lnTo>
                <a:lnTo>
                  <a:pt x="1364580" y="2212610"/>
                </a:lnTo>
                <a:lnTo>
                  <a:pt x="1371324" y="2165156"/>
                </a:lnTo>
                <a:lnTo>
                  <a:pt x="1378067" y="2117712"/>
                </a:lnTo>
                <a:lnTo>
                  <a:pt x="1384821" y="2070259"/>
                </a:lnTo>
                <a:lnTo>
                  <a:pt x="1391564" y="2022815"/>
                </a:lnTo>
                <a:lnTo>
                  <a:pt x="1398318" y="1975371"/>
                </a:lnTo>
                <a:lnTo>
                  <a:pt x="1405061" y="1927917"/>
                </a:lnTo>
                <a:lnTo>
                  <a:pt x="1411805" y="1880473"/>
                </a:lnTo>
                <a:lnTo>
                  <a:pt x="1418558" y="1833020"/>
                </a:lnTo>
                <a:lnTo>
                  <a:pt x="1425302" y="1785576"/>
                </a:lnTo>
                <a:lnTo>
                  <a:pt x="1432055" y="1738122"/>
                </a:lnTo>
                <a:lnTo>
                  <a:pt x="1438799" y="1690678"/>
                </a:lnTo>
                <a:lnTo>
                  <a:pt x="1445552" y="1643224"/>
                </a:lnTo>
                <a:lnTo>
                  <a:pt x="1452296" y="1595780"/>
                </a:lnTo>
                <a:lnTo>
                  <a:pt x="1459040" y="1548327"/>
                </a:lnTo>
                <a:lnTo>
                  <a:pt x="1465793" y="1500883"/>
                </a:lnTo>
                <a:lnTo>
                  <a:pt x="1472708" y="1453458"/>
                </a:lnTo>
                <a:lnTo>
                  <a:pt x="1479928" y="1406081"/>
                </a:lnTo>
                <a:lnTo>
                  <a:pt x="1488329" y="1358903"/>
                </a:lnTo>
                <a:lnTo>
                  <a:pt x="1497140" y="1311793"/>
                </a:lnTo>
                <a:lnTo>
                  <a:pt x="1505950" y="1264682"/>
                </a:lnTo>
                <a:lnTo>
                  <a:pt x="1514761" y="1217571"/>
                </a:lnTo>
                <a:lnTo>
                  <a:pt x="1523571" y="1170461"/>
                </a:lnTo>
                <a:lnTo>
                  <a:pt x="1532382" y="1123350"/>
                </a:lnTo>
                <a:lnTo>
                  <a:pt x="1541193" y="1076249"/>
                </a:lnTo>
                <a:lnTo>
                  <a:pt x="1549994" y="1029138"/>
                </a:lnTo>
                <a:lnTo>
                  <a:pt x="1558804" y="982028"/>
                </a:lnTo>
                <a:lnTo>
                  <a:pt x="1567615" y="934917"/>
                </a:lnTo>
                <a:lnTo>
                  <a:pt x="1576426" y="887806"/>
                </a:lnTo>
                <a:lnTo>
                  <a:pt x="1585236" y="840696"/>
                </a:lnTo>
                <a:lnTo>
                  <a:pt x="1594047" y="793594"/>
                </a:lnTo>
                <a:lnTo>
                  <a:pt x="1602857" y="746484"/>
                </a:lnTo>
                <a:lnTo>
                  <a:pt x="1611668" y="699373"/>
                </a:lnTo>
                <a:lnTo>
                  <a:pt x="1620479" y="652262"/>
                </a:lnTo>
                <a:lnTo>
                  <a:pt x="1629289" y="605152"/>
                </a:lnTo>
                <a:lnTo>
                  <a:pt x="1638100" y="558041"/>
                </a:lnTo>
                <a:lnTo>
                  <a:pt x="1646911" y="510931"/>
                </a:lnTo>
                <a:lnTo>
                  <a:pt x="1655721" y="463829"/>
                </a:lnTo>
                <a:lnTo>
                  <a:pt x="1664522" y="416719"/>
                </a:lnTo>
                <a:lnTo>
                  <a:pt x="1673333" y="369608"/>
                </a:lnTo>
                <a:lnTo>
                  <a:pt x="1682144" y="322497"/>
                </a:lnTo>
                <a:lnTo>
                  <a:pt x="1690954" y="275387"/>
                </a:lnTo>
                <a:lnTo>
                  <a:pt x="1699765" y="228276"/>
                </a:lnTo>
                <a:lnTo>
                  <a:pt x="1708575" y="181166"/>
                </a:lnTo>
                <a:lnTo>
                  <a:pt x="1717386" y="134064"/>
                </a:lnTo>
                <a:lnTo>
                  <a:pt x="1726197" y="86954"/>
                </a:lnTo>
                <a:lnTo>
                  <a:pt x="1733550" y="39710"/>
                </a:lnTo>
                <a:lnTo>
                  <a:pt x="1725330" y="0"/>
                </a:lnTo>
                <a:lnTo>
                  <a:pt x="1677410" y="0"/>
                </a:lnTo>
                <a:lnTo>
                  <a:pt x="1629480" y="0"/>
                </a:lnTo>
                <a:lnTo>
                  <a:pt x="1581550" y="0"/>
                </a:lnTo>
                <a:lnTo>
                  <a:pt x="1533630" y="0"/>
                </a:lnTo>
                <a:lnTo>
                  <a:pt x="1485700" y="0"/>
                </a:lnTo>
                <a:lnTo>
                  <a:pt x="1437780" y="0"/>
                </a:lnTo>
                <a:lnTo>
                  <a:pt x="1389850" y="0"/>
                </a:lnTo>
                <a:lnTo>
                  <a:pt x="1341930" y="0"/>
                </a:lnTo>
                <a:lnTo>
                  <a:pt x="1294000" y="0"/>
                </a:lnTo>
                <a:lnTo>
                  <a:pt x="1246070" y="0"/>
                </a:lnTo>
                <a:lnTo>
                  <a:pt x="1198150" y="0"/>
                </a:lnTo>
                <a:lnTo>
                  <a:pt x="1150220" y="0"/>
                </a:lnTo>
                <a:lnTo>
                  <a:pt x="1102300" y="0"/>
                </a:lnTo>
                <a:lnTo>
                  <a:pt x="1054370" y="0"/>
                </a:lnTo>
                <a:lnTo>
                  <a:pt x="1006440" y="0"/>
                </a:lnTo>
                <a:lnTo>
                  <a:pt x="958520" y="0"/>
                </a:lnTo>
                <a:lnTo>
                  <a:pt x="910590" y="0"/>
                </a:lnTo>
                <a:lnTo>
                  <a:pt x="862670" y="0"/>
                </a:lnTo>
                <a:lnTo>
                  <a:pt x="814740" y="0"/>
                </a:lnTo>
                <a:lnTo>
                  <a:pt x="766810" y="0"/>
                </a:lnTo>
                <a:lnTo>
                  <a:pt x="718890" y="0"/>
                </a:lnTo>
                <a:lnTo>
                  <a:pt x="670960" y="0"/>
                </a:lnTo>
                <a:lnTo>
                  <a:pt x="623040" y="0"/>
                </a:lnTo>
                <a:lnTo>
                  <a:pt x="575110" y="0"/>
                </a:lnTo>
                <a:lnTo>
                  <a:pt x="527190" y="0"/>
                </a:lnTo>
                <a:lnTo>
                  <a:pt x="479260" y="0"/>
                </a:lnTo>
                <a:lnTo>
                  <a:pt x="431330" y="0"/>
                </a:lnTo>
                <a:lnTo>
                  <a:pt x="383410" y="0"/>
                </a:lnTo>
                <a:lnTo>
                  <a:pt x="335480" y="0"/>
                </a:lnTo>
                <a:lnTo>
                  <a:pt x="287560" y="0"/>
                </a:lnTo>
                <a:lnTo>
                  <a:pt x="239630" y="0"/>
                </a:lnTo>
                <a:lnTo>
                  <a:pt x="191700" y="0"/>
                </a:lnTo>
                <a:lnTo>
                  <a:pt x="143780" y="0"/>
                </a:lnTo>
                <a:lnTo>
                  <a:pt x="95850" y="0"/>
                </a:lnTo>
                <a:lnTo>
                  <a:pt x="47930" y="0"/>
                </a:lnTo>
                <a:lnTo>
                  <a:pt x="0" y="0"/>
                </a:lnTo>
                <a:close/>
              </a:path>
            </a:pathLst>
          </a:custGeom>
          <a:gradFill xmlns:a="http://schemas.openxmlformats.org/drawingml/2006/main">
            <a:gsLst>
              <a:gs pos="0">
                <a:srgbClr val="000000"/>
              </a:gs>
              <a:gs pos="42">
                <a:srgbClr val="B8D8F2">
                  <a:alpha val="16000"/>
                </a:srgbClr>
              </a:gs>
              <a:gs pos="76">
                <a:srgbClr val="8FC4EE">
                  <a:alpha val="32000"/>
                </a:srgbClr>
              </a:gs>
              <a:gs pos="100">
                <a:srgbClr val="72B3E8">
                  <a:alpha val="52000"/>
                </a:srgbClr>
              </a:gs>
            </a:gsLst>
            <a:lin ang="10800000"/>
          </a:gradFill>
          <a:ln xmlns:a="http://schemas.openxmlformats.org/drawingml/2006/main" w="9525">
            <a:noFill/>
            <a:prstDash val="solid"/>
          </a:ln>
        </p:spPr>
      </p:sp>
      <p:sp>
        <p:nvSpPr>
          <p:cNvPr id="12" name="phase-label-0">
            <a:extLst xmlns:a="http://schemas.openxmlformats.org/drawingml/2006/main">
              <a:ext uri="{FF2B5EF4-FFF2-40B4-BE49-F238E27FC236}">
                <a16:creationId xmlns:a16="http://schemas.microsoft.com/office/drawing/2014/main" id="{817887EF-270E-4F33-B822-457E708FE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1638300"/>
            <a:ext cx="228600" cy="159379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阶段一</a:t>
            </a:r>
          </a:p>
        </p:txBody>
      </p:sp>
      <p:sp>
        <p:nvSpPr>
          <p:cNvPr id="13" name="phase-guide-0">
            <a:extLst xmlns:a="http://schemas.openxmlformats.org/drawingml/2006/main">
              <a:ext uri="{FF2B5EF4-FFF2-40B4-BE49-F238E27FC236}">
                <a16:creationId xmlns:a16="http://schemas.microsoft.com/office/drawing/2014/main" id="{5421FC53-5206-4D74-8317-1EDCBDBF9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476875" y="2435123"/>
            <a:ext cx="1123950" cy="9525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78A8D5">
                  <a:alpha val="8000"/>
                </a:srgbClr>
              </a:gs>
              <a:gs pos="100000">
                <a:srgbClr val="78A8D5">
                  <a:alpha val="75000"/>
                </a:srgbClr>
              </a:gs>
            </a:gsLst>
            <a:lin ang="5400000"/>
          </a:gradFill>
          <a:ln xmlns:a="http://schemas.openxmlformats.org/drawingml/2006/main" w="0">
            <a:noFill/>
            <a:prstDash val="solid"/>
          </a:ln>
        </p:spPr>
      </p:sp>
      <p:sp>
        <p:nvSpPr>
          <p:cNvPr id="14" name="phase-divider-0">
            <a:extLst xmlns:a="http://schemas.openxmlformats.org/drawingml/2006/main">
              <a:ext uri="{FF2B5EF4-FFF2-40B4-BE49-F238E27FC236}">
                <a16:creationId xmlns:a16="http://schemas.microsoft.com/office/drawing/2014/main" id="{8F4CE2DA-B01F-4585-9CEC-E4E5B799B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753350" y="1877320"/>
            <a:ext cx="28575" cy="11156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phase-index-0">
            <a:extLst xmlns:a="http://schemas.openxmlformats.org/drawingml/2006/main">
              <a:ext uri="{FF2B5EF4-FFF2-40B4-BE49-F238E27FC236}">
                <a16:creationId xmlns:a16="http://schemas.microsoft.com/office/drawing/2014/main" id="{892FA21B-FECE-486C-9AB6-28080EAAA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58000" y="2130323"/>
            <a:ext cx="8953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800" b="1" i="0">
                <a:solidFill>
                  <a:srgbClr val="2F5EA8">
                    <a:alpha val="18000"/>
                  </a:srgbClr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800" b="1" i="0">
                <a:solidFill>
                  <a:srgbClr val="2F5EA8">
                    <a:alpha val="18000"/>
                  </a:srgbClr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16" name="phase-content-title-0">
            <a:extLst xmlns:a="http://schemas.openxmlformats.org/drawingml/2006/main">
              <a:ext uri="{FF2B5EF4-FFF2-40B4-BE49-F238E27FC236}">
                <a16:creationId xmlns:a16="http://schemas.microsoft.com/office/drawing/2014/main" id="{DA86104A-E718-4AED-91AF-5EB6F8612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867650" y="2119913"/>
            <a:ext cx="34004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900"/>
              </a:lnSpc>
              <a:buNone/>
              <a:defRPr sz="23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获取与识别</a:t>
            </a:r>
          </a:p>
        </p:txBody>
      </p:sp>
      <p:sp>
        <p:nvSpPr>
          <p:cNvPr id="17" name="phase-content-body-0">
            <a:extLst xmlns:a="http://schemas.openxmlformats.org/drawingml/2006/main">
              <a:ext uri="{FF2B5EF4-FFF2-40B4-BE49-F238E27FC236}">
                <a16:creationId xmlns:a16="http://schemas.microsoft.com/office/drawing/2014/main" id="{7C7CF99C-9D68-4FED-9850-21499F1C2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867650" y="2443763"/>
            <a:ext cx="3400425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42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让目标对象进入并形成意向</a:t>
            </a:r>
          </a:p>
        </p:txBody>
      </p:sp>
      <p:sp>
        <p:nvSpPr>
          <p:cNvPr id="18" name="phase-label-1">
            <a:extLst xmlns:a="http://schemas.openxmlformats.org/drawingml/2006/main">
              <a:ext uri="{FF2B5EF4-FFF2-40B4-BE49-F238E27FC236}">
                <a16:creationId xmlns:a16="http://schemas.microsoft.com/office/drawing/2014/main" id="{2CD3ED59-AA7A-4A7E-807D-0F72BB898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3232099"/>
            <a:ext cx="228600" cy="29780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阶段二</a:t>
            </a:r>
          </a:p>
        </p:txBody>
      </p:sp>
      <p:sp>
        <p:nvSpPr>
          <p:cNvPr id="19" name="phase-guide-1">
            <a:extLst xmlns:a="http://schemas.openxmlformats.org/drawingml/2006/main">
              <a:ext uri="{FF2B5EF4-FFF2-40B4-BE49-F238E27FC236}">
                <a16:creationId xmlns:a16="http://schemas.microsoft.com/office/drawing/2014/main" id="{8EF3DE41-7295-42EC-8440-98237E487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476875" y="4721123"/>
            <a:ext cx="1123950" cy="9525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78A8D5">
                  <a:alpha val="8000"/>
                </a:srgbClr>
              </a:gs>
              <a:gs pos="100000">
                <a:srgbClr val="78A8D5">
                  <a:alpha val="75000"/>
                </a:srgbClr>
              </a:gs>
            </a:gsLst>
            <a:lin ang="5400000"/>
          </a:gradFill>
          <a:ln xmlns:a="http://schemas.openxmlformats.org/drawingml/2006/main" w="0">
            <a:noFill/>
            <a:prstDash val="solid"/>
          </a:ln>
        </p:spPr>
      </p:sp>
      <p:sp>
        <p:nvSpPr>
          <p:cNvPr id="20" name="phase-divider-1">
            <a:extLst xmlns:a="http://schemas.openxmlformats.org/drawingml/2006/main">
              <a:ext uri="{FF2B5EF4-FFF2-40B4-BE49-F238E27FC236}">
                <a16:creationId xmlns:a16="http://schemas.microsoft.com/office/drawing/2014/main" id="{0D3F6B78-0167-4150-BA0D-A2CCEB850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753350" y="3678736"/>
            <a:ext cx="28575" cy="20846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F7EA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phase-index-1">
            <a:extLst xmlns:a="http://schemas.openxmlformats.org/drawingml/2006/main">
              <a:ext uri="{FF2B5EF4-FFF2-40B4-BE49-F238E27FC236}">
                <a16:creationId xmlns:a16="http://schemas.microsoft.com/office/drawing/2014/main" id="{C61C43D7-E676-4C84-A895-4583D7343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58000" y="4416323"/>
            <a:ext cx="8953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800" b="1" i="0">
                <a:solidFill>
                  <a:srgbClr val="2F5EA8">
                    <a:alpha val="18000"/>
                  </a:srgbClr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800" b="1" i="0">
                <a:solidFill>
                  <a:srgbClr val="2F5EA8">
                    <a:alpha val="18000"/>
                  </a:srgbClr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22" name="phase-content-title-1">
            <a:extLst xmlns:a="http://schemas.openxmlformats.org/drawingml/2006/main">
              <a:ext uri="{FF2B5EF4-FFF2-40B4-BE49-F238E27FC236}">
                <a16:creationId xmlns:a16="http://schemas.microsoft.com/office/drawing/2014/main" id="{E415ED08-E132-4DA5-9BD0-7B02FE600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867650" y="4405913"/>
            <a:ext cx="34004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900"/>
              </a:lnSpc>
              <a:buNone/>
              <a:defRPr sz="23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培育与转化</a:t>
            </a:r>
          </a:p>
        </p:txBody>
      </p:sp>
      <p:sp>
        <p:nvSpPr>
          <p:cNvPr id="23" name="phase-content-body-1">
            <a:extLst xmlns:a="http://schemas.openxmlformats.org/drawingml/2006/main">
              <a:ext uri="{FF2B5EF4-FFF2-40B4-BE49-F238E27FC236}">
                <a16:creationId xmlns:a16="http://schemas.microsoft.com/office/drawing/2014/main" id="{6ACC9880-91FC-4EBC-B599-EA453AF65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867650" y="4729763"/>
            <a:ext cx="3400425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42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让有效意向沉淀为长期价值</a:t>
            </a:r>
          </a:p>
        </p:txBody>
      </p:sp>
      <p:sp>
        <p:nvSpPr>
          <p:cNvPr id="24" name="funnel-step-title-0">
            <a:extLst xmlns:a="http://schemas.openxmlformats.org/drawingml/2006/main">
              <a:ext uri="{FF2B5EF4-FFF2-40B4-BE49-F238E27FC236}">
                <a16:creationId xmlns:a16="http://schemas.microsoft.com/office/drawing/2014/main" id="{6B795F81-A196-4EB0-A58C-E77FBE5E5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528117" y="2382736"/>
            <a:ext cx="2183016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3600"/>
              </a:lnSpc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广泛触达</a:t>
            </a:r>
          </a:p>
        </p:txBody>
      </p:sp>
      <p:sp>
        <p:nvSpPr>
          <p:cNvPr id="25" name="funnel-step-title-1">
            <a:extLst xmlns:a="http://schemas.openxmlformats.org/drawingml/2006/main">
              <a:ext uri="{FF2B5EF4-FFF2-40B4-BE49-F238E27FC236}">
                <a16:creationId xmlns:a16="http://schemas.microsoft.com/office/drawing/2014/main" id="{52FD4D0B-70FB-4A90-8C62-A7D75567B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10165" y="3805238"/>
            <a:ext cx="141893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3600"/>
              </a:lnSpc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兴趣识别</a:t>
            </a:r>
          </a:p>
        </p:txBody>
      </p:sp>
      <p:sp>
        <p:nvSpPr>
          <p:cNvPr id="26" name="funnel-step-title-2">
            <a:extLst xmlns:a="http://schemas.openxmlformats.org/drawingml/2006/main">
              <a:ext uri="{FF2B5EF4-FFF2-40B4-BE49-F238E27FC236}">
                <a16:creationId xmlns:a16="http://schemas.microsoft.com/office/drawing/2014/main" id="{6D4DF290-159E-4A77-9A24-E8F1DCE41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200525" y="5227587"/>
            <a:ext cx="8382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意向培育</a:t>
            </a:r>
          </a:p>
        </p:txBody>
      </p:sp>
    </p:spTree>
    <p:extLst>
      <p:ext uri="{BB962C8B-B14F-4D97-AF65-F5344CB8AC3E}">
        <p14:creationId xmlns:p14="http://schemas.microsoft.com/office/powerpoint/2010/main" val="73332203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7" name="phase-band-0">
            <a:extLst xmlns:a="http://schemas.openxmlformats.org/drawingml/2006/main">
              <a:ext uri="{FF2B5EF4-FFF2-40B4-BE49-F238E27FC236}">
                <a16:creationId xmlns:a16="http://schemas.microsoft.com/office/drawing/2014/main" id="{F8878FAF-03F2-4FDD-94BA-D3195A6AD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1638300"/>
            <a:ext cx="11144250" cy="205099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phase-band-1">
            <a:extLst xmlns:a="http://schemas.openxmlformats.org/drawingml/2006/main">
              <a:ext uri="{FF2B5EF4-FFF2-40B4-BE49-F238E27FC236}">
                <a16:creationId xmlns:a16="http://schemas.microsoft.com/office/drawing/2014/main" id="{DE4763F2-CFC8-4B46-9E70-C8FF7E100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3689299"/>
            <a:ext cx="11144250" cy="25208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38100">
            <a:solidFill>
              <a:srgbClr val="FFFFFF"/>
            </a:solidFill>
            <a:prstDash val="solid"/>
          </a:ln>
        </p:spPr>
      </p:sp>
      <p:sp>
        <p:nvSpPr>
          <p:cNvPr id="3" name="phase-rail-0">
            <a:extLst xmlns:a="http://schemas.openxmlformats.org/drawingml/2006/main">
              <a:ext uri="{FF2B5EF4-FFF2-40B4-BE49-F238E27FC236}">
                <a16:creationId xmlns:a16="http://schemas.microsoft.com/office/drawing/2014/main" id="{4BC7490E-3FC5-4CA6-AC0B-F2F54AA5D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1638300"/>
            <a:ext cx="514350" cy="2046494"/>
          </a:xfrm>
          <a:custGeom xmlns:a="http://schemas.openxmlformats.org/drawingml/2006/main">
            <a:pathLst>
              <a:path w="514350" h="2046494">
                <a:moveTo>
                  <a:pt x="0" y="0"/>
                </a:moveTo>
                <a:lnTo>
                  <a:pt x="20498" y="0"/>
                </a:lnTo>
                <a:lnTo>
                  <a:pt x="40996" y="0"/>
                </a:lnTo>
                <a:lnTo>
                  <a:pt x="61493" y="0"/>
                </a:lnTo>
                <a:lnTo>
                  <a:pt x="81982" y="0"/>
                </a:lnTo>
                <a:lnTo>
                  <a:pt x="102479" y="0"/>
                </a:lnTo>
                <a:lnTo>
                  <a:pt x="122977" y="0"/>
                </a:lnTo>
                <a:lnTo>
                  <a:pt x="143475" y="0"/>
                </a:lnTo>
                <a:lnTo>
                  <a:pt x="163973" y="0"/>
                </a:lnTo>
                <a:lnTo>
                  <a:pt x="184471" y="0"/>
                </a:lnTo>
                <a:lnTo>
                  <a:pt x="204959" y="0"/>
                </a:lnTo>
                <a:lnTo>
                  <a:pt x="225457" y="0"/>
                </a:lnTo>
                <a:lnTo>
                  <a:pt x="245955" y="0"/>
                </a:lnTo>
                <a:lnTo>
                  <a:pt x="266452" y="0"/>
                </a:lnTo>
                <a:lnTo>
                  <a:pt x="286950" y="0"/>
                </a:lnTo>
                <a:lnTo>
                  <a:pt x="307448" y="0"/>
                </a:lnTo>
                <a:lnTo>
                  <a:pt x="327936" y="0"/>
                </a:lnTo>
                <a:lnTo>
                  <a:pt x="348434" y="0"/>
                </a:lnTo>
                <a:lnTo>
                  <a:pt x="368932" y="0"/>
                </a:lnTo>
                <a:lnTo>
                  <a:pt x="389430" y="0"/>
                </a:lnTo>
                <a:lnTo>
                  <a:pt x="409927" y="0"/>
                </a:lnTo>
                <a:lnTo>
                  <a:pt x="430425" y="0"/>
                </a:lnTo>
                <a:lnTo>
                  <a:pt x="450914" y="0"/>
                </a:lnTo>
                <a:lnTo>
                  <a:pt x="471411" y="0"/>
                </a:lnTo>
                <a:lnTo>
                  <a:pt x="491909" y="0"/>
                </a:lnTo>
                <a:lnTo>
                  <a:pt x="512407" y="0"/>
                </a:lnTo>
                <a:lnTo>
                  <a:pt x="514350" y="18555"/>
                </a:lnTo>
                <a:lnTo>
                  <a:pt x="514350" y="39043"/>
                </a:lnTo>
                <a:lnTo>
                  <a:pt x="514350" y="59541"/>
                </a:lnTo>
                <a:lnTo>
                  <a:pt x="514350" y="80039"/>
                </a:lnTo>
                <a:lnTo>
                  <a:pt x="514350" y="100536"/>
                </a:lnTo>
                <a:lnTo>
                  <a:pt x="514350" y="121034"/>
                </a:lnTo>
                <a:lnTo>
                  <a:pt x="514350" y="141522"/>
                </a:lnTo>
                <a:lnTo>
                  <a:pt x="514350" y="162020"/>
                </a:lnTo>
                <a:lnTo>
                  <a:pt x="514350" y="182518"/>
                </a:lnTo>
                <a:lnTo>
                  <a:pt x="514350" y="203016"/>
                </a:lnTo>
                <a:lnTo>
                  <a:pt x="514350" y="223504"/>
                </a:lnTo>
                <a:lnTo>
                  <a:pt x="514350" y="244002"/>
                </a:lnTo>
                <a:lnTo>
                  <a:pt x="514350" y="264500"/>
                </a:lnTo>
                <a:lnTo>
                  <a:pt x="514350" y="284998"/>
                </a:lnTo>
                <a:lnTo>
                  <a:pt x="514350" y="305495"/>
                </a:lnTo>
                <a:lnTo>
                  <a:pt x="514350" y="325984"/>
                </a:lnTo>
                <a:lnTo>
                  <a:pt x="514350" y="346481"/>
                </a:lnTo>
                <a:lnTo>
                  <a:pt x="514350" y="366979"/>
                </a:lnTo>
                <a:lnTo>
                  <a:pt x="514350" y="387477"/>
                </a:lnTo>
                <a:lnTo>
                  <a:pt x="514350" y="407975"/>
                </a:lnTo>
                <a:lnTo>
                  <a:pt x="514350" y="428463"/>
                </a:lnTo>
                <a:lnTo>
                  <a:pt x="514350" y="448961"/>
                </a:lnTo>
                <a:lnTo>
                  <a:pt x="514350" y="469459"/>
                </a:lnTo>
                <a:lnTo>
                  <a:pt x="514350" y="489956"/>
                </a:lnTo>
                <a:lnTo>
                  <a:pt x="514350" y="510445"/>
                </a:lnTo>
                <a:lnTo>
                  <a:pt x="514350" y="530943"/>
                </a:lnTo>
                <a:lnTo>
                  <a:pt x="514350" y="551440"/>
                </a:lnTo>
                <a:lnTo>
                  <a:pt x="514350" y="571938"/>
                </a:lnTo>
                <a:lnTo>
                  <a:pt x="514350" y="592436"/>
                </a:lnTo>
                <a:lnTo>
                  <a:pt x="514350" y="612924"/>
                </a:lnTo>
                <a:lnTo>
                  <a:pt x="514350" y="633422"/>
                </a:lnTo>
                <a:lnTo>
                  <a:pt x="514350" y="653920"/>
                </a:lnTo>
                <a:lnTo>
                  <a:pt x="514350" y="674418"/>
                </a:lnTo>
                <a:lnTo>
                  <a:pt x="514350" y="694915"/>
                </a:lnTo>
                <a:lnTo>
                  <a:pt x="514350" y="715404"/>
                </a:lnTo>
                <a:lnTo>
                  <a:pt x="514350" y="735902"/>
                </a:lnTo>
                <a:lnTo>
                  <a:pt x="514350" y="756399"/>
                </a:lnTo>
                <a:lnTo>
                  <a:pt x="514350" y="776897"/>
                </a:lnTo>
                <a:lnTo>
                  <a:pt x="514350" y="797385"/>
                </a:lnTo>
                <a:lnTo>
                  <a:pt x="514350" y="817883"/>
                </a:lnTo>
                <a:lnTo>
                  <a:pt x="514350" y="838381"/>
                </a:lnTo>
                <a:lnTo>
                  <a:pt x="514350" y="858879"/>
                </a:lnTo>
                <a:lnTo>
                  <a:pt x="514350" y="879377"/>
                </a:lnTo>
                <a:lnTo>
                  <a:pt x="514350" y="899865"/>
                </a:lnTo>
                <a:lnTo>
                  <a:pt x="514350" y="920363"/>
                </a:lnTo>
                <a:lnTo>
                  <a:pt x="514350" y="940860"/>
                </a:lnTo>
                <a:lnTo>
                  <a:pt x="514350" y="961358"/>
                </a:lnTo>
                <a:lnTo>
                  <a:pt x="514350" y="981847"/>
                </a:lnTo>
                <a:lnTo>
                  <a:pt x="514350" y="1002344"/>
                </a:lnTo>
                <a:lnTo>
                  <a:pt x="514350" y="1022842"/>
                </a:lnTo>
                <a:lnTo>
                  <a:pt x="514350" y="1043340"/>
                </a:lnTo>
                <a:lnTo>
                  <a:pt x="514350" y="1063838"/>
                </a:lnTo>
                <a:lnTo>
                  <a:pt x="514350" y="1084326"/>
                </a:lnTo>
                <a:lnTo>
                  <a:pt x="514350" y="1104824"/>
                </a:lnTo>
                <a:lnTo>
                  <a:pt x="514350" y="1125322"/>
                </a:lnTo>
                <a:lnTo>
                  <a:pt x="514350" y="1145819"/>
                </a:lnTo>
                <a:lnTo>
                  <a:pt x="514350" y="1166317"/>
                </a:lnTo>
                <a:lnTo>
                  <a:pt x="514350" y="1186805"/>
                </a:lnTo>
                <a:lnTo>
                  <a:pt x="514350" y="1207303"/>
                </a:lnTo>
                <a:lnTo>
                  <a:pt x="514350" y="1227801"/>
                </a:lnTo>
                <a:lnTo>
                  <a:pt x="514350" y="1248299"/>
                </a:lnTo>
                <a:lnTo>
                  <a:pt x="514350" y="1268787"/>
                </a:lnTo>
                <a:lnTo>
                  <a:pt x="514350" y="1289285"/>
                </a:lnTo>
                <a:lnTo>
                  <a:pt x="514350" y="1309783"/>
                </a:lnTo>
                <a:lnTo>
                  <a:pt x="514350" y="1330281"/>
                </a:lnTo>
                <a:lnTo>
                  <a:pt x="514350" y="1350778"/>
                </a:lnTo>
                <a:lnTo>
                  <a:pt x="514350" y="1371267"/>
                </a:lnTo>
                <a:lnTo>
                  <a:pt x="514350" y="1391764"/>
                </a:lnTo>
                <a:lnTo>
                  <a:pt x="514350" y="1412262"/>
                </a:lnTo>
                <a:lnTo>
                  <a:pt x="514350" y="1432760"/>
                </a:lnTo>
                <a:lnTo>
                  <a:pt x="514350" y="1453248"/>
                </a:lnTo>
                <a:lnTo>
                  <a:pt x="514350" y="1473746"/>
                </a:lnTo>
                <a:lnTo>
                  <a:pt x="514350" y="1494244"/>
                </a:lnTo>
                <a:lnTo>
                  <a:pt x="514350" y="1514742"/>
                </a:lnTo>
                <a:lnTo>
                  <a:pt x="514350" y="1535240"/>
                </a:lnTo>
                <a:lnTo>
                  <a:pt x="514350" y="1555728"/>
                </a:lnTo>
                <a:lnTo>
                  <a:pt x="514350" y="1576226"/>
                </a:lnTo>
                <a:lnTo>
                  <a:pt x="514350" y="1596723"/>
                </a:lnTo>
                <a:lnTo>
                  <a:pt x="514350" y="1617221"/>
                </a:lnTo>
                <a:lnTo>
                  <a:pt x="514350" y="1637719"/>
                </a:lnTo>
                <a:lnTo>
                  <a:pt x="514350" y="1658207"/>
                </a:lnTo>
                <a:lnTo>
                  <a:pt x="514350" y="1678705"/>
                </a:lnTo>
                <a:lnTo>
                  <a:pt x="514350" y="1699203"/>
                </a:lnTo>
                <a:lnTo>
                  <a:pt x="514350" y="1719701"/>
                </a:lnTo>
                <a:lnTo>
                  <a:pt x="514350" y="1740189"/>
                </a:lnTo>
                <a:lnTo>
                  <a:pt x="514350" y="1760687"/>
                </a:lnTo>
                <a:lnTo>
                  <a:pt x="514350" y="1781185"/>
                </a:lnTo>
                <a:lnTo>
                  <a:pt x="514350" y="1801682"/>
                </a:lnTo>
                <a:lnTo>
                  <a:pt x="514350" y="1822180"/>
                </a:lnTo>
                <a:lnTo>
                  <a:pt x="514350" y="1842668"/>
                </a:lnTo>
                <a:lnTo>
                  <a:pt x="514350" y="1863166"/>
                </a:lnTo>
                <a:lnTo>
                  <a:pt x="514350" y="1883664"/>
                </a:lnTo>
                <a:lnTo>
                  <a:pt x="514350" y="1904162"/>
                </a:lnTo>
                <a:lnTo>
                  <a:pt x="499901" y="1916154"/>
                </a:lnTo>
                <a:lnTo>
                  <a:pt x="481984" y="1926107"/>
                </a:lnTo>
                <a:lnTo>
                  <a:pt x="464068" y="1936061"/>
                </a:lnTo>
                <a:lnTo>
                  <a:pt x="446151" y="1946015"/>
                </a:lnTo>
                <a:lnTo>
                  <a:pt x="428234" y="1955968"/>
                </a:lnTo>
                <a:lnTo>
                  <a:pt x="410318" y="1965922"/>
                </a:lnTo>
                <a:lnTo>
                  <a:pt x="392401" y="1975876"/>
                </a:lnTo>
                <a:lnTo>
                  <a:pt x="374485" y="1985829"/>
                </a:lnTo>
                <a:lnTo>
                  <a:pt x="356568" y="1995783"/>
                </a:lnTo>
                <a:lnTo>
                  <a:pt x="338652" y="2005736"/>
                </a:lnTo>
                <a:lnTo>
                  <a:pt x="320735" y="2015690"/>
                </a:lnTo>
                <a:lnTo>
                  <a:pt x="302819" y="2025644"/>
                </a:lnTo>
                <a:lnTo>
                  <a:pt x="284902" y="2035597"/>
                </a:lnTo>
                <a:lnTo>
                  <a:pt x="266986" y="2045551"/>
                </a:lnTo>
                <a:lnTo>
                  <a:pt x="249069" y="2046494"/>
                </a:lnTo>
                <a:lnTo>
                  <a:pt x="231153" y="2036540"/>
                </a:lnTo>
                <a:lnTo>
                  <a:pt x="213236" y="2026587"/>
                </a:lnTo>
                <a:lnTo>
                  <a:pt x="195320" y="2016633"/>
                </a:lnTo>
                <a:lnTo>
                  <a:pt x="177403" y="2006679"/>
                </a:lnTo>
                <a:lnTo>
                  <a:pt x="159477" y="1996726"/>
                </a:lnTo>
                <a:lnTo>
                  <a:pt x="141561" y="1986772"/>
                </a:lnTo>
                <a:lnTo>
                  <a:pt x="123644" y="1976819"/>
                </a:lnTo>
                <a:lnTo>
                  <a:pt x="105728" y="1966865"/>
                </a:lnTo>
                <a:lnTo>
                  <a:pt x="87811" y="1956911"/>
                </a:lnTo>
                <a:lnTo>
                  <a:pt x="69894" y="1946958"/>
                </a:lnTo>
                <a:lnTo>
                  <a:pt x="51978" y="1937004"/>
                </a:lnTo>
                <a:lnTo>
                  <a:pt x="34061" y="1927050"/>
                </a:lnTo>
                <a:lnTo>
                  <a:pt x="16145" y="1917097"/>
                </a:lnTo>
                <a:lnTo>
                  <a:pt x="0" y="1906105"/>
                </a:lnTo>
                <a:lnTo>
                  <a:pt x="0" y="1885607"/>
                </a:lnTo>
                <a:lnTo>
                  <a:pt x="0" y="1865109"/>
                </a:lnTo>
                <a:lnTo>
                  <a:pt x="0" y="1844612"/>
                </a:lnTo>
                <a:lnTo>
                  <a:pt x="0" y="1824123"/>
                </a:lnTo>
                <a:lnTo>
                  <a:pt x="0" y="1803625"/>
                </a:lnTo>
                <a:lnTo>
                  <a:pt x="0" y="1783128"/>
                </a:lnTo>
                <a:lnTo>
                  <a:pt x="0" y="1762630"/>
                </a:lnTo>
                <a:lnTo>
                  <a:pt x="0" y="1742142"/>
                </a:lnTo>
                <a:lnTo>
                  <a:pt x="0" y="1721644"/>
                </a:lnTo>
                <a:lnTo>
                  <a:pt x="0" y="1701146"/>
                </a:lnTo>
                <a:lnTo>
                  <a:pt x="0" y="1680648"/>
                </a:lnTo>
                <a:lnTo>
                  <a:pt x="0" y="1660150"/>
                </a:lnTo>
                <a:lnTo>
                  <a:pt x="0" y="1639662"/>
                </a:lnTo>
                <a:lnTo>
                  <a:pt x="0" y="1619164"/>
                </a:lnTo>
                <a:lnTo>
                  <a:pt x="0" y="1598666"/>
                </a:lnTo>
                <a:lnTo>
                  <a:pt x="0" y="1578169"/>
                </a:lnTo>
                <a:lnTo>
                  <a:pt x="0" y="1557680"/>
                </a:lnTo>
                <a:lnTo>
                  <a:pt x="0" y="1537183"/>
                </a:lnTo>
                <a:lnTo>
                  <a:pt x="0" y="1516685"/>
                </a:lnTo>
                <a:lnTo>
                  <a:pt x="0" y="1496187"/>
                </a:lnTo>
                <a:lnTo>
                  <a:pt x="0" y="1475689"/>
                </a:lnTo>
                <a:lnTo>
                  <a:pt x="0" y="1455201"/>
                </a:lnTo>
                <a:lnTo>
                  <a:pt x="0" y="1434703"/>
                </a:lnTo>
                <a:lnTo>
                  <a:pt x="0" y="1414205"/>
                </a:lnTo>
                <a:lnTo>
                  <a:pt x="0" y="1393708"/>
                </a:lnTo>
                <a:lnTo>
                  <a:pt x="0" y="1373210"/>
                </a:lnTo>
                <a:lnTo>
                  <a:pt x="0" y="1352721"/>
                </a:lnTo>
                <a:lnTo>
                  <a:pt x="0" y="1332224"/>
                </a:lnTo>
                <a:lnTo>
                  <a:pt x="0" y="1311726"/>
                </a:lnTo>
                <a:lnTo>
                  <a:pt x="0" y="1291228"/>
                </a:lnTo>
                <a:lnTo>
                  <a:pt x="0" y="1270740"/>
                </a:lnTo>
                <a:lnTo>
                  <a:pt x="0" y="1250242"/>
                </a:lnTo>
                <a:lnTo>
                  <a:pt x="0" y="1229744"/>
                </a:lnTo>
                <a:lnTo>
                  <a:pt x="0" y="1209246"/>
                </a:lnTo>
                <a:lnTo>
                  <a:pt x="0" y="1188749"/>
                </a:lnTo>
                <a:lnTo>
                  <a:pt x="0" y="1168260"/>
                </a:lnTo>
                <a:lnTo>
                  <a:pt x="0" y="1147763"/>
                </a:lnTo>
                <a:lnTo>
                  <a:pt x="0" y="1127265"/>
                </a:lnTo>
                <a:lnTo>
                  <a:pt x="0" y="1106767"/>
                </a:lnTo>
                <a:lnTo>
                  <a:pt x="0" y="1086279"/>
                </a:lnTo>
                <a:lnTo>
                  <a:pt x="0" y="1065781"/>
                </a:lnTo>
                <a:lnTo>
                  <a:pt x="0" y="1045283"/>
                </a:lnTo>
                <a:lnTo>
                  <a:pt x="0" y="1024785"/>
                </a:lnTo>
                <a:lnTo>
                  <a:pt x="0" y="1004287"/>
                </a:lnTo>
                <a:lnTo>
                  <a:pt x="0" y="983799"/>
                </a:lnTo>
                <a:lnTo>
                  <a:pt x="0" y="963301"/>
                </a:lnTo>
                <a:lnTo>
                  <a:pt x="0" y="942804"/>
                </a:lnTo>
                <a:lnTo>
                  <a:pt x="0" y="922306"/>
                </a:lnTo>
                <a:lnTo>
                  <a:pt x="0" y="901808"/>
                </a:lnTo>
                <a:lnTo>
                  <a:pt x="0" y="881320"/>
                </a:lnTo>
                <a:lnTo>
                  <a:pt x="0" y="860822"/>
                </a:lnTo>
                <a:lnTo>
                  <a:pt x="0" y="840324"/>
                </a:lnTo>
                <a:lnTo>
                  <a:pt x="0" y="819826"/>
                </a:lnTo>
                <a:lnTo>
                  <a:pt x="0" y="799338"/>
                </a:lnTo>
                <a:lnTo>
                  <a:pt x="0" y="778840"/>
                </a:lnTo>
                <a:lnTo>
                  <a:pt x="0" y="758342"/>
                </a:lnTo>
                <a:lnTo>
                  <a:pt x="0" y="737845"/>
                </a:lnTo>
                <a:lnTo>
                  <a:pt x="0" y="717347"/>
                </a:lnTo>
                <a:lnTo>
                  <a:pt x="0" y="696859"/>
                </a:lnTo>
                <a:lnTo>
                  <a:pt x="0" y="676361"/>
                </a:lnTo>
                <a:lnTo>
                  <a:pt x="0" y="655863"/>
                </a:lnTo>
                <a:lnTo>
                  <a:pt x="0" y="635365"/>
                </a:lnTo>
                <a:lnTo>
                  <a:pt x="0" y="614867"/>
                </a:lnTo>
                <a:lnTo>
                  <a:pt x="0" y="594379"/>
                </a:lnTo>
                <a:lnTo>
                  <a:pt x="0" y="573881"/>
                </a:lnTo>
                <a:lnTo>
                  <a:pt x="0" y="553383"/>
                </a:lnTo>
                <a:lnTo>
                  <a:pt x="0" y="532886"/>
                </a:lnTo>
                <a:lnTo>
                  <a:pt x="0" y="512397"/>
                </a:lnTo>
                <a:lnTo>
                  <a:pt x="0" y="491900"/>
                </a:lnTo>
                <a:lnTo>
                  <a:pt x="0" y="471402"/>
                </a:lnTo>
                <a:lnTo>
                  <a:pt x="0" y="450904"/>
                </a:lnTo>
                <a:lnTo>
                  <a:pt x="0" y="430406"/>
                </a:lnTo>
                <a:lnTo>
                  <a:pt x="0" y="409918"/>
                </a:lnTo>
                <a:lnTo>
                  <a:pt x="0" y="389420"/>
                </a:lnTo>
                <a:lnTo>
                  <a:pt x="0" y="368922"/>
                </a:lnTo>
                <a:lnTo>
                  <a:pt x="0" y="348425"/>
                </a:lnTo>
                <a:lnTo>
                  <a:pt x="0" y="327936"/>
                </a:lnTo>
                <a:lnTo>
                  <a:pt x="0" y="307438"/>
                </a:lnTo>
                <a:lnTo>
                  <a:pt x="0" y="286941"/>
                </a:lnTo>
                <a:lnTo>
                  <a:pt x="0" y="266443"/>
                </a:lnTo>
                <a:lnTo>
                  <a:pt x="0" y="245945"/>
                </a:lnTo>
                <a:lnTo>
                  <a:pt x="0" y="225457"/>
                </a:lnTo>
                <a:lnTo>
                  <a:pt x="0" y="204959"/>
                </a:lnTo>
                <a:lnTo>
                  <a:pt x="0" y="184461"/>
                </a:lnTo>
                <a:lnTo>
                  <a:pt x="0" y="163963"/>
                </a:lnTo>
                <a:lnTo>
                  <a:pt x="0" y="143466"/>
                </a:lnTo>
                <a:lnTo>
                  <a:pt x="0" y="122977"/>
                </a:lnTo>
                <a:lnTo>
                  <a:pt x="0" y="102479"/>
                </a:lnTo>
                <a:lnTo>
                  <a:pt x="0" y="81982"/>
                </a:lnTo>
                <a:lnTo>
                  <a:pt x="0" y="61484"/>
                </a:lnTo>
                <a:lnTo>
                  <a:pt x="0" y="40996"/>
                </a:lnTo>
                <a:lnTo>
                  <a:pt x="0" y="20498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4" name="phase-title-0">
            <a:extLst xmlns:a="http://schemas.openxmlformats.org/drawingml/2006/main">
              <a:ext uri="{FF2B5EF4-FFF2-40B4-BE49-F238E27FC236}">
                <a16:creationId xmlns:a16="http://schemas.microsoft.com/office/drawing/2014/main" id="{08CBBE65-F68C-4CE5-B94C-C0557BA49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2192979"/>
            <a:ext cx="1428750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获取与识别</a:t>
            </a:r>
          </a:p>
        </p:txBody>
      </p:sp>
      <p:sp>
        <p:nvSpPr>
          <p:cNvPr id="5" name="phase-body-0">
            <a:extLst xmlns:a="http://schemas.openxmlformats.org/drawingml/2006/main">
              <a:ext uri="{FF2B5EF4-FFF2-40B4-BE49-F238E27FC236}">
                <a16:creationId xmlns:a16="http://schemas.microsoft.com/office/drawing/2014/main" id="{95D92415-E511-4137-A41D-2DD62FCDA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2547195"/>
            <a:ext cx="1428750" cy="587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让目标对象进</a:t>
            </a:r>
          </a:p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入并形成意向</a:t>
            </a:r>
          </a:p>
        </p:txBody>
      </p:sp>
      <p:sp>
        <p:nvSpPr>
          <p:cNvPr id="6" name="action-icon-shell-0-0">
            <a:extLst xmlns:a="http://schemas.openxmlformats.org/drawingml/2006/main">
              <a:ext uri="{FF2B5EF4-FFF2-40B4-BE49-F238E27FC236}">
                <a16:creationId xmlns:a16="http://schemas.microsoft.com/office/drawing/2014/main" id="{BB2A7448-1DCA-4A85-967C-B5C8EB0BE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2187473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5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93c84d4d32b43e0">
            <a:extLst>
              <a:ext uri="{96DAC541-7B7A-43D3-8B79-37D633B846F1}">
                <asvg:svgBlip xmlns:asvg="http://schemas.microsoft.com/office/drawing/2016/SVG/main" r:embed="R85028c56552d47d3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2263673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8" name="action-title-0-0">
            <a:extLst xmlns:a="http://schemas.openxmlformats.org/drawingml/2006/main">
              <a:ext uri="{FF2B5EF4-FFF2-40B4-BE49-F238E27FC236}">
                <a16:creationId xmlns:a16="http://schemas.microsoft.com/office/drawing/2014/main" id="{E6525DEA-E36E-4BD0-B513-F93488DDB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126456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标签体系</a:t>
            </a:r>
          </a:p>
        </p:txBody>
      </p:sp>
      <p:sp>
        <p:nvSpPr>
          <p:cNvPr id="9" name="action-body-0-0">
            <a:extLst xmlns:a="http://schemas.openxmlformats.org/drawingml/2006/main">
              <a:ext uri="{FF2B5EF4-FFF2-40B4-BE49-F238E27FC236}">
                <a16:creationId xmlns:a16="http://schemas.microsoft.com/office/drawing/2014/main" id="{42CCC910-1769-4500-B6B1-7B93690BC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355056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形成可识别对象</a:t>
            </a:r>
          </a:p>
        </p:txBody>
      </p:sp>
      <p:sp>
        <p:nvSpPr>
          <p:cNvPr id="10" name="action-icon-shell-0-1">
            <a:extLst xmlns:a="http://schemas.openxmlformats.org/drawingml/2006/main">
              <a:ext uri="{FF2B5EF4-FFF2-40B4-BE49-F238E27FC236}">
                <a16:creationId xmlns:a16="http://schemas.microsoft.com/office/drawing/2014/main" id="{F0795264-42F7-4166-865F-5FB7E1440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2187473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5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904bf706c0b4c46">
            <a:extLst>
              <a:ext uri="{96DAC541-7B7A-43D3-8B79-37D633B846F1}">
                <asvg:svgBlip xmlns:asvg="http://schemas.microsoft.com/office/drawing/2016/SVG/main" r:embed="R7084b4aa621747ef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2263673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12" name="action-title-0-1">
            <a:extLst xmlns:a="http://schemas.openxmlformats.org/drawingml/2006/main">
              <a:ext uri="{FF2B5EF4-FFF2-40B4-BE49-F238E27FC236}">
                <a16:creationId xmlns:a16="http://schemas.microsoft.com/office/drawing/2014/main" id="{1B855947-30F5-4D66-B239-E1DDFF1E0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126456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渠道连接</a:t>
            </a:r>
          </a:p>
        </p:txBody>
      </p:sp>
      <p:sp>
        <p:nvSpPr>
          <p:cNvPr id="13" name="action-body-0-1">
            <a:extLst xmlns:a="http://schemas.openxmlformats.org/drawingml/2006/main">
              <a:ext uri="{FF2B5EF4-FFF2-40B4-BE49-F238E27FC236}">
                <a16:creationId xmlns:a16="http://schemas.microsoft.com/office/drawing/2014/main" id="{1716D9A3-EF00-49F2-831B-D13668F37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355056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连接主要触点</a:t>
            </a:r>
          </a:p>
        </p:txBody>
      </p:sp>
      <p:sp>
        <p:nvSpPr>
          <p:cNvPr id="14" name="action-icon-shell-0-2">
            <a:extLst xmlns:a="http://schemas.openxmlformats.org/drawingml/2006/main">
              <a:ext uri="{FF2B5EF4-FFF2-40B4-BE49-F238E27FC236}">
                <a16:creationId xmlns:a16="http://schemas.microsoft.com/office/drawing/2014/main" id="{6358C250-1AA3-42F0-87C9-A8CD3CF6C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2797073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6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82d494c13ce4227">
            <a:extLst>
              <a:ext uri="{96DAC541-7B7A-43D3-8B79-37D633B846F1}">
                <asvg:svgBlip xmlns:asvg="http://schemas.microsoft.com/office/drawing/2016/SVG/main" r:embed="R46db6d0a8abe4696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2873273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16" name="action-title-0-2">
            <a:extLst xmlns:a="http://schemas.openxmlformats.org/drawingml/2006/main">
              <a:ext uri="{FF2B5EF4-FFF2-40B4-BE49-F238E27FC236}">
                <a16:creationId xmlns:a16="http://schemas.microsoft.com/office/drawing/2014/main" id="{83774FDF-A848-45A6-9F64-6FCC566DC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736056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内容优化</a:t>
            </a:r>
          </a:p>
        </p:txBody>
      </p:sp>
      <p:sp>
        <p:nvSpPr>
          <p:cNvPr id="17" name="action-body-0-2">
            <a:extLst xmlns:a="http://schemas.openxmlformats.org/drawingml/2006/main">
              <a:ext uri="{FF2B5EF4-FFF2-40B4-BE49-F238E27FC236}">
                <a16:creationId xmlns:a16="http://schemas.microsoft.com/office/drawing/2014/main" id="{5169B002-8019-4B0C-9163-891B5005C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964656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提高触达质量</a:t>
            </a:r>
          </a:p>
        </p:txBody>
      </p:sp>
      <p:sp>
        <p:nvSpPr>
          <p:cNvPr id="18" name="action-icon-shell-0-3">
            <a:extLst xmlns:a="http://schemas.openxmlformats.org/drawingml/2006/main">
              <a:ext uri="{FF2B5EF4-FFF2-40B4-BE49-F238E27FC236}">
                <a16:creationId xmlns:a16="http://schemas.microsoft.com/office/drawing/2014/main" id="{D8E42C3C-6227-49CC-90DA-4C1D5362C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2797073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6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da75cafa9cd4eac">
            <a:extLst>
              <a:ext uri="{96DAC541-7B7A-43D3-8B79-37D633B846F1}">
                <asvg:svgBlip xmlns:asvg="http://schemas.microsoft.com/office/drawing/2016/SVG/main" r:embed="R68abf8a1bb0b490c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2873273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20" name="action-title-0-3">
            <a:extLst xmlns:a="http://schemas.openxmlformats.org/drawingml/2006/main">
              <a:ext uri="{FF2B5EF4-FFF2-40B4-BE49-F238E27FC236}">
                <a16:creationId xmlns:a16="http://schemas.microsoft.com/office/drawing/2014/main" id="{90FA04A5-182C-4428-AF8D-45A3E970D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736056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行为追踪</a:t>
            </a:r>
          </a:p>
        </p:txBody>
      </p:sp>
      <p:sp>
        <p:nvSpPr>
          <p:cNvPr id="21" name="action-body-0-3">
            <a:extLst xmlns:a="http://schemas.openxmlformats.org/drawingml/2006/main">
              <a:ext uri="{FF2B5EF4-FFF2-40B4-BE49-F238E27FC236}">
                <a16:creationId xmlns:a16="http://schemas.microsoft.com/office/drawing/2014/main" id="{ED01ED91-05E6-4642-B5B1-8BFB4CF79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964656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记录关键反馈</a:t>
            </a:r>
          </a:p>
        </p:txBody>
      </p:sp>
      <p:sp>
        <p:nvSpPr>
          <p:cNvPr id="22" name="phase-rail-1">
            <a:extLst xmlns:a="http://schemas.openxmlformats.org/drawingml/2006/main">
              <a:ext uri="{FF2B5EF4-FFF2-40B4-BE49-F238E27FC236}">
                <a16:creationId xmlns:a16="http://schemas.microsoft.com/office/drawing/2014/main" id="{DA6EAC9C-F8C2-42C0-8E78-4A76A9715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3689299"/>
            <a:ext cx="514350" cy="2519658"/>
          </a:xfrm>
          <a:custGeom xmlns:a="http://schemas.openxmlformats.org/drawingml/2006/main">
            <a:pathLst>
              <a:path w="514350" h="2519658">
                <a:moveTo>
                  <a:pt x="0" y="0"/>
                </a:moveTo>
                <a:lnTo>
                  <a:pt x="21612" y="12002"/>
                </a:lnTo>
                <a:lnTo>
                  <a:pt x="43215" y="24013"/>
                </a:lnTo>
                <a:lnTo>
                  <a:pt x="64827" y="36014"/>
                </a:lnTo>
                <a:lnTo>
                  <a:pt x="86439" y="48016"/>
                </a:lnTo>
                <a:lnTo>
                  <a:pt x="108052" y="60027"/>
                </a:lnTo>
                <a:lnTo>
                  <a:pt x="129654" y="72028"/>
                </a:lnTo>
                <a:lnTo>
                  <a:pt x="151267" y="84039"/>
                </a:lnTo>
                <a:lnTo>
                  <a:pt x="172879" y="96041"/>
                </a:lnTo>
                <a:lnTo>
                  <a:pt x="194491" y="108042"/>
                </a:lnTo>
                <a:lnTo>
                  <a:pt x="216094" y="120053"/>
                </a:lnTo>
                <a:lnTo>
                  <a:pt x="237706" y="132055"/>
                </a:lnTo>
                <a:lnTo>
                  <a:pt x="259318" y="141684"/>
                </a:lnTo>
                <a:lnTo>
                  <a:pt x="280930" y="129673"/>
                </a:lnTo>
                <a:lnTo>
                  <a:pt x="302533" y="117672"/>
                </a:lnTo>
                <a:lnTo>
                  <a:pt x="324145" y="105661"/>
                </a:lnTo>
                <a:lnTo>
                  <a:pt x="345758" y="93659"/>
                </a:lnTo>
                <a:lnTo>
                  <a:pt x="367360" y="81658"/>
                </a:lnTo>
                <a:lnTo>
                  <a:pt x="388972" y="69647"/>
                </a:lnTo>
                <a:lnTo>
                  <a:pt x="410585" y="57645"/>
                </a:lnTo>
                <a:lnTo>
                  <a:pt x="432197" y="45644"/>
                </a:lnTo>
                <a:lnTo>
                  <a:pt x="453800" y="33633"/>
                </a:lnTo>
                <a:lnTo>
                  <a:pt x="475412" y="21631"/>
                </a:lnTo>
                <a:lnTo>
                  <a:pt x="497024" y="9630"/>
                </a:lnTo>
                <a:lnTo>
                  <a:pt x="514350" y="4896"/>
                </a:lnTo>
                <a:lnTo>
                  <a:pt x="514350" y="29623"/>
                </a:lnTo>
                <a:lnTo>
                  <a:pt x="514350" y="54340"/>
                </a:lnTo>
                <a:lnTo>
                  <a:pt x="514350" y="79058"/>
                </a:lnTo>
                <a:lnTo>
                  <a:pt x="514350" y="103775"/>
                </a:lnTo>
                <a:lnTo>
                  <a:pt x="514350" y="128492"/>
                </a:lnTo>
                <a:lnTo>
                  <a:pt x="514350" y="153219"/>
                </a:lnTo>
                <a:lnTo>
                  <a:pt x="514350" y="177937"/>
                </a:lnTo>
                <a:lnTo>
                  <a:pt x="514350" y="202654"/>
                </a:lnTo>
                <a:lnTo>
                  <a:pt x="514350" y="227371"/>
                </a:lnTo>
                <a:lnTo>
                  <a:pt x="514350" y="252098"/>
                </a:lnTo>
                <a:lnTo>
                  <a:pt x="514350" y="276816"/>
                </a:lnTo>
                <a:lnTo>
                  <a:pt x="514350" y="301533"/>
                </a:lnTo>
                <a:lnTo>
                  <a:pt x="514350" y="326250"/>
                </a:lnTo>
                <a:lnTo>
                  <a:pt x="514350" y="350977"/>
                </a:lnTo>
                <a:lnTo>
                  <a:pt x="514350" y="375695"/>
                </a:lnTo>
                <a:lnTo>
                  <a:pt x="514350" y="400412"/>
                </a:lnTo>
                <a:lnTo>
                  <a:pt x="514350" y="425129"/>
                </a:lnTo>
                <a:lnTo>
                  <a:pt x="514350" y="449856"/>
                </a:lnTo>
                <a:lnTo>
                  <a:pt x="514350" y="474574"/>
                </a:lnTo>
                <a:lnTo>
                  <a:pt x="514350" y="499291"/>
                </a:lnTo>
                <a:lnTo>
                  <a:pt x="514350" y="524008"/>
                </a:lnTo>
                <a:lnTo>
                  <a:pt x="514350" y="548726"/>
                </a:lnTo>
                <a:lnTo>
                  <a:pt x="514350" y="573453"/>
                </a:lnTo>
                <a:lnTo>
                  <a:pt x="514350" y="598170"/>
                </a:lnTo>
                <a:lnTo>
                  <a:pt x="514350" y="622887"/>
                </a:lnTo>
                <a:lnTo>
                  <a:pt x="514350" y="647605"/>
                </a:lnTo>
                <a:lnTo>
                  <a:pt x="514350" y="672332"/>
                </a:lnTo>
                <a:lnTo>
                  <a:pt x="514350" y="697049"/>
                </a:lnTo>
                <a:lnTo>
                  <a:pt x="514350" y="721766"/>
                </a:lnTo>
                <a:lnTo>
                  <a:pt x="514350" y="746484"/>
                </a:lnTo>
                <a:lnTo>
                  <a:pt x="514350" y="771211"/>
                </a:lnTo>
                <a:lnTo>
                  <a:pt x="514350" y="795928"/>
                </a:lnTo>
                <a:lnTo>
                  <a:pt x="514350" y="820645"/>
                </a:lnTo>
                <a:lnTo>
                  <a:pt x="514350" y="845363"/>
                </a:lnTo>
                <a:lnTo>
                  <a:pt x="514350" y="870080"/>
                </a:lnTo>
                <a:lnTo>
                  <a:pt x="514350" y="894807"/>
                </a:lnTo>
                <a:lnTo>
                  <a:pt x="514350" y="919524"/>
                </a:lnTo>
                <a:lnTo>
                  <a:pt x="514350" y="944242"/>
                </a:lnTo>
                <a:lnTo>
                  <a:pt x="514350" y="968959"/>
                </a:lnTo>
                <a:lnTo>
                  <a:pt x="514350" y="993686"/>
                </a:lnTo>
                <a:lnTo>
                  <a:pt x="514350" y="1018403"/>
                </a:lnTo>
                <a:lnTo>
                  <a:pt x="514350" y="1043121"/>
                </a:lnTo>
                <a:lnTo>
                  <a:pt x="514350" y="1067838"/>
                </a:lnTo>
                <a:lnTo>
                  <a:pt x="514350" y="1092565"/>
                </a:lnTo>
                <a:lnTo>
                  <a:pt x="514350" y="1117283"/>
                </a:lnTo>
                <a:lnTo>
                  <a:pt x="514350" y="1142000"/>
                </a:lnTo>
                <a:lnTo>
                  <a:pt x="514350" y="1166717"/>
                </a:lnTo>
                <a:lnTo>
                  <a:pt x="514350" y="1191444"/>
                </a:lnTo>
                <a:lnTo>
                  <a:pt x="514350" y="1216162"/>
                </a:lnTo>
                <a:lnTo>
                  <a:pt x="514350" y="1240879"/>
                </a:lnTo>
                <a:lnTo>
                  <a:pt x="514350" y="1265596"/>
                </a:lnTo>
                <a:lnTo>
                  <a:pt x="514350" y="1290314"/>
                </a:lnTo>
                <a:lnTo>
                  <a:pt x="514350" y="1315041"/>
                </a:lnTo>
                <a:lnTo>
                  <a:pt x="514350" y="1339758"/>
                </a:lnTo>
                <a:lnTo>
                  <a:pt x="514350" y="1364475"/>
                </a:lnTo>
                <a:lnTo>
                  <a:pt x="514350" y="1389193"/>
                </a:lnTo>
                <a:lnTo>
                  <a:pt x="514350" y="1413920"/>
                </a:lnTo>
                <a:lnTo>
                  <a:pt x="514350" y="1438637"/>
                </a:lnTo>
                <a:lnTo>
                  <a:pt x="514350" y="1463354"/>
                </a:lnTo>
                <a:lnTo>
                  <a:pt x="514350" y="1488072"/>
                </a:lnTo>
                <a:lnTo>
                  <a:pt x="514350" y="1512799"/>
                </a:lnTo>
                <a:lnTo>
                  <a:pt x="514350" y="1537516"/>
                </a:lnTo>
                <a:lnTo>
                  <a:pt x="514350" y="1562233"/>
                </a:lnTo>
                <a:lnTo>
                  <a:pt x="514350" y="1586951"/>
                </a:lnTo>
                <a:lnTo>
                  <a:pt x="514350" y="1611678"/>
                </a:lnTo>
                <a:lnTo>
                  <a:pt x="514350" y="1636395"/>
                </a:lnTo>
                <a:lnTo>
                  <a:pt x="514350" y="1661112"/>
                </a:lnTo>
                <a:lnTo>
                  <a:pt x="514350" y="1685830"/>
                </a:lnTo>
                <a:lnTo>
                  <a:pt x="514350" y="1710547"/>
                </a:lnTo>
                <a:lnTo>
                  <a:pt x="514350" y="1735274"/>
                </a:lnTo>
                <a:lnTo>
                  <a:pt x="514350" y="1759991"/>
                </a:lnTo>
                <a:lnTo>
                  <a:pt x="514350" y="1784709"/>
                </a:lnTo>
                <a:lnTo>
                  <a:pt x="514350" y="1809426"/>
                </a:lnTo>
                <a:lnTo>
                  <a:pt x="514350" y="1834153"/>
                </a:lnTo>
                <a:lnTo>
                  <a:pt x="514350" y="1858870"/>
                </a:lnTo>
                <a:lnTo>
                  <a:pt x="514350" y="1883588"/>
                </a:lnTo>
                <a:lnTo>
                  <a:pt x="514350" y="1908305"/>
                </a:lnTo>
                <a:lnTo>
                  <a:pt x="514350" y="1933032"/>
                </a:lnTo>
                <a:lnTo>
                  <a:pt x="514350" y="1957749"/>
                </a:lnTo>
                <a:lnTo>
                  <a:pt x="514350" y="1982467"/>
                </a:lnTo>
                <a:lnTo>
                  <a:pt x="514350" y="2007184"/>
                </a:lnTo>
                <a:lnTo>
                  <a:pt x="514350" y="2031911"/>
                </a:lnTo>
                <a:lnTo>
                  <a:pt x="514350" y="2056628"/>
                </a:lnTo>
                <a:lnTo>
                  <a:pt x="514350" y="2081346"/>
                </a:lnTo>
                <a:lnTo>
                  <a:pt x="514350" y="2106063"/>
                </a:lnTo>
                <a:lnTo>
                  <a:pt x="514350" y="2130781"/>
                </a:lnTo>
                <a:lnTo>
                  <a:pt x="514350" y="2155508"/>
                </a:lnTo>
                <a:lnTo>
                  <a:pt x="514350" y="2180225"/>
                </a:lnTo>
                <a:lnTo>
                  <a:pt x="514350" y="2204942"/>
                </a:lnTo>
                <a:lnTo>
                  <a:pt x="514350" y="2229660"/>
                </a:lnTo>
                <a:lnTo>
                  <a:pt x="514350" y="2254387"/>
                </a:lnTo>
                <a:lnTo>
                  <a:pt x="514350" y="2279104"/>
                </a:lnTo>
                <a:lnTo>
                  <a:pt x="514350" y="2303821"/>
                </a:lnTo>
                <a:lnTo>
                  <a:pt x="514350" y="2328539"/>
                </a:lnTo>
                <a:lnTo>
                  <a:pt x="514350" y="2353266"/>
                </a:lnTo>
                <a:lnTo>
                  <a:pt x="514350" y="2377983"/>
                </a:lnTo>
                <a:lnTo>
                  <a:pt x="492738" y="2389984"/>
                </a:lnTo>
                <a:lnTo>
                  <a:pt x="471135" y="2401995"/>
                </a:lnTo>
                <a:lnTo>
                  <a:pt x="449523" y="2413997"/>
                </a:lnTo>
                <a:lnTo>
                  <a:pt x="427911" y="2425998"/>
                </a:lnTo>
                <a:lnTo>
                  <a:pt x="406298" y="2438009"/>
                </a:lnTo>
                <a:lnTo>
                  <a:pt x="384696" y="2450011"/>
                </a:lnTo>
                <a:lnTo>
                  <a:pt x="363083" y="2462012"/>
                </a:lnTo>
                <a:lnTo>
                  <a:pt x="341471" y="2474024"/>
                </a:lnTo>
                <a:lnTo>
                  <a:pt x="319859" y="2486025"/>
                </a:lnTo>
                <a:lnTo>
                  <a:pt x="298256" y="2498027"/>
                </a:lnTo>
                <a:lnTo>
                  <a:pt x="276644" y="2510038"/>
                </a:lnTo>
                <a:lnTo>
                  <a:pt x="255032" y="2519658"/>
                </a:lnTo>
                <a:lnTo>
                  <a:pt x="233420" y="2507656"/>
                </a:lnTo>
                <a:lnTo>
                  <a:pt x="211817" y="2495655"/>
                </a:lnTo>
                <a:lnTo>
                  <a:pt x="190205" y="2483644"/>
                </a:lnTo>
                <a:lnTo>
                  <a:pt x="168593" y="2471642"/>
                </a:lnTo>
                <a:lnTo>
                  <a:pt x="146990" y="2459641"/>
                </a:lnTo>
                <a:lnTo>
                  <a:pt x="125378" y="2447630"/>
                </a:lnTo>
                <a:lnTo>
                  <a:pt x="103765" y="2435628"/>
                </a:lnTo>
                <a:lnTo>
                  <a:pt x="82153" y="2423627"/>
                </a:lnTo>
                <a:lnTo>
                  <a:pt x="60550" y="2411616"/>
                </a:lnTo>
                <a:lnTo>
                  <a:pt x="38938" y="2399614"/>
                </a:lnTo>
                <a:lnTo>
                  <a:pt x="17326" y="2387603"/>
                </a:lnTo>
                <a:lnTo>
                  <a:pt x="0" y="2373087"/>
                </a:lnTo>
                <a:lnTo>
                  <a:pt x="0" y="2348360"/>
                </a:lnTo>
                <a:lnTo>
                  <a:pt x="0" y="2323643"/>
                </a:lnTo>
                <a:lnTo>
                  <a:pt x="0" y="2298925"/>
                </a:lnTo>
                <a:lnTo>
                  <a:pt x="0" y="2274208"/>
                </a:lnTo>
                <a:lnTo>
                  <a:pt x="0" y="2249481"/>
                </a:lnTo>
                <a:lnTo>
                  <a:pt x="0" y="2224764"/>
                </a:lnTo>
                <a:lnTo>
                  <a:pt x="0" y="2200046"/>
                </a:lnTo>
                <a:lnTo>
                  <a:pt x="0" y="2175329"/>
                </a:lnTo>
                <a:lnTo>
                  <a:pt x="0" y="2150602"/>
                </a:lnTo>
                <a:lnTo>
                  <a:pt x="0" y="2125885"/>
                </a:lnTo>
                <a:lnTo>
                  <a:pt x="0" y="2101167"/>
                </a:lnTo>
                <a:lnTo>
                  <a:pt x="0" y="2076450"/>
                </a:lnTo>
                <a:lnTo>
                  <a:pt x="0" y="2051723"/>
                </a:lnTo>
                <a:lnTo>
                  <a:pt x="0" y="2027006"/>
                </a:lnTo>
                <a:lnTo>
                  <a:pt x="0" y="2002288"/>
                </a:lnTo>
                <a:lnTo>
                  <a:pt x="0" y="1977571"/>
                </a:lnTo>
                <a:lnTo>
                  <a:pt x="0" y="1952854"/>
                </a:lnTo>
                <a:lnTo>
                  <a:pt x="0" y="1928127"/>
                </a:lnTo>
                <a:lnTo>
                  <a:pt x="0" y="1903409"/>
                </a:lnTo>
                <a:lnTo>
                  <a:pt x="0" y="1878692"/>
                </a:lnTo>
                <a:lnTo>
                  <a:pt x="0" y="1853975"/>
                </a:lnTo>
                <a:lnTo>
                  <a:pt x="0" y="1829248"/>
                </a:lnTo>
                <a:lnTo>
                  <a:pt x="0" y="1804530"/>
                </a:lnTo>
                <a:lnTo>
                  <a:pt x="0" y="1779813"/>
                </a:lnTo>
                <a:lnTo>
                  <a:pt x="0" y="1755096"/>
                </a:lnTo>
                <a:lnTo>
                  <a:pt x="0" y="1730369"/>
                </a:lnTo>
                <a:lnTo>
                  <a:pt x="0" y="1705651"/>
                </a:lnTo>
                <a:lnTo>
                  <a:pt x="0" y="1680934"/>
                </a:lnTo>
                <a:lnTo>
                  <a:pt x="0" y="1656217"/>
                </a:lnTo>
                <a:lnTo>
                  <a:pt x="0" y="1631499"/>
                </a:lnTo>
                <a:lnTo>
                  <a:pt x="0" y="1606772"/>
                </a:lnTo>
                <a:lnTo>
                  <a:pt x="0" y="1582055"/>
                </a:lnTo>
                <a:lnTo>
                  <a:pt x="0" y="1557338"/>
                </a:lnTo>
                <a:lnTo>
                  <a:pt x="0" y="1532620"/>
                </a:lnTo>
                <a:lnTo>
                  <a:pt x="0" y="1507893"/>
                </a:lnTo>
                <a:lnTo>
                  <a:pt x="0" y="1483176"/>
                </a:lnTo>
                <a:lnTo>
                  <a:pt x="0" y="1458458"/>
                </a:lnTo>
                <a:lnTo>
                  <a:pt x="0" y="1433741"/>
                </a:lnTo>
                <a:lnTo>
                  <a:pt x="0" y="1409014"/>
                </a:lnTo>
                <a:lnTo>
                  <a:pt x="0" y="1384297"/>
                </a:lnTo>
                <a:lnTo>
                  <a:pt x="0" y="1359579"/>
                </a:lnTo>
                <a:lnTo>
                  <a:pt x="0" y="1334862"/>
                </a:lnTo>
                <a:lnTo>
                  <a:pt x="0" y="1310135"/>
                </a:lnTo>
                <a:lnTo>
                  <a:pt x="0" y="1285418"/>
                </a:lnTo>
                <a:lnTo>
                  <a:pt x="0" y="1260700"/>
                </a:lnTo>
                <a:lnTo>
                  <a:pt x="0" y="1235983"/>
                </a:lnTo>
                <a:lnTo>
                  <a:pt x="0" y="1211266"/>
                </a:lnTo>
                <a:lnTo>
                  <a:pt x="0" y="1186539"/>
                </a:lnTo>
                <a:lnTo>
                  <a:pt x="0" y="1161821"/>
                </a:lnTo>
                <a:lnTo>
                  <a:pt x="0" y="1137104"/>
                </a:lnTo>
                <a:lnTo>
                  <a:pt x="0" y="1112387"/>
                </a:lnTo>
                <a:lnTo>
                  <a:pt x="0" y="1087660"/>
                </a:lnTo>
                <a:lnTo>
                  <a:pt x="0" y="1062942"/>
                </a:lnTo>
                <a:lnTo>
                  <a:pt x="0" y="1038225"/>
                </a:lnTo>
                <a:lnTo>
                  <a:pt x="0" y="1013508"/>
                </a:lnTo>
                <a:lnTo>
                  <a:pt x="0" y="988781"/>
                </a:lnTo>
                <a:lnTo>
                  <a:pt x="0" y="964063"/>
                </a:lnTo>
                <a:lnTo>
                  <a:pt x="0" y="939346"/>
                </a:lnTo>
                <a:lnTo>
                  <a:pt x="0" y="914629"/>
                </a:lnTo>
                <a:lnTo>
                  <a:pt x="0" y="889902"/>
                </a:lnTo>
                <a:lnTo>
                  <a:pt x="0" y="865184"/>
                </a:lnTo>
                <a:lnTo>
                  <a:pt x="0" y="840467"/>
                </a:lnTo>
                <a:lnTo>
                  <a:pt x="0" y="815750"/>
                </a:lnTo>
                <a:lnTo>
                  <a:pt x="0" y="791032"/>
                </a:lnTo>
                <a:lnTo>
                  <a:pt x="0" y="766305"/>
                </a:lnTo>
                <a:lnTo>
                  <a:pt x="0" y="741588"/>
                </a:lnTo>
                <a:lnTo>
                  <a:pt x="0" y="716871"/>
                </a:lnTo>
                <a:lnTo>
                  <a:pt x="0" y="692153"/>
                </a:lnTo>
                <a:lnTo>
                  <a:pt x="0" y="667426"/>
                </a:lnTo>
                <a:lnTo>
                  <a:pt x="0" y="642709"/>
                </a:lnTo>
                <a:lnTo>
                  <a:pt x="0" y="617992"/>
                </a:lnTo>
                <a:lnTo>
                  <a:pt x="0" y="593274"/>
                </a:lnTo>
                <a:lnTo>
                  <a:pt x="0" y="568547"/>
                </a:lnTo>
                <a:lnTo>
                  <a:pt x="0" y="543830"/>
                </a:lnTo>
                <a:lnTo>
                  <a:pt x="0" y="519113"/>
                </a:lnTo>
                <a:lnTo>
                  <a:pt x="0" y="494395"/>
                </a:lnTo>
                <a:lnTo>
                  <a:pt x="0" y="469668"/>
                </a:lnTo>
                <a:lnTo>
                  <a:pt x="0" y="444951"/>
                </a:lnTo>
                <a:lnTo>
                  <a:pt x="0" y="420233"/>
                </a:lnTo>
                <a:lnTo>
                  <a:pt x="0" y="395516"/>
                </a:lnTo>
                <a:lnTo>
                  <a:pt x="0" y="370799"/>
                </a:lnTo>
                <a:lnTo>
                  <a:pt x="0" y="346072"/>
                </a:lnTo>
                <a:lnTo>
                  <a:pt x="0" y="321354"/>
                </a:lnTo>
                <a:lnTo>
                  <a:pt x="0" y="296637"/>
                </a:lnTo>
                <a:lnTo>
                  <a:pt x="0" y="271920"/>
                </a:lnTo>
                <a:lnTo>
                  <a:pt x="0" y="247193"/>
                </a:lnTo>
                <a:lnTo>
                  <a:pt x="0" y="222475"/>
                </a:lnTo>
                <a:lnTo>
                  <a:pt x="0" y="197758"/>
                </a:lnTo>
                <a:lnTo>
                  <a:pt x="0" y="173041"/>
                </a:lnTo>
                <a:lnTo>
                  <a:pt x="0" y="148314"/>
                </a:lnTo>
                <a:lnTo>
                  <a:pt x="0" y="123596"/>
                </a:lnTo>
                <a:lnTo>
                  <a:pt x="0" y="98879"/>
                </a:lnTo>
                <a:lnTo>
                  <a:pt x="0" y="74162"/>
                </a:lnTo>
                <a:lnTo>
                  <a:pt x="0" y="49435"/>
                </a:lnTo>
                <a:lnTo>
                  <a:pt x="0" y="24717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23" name="phase-title-1">
            <a:extLst xmlns:a="http://schemas.openxmlformats.org/drawingml/2006/main">
              <a:ext uri="{FF2B5EF4-FFF2-40B4-BE49-F238E27FC236}">
                <a16:creationId xmlns:a16="http://schemas.microsoft.com/office/drawing/2014/main" id="{ABF3E3DD-7A4E-492E-9B3C-767A5B9E3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4478979"/>
            <a:ext cx="1428750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培育与转化</a:t>
            </a:r>
          </a:p>
        </p:txBody>
      </p:sp>
      <p:sp>
        <p:nvSpPr>
          <p:cNvPr id="24" name="phase-body-1">
            <a:extLst xmlns:a="http://schemas.openxmlformats.org/drawingml/2006/main">
              <a:ext uri="{FF2B5EF4-FFF2-40B4-BE49-F238E27FC236}">
                <a16:creationId xmlns:a16="http://schemas.microsoft.com/office/drawing/2014/main" id="{092FC7E2-894B-4586-8912-C1154AFD8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4833195"/>
            <a:ext cx="1428750" cy="587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让有效意向沉</a:t>
            </a:r>
          </a:p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淀为长期价值</a:t>
            </a:r>
          </a:p>
        </p:txBody>
      </p:sp>
      <p:sp>
        <p:nvSpPr>
          <p:cNvPr id="25" name="action-icon-shell-1-0">
            <a:extLst xmlns:a="http://schemas.openxmlformats.org/drawingml/2006/main">
              <a:ext uri="{FF2B5EF4-FFF2-40B4-BE49-F238E27FC236}">
                <a16:creationId xmlns:a16="http://schemas.microsoft.com/office/drawing/2014/main" id="{D47BE013-3168-4B0D-9147-43849C9D3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4778273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7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758803e29b9479e">
            <a:extLst>
              <a:ext uri="{96DAC541-7B7A-43D3-8B79-37D633B846F1}">
                <asvg:svgBlip xmlns:asvg="http://schemas.microsoft.com/office/drawing/2016/SVG/main" r:embed="Ra1cf0947f49e463a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4854473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27" name="action-title-1-0">
            <a:extLst xmlns:a="http://schemas.openxmlformats.org/drawingml/2006/main">
              <a:ext uri="{FF2B5EF4-FFF2-40B4-BE49-F238E27FC236}">
                <a16:creationId xmlns:a16="http://schemas.microsoft.com/office/drawing/2014/main" id="{AEFAB4C7-2901-484A-A554-F296332B2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4717256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数据打通</a:t>
            </a:r>
          </a:p>
        </p:txBody>
      </p:sp>
      <p:sp>
        <p:nvSpPr>
          <p:cNvPr id="28" name="action-body-1-0">
            <a:extLst xmlns:a="http://schemas.openxmlformats.org/drawingml/2006/main">
              <a:ext uri="{FF2B5EF4-FFF2-40B4-BE49-F238E27FC236}">
                <a16:creationId xmlns:a16="http://schemas.microsoft.com/office/drawing/2014/main" id="{6FB4C89C-05CE-4C23-A183-BE3FD9F89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4945856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统一分析对象</a:t>
            </a:r>
          </a:p>
        </p:txBody>
      </p:sp>
      <p:sp>
        <p:nvSpPr>
          <p:cNvPr id="29" name="action-icon-shell-1-1">
            <a:extLst xmlns:a="http://schemas.openxmlformats.org/drawingml/2006/main">
              <a:ext uri="{FF2B5EF4-FFF2-40B4-BE49-F238E27FC236}">
                <a16:creationId xmlns:a16="http://schemas.microsoft.com/office/drawing/2014/main" id="{4B8F004B-51CF-4D40-8258-528C5E9F9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4778273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7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9b36ceacb69445d">
            <a:extLst>
              <a:ext uri="{96DAC541-7B7A-43D3-8B79-37D633B846F1}">
                <asvg:svgBlip xmlns:asvg="http://schemas.microsoft.com/office/drawing/2016/SVG/main" r:embed="R29c5a44811d341f4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4854473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31" name="action-title-1-1">
            <a:extLst xmlns:a="http://schemas.openxmlformats.org/drawingml/2006/main">
              <a:ext uri="{FF2B5EF4-FFF2-40B4-BE49-F238E27FC236}">
                <a16:creationId xmlns:a16="http://schemas.microsoft.com/office/drawing/2014/main" id="{BDF465E8-1F46-425E-A1A0-8CE61B2AF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4717256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自动分群</a:t>
            </a:r>
          </a:p>
        </p:txBody>
      </p:sp>
      <p:sp>
        <p:nvSpPr>
          <p:cNvPr id="32" name="action-body-1-1">
            <a:extLst xmlns:a="http://schemas.openxmlformats.org/drawingml/2006/main">
              <a:ext uri="{FF2B5EF4-FFF2-40B4-BE49-F238E27FC236}">
                <a16:creationId xmlns:a16="http://schemas.microsoft.com/office/drawing/2014/main" id="{8CFDAFF1-4A23-4D00-9D5A-036B4AB22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4945856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指导持续运营</a:t>
            </a:r>
          </a:p>
        </p:txBody>
      </p:sp>
      <p:sp>
        <p:nvSpPr>
          <p:cNvPr id="33" name="funnel-step-body-0">
            <a:extLst xmlns:a="http://schemas.openxmlformats.org/drawingml/2006/main">
              <a:ext uri="{FF2B5EF4-FFF2-40B4-BE49-F238E27FC236}">
                <a16:creationId xmlns:a16="http://schemas.microsoft.com/office/drawing/2014/main" id="{2E486889-62F8-492D-80E2-24AFA8280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52750" y="2514600"/>
            <a:ext cx="3326711" cy="1110415"/>
          </a:xfrm>
          <a:custGeom xmlns:a="http://schemas.openxmlformats.org/drawingml/2006/main">
            <a:pathLst>
              <a:path w="3326711" h="1110415">
                <a:moveTo>
                  <a:pt x="0" y="0"/>
                </a:moveTo>
                <a:lnTo>
                  <a:pt x="14516" y="30004"/>
                </a:lnTo>
                <a:lnTo>
                  <a:pt x="29032" y="60017"/>
                </a:lnTo>
                <a:lnTo>
                  <a:pt x="43548" y="90021"/>
                </a:lnTo>
                <a:lnTo>
                  <a:pt x="58055" y="120025"/>
                </a:lnTo>
                <a:lnTo>
                  <a:pt x="72571" y="150038"/>
                </a:lnTo>
                <a:lnTo>
                  <a:pt x="87087" y="180042"/>
                </a:lnTo>
                <a:lnTo>
                  <a:pt x="101603" y="210045"/>
                </a:lnTo>
                <a:lnTo>
                  <a:pt x="116119" y="240059"/>
                </a:lnTo>
                <a:lnTo>
                  <a:pt x="130635" y="270062"/>
                </a:lnTo>
                <a:lnTo>
                  <a:pt x="145142" y="300066"/>
                </a:lnTo>
                <a:lnTo>
                  <a:pt x="159658" y="330079"/>
                </a:lnTo>
                <a:lnTo>
                  <a:pt x="174174" y="360083"/>
                </a:lnTo>
                <a:lnTo>
                  <a:pt x="188690" y="390087"/>
                </a:lnTo>
                <a:lnTo>
                  <a:pt x="203206" y="420100"/>
                </a:lnTo>
                <a:lnTo>
                  <a:pt x="217722" y="450104"/>
                </a:lnTo>
                <a:lnTo>
                  <a:pt x="232229" y="480108"/>
                </a:lnTo>
                <a:lnTo>
                  <a:pt x="246745" y="510121"/>
                </a:lnTo>
                <a:lnTo>
                  <a:pt x="261261" y="540125"/>
                </a:lnTo>
                <a:lnTo>
                  <a:pt x="275777" y="570128"/>
                </a:lnTo>
                <a:lnTo>
                  <a:pt x="290293" y="600142"/>
                </a:lnTo>
                <a:lnTo>
                  <a:pt x="304810" y="630145"/>
                </a:lnTo>
                <a:lnTo>
                  <a:pt x="319316" y="660149"/>
                </a:lnTo>
                <a:lnTo>
                  <a:pt x="333832" y="690162"/>
                </a:lnTo>
                <a:lnTo>
                  <a:pt x="348348" y="720166"/>
                </a:lnTo>
                <a:lnTo>
                  <a:pt x="362864" y="750170"/>
                </a:lnTo>
                <a:lnTo>
                  <a:pt x="377381" y="780183"/>
                </a:lnTo>
                <a:lnTo>
                  <a:pt x="391897" y="810187"/>
                </a:lnTo>
                <a:lnTo>
                  <a:pt x="406413" y="840191"/>
                </a:lnTo>
                <a:lnTo>
                  <a:pt x="420919" y="870204"/>
                </a:lnTo>
                <a:lnTo>
                  <a:pt x="435435" y="900208"/>
                </a:lnTo>
                <a:lnTo>
                  <a:pt x="449951" y="930212"/>
                </a:lnTo>
                <a:lnTo>
                  <a:pt x="464468" y="960225"/>
                </a:lnTo>
                <a:lnTo>
                  <a:pt x="478984" y="990229"/>
                </a:lnTo>
                <a:lnTo>
                  <a:pt x="493500" y="1020232"/>
                </a:lnTo>
                <a:lnTo>
                  <a:pt x="513074" y="1045445"/>
                </a:lnTo>
                <a:lnTo>
                  <a:pt x="544716" y="1055770"/>
                </a:lnTo>
                <a:lnTo>
                  <a:pt x="577348" y="1062552"/>
                </a:lnTo>
                <a:lnTo>
                  <a:pt x="610257" y="1067829"/>
                </a:lnTo>
                <a:lnTo>
                  <a:pt x="643299" y="1072201"/>
                </a:lnTo>
                <a:lnTo>
                  <a:pt x="676418" y="1075954"/>
                </a:lnTo>
                <a:lnTo>
                  <a:pt x="709593" y="1079259"/>
                </a:lnTo>
                <a:lnTo>
                  <a:pt x="742788" y="1082202"/>
                </a:lnTo>
                <a:lnTo>
                  <a:pt x="776021" y="1084850"/>
                </a:lnTo>
                <a:lnTo>
                  <a:pt x="809263" y="1087250"/>
                </a:lnTo>
                <a:lnTo>
                  <a:pt x="842524" y="1089450"/>
                </a:lnTo>
                <a:lnTo>
                  <a:pt x="875795" y="1091460"/>
                </a:lnTo>
                <a:lnTo>
                  <a:pt x="909076" y="1093327"/>
                </a:lnTo>
                <a:lnTo>
                  <a:pt x="942365" y="1095032"/>
                </a:lnTo>
                <a:lnTo>
                  <a:pt x="975665" y="1096613"/>
                </a:lnTo>
                <a:lnTo>
                  <a:pt x="1008964" y="1098071"/>
                </a:lnTo>
                <a:lnTo>
                  <a:pt x="1042273" y="1099433"/>
                </a:lnTo>
                <a:lnTo>
                  <a:pt x="1075582" y="1100671"/>
                </a:lnTo>
                <a:lnTo>
                  <a:pt x="1108891" y="1101833"/>
                </a:lnTo>
                <a:lnTo>
                  <a:pt x="1142209" y="1102900"/>
                </a:lnTo>
                <a:lnTo>
                  <a:pt x="1175528" y="1103881"/>
                </a:lnTo>
                <a:lnTo>
                  <a:pt x="1208846" y="1104786"/>
                </a:lnTo>
                <a:lnTo>
                  <a:pt x="1242174" y="1105605"/>
                </a:lnTo>
                <a:lnTo>
                  <a:pt x="1275493" y="1106357"/>
                </a:lnTo>
                <a:lnTo>
                  <a:pt x="1308821" y="1107043"/>
                </a:lnTo>
                <a:lnTo>
                  <a:pt x="1342149" y="1107662"/>
                </a:lnTo>
                <a:lnTo>
                  <a:pt x="1375477" y="1108205"/>
                </a:lnTo>
                <a:lnTo>
                  <a:pt x="1408805" y="1108691"/>
                </a:lnTo>
                <a:lnTo>
                  <a:pt x="1442133" y="1109110"/>
                </a:lnTo>
                <a:lnTo>
                  <a:pt x="1475470" y="1109482"/>
                </a:lnTo>
                <a:lnTo>
                  <a:pt x="1508798" y="1109777"/>
                </a:lnTo>
                <a:lnTo>
                  <a:pt x="1542136" y="1110024"/>
                </a:lnTo>
                <a:lnTo>
                  <a:pt x="1575464" y="1110205"/>
                </a:lnTo>
                <a:lnTo>
                  <a:pt x="1608801" y="1110339"/>
                </a:lnTo>
                <a:lnTo>
                  <a:pt x="1642129" y="1110405"/>
                </a:lnTo>
                <a:lnTo>
                  <a:pt x="1675467" y="1110415"/>
                </a:lnTo>
                <a:lnTo>
                  <a:pt x="1708795" y="1110377"/>
                </a:lnTo>
                <a:lnTo>
                  <a:pt x="1742132" y="1110272"/>
                </a:lnTo>
                <a:lnTo>
                  <a:pt x="1775460" y="1110120"/>
                </a:lnTo>
                <a:lnTo>
                  <a:pt x="1808798" y="1109901"/>
                </a:lnTo>
                <a:lnTo>
                  <a:pt x="1842125" y="1109624"/>
                </a:lnTo>
                <a:lnTo>
                  <a:pt x="1875453" y="1109291"/>
                </a:lnTo>
                <a:lnTo>
                  <a:pt x="1908791" y="1108901"/>
                </a:lnTo>
                <a:lnTo>
                  <a:pt x="1942119" y="1108453"/>
                </a:lnTo>
                <a:lnTo>
                  <a:pt x="1975447" y="1107929"/>
                </a:lnTo>
                <a:lnTo>
                  <a:pt x="2008775" y="1107348"/>
                </a:lnTo>
                <a:lnTo>
                  <a:pt x="2042103" y="1106700"/>
                </a:lnTo>
                <a:lnTo>
                  <a:pt x="2075431" y="1105976"/>
                </a:lnTo>
                <a:lnTo>
                  <a:pt x="2108749" y="1105186"/>
                </a:lnTo>
                <a:lnTo>
                  <a:pt x="2142068" y="1104329"/>
                </a:lnTo>
                <a:lnTo>
                  <a:pt x="2175396" y="1103386"/>
                </a:lnTo>
                <a:lnTo>
                  <a:pt x="2208705" y="1102357"/>
                </a:lnTo>
                <a:lnTo>
                  <a:pt x="2242023" y="1101252"/>
                </a:lnTo>
                <a:lnTo>
                  <a:pt x="2275332" y="1100042"/>
                </a:lnTo>
                <a:lnTo>
                  <a:pt x="2308641" y="1098747"/>
                </a:lnTo>
                <a:lnTo>
                  <a:pt x="2341950" y="1097337"/>
                </a:lnTo>
                <a:lnTo>
                  <a:pt x="2375240" y="1095813"/>
                </a:lnTo>
                <a:lnTo>
                  <a:pt x="2408539" y="1094175"/>
                </a:lnTo>
                <a:lnTo>
                  <a:pt x="2441819" y="1092384"/>
                </a:lnTo>
                <a:lnTo>
                  <a:pt x="2475100" y="1090451"/>
                </a:lnTo>
                <a:lnTo>
                  <a:pt x="2508361" y="1088346"/>
                </a:lnTo>
                <a:lnTo>
                  <a:pt x="2541613" y="1086041"/>
                </a:lnTo>
                <a:lnTo>
                  <a:pt x="2574855" y="1083516"/>
                </a:lnTo>
                <a:lnTo>
                  <a:pt x="2608069" y="1080726"/>
                </a:lnTo>
                <a:lnTo>
                  <a:pt x="2641254" y="1077611"/>
                </a:lnTo>
                <a:lnTo>
                  <a:pt x="2674401" y="1074087"/>
                </a:lnTo>
                <a:lnTo>
                  <a:pt x="2707491" y="1070039"/>
                </a:lnTo>
                <a:lnTo>
                  <a:pt x="2740476" y="1065247"/>
                </a:lnTo>
                <a:lnTo>
                  <a:pt x="2773270" y="1059313"/>
                </a:lnTo>
                <a:lnTo>
                  <a:pt x="2805579" y="1051179"/>
                </a:lnTo>
                <a:lnTo>
                  <a:pt x="2833926" y="1034996"/>
                </a:lnTo>
                <a:lnTo>
                  <a:pt x="2847737" y="1004773"/>
                </a:lnTo>
                <a:lnTo>
                  <a:pt x="2862243" y="974769"/>
                </a:lnTo>
                <a:lnTo>
                  <a:pt x="2876760" y="944756"/>
                </a:lnTo>
                <a:lnTo>
                  <a:pt x="2891276" y="914752"/>
                </a:lnTo>
                <a:lnTo>
                  <a:pt x="2905792" y="884749"/>
                </a:lnTo>
                <a:lnTo>
                  <a:pt x="2920308" y="854735"/>
                </a:lnTo>
                <a:lnTo>
                  <a:pt x="2934824" y="824732"/>
                </a:lnTo>
                <a:lnTo>
                  <a:pt x="2949340" y="794728"/>
                </a:lnTo>
                <a:lnTo>
                  <a:pt x="2963847" y="764715"/>
                </a:lnTo>
                <a:lnTo>
                  <a:pt x="2978363" y="734711"/>
                </a:lnTo>
                <a:lnTo>
                  <a:pt x="2992879" y="704707"/>
                </a:lnTo>
                <a:lnTo>
                  <a:pt x="3007395" y="674694"/>
                </a:lnTo>
                <a:lnTo>
                  <a:pt x="3021911" y="644690"/>
                </a:lnTo>
                <a:lnTo>
                  <a:pt x="3036427" y="614686"/>
                </a:lnTo>
                <a:lnTo>
                  <a:pt x="3050934" y="584673"/>
                </a:lnTo>
                <a:lnTo>
                  <a:pt x="3065450" y="554669"/>
                </a:lnTo>
                <a:lnTo>
                  <a:pt x="3079966" y="524666"/>
                </a:lnTo>
                <a:lnTo>
                  <a:pt x="3094482" y="494652"/>
                </a:lnTo>
                <a:lnTo>
                  <a:pt x="3108998" y="464649"/>
                </a:lnTo>
                <a:lnTo>
                  <a:pt x="3123514" y="434645"/>
                </a:lnTo>
                <a:lnTo>
                  <a:pt x="3138021" y="404632"/>
                </a:lnTo>
                <a:lnTo>
                  <a:pt x="3152537" y="374628"/>
                </a:lnTo>
                <a:lnTo>
                  <a:pt x="3167053" y="344624"/>
                </a:lnTo>
                <a:lnTo>
                  <a:pt x="3181569" y="314611"/>
                </a:lnTo>
                <a:lnTo>
                  <a:pt x="3196085" y="284607"/>
                </a:lnTo>
                <a:lnTo>
                  <a:pt x="3210601" y="254603"/>
                </a:lnTo>
                <a:lnTo>
                  <a:pt x="3225108" y="224590"/>
                </a:lnTo>
                <a:lnTo>
                  <a:pt x="3239624" y="194586"/>
                </a:lnTo>
                <a:lnTo>
                  <a:pt x="3254140" y="164582"/>
                </a:lnTo>
                <a:lnTo>
                  <a:pt x="3268656" y="134569"/>
                </a:lnTo>
                <a:lnTo>
                  <a:pt x="3283172" y="104565"/>
                </a:lnTo>
                <a:lnTo>
                  <a:pt x="3297688" y="74562"/>
                </a:lnTo>
                <a:lnTo>
                  <a:pt x="3312204" y="44548"/>
                </a:lnTo>
                <a:lnTo>
                  <a:pt x="3326711" y="14545"/>
                </a:lnTo>
                <a:lnTo>
                  <a:pt x="3321415" y="10773"/>
                </a:lnTo>
                <a:lnTo>
                  <a:pt x="3289421" y="19955"/>
                </a:lnTo>
                <a:lnTo>
                  <a:pt x="3256626" y="25898"/>
                </a:lnTo>
                <a:lnTo>
                  <a:pt x="3223612" y="30518"/>
                </a:lnTo>
                <a:lnTo>
                  <a:pt x="3190504" y="34376"/>
                </a:lnTo>
                <a:lnTo>
                  <a:pt x="3157337" y="37719"/>
                </a:lnTo>
                <a:lnTo>
                  <a:pt x="3124143" y="40681"/>
                </a:lnTo>
                <a:lnTo>
                  <a:pt x="3090910" y="43339"/>
                </a:lnTo>
                <a:lnTo>
                  <a:pt x="3057668" y="45768"/>
                </a:lnTo>
                <a:lnTo>
                  <a:pt x="3024407" y="47996"/>
                </a:lnTo>
                <a:lnTo>
                  <a:pt x="2991136" y="50044"/>
                </a:lnTo>
                <a:lnTo>
                  <a:pt x="2957865" y="51949"/>
                </a:lnTo>
                <a:lnTo>
                  <a:pt x="2924575" y="53740"/>
                </a:lnTo>
                <a:lnTo>
                  <a:pt x="2891285" y="55397"/>
                </a:lnTo>
                <a:lnTo>
                  <a:pt x="2857986" y="56960"/>
                </a:lnTo>
                <a:lnTo>
                  <a:pt x="2824686" y="58426"/>
                </a:lnTo>
                <a:lnTo>
                  <a:pt x="2791387" y="59817"/>
                </a:lnTo>
                <a:lnTo>
                  <a:pt x="2758078" y="61122"/>
                </a:lnTo>
                <a:lnTo>
                  <a:pt x="2724769" y="62360"/>
                </a:lnTo>
                <a:lnTo>
                  <a:pt x="2691451" y="63522"/>
                </a:lnTo>
                <a:lnTo>
                  <a:pt x="2658142" y="64627"/>
                </a:lnTo>
                <a:lnTo>
                  <a:pt x="2624823" y="65665"/>
                </a:lnTo>
                <a:lnTo>
                  <a:pt x="2591505" y="66656"/>
                </a:lnTo>
                <a:lnTo>
                  <a:pt x="2558186" y="67589"/>
                </a:lnTo>
                <a:lnTo>
                  <a:pt x="2524858" y="68475"/>
                </a:lnTo>
                <a:lnTo>
                  <a:pt x="2491540" y="69323"/>
                </a:lnTo>
                <a:lnTo>
                  <a:pt x="2458222" y="70114"/>
                </a:lnTo>
                <a:lnTo>
                  <a:pt x="2424894" y="70856"/>
                </a:lnTo>
                <a:lnTo>
                  <a:pt x="2391566" y="71571"/>
                </a:lnTo>
                <a:lnTo>
                  <a:pt x="2358238" y="72228"/>
                </a:lnTo>
                <a:lnTo>
                  <a:pt x="2324910" y="72857"/>
                </a:lnTo>
                <a:lnTo>
                  <a:pt x="2291582" y="73447"/>
                </a:lnTo>
                <a:lnTo>
                  <a:pt x="2258254" y="74000"/>
                </a:lnTo>
                <a:lnTo>
                  <a:pt x="2224926" y="74524"/>
                </a:lnTo>
                <a:lnTo>
                  <a:pt x="2191598" y="75009"/>
                </a:lnTo>
                <a:lnTo>
                  <a:pt x="2158270" y="75457"/>
                </a:lnTo>
                <a:lnTo>
                  <a:pt x="2124942" y="75876"/>
                </a:lnTo>
                <a:lnTo>
                  <a:pt x="2091604" y="76267"/>
                </a:lnTo>
                <a:lnTo>
                  <a:pt x="2058276" y="76619"/>
                </a:lnTo>
                <a:lnTo>
                  <a:pt x="2024948" y="76943"/>
                </a:lnTo>
                <a:lnTo>
                  <a:pt x="1991611" y="77238"/>
                </a:lnTo>
                <a:lnTo>
                  <a:pt x="1958283" y="77495"/>
                </a:lnTo>
                <a:lnTo>
                  <a:pt x="1924945" y="77734"/>
                </a:lnTo>
                <a:lnTo>
                  <a:pt x="1891617" y="77943"/>
                </a:lnTo>
                <a:lnTo>
                  <a:pt x="1858280" y="78115"/>
                </a:lnTo>
                <a:lnTo>
                  <a:pt x="1824952" y="78267"/>
                </a:lnTo>
                <a:lnTo>
                  <a:pt x="1791614" y="78381"/>
                </a:lnTo>
                <a:lnTo>
                  <a:pt x="1758286" y="78476"/>
                </a:lnTo>
                <a:lnTo>
                  <a:pt x="1724949" y="78534"/>
                </a:lnTo>
                <a:lnTo>
                  <a:pt x="1691621" y="78572"/>
                </a:lnTo>
                <a:lnTo>
                  <a:pt x="1658283" y="78581"/>
                </a:lnTo>
                <a:lnTo>
                  <a:pt x="1624955" y="78562"/>
                </a:lnTo>
                <a:lnTo>
                  <a:pt x="1591618" y="78505"/>
                </a:lnTo>
                <a:lnTo>
                  <a:pt x="1558290" y="78429"/>
                </a:lnTo>
                <a:lnTo>
                  <a:pt x="1524953" y="78324"/>
                </a:lnTo>
                <a:lnTo>
                  <a:pt x="1491625" y="78191"/>
                </a:lnTo>
                <a:lnTo>
                  <a:pt x="1458287" y="78029"/>
                </a:lnTo>
                <a:lnTo>
                  <a:pt x="1424959" y="77838"/>
                </a:lnTo>
                <a:lnTo>
                  <a:pt x="1391622" y="77619"/>
                </a:lnTo>
                <a:lnTo>
                  <a:pt x="1358294" y="77372"/>
                </a:lnTo>
                <a:lnTo>
                  <a:pt x="1324966" y="77086"/>
                </a:lnTo>
                <a:lnTo>
                  <a:pt x="1291628" y="76781"/>
                </a:lnTo>
                <a:lnTo>
                  <a:pt x="1258300" y="76438"/>
                </a:lnTo>
                <a:lnTo>
                  <a:pt x="1224972" y="76067"/>
                </a:lnTo>
                <a:lnTo>
                  <a:pt x="1191635" y="75667"/>
                </a:lnTo>
                <a:lnTo>
                  <a:pt x="1158307" y="75228"/>
                </a:lnTo>
                <a:lnTo>
                  <a:pt x="1124979" y="74762"/>
                </a:lnTo>
                <a:lnTo>
                  <a:pt x="1091651" y="74266"/>
                </a:lnTo>
                <a:lnTo>
                  <a:pt x="1058323" y="73724"/>
                </a:lnTo>
                <a:lnTo>
                  <a:pt x="1024995" y="73152"/>
                </a:lnTo>
                <a:lnTo>
                  <a:pt x="991667" y="72542"/>
                </a:lnTo>
                <a:lnTo>
                  <a:pt x="958339" y="71895"/>
                </a:lnTo>
                <a:lnTo>
                  <a:pt x="925011" y="71199"/>
                </a:lnTo>
                <a:lnTo>
                  <a:pt x="891683" y="70475"/>
                </a:lnTo>
                <a:lnTo>
                  <a:pt x="858364" y="69704"/>
                </a:lnTo>
                <a:lnTo>
                  <a:pt x="825036" y="68885"/>
                </a:lnTo>
                <a:lnTo>
                  <a:pt x="791718" y="68028"/>
                </a:lnTo>
                <a:lnTo>
                  <a:pt x="758400" y="67113"/>
                </a:lnTo>
                <a:lnTo>
                  <a:pt x="725081" y="66151"/>
                </a:lnTo>
                <a:lnTo>
                  <a:pt x="691763" y="65132"/>
                </a:lnTo>
                <a:lnTo>
                  <a:pt x="658444" y="64056"/>
                </a:lnTo>
                <a:lnTo>
                  <a:pt x="625135" y="62922"/>
                </a:lnTo>
                <a:lnTo>
                  <a:pt x="591817" y="61722"/>
                </a:lnTo>
                <a:lnTo>
                  <a:pt x="558508" y="60455"/>
                </a:lnTo>
                <a:lnTo>
                  <a:pt x="525209" y="59112"/>
                </a:lnTo>
                <a:lnTo>
                  <a:pt x="491900" y="57693"/>
                </a:lnTo>
                <a:lnTo>
                  <a:pt x="458600" y="56169"/>
                </a:lnTo>
                <a:lnTo>
                  <a:pt x="425310" y="54550"/>
                </a:lnTo>
                <a:lnTo>
                  <a:pt x="392020" y="52826"/>
                </a:lnTo>
                <a:lnTo>
                  <a:pt x="358740" y="50987"/>
                </a:lnTo>
                <a:lnTo>
                  <a:pt x="325469" y="49006"/>
                </a:lnTo>
                <a:lnTo>
                  <a:pt x="292198" y="46873"/>
                </a:lnTo>
                <a:lnTo>
                  <a:pt x="258947" y="44548"/>
                </a:lnTo>
                <a:lnTo>
                  <a:pt x="225714" y="42005"/>
                </a:lnTo>
                <a:lnTo>
                  <a:pt x="192500" y="39195"/>
                </a:lnTo>
                <a:lnTo>
                  <a:pt x="159315" y="36052"/>
                </a:lnTo>
                <a:lnTo>
                  <a:pt x="126178" y="32471"/>
                </a:lnTo>
                <a:lnTo>
                  <a:pt x="93107" y="28251"/>
                </a:lnTo>
                <a:lnTo>
                  <a:pt x="60188" y="23060"/>
                </a:lnTo>
                <a:lnTo>
                  <a:pt x="27642" y="15926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34" name="funnel-step-cap-0">
            <a:extLst xmlns:a="http://schemas.openxmlformats.org/drawingml/2006/main">
              <a:ext uri="{FF2B5EF4-FFF2-40B4-BE49-F238E27FC236}">
                <a16:creationId xmlns:a16="http://schemas.microsoft.com/office/drawing/2014/main" id="{EA98D2CE-B7AA-4AA5-86D8-976291418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52750" y="2390775"/>
            <a:ext cx="33337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35" name="funnel-step-body-1">
            <a:extLst xmlns:a="http://schemas.openxmlformats.org/drawingml/2006/main">
              <a:ext uri="{FF2B5EF4-FFF2-40B4-BE49-F238E27FC236}">
                <a16:creationId xmlns:a16="http://schemas.microsoft.com/office/drawing/2014/main" id="{14031031-3722-4D34-B018-2C7E64B1F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451860" y="3727418"/>
            <a:ext cx="2334397" cy="1110520"/>
          </a:xfrm>
          <a:custGeom xmlns:a="http://schemas.openxmlformats.org/drawingml/2006/main">
            <a:pathLst>
              <a:path w="2334397" h="1110520">
                <a:moveTo>
                  <a:pt x="0" y="0"/>
                </a:moveTo>
                <a:lnTo>
                  <a:pt x="8906" y="24060"/>
                </a:lnTo>
                <a:lnTo>
                  <a:pt x="17812" y="48120"/>
                </a:lnTo>
                <a:lnTo>
                  <a:pt x="26718" y="72180"/>
                </a:lnTo>
                <a:lnTo>
                  <a:pt x="35633" y="96241"/>
                </a:lnTo>
                <a:lnTo>
                  <a:pt x="44539" y="120301"/>
                </a:lnTo>
                <a:lnTo>
                  <a:pt x="53445" y="144361"/>
                </a:lnTo>
                <a:lnTo>
                  <a:pt x="62351" y="168412"/>
                </a:lnTo>
                <a:lnTo>
                  <a:pt x="71257" y="192472"/>
                </a:lnTo>
                <a:lnTo>
                  <a:pt x="80162" y="216532"/>
                </a:lnTo>
                <a:lnTo>
                  <a:pt x="89078" y="240592"/>
                </a:lnTo>
                <a:lnTo>
                  <a:pt x="97984" y="264652"/>
                </a:lnTo>
                <a:lnTo>
                  <a:pt x="106890" y="288712"/>
                </a:lnTo>
                <a:lnTo>
                  <a:pt x="115795" y="312772"/>
                </a:lnTo>
                <a:lnTo>
                  <a:pt x="124701" y="336833"/>
                </a:lnTo>
                <a:lnTo>
                  <a:pt x="133607" y="360893"/>
                </a:lnTo>
                <a:lnTo>
                  <a:pt x="142513" y="384953"/>
                </a:lnTo>
                <a:lnTo>
                  <a:pt x="151428" y="409013"/>
                </a:lnTo>
                <a:lnTo>
                  <a:pt x="160334" y="433073"/>
                </a:lnTo>
                <a:lnTo>
                  <a:pt x="169240" y="457124"/>
                </a:lnTo>
                <a:lnTo>
                  <a:pt x="178146" y="481184"/>
                </a:lnTo>
                <a:lnTo>
                  <a:pt x="187052" y="505244"/>
                </a:lnTo>
                <a:lnTo>
                  <a:pt x="195958" y="529304"/>
                </a:lnTo>
                <a:lnTo>
                  <a:pt x="204873" y="553364"/>
                </a:lnTo>
                <a:lnTo>
                  <a:pt x="213779" y="577425"/>
                </a:lnTo>
                <a:lnTo>
                  <a:pt x="222685" y="601485"/>
                </a:lnTo>
                <a:lnTo>
                  <a:pt x="231591" y="625545"/>
                </a:lnTo>
                <a:lnTo>
                  <a:pt x="240497" y="649605"/>
                </a:lnTo>
                <a:lnTo>
                  <a:pt x="249403" y="673665"/>
                </a:lnTo>
                <a:lnTo>
                  <a:pt x="258308" y="697725"/>
                </a:lnTo>
                <a:lnTo>
                  <a:pt x="267224" y="721785"/>
                </a:lnTo>
                <a:lnTo>
                  <a:pt x="276130" y="745846"/>
                </a:lnTo>
                <a:lnTo>
                  <a:pt x="285036" y="769896"/>
                </a:lnTo>
                <a:lnTo>
                  <a:pt x="293942" y="793956"/>
                </a:lnTo>
                <a:lnTo>
                  <a:pt x="302847" y="818017"/>
                </a:lnTo>
                <a:lnTo>
                  <a:pt x="311753" y="842077"/>
                </a:lnTo>
                <a:lnTo>
                  <a:pt x="320669" y="866137"/>
                </a:lnTo>
                <a:lnTo>
                  <a:pt x="329575" y="890197"/>
                </a:lnTo>
                <a:lnTo>
                  <a:pt x="338480" y="914257"/>
                </a:lnTo>
                <a:lnTo>
                  <a:pt x="347386" y="938317"/>
                </a:lnTo>
                <a:lnTo>
                  <a:pt x="356292" y="962377"/>
                </a:lnTo>
                <a:lnTo>
                  <a:pt x="365198" y="986438"/>
                </a:lnTo>
                <a:lnTo>
                  <a:pt x="374113" y="1010498"/>
                </a:lnTo>
                <a:lnTo>
                  <a:pt x="382419" y="1034691"/>
                </a:lnTo>
                <a:lnTo>
                  <a:pt x="401222" y="1051093"/>
                </a:lnTo>
                <a:lnTo>
                  <a:pt x="425263" y="1059990"/>
                </a:lnTo>
                <a:lnTo>
                  <a:pt x="450094" y="1066438"/>
                </a:lnTo>
                <a:lnTo>
                  <a:pt x="475221" y="1071591"/>
                </a:lnTo>
                <a:lnTo>
                  <a:pt x="500510" y="1075925"/>
                </a:lnTo>
                <a:lnTo>
                  <a:pt x="525885" y="1079659"/>
                </a:lnTo>
                <a:lnTo>
                  <a:pt x="551326" y="1082954"/>
                </a:lnTo>
                <a:lnTo>
                  <a:pt x="576815" y="1085879"/>
                </a:lnTo>
                <a:lnTo>
                  <a:pt x="602332" y="1088517"/>
                </a:lnTo>
                <a:lnTo>
                  <a:pt x="627878" y="1090898"/>
                </a:lnTo>
                <a:lnTo>
                  <a:pt x="653444" y="1093060"/>
                </a:lnTo>
                <a:lnTo>
                  <a:pt x="679028" y="1095032"/>
                </a:lnTo>
                <a:lnTo>
                  <a:pt x="704612" y="1096842"/>
                </a:lnTo>
                <a:lnTo>
                  <a:pt x="730215" y="1098490"/>
                </a:lnTo>
                <a:lnTo>
                  <a:pt x="755828" y="1099995"/>
                </a:lnTo>
                <a:lnTo>
                  <a:pt x="781450" y="1101376"/>
                </a:lnTo>
                <a:lnTo>
                  <a:pt x="807072" y="1102633"/>
                </a:lnTo>
                <a:lnTo>
                  <a:pt x="832704" y="1103786"/>
                </a:lnTo>
                <a:lnTo>
                  <a:pt x="858336" y="1104824"/>
                </a:lnTo>
                <a:lnTo>
                  <a:pt x="883977" y="1105767"/>
                </a:lnTo>
                <a:lnTo>
                  <a:pt x="909618" y="1106615"/>
                </a:lnTo>
                <a:lnTo>
                  <a:pt x="935260" y="1107377"/>
                </a:lnTo>
                <a:lnTo>
                  <a:pt x="960901" y="1108043"/>
                </a:lnTo>
                <a:lnTo>
                  <a:pt x="986552" y="1108634"/>
                </a:lnTo>
                <a:lnTo>
                  <a:pt x="1012203" y="1109129"/>
                </a:lnTo>
                <a:lnTo>
                  <a:pt x="1037854" y="1109558"/>
                </a:lnTo>
                <a:lnTo>
                  <a:pt x="1063504" y="1109901"/>
                </a:lnTo>
                <a:lnTo>
                  <a:pt x="1089165" y="1110167"/>
                </a:lnTo>
                <a:lnTo>
                  <a:pt x="1114816" y="1110358"/>
                </a:lnTo>
                <a:lnTo>
                  <a:pt x="1140476" y="1110472"/>
                </a:lnTo>
                <a:lnTo>
                  <a:pt x="1166127" y="1110520"/>
                </a:lnTo>
                <a:lnTo>
                  <a:pt x="1191787" y="1110482"/>
                </a:lnTo>
                <a:lnTo>
                  <a:pt x="1217438" y="1110377"/>
                </a:lnTo>
                <a:lnTo>
                  <a:pt x="1243089" y="1110196"/>
                </a:lnTo>
                <a:lnTo>
                  <a:pt x="1268749" y="1109939"/>
                </a:lnTo>
                <a:lnTo>
                  <a:pt x="1294400" y="1109605"/>
                </a:lnTo>
                <a:lnTo>
                  <a:pt x="1320051" y="1109186"/>
                </a:lnTo>
                <a:lnTo>
                  <a:pt x="1345702" y="1108700"/>
                </a:lnTo>
                <a:lnTo>
                  <a:pt x="1371352" y="1108119"/>
                </a:lnTo>
                <a:lnTo>
                  <a:pt x="1396994" y="1107462"/>
                </a:lnTo>
                <a:lnTo>
                  <a:pt x="1422644" y="1106719"/>
                </a:lnTo>
                <a:lnTo>
                  <a:pt x="1448286" y="1105881"/>
                </a:lnTo>
                <a:lnTo>
                  <a:pt x="1473927" y="1104957"/>
                </a:lnTo>
                <a:lnTo>
                  <a:pt x="1499559" y="1103919"/>
                </a:lnTo>
                <a:lnTo>
                  <a:pt x="1525191" y="1102795"/>
                </a:lnTo>
                <a:lnTo>
                  <a:pt x="1550813" y="1101547"/>
                </a:lnTo>
                <a:lnTo>
                  <a:pt x="1576435" y="1100185"/>
                </a:lnTo>
                <a:lnTo>
                  <a:pt x="1602048" y="1098690"/>
                </a:lnTo>
                <a:lnTo>
                  <a:pt x="1627642" y="1097051"/>
                </a:lnTo>
                <a:lnTo>
                  <a:pt x="1653235" y="1095280"/>
                </a:lnTo>
                <a:lnTo>
                  <a:pt x="1678819" y="1093327"/>
                </a:lnTo>
                <a:lnTo>
                  <a:pt x="1704384" y="1091184"/>
                </a:lnTo>
                <a:lnTo>
                  <a:pt x="1729931" y="1088831"/>
                </a:lnTo>
                <a:lnTo>
                  <a:pt x="1755458" y="1086231"/>
                </a:lnTo>
                <a:lnTo>
                  <a:pt x="1780946" y="1083345"/>
                </a:lnTo>
                <a:lnTo>
                  <a:pt x="1806397" y="1080106"/>
                </a:lnTo>
                <a:lnTo>
                  <a:pt x="1831791" y="1076430"/>
                </a:lnTo>
                <a:lnTo>
                  <a:pt x="1857089" y="1072182"/>
                </a:lnTo>
                <a:lnTo>
                  <a:pt x="1882245" y="1067152"/>
                </a:lnTo>
                <a:lnTo>
                  <a:pt x="1907124" y="1060914"/>
                </a:lnTo>
                <a:lnTo>
                  <a:pt x="1931327" y="1052455"/>
                </a:lnTo>
                <a:lnTo>
                  <a:pt x="1951853" y="1037711"/>
                </a:lnTo>
                <a:lnTo>
                  <a:pt x="1960283" y="1013565"/>
                </a:lnTo>
                <a:lnTo>
                  <a:pt x="1969189" y="989505"/>
                </a:lnTo>
                <a:lnTo>
                  <a:pt x="1978095" y="965444"/>
                </a:lnTo>
                <a:lnTo>
                  <a:pt x="1987010" y="941384"/>
                </a:lnTo>
                <a:lnTo>
                  <a:pt x="1995916" y="917324"/>
                </a:lnTo>
                <a:lnTo>
                  <a:pt x="2004822" y="893274"/>
                </a:lnTo>
                <a:lnTo>
                  <a:pt x="2013728" y="869213"/>
                </a:lnTo>
                <a:lnTo>
                  <a:pt x="2022634" y="845153"/>
                </a:lnTo>
                <a:lnTo>
                  <a:pt x="2031540" y="821093"/>
                </a:lnTo>
                <a:lnTo>
                  <a:pt x="2040455" y="797033"/>
                </a:lnTo>
                <a:lnTo>
                  <a:pt x="2049361" y="772973"/>
                </a:lnTo>
                <a:lnTo>
                  <a:pt x="2058267" y="748913"/>
                </a:lnTo>
                <a:lnTo>
                  <a:pt x="2067173" y="724853"/>
                </a:lnTo>
                <a:lnTo>
                  <a:pt x="2076079" y="700792"/>
                </a:lnTo>
                <a:lnTo>
                  <a:pt x="2084984" y="676732"/>
                </a:lnTo>
                <a:lnTo>
                  <a:pt x="2093890" y="652672"/>
                </a:lnTo>
                <a:lnTo>
                  <a:pt x="2102806" y="628612"/>
                </a:lnTo>
                <a:lnTo>
                  <a:pt x="2111712" y="604552"/>
                </a:lnTo>
                <a:lnTo>
                  <a:pt x="2120617" y="580501"/>
                </a:lnTo>
                <a:lnTo>
                  <a:pt x="2129523" y="556441"/>
                </a:lnTo>
                <a:lnTo>
                  <a:pt x="2138429" y="532381"/>
                </a:lnTo>
                <a:lnTo>
                  <a:pt x="2147335" y="508321"/>
                </a:lnTo>
                <a:lnTo>
                  <a:pt x="2156250" y="484261"/>
                </a:lnTo>
                <a:lnTo>
                  <a:pt x="2165156" y="460200"/>
                </a:lnTo>
                <a:lnTo>
                  <a:pt x="2174062" y="436140"/>
                </a:lnTo>
                <a:lnTo>
                  <a:pt x="2182968" y="412080"/>
                </a:lnTo>
                <a:lnTo>
                  <a:pt x="2191874" y="388020"/>
                </a:lnTo>
                <a:lnTo>
                  <a:pt x="2200780" y="363960"/>
                </a:lnTo>
                <a:lnTo>
                  <a:pt x="2209686" y="339900"/>
                </a:lnTo>
                <a:lnTo>
                  <a:pt x="2218601" y="315839"/>
                </a:lnTo>
                <a:lnTo>
                  <a:pt x="2227507" y="291779"/>
                </a:lnTo>
                <a:lnTo>
                  <a:pt x="2236413" y="267729"/>
                </a:lnTo>
                <a:lnTo>
                  <a:pt x="2245319" y="243669"/>
                </a:lnTo>
                <a:lnTo>
                  <a:pt x="2254225" y="219608"/>
                </a:lnTo>
                <a:lnTo>
                  <a:pt x="2263130" y="195548"/>
                </a:lnTo>
                <a:lnTo>
                  <a:pt x="2272046" y="171488"/>
                </a:lnTo>
                <a:lnTo>
                  <a:pt x="2280952" y="147428"/>
                </a:lnTo>
                <a:lnTo>
                  <a:pt x="2289858" y="123368"/>
                </a:lnTo>
                <a:lnTo>
                  <a:pt x="2298764" y="99308"/>
                </a:lnTo>
                <a:lnTo>
                  <a:pt x="2307669" y="75248"/>
                </a:lnTo>
                <a:lnTo>
                  <a:pt x="2316575" y="51187"/>
                </a:lnTo>
                <a:lnTo>
                  <a:pt x="2325481" y="27127"/>
                </a:lnTo>
                <a:lnTo>
                  <a:pt x="2334397" y="3067"/>
                </a:lnTo>
                <a:lnTo>
                  <a:pt x="2319804" y="14411"/>
                </a:lnTo>
                <a:lnTo>
                  <a:pt x="2295487" y="22508"/>
                </a:lnTo>
                <a:lnTo>
                  <a:pt x="2270474" y="28223"/>
                </a:lnTo>
                <a:lnTo>
                  <a:pt x="2245233" y="32776"/>
                </a:lnTo>
                <a:lnTo>
                  <a:pt x="2219868" y="36624"/>
                </a:lnTo>
                <a:lnTo>
                  <a:pt x="2194427" y="39976"/>
                </a:lnTo>
                <a:lnTo>
                  <a:pt x="2168947" y="42958"/>
                </a:lnTo>
                <a:lnTo>
                  <a:pt x="2143430" y="45634"/>
                </a:lnTo>
                <a:lnTo>
                  <a:pt x="2117893" y="48073"/>
                </a:lnTo>
                <a:lnTo>
                  <a:pt x="2092338" y="50311"/>
                </a:lnTo>
                <a:lnTo>
                  <a:pt x="2066763" y="52378"/>
                </a:lnTo>
                <a:lnTo>
                  <a:pt x="2041179" y="54293"/>
                </a:lnTo>
                <a:lnTo>
                  <a:pt x="2015585" y="56074"/>
                </a:lnTo>
                <a:lnTo>
                  <a:pt x="1989992" y="57750"/>
                </a:lnTo>
                <a:lnTo>
                  <a:pt x="1964379" y="59303"/>
                </a:lnTo>
                <a:lnTo>
                  <a:pt x="1938766" y="60760"/>
                </a:lnTo>
                <a:lnTo>
                  <a:pt x="1913144" y="62132"/>
                </a:lnTo>
                <a:lnTo>
                  <a:pt x="1887522" y="63427"/>
                </a:lnTo>
                <a:lnTo>
                  <a:pt x="1861899" y="64637"/>
                </a:lnTo>
                <a:lnTo>
                  <a:pt x="1836268" y="65780"/>
                </a:lnTo>
                <a:lnTo>
                  <a:pt x="1810636" y="66856"/>
                </a:lnTo>
                <a:lnTo>
                  <a:pt x="1785004" y="67866"/>
                </a:lnTo>
                <a:lnTo>
                  <a:pt x="1759363" y="68818"/>
                </a:lnTo>
                <a:lnTo>
                  <a:pt x="1733721" y="69723"/>
                </a:lnTo>
                <a:lnTo>
                  <a:pt x="1708080" y="70561"/>
                </a:lnTo>
                <a:lnTo>
                  <a:pt x="1682439" y="71352"/>
                </a:lnTo>
                <a:lnTo>
                  <a:pt x="1656798" y="72104"/>
                </a:lnTo>
                <a:lnTo>
                  <a:pt x="1631147" y="72800"/>
                </a:lnTo>
                <a:lnTo>
                  <a:pt x="1605505" y="73447"/>
                </a:lnTo>
                <a:lnTo>
                  <a:pt x="1579855" y="74057"/>
                </a:lnTo>
                <a:lnTo>
                  <a:pt x="1554204" y="74619"/>
                </a:lnTo>
                <a:lnTo>
                  <a:pt x="1528553" y="75143"/>
                </a:lnTo>
                <a:lnTo>
                  <a:pt x="1502902" y="75629"/>
                </a:lnTo>
                <a:lnTo>
                  <a:pt x="1477251" y="76067"/>
                </a:lnTo>
                <a:lnTo>
                  <a:pt x="1451600" y="76476"/>
                </a:lnTo>
                <a:lnTo>
                  <a:pt x="1425950" y="76848"/>
                </a:lnTo>
                <a:lnTo>
                  <a:pt x="1400299" y="77172"/>
                </a:lnTo>
                <a:lnTo>
                  <a:pt x="1374638" y="77467"/>
                </a:lnTo>
                <a:lnTo>
                  <a:pt x="1348988" y="77734"/>
                </a:lnTo>
                <a:lnTo>
                  <a:pt x="1323337" y="77953"/>
                </a:lnTo>
                <a:lnTo>
                  <a:pt x="1297676" y="78143"/>
                </a:lnTo>
                <a:lnTo>
                  <a:pt x="1272026" y="78296"/>
                </a:lnTo>
                <a:lnTo>
                  <a:pt x="1246365" y="78419"/>
                </a:lnTo>
                <a:lnTo>
                  <a:pt x="1220714" y="78505"/>
                </a:lnTo>
                <a:lnTo>
                  <a:pt x="1195054" y="78562"/>
                </a:lnTo>
                <a:lnTo>
                  <a:pt x="1169403" y="78581"/>
                </a:lnTo>
                <a:lnTo>
                  <a:pt x="1143743" y="78562"/>
                </a:lnTo>
                <a:lnTo>
                  <a:pt x="1118092" y="78515"/>
                </a:lnTo>
                <a:lnTo>
                  <a:pt x="1092441" y="78429"/>
                </a:lnTo>
                <a:lnTo>
                  <a:pt x="1066781" y="78315"/>
                </a:lnTo>
                <a:lnTo>
                  <a:pt x="1041130" y="78162"/>
                </a:lnTo>
                <a:lnTo>
                  <a:pt x="1015470" y="77981"/>
                </a:lnTo>
                <a:lnTo>
                  <a:pt x="989819" y="77762"/>
                </a:lnTo>
                <a:lnTo>
                  <a:pt x="964168" y="77505"/>
                </a:lnTo>
                <a:lnTo>
                  <a:pt x="938508" y="77219"/>
                </a:lnTo>
                <a:lnTo>
                  <a:pt x="912857" y="76886"/>
                </a:lnTo>
                <a:lnTo>
                  <a:pt x="887206" y="76524"/>
                </a:lnTo>
                <a:lnTo>
                  <a:pt x="861555" y="76124"/>
                </a:lnTo>
                <a:lnTo>
                  <a:pt x="835904" y="75686"/>
                </a:lnTo>
                <a:lnTo>
                  <a:pt x="810254" y="75209"/>
                </a:lnTo>
                <a:lnTo>
                  <a:pt x="784603" y="74686"/>
                </a:lnTo>
                <a:lnTo>
                  <a:pt x="758952" y="74133"/>
                </a:lnTo>
                <a:lnTo>
                  <a:pt x="733301" y="73533"/>
                </a:lnTo>
                <a:lnTo>
                  <a:pt x="707650" y="72885"/>
                </a:lnTo>
                <a:lnTo>
                  <a:pt x="682009" y="72190"/>
                </a:lnTo>
                <a:lnTo>
                  <a:pt x="656368" y="71457"/>
                </a:lnTo>
                <a:lnTo>
                  <a:pt x="630717" y="70666"/>
                </a:lnTo>
                <a:lnTo>
                  <a:pt x="605076" y="69828"/>
                </a:lnTo>
                <a:lnTo>
                  <a:pt x="579444" y="68942"/>
                </a:lnTo>
                <a:lnTo>
                  <a:pt x="553803" y="67989"/>
                </a:lnTo>
                <a:lnTo>
                  <a:pt x="528171" y="66989"/>
                </a:lnTo>
                <a:lnTo>
                  <a:pt x="502529" y="65923"/>
                </a:lnTo>
                <a:lnTo>
                  <a:pt x="476907" y="64789"/>
                </a:lnTo>
                <a:lnTo>
                  <a:pt x="451275" y="63589"/>
                </a:lnTo>
                <a:lnTo>
                  <a:pt x="425653" y="62303"/>
                </a:lnTo>
                <a:lnTo>
                  <a:pt x="400031" y="60941"/>
                </a:lnTo>
                <a:lnTo>
                  <a:pt x="374418" y="59493"/>
                </a:lnTo>
                <a:lnTo>
                  <a:pt x="348815" y="57950"/>
                </a:lnTo>
                <a:lnTo>
                  <a:pt x="323212" y="56302"/>
                </a:lnTo>
                <a:lnTo>
                  <a:pt x="297618" y="54521"/>
                </a:lnTo>
                <a:lnTo>
                  <a:pt x="272024" y="52635"/>
                </a:lnTo>
                <a:lnTo>
                  <a:pt x="246459" y="50587"/>
                </a:lnTo>
                <a:lnTo>
                  <a:pt x="220894" y="48368"/>
                </a:lnTo>
                <a:lnTo>
                  <a:pt x="195358" y="45958"/>
                </a:lnTo>
                <a:lnTo>
                  <a:pt x="169840" y="43310"/>
                </a:lnTo>
                <a:lnTo>
                  <a:pt x="144351" y="40376"/>
                </a:lnTo>
                <a:lnTo>
                  <a:pt x="118910" y="37081"/>
                </a:lnTo>
                <a:lnTo>
                  <a:pt x="93536" y="33309"/>
                </a:lnTo>
                <a:lnTo>
                  <a:pt x="68266" y="28851"/>
                </a:lnTo>
                <a:lnTo>
                  <a:pt x="43215" y="23327"/>
                </a:lnTo>
                <a:lnTo>
                  <a:pt x="18745" y="15678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36" name="funnel-step-cap-1">
            <a:extLst xmlns:a="http://schemas.openxmlformats.org/drawingml/2006/main">
              <a:ext uri="{FF2B5EF4-FFF2-40B4-BE49-F238E27FC236}">
                <a16:creationId xmlns:a16="http://schemas.microsoft.com/office/drawing/2014/main" id="{14CB81B2-F3D4-4524-A877-4B5996E21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451879" y="3603622"/>
            <a:ext cx="2335482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7EAC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37" name="funnel-step-body-2">
            <a:extLst xmlns:a="http://schemas.openxmlformats.org/drawingml/2006/main">
              <a:ext uri="{FF2B5EF4-FFF2-40B4-BE49-F238E27FC236}">
                <a16:creationId xmlns:a16="http://schemas.microsoft.com/office/drawing/2014/main" id="{B3F9176D-77D3-42A3-BB18-975441120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833908" y="4940332"/>
            <a:ext cx="1570082" cy="1110425"/>
          </a:xfrm>
          <a:custGeom xmlns:a="http://schemas.openxmlformats.org/drawingml/2006/main">
            <a:pathLst>
              <a:path w="1570082" h="1110425">
                <a:moveTo>
                  <a:pt x="0" y="0"/>
                </a:moveTo>
                <a:lnTo>
                  <a:pt x="6239" y="18536"/>
                </a:lnTo>
                <a:lnTo>
                  <a:pt x="12487" y="37071"/>
                </a:lnTo>
                <a:lnTo>
                  <a:pt x="18726" y="55607"/>
                </a:lnTo>
                <a:lnTo>
                  <a:pt x="24975" y="74133"/>
                </a:lnTo>
                <a:lnTo>
                  <a:pt x="31213" y="92669"/>
                </a:lnTo>
                <a:lnTo>
                  <a:pt x="37462" y="111204"/>
                </a:lnTo>
                <a:lnTo>
                  <a:pt x="43701" y="129740"/>
                </a:lnTo>
                <a:lnTo>
                  <a:pt x="49949" y="148276"/>
                </a:lnTo>
                <a:lnTo>
                  <a:pt x="56188" y="166811"/>
                </a:lnTo>
                <a:lnTo>
                  <a:pt x="62427" y="185347"/>
                </a:lnTo>
                <a:lnTo>
                  <a:pt x="68675" y="203883"/>
                </a:lnTo>
                <a:lnTo>
                  <a:pt x="74914" y="222409"/>
                </a:lnTo>
                <a:lnTo>
                  <a:pt x="81163" y="240944"/>
                </a:lnTo>
                <a:lnTo>
                  <a:pt x="87401" y="259480"/>
                </a:lnTo>
                <a:lnTo>
                  <a:pt x="93650" y="278016"/>
                </a:lnTo>
                <a:lnTo>
                  <a:pt x="99889" y="296551"/>
                </a:lnTo>
                <a:lnTo>
                  <a:pt x="106137" y="315087"/>
                </a:lnTo>
                <a:lnTo>
                  <a:pt x="112376" y="333623"/>
                </a:lnTo>
                <a:lnTo>
                  <a:pt x="118615" y="352149"/>
                </a:lnTo>
                <a:lnTo>
                  <a:pt x="124863" y="370684"/>
                </a:lnTo>
                <a:lnTo>
                  <a:pt x="131102" y="389220"/>
                </a:lnTo>
                <a:lnTo>
                  <a:pt x="137351" y="407756"/>
                </a:lnTo>
                <a:lnTo>
                  <a:pt x="143589" y="426291"/>
                </a:lnTo>
                <a:lnTo>
                  <a:pt x="149838" y="444827"/>
                </a:lnTo>
                <a:lnTo>
                  <a:pt x="156077" y="463363"/>
                </a:lnTo>
                <a:lnTo>
                  <a:pt x="162325" y="481889"/>
                </a:lnTo>
                <a:lnTo>
                  <a:pt x="168564" y="500424"/>
                </a:lnTo>
                <a:lnTo>
                  <a:pt x="174812" y="518960"/>
                </a:lnTo>
                <a:lnTo>
                  <a:pt x="181051" y="537496"/>
                </a:lnTo>
                <a:lnTo>
                  <a:pt x="187290" y="556031"/>
                </a:lnTo>
                <a:lnTo>
                  <a:pt x="193538" y="574567"/>
                </a:lnTo>
                <a:lnTo>
                  <a:pt x="199777" y="593103"/>
                </a:lnTo>
                <a:lnTo>
                  <a:pt x="206026" y="611638"/>
                </a:lnTo>
                <a:lnTo>
                  <a:pt x="212265" y="630164"/>
                </a:lnTo>
                <a:lnTo>
                  <a:pt x="218513" y="648700"/>
                </a:lnTo>
                <a:lnTo>
                  <a:pt x="224752" y="667236"/>
                </a:lnTo>
                <a:lnTo>
                  <a:pt x="231000" y="685771"/>
                </a:lnTo>
                <a:lnTo>
                  <a:pt x="237239" y="704307"/>
                </a:lnTo>
                <a:lnTo>
                  <a:pt x="243478" y="722843"/>
                </a:lnTo>
                <a:lnTo>
                  <a:pt x="249726" y="741378"/>
                </a:lnTo>
                <a:lnTo>
                  <a:pt x="255965" y="759905"/>
                </a:lnTo>
                <a:lnTo>
                  <a:pt x="262214" y="778440"/>
                </a:lnTo>
                <a:lnTo>
                  <a:pt x="268453" y="796976"/>
                </a:lnTo>
                <a:lnTo>
                  <a:pt x="274701" y="815511"/>
                </a:lnTo>
                <a:lnTo>
                  <a:pt x="280940" y="834047"/>
                </a:lnTo>
                <a:lnTo>
                  <a:pt x="287188" y="852583"/>
                </a:lnTo>
                <a:lnTo>
                  <a:pt x="293427" y="871118"/>
                </a:lnTo>
                <a:lnTo>
                  <a:pt x="299666" y="889654"/>
                </a:lnTo>
                <a:lnTo>
                  <a:pt x="305914" y="908180"/>
                </a:lnTo>
                <a:lnTo>
                  <a:pt x="312153" y="926716"/>
                </a:lnTo>
                <a:lnTo>
                  <a:pt x="318402" y="945251"/>
                </a:lnTo>
                <a:lnTo>
                  <a:pt x="324641" y="963787"/>
                </a:lnTo>
                <a:lnTo>
                  <a:pt x="330889" y="982323"/>
                </a:lnTo>
                <a:lnTo>
                  <a:pt x="337128" y="1000858"/>
                </a:lnTo>
                <a:lnTo>
                  <a:pt x="343376" y="1019394"/>
                </a:lnTo>
                <a:lnTo>
                  <a:pt x="348653" y="1038139"/>
                </a:lnTo>
                <a:lnTo>
                  <a:pt x="360845" y="1053074"/>
                </a:lnTo>
                <a:lnTo>
                  <a:pt x="377695" y="1062923"/>
                </a:lnTo>
                <a:lnTo>
                  <a:pt x="395830" y="1070229"/>
                </a:lnTo>
                <a:lnTo>
                  <a:pt x="414490" y="1076068"/>
                </a:lnTo>
                <a:lnTo>
                  <a:pt x="433435" y="1080926"/>
                </a:lnTo>
                <a:lnTo>
                  <a:pt x="452552" y="1085069"/>
                </a:lnTo>
                <a:lnTo>
                  <a:pt x="471773" y="1088660"/>
                </a:lnTo>
                <a:lnTo>
                  <a:pt x="491080" y="1091803"/>
                </a:lnTo>
                <a:lnTo>
                  <a:pt x="510435" y="1094575"/>
                </a:lnTo>
                <a:lnTo>
                  <a:pt x="529838" y="1097032"/>
                </a:lnTo>
                <a:lnTo>
                  <a:pt x="549278" y="1099214"/>
                </a:lnTo>
                <a:lnTo>
                  <a:pt x="568738" y="1101147"/>
                </a:lnTo>
                <a:lnTo>
                  <a:pt x="588216" y="1102843"/>
                </a:lnTo>
                <a:lnTo>
                  <a:pt x="607724" y="1104348"/>
                </a:lnTo>
                <a:lnTo>
                  <a:pt x="627231" y="1105662"/>
                </a:lnTo>
                <a:lnTo>
                  <a:pt x="646757" y="1106795"/>
                </a:lnTo>
                <a:lnTo>
                  <a:pt x="666293" y="1107767"/>
                </a:lnTo>
                <a:lnTo>
                  <a:pt x="685829" y="1108577"/>
                </a:lnTo>
                <a:lnTo>
                  <a:pt x="705374" y="1109234"/>
                </a:lnTo>
                <a:lnTo>
                  <a:pt x="724929" y="1109748"/>
                </a:lnTo>
                <a:lnTo>
                  <a:pt x="744484" y="1110110"/>
                </a:lnTo>
                <a:lnTo>
                  <a:pt x="764038" y="1110339"/>
                </a:lnTo>
                <a:lnTo>
                  <a:pt x="783593" y="1110425"/>
                </a:lnTo>
                <a:lnTo>
                  <a:pt x="803158" y="1110367"/>
                </a:lnTo>
                <a:lnTo>
                  <a:pt x="822712" y="1110167"/>
                </a:lnTo>
                <a:lnTo>
                  <a:pt x="842267" y="1109834"/>
                </a:lnTo>
                <a:lnTo>
                  <a:pt x="861812" y="1109358"/>
                </a:lnTo>
                <a:lnTo>
                  <a:pt x="881367" y="1108729"/>
                </a:lnTo>
                <a:lnTo>
                  <a:pt x="900903" y="1107958"/>
                </a:lnTo>
                <a:lnTo>
                  <a:pt x="920439" y="1107024"/>
                </a:lnTo>
                <a:lnTo>
                  <a:pt x="939965" y="1105919"/>
                </a:lnTo>
                <a:lnTo>
                  <a:pt x="959482" y="1104643"/>
                </a:lnTo>
                <a:lnTo>
                  <a:pt x="978989" y="1103186"/>
                </a:lnTo>
                <a:lnTo>
                  <a:pt x="998477" y="1101528"/>
                </a:lnTo>
                <a:lnTo>
                  <a:pt x="1017937" y="1099642"/>
                </a:lnTo>
                <a:lnTo>
                  <a:pt x="1037387" y="1097528"/>
                </a:lnTo>
                <a:lnTo>
                  <a:pt x="1056789" y="1095137"/>
                </a:lnTo>
                <a:lnTo>
                  <a:pt x="1076163" y="1092432"/>
                </a:lnTo>
                <a:lnTo>
                  <a:pt x="1095480" y="1089374"/>
                </a:lnTo>
                <a:lnTo>
                  <a:pt x="1114720" y="1085888"/>
                </a:lnTo>
                <a:lnTo>
                  <a:pt x="1133866" y="1081878"/>
                </a:lnTo>
                <a:lnTo>
                  <a:pt x="1152849" y="1077192"/>
                </a:lnTo>
                <a:lnTo>
                  <a:pt x="1171594" y="1071601"/>
                </a:lnTo>
                <a:lnTo>
                  <a:pt x="1189873" y="1064676"/>
                </a:lnTo>
                <a:lnTo>
                  <a:pt x="1207132" y="1055522"/>
                </a:lnTo>
                <a:lnTo>
                  <a:pt x="1221010" y="1041978"/>
                </a:lnTo>
                <a:lnTo>
                  <a:pt x="1226706" y="1023414"/>
                </a:lnTo>
                <a:lnTo>
                  <a:pt x="1232954" y="1004878"/>
                </a:lnTo>
                <a:lnTo>
                  <a:pt x="1239193" y="986342"/>
                </a:lnTo>
                <a:lnTo>
                  <a:pt x="1245441" y="967807"/>
                </a:lnTo>
                <a:lnTo>
                  <a:pt x="1251680" y="949271"/>
                </a:lnTo>
                <a:lnTo>
                  <a:pt x="1257919" y="930735"/>
                </a:lnTo>
                <a:lnTo>
                  <a:pt x="1264168" y="912200"/>
                </a:lnTo>
                <a:lnTo>
                  <a:pt x="1270406" y="893674"/>
                </a:lnTo>
                <a:lnTo>
                  <a:pt x="1276655" y="875138"/>
                </a:lnTo>
                <a:lnTo>
                  <a:pt x="1282894" y="856602"/>
                </a:lnTo>
                <a:lnTo>
                  <a:pt x="1289142" y="838067"/>
                </a:lnTo>
                <a:lnTo>
                  <a:pt x="1295381" y="819531"/>
                </a:lnTo>
                <a:lnTo>
                  <a:pt x="1301629" y="800995"/>
                </a:lnTo>
                <a:lnTo>
                  <a:pt x="1307868" y="782460"/>
                </a:lnTo>
                <a:lnTo>
                  <a:pt x="1314117" y="763924"/>
                </a:lnTo>
                <a:lnTo>
                  <a:pt x="1320356" y="745398"/>
                </a:lnTo>
                <a:lnTo>
                  <a:pt x="1326594" y="726862"/>
                </a:lnTo>
                <a:lnTo>
                  <a:pt x="1332843" y="708327"/>
                </a:lnTo>
                <a:lnTo>
                  <a:pt x="1339082" y="689791"/>
                </a:lnTo>
                <a:lnTo>
                  <a:pt x="1345330" y="671255"/>
                </a:lnTo>
                <a:lnTo>
                  <a:pt x="1351569" y="652720"/>
                </a:lnTo>
                <a:lnTo>
                  <a:pt x="1357817" y="634184"/>
                </a:lnTo>
                <a:lnTo>
                  <a:pt x="1364056" y="615658"/>
                </a:lnTo>
                <a:lnTo>
                  <a:pt x="1370305" y="597122"/>
                </a:lnTo>
                <a:lnTo>
                  <a:pt x="1376543" y="578587"/>
                </a:lnTo>
                <a:lnTo>
                  <a:pt x="1382782" y="560051"/>
                </a:lnTo>
                <a:lnTo>
                  <a:pt x="1389031" y="541515"/>
                </a:lnTo>
                <a:lnTo>
                  <a:pt x="1395270" y="522980"/>
                </a:lnTo>
                <a:lnTo>
                  <a:pt x="1401518" y="504444"/>
                </a:lnTo>
                <a:lnTo>
                  <a:pt x="1407757" y="485908"/>
                </a:lnTo>
                <a:lnTo>
                  <a:pt x="1414005" y="467382"/>
                </a:lnTo>
                <a:lnTo>
                  <a:pt x="1420244" y="448847"/>
                </a:lnTo>
                <a:lnTo>
                  <a:pt x="1426493" y="430311"/>
                </a:lnTo>
                <a:lnTo>
                  <a:pt x="1432731" y="411775"/>
                </a:lnTo>
                <a:lnTo>
                  <a:pt x="1438970" y="393240"/>
                </a:lnTo>
                <a:lnTo>
                  <a:pt x="1445219" y="374704"/>
                </a:lnTo>
                <a:lnTo>
                  <a:pt x="1451458" y="356168"/>
                </a:lnTo>
                <a:lnTo>
                  <a:pt x="1457706" y="337642"/>
                </a:lnTo>
                <a:lnTo>
                  <a:pt x="1463945" y="319107"/>
                </a:lnTo>
                <a:lnTo>
                  <a:pt x="1470193" y="300571"/>
                </a:lnTo>
                <a:lnTo>
                  <a:pt x="1476432" y="282035"/>
                </a:lnTo>
                <a:lnTo>
                  <a:pt x="1482681" y="263500"/>
                </a:lnTo>
                <a:lnTo>
                  <a:pt x="1488919" y="244964"/>
                </a:lnTo>
                <a:lnTo>
                  <a:pt x="1495158" y="226428"/>
                </a:lnTo>
                <a:lnTo>
                  <a:pt x="1501407" y="207902"/>
                </a:lnTo>
                <a:lnTo>
                  <a:pt x="1507646" y="189367"/>
                </a:lnTo>
                <a:lnTo>
                  <a:pt x="1513894" y="170831"/>
                </a:lnTo>
                <a:lnTo>
                  <a:pt x="1520133" y="152295"/>
                </a:lnTo>
                <a:lnTo>
                  <a:pt x="1526381" y="133760"/>
                </a:lnTo>
                <a:lnTo>
                  <a:pt x="1532620" y="115224"/>
                </a:lnTo>
                <a:lnTo>
                  <a:pt x="1538869" y="96688"/>
                </a:lnTo>
                <a:lnTo>
                  <a:pt x="1545107" y="78153"/>
                </a:lnTo>
                <a:lnTo>
                  <a:pt x="1551346" y="59627"/>
                </a:lnTo>
                <a:lnTo>
                  <a:pt x="1557595" y="41091"/>
                </a:lnTo>
                <a:lnTo>
                  <a:pt x="1563834" y="22555"/>
                </a:lnTo>
                <a:lnTo>
                  <a:pt x="1570082" y="4020"/>
                </a:lnTo>
                <a:lnTo>
                  <a:pt x="1563548" y="12497"/>
                </a:lnTo>
                <a:lnTo>
                  <a:pt x="1546374" y="21755"/>
                </a:lnTo>
                <a:lnTo>
                  <a:pt x="1527905" y="28146"/>
                </a:lnTo>
                <a:lnTo>
                  <a:pt x="1509008" y="33185"/>
                </a:lnTo>
                <a:lnTo>
                  <a:pt x="1489910" y="37386"/>
                </a:lnTo>
                <a:lnTo>
                  <a:pt x="1470689" y="41024"/>
                </a:lnTo>
                <a:lnTo>
                  <a:pt x="1451400" y="44225"/>
                </a:lnTo>
                <a:lnTo>
                  <a:pt x="1432055" y="47101"/>
                </a:lnTo>
                <a:lnTo>
                  <a:pt x="1412672" y="49701"/>
                </a:lnTo>
                <a:lnTo>
                  <a:pt x="1393260" y="52073"/>
                </a:lnTo>
                <a:lnTo>
                  <a:pt x="1373819" y="54254"/>
                </a:lnTo>
                <a:lnTo>
                  <a:pt x="1354369" y="56264"/>
                </a:lnTo>
                <a:lnTo>
                  <a:pt x="1334900" y="58112"/>
                </a:lnTo>
                <a:lnTo>
                  <a:pt x="1315412" y="59846"/>
                </a:lnTo>
                <a:lnTo>
                  <a:pt x="1295924" y="61455"/>
                </a:lnTo>
                <a:lnTo>
                  <a:pt x="1276426" y="62951"/>
                </a:lnTo>
                <a:lnTo>
                  <a:pt x="1256919" y="64351"/>
                </a:lnTo>
                <a:lnTo>
                  <a:pt x="1237402" y="65665"/>
                </a:lnTo>
                <a:lnTo>
                  <a:pt x="1217886" y="66875"/>
                </a:lnTo>
                <a:lnTo>
                  <a:pt x="1198359" y="68018"/>
                </a:lnTo>
                <a:lnTo>
                  <a:pt x="1178833" y="69085"/>
                </a:lnTo>
                <a:lnTo>
                  <a:pt x="1159297" y="70085"/>
                </a:lnTo>
                <a:lnTo>
                  <a:pt x="1139762" y="71009"/>
                </a:lnTo>
                <a:lnTo>
                  <a:pt x="1120226" y="71866"/>
                </a:lnTo>
                <a:lnTo>
                  <a:pt x="1100680" y="72676"/>
                </a:lnTo>
                <a:lnTo>
                  <a:pt x="1081145" y="73419"/>
                </a:lnTo>
                <a:lnTo>
                  <a:pt x="1061599" y="74105"/>
                </a:lnTo>
                <a:lnTo>
                  <a:pt x="1042045" y="74733"/>
                </a:lnTo>
                <a:lnTo>
                  <a:pt x="1022499" y="75324"/>
                </a:lnTo>
                <a:lnTo>
                  <a:pt x="1002944" y="75848"/>
                </a:lnTo>
                <a:lnTo>
                  <a:pt x="983399" y="76324"/>
                </a:lnTo>
                <a:lnTo>
                  <a:pt x="963844" y="76752"/>
                </a:lnTo>
                <a:lnTo>
                  <a:pt x="944289" y="77133"/>
                </a:lnTo>
                <a:lnTo>
                  <a:pt x="924735" y="77476"/>
                </a:lnTo>
                <a:lnTo>
                  <a:pt x="905180" y="77762"/>
                </a:lnTo>
                <a:lnTo>
                  <a:pt x="885625" y="78010"/>
                </a:lnTo>
                <a:lnTo>
                  <a:pt x="866070" y="78210"/>
                </a:lnTo>
                <a:lnTo>
                  <a:pt x="846506" y="78372"/>
                </a:lnTo>
                <a:lnTo>
                  <a:pt x="826951" y="78486"/>
                </a:lnTo>
                <a:lnTo>
                  <a:pt x="807396" y="78553"/>
                </a:lnTo>
                <a:lnTo>
                  <a:pt x="787841" y="78581"/>
                </a:lnTo>
                <a:lnTo>
                  <a:pt x="768277" y="78562"/>
                </a:lnTo>
                <a:lnTo>
                  <a:pt x="748722" y="78505"/>
                </a:lnTo>
                <a:lnTo>
                  <a:pt x="729167" y="78400"/>
                </a:lnTo>
                <a:lnTo>
                  <a:pt x="709613" y="78248"/>
                </a:lnTo>
                <a:lnTo>
                  <a:pt x="690048" y="78057"/>
                </a:lnTo>
                <a:lnTo>
                  <a:pt x="670493" y="77819"/>
                </a:lnTo>
                <a:lnTo>
                  <a:pt x="650939" y="77543"/>
                </a:lnTo>
                <a:lnTo>
                  <a:pt x="631384" y="77210"/>
                </a:lnTo>
                <a:lnTo>
                  <a:pt x="611829" y="76838"/>
                </a:lnTo>
                <a:lnTo>
                  <a:pt x="592274" y="76419"/>
                </a:lnTo>
                <a:lnTo>
                  <a:pt x="572729" y="75952"/>
                </a:lnTo>
                <a:lnTo>
                  <a:pt x="553174" y="75438"/>
                </a:lnTo>
                <a:lnTo>
                  <a:pt x="533629" y="74867"/>
                </a:lnTo>
                <a:lnTo>
                  <a:pt x="514083" y="74247"/>
                </a:lnTo>
                <a:lnTo>
                  <a:pt x="494528" y="73571"/>
                </a:lnTo>
                <a:lnTo>
                  <a:pt x="474993" y="72838"/>
                </a:lnTo>
                <a:lnTo>
                  <a:pt x="455447" y="72047"/>
                </a:lnTo>
                <a:lnTo>
                  <a:pt x="435912" y="71199"/>
                </a:lnTo>
                <a:lnTo>
                  <a:pt x="416376" y="70285"/>
                </a:lnTo>
                <a:lnTo>
                  <a:pt x="396840" y="69313"/>
                </a:lnTo>
                <a:lnTo>
                  <a:pt x="377314" y="68256"/>
                </a:lnTo>
                <a:lnTo>
                  <a:pt x="357788" y="67132"/>
                </a:lnTo>
                <a:lnTo>
                  <a:pt x="338261" y="65932"/>
                </a:lnTo>
                <a:lnTo>
                  <a:pt x="318745" y="64646"/>
                </a:lnTo>
                <a:lnTo>
                  <a:pt x="299237" y="63265"/>
                </a:lnTo>
                <a:lnTo>
                  <a:pt x="279740" y="61789"/>
                </a:lnTo>
                <a:lnTo>
                  <a:pt x="260242" y="60208"/>
                </a:lnTo>
                <a:lnTo>
                  <a:pt x="240763" y="58503"/>
                </a:lnTo>
                <a:lnTo>
                  <a:pt x="221294" y="56674"/>
                </a:lnTo>
                <a:lnTo>
                  <a:pt x="201835" y="54702"/>
                </a:lnTo>
                <a:lnTo>
                  <a:pt x="182394" y="52559"/>
                </a:lnTo>
                <a:lnTo>
                  <a:pt x="162973" y="50235"/>
                </a:lnTo>
                <a:lnTo>
                  <a:pt x="143580" y="47682"/>
                </a:lnTo>
                <a:lnTo>
                  <a:pt x="124225" y="44882"/>
                </a:lnTo>
                <a:lnTo>
                  <a:pt x="104918" y="41748"/>
                </a:lnTo>
                <a:lnTo>
                  <a:pt x="85687" y="38224"/>
                </a:lnTo>
                <a:lnTo>
                  <a:pt x="66561" y="34157"/>
                </a:lnTo>
                <a:lnTo>
                  <a:pt x="47606" y="29327"/>
                </a:lnTo>
                <a:lnTo>
                  <a:pt x="29004" y="23298"/>
                </a:lnTo>
                <a:lnTo>
                  <a:pt x="11373" y="14916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38" name="funnel-step-cap-2">
            <a:extLst xmlns:a="http://schemas.openxmlformats.org/drawingml/2006/main">
              <a:ext uri="{FF2B5EF4-FFF2-40B4-BE49-F238E27FC236}">
                <a16:creationId xmlns:a16="http://schemas.microsoft.com/office/drawing/2014/main" id="{B1586B20-F594-473F-8116-2207105E1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833917" y="4816478"/>
            <a:ext cx="1571406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7EAC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39" name="funnel-flow-arrow">
            <a:extLst xmlns:a="http://schemas.openxmlformats.org/drawingml/2006/main">
              <a:ext uri="{FF2B5EF4-FFF2-40B4-BE49-F238E27FC236}">
                <a16:creationId xmlns:a16="http://schemas.microsoft.com/office/drawing/2014/main" id="{C1BDDFD4-3F45-450A-9CAF-12371B669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52850" y="2466975"/>
            <a:ext cx="1733550" cy="3631121"/>
          </a:xfrm>
          <a:custGeom xmlns:a="http://schemas.openxmlformats.org/drawingml/2006/main">
            <a:pathLst>
              <a:path w="1733550" h="3631121">
                <a:moveTo>
                  <a:pt x="0" y="0"/>
                </a:moveTo>
                <a:lnTo>
                  <a:pt x="0" y="42824"/>
                </a:lnTo>
                <a:lnTo>
                  <a:pt x="8182" y="84763"/>
                </a:lnTo>
                <a:lnTo>
                  <a:pt x="17393" y="126587"/>
                </a:lnTo>
                <a:lnTo>
                  <a:pt x="26613" y="168412"/>
                </a:lnTo>
                <a:lnTo>
                  <a:pt x="35824" y="210236"/>
                </a:lnTo>
                <a:lnTo>
                  <a:pt x="45044" y="252060"/>
                </a:lnTo>
                <a:lnTo>
                  <a:pt x="54254" y="293884"/>
                </a:lnTo>
                <a:lnTo>
                  <a:pt x="63465" y="335709"/>
                </a:lnTo>
                <a:lnTo>
                  <a:pt x="72685" y="377533"/>
                </a:lnTo>
                <a:lnTo>
                  <a:pt x="81896" y="419357"/>
                </a:lnTo>
                <a:lnTo>
                  <a:pt x="91116" y="461181"/>
                </a:lnTo>
                <a:lnTo>
                  <a:pt x="100327" y="503006"/>
                </a:lnTo>
                <a:lnTo>
                  <a:pt x="109538" y="544830"/>
                </a:lnTo>
                <a:lnTo>
                  <a:pt x="118758" y="586654"/>
                </a:lnTo>
                <a:lnTo>
                  <a:pt x="127968" y="628479"/>
                </a:lnTo>
                <a:lnTo>
                  <a:pt x="137189" y="670303"/>
                </a:lnTo>
                <a:lnTo>
                  <a:pt x="146399" y="712127"/>
                </a:lnTo>
                <a:lnTo>
                  <a:pt x="155610" y="753951"/>
                </a:lnTo>
                <a:lnTo>
                  <a:pt x="164830" y="795776"/>
                </a:lnTo>
                <a:lnTo>
                  <a:pt x="174041" y="837600"/>
                </a:lnTo>
                <a:lnTo>
                  <a:pt x="183261" y="879424"/>
                </a:lnTo>
                <a:lnTo>
                  <a:pt x="192472" y="921248"/>
                </a:lnTo>
                <a:lnTo>
                  <a:pt x="201682" y="963073"/>
                </a:lnTo>
                <a:lnTo>
                  <a:pt x="210903" y="1004897"/>
                </a:lnTo>
                <a:lnTo>
                  <a:pt x="220113" y="1046721"/>
                </a:lnTo>
                <a:lnTo>
                  <a:pt x="229324" y="1088546"/>
                </a:lnTo>
                <a:lnTo>
                  <a:pt x="238544" y="1130370"/>
                </a:lnTo>
                <a:lnTo>
                  <a:pt x="247755" y="1172194"/>
                </a:lnTo>
                <a:lnTo>
                  <a:pt x="255813" y="1214247"/>
                </a:lnTo>
                <a:lnTo>
                  <a:pt x="263404" y="1256395"/>
                </a:lnTo>
                <a:lnTo>
                  <a:pt x="270510" y="1298629"/>
                </a:lnTo>
                <a:lnTo>
                  <a:pt x="277578" y="1340872"/>
                </a:lnTo>
                <a:lnTo>
                  <a:pt x="284636" y="1383106"/>
                </a:lnTo>
                <a:lnTo>
                  <a:pt x="291694" y="1425350"/>
                </a:lnTo>
                <a:lnTo>
                  <a:pt x="298761" y="1467593"/>
                </a:lnTo>
                <a:lnTo>
                  <a:pt x="305819" y="1509836"/>
                </a:lnTo>
                <a:lnTo>
                  <a:pt x="312877" y="1552070"/>
                </a:lnTo>
                <a:lnTo>
                  <a:pt x="319945" y="1594314"/>
                </a:lnTo>
                <a:lnTo>
                  <a:pt x="327003" y="1636557"/>
                </a:lnTo>
                <a:lnTo>
                  <a:pt x="334061" y="1678800"/>
                </a:lnTo>
                <a:lnTo>
                  <a:pt x="341128" y="1721034"/>
                </a:lnTo>
                <a:lnTo>
                  <a:pt x="348186" y="1763278"/>
                </a:lnTo>
                <a:lnTo>
                  <a:pt x="355244" y="1805521"/>
                </a:lnTo>
                <a:lnTo>
                  <a:pt x="362312" y="1847764"/>
                </a:lnTo>
                <a:lnTo>
                  <a:pt x="369370" y="1889998"/>
                </a:lnTo>
                <a:lnTo>
                  <a:pt x="376438" y="1932242"/>
                </a:lnTo>
                <a:lnTo>
                  <a:pt x="383496" y="1974485"/>
                </a:lnTo>
                <a:lnTo>
                  <a:pt x="390554" y="2016728"/>
                </a:lnTo>
                <a:lnTo>
                  <a:pt x="397621" y="2058962"/>
                </a:lnTo>
                <a:lnTo>
                  <a:pt x="404679" y="2101205"/>
                </a:lnTo>
                <a:lnTo>
                  <a:pt x="411737" y="2143449"/>
                </a:lnTo>
                <a:lnTo>
                  <a:pt x="418805" y="2185692"/>
                </a:lnTo>
                <a:lnTo>
                  <a:pt x="425863" y="2227926"/>
                </a:lnTo>
                <a:lnTo>
                  <a:pt x="432921" y="2270169"/>
                </a:lnTo>
                <a:lnTo>
                  <a:pt x="439988" y="2312413"/>
                </a:lnTo>
                <a:lnTo>
                  <a:pt x="447046" y="2354656"/>
                </a:lnTo>
                <a:lnTo>
                  <a:pt x="454104" y="2396890"/>
                </a:lnTo>
                <a:lnTo>
                  <a:pt x="460829" y="2439191"/>
                </a:lnTo>
                <a:lnTo>
                  <a:pt x="467506" y="2481491"/>
                </a:lnTo>
                <a:lnTo>
                  <a:pt x="474069" y="2523811"/>
                </a:lnTo>
                <a:lnTo>
                  <a:pt x="480632" y="2566140"/>
                </a:lnTo>
                <a:lnTo>
                  <a:pt x="487185" y="2608459"/>
                </a:lnTo>
                <a:lnTo>
                  <a:pt x="493747" y="2650779"/>
                </a:lnTo>
                <a:lnTo>
                  <a:pt x="500301" y="2693099"/>
                </a:lnTo>
                <a:lnTo>
                  <a:pt x="506863" y="2735428"/>
                </a:lnTo>
                <a:lnTo>
                  <a:pt x="513426" y="2777747"/>
                </a:lnTo>
                <a:lnTo>
                  <a:pt x="519979" y="2820067"/>
                </a:lnTo>
                <a:lnTo>
                  <a:pt x="526542" y="2862386"/>
                </a:lnTo>
                <a:lnTo>
                  <a:pt x="533095" y="2904715"/>
                </a:lnTo>
                <a:lnTo>
                  <a:pt x="539658" y="2947035"/>
                </a:lnTo>
                <a:lnTo>
                  <a:pt x="503501" y="2952750"/>
                </a:lnTo>
                <a:lnTo>
                  <a:pt x="460677" y="2952750"/>
                </a:lnTo>
                <a:lnTo>
                  <a:pt x="417843" y="2952750"/>
                </a:lnTo>
                <a:lnTo>
                  <a:pt x="375018" y="2952750"/>
                </a:lnTo>
                <a:lnTo>
                  <a:pt x="332194" y="2952750"/>
                </a:lnTo>
                <a:lnTo>
                  <a:pt x="289370" y="2952750"/>
                </a:lnTo>
                <a:lnTo>
                  <a:pt x="246536" y="2952750"/>
                </a:lnTo>
                <a:lnTo>
                  <a:pt x="225628" y="2962170"/>
                </a:lnTo>
                <a:lnTo>
                  <a:pt x="255089" y="2993250"/>
                </a:lnTo>
                <a:lnTo>
                  <a:pt x="284550" y="3024340"/>
                </a:lnTo>
                <a:lnTo>
                  <a:pt x="314011" y="3055420"/>
                </a:lnTo>
                <a:lnTo>
                  <a:pt x="343481" y="3086500"/>
                </a:lnTo>
                <a:lnTo>
                  <a:pt x="372942" y="3117580"/>
                </a:lnTo>
                <a:lnTo>
                  <a:pt x="402403" y="3148660"/>
                </a:lnTo>
                <a:lnTo>
                  <a:pt x="431864" y="3179750"/>
                </a:lnTo>
                <a:lnTo>
                  <a:pt x="461334" y="3210830"/>
                </a:lnTo>
                <a:lnTo>
                  <a:pt x="490795" y="3241910"/>
                </a:lnTo>
                <a:lnTo>
                  <a:pt x="520256" y="3272990"/>
                </a:lnTo>
                <a:lnTo>
                  <a:pt x="549716" y="3304070"/>
                </a:lnTo>
                <a:lnTo>
                  <a:pt x="579187" y="3335160"/>
                </a:lnTo>
                <a:lnTo>
                  <a:pt x="608648" y="3366240"/>
                </a:lnTo>
                <a:lnTo>
                  <a:pt x="638108" y="3397320"/>
                </a:lnTo>
                <a:lnTo>
                  <a:pt x="667569" y="3428400"/>
                </a:lnTo>
                <a:lnTo>
                  <a:pt x="697040" y="3459480"/>
                </a:lnTo>
                <a:lnTo>
                  <a:pt x="726500" y="3490570"/>
                </a:lnTo>
                <a:lnTo>
                  <a:pt x="755961" y="3521650"/>
                </a:lnTo>
                <a:lnTo>
                  <a:pt x="785422" y="3552730"/>
                </a:lnTo>
                <a:lnTo>
                  <a:pt x="814892" y="3583810"/>
                </a:lnTo>
                <a:lnTo>
                  <a:pt x="844353" y="3614890"/>
                </a:lnTo>
                <a:lnTo>
                  <a:pt x="873814" y="3631121"/>
                </a:lnTo>
                <a:lnTo>
                  <a:pt x="903275" y="3600040"/>
                </a:lnTo>
                <a:lnTo>
                  <a:pt x="932736" y="3568960"/>
                </a:lnTo>
                <a:lnTo>
                  <a:pt x="962206" y="3537880"/>
                </a:lnTo>
                <a:lnTo>
                  <a:pt x="991667" y="3506800"/>
                </a:lnTo>
                <a:lnTo>
                  <a:pt x="1021128" y="3475711"/>
                </a:lnTo>
                <a:lnTo>
                  <a:pt x="1050588" y="3444631"/>
                </a:lnTo>
                <a:lnTo>
                  <a:pt x="1080059" y="3413550"/>
                </a:lnTo>
                <a:lnTo>
                  <a:pt x="1109520" y="3382470"/>
                </a:lnTo>
                <a:lnTo>
                  <a:pt x="1138980" y="3351390"/>
                </a:lnTo>
                <a:lnTo>
                  <a:pt x="1168441" y="3320301"/>
                </a:lnTo>
                <a:lnTo>
                  <a:pt x="1197912" y="3289221"/>
                </a:lnTo>
                <a:lnTo>
                  <a:pt x="1227372" y="3258141"/>
                </a:lnTo>
                <a:lnTo>
                  <a:pt x="1256833" y="3227060"/>
                </a:lnTo>
                <a:lnTo>
                  <a:pt x="1286294" y="3195980"/>
                </a:lnTo>
                <a:lnTo>
                  <a:pt x="1315764" y="3164891"/>
                </a:lnTo>
                <a:lnTo>
                  <a:pt x="1345225" y="3133811"/>
                </a:lnTo>
                <a:lnTo>
                  <a:pt x="1374686" y="3102731"/>
                </a:lnTo>
                <a:lnTo>
                  <a:pt x="1404147" y="3071651"/>
                </a:lnTo>
                <a:lnTo>
                  <a:pt x="1433617" y="3040571"/>
                </a:lnTo>
                <a:lnTo>
                  <a:pt x="1463078" y="3009481"/>
                </a:lnTo>
                <a:lnTo>
                  <a:pt x="1492539" y="2978401"/>
                </a:lnTo>
                <a:lnTo>
                  <a:pt x="1509379" y="2952750"/>
                </a:lnTo>
                <a:lnTo>
                  <a:pt x="1466545" y="2952750"/>
                </a:lnTo>
                <a:lnTo>
                  <a:pt x="1423721" y="2952750"/>
                </a:lnTo>
                <a:lnTo>
                  <a:pt x="1380896" y="2952750"/>
                </a:lnTo>
                <a:lnTo>
                  <a:pt x="1338062" y="2952750"/>
                </a:lnTo>
                <a:lnTo>
                  <a:pt x="1295238" y="2952750"/>
                </a:lnTo>
                <a:lnTo>
                  <a:pt x="1252414" y="2952750"/>
                </a:lnTo>
                <a:lnTo>
                  <a:pt x="1209589" y="2952750"/>
                </a:lnTo>
                <a:lnTo>
                  <a:pt x="1197026" y="2926813"/>
                </a:lnTo>
                <a:lnTo>
                  <a:pt x="1203589" y="2884494"/>
                </a:lnTo>
                <a:lnTo>
                  <a:pt x="1210142" y="2842165"/>
                </a:lnTo>
                <a:lnTo>
                  <a:pt x="1216704" y="2799845"/>
                </a:lnTo>
                <a:lnTo>
                  <a:pt x="1223258" y="2757526"/>
                </a:lnTo>
                <a:lnTo>
                  <a:pt x="1229820" y="2715206"/>
                </a:lnTo>
                <a:lnTo>
                  <a:pt x="1236383" y="2672877"/>
                </a:lnTo>
                <a:lnTo>
                  <a:pt x="1242936" y="2630557"/>
                </a:lnTo>
                <a:lnTo>
                  <a:pt x="1249499" y="2588238"/>
                </a:lnTo>
                <a:lnTo>
                  <a:pt x="1256052" y="2545918"/>
                </a:lnTo>
                <a:lnTo>
                  <a:pt x="1262615" y="2503589"/>
                </a:lnTo>
                <a:lnTo>
                  <a:pt x="1269216" y="2461279"/>
                </a:lnTo>
                <a:lnTo>
                  <a:pt x="1275931" y="2418979"/>
                </a:lnTo>
                <a:lnTo>
                  <a:pt x="1282817" y="2376707"/>
                </a:lnTo>
                <a:lnTo>
                  <a:pt x="1289875" y="2334473"/>
                </a:lnTo>
                <a:lnTo>
                  <a:pt x="1296943" y="2292229"/>
                </a:lnTo>
                <a:lnTo>
                  <a:pt x="1304001" y="2249986"/>
                </a:lnTo>
                <a:lnTo>
                  <a:pt x="1311059" y="2207743"/>
                </a:lnTo>
                <a:lnTo>
                  <a:pt x="1318127" y="2165509"/>
                </a:lnTo>
                <a:lnTo>
                  <a:pt x="1325185" y="2123265"/>
                </a:lnTo>
                <a:lnTo>
                  <a:pt x="1332243" y="2081022"/>
                </a:lnTo>
                <a:lnTo>
                  <a:pt x="1339310" y="2038779"/>
                </a:lnTo>
                <a:lnTo>
                  <a:pt x="1346368" y="1996545"/>
                </a:lnTo>
                <a:lnTo>
                  <a:pt x="1353426" y="1954301"/>
                </a:lnTo>
                <a:lnTo>
                  <a:pt x="1360494" y="1912058"/>
                </a:lnTo>
                <a:lnTo>
                  <a:pt x="1367552" y="1869815"/>
                </a:lnTo>
                <a:lnTo>
                  <a:pt x="1374610" y="1827581"/>
                </a:lnTo>
                <a:lnTo>
                  <a:pt x="1381677" y="1785337"/>
                </a:lnTo>
                <a:lnTo>
                  <a:pt x="1388735" y="1743094"/>
                </a:lnTo>
                <a:lnTo>
                  <a:pt x="1395803" y="1700851"/>
                </a:lnTo>
                <a:lnTo>
                  <a:pt x="1402861" y="1658617"/>
                </a:lnTo>
                <a:lnTo>
                  <a:pt x="1409919" y="1616373"/>
                </a:lnTo>
                <a:lnTo>
                  <a:pt x="1416987" y="1574130"/>
                </a:lnTo>
                <a:lnTo>
                  <a:pt x="1424045" y="1531887"/>
                </a:lnTo>
                <a:lnTo>
                  <a:pt x="1431103" y="1489653"/>
                </a:lnTo>
                <a:lnTo>
                  <a:pt x="1438170" y="1447409"/>
                </a:lnTo>
                <a:lnTo>
                  <a:pt x="1445228" y="1405166"/>
                </a:lnTo>
                <a:lnTo>
                  <a:pt x="1452286" y="1362923"/>
                </a:lnTo>
                <a:lnTo>
                  <a:pt x="1459354" y="1320689"/>
                </a:lnTo>
                <a:lnTo>
                  <a:pt x="1466412" y="1278446"/>
                </a:lnTo>
                <a:lnTo>
                  <a:pt x="1473775" y="1236259"/>
                </a:lnTo>
                <a:lnTo>
                  <a:pt x="1481366" y="1194102"/>
                </a:lnTo>
                <a:lnTo>
                  <a:pt x="1490196" y="1152201"/>
                </a:lnTo>
                <a:lnTo>
                  <a:pt x="1499406" y="1110377"/>
                </a:lnTo>
                <a:lnTo>
                  <a:pt x="1508627" y="1068562"/>
                </a:lnTo>
                <a:lnTo>
                  <a:pt x="1517837" y="1026738"/>
                </a:lnTo>
                <a:lnTo>
                  <a:pt x="1527058" y="984914"/>
                </a:lnTo>
                <a:lnTo>
                  <a:pt x="1536268" y="943089"/>
                </a:lnTo>
                <a:lnTo>
                  <a:pt x="1545479" y="901265"/>
                </a:lnTo>
                <a:lnTo>
                  <a:pt x="1554699" y="859441"/>
                </a:lnTo>
                <a:lnTo>
                  <a:pt x="1563910" y="817616"/>
                </a:lnTo>
                <a:lnTo>
                  <a:pt x="1573130" y="775792"/>
                </a:lnTo>
                <a:lnTo>
                  <a:pt x="1582341" y="733968"/>
                </a:lnTo>
                <a:lnTo>
                  <a:pt x="1591551" y="692144"/>
                </a:lnTo>
                <a:lnTo>
                  <a:pt x="1600772" y="650319"/>
                </a:lnTo>
                <a:lnTo>
                  <a:pt x="1609982" y="608495"/>
                </a:lnTo>
                <a:lnTo>
                  <a:pt x="1619202" y="566671"/>
                </a:lnTo>
                <a:lnTo>
                  <a:pt x="1628413" y="524847"/>
                </a:lnTo>
                <a:lnTo>
                  <a:pt x="1637624" y="483022"/>
                </a:lnTo>
                <a:lnTo>
                  <a:pt x="1646844" y="441198"/>
                </a:lnTo>
                <a:lnTo>
                  <a:pt x="1656055" y="399374"/>
                </a:lnTo>
                <a:lnTo>
                  <a:pt x="1665265" y="357549"/>
                </a:lnTo>
                <a:lnTo>
                  <a:pt x="1674485" y="315725"/>
                </a:lnTo>
                <a:lnTo>
                  <a:pt x="1683696" y="273901"/>
                </a:lnTo>
                <a:lnTo>
                  <a:pt x="1692916" y="232077"/>
                </a:lnTo>
                <a:lnTo>
                  <a:pt x="1702127" y="190252"/>
                </a:lnTo>
                <a:lnTo>
                  <a:pt x="1711338" y="148428"/>
                </a:lnTo>
                <a:lnTo>
                  <a:pt x="1720558" y="106604"/>
                </a:lnTo>
                <a:lnTo>
                  <a:pt x="1729769" y="64780"/>
                </a:lnTo>
                <a:lnTo>
                  <a:pt x="1733550" y="22365"/>
                </a:lnTo>
                <a:lnTo>
                  <a:pt x="1713090" y="0"/>
                </a:lnTo>
                <a:lnTo>
                  <a:pt x="1670256" y="0"/>
                </a:lnTo>
                <a:lnTo>
                  <a:pt x="1627432" y="0"/>
                </a:lnTo>
                <a:lnTo>
                  <a:pt x="1584608" y="0"/>
                </a:lnTo>
                <a:lnTo>
                  <a:pt x="1541774" y="0"/>
                </a:lnTo>
                <a:lnTo>
                  <a:pt x="1498949" y="0"/>
                </a:lnTo>
                <a:lnTo>
                  <a:pt x="1456125" y="0"/>
                </a:lnTo>
                <a:lnTo>
                  <a:pt x="1413291" y="0"/>
                </a:lnTo>
                <a:lnTo>
                  <a:pt x="1370467" y="0"/>
                </a:lnTo>
                <a:lnTo>
                  <a:pt x="1327642" y="0"/>
                </a:lnTo>
                <a:lnTo>
                  <a:pt x="1284818" y="0"/>
                </a:lnTo>
                <a:lnTo>
                  <a:pt x="1241984" y="0"/>
                </a:lnTo>
                <a:lnTo>
                  <a:pt x="1199159" y="0"/>
                </a:lnTo>
                <a:lnTo>
                  <a:pt x="1156335" y="0"/>
                </a:lnTo>
                <a:lnTo>
                  <a:pt x="1113501" y="0"/>
                </a:lnTo>
                <a:lnTo>
                  <a:pt x="1070677" y="0"/>
                </a:lnTo>
                <a:lnTo>
                  <a:pt x="1027852" y="0"/>
                </a:lnTo>
                <a:lnTo>
                  <a:pt x="985028" y="0"/>
                </a:lnTo>
                <a:lnTo>
                  <a:pt x="942194" y="0"/>
                </a:lnTo>
                <a:lnTo>
                  <a:pt x="899370" y="0"/>
                </a:lnTo>
                <a:lnTo>
                  <a:pt x="856545" y="0"/>
                </a:lnTo>
                <a:lnTo>
                  <a:pt x="813711" y="0"/>
                </a:lnTo>
                <a:lnTo>
                  <a:pt x="770887" y="0"/>
                </a:lnTo>
                <a:lnTo>
                  <a:pt x="728062" y="0"/>
                </a:lnTo>
                <a:lnTo>
                  <a:pt x="685238" y="0"/>
                </a:lnTo>
                <a:lnTo>
                  <a:pt x="642404" y="0"/>
                </a:lnTo>
                <a:lnTo>
                  <a:pt x="599580" y="0"/>
                </a:lnTo>
                <a:lnTo>
                  <a:pt x="556755" y="0"/>
                </a:lnTo>
                <a:lnTo>
                  <a:pt x="513921" y="0"/>
                </a:lnTo>
                <a:lnTo>
                  <a:pt x="471097" y="0"/>
                </a:lnTo>
                <a:lnTo>
                  <a:pt x="428273" y="0"/>
                </a:lnTo>
                <a:lnTo>
                  <a:pt x="385448" y="0"/>
                </a:lnTo>
                <a:lnTo>
                  <a:pt x="342614" y="0"/>
                </a:lnTo>
                <a:lnTo>
                  <a:pt x="299790" y="0"/>
                </a:lnTo>
                <a:lnTo>
                  <a:pt x="256965" y="0"/>
                </a:lnTo>
                <a:lnTo>
                  <a:pt x="214132" y="0"/>
                </a:lnTo>
                <a:lnTo>
                  <a:pt x="171307" y="0"/>
                </a:lnTo>
                <a:lnTo>
                  <a:pt x="128483" y="0"/>
                </a:lnTo>
                <a:lnTo>
                  <a:pt x="85658" y="0"/>
                </a:lnTo>
                <a:lnTo>
                  <a:pt x="42824" y="0"/>
                </a:lnTo>
                <a:lnTo>
                  <a:pt x="0" y="0"/>
                </a:lnTo>
                <a:close/>
              </a:path>
            </a:pathLst>
          </a:custGeom>
          <a:gradFill xmlns:a="http://schemas.openxmlformats.org/drawingml/2006/main">
            <a:gsLst>
              <a:gs pos="0">
                <a:srgbClr val="000000"/>
              </a:gs>
              <a:gs pos="42">
                <a:srgbClr val="B8D8F2">
                  <a:alpha val="16000"/>
                </a:srgbClr>
              </a:gs>
              <a:gs pos="76">
                <a:srgbClr val="8FC4EE">
                  <a:alpha val="32000"/>
                </a:srgbClr>
              </a:gs>
              <a:gs pos="100">
                <a:srgbClr val="72B3E8">
                  <a:alpha val="52000"/>
                </a:srgbClr>
              </a:gs>
            </a:gsLst>
            <a:lin ang="10800000"/>
          </a:gradFill>
          <a:ln xmlns:a="http://schemas.openxmlformats.org/drawingml/2006/main" w="9525">
            <a:noFill/>
            <a:prstDash val="solid"/>
          </a:ln>
        </p:spPr>
      </p:sp>
      <p:sp>
        <p:nvSpPr>
          <p:cNvPr id="40" name="phase-label-0">
            <a:extLst xmlns:a="http://schemas.openxmlformats.org/drawingml/2006/main">
              <a:ext uri="{FF2B5EF4-FFF2-40B4-BE49-F238E27FC236}">
                <a16:creationId xmlns:a16="http://schemas.microsoft.com/office/drawing/2014/main" id="{79FF9218-F2FE-46E3-9F5E-4CDFF827E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1638300"/>
            <a:ext cx="228600" cy="205099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阶段一</a:t>
            </a:r>
          </a:p>
        </p:txBody>
      </p:sp>
      <p:sp>
        <p:nvSpPr>
          <p:cNvPr id="41" name="phase-label-1">
            <a:extLst xmlns:a="http://schemas.openxmlformats.org/drawingml/2006/main">
              <a:ext uri="{FF2B5EF4-FFF2-40B4-BE49-F238E27FC236}">
                <a16:creationId xmlns:a16="http://schemas.microsoft.com/office/drawing/2014/main" id="{BDCC8C67-4DC2-41CE-99CC-957A92A64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3689299"/>
            <a:ext cx="228600" cy="25208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阶段二</a:t>
            </a:r>
          </a:p>
        </p:txBody>
      </p:sp>
      <p:sp>
        <p:nvSpPr>
          <p:cNvPr id="42" name="funnel-step-title-0">
            <a:extLst xmlns:a="http://schemas.openxmlformats.org/drawingml/2006/main">
              <a:ext uri="{FF2B5EF4-FFF2-40B4-BE49-F238E27FC236}">
                <a16:creationId xmlns:a16="http://schemas.microsoft.com/office/drawing/2014/main" id="{8613BBE3-0C7D-45F0-81B8-45BACF803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528117" y="2944711"/>
            <a:ext cx="2183016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3600"/>
              </a:lnSpc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广泛触达</a:t>
            </a:r>
          </a:p>
        </p:txBody>
      </p:sp>
      <p:sp>
        <p:nvSpPr>
          <p:cNvPr id="43" name="funnel-step-title-1">
            <a:extLst xmlns:a="http://schemas.openxmlformats.org/drawingml/2006/main">
              <a:ext uri="{FF2B5EF4-FFF2-40B4-BE49-F238E27FC236}">
                <a16:creationId xmlns:a16="http://schemas.microsoft.com/office/drawing/2014/main" id="{884105BC-87C1-400F-A7FB-96944A2DA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10165" y="4157663"/>
            <a:ext cx="141893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3600"/>
              </a:lnSpc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兴趣识别</a:t>
            </a:r>
          </a:p>
        </p:txBody>
      </p:sp>
      <p:sp>
        <p:nvSpPr>
          <p:cNvPr id="44" name="funnel-step-title-2">
            <a:extLst xmlns:a="http://schemas.openxmlformats.org/drawingml/2006/main">
              <a:ext uri="{FF2B5EF4-FFF2-40B4-BE49-F238E27FC236}">
                <a16:creationId xmlns:a16="http://schemas.microsoft.com/office/drawing/2014/main" id="{7CAB8952-8548-4179-B0E9-39411698A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200525" y="5370462"/>
            <a:ext cx="8382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意向培育</a:t>
            </a:r>
          </a:p>
        </p:txBody>
      </p:sp>
      <p:sp>
        <p:nvSpPr>
          <p:cNvPr id="45" name="input-core-0">
            <a:extLst xmlns:a="http://schemas.openxmlformats.org/drawingml/2006/main">
              <a:ext uri="{FF2B5EF4-FFF2-40B4-BE49-F238E27FC236}">
                <a16:creationId xmlns:a16="http://schemas.microsoft.com/office/drawing/2014/main" id="{48BA2012-5BA4-44C3-ACE0-161FBDBB4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391025" y="187642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23"/>
          <a:fontRef xmlns:a="http://schemas.openxmlformats.org/drawingml/2006/main" idx="major"/>
        </p:style>
      </p:sp>
      <p:pic>
        <p:nvPicPr>
          <p:cNvPr id="9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b7163ac44404bf5">
            <a:extLst>
              <a:ext uri="{96DAC541-7B7A-43D3-8B79-37D633B846F1}">
                <asvg:svgBlip xmlns:asvg="http://schemas.microsoft.com/office/drawing/2016/SVG/main" r:embed="R4abeb2bbb8cf49e9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4486275" y="1971675"/>
            <a:ext cx="266700" cy="2667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578086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9" name="phase-band-0">
            <a:extLst xmlns:a="http://schemas.openxmlformats.org/drawingml/2006/main">
              <a:ext uri="{FF2B5EF4-FFF2-40B4-BE49-F238E27FC236}">
                <a16:creationId xmlns:a16="http://schemas.microsoft.com/office/drawing/2014/main" id="{E7B25D0A-7401-47EF-A5D9-9C9469066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1638300"/>
            <a:ext cx="11144250" cy="205099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phase-band-1">
            <a:extLst xmlns:a="http://schemas.openxmlformats.org/drawingml/2006/main">
              <a:ext uri="{FF2B5EF4-FFF2-40B4-BE49-F238E27FC236}">
                <a16:creationId xmlns:a16="http://schemas.microsoft.com/office/drawing/2014/main" id="{2643A05B-9FA2-4ECE-A246-4937C72A4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3689299"/>
            <a:ext cx="11144250" cy="25208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38100">
            <a:solidFill>
              <a:srgbClr val="FFFFFF"/>
            </a:solidFill>
            <a:prstDash val="solid"/>
          </a:ln>
        </p:spPr>
      </p:sp>
      <p:sp>
        <p:nvSpPr>
          <p:cNvPr id="3" name="phase-rail-0">
            <a:extLst xmlns:a="http://schemas.openxmlformats.org/drawingml/2006/main">
              <a:ext uri="{FF2B5EF4-FFF2-40B4-BE49-F238E27FC236}">
                <a16:creationId xmlns:a16="http://schemas.microsoft.com/office/drawing/2014/main" id="{6F34A33F-906C-46E2-A8C8-E7F569C67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1638300"/>
            <a:ext cx="514350" cy="2046494"/>
          </a:xfrm>
          <a:custGeom xmlns:a="http://schemas.openxmlformats.org/drawingml/2006/main">
            <a:pathLst>
              <a:path w="514350" h="2046494">
                <a:moveTo>
                  <a:pt x="0" y="0"/>
                </a:moveTo>
                <a:lnTo>
                  <a:pt x="20498" y="0"/>
                </a:lnTo>
                <a:lnTo>
                  <a:pt x="40996" y="0"/>
                </a:lnTo>
                <a:lnTo>
                  <a:pt x="61493" y="0"/>
                </a:lnTo>
                <a:lnTo>
                  <a:pt x="81982" y="0"/>
                </a:lnTo>
                <a:lnTo>
                  <a:pt x="102479" y="0"/>
                </a:lnTo>
                <a:lnTo>
                  <a:pt x="122977" y="0"/>
                </a:lnTo>
                <a:lnTo>
                  <a:pt x="143475" y="0"/>
                </a:lnTo>
                <a:lnTo>
                  <a:pt x="163973" y="0"/>
                </a:lnTo>
                <a:lnTo>
                  <a:pt x="184471" y="0"/>
                </a:lnTo>
                <a:lnTo>
                  <a:pt x="204959" y="0"/>
                </a:lnTo>
                <a:lnTo>
                  <a:pt x="225457" y="0"/>
                </a:lnTo>
                <a:lnTo>
                  <a:pt x="245955" y="0"/>
                </a:lnTo>
                <a:lnTo>
                  <a:pt x="266452" y="0"/>
                </a:lnTo>
                <a:lnTo>
                  <a:pt x="286950" y="0"/>
                </a:lnTo>
                <a:lnTo>
                  <a:pt x="307448" y="0"/>
                </a:lnTo>
                <a:lnTo>
                  <a:pt x="327936" y="0"/>
                </a:lnTo>
                <a:lnTo>
                  <a:pt x="348434" y="0"/>
                </a:lnTo>
                <a:lnTo>
                  <a:pt x="368932" y="0"/>
                </a:lnTo>
                <a:lnTo>
                  <a:pt x="389430" y="0"/>
                </a:lnTo>
                <a:lnTo>
                  <a:pt x="409927" y="0"/>
                </a:lnTo>
                <a:lnTo>
                  <a:pt x="430425" y="0"/>
                </a:lnTo>
                <a:lnTo>
                  <a:pt x="450914" y="0"/>
                </a:lnTo>
                <a:lnTo>
                  <a:pt x="471411" y="0"/>
                </a:lnTo>
                <a:lnTo>
                  <a:pt x="491909" y="0"/>
                </a:lnTo>
                <a:lnTo>
                  <a:pt x="512407" y="0"/>
                </a:lnTo>
                <a:lnTo>
                  <a:pt x="514350" y="18555"/>
                </a:lnTo>
                <a:lnTo>
                  <a:pt x="514350" y="39043"/>
                </a:lnTo>
                <a:lnTo>
                  <a:pt x="514350" y="59541"/>
                </a:lnTo>
                <a:lnTo>
                  <a:pt x="514350" y="80039"/>
                </a:lnTo>
                <a:lnTo>
                  <a:pt x="514350" y="100536"/>
                </a:lnTo>
                <a:lnTo>
                  <a:pt x="514350" y="121034"/>
                </a:lnTo>
                <a:lnTo>
                  <a:pt x="514350" y="141522"/>
                </a:lnTo>
                <a:lnTo>
                  <a:pt x="514350" y="162020"/>
                </a:lnTo>
                <a:lnTo>
                  <a:pt x="514350" y="182518"/>
                </a:lnTo>
                <a:lnTo>
                  <a:pt x="514350" y="203016"/>
                </a:lnTo>
                <a:lnTo>
                  <a:pt x="514350" y="223504"/>
                </a:lnTo>
                <a:lnTo>
                  <a:pt x="514350" y="244002"/>
                </a:lnTo>
                <a:lnTo>
                  <a:pt x="514350" y="264500"/>
                </a:lnTo>
                <a:lnTo>
                  <a:pt x="514350" y="284998"/>
                </a:lnTo>
                <a:lnTo>
                  <a:pt x="514350" y="305495"/>
                </a:lnTo>
                <a:lnTo>
                  <a:pt x="514350" y="325984"/>
                </a:lnTo>
                <a:lnTo>
                  <a:pt x="514350" y="346481"/>
                </a:lnTo>
                <a:lnTo>
                  <a:pt x="514350" y="366979"/>
                </a:lnTo>
                <a:lnTo>
                  <a:pt x="514350" y="387477"/>
                </a:lnTo>
                <a:lnTo>
                  <a:pt x="514350" y="407975"/>
                </a:lnTo>
                <a:lnTo>
                  <a:pt x="514350" y="428463"/>
                </a:lnTo>
                <a:lnTo>
                  <a:pt x="514350" y="448961"/>
                </a:lnTo>
                <a:lnTo>
                  <a:pt x="514350" y="469459"/>
                </a:lnTo>
                <a:lnTo>
                  <a:pt x="514350" y="489956"/>
                </a:lnTo>
                <a:lnTo>
                  <a:pt x="514350" y="510445"/>
                </a:lnTo>
                <a:lnTo>
                  <a:pt x="514350" y="530943"/>
                </a:lnTo>
                <a:lnTo>
                  <a:pt x="514350" y="551440"/>
                </a:lnTo>
                <a:lnTo>
                  <a:pt x="514350" y="571938"/>
                </a:lnTo>
                <a:lnTo>
                  <a:pt x="514350" y="592436"/>
                </a:lnTo>
                <a:lnTo>
                  <a:pt x="514350" y="612924"/>
                </a:lnTo>
                <a:lnTo>
                  <a:pt x="514350" y="633422"/>
                </a:lnTo>
                <a:lnTo>
                  <a:pt x="514350" y="653920"/>
                </a:lnTo>
                <a:lnTo>
                  <a:pt x="514350" y="674418"/>
                </a:lnTo>
                <a:lnTo>
                  <a:pt x="514350" y="694915"/>
                </a:lnTo>
                <a:lnTo>
                  <a:pt x="514350" y="715404"/>
                </a:lnTo>
                <a:lnTo>
                  <a:pt x="514350" y="735902"/>
                </a:lnTo>
                <a:lnTo>
                  <a:pt x="514350" y="756399"/>
                </a:lnTo>
                <a:lnTo>
                  <a:pt x="514350" y="776897"/>
                </a:lnTo>
                <a:lnTo>
                  <a:pt x="514350" y="797385"/>
                </a:lnTo>
                <a:lnTo>
                  <a:pt x="514350" y="817883"/>
                </a:lnTo>
                <a:lnTo>
                  <a:pt x="514350" y="838381"/>
                </a:lnTo>
                <a:lnTo>
                  <a:pt x="514350" y="858879"/>
                </a:lnTo>
                <a:lnTo>
                  <a:pt x="514350" y="879377"/>
                </a:lnTo>
                <a:lnTo>
                  <a:pt x="514350" y="899865"/>
                </a:lnTo>
                <a:lnTo>
                  <a:pt x="514350" y="920363"/>
                </a:lnTo>
                <a:lnTo>
                  <a:pt x="514350" y="940860"/>
                </a:lnTo>
                <a:lnTo>
                  <a:pt x="514350" y="961358"/>
                </a:lnTo>
                <a:lnTo>
                  <a:pt x="514350" y="981847"/>
                </a:lnTo>
                <a:lnTo>
                  <a:pt x="514350" y="1002344"/>
                </a:lnTo>
                <a:lnTo>
                  <a:pt x="514350" y="1022842"/>
                </a:lnTo>
                <a:lnTo>
                  <a:pt x="514350" y="1043340"/>
                </a:lnTo>
                <a:lnTo>
                  <a:pt x="514350" y="1063838"/>
                </a:lnTo>
                <a:lnTo>
                  <a:pt x="514350" y="1084326"/>
                </a:lnTo>
                <a:lnTo>
                  <a:pt x="514350" y="1104824"/>
                </a:lnTo>
                <a:lnTo>
                  <a:pt x="514350" y="1125322"/>
                </a:lnTo>
                <a:lnTo>
                  <a:pt x="514350" y="1145819"/>
                </a:lnTo>
                <a:lnTo>
                  <a:pt x="514350" y="1166317"/>
                </a:lnTo>
                <a:lnTo>
                  <a:pt x="514350" y="1186805"/>
                </a:lnTo>
                <a:lnTo>
                  <a:pt x="514350" y="1207303"/>
                </a:lnTo>
                <a:lnTo>
                  <a:pt x="514350" y="1227801"/>
                </a:lnTo>
                <a:lnTo>
                  <a:pt x="514350" y="1248299"/>
                </a:lnTo>
                <a:lnTo>
                  <a:pt x="514350" y="1268787"/>
                </a:lnTo>
                <a:lnTo>
                  <a:pt x="514350" y="1289285"/>
                </a:lnTo>
                <a:lnTo>
                  <a:pt x="514350" y="1309783"/>
                </a:lnTo>
                <a:lnTo>
                  <a:pt x="514350" y="1330281"/>
                </a:lnTo>
                <a:lnTo>
                  <a:pt x="514350" y="1350778"/>
                </a:lnTo>
                <a:lnTo>
                  <a:pt x="514350" y="1371267"/>
                </a:lnTo>
                <a:lnTo>
                  <a:pt x="514350" y="1391764"/>
                </a:lnTo>
                <a:lnTo>
                  <a:pt x="514350" y="1412262"/>
                </a:lnTo>
                <a:lnTo>
                  <a:pt x="514350" y="1432760"/>
                </a:lnTo>
                <a:lnTo>
                  <a:pt x="514350" y="1453248"/>
                </a:lnTo>
                <a:lnTo>
                  <a:pt x="514350" y="1473746"/>
                </a:lnTo>
                <a:lnTo>
                  <a:pt x="514350" y="1494244"/>
                </a:lnTo>
                <a:lnTo>
                  <a:pt x="514350" y="1514742"/>
                </a:lnTo>
                <a:lnTo>
                  <a:pt x="514350" y="1535240"/>
                </a:lnTo>
                <a:lnTo>
                  <a:pt x="514350" y="1555728"/>
                </a:lnTo>
                <a:lnTo>
                  <a:pt x="514350" y="1576226"/>
                </a:lnTo>
                <a:lnTo>
                  <a:pt x="514350" y="1596723"/>
                </a:lnTo>
                <a:lnTo>
                  <a:pt x="514350" y="1617221"/>
                </a:lnTo>
                <a:lnTo>
                  <a:pt x="514350" y="1637719"/>
                </a:lnTo>
                <a:lnTo>
                  <a:pt x="514350" y="1658207"/>
                </a:lnTo>
                <a:lnTo>
                  <a:pt x="514350" y="1678705"/>
                </a:lnTo>
                <a:lnTo>
                  <a:pt x="514350" y="1699203"/>
                </a:lnTo>
                <a:lnTo>
                  <a:pt x="514350" y="1719701"/>
                </a:lnTo>
                <a:lnTo>
                  <a:pt x="514350" y="1740189"/>
                </a:lnTo>
                <a:lnTo>
                  <a:pt x="514350" y="1760687"/>
                </a:lnTo>
                <a:lnTo>
                  <a:pt x="514350" y="1781185"/>
                </a:lnTo>
                <a:lnTo>
                  <a:pt x="514350" y="1801682"/>
                </a:lnTo>
                <a:lnTo>
                  <a:pt x="514350" y="1822180"/>
                </a:lnTo>
                <a:lnTo>
                  <a:pt x="514350" y="1842668"/>
                </a:lnTo>
                <a:lnTo>
                  <a:pt x="514350" y="1863166"/>
                </a:lnTo>
                <a:lnTo>
                  <a:pt x="514350" y="1883664"/>
                </a:lnTo>
                <a:lnTo>
                  <a:pt x="514350" y="1904162"/>
                </a:lnTo>
                <a:lnTo>
                  <a:pt x="499901" y="1916154"/>
                </a:lnTo>
                <a:lnTo>
                  <a:pt x="481984" y="1926107"/>
                </a:lnTo>
                <a:lnTo>
                  <a:pt x="464068" y="1936061"/>
                </a:lnTo>
                <a:lnTo>
                  <a:pt x="446151" y="1946015"/>
                </a:lnTo>
                <a:lnTo>
                  <a:pt x="428234" y="1955968"/>
                </a:lnTo>
                <a:lnTo>
                  <a:pt x="410318" y="1965922"/>
                </a:lnTo>
                <a:lnTo>
                  <a:pt x="392401" y="1975876"/>
                </a:lnTo>
                <a:lnTo>
                  <a:pt x="374485" y="1985829"/>
                </a:lnTo>
                <a:lnTo>
                  <a:pt x="356568" y="1995783"/>
                </a:lnTo>
                <a:lnTo>
                  <a:pt x="338652" y="2005736"/>
                </a:lnTo>
                <a:lnTo>
                  <a:pt x="320735" y="2015690"/>
                </a:lnTo>
                <a:lnTo>
                  <a:pt x="302819" y="2025644"/>
                </a:lnTo>
                <a:lnTo>
                  <a:pt x="284902" y="2035597"/>
                </a:lnTo>
                <a:lnTo>
                  <a:pt x="266986" y="2045551"/>
                </a:lnTo>
                <a:lnTo>
                  <a:pt x="249069" y="2046494"/>
                </a:lnTo>
                <a:lnTo>
                  <a:pt x="231153" y="2036540"/>
                </a:lnTo>
                <a:lnTo>
                  <a:pt x="213236" y="2026587"/>
                </a:lnTo>
                <a:lnTo>
                  <a:pt x="195320" y="2016633"/>
                </a:lnTo>
                <a:lnTo>
                  <a:pt x="177403" y="2006679"/>
                </a:lnTo>
                <a:lnTo>
                  <a:pt x="159477" y="1996726"/>
                </a:lnTo>
                <a:lnTo>
                  <a:pt x="141561" y="1986772"/>
                </a:lnTo>
                <a:lnTo>
                  <a:pt x="123644" y="1976819"/>
                </a:lnTo>
                <a:lnTo>
                  <a:pt x="105728" y="1966865"/>
                </a:lnTo>
                <a:lnTo>
                  <a:pt x="87811" y="1956911"/>
                </a:lnTo>
                <a:lnTo>
                  <a:pt x="69894" y="1946958"/>
                </a:lnTo>
                <a:lnTo>
                  <a:pt x="51978" y="1937004"/>
                </a:lnTo>
                <a:lnTo>
                  <a:pt x="34061" y="1927050"/>
                </a:lnTo>
                <a:lnTo>
                  <a:pt x="16145" y="1917097"/>
                </a:lnTo>
                <a:lnTo>
                  <a:pt x="0" y="1906105"/>
                </a:lnTo>
                <a:lnTo>
                  <a:pt x="0" y="1885607"/>
                </a:lnTo>
                <a:lnTo>
                  <a:pt x="0" y="1865109"/>
                </a:lnTo>
                <a:lnTo>
                  <a:pt x="0" y="1844612"/>
                </a:lnTo>
                <a:lnTo>
                  <a:pt x="0" y="1824123"/>
                </a:lnTo>
                <a:lnTo>
                  <a:pt x="0" y="1803625"/>
                </a:lnTo>
                <a:lnTo>
                  <a:pt x="0" y="1783128"/>
                </a:lnTo>
                <a:lnTo>
                  <a:pt x="0" y="1762630"/>
                </a:lnTo>
                <a:lnTo>
                  <a:pt x="0" y="1742142"/>
                </a:lnTo>
                <a:lnTo>
                  <a:pt x="0" y="1721644"/>
                </a:lnTo>
                <a:lnTo>
                  <a:pt x="0" y="1701146"/>
                </a:lnTo>
                <a:lnTo>
                  <a:pt x="0" y="1680648"/>
                </a:lnTo>
                <a:lnTo>
                  <a:pt x="0" y="1660150"/>
                </a:lnTo>
                <a:lnTo>
                  <a:pt x="0" y="1639662"/>
                </a:lnTo>
                <a:lnTo>
                  <a:pt x="0" y="1619164"/>
                </a:lnTo>
                <a:lnTo>
                  <a:pt x="0" y="1598666"/>
                </a:lnTo>
                <a:lnTo>
                  <a:pt x="0" y="1578169"/>
                </a:lnTo>
                <a:lnTo>
                  <a:pt x="0" y="1557680"/>
                </a:lnTo>
                <a:lnTo>
                  <a:pt x="0" y="1537183"/>
                </a:lnTo>
                <a:lnTo>
                  <a:pt x="0" y="1516685"/>
                </a:lnTo>
                <a:lnTo>
                  <a:pt x="0" y="1496187"/>
                </a:lnTo>
                <a:lnTo>
                  <a:pt x="0" y="1475689"/>
                </a:lnTo>
                <a:lnTo>
                  <a:pt x="0" y="1455201"/>
                </a:lnTo>
                <a:lnTo>
                  <a:pt x="0" y="1434703"/>
                </a:lnTo>
                <a:lnTo>
                  <a:pt x="0" y="1414205"/>
                </a:lnTo>
                <a:lnTo>
                  <a:pt x="0" y="1393708"/>
                </a:lnTo>
                <a:lnTo>
                  <a:pt x="0" y="1373210"/>
                </a:lnTo>
                <a:lnTo>
                  <a:pt x="0" y="1352721"/>
                </a:lnTo>
                <a:lnTo>
                  <a:pt x="0" y="1332224"/>
                </a:lnTo>
                <a:lnTo>
                  <a:pt x="0" y="1311726"/>
                </a:lnTo>
                <a:lnTo>
                  <a:pt x="0" y="1291228"/>
                </a:lnTo>
                <a:lnTo>
                  <a:pt x="0" y="1270740"/>
                </a:lnTo>
                <a:lnTo>
                  <a:pt x="0" y="1250242"/>
                </a:lnTo>
                <a:lnTo>
                  <a:pt x="0" y="1229744"/>
                </a:lnTo>
                <a:lnTo>
                  <a:pt x="0" y="1209246"/>
                </a:lnTo>
                <a:lnTo>
                  <a:pt x="0" y="1188749"/>
                </a:lnTo>
                <a:lnTo>
                  <a:pt x="0" y="1168260"/>
                </a:lnTo>
                <a:lnTo>
                  <a:pt x="0" y="1147763"/>
                </a:lnTo>
                <a:lnTo>
                  <a:pt x="0" y="1127265"/>
                </a:lnTo>
                <a:lnTo>
                  <a:pt x="0" y="1106767"/>
                </a:lnTo>
                <a:lnTo>
                  <a:pt x="0" y="1086279"/>
                </a:lnTo>
                <a:lnTo>
                  <a:pt x="0" y="1065781"/>
                </a:lnTo>
                <a:lnTo>
                  <a:pt x="0" y="1045283"/>
                </a:lnTo>
                <a:lnTo>
                  <a:pt x="0" y="1024785"/>
                </a:lnTo>
                <a:lnTo>
                  <a:pt x="0" y="1004287"/>
                </a:lnTo>
                <a:lnTo>
                  <a:pt x="0" y="983799"/>
                </a:lnTo>
                <a:lnTo>
                  <a:pt x="0" y="963301"/>
                </a:lnTo>
                <a:lnTo>
                  <a:pt x="0" y="942804"/>
                </a:lnTo>
                <a:lnTo>
                  <a:pt x="0" y="922306"/>
                </a:lnTo>
                <a:lnTo>
                  <a:pt x="0" y="901808"/>
                </a:lnTo>
                <a:lnTo>
                  <a:pt x="0" y="881320"/>
                </a:lnTo>
                <a:lnTo>
                  <a:pt x="0" y="860822"/>
                </a:lnTo>
                <a:lnTo>
                  <a:pt x="0" y="840324"/>
                </a:lnTo>
                <a:lnTo>
                  <a:pt x="0" y="819826"/>
                </a:lnTo>
                <a:lnTo>
                  <a:pt x="0" y="799338"/>
                </a:lnTo>
                <a:lnTo>
                  <a:pt x="0" y="778840"/>
                </a:lnTo>
                <a:lnTo>
                  <a:pt x="0" y="758342"/>
                </a:lnTo>
                <a:lnTo>
                  <a:pt x="0" y="737845"/>
                </a:lnTo>
                <a:lnTo>
                  <a:pt x="0" y="717347"/>
                </a:lnTo>
                <a:lnTo>
                  <a:pt x="0" y="696859"/>
                </a:lnTo>
                <a:lnTo>
                  <a:pt x="0" y="676361"/>
                </a:lnTo>
                <a:lnTo>
                  <a:pt x="0" y="655863"/>
                </a:lnTo>
                <a:lnTo>
                  <a:pt x="0" y="635365"/>
                </a:lnTo>
                <a:lnTo>
                  <a:pt x="0" y="614867"/>
                </a:lnTo>
                <a:lnTo>
                  <a:pt x="0" y="594379"/>
                </a:lnTo>
                <a:lnTo>
                  <a:pt x="0" y="573881"/>
                </a:lnTo>
                <a:lnTo>
                  <a:pt x="0" y="553383"/>
                </a:lnTo>
                <a:lnTo>
                  <a:pt x="0" y="532886"/>
                </a:lnTo>
                <a:lnTo>
                  <a:pt x="0" y="512397"/>
                </a:lnTo>
                <a:lnTo>
                  <a:pt x="0" y="491900"/>
                </a:lnTo>
                <a:lnTo>
                  <a:pt x="0" y="471402"/>
                </a:lnTo>
                <a:lnTo>
                  <a:pt x="0" y="450904"/>
                </a:lnTo>
                <a:lnTo>
                  <a:pt x="0" y="430406"/>
                </a:lnTo>
                <a:lnTo>
                  <a:pt x="0" y="409918"/>
                </a:lnTo>
                <a:lnTo>
                  <a:pt x="0" y="389420"/>
                </a:lnTo>
                <a:lnTo>
                  <a:pt x="0" y="368922"/>
                </a:lnTo>
                <a:lnTo>
                  <a:pt x="0" y="348425"/>
                </a:lnTo>
                <a:lnTo>
                  <a:pt x="0" y="327936"/>
                </a:lnTo>
                <a:lnTo>
                  <a:pt x="0" y="307438"/>
                </a:lnTo>
                <a:lnTo>
                  <a:pt x="0" y="286941"/>
                </a:lnTo>
                <a:lnTo>
                  <a:pt x="0" y="266443"/>
                </a:lnTo>
                <a:lnTo>
                  <a:pt x="0" y="245945"/>
                </a:lnTo>
                <a:lnTo>
                  <a:pt x="0" y="225457"/>
                </a:lnTo>
                <a:lnTo>
                  <a:pt x="0" y="204959"/>
                </a:lnTo>
                <a:lnTo>
                  <a:pt x="0" y="184461"/>
                </a:lnTo>
                <a:lnTo>
                  <a:pt x="0" y="163963"/>
                </a:lnTo>
                <a:lnTo>
                  <a:pt x="0" y="143466"/>
                </a:lnTo>
                <a:lnTo>
                  <a:pt x="0" y="122977"/>
                </a:lnTo>
                <a:lnTo>
                  <a:pt x="0" y="102479"/>
                </a:lnTo>
                <a:lnTo>
                  <a:pt x="0" y="81982"/>
                </a:lnTo>
                <a:lnTo>
                  <a:pt x="0" y="61484"/>
                </a:lnTo>
                <a:lnTo>
                  <a:pt x="0" y="40996"/>
                </a:lnTo>
                <a:lnTo>
                  <a:pt x="0" y="20498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4" name="phase-title-0">
            <a:extLst xmlns:a="http://schemas.openxmlformats.org/drawingml/2006/main">
              <a:ext uri="{FF2B5EF4-FFF2-40B4-BE49-F238E27FC236}">
                <a16:creationId xmlns:a16="http://schemas.microsoft.com/office/drawing/2014/main" id="{0EC53C65-E220-419B-97B4-655E20AE3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2192979"/>
            <a:ext cx="1428750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获取与识别</a:t>
            </a:r>
          </a:p>
        </p:txBody>
      </p:sp>
      <p:sp>
        <p:nvSpPr>
          <p:cNvPr id="5" name="phase-body-0">
            <a:extLst xmlns:a="http://schemas.openxmlformats.org/drawingml/2006/main">
              <a:ext uri="{FF2B5EF4-FFF2-40B4-BE49-F238E27FC236}">
                <a16:creationId xmlns:a16="http://schemas.microsoft.com/office/drawing/2014/main" id="{A669FCF0-8B10-4D33-B4F8-8880B3AB9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2547195"/>
            <a:ext cx="1428750" cy="587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让目标对象进</a:t>
            </a:r>
          </a:p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入并形成意向</a:t>
            </a:r>
          </a:p>
        </p:txBody>
      </p:sp>
      <p:sp>
        <p:nvSpPr>
          <p:cNvPr id="6" name="action-icon-shell-0-0">
            <a:extLst xmlns:a="http://schemas.openxmlformats.org/drawingml/2006/main">
              <a:ext uri="{FF2B5EF4-FFF2-40B4-BE49-F238E27FC236}">
                <a16:creationId xmlns:a16="http://schemas.microsoft.com/office/drawing/2014/main" id="{0682BC7A-799F-4518-B953-E0C9ED1D2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2187473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5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45d6686e93e4a5e">
            <a:extLst>
              <a:ext uri="{96DAC541-7B7A-43D3-8B79-37D633B846F1}">
                <asvg:svgBlip xmlns:asvg="http://schemas.microsoft.com/office/drawing/2016/SVG/main" r:embed="R98eb1f8da3bb4242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2263673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8" name="action-title-0-0">
            <a:extLst xmlns:a="http://schemas.openxmlformats.org/drawingml/2006/main">
              <a:ext uri="{FF2B5EF4-FFF2-40B4-BE49-F238E27FC236}">
                <a16:creationId xmlns:a16="http://schemas.microsoft.com/office/drawing/2014/main" id="{10E0ED11-66B7-4D6D-A3C0-4E61A7ADC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126456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标签体系</a:t>
            </a:r>
          </a:p>
        </p:txBody>
      </p:sp>
      <p:sp>
        <p:nvSpPr>
          <p:cNvPr id="9" name="action-body-0-0">
            <a:extLst xmlns:a="http://schemas.openxmlformats.org/drawingml/2006/main">
              <a:ext uri="{FF2B5EF4-FFF2-40B4-BE49-F238E27FC236}">
                <a16:creationId xmlns:a16="http://schemas.microsoft.com/office/drawing/2014/main" id="{0C5D74B4-CD79-4AC7-B81A-1D7001116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355056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形成可识别对象</a:t>
            </a:r>
          </a:p>
        </p:txBody>
      </p:sp>
      <p:sp>
        <p:nvSpPr>
          <p:cNvPr id="10" name="action-icon-shell-0-1">
            <a:extLst xmlns:a="http://schemas.openxmlformats.org/drawingml/2006/main">
              <a:ext uri="{FF2B5EF4-FFF2-40B4-BE49-F238E27FC236}">
                <a16:creationId xmlns:a16="http://schemas.microsoft.com/office/drawing/2014/main" id="{B4682A69-2AAD-4EA3-A838-17E7E2CBF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2187473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5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8d34d7e7ebe40e8">
            <a:extLst>
              <a:ext uri="{96DAC541-7B7A-43D3-8B79-37D633B846F1}">
                <asvg:svgBlip xmlns:asvg="http://schemas.microsoft.com/office/drawing/2016/SVG/main" r:embed="R6e89118193214672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2263673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12" name="action-title-0-1">
            <a:extLst xmlns:a="http://schemas.openxmlformats.org/drawingml/2006/main">
              <a:ext uri="{FF2B5EF4-FFF2-40B4-BE49-F238E27FC236}">
                <a16:creationId xmlns:a16="http://schemas.microsoft.com/office/drawing/2014/main" id="{35247AE4-7713-4C9B-9F6B-0215DFB72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126456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渠道连接</a:t>
            </a:r>
          </a:p>
        </p:txBody>
      </p:sp>
      <p:sp>
        <p:nvSpPr>
          <p:cNvPr id="13" name="action-body-0-1">
            <a:extLst xmlns:a="http://schemas.openxmlformats.org/drawingml/2006/main">
              <a:ext uri="{FF2B5EF4-FFF2-40B4-BE49-F238E27FC236}">
                <a16:creationId xmlns:a16="http://schemas.microsoft.com/office/drawing/2014/main" id="{3231A1FA-1F2B-4AA9-AFF9-5A6B2FA9E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355056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连接主要触点</a:t>
            </a:r>
          </a:p>
        </p:txBody>
      </p:sp>
      <p:sp>
        <p:nvSpPr>
          <p:cNvPr id="14" name="action-icon-shell-0-2">
            <a:extLst xmlns:a="http://schemas.openxmlformats.org/drawingml/2006/main">
              <a:ext uri="{FF2B5EF4-FFF2-40B4-BE49-F238E27FC236}">
                <a16:creationId xmlns:a16="http://schemas.microsoft.com/office/drawing/2014/main" id="{8B95EBC7-5516-4E5B-9B2F-A762C8BEE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2797073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6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d5032cdec6b4420">
            <a:extLst>
              <a:ext uri="{96DAC541-7B7A-43D3-8B79-37D633B846F1}">
                <asvg:svgBlip xmlns:asvg="http://schemas.microsoft.com/office/drawing/2016/SVG/main" r:embed="Rdf42585a85d843fa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2873273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16" name="action-title-0-2">
            <a:extLst xmlns:a="http://schemas.openxmlformats.org/drawingml/2006/main">
              <a:ext uri="{FF2B5EF4-FFF2-40B4-BE49-F238E27FC236}">
                <a16:creationId xmlns:a16="http://schemas.microsoft.com/office/drawing/2014/main" id="{DBCEF35A-FF34-4B15-BD11-2DF19EBCE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736056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内容优化</a:t>
            </a:r>
          </a:p>
        </p:txBody>
      </p:sp>
      <p:sp>
        <p:nvSpPr>
          <p:cNvPr id="17" name="action-body-0-2">
            <a:extLst xmlns:a="http://schemas.openxmlformats.org/drawingml/2006/main">
              <a:ext uri="{FF2B5EF4-FFF2-40B4-BE49-F238E27FC236}">
                <a16:creationId xmlns:a16="http://schemas.microsoft.com/office/drawing/2014/main" id="{57CE8554-930F-4260-8F9B-EBE7E80FF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964656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提高触达质量</a:t>
            </a:r>
          </a:p>
        </p:txBody>
      </p:sp>
      <p:sp>
        <p:nvSpPr>
          <p:cNvPr id="18" name="action-icon-shell-0-3">
            <a:extLst xmlns:a="http://schemas.openxmlformats.org/drawingml/2006/main">
              <a:ext uri="{FF2B5EF4-FFF2-40B4-BE49-F238E27FC236}">
                <a16:creationId xmlns:a16="http://schemas.microsoft.com/office/drawing/2014/main" id="{A9943C7B-761E-4950-A4DF-12B5623F5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2797073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6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8d51ec434794704">
            <a:extLst>
              <a:ext uri="{96DAC541-7B7A-43D3-8B79-37D633B846F1}">
                <asvg:svgBlip xmlns:asvg="http://schemas.microsoft.com/office/drawing/2016/SVG/main" r:embed="R1392729d3f1d48b6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2873273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20" name="action-title-0-3">
            <a:extLst xmlns:a="http://schemas.openxmlformats.org/drawingml/2006/main">
              <a:ext uri="{FF2B5EF4-FFF2-40B4-BE49-F238E27FC236}">
                <a16:creationId xmlns:a16="http://schemas.microsoft.com/office/drawing/2014/main" id="{4EF5F742-6E72-44BE-87EA-B78A587BA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736056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行为追踪</a:t>
            </a:r>
          </a:p>
        </p:txBody>
      </p:sp>
      <p:sp>
        <p:nvSpPr>
          <p:cNvPr id="21" name="action-body-0-3">
            <a:extLst xmlns:a="http://schemas.openxmlformats.org/drawingml/2006/main">
              <a:ext uri="{FF2B5EF4-FFF2-40B4-BE49-F238E27FC236}">
                <a16:creationId xmlns:a16="http://schemas.microsoft.com/office/drawing/2014/main" id="{44C32269-5C4C-41B8-B47B-15E545C4F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964656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记录关键反馈</a:t>
            </a:r>
          </a:p>
        </p:txBody>
      </p:sp>
      <p:sp>
        <p:nvSpPr>
          <p:cNvPr id="22" name="phase-rail-1">
            <a:extLst xmlns:a="http://schemas.openxmlformats.org/drawingml/2006/main">
              <a:ext uri="{FF2B5EF4-FFF2-40B4-BE49-F238E27FC236}">
                <a16:creationId xmlns:a16="http://schemas.microsoft.com/office/drawing/2014/main" id="{13FBD817-89E5-4E9C-96CE-172215FF4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3689299"/>
            <a:ext cx="514350" cy="2519658"/>
          </a:xfrm>
          <a:custGeom xmlns:a="http://schemas.openxmlformats.org/drawingml/2006/main">
            <a:pathLst>
              <a:path w="514350" h="2519658">
                <a:moveTo>
                  <a:pt x="0" y="0"/>
                </a:moveTo>
                <a:lnTo>
                  <a:pt x="21612" y="12002"/>
                </a:lnTo>
                <a:lnTo>
                  <a:pt x="43215" y="24013"/>
                </a:lnTo>
                <a:lnTo>
                  <a:pt x="64827" y="36014"/>
                </a:lnTo>
                <a:lnTo>
                  <a:pt x="86439" y="48016"/>
                </a:lnTo>
                <a:lnTo>
                  <a:pt x="108052" y="60027"/>
                </a:lnTo>
                <a:lnTo>
                  <a:pt x="129654" y="72028"/>
                </a:lnTo>
                <a:lnTo>
                  <a:pt x="151267" y="84039"/>
                </a:lnTo>
                <a:lnTo>
                  <a:pt x="172879" y="96041"/>
                </a:lnTo>
                <a:lnTo>
                  <a:pt x="194491" y="108042"/>
                </a:lnTo>
                <a:lnTo>
                  <a:pt x="216094" y="120053"/>
                </a:lnTo>
                <a:lnTo>
                  <a:pt x="237706" y="132055"/>
                </a:lnTo>
                <a:lnTo>
                  <a:pt x="259318" y="141684"/>
                </a:lnTo>
                <a:lnTo>
                  <a:pt x="280930" y="129673"/>
                </a:lnTo>
                <a:lnTo>
                  <a:pt x="302533" y="117672"/>
                </a:lnTo>
                <a:lnTo>
                  <a:pt x="324145" y="105661"/>
                </a:lnTo>
                <a:lnTo>
                  <a:pt x="345758" y="93659"/>
                </a:lnTo>
                <a:lnTo>
                  <a:pt x="367360" y="81658"/>
                </a:lnTo>
                <a:lnTo>
                  <a:pt x="388972" y="69647"/>
                </a:lnTo>
                <a:lnTo>
                  <a:pt x="410585" y="57645"/>
                </a:lnTo>
                <a:lnTo>
                  <a:pt x="432197" y="45644"/>
                </a:lnTo>
                <a:lnTo>
                  <a:pt x="453800" y="33633"/>
                </a:lnTo>
                <a:lnTo>
                  <a:pt x="475412" y="21631"/>
                </a:lnTo>
                <a:lnTo>
                  <a:pt x="497024" y="9630"/>
                </a:lnTo>
                <a:lnTo>
                  <a:pt x="514350" y="4896"/>
                </a:lnTo>
                <a:lnTo>
                  <a:pt x="514350" y="29623"/>
                </a:lnTo>
                <a:lnTo>
                  <a:pt x="514350" y="54340"/>
                </a:lnTo>
                <a:lnTo>
                  <a:pt x="514350" y="79058"/>
                </a:lnTo>
                <a:lnTo>
                  <a:pt x="514350" y="103775"/>
                </a:lnTo>
                <a:lnTo>
                  <a:pt x="514350" y="128492"/>
                </a:lnTo>
                <a:lnTo>
                  <a:pt x="514350" y="153219"/>
                </a:lnTo>
                <a:lnTo>
                  <a:pt x="514350" y="177937"/>
                </a:lnTo>
                <a:lnTo>
                  <a:pt x="514350" y="202654"/>
                </a:lnTo>
                <a:lnTo>
                  <a:pt x="514350" y="227371"/>
                </a:lnTo>
                <a:lnTo>
                  <a:pt x="514350" y="252098"/>
                </a:lnTo>
                <a:lnTo>
                  <a:pt x="514350" y="276816"/>
                </a:lnTo>
                <a:lnTo>
                  <a:pt x="514350" y="301533"/>
                </a:lnTo>
                <a:lnTo>
                  <a:pt x="514350" y="326250"/>
                </a:lnTo>
                <a:lnTo>
                  <a:pt x="514350" y="350977"/>
                </a:lnTo>
                <a:lnTo>
                  <a:pt x="514350" y="375695"/>
                </a:lnTo>
                <a:lnTo>
                  <a:pt x="514350" y="400412"/>
                </a:lnTo>
                <a:lnTo>
                  <a:pt x="514350" y="425129"/>
                </a:lnTo>
                <a:lnTo>
                  <a:pt x="514350" y="449856"/>
                </a:lnTo>
                <a:lnTo>
                  <a:pt x="514350" y="474574"/>
                </a:lnTo>
                <a:lnTo>
                  <a:pt x="514350" y="499291"/>
                </a:lnTo>
                <a:lnTo>
                  <a:pt x="514350" y="524008"/>
                </a:lnTo>
                <a:lnTo>
                  <a:pt x="514350" y="548726"/>
                </a:lnTo>
                <a:lnTo>
                  <a:pt x="514350" y="573453"/>
                </a:lnTo>
                <a:lnTo>
                  <a:pt x="514350" y="598170"/>
                </a:lnTo>
                <a:lnTo>
                  <a:pt x="514350" y="622887"/>
                </a:lnTo>
                <a:lnTo>
                  <a:pt x="514350" y="647605"/>
                </a:lnTo>
                <a:lnTo>
                  <a:pt x="514350" y="672332"/>
                </a:lnTo>
                <a:lnTo>
                  <a:pt x="514350" y="697049"/>
                </a:lnTo>
                <a:lnTo>
                  <a:pt x="514350" y="721766"/>
                </a:lnTo>
                <a:lnTo>
                  <a:pt x="514350" y="746484"/>
                </a:lnTo>
                <a:lnTo>
                  <a:pt x="514350" y="771211"/>
                </a:lnTo>
                <a:lnTo>
                  <a:pt x="514350" y="795928"/>
                </a:lnTo>
                <a:lnTo>
                  <a:pt x="514350" y="820645"/>
                </a:lnTo>
                <a:lnTo>
                  <a:pt x="514350" y="845363"/>
                </a:lnTo>
                <a:lnTo>
                  <a:pt x="514350" y="870080"/>
                </a:lnTo>
                <a:lnTo>
                  <a:pt x="514350" y="894807"/>
                </a:lnTo>
                <a:lnTo>
                  <a:pt x="514350" y="919524"/>
                </a:lnTo>
                <a:lnTo>
                  <a:pt x="514350" y="944242"/>
                </a:lnTo>
                <a:lnTo>
                  <a:pt x="514350" y="968959"/>
                </a:lnTo>
                <a:lnTo>
                  <a:pt x="514350" y="993686"/>
                </a:lnTo>
                <a:lnTo>
                  <a:pt x="514350" y="1018403"/>
                </a:lnTo>
                <a:lnTo>
                  <a:pt x="514350" y="1043121"/>
                </a:lnTo>
                <a:lnTo>
                  <a:pt x="514350" y="1067838"/>
                </a:lnTo>
                <a:lnTo>
                  <a:pt x="514350" y="1092565"/>
                </a:lnTo>
                <a:lnTo>
                  <a:pt x="514350" y="1117283"/>
                </a:lnTo>
                <a:lnTo>
                  <a:pt x="514350" y="1142000"/>
                </a:lnTo>
                <a:lnTo>
                  <a:pt x="514350" y="1166717"/>
                </a:lnTo>
                <a:lnTo>
                  <a:pt x="514350" y="1191444"/>
                </a:lnTo>
                <a:lnTo>
                  <a:pt x="514350" y="1216162"/>
                </a:lnTo>
                <a:lnTo>
                  <a:pt x="514350" y="1240879"/>
                </a:lnTo>
                <a:lnTo>
                  <a:pt x="514350" y="1265596"/>
                </a:lnTo>
                <a:lnTo>
                  <a:pt x="514350" y="1290314"/>
                </a:lnTo>
                <a:lnTo>
                  <a:pt x="514350" y="1315041"/>
                </a:lnTo>
                <a:lnTo>
                  <a:pt x="514350" y="1339758"/>
                </a:lnTo>
                <a:lnTo>
                  <a:pt x="514350" y="1364475"/>
                </a:lnTo>
                <a:lnTo>
                  <a:pt x="514350" y="1389193"/>
                </a:lnTo>
                <a:lnTo>
                  <a:pt x="514350" y="1413920"/>
                </a:lnTo>
                <a:lnTo>
                  <a:pt x="514350" y="1438637"/>
                </a:lnTo>
                <a:lnTo>
                  <a:pt x="514350" y="1463354"/>
                </a:lnTo>
                <a:lnTo>
                  <a:pt x="514350" y="1488072"/>
                </a:lnTo>
                <a:lnTo>
                  <a:pt x="514350" y="1512799"/>
                </a:lnTo>
                <a:lnTo>
                  <a:pt x="514350" y="1537516"/>
                </a:lnTo>
                <a:lnTo>
                  <a:pt x="514350" y="1562233"/>
                </a:lnTo>
                <a:lnTo>
                  <a:pt x="514350" y="1586951"/>
                </a:lnTo>
                <a:lnTo>
                  <a:pt x="514350" y="1611678"/>
                </a:lnTo>
                <a:lnTo>
                  <a:pt x="514350" y="1636395"/>
                </a:lnTo>
                <a:lnTo>
                  <a:pt x="514350" y="1661112"/>
                </a:lnTo>
                <a:lnTo>
                  <a:pt x="514350" y="1685830"/>
                </a:lnTo>
                <a:lnTo>
                  <a:pt x="514350" y="1710547"/>
                </a:lnTo>
                <a:lnTo>
                  <a:pt x="514350" y="1735274"/>
                </a:lnTo>
                <a:lnTo>
                  <a:pt x="514350" y="1759991"/>
                </a:lnTo>
                <a:lnTo>
                  <a:pt x="514350" y="1784709"/>
                </a:lnTo>
                <a:lnTo>
                  <a:pt x="514350" y="1809426"/>
                </a:lnTo>
                <a:lnTo>
                  <a:pt x="514350" y="1834153"/>
                </a:lnTo>
                <a:lnTo>
                  <a:pt x="514350" y="1858870"/>
                </a:lnTo>
                <a:lnTo>
                  <a:pt x="514350" y="1883588"/>
                </a:lnTo>
                <a:lnTo>
                  <a:pt x="514350" y="1908305"/>
                </a:lnTo>
                <a:lnTo>
                  <a:pt x="514350" y="1933032"/>
                </a:lnTo>
                <a:lnTo>
                  <a:pt x="514350" y="1957749"/>
                </a:lnTo>
                <a:lnTo>
                  <a:pt x="514350" y="1982467"/>
                </a:lnTo>
                <a:lnTo>
                  <a:pt x="514350" y="2007184"/>
                </a:lnTo>
                <a:lnTo>
                  <a:pt x="514350" y="2031911"/>
                </a:lnTo>
                <a:lnTo>
                  <a:pt x="514350" y="2056628"/>
                </a:lnTo>
                <a:lnTo>
                  <a:pt x="514350" y="2081346"/>
                </a:lnTo>
                <a:lnTo>
                  <a:pt x="514350" y="2106063"/>
                </a:lnTo>
                <a:lnTo>
                  <a:pt x="514350" y="2130781"/>
                </a:lnTo>
                <a:lnTo>
                  <a:pt x="514350" y="2155508"/>
                </a:lnTo>
                <a:lnTo>
                  <a:pt x="514350" y="2180225"/>
                </a:lnTo>
                <a:lnTo>
                  <a:pt x="514350" y="2204942"/>
                </a:lnTo>
                <a:lnTo>
                  <a:pt x="514350" y="2229660"/>
                </a:lnTo>
                <a:lnTo>
                  <a:pt x="514350" y="2254387"/>
                </a:lnTo>
                <a:lnTo>
                  <a:pt x="514350" y="2279104"/>
                </a:lnTo>
                <a:lnTo>
                  <a:pt x="514350" y="2303821"/>
                </a:lnTo>
                <a:lnTo>
                  <a:pt x="514350" y="2328539"/>
                </a:lnTo>
                <a:lnTo>
                  <a:pt x="514350" y="2353266"/>
                </a:lnTo>
                <a:lnTo>
                  <a:pt x="514350" y="2377983"/>
                </a:lnTo>
                <a:lnTo>
                  <a:pt x="492738" y="2389984"/>
                </a:lnTo>
                <a:lnTo>
                  <a:pt x="471135" y="2401995"/>
                </a:lnTo>
                <a:lnTo>
                  <a:pt x="449523" y="2413997"/>
                </a:lnTo>
                <a:lnTo>
                  <a:pt x="427911" y="2425998"/>
                </a:lnTo>
                <a:lnTo>
                  <a:pt x="406298" y="2438009"/>
                </a:lnTo>
                <a:lnTo>
                  <a:pt x="384696" y="2450011"/>
                </a:lnTo>
                <a:lnTo>
                  <a:pt x="363083" y="2462012"/>
                </a:lnTo>
                <a:lnTo>
                  <a:pt x="341471" y="2474024"/>
                </a:lnTo>
                <a:lnTo>
                  <a:pt x="319859" y="2486025"/>
                </a:lnTo>
                <a:lnTo>
                  <a:pt x="298256" y="2498027"/>
                </a:lnTo>
                <a:lnTo>
                  <a:pt x="276644" y="2510038"/>
                </a:lnTo>
                <a:lnTo>
                  <a:pt x="255032" y="2519658"/>
                </a:lnTo>
                <a:lnTo>
                  <a:pt x="233420" y="2507656"/>
                </a:lnTo>
                <a:lnTo>
                  <a:pt x="211817" y="2495655"/>
                </a:lnTo>
                <a:lnTo>
                  <a:pt x="190205" y="2483644"/>
                </a:lnTo>
                <a:lnTo>
                  <a:pt x="168593" y="2471642"/>
                </a:lnTo>
                <a:lnTo>
                  <a:pt x="146990" y="2459641"/>
                </a:lnTo>
                <a:lnTo>
                  <a:pt x="125378" y="2447630"/>
                </a:lnTo>
                <a:lnTo>
                  <a:pt x="103765" y="2435628"/>
                </a:lnTo>
                <a:lnTo>
                  <a:pt x="82153" y="2423627"/>
                </a:lnTo>
                <a:lnTo>
                  <a:pt x="60550" y="2411616"/>
                </a:lnTo>
                <a:lnTo>
                  <a:pt x="38938" y="2399614"/>
                </a:lnTo>
                <a:lnTo>
                  <a:pt x="17326" y="2387603"/>
                </a:lnTo>
                <a:lnTo>
                  <a:pt x="0" y="2373087"/>
                </a:lnTo>
                <a:lnTo>
                  <a:pt x="0" y="2348360"/>
                </a:lnTo>
                <a:lnTo>
                  <a:pt x="0" y="2323643"/>
                </a:lnTo>
                <a:lnTo>
                  <a:pt x="0" y="2298925"/>
                </a:lnTo>
                <a:lnTo>
                  <a:pt x="0" y="2274208"/>
                </a:lnTo>
                <a:lnTo>
                  <a:pt x="0" y="2249481"/>
                </a:lnTo>
                <a:lnTo>
                  <a:pt x="0" y="2224764"/>
                </a:lnTo>
                <a:lnTo>
                  <a:pt x="0" y="2200046"/>
                </a:lnTo>
                <a:lnTo>
                  <a:pt x="0" y="2175329"/>
                </a:lnTo>
                <a:lnTo>
                  <a:pt x="0" y="2150602"/>
                </a:lnTo>
                <a:lnTo>
                  <a:pt x="0" y="2125885"/>
                </a:lnTo>
                <a:lnTo>
                  <a:pt x="0" y="2101167"/>
                </a:lnTo>
                <a:lnTo>
                  <a:pt x="0" y="2076450"/>
                </a:lnTo>
                <a:lnTo>
                  <a:pt x="0" y="2051723"/>
                </a:lnTo>
                <a:lnTo>
                  <a:pt x="0" y="2027006"/>
                </a:lnTo>
                <a:lnTo>
                  <a:pt x="0" y="2002288"/>
                </a:lnTo>
                <a:lnTo>
                  <a:pt x="0" y="1977571"/>
                </a:lnTo>
                <a:lnTo>
                  <a:pt x="0" y="1952854"/>
                </a:lnTo>
                <a:lnTo>
                  <a:pt x="0" y="1928127"/>
                </a:lnTo>
                <a:lnTo>
                  <a:pt x="0" y="1903409"/>
                </a:lnTo>
                <a:lnTo>
                  <a:pt x="0" y="1878692"/>
                </a:lnTo>
                <a:lnTo>
                  <a:pt x="0" y="1853975"/>
                </a:lnTo>
                <a:lnTo>
                  <a:pt x="0" y="1829248"/>
                </a:lnTo>
                <a:lnTo>
                  <a:pt x="0" y="1804530"/>
                </a:lnTo>
                <a:lnTo>
                  <a:pt x="0" y="1779813"/>
                </a:lnTo>
                <a:lnTo>
                  <a:pt x="0" y="1755096"/>
                </a:lnTo>
                <a:lnTo>
                  <a:pt x="0" y="1730369"/>
                </a:lnTo>
                <a:lnTo>
                  <a:pt x="0" y="1705651"/>
                </a:lnTo>
                <a:lnTo>
                  <a:pt x="0" y="1680934"/>
                </a:lnTo>
                <a:lnTo>
                  <a:pt x="0" y="1656217"/>
                </a:lnTo>
                <a:lnTo>
                  <a:pt x="0" y="1631499"/>
                </a:lnTo>
                <a:lnTo>
                  <a:pt x="0" y="1606772"/>
                </a:lnTo>
                <a:lnTo>
                  <a:pt x="0" y="1582055"/>
                </a:lnTo>
                <a:lnTo>
                  <a:pt x="0" y="1557338"/>
                </a:lnTo>
                <a:lnTo>
                  <a:pt x="0" y="1532620"/>
                </a:lnTo>
                <a:lnTo>
                  <a:pt x="0" y="1507893"/>
                </a:lnTo>
                <a:lnTo>
                  <a:pt x="0" y="1483176"/>
                </a:lnTo>
                <a:lnTo>
                  <a:pt x="0" y="1458458"/>
                </a:lnTo>
                <a:lnTo>
                  <a:pt x="0" y="1433741"/>
                </a:lnTo>
                <a:lnTo>
                  <a:pt x="0" y="1409014"/>
                </a:lnTo>
                <a:lnTo>
                  <a:pt x="0" y="1384297"/>
                </a:lnTo>
                <a:lnTo>
                  <a:pt x="0" y="1359579"/>
                </a:lnTo>
                <a:lnTo>
                  <a:pt x="0" y="1334862"/>
                </a:lnTo>
                <a:lnTo>
                  <a:pt x="0" y="1310135"/>
                </a:lnTo>
                <a:lnTo>
                  <a:pt x="0" y="1285418"/>
                </a:lnTo>
                <a:lnTo>
                  <a:pt x="0" y="1260700"/>
                </a:lnTo>
                <a:lnTo>
                  <a:pt x="0" y="1235983"/>
                </a:lnTo>
                <a:lnTo>
                  <a:pt x="0" y="1211266"/>
                </a:lnTo>
                <a:lnTo>
                  <a:pt x="0" y="1186539"/>
                </a:lnTo>
                <a:lnTo>
                  <a:pt x="0" y="1161821"/>
                </a:lnTo>
                <a:lnTo>
                  <a:pt x="0" y="1137104"/>
                </a:lnTo>
                <a:lnTo>
                  <a:pt x="0" y="1112387"/>
                </a:lnTo>
                <a:lnTo>
                  <a:pt x="0" y="1087660"/>
                </a:lnTo>
                <a:lnTo>
                  <a:pt x="0" y="1062942"/>
                </a:lnTo>
                <a:lnTo>
                  <a:pt x="0" y="1038225"/>
                </a:lnTo>
                <a:lnTo>
                  <a:pt x="0" y="1013508"/>
                </a:lnTo>
                <a:lnTo>
                  <a:pt x="0" y="988781"/>
                </a:lnTo>
                <a:lnTo>
                  <a:pt x="0" y="964063"/>
                </a:lnTo>
                <a:lnTo>
                  <a:pt x="0" y="939346"/>
                </a:lnTo>
                <a:lnTo>
                  <a:pt x="0" y="914629"/>
                </a:lnTo>
                <a:lnTo>
                  <a:pt x="0" y="889902"/>
                </a:lnTo>
                <a:lnTo>
                  <a:pt x="0" y="865184"/>
                </a:lnTo>
                <a:lnTo>
                  <a:pt x="0" y="840467"/>
                </a:lnTo>
                <a:lnTo>
                  <a:pt x="0" y="815750"/>
                </a:lnTo>
                <a:lnTo>
                  <a:pt x="0" y="791032"/>
                </a:lnTo>
                <a:lnTo>
                  <a:pt x="0" y="766305"/>
                </a:lnTo>
                <a:lnTo>
                  <a:pt x="0" y="741588"/>
                </a:lnTo>
                <a:lnTo>
                  <a:pt x="0" y="716871"/>
                </a:lnTo>
                <a:lnTo>
                  <a:pt x="0" y="692153"/>
                </a:lnTo>
                <a:lnTo>
                  <a:pt x="0" y="667426"/>
                </a:lnTo>
                <a:lnTo>
                  <a:pt x="0" y="642709"/>
                </a:lnTo>
                <a:lnTo>
                  <a:pt x="0" y="617992"/>
                </a:lnTo>
                <a:lnTo>
                  <a:pt x="0" y="593274"/>
                </a:lnTo>
                <a:lnTo>
                  <a:pt x="0" y="568547"/>
                </a:lnTo>
                <a:lnTo>
                  <a:pt x="0" y="543830"/>
                </a:lnTo>
                <a:lnTo>
                  <a:pt x="0" y="519113"/>
                </a:lnTo>
                <a:lnTo>
                  <a:pt x="0" y="494395"/>
                </a:lnTo>
                <a:lnTo>
                  <a:pt x="0" y="469668"/>
                </a:lnTo>
                <a:lnTo>
                  <a:pt x="0" y="444951"/>
                </a:lnTo>
                <a:lnTo>
                  <a:pt x="0" y="420233"/>
                </a:lnTo>
                <a:lnTo>
                  <a:pt x="0" y="395516"/>
                </a:lnTo>
                <a:lnTo>
                  <a:pt x="0" y="370799"/>
                </a:lnTo>
                <a:lnTo>
                  <a:pt x="0" y="346072"/>
                </a:lnTo>
                <a:lnTo>
                  <a:pt x="0" y="321354"/>
                </a:lnTo>
                <a:lnTo>
                  <a:pt x="0" y="296637"/>
                </a:lnTo>
                <a:lnTo>
                  <a:pt x="0" y="271920"/>
                </a:lnTo>
                <a:lnTo>
                  <a:pt x="0" y="247193"/>
                </a:lnTo>
                <a:lnTo>
                  <a:pt x="0" y="222475"/>
                </a:lnTo>
                <a:lnTo>
                  <a:pt x="0" y="197758"/>
                </a:lnTo>
                <a:lnTo>
                  <a:pt x="0" y="173041"/>
                </a:lnTo>
                <a:lnTo>
                  <a:pt x="0" y="148314"/>
                </a:lnTo>
                <a:lnTo>
                  <a:pt x="0" y="123596"/>
                </a:lnTo>
                <a:lnTo>
                  <a:pt x="0" y="98879"/>
                </a:lnTo>
                <a:lnTo>
                  <a:pt x="0" y="74162"/>
                </a:lnTo>
                <a:lnTo>
                  <a:pt x="0" y="49435"/>
                </a:lnTo>
                <a:lnTo>
                  <a:pt x="0" y="24717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23" name="phase-title-1">
            <a:extLst xmlns:a="http://schemas.openxmlformats.org/drawingml/2006/main">
              <a:ext uri="{FF2B5EF4-FFF2-40B4-BE49-F238E27FC236}">
                <a16:creationId xmlns:a16="http://schemas.microsoft.com/office/drawing/2014/main" id="{5BEF0897-9D1F-4832-A8C7-325AC3740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4478979"/>
            <a:ext cx="1428750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培育与转化</a:t>
            </a:r>
          </a:p>
        </p:txBody>
      </p:sp>
      <p:sp>
        <p:nvSpPr>
          <p:cNvPr id="24" name="phase-body-1">
            <a:extLst xmlns:a="http://schemas.openxmlformats.org/drawingml/2006/main">
              <a:ext uri="{FF2B5EF4-FFF2-40B4-BE49-F238E27FC236}">
                <a16:creationId xmlns:a16="http://schemas.microsoft.com/office/drawing/2014/main" id="{A800E04D-7477-47BF-88F2-2932C1779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4833195"/>
            <a:ext cx="1428750" cy="587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让有效意向沉</a:t>
            </a:r>
          </a:p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淀为长期价值</a:t>
            </a:r>
          </a:p>
        </p:txBody>
      </p:sp>
      <p:sp>
        <p:nvSpPr>
          <p:cNvPr id="25" name="action-icon-shell-1-0">
            <a:extLst xmlns:a="http://schemas.openxmlformats.org/drawingml/2006/main">
              <a:ext uri="{FF2B5EF4-FFF2-40B4-BE49-F238E27FC236}">
                <a16:creationId xmlns:a16="http://schemas.microsoft.com/office/drawing/2014/main" id="{DEDCD234-594A-4C6E-9ABB-4BAD4F288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4778273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7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799cfba6e3e454f">
            <a:extLst>
              <a:ext uri="{96DAC541-7B7A-43D3-8B79-37D633B846F1}">
                <asvg:svgBlip xmlns:asvg="http://schemas.microsoft.com/office/drawing/2016/SVG/main" r:embed="R8913b91c35d94f5f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4854473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27" name="action-title-1-0">
            <a:extLst xmlns:a="http://schemas.openxmlformats.org/drawingml/2006/main">
              <a:ext uri="{FF2B5EF4-FFF2-40B4-BE49-F238E27FC236}">
                <a16:creationId xmlns:a16="http://schemas.microsoft.com/office/drawing/2014/main" id="{B753605A-2D25-490F-A5BB-F0E0D86B2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4717256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数据打通</a:t>
            </a:r>
          </a:p>
        </p:txBody>
      </p:sp>
      <p:sp>
        <p:nvSpPr>
          <p:cNvPr id="28" name="action-body-1-0">
            <a:extLst xmlns:a="http://schemas.openxmlformats.org/drawingml/2006/main">
              <a:ext uri="{FF2B5EF4-FFF2-40B4-BE49-F238E27FC236}">
                <a16:creationId xmlns:a16="http://schemas.microsoft.com/office/drawing/2014/main" id="{8DE25BCE-0E55-40BB-BCDB-F9B271078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4945856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统一分析对象</a:t>
            </a:r>
          </a:p>
        </p:txBody>
      </p:sp>
      <p:sp>
        <p:nvSpPr>
          <p:cNvPr id="29" name="action-icon-shell-1-1">
            <a:extLst xmlns:a="http://schemas.openxmlformats.org/drawingml/2006/main">
              <a:ext uri="{FF2B5EF4-FFF2-40B4-BE49-F238E27FC236}">
                <a16:creationId xmlns:a16="http://schemas.microsoft.com/office/drawing/2014/main" id="{3BABDD93-5DCD-4493-8867-732E48650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4778273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7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ec40e12aff94651">
            <a:extLst>
              <a:ext uri="{96DAC541-7B7A-43D3-8B79-37D633B846F1}">
                <asvg:svgBlip xmlns:asvg="http://schemas.microsoft.com/office/drawing/2016/SVG/main" r:embed="R677c0f7888bf49c3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4854473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31" name="action-title-1-1">
            <a:extLst xmlns:a="http://schemas.openxmlformats.org/drawingml/2006/main">
              <a:ext uri="{FF2B5EF4-FFF2-40B4-BE49-F238E27FC236}">
                <a16:creationId xmlns:a16="http://schemas.microsoft.com/office/drawing/2014/main" id="{B54701F0-42F8-49D2-8A67-553C6567F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4717256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自动分群</a:t>
            </a:r>
          </a:p>
        </p:txBody>
      </p:sp>
      <p:sp>
        <p:nvSpPr>
          <p:cNvPr id="32" name="action-body-1-1">
            <a:extLst xmlns:a="http://schemas.openxmlformats.org/drawingml/2006/main">
              <a:ext uri="{FF2B5EF4-FFF2-40B4-BE49-F238E27FC236}">
                <a16:creationId xmlns:a16="http://schemas.microsoft.com/office/drawing/2014/main" id="{B13E9D92-379F-4DE8-A51B-F2843CFAA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4945856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指导持续运营</a:t>
            </a:r>
          </a:p>
        </p:txBody>
      </p:sp>
      <p:sp>
        <p:nvSpPr>
          <p:cNvPr id="33" name="funnel-step-body-0">
            <a:extLst xmlns:a="http://schemas.openxmlformats.org/drawingml/2006/main">
              <a:ext uri="{FF2B5EF4-FFF2-40B4-BE49-F238E27FC236}">
                <a16:creationId xmlns:a16="http://schemas.microsoft.com/office/drawing/2014/main" id="{3C0C52D8-F6A5-4518-8CB1-B60DDBCC3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52750" y="2514600"/>
            <a:ext cx="3326711" cy="1110415"/>
          </a:xfrm>
          <a:custGeom xmlns:a="http://schemas.openxmlformats.org/drawingml/2006/main">
            <a:pathLst>
              <a:path w="3326711" h="1110415">
                <a:moveTo>
                  <a:pt x="0" y="0"/>
                </a:moveTo>
                <a:lnTo>
                  <a:pt x="14516" y="30004"/>
                </a:lnTo>
                <a:lnTo>
                  <a:pt x="29032" y="60017"/>
                </a:lnTo>
                <a:lnTo>
                  <a:pt x="43548" y="90021"/>
                </a:lnTo>
                <a:lnTo>
                  <a:pt x="58055" y="120025"/>
                </a:lnTo>
                <a:lnTo>
                  <a:pt x="72571" y="150038"/>
                </a:lnTo>
                <a:lnTo>
                  <a:pt x="87087" y="180042"/>
                </a:lnTo>
                <a:lnTo>
                  <a:pt x="101603" y="210045"/>
                </a:lnTo>
                <a:lnTo>
                  <a:pt x="116119" y="240059"/>
                </a:lnTo>
                <a:lnTo>
                  <a:pt x="130635" y="270062"/>
                </a:lnTo>
                <a:lnTo>
                  <a:pt x="145142" y="300066"/>
                </a:lnTo>
                <a:lnTo>
                  <a:pt x="159658" y="330079"/>
                </a:lnTo>
                <a:lnTo>
                  <a:pt x="174174" y="360083"/>
                </a:lnTo>
                <a:lnTo>
                  <a:pt x="188690" y="390087"/>
                </a:lnTo>
                <a:lnTo>
                  <a:pt x="203206" y="420100"/>
                </a:lnTo>
                <a:lnTo>
                  <a:pt x="217722" y="450104"/>
                </a:lnTo>
                <a:lnTo>
                  <a:pt x="232229" y="480108"/>
                </a:lnTo>
                <a:lnTo>
                  <a:pt x="246745" y="510121"/>
                </a:lnTo>
                <a:lnTo>
                  <a:pt x="261261" y="540125"/>
                </a:lnTo>
                <a:lnTo>
                  <a:pt x="275777" y="570128"/>
                </a:lnTo>
                <a:lnTo>
                  <a:pt x="290293" y="600142"/>
                </a:lnTo>
                <a:lnTo>
                  <a:pt x="304810" y="630145"/>
                </a:lnTo>
                <a:lnTo>
                  <a:pt x="319316" y="660149"/>
                </a:lnTo>
                <a:lnTo>
                  <a:pt x="333832" y="690162"/>
                </a:lnTo>
                <a:lnTo>
                  <a:pt x="348348" y="720166"/>
                </a:lnTo>
                <a:lnTo>
                  <a:pt x="362864" y="750170"/>
                </a:lnTo>
                <a:lnTo>
                  <a:pt x="377381" y="780183"/>
                </a:lnTo>
                <a:lnTo>
                  <a:pt x="391897" y="810187"/>
                </a:lnTo>
                <a:lnTo>
                  <a:pt x="406413" y="840191"/>
                </a:lnTo>
                <a:lnTo>
                  <a:pt x="420919" y="870204"/>
                </a:lnTo>
                <a:lnTo>
                  <a:pt x="435435" y="900208"/>
                </a:lnTo>
                <a:lnTo>
                  <a:pt x="449951" y="930212"/>
                </a:lnTo>
                <a:lnTo>
                  <a:pt x="464468" y="960225"/>
                </a:lnTo>
                <a:lnTo>
                  <a:pt x="478984" y="990229"/>
                </a:lnTo>
                <a:lnTo>
                  <a:pt x="493500" y="1020232"/>
                </a:lnTo>
                <a:lnTo>
                  <a:pt x="513074" y="1045445"/>
                </a:lnTo>
                <a:lnTo>
                  <a:pt x="544716" y="1055770"/>
                </a:lnTo>
                <a:lnTo>
                  <a:pt x="577348" y="1062552"/>
                </a:lnTo>
                <a:lnTo>
                  <a:pt x="610257" y="1067829"/>
                </a:lnTo>
                <a:lnTo>
                  <a:pt x="643299" y="1072201"/>
                </a:lnTo>
                <a:lnTo>
                  <a:pt x="676418" y="1075954"/>
                </a:lnTo>
                <a:lnTo>
                  <a:pt x="709593" y="1079259"/>
                </a:lnTo>
                <a:lnTo>
                  <a:pt x="742788" y="1082202"/>
                </a:lnTo>
                <a:lnTo>
                  <a:pt x="776021" y="1084850"/>
                </a:lnTo>
                <a:lnTo>
                  <a:pt x="809263" y="1087250"/>
                </a:lnTo>
                <a:lnTo>
                  <a:pt x="842524" y="1089450"/>
                </a:lnTo>
                <a:lnTo>
                  <a:pt x="875795" y="1091460"/>
                </a:lnTo>
                <a:lnTo>
                  <a:pt x="909076" y="1093327"/>
                </a:lnTo>
                <a:lnTo>
                  <a:pt x="942365" y="1095032"/>
                </a:lnTo>
                <a:lnTo>
                  <a:pt x="975665" y="1096613"/>
                </a:lnTo>
                <a:lnTo>
                  <a:pt x="1008964" y="1098071"/>
                </a:lnTo>
                <a:lnTo>
                  <a:pt x="1042273" y="1099433"/>
                </a:lnTo>
                <a:lnTo>
                  <a:pt x="1075582" y="1100671"/>
                </a:lnTo>
                <a:lnTo>
                  <a:pt x="1108891" y="1101833"/>
                </a:lnTo>
                <a:lnTo>
                  <a:pt x="1142209" y="1102900"/>
                </a:lnTo>
                <a:lnTo>
                  <a:pt x="1175528" y="1103881"/>
                </a:lnTo>
                <a:lnTo>
                  <a:pt x="1208846" y="1104786"/>
                </a:lnTo>
                <a:lnTo>
                  <a:pt x="1242174" y="1105605"/>
                </a:lnTo>
                <a:lnTo>
                  <a:pt x="1275493" y="1106357"/>
                </a:lnTo>
                <a:lnTo>
                  <a:pt x="1308821" y="1107043"/>
                </a:lnTo>
                <a:lnTo>
                  <a:pt x="1342149" y="1107662"/>
                </a:lnTo>
                <a:lnTo>
                  <a:pt x="1375477" y="1108205"/>
                </a:lnTo>
                <a:lnTo>
                  <a:pt x="1408805" y="1108691"/>
                </a:lnTo>
                <a:lnTo>
                  <a:pt x="1442133" y="1109110"/>
                </a:lnTo>
                <a:lnTo>
                  <a:pt x="1475470" y="1109482"/>
                </a:lnTo>
                <a:lnTo>
                  <a:pt x="1508798" y="1109777"/>
                </a:lnTo>
                <a:lnTo>
                  <a:pt x="1542136" y="1110024"/>
                </a:lnTo>
                <a:lnTo>
                  <a:pt x="1575464" y="1110205"/>
                </a:lnTo>
                <a:lnTo>
                  <a:pt x="1608801" y="1110339"/>
                </a:lnTo>
                <a:lnTo>
                  <a:pt x="1642129" y="1110405"/>
                </a:lnTo>
                <a:lnTo>
                  <a:pt x="1675467" y="1110415"/>
                </a:lnTo>
                <a:lnTo>
                  <a:pt x="1708795" y="1110377"/>
                </a:lnTo>
                <a:lnTo>
                  <a:pt x="1742132" y="1110272"/>
                </a:lnTo>
                <a:lnTo>
                  <a:pt x="1775460" y="1110120"/>
                </a:lnTo>
                <a:lnTo>
                  <a:pt x="1808798" y="1109901"/>
                </a:lnTo>
                <a:lnTo>
                  <a:pt x="1842125" y="1109624"/>
                </a:lnTo>
                <a:lnTo>
                  <a:pt x="1875453" y="1109291"/>
                </a:lnTo>
                <a:lnTo>
                  <a:pt x="1908791" y="1108901"/>
                </a:lnTo>
                <a:lnTo>
                  <a:pt x="1942119" y="1108453"/>
                </a:lnTo>
                <a:lnTo>
                  <a:pt x="1975447" y="1107929"/>
                </a:lnTo>
                <a:lnTo>
                  <a:pt x="2008775" y="1107348"/>
                </a:lnTo>
                <a:lnTo>
                  <a:pt x="2042103" y="1106700"/>
                </a:lnTo>
                <a:lnTo>
                  <a:pt x="2075431" y="1105976"/>
                </a:lnTo>
                <a:lnTo>
                  <a:pt x="2108749" y="1105186"/>
                </a:lnTo>
                <a:lnTo>
                  <a:pt x="2142068" y="1104329"/>
                </a:lnTo>
                <a:lnTo>
                  <a:pt x="2175396" y="1103386"/>
                </a:lnTo>
                <a:lnTo>
                  <a:pt x="2208705" y="1102357"/>
                </a:lnTo>
                <a:lnTo>
                  <a:pt x="2242023" y="1101252"/>
                </a:lnTo>
                <a:lnTo>
                  <a:pt x="2275332" y="1100042"/>
                </a:lnTo>
                <a:lnTo>
                  <a:pt x="2308641" y="1098747"/>
                </a:lnTo>
                <a:lnTo>
                  <a:pt x="2341950" y="1097337"/>
                </a:lnTo>
                <a:lnTo>
                  <a:pt x="2375240" y="1095813"/>
                </a:lnTo>
                <a:lnTo>
                  <a:pt x="2408539" y="1094175"/>
                </a:lnTo>
                <a:lnTo>
                  <a:pt x="2441819" y="1092384"/>
                </a:lnTo>
                <a:lnTo>
                  <a:pt x="2475100" y="1090451"/>
                </a:lnTo>
                <a:lnTo>
                  <a:pt x="2508361" y="1088346"/>
                </a:lnTo>
                <a:lnTo>
                  <a:pt x="2541613" y="1086041"/>
                </a:lnTo>
                <a:lnTo>
                  <a:pt x="2574855" y="1083516"/>
                </a:lnTo>
                <a:lnTo>
                  <a:pt x="2608069" y="1080726"/>
                </a:lnTo>
                <a:lnTo>
                  <a:pt x="2641254" y="1077611"/>
                </a:lnTo>
                <a:lnTo>
                  <a:pt x="2674401" y="1074087"/>
                </a:lnTo>
                <a:lnTo>
                  <a:pt x="2707491" y="1070039"/>
                </a:lnTo>
                <a:lnTo>
                  <a:pt x="2740476" y="1065247"/>
                </a:lnTo>
                <a:lnTo>
                  <a:pt x="2773270" y="1059313"/>
                </a:lnTo>
                <a:lnTo>
                  <a:pt x="2805579" y="1051179"/>
                </a:lnTo>
                <a:lnTo>
                  <a:pt x="2833926" y="1034996"/>
                </a:lnTo>
                <a:lnTo>
                  <a:pt x="2847737" y="1004773"/>
                </a:lnTo>
                <a:lnTo>
                  <a:pt x="2862243" y="974769"/>
                </a:lnTo>
                <a:lnTo>
                  <a:pt x="2876760" y="944756"/>
                </a:lnTo>
                <a:lnTo>
                  <a:pt x="2891276" y="914752"/>
                </a:lnTo>
                <a:lnTo>
                  <a:pt x="2905792" y="884749"/>
                </a:lnTo>
                <a:lnTo>
                  <a:pt x="2920308" y="854735"/>
                </a:lnTo>
                <a:lnTo>
                  <a:pt x="2934824" y="824732"/>
                </a:lnTo>
                <a:lnTo>
                  <a:pt x="2949340" y="794728"/>
                </a:lnTo>
                <a:lnTo>
                  <a:pt x="2963847" y="764715"/>
                </a:lnTo>
                <a:lnTo>
                  <a:pt x="2978363" y="734711"/>
                </a:lnTo>
                <a:lnTo>
                  <a:pt x="2992879" y="704707"/>
                </a:lnTo>
                <a:lnTo>
                  <a:pt x="3007395" y="674694"/>
                </a:lnTo>
                <a:lnTo>
                  <a:pt x="3021911" y="644690"/>
                </a:lnTo>
                <a:lnTo>
                  <a:pt x="3036427" y="614686"/>
                </a:lnTo>
                <a:lnTo>
                  <a:pt x="3050934" y="584673"/>
                </a:lnTo>
                <a:lnTo>
                  <a:pt x="3065450" y="554669"/>
                </a:lnTo>
                <a:lnTo>
                  <a:pt x="3079966" y="524666"/>
                </a:lnTo>
                <a:lnTo>
                  <a:pt x="3094482" y="494652"/>
                </a:lnTo>
                <a:lnTo>
                  <a:pt x="3108998" y="464649"/>
                </a:lnTo>
                <a:lnTo>
                  <a:pt x="3123514" y="434645"/>
                </a:lnTo>
                <a:lnTo>
                  <a:pt x="3138021" y="404632"/>
                </a:lnTo>
                <a:lnTo>
                  <a:pt x="3152537" y="374628"/>
                </a:lnTo>
                <a:lnTo>
                  <a:pt x="3167053" y="344624"/>
                </a:lnTo>
                <a:lnTo>
                  <a:pt x="3181569" y="314611"/>
                </a:lnTo>
                <a:lnTo>
                  <a:pt x="3196085" y="284607"/>
                </a:lnTo>
                <a:lnTo>
                  <a:pt x="3210601" y="254603"/>
                </a:lnTo>
                <a:lnTo>
                  <a:pt x="3225108" y="224590"/>
                </a:lnTo>
                <a:lnTo>
                  <a:pt x="3239624" y="194586"/>
                </a:lnTo>
                <a:lnTo>
                  <a:pt x="3254140" y="164582"/>
                </a:lnTo>
                <a:lnTo>
                  <a:pt x="3268656" y="134569"/>
                </a:lnTo>
                <a:lnTo>
                  <a:pt x="3283172" y="104565"/>
                </a:lnTo>
                <a:lnTo>
                  <a:pt x="3297688" y="74562"/>
                </a:lnTo>
                <a:lnTo>
                  <a:pt x="3312204" y="44548"/>
                </a:lnTo>
                <a:lnTo>
                  <a:pt x="3326711" y="14545"/>
                </a:lnTo>
                <a:lnTo>
                  <a:pt x="3321415" y="10773"/>
                </a:lnTo>
                <a:lnTo>
                  <a:pt x="3289421" y="19955"/>
                </a:lnTo>
                <a:lnTo>
                  <a:pt x="3256626" y="25898"/>
                </a:lnTo>
                <a:lnTo>
                  <a:pt x="3223612" y="30518"/>
                </a:lnTo>
                <a:lnTo>
                  <a:pt x="3190504" y="34376"/>
                </a:lnTo>
                <a:lnTo>
                  <a:pt x="3157337" y="37719"/>
                </a:lnTo>
                <a:lnTo>
                  <a:pt x="3124143" y="40681"/>
                </a:lnTo>
                <a:lnTo>
                  <a:pt x="3090910" y="43339"/>
                </a:lnTo>
                <a:lnTo>
                  <a:pt x="3057668" y="45768"/>
                </a:lnTo>
                <a:lnTo>
                  <a:pt x="3024407" y="47996"/>
                </a:lnTo>
                <a:lnTo>
                  <a:pt x="2991136" y="50044"/>
                </a:lnTo>
                <a:lnTo>
                  <a:pt x="2957865" y="51949"/>
                </a:lnTo>
                <a:lnTo>
                  <a:pt x="2924575" y="53740"/>
                </a:lnTo>
                <a:lnTo>
                  <a:pt x="2891285" y="55397"/>
                </a:lnTo>
                <a:lnTo>
                  <a:pt x="2857986" y="56960"/>
                </a:lnTo>
                <a:lnTo>
                  <a:pt x="2824686" y="58426"/>
                </a:lnTo>
                <a:lnTo>
                  <a:pt x="2791387" y="59817"/>
                </a:lnTo>
                <a:lnTo>
                  <a:pt x="2758078" y="61122"/>
                </a:lnTo>
                <a:lnTo>
                  <a:pt x="2724769" y="62360"/>
                </a:lnTo>
                <a:lnTo>
                  <a:pt x="2691451" y="63522"/>
                </a:lnTo>
                <a:lnTo>
                  <a:pt x="2658142" y="64627"/>
                </a:lnTo>
                <a:lnTo>
                  <a:pt x="2624823" y="65665"/>
                </a:lnTo>
                <a:lnTo>
                  <a:pt x="2591505" y="66656"/>
                </a:lnTo>
                <a:lnTo>
                  <a:pt x="2558186" y="67589"/>
                </a:lnTo>
                <a:lnTo>
                  <a:pt x="2524858" y="68475"/>
                </a:lnTo>
                <a:lnTo>
                  <a:pt x="2491540" y="69323"/>
                </a:lnTo>
                <a:lnTo>
                  <a:pt x="2458222" y="70114"/>
                </a:lnTo>
                <a:lnTo>
                  <a:pt x="2424894" y="70856"/>
                </a:lnTo>
                <a:lnTo>
                  <a:pt x="2391566" y="71571"/>
                </a:lnTo>
                <a:lnTo>
                  <a:pt x="2358238" y="72228"/>
                </a:lnTo>
                <a:lnTo>
                  <a:pt x="2324910" y="72857"/>
                </a:lnTo>
                <a:lnTo>
                  <a:pt x="2291582" y="73447"/>
                </a:lnTo>
                <a:lnTo>
                  <a:pt x="2258254" y="74000"/>
                </a:lnTo>
                <a:lnTo>
                  <a:pt x="2224926" y="74524"/>
                </a:lnTo>
                <a:lnTo>
                  <a:pt x="2191598" y="75009"/>
                </a:lnTo>
                <a:lnTo>
                  <a:pt x="2158270" y="75457"/>
                </a:lnTo>
                <a:lnTo>
                  <a:pt x="2124942" y="75876"/>
                </a:lnTo>
                <a:lnTo>
                  <a:pt x="2091604" y="76267"/>
                </a:lnTo>
                <a:lnTo>
                  <a:pt x="2058276" y="76619"/>
                </a:lnTo>
                <a:lnTo>
                  <a:pt x="2024948" y="76943"/>
                </a:lnTo>
                <a:lnTo>
                  <a:pt x="1991611" y="77238"/>
                </a:lnTo>
                <a:lnTo>
                  <a:pt x="1958283" y="77495"/>
                </a:lnTo>
                <a:lnTo>
                  <a:pt x="1924945" y="77734"/>
                </a:lnTo>
                <a:lnTo>
                  <a:pt x="1891617" y="77943"/>
                </a:lnTo>
                <a:lnTo>
                  <a:pt x="1858280" y="78115"/>
                </a:lnTo>
                <a:lnTo>
                  <a:pt x="1824952" y="78267"/>
                </a:lnTo>
                <a:lnTo>
                  <a:pt x="1791614" y="78381"/>
                </a:lnTo>
                <a:lnTo>
                  <a:pt x="1758286" y="78476"/>
                </a:lnTo>
                <a:lnTo>
                  <a:pt x="1724949" y="78534"/>
                </a:lnTo>
                <a:lnTo>
                  <a:pt x="1691621" y="78572"/>
                </a:lnTo>
                <a:lnTo>
                  <a:pt x="1658283" y="78581"/>
                </a:lnTo>
                <a:lnTo>
                  <a:pt x="1624955" y="78562"/>
                </a:lnTo>
                <a:lnTo>
                  <a:pt x="1591618" y="78505"/>
                </a:lnTo>
                <a:lnTo>
                  <a:pt x="1558290" y="78429"/>
                </a:lnTo>
                <a:lnTo>
                  <a:pt x="1524953" y="78324"/>
                </a:lnTo>
                <a:lnTo>
                  <a:pt x="1491625" y="78191"/>
                </a:lnTo>
                <a:lnTo>
                  <a:pt x="1458287" y="78029"/>
                </a:lnTo>
                <a:lnTo>
                  <a:pt x="1424959" y="77838"/>
                </a:lnTo>
                <a:lnTo>
                  <a:pt x="1391622" y="77619"/>
                </a:lnTo>
                <a:lnTo>
                  <a:pt x="1358294" y="77372"/>
                </a:lnTo>
                <a:lnTo>
                  <a:pt x="1324966" y="77086"/>
                </a:lnTo>
                <a:lnTo>
                  <a:pt x="1291628" y="76781"/>
                </a:lnTo>
                <a:lnTo>
                  <a:pt x="1258300" y="76438"/>
                </a:lnTo>
                <a:lnTo>
                  <a:pt x="1224972" y="76067"/>
                </a:lnTo>
                <a:lnTo>
                  <a:pt x="1191635" y="75667"/>
                </a:lnTo>
                <a:lnTo>
                  <a:pt x="1158307" y="75228"/>
                </a:lnTo>
                <a:lnTo>
                  <a:pt x="1124979" y="74762"/>
                </a:lnTo>
                <a:lnTo>
                  <a:pt x="1091651" y="74266"/>
                </a:lnTo>
                <a:lnTo>
                  <a:pt x="1058323" y="73724"/>
                </a:lnTo>
                <a:lnTo>
                  <a:pt x="1024995" y="73152"/>
                </a:lnTo>
                <a:lnTo>
                  <a:pt x="991667" y="72542"/>
                </a:lnTo>
                <a:lnTo>
                  <a:pt x="958339" y="71895"/>
                </a:lnTo>
                <a:lnTo>
                  <a:pt x="925011" y="71199"/>
                </a:lnTo>
                <a:lnTo>
                  <a:pt x="891683" y="70475"/>
                </a:lnTo>
                <a:lnTo>
                  <a:pt x="858364" y="69704"/>
                </a:lnTo>
                <a:lnTo>
                  <a:pt x="825036" y="68885"/>
                </a:lnTo>
                <a:lnTo>
                  <a:pt x="791718" y="68028"/>
                </a:lnTo>
                <a:lnTo>
                  <a:pt x="758400" y="67113"/>
                </a:lnTo>
                <a:lnTo>
                  <a:pt x="725081" y="66151"/>
                </a:lnTo>
                <a:lnTo>
                  <a:pt x="691763" y="65132"/>
                </a:lnTo>
                <a:lnTo>
                  <a:pt x="658444" y="64056"/>
                </a:lnTo>
                <a:lnTo>
                  <a:pt x="625135" y="62922"/>
                </a:lnTo>
                <a:lnTo>
                  <a:pt x="591817" y="61722"/>
                </a:lnTo>
                <a:lnTo>
                  <a:pt x="558508" y="60455"/>
                </a:lnTo>
                <a:lnTo>
                  <a:pt x="525209" y="59112"/>
                </a:lnTo>
                <a:lnTo>
                  <a:pt x="491900" y="57693"/>
                </a:lnTo>
                <a:lnTo>
                  <a:pt x="458600" y="56169"/>
                </a:lnTo>
                <a:lnTo>
                  <a:pt x="425310" y="54550"/>
                </a:lnTo>
                <a:lnTo>
                  <a:pt x="392020" y="52826"/>
                </a:lnTo>
                <a:lnTo>
                  <a:pt x="358740" y="50987"/>
                </a:lnTo>
                <a:lnTo>
                  <a:pt x="325469" y="49006"/>
                </a:lnTo>
                <a:lnTo>
                  <a:pt x="292198" y="46873"/>
                </a:lnTo>
                <a:lnTo>
                  <a:pt x="258947" y="44548"/>
                </a:lnTo>
                <a:lnTo>
                  <a:pt x="225714" y="42005"/>
                </a:lnTo>
                <a:lnTo>
                  <a:pt x="192500" y="39195"/>
                </a:lnTo>
                <a:lnTo>
                  <a:pt x="159315" y="36052"/>
                </a:lnTo>
                <a:lnTo>
                  <a:pt x="126178" y="32471"/>
                </a:lnTo>
                <a:lnTo>
                  <a:pt x="93107" y="28251"/>
                </a:lnTo>
                <a:lnTo>
                  <a:pt x="60188" y="23060"/>
                </a:lnTo>
                <a:lnTo>
                  <a:pt x="27642" y="15926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34" name="funnel-step-cap-0">
            <a:extLst xmlns:a="http://schemas.openxmlformats.org/drawingml/2006/main">
              <a:ext uri="{FF2B5EF4-FFF2-40B4-BE49-F238E27FC236}">
                <a16:creationId xmlns:a16="http://schemas.microsoft.com/office/drawing/2014/main" id="{427A22C5-40AA-4701-9322-408DD3406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52750" y="2390775"/>
            <a:ext cx="33337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35" name="funnel-step-body-1">
            <a:extLst xmlns:a="http://schemas.openxmlformats.org/drawingml/2006/main">
              <a:ext uri="{FF2B5EF4-FFF2-40B4-BE49-F238E27FC236}">
                <a16:creationId xmlns:a16="http://schemas.microsoft.com/office/drawing/2014/main" id="{D15409EF-5CA3-4CB4-BB09-17E089012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451860" y="3727418"/>
            <a:ext cx="2334397" cy="1110520"/>
          </a:xfrm>
          <a:custGeom xmlns:a="http://schemas.openxmlformats.org/drawingml/2006/main">
            <a:pathLst>
              <a:path w="2334397" h="1110520">
                <a:moveTo>
                  <a:pt x="0" y="0"/>
                </a:moveTo>
                <a:lnTo>
                  <a:pt x="8906" y="24060"/>
                </a:lnTo>
                <a:lnTo>
                  <a:pt x="17812" y="48120"/>
                </a:lnTo>
                <a:lnTo>
                  <a:pt x="26718" y="72180"/>
                </a:lnTo>
                <a:lnTo>
                  <a:pt x="35633" y="96241"/>
                </a:lnTo>
                <a:lnTo>
                  <a:pt x="44539" y="120301"/>
                </a:lnTo>
                <a:lnTo>
                  <a:pt x="53445" y="144361"/>
                </a:lnTo>
                <a:lnTo>
                  <a:pt x="62351" y="168412"/>
                </a:lnTo>
                <a:lnTo>
                  <a:pt x="71257" y="192472"/>
                </a:lnTo>
                <a:lnTo>
                  <a:pt x="80162" y="216532"/>
                </a:lnTo>
                <a:lnTo>
                  <a:pt x="89078" y="240592"/>
                </a:lnTo>
                <a:lnTo>
                  <a:pt x="97984" y="264652"/>
                </a:lnTo>
                <a:lnTo>
                  <a:pt x="106890" y="288712"/>
                </a:lnTo>
                <a:lnTo>
                  <a:pt x="115795" y="312772"/>
                </a:lnTo>
                <a:lnTo>
                  <a:pt x="124701" y="336833"/>
                </a:lnTo>
                <a:lnTo>
                  <a:pt x="133607" y="360893"/>
                </a:lnTo>
                <a:lnTo>
                  <a:pt x="142513" y="384953"/>
                </a:lnTo>
                <a:lnTo>
                  <a:pt x="151428" y="409013"/>
                </a:lnTo>
                <a:lnTo>
                  <a:pt x="160334" y="433073"/>
                </a:lnTo>
                <a:lnTo>
                  <a:pt x="169240" y="457124"/>
                </a:lnTo>
                <a:lnTo>
                  <a:pt x="178146" y="481184"/>
                </a:lnTo>
                <a:lnTo>
                  <a:pt x="187052" y="505244"/>
                </a:lnTo>
                <a:lnTo>
                  <a:pt x="195958" y="529304"/>
                </a:lnTo>
                <a:lnTo>
                  <a:pt x="204873" y="553364"/>
                </a:lnTo>
                <a:lnTo>
                  <a:pt x="213779" y="577425"/>
                </a:lnTo>
                <a:lnTo>
                  <a:pt x="222685" y="601485"/>
                </a:lnTo>
                <a:lnTo>
                  <a:pt x="231591" y="625545"/>
                </a:lnTo>
                <a:lnTo>
                  <a:pt x="240497" y="649605"/>
                </a:lnTo>
                <a:lnTo>
                  <a:pt x="249403" y="673665"/>
                </a:lnTo>
                <a:lnTo>
                  <a:pt x="258308" y="697725"/>
                </a:lnTo>
                <a:lnTo>
                  <a:pt x="267224" y="721785"/>
                </a:lnTo>
                <a:lnTo>
                  <a:pt x="276130" y="745846"/>
                </a:lnTo>
                <a:lnTo>
                  <a:pt x="285036" y="769896"/>
                </a:lnTo>
                <a:lnTo>
                  <a:pt x="293942" y="793956"/>
                </a:lnTo>
                <a:lnTo>
                  <a:pt x="302847" y="818017"/>
                </a:lnTo>
                <a:lnTo>
                  <a:pt x="311753" y="842077"/>
                </a:lnTo>
                <a:lnTo>
                  <a:pt x="320669" y="866137"/>
                </a:lnTo>
                <a:lnTo>
                  <a:pt x="329575" y="890197"/>
                </a:lnTo>
                <a:lnTo>
                  <a:pt x="338480" y="914257"/>
                </a:lnTo>
                <a:lnTo>
                  <a:pt x="347386" y="938317"/>
                </a:lnTo>
                <a:lnTo>
                  <a:pt x="356292" y="962377"/>
                </a:lnTo>
                <a:lnTo>
                  <a:pt x="365198" y="986438"/>
                </a:lnTo>
                <a:lnTo>
                  <a:pt x="374113" y="1010498"/>
                </a:lnTo>
                <a:lnTo>
                  <a:pt x="382419" y="1034691"/>
                </a:lnTo>
                <a:lnTo>
                  <a:pt x="401222" y="1051093"/>
                </a:lnTo>
                <a:lnTo>
                  <a:pt x="425263" y="1059990"/>
                </a:lnTo>
                <a:lnTo>
                  <a:pt x="450094" y="1066438"/>
                </a:lnTo>
                <a:lnTo>
                  <a:pt x="475221" y="1071591"/>
                </a:lnTo>
                <a:lnTo>
                  <a:pt x="500510" y="1075925"/>
                </a:lnTo>
                <a:lnTo>
                  <a:pt x="525885" y="1079659"/>
                </a:lnTo>
                <a:lnTo>
                  <a:pt x="551326" y="1082954"/>
                </a:lnTo>
                <a:lnTo>
                  <a:pt x="576815" y="1085879"/>
                </a:lnTo>
                <a:lnTo>
                  <a:pt x="602332" y="1088517"/>
                </a:lnTo>
                <a:lnTo>
                  <a:pt x="627878" y="1090898"/>
                </a:lnTo>
                <a:lnTo>
                  <a:pt x="653444" y="1093060"/>
                </a:lnTo>
                <a:lnTo>
                  <a:pt x="679028" y="1095032"/>
                </a:lnTo>
                <a:lnTo>
                  <a:pt x="704612" y="1096842"/>
                </a:lnTo>
                <a:lnTo>
                  <a:pt x="730215" y="1098490"/>
                </a:lnTo>
                <a:lnTo>
                  <a:pt x="755828" y="1099995"/>
                </a:lnTo>
                <a:lnTo>
                  <a:pt x="781450" y="1101376"/>
                </a:lnTo>
                <a:lnTo>
                  <a:pt x="807072" y="1102633"/>
                </a:lnTo>
                <a:lnTo>
                  <a:pt x="832704" y="1103786"/>
                </a:lnTo>
                <a:lnTo>
                  <a:pt x="858336" y="1104824"/>
                </a:lnTo>
                <a:lnTo>
                  <a:pt x="883977" y="1105767"/>
                </a:lnTo>
                <a:lnTo>
                  <a:pt x="909618" y="1106615"/>
                </a:lnTo>
                <a:lnTo>
                  <a:pt x="935260" y="1107377"/>
                </a:lnTo>
                <a:lnTo>
                  <a:pt x="960901" y="1108043"/>
                </a:lnTo>
                <a:lnTo>
                  <a:pt x="986552" y="1108634"/>
                </a:lnTo>
                <a:lnTo>
                  <a:pt x="1012203" y="1109129"/>
                </a:lnTo>
                <a:lnTo>
                  <a:pt x="1037854" y="1109558"/>
                </a:lnTo>
                <a:lnTo>
                  <a:pt x="1063504" y="1109901"/>
                </a:lnTo>
                <a:lnTo>
                  <a:pt x="1089165" y="1110167"/>
                </a:lnTo>
                <a:lnTo>
                  <a:pt x="1114816" y="1110358"/>
                </a:lnTo>
                <a:lnTo>
                  <a:pt x="1140476" y="1110472"/>
                </a:lnTo>
                <a:lnTo>
                  <a:pt x="1166127" y="1110520"/>
                </a:lnTo>
                <a:lnTo>
                  <a:pt x="1191787" y="1110482"/>
                </a:lnTo>
                <a:lnTo>
                  <a:pt x="1217438" y="1110377"/>
                </a:lnTo>
                <a:lnTo>
                  <a:pt x="1243089" y="1110196"/>
                </a:lnTo>
                <a:lnTo>
                  <a:pt x="1268749" y="1109939"/>
                </a:lnTo>
                <a:lnTo>
                  <a:pt x="1294400" y="1109605"/>
                </a:lnTo>
                <a:lnTo>
                  <a:pt x="1320051" y="1109186"/>
                </a:lnTo>
                <a:lnTo>
                  <a:pt x="1345702" y="1108700"/>
                </a:lnTo>
                <a:lnTo>
                  <a:pt x="1371352" y="1108119"/>
                </a:lnTo>
                <a:lnTo>
                  <a:pt x="1396994" y="1107462"/>
                </a:lnTo>
                <a:lnTo>
                  <a:pt x="1422644" y="1106719"/>
                </a:lnTo>
                <a:lnTo>
                  <a:pt x="1448286" y="1105881"/>
                </a:lnTo>
                <a:lnTo>
                  <a:pt x="1473927" y="1104957"/>
                </a:lnTo>
                <a:lnTo>
                  <a:pt x="1499559" y="1103919"/>
                </a:lnTo>
                <a:lnTo>
                  <a:pt x="1525191" y="1102795"/>
                </a:lnTo>
                <a:lnTo>
                  <a:pt x="1550813" y="1101547"/>
                </a:lnTo>
                <a:lnTo>
                  <a:pt x="1576435" y="1100185"/>
                </a:lnTo>
                <a:lnTo>
                  <a:pt x="1602048" y="1098690"/>
                </a:lnTo>
                <a:lnTo>
                  <a:pt x="1627642" y="1097051"/>
                </a:lnTo>
                <a:lnTo>
                  <a:pt x="1653235" y="1095280"/>
                </a:lnTo>
                <a:lnTo>
                  <a:pt x="1678819" y="1093327"/>
                </a:lnTo>
                <a:lnTo>
                  <a:pt x="1704384" y="1091184"/>
                </a:lnTo>
                <a:lnTo>
                  <a:pt x="1729931" y="1088831"/>
                </a:lnTo>
                <a:lnTo>
                  <a:pt x="1755458" y="1086231"/>
                </a:lnTo>
                <a:lnTo>
                  <a:pt x="1780946" y="1083345"/>
                </a:lnTo>
                <a:lnTo>
                  <a:pt x="1806397" y="1080106"/>
                </a:lnTo>
                <a:lnTo>
                  <a:pt x="1831791" y="1076430"/>
                </a:lnTo>
                <a:lnTo>
                  <a:pt x="1857089" y="1072182"/>
                </a:lnTo>
                <a:lnTo>
                  <a:pt x="1882245" y="1067152"/>
                </a:lnTo>
                <a:lnTo>
                  <a:pt x="1907124" y="1060914"/>
                </a:lnTo>
                <a:lnTo>
                  <a:pt x="1931327" y="1052455"/>
                </a:lnTo>
                <a:lnTo>
                  <a:pt x="1951853" y="1037711"/>
                </a:lnTo>
                <a:lnTo>
                  <a:pt x="1960283" y="1013565"/>
                </a:lnTo>
                <a:lnTo>
                  <a:pt x="1969189" y="989505"/>
                </a:lnTo>
                <a:lnTo>
                  <a:pt x="1978095" y="965444"/>
                </a:lnTo>
                <a:lnTo>
                  <a:pt x="1987010" y="941384"/>
                </a:lnTo>
                <a:lnTo>
                  <a:pt x="1995916" y="917324"/>
                </a:lnTo>
                <a:lnTo>
                  <a:pt x="2004822" y="893274"/>
                </a:lnTo>
                <a:lnTo>
                  <a:pt x="2013728" y="869213"/>
                </a:lnTo>
                <a:lnTo>
                  <a:pt x="2022634" y="845153"/>
                </a:lnTo>
                <a:lnTo>
                  <a:pt x="2031540" y="821093"/>
                </a:lnTo>
                <a:lnTo>
                  <a:pt x="2040455" y="797033"/>
                </a:lnTo>
                <a:lnTo>
                  <a:pt x="2049361" y="772973"/>
                </a:lnTo>
                <a:lnTo>
                  <a:pt x="2058267" y="748913"/>
                </a:lnTo>
                <a:lnTo>
                  <a:pt x="2067173" y="724853"/>
                </a:lnTo>
                <a:lnTo>
                  <a:pt x="2076079" y="700792"/>
                </a:lnTo>
                <a:lnTo>
                  <a:pt x="2084984" y="676732"/>
                </a:lnTo>
                <a:lnTo>
                  <a:pt x="2093890" y="652672"/>
                </a:lnTo>
                <a:lnTo>
                  <a:pt x="2102806" y="628612"/>
                </a:lnTo>
                <a:lnTo>
                  <a:pt x="2111712" y="604552"/>
                </a:lnTo>
                <a:lnTo>
                  <a:pt x="2120617" y="580501"/>
                </a:lnTo>
                <a:lnTo>
                  <a:pt x="2129523" y="556441"/>
                </a:lnTo>
                <a:lnTo>
                  <a:pt x="2138429" y="532381"/>
                </a:lnTo>
                <a:lnTo>
                  <a:pt x="2147335" y="508321"/>
                </a:lnTo>
                <a:lnTo>
                  <a:pt x="2156250" y="484261"/>
                </a:lnTo>
                <a:lnTo>
                  <a:pt x="2165156" y="460200"/>
                </a:lnTo>
                <a:lnTo>
                  <a:pt x="2174062" y="436140"/>
                </a:lnTo>
                <a:lnTo>
                  <a:pt x="2182968" y="412080"/>
                </a:lnTo>
                <a:lnTo>
                  <a:pt x="2191874" y="388020"/>
                </a:lnTo>
                <a:lnTo>
                  <a:pt x="2200780" y="363960"/>
                </a:lnTo>
                <a:lnTo>
                  <a:pt x="2209686" y="339900"/>
                </a:lnTo>
                <a:lnTo>
                  <a:pt x="2218601" y="315839"/>
                </a:lnTo>
                <a:lnTo>
                  <a:pt x="2227507" y="291779"/>
                </a:lnTo>
                <a:lnTo>
                  <a:pt x="2236413" y="267729"/>
                </a:lnTo>
                <a:lnTo>
                  <a:pt x="2245319" y="243669"/>
                </a:lnTo>
                <a:lnTo>
                  <a:pt x="2254225" y="219608"/>
                </a:lnTo>
                <a:lnTo>
                  <a:pt x="2263130" y="195548"/>
                </a:lnTo>
                <a:lnTo>
                  <a:pt x="2272046" y="171488"/>
                </a:lnTo>
                <a:lnTo>
                  <a:pt x="2280952" y="147428"/>
                </a:lnTo>
                <a:lnTo>
                  <a:pt x="2289858" y="123368"/>
                </a:lnTo>
                <a:lnTo>
                  <a:pt x="2298764" y="99308"/>
                </a:lnTo>
                <a:lnTo>
                  <a:pt x="2307669" y="75248"/>
                </a:lnTo>
                <a:lnTo>
                  <a:pt x="2316575" y="51187"/>
                </a:lnTo>
                <a:lnTo>
                  <a:pt x="2325481" y="27127"/>
                </a:lnTo>
                <a:lnTo>
                  <a:pt x="2334397" y="3067"/>
                </a:lnTo>
                <a:lnTo>
                  <a:pt x="2319804" y="14411"/>
                </a:lnTo>
                <a:lnTo>
                  <a:pt x="2295487" y="22508"/>
                </a:lnTo>
                <a:lnTo>
                  <a:pt x="2270474" y="28223"/>
                </a:lnTo>
                <a:lnTo>
                  <a:pt x="2245233" y="32776"/>
                </a:lnTo>
                <a:lnTo>
                  <a:pt x="2219868" y="36624"/>
                </a:lnTo>
                <a:lnTo>
                  <a:pt x="2194427" y="39976"/>
                </a:lnTo>
                <a:lnTo>
                  <a:pt x="2168947" y="42958"/>
                </a:lnTo>
                <a:lnTo>
                  <a:pt x="2143430" y="45634"/>
                </a:lnTo>
                <a:lnTo>
                  <a:pt x="2117893" y="48073"/>
                </a:lnTo>
                <a:lnTo>
                  <a:pt x="2092338" y="50311"/>
                </a:lnTo>
                <a:lnTo>
                  <a:pt x="2066763" y="52378"/>
                </a:lnTo>
                <a:lnTo>
                  <a:pt x="2041179" y="54293"/>
                </a:lnTo>
                <a:lnTo>
                  <a:pt x="2015585" y="56074"/>
                </a:lnTo>
                <a:lnTo>
                  <a:pt x="1989992" y="57750"/>
                </a:lnTo>
                <a:lnTo>
                  <a:pt x="1964379" y="59303"/>
                </a:lnTo>
                <a:lnTo>
                  <a:pt x="1938766" y="60760"/>
                </a:lnTo>
                <a:lnTo>
                  <a:pt x="1913144" y="62132"/>
                </a:lnTo>
                <a:lnTo>
                  <a:pt x="1887522" y="63427"/>
                </a:lnTo>
                <a:lnTo>
                  <a:pt x="1861899" y="64637"/>
                </a:lnTo>
                <a:lnTo>
                  <a:pt x="1836268" y="65780"/>
                </a:lnTo>
                <a:lnTo>
                  <a:pt x="1810636" y="66856"/>
                </a:lnTo>
                <a:lnTo>
                  <a:pt x="1785004" y="67866"/>
                </a:lnTo>
                <a:lnTo>
                  <a:pt x="1759363" y="68818"/>
                </a:lnTo>
                <a:lnTo>
                  <a:pt x="1733721" y="69723"/>
                </a:lnTo>
                <a:lnTo>
                  <a:pt x="1708080" y="70561"/>
                </a:lnTo>
                <a:lnTo>
                  <a:pt x="1682439" y="71352"/>
                </a:lnTo>
                <a:lnTo>
                  <a:pt x="1656798" y="72104"/>
                </a:lnTo>
                <a:lnTo>
                  <a:pt x="1631147" y="72800"/>
                </a:lnTo>
                <a:lnTo>
                  <a:pt x="1605505" y="73447"/>
                </a:lnTo>
                <a:lnTo>
                  <a:pt x="1579855" y="74057"/>
                </a:lnTo>
                <a:lnTo>
                  <a:pt x="1554204" y="74619"/>
                </a:lnTo>
                <a:lnTo>
                  <a:pt x="1528553" y="75143"/>
                </a:lnTo>
                <a:lnTo>
                  <a:pt x="1502902" y="75629"/>
                </a:lnTo>
                <a:lnTo>
                  <a:pt x="1477251" y="76067"/>
                </a:lnTo>
                <a:lnTo>
                  <a:pt x="1451600" y="76476"/>
                </a:lnTo>
                <a:lnTo>
                  <a:pt x="1425950" y="76848"/>
                </a:lnTo>
                <a:lnTo>
                  <a:pt x="1400299" y="77172"/>
                </a:lnTo>
                <a:lnTo>
                  <a:pt x="1374638" y="77467"/>
                </a:lnTo>
                <a:lnTo>
                  <a:pt x="1348988" y="77734"/>
                </a:lnTo>
                <a:lnTo>
                  <a:pt x="1323337" y="77953"/>
                </a:lnTo>
                <a:lnTo>
                  <a:pt x="1297676" y="78143"/>
                </a:lnTo>
                <a:lnTo>
                  <a:pt x="1272026" y="78296"/>
                </a:lnTo>
                <a:lnTo>
                  <a:pt x="1246365" y="78419"/>
                </a:lnTo>
                <a:lnTo>
                  <a:pt x="1220714" y="78505"/>
                </a:lnTo>
                <a:lnTo>
                  <a:pt x="1195054" y="78562"/>
                </a:lnTo>
                <a:lnTo>
                  <a:pt x="1169403" y="78581"/>
                </a:lnTo>
                <a:lnTo>
                  <a:pt x="1143743" y="78562"/>
                </a:lnTo>
                <a:lnTo>
                  <a:pt x="1118092" y="78515"/>
                </a:lnTo>
                <a:lnTo>
                  <a:pt x="1092441" y="78429"/>
                </a:lnTo>
                <a:lnTo>
                  <a:pt x="1066781" y="78315"/>
                </a:lnTo>
                <a:lnTo>
                  <a:pt x="1041130" y="78162"/>
                </a:lnTo>
                <a:lnTo>
                  <a:pt x="1015470" y="77981"/>
                </a:lnTo>
                <a:lnTo>
                  <a:pt x="989819" y="77762"/>
                </a:lnTo>
                <a:lnTo>
                  <a:pt x="964168" y="77505"/>
                </a:lnTo>
                <a:lnTo>
                  <a:pt x="938508" y="77219"/>
                </a:lnTo>
                <a:lnTo>
                  <a:pt x="912857" y="76886"/>
                </a:lnTo>
                <a:lnTo>
                  <a:pt x="887206" y="76524"/>
                </a:lnTo>
                <a:lnTo>
                  <a:pt x="861555" y="76124"/>
                </a:lnTo>
                <a:lnTo>
                  <a:pt x="835904" y="75686"/>
                </a:lnTo>
                <a:lnTo>
                  <a:pt x="810254" y="75209"/>
                </a:lnTo>
                <a:lnTo>
                  <a:pt x="784603" y="74686"/>
                </a:lnTo>
                <a:lnTo>
                  <a:pt x="758952" y="74133"/>
                </a:lnTo>
                <a:lnTo>
                  <a:pt x="733301" y="73533"/>
                </a:lnTo>
                <a:lnTo>
                  <a:pt x="707650" y="72885"/>
                </a:lnTo>
                <a:lnTo>
                  <a:pt x="682009" y="72190"/>
                </a:lnTo>
                <a:lnTo>
                  <a:pt x="656368" y="71457"/>
                </a:lnTo>
                <a:lnTo>
                  <a:pt x="630717" y="70666"/>
                </a:lnTo>
                <a:lnTo>
                  <a:pt x="605076" y="69828"/>
                </a:lnTo>
                <a:lnTo>
                  <a:pt x="579444" y="68942"/>
                </a:lnTo>
                <a:lnTo>
                  <a:pt x="553803" y="67989"/>
                </a:lnTo>
                <a:lnTo>
                  <a:pt x="528171" y="66989"/>
                </a:lnTo>
                <a:lnTo>
                  <a:pt x="502529" y="65923"/>
                </a:lnTo>
                <a:lnTo>
                  <a:pt x="476907" y="64789"/>
                </a:lnTo>
                <a:lnTo>
                  <a:pt x="451275" y="63589"/>
                </a:lnTo>
                <a:lnTo>
                  <a:pt x="425653" y="62303"/>
                </a:lnTo>
                <a:lnTo>
                  <a:pt x="400031" y="60941"/>
                </a:lnTo>
                <a:lnTo>
                  <a:pt x="374418" y="59493"/>
                </a:lnTo>
                <a:lnTo>
                  <a:pt x="348815" y="57950"/>
                </a:lnTo>
                <a:lnTo>
                  <a:pt x="323212" y="56302"/>
                </a:lnTo>
                <a:lnTo>
                  <a:pt x="297618" y="54521"/>
                </a:lnTo>
                <a:lnTo>
                  <a:pt x="272024" y="52635"/>
                </a:lnTo>
                <a:lnTo>
                  <a:pt x="246459" y="50587"/>
                </a:lnTo>
                <a:lnTo>
                  <a:pt x="220894" y="48368"/>
                </a:lnTo>
                <a:lnTo>
                  <a:pt x="195358" y="45958"/>
                </a:lnTo>
                <a:lnTo>
                  <a:pt x="169840" y="43310"/>
                </a:lnTo>
                <a:lnTo>
                  <a:pt x="144351" y="40376"/>
                </a:lnTo>
                <a:lnTo>
                  <a:pt x="118910" y="37081"/>
                </a:lnTo>
                <a:lnTo>
                  <a:pt x="93536" y="33309"/>
                </a:lnTo>
                <a:lnTo>
                  <a:pt x="68266" y="28851"/>
                </a:lnTo>
                <a:lnTo>
                  <a:pt x="43215" y="23327"/>
                </a:lnTo>
                <a:lnTo>
                  <a:pt x="18745" y="15678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36" name="funnel-step-cap-1">
            <a:extLst xmlns:a="http://schemas.openxmlformats.org/drawingml/2006/main">
              <a:ext uri="{FF2B5EF4-FFF2-40B4-BE49-F238E27FC236}">
                <a16:creationId xmlns:a16="http://schemas.microsoft.com/office/drawing/2014/main" id="{D6723ED9-951E-4555-A961-3E352021F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451879" y="3603622"/>
            <a:ext cx="2335482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7EAC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37" name="funnel-step-body-2">
            <a:extLst xmlns:a="http://schemas.openxmlformats.org/drawingml/2006/main">
              <a:ext uri="{FF2B5EF4-FFF2-40B4-BE49-F238E27FC236}">
                <a16:creationId xmlns:a16="http://schemas.microsoft.com/office/drawing/2014/main" id="{1CCC29BC-B1B0-4FF1-84C8-96B831053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833908" y="4940332"/>
            <a:ext cx="1570082" cy="1110425"/>
          </a:xfrm>
          <a:custGeom xmlns:a="http://schemas.openxmlformats.org/drawingml/2006/main">
            <a:pathLst>
              <a:path w="1570082" h="1110425">
                <a:moveTo>
                  <a:pt x="0" y="0"/>
                </a:moveTo>
                <a:lnTo>
                  <a:pt x="6239" y="18536"/>
                </a:lnTo>
                <a:lnTo>
                  <a:pt x="12487" y="37071"/>
                </a:lnTo>
                <a:lnTo>
                  <a:pt x="18726" y="55607"/>
                </a:lnTo>
                <a:lnTo>
                  <a:pt x="24975" y="74133"/>
                </a:lnTo>
                <a:lnTo>
                  <a:pt x="31213" y="92669"/>
                </a:lnTo>
                <a:lnTo>
                  <a:pt x="37462" y="111204"/>
                </a:lnTo>
                <a:lnTo>
                  <a:pt x="43701" y="129740"/>
                </a:lnTo>
                <a:lnTo>
                  <a:pt x="49949" y="148276"/>
                </a:lnTo>
                <a:lnTo>
                  <a:pt x="56188" y="166811"/>
                </a:lnTo>
                <a:lnTo>
                  <a:pt x="62427" y="185347"/>
                </a:lnTo>
                <a:lnTo>
                  <a:pt x="68675" y="203883"/>
                </a:lnTo>
                <a:lnTo>
                  <a:pt x="74914" y="222409"/>
                </a:lnTo>
                <a:lnTo>
                  <a:pt x="81163" y="240944"/>
                </a:lnTo>
                <a:lnTo>
                  <a:pt x="87401" y="259480"/>
                </a:lnTo>
                <a:lnTo>
                  <a:pt x="93650" y="278016"/>
                </a:lnTo>
                <a:lnTo>
                  <a:pt x="99889" y="296551"/>
                </a:lnTo>
                <a:lnTo>
                  <a:pt x="106137" y="315087"/>
                </a:lnTo>
                <a:lnTo>
                  <a:pt x="112376" y="333623"/>
                </a:lnTo>
                <a:lnTo>
                  <a:pt x="118615" y="352149"/>
                </a:lnTo>
                <a:lnTo>
                  <a:pt x="124863" y="370684"/>
                </a:lnTo>
                <a:lnTo>
                  <a:pt x="131102" y="389220"/>
                </a:lnTo>
                <a:lnTo>
                  <a:pt x="137351" y="407756"/>
                </a:lnTo>
                <a:lnTo>
                  <a:pt x="143589" y="426291"/>
                </a:lnTo>
                <a:lnTo>
                  <a:pt x="149838" y="444827"/>
                </a:lnTo>
                <a:lnTo>
                  <a:pt x="156077" y="463363"/>
                </a:lnTo>
                <a:lnTo>
                  <a:pt x="162325" y="481889"/>
                </a:lnTo>
                <a:lnTo>
                  <a:pt x="168564" y="500424"/>
                </a:lnTo>
                <a:lnTo>
                  <a:pt x="174812" y="518960"/>
                </a:lnTo>
                <a:lnTo>
                  <a:pt x="181051" y="537496"/>
                </a:lnTo>
                <a:lnTo>
                  <a:pt x="187290" y="556031"/>
                </a:lnTo>
                <a:lnTo>
                  <a:pt x="193538" y="574567"/>
                </a:lnTo>
                <a:lnTo>
                  <a:pt x="199777" y="593103"/>
                </a:lnTo>
                <a:lnTo>
                  <a:pt x="206026" y="611638"/>
                </a:lnTo>
                <a:lnTo>
                  <a:pt x="212265" y="630164"/>
                </a:lnTo>
                <a:lnTo>
                  <a:pt x="218513" y="648700"/>
                </a:lnTo>
                <a:lnTo>
                  <a:pt x="224752" y="667236"/>
                </a:lnTo>
                <a:lnTo>
                  <a:pt x="231000" y="685771"/>
                </a:lnTo>
                <a:lnTo>
                  <a:pt x="237239" y="704307"/>
                </a:lnTo>
                <a:lnTo>
                  <a:pt x="243478" y="722843"/>
                </a:lnTo>
                <a:lnTo>
                  <a:pt x="249726" y="741378"/>
                </a:lnTo>
                <a:lnTo>
                  <a:pt x="255965" y="759905"/>
                </a:lnTo>
                <a:lnTo>
                  <a:pt x="262214" y="778440"/>
                </a:lnTo>
                <a:lnTo>
                  <a:pt x="268453" y="796976"/>
                </a:lnTo>
                <a:lnTo>
                  <a:pt x="274701" y="815511"/>
                </a:lnTo>
                <a:lnTo>
                  <a:pt x="280940" y="834047"/>
                </a:lnTo>
                <a:lnTo>
                  <a:pt x="287188" y="852583"/>
                </a:lnTo>
                <a:lnTo>
                  <a:pt x="293427" y="871118"/>
                </a:lnTo>
                <a:lnTo>
                  <a:pt x="299666" y="889654"/>
                </a:lnTo>
                <a:lnTo>
                  <a:pt x="305914" y="908180"/>
                </a:lnTo>
                <a:lnTo>
                  <a:pt x="312153" y="926716"/>
                </a:lnTo>
                <a:lnTo>
                  <a:pt x="318402" y="945251"/>
                </a:lnTo>
                <a:lnTo>
                  <a:pt x="324641" y="963787"/>
                </a:lnTo>
                <a:lnTo>
                  <a:pt x="330889" y="982323"/>
                </a:lnTo>
                <a:lnTo>
                  <a:pt x="337128" y="1000858"/>
                </a:lnTo>
                <a:lnTo>
                  <a:pt x="343376" y="1019394"/>
                </a:lnTo>
                <a:lnTo>
                  <a:pt x="348653" y="1038139"/>
                </a:lnTo>
                <a:lnTo>
                  <a:pt x="360845" y="1053074"/>
                </a:lnTo>
                <a:lnTo>
                  <a:pt x="377695" y="1062923"/>
                </a:lnTo>
                <a:lnTo>
                  <a:pt x="395830" y="1070229"/>
                </a:lnTo>
                <a:lnTo>
                  <a:pt x="414490" y="1076068"/>
                </a:lnTo>
                <a:lnTo>
                  <a:pt x="433435" y="1080926"/>
                </a:lnTo>
                <a:lnTo>
                  <a:pt x="452552" y="1085069"/>
                </a:lnTo>
                <a:lnTo>
                  <a:pt x="471773" y="1088660"/>
                </a:lnTo>
                <a:lnTo>
                  <a:pt x="491080" y="1091803"/>
                </a:lnTo>
                <a:lnTo>
                  <a:pt x="510435" y="1094575"/>
                </a:lnTo>
                <a:lnTo>
                  <a:pt x="529838" y="1097032"/>
                </a:lnTo>
                <a:lnTo>
                  <a:pt x="549278" y="1099214"/>
                </a:lnTo>
                <a:lnTo>
                  <a:pt x="568738" y="1101147"/>
                </a:lnTo>
                <a:lnTo>
                  <a:pt x="588216" y="1102843"/>
                </a:lnTo>
                <a:lnTo>
                  <a:pt x="607724" y="1104348"/>
                </a:lnTo>
                <a:lnTo>
                  <a:pt x="627231" y="1105662"/>
                </a:lnTo>
                <a:lnTo>
                  <a:pt x="646757" y="1106795"/>
                </a:lnTo>
                <a:lnTo>
                  <a:pt x="666293" y="1107767"/>
                </a:lnTo>
                <a:lnTo>
                  <a:pt x="685829" y="1108577"/>
                </a:lnTo>
                <a:lnTo>
                  <a:pt x="705374" y="1109234"/>
                </a:lnTo>
                <a:lnTo>
                  <a:pt x="724929" y="1109748"/>
                </a:lnTo>
                <a:lnTo>
                  <a:pt x="744484" y="1110110"/>
                </a:lnTo>
                <a:lnTo>
                  <a:pt x="764038" y="1110339"/>
                </a:lnTo>
                <a:lnTo>
                  <a:pt x="783593" y="1110425"/>
                </a:lnTo>
                <a:lnTo>
                  <a:pt x="803158" y="1110367"/>
                </a:lnTo>
                <a:lnTo>
                  <a:pt x="822712" y="1110167"/>
                </a:lnTo>
                <a:lnTo>
                  <a:pt x="842267" y="1109834"/>
                </a:lnTo>
                <a:lnTo>
                  <a:pt x="861812" y="1109358"/>
                </a:lnTo>
                <a:lnTo>
                  <a:pt x="881367" y="1108729"/>
                </a:lnTo>
                <a:lnTo>
                  <a:pt x="900903" y="1107958"/>
                </a:lnTo>
                <a:lnTo>
                  <a:pt x="920439" y="1107024"/>
                </a:lnTo>
                <a:lnTo>
                  <a:pt x="939965" y="1105919"/>
                </a:lnTo>
                <a:lnTo>
                  <a:pt x="959482" y="1104643"/>
                </a:lnTo>
                <a:lnTo>
                  <a:pt x="978989" y="1103186"/>
                </a:lnTo>
                <a:lnTo>
                  <a:pt x="998477" y="1101528"/>
                </a:lnTo>
                <a:lnTo>
                  <a:pt x="1017937" y="1099642"/>
                </a:lnTo>
                <a:lnTo>
                  <a:pt x="1037387" y="1097528"/>
                </a:lnTo>
                <a:lnTo>
                  <a:pt x="1056789" y="1095137"/>
                </a:lnTo>
                <a:lnTo>
                  <a:pt x="1076163" y="1092432"/>
                </a:lnTo>
                <a:lnTo>
                  <a:pt x="1095480" y="1089374"/>
                </a:lnTo>
                <a:lnTo>
                  <a:pt x="1114720" y="1085888"/>
                </a:lnTo>
                <a:lnTo>
                  <a:pt x="1133866" y="1081878"/>
                </a:lnTo>
                <a:lnTo>
                  <a:pt x="1152849" y="1077192"/>
                </a:lnTo>
                <a:lnTo>
                  <a:pt x="1171594" y="1071601"/>
                </a:lnTo>
                <a:lnTo>
                  <a:pt x="1189873" y="1064676"/>
                </a:lnTo>
                <a:lnTo>
                  <a:pt x="1207132" y="1055522"/>
                </a:lnTo>
                <a:lnTo>
                  <a:pt x="1221010" y="1041978"/>
                </a:lnTo>
                <a:lnTo>
                  <a:pt x="1226706" y="1023414"/>
                </a:lnTo>
                <a:lnTo>
                  <a:pt x="1232954" y="1004878"/>
                </a:lnTo>
                <a:lnTo>
                  <a:pt x="1239193" y="986342"/>
                </a:lnTo>
                <a:lnTo>
                  <a:pt x="1245441" y="967807"/>
                </a:lnTo>
                <a:lnTo>
                  <a:pt x="1251680" y="949271"/>
                </a:lnTo>
                <a:lnTo>
                  <a:pt x="1257919" y="930735"/>
                </a:lnTo>
                <a:lnTo>
                  <a:pt x="1264168" y="912200"/>
                </a:lnTo>
                <a:lnTo>
                  <a:pt x="1270406" y="893674"/>
                </a:lnTo>
                <a:lnTo>
                  <a:pt x="1276655" y="875138"/>
                </a:lnTo>
                <a:lnTo>
                  <a:pt x="1282894" y="856602"/>
                </a:lnTo>
                <a:lnTo>
                  <a:pt x="1289142" y="838067"/>
                </a:lnTo>
                <a:lnTo>
                  <a:pt x="1295381" y="819531"/>
                </a:lnTo>
                <a:lnTo>
                  <a:pt x="1301629" y="800995"/>
                </a:lnTo>
                <a:lnTo>
                  <a:pt x="1307868" y="782460"/>
                </a:lnTo>
                <a:lnTo>
                  <a:pt x="1314117" y="763924"/>
                </a:lnTo>
                <a:lnTo>
                  <a:pt x="1320356" y="745398"/>
                </a:lnTo>
                <a:lnTo>
                  <a:pt x="1326594" y="726862"/>
                </a:lnTo>
                <a:lnTo>
                  <a:pt x="1332843" y="708327"/>
                </a:lnTo>
                <a:lnTo>
                  <a:pt x="1339082" y="689791"/>
                </a:lnTo>
                <a:lnTo>
                  <a:pt x="1345330" y="671255"/>
                </a:lnTo>
                <a:lnTo>
                  <a:pt x="1351569" y="652720"/>
                </a:lnTo>
                <a:lnTo>
                  <a:pt x="1357817" y="634184"/>
                </a:lnTo>
                <a:lnTo>
                  <a:pt x="1364056" y="615658"/>
                </a:lnTo>
                <a:lnTo>
                  <a:pt x="1370305" y="597122"/>
                </a:lnTo>
                <a:lnTo>
                  <a:pt x="1376543" y="578587"/>
                </a:lnTo>
                <a:lnTo>
                  <a:pt x="1382782" y="560051"/>
                </a:lnTo>
                <a:lnTo>
                  <a:pt x="1389031" y="541515"/>
                </a:lnTo>
                <a:lnTo>
                  <a:pt x="1395270" y="522980"/>
                </a:lnTo>
                <a:lnTo>
                  <a:pt x="1401518" y="504444"/>
                </a:lnTo>
                <a:lnTo>
                  <a:pt x="1407757" y="485908"/>
                </a:lnTo>
                <a:lnTo>
                  <a:pt x="1414005" y="467382"/>
                </a:lnTo>
                <a:lnTo>
                  <a:pt x="1420244" y="448847"/>
                </a:lnTo>
                <a:lnTo>
                  <a:pt x="1426493" y="430311"/>
                </a:lnTo>
                <a:lnTo>
                  <a:pt x="1432731" y="411775"/>
                </a:lnTo>
                <a:lnTo>
                  <a:pt x="1438970" y="393240"/>
                </a:lnTo>
                <a:lnTo>
                  <a:pt x="1445219" y="374704"/>
                </a:lnTo>
                <a:lnTo>
                  <a:pt x="1451458" y="356168"/>
                </a:lnTo>
                <a:lnTo>
                  <a:pt x="1457706" y="337642"/>
                </a:lnTo>
                <a:lnTo>
                  <a:pt x="1463945" y="319107"/>
                </a:lnTo>
                <a:lnTo>
                  <a:pt x="1470193" y="300571"/>
                </a:lnTo>
                <a:lnTo>
                  <a:pt x="1476432" y="282035"/>
                </a:lnTo>
                <a:lnTo>
                  <a:pt x="1482681" y="263500"/>
                </a:lnTo>
                <a:lnTo>
                  <a:pt x="1488919" y="244964"/>
                </a:lnTo>
                <a:lnTo>
                  <a:pt x="1495158" y="226428"/>
                </a:lnTo>
                <a:lnTo>
                  <a:pt x="1501407" y="207902"/>
                </a:lnTo>
                <a:lnTo>
                  <a:pt x="1507646" y="189367"/>
                </a:lnTo>
                <a:lnTo>
                  <a:pt x="1513894" y="170831"/>
                </a:lnTo>
                <a:lnTo>
                  <a:pt x="1520133" y="152295"/>
                </a:lnTo>
                <a:lnTo>
                  <a:pt x="1526381" y="133760"/>
                </a:lnTo>
                <a:lnTo>
                  <a:pt x="1532620" y="115224"/>
                </a:lnTo>
                <a:lnTo>
                  <a:pt x="1538869" y="96688"/>
                </a:lnTo>
                <a:lnTo>
                  <a:pt x="1545107" y="78153"/>
                </a:lnTo>
                <a:lnTo>
                  <a:pt x="1551346" y="59627"/>
                </a:lnTo>
                <a:lnTo>
                  <a:pt x="1557595" y="41091"/>
                </a:lnTo>
                <a:lnTo>
                  <a:pt x="1563834" y="22555"/>
                </a:lnTo>
                <a:lnTo>
                  <a:pt x="1570082" y="4020"/>
                </a:lnTo>
                <a:lnTo>
                  <a:pt x="1563548" y="12497"/>
                </a:lnTo>
                <a:lnTo>
                  <a:pt x="1546374" y="21755"/>
                </a:lnTo>
                <a:lnTo>
                  <a:pt x="1527905" y="28146"/>
                </a:lnTo>
                <a:lnTo>
                  <a:pt x="1509008" y="33185"/>
                </a:lnTo>
                <a:lnTo>
                  <a:pt x="1489910" y="37386"/>
                </a:lnTo>
                <a:lnTo>
                  <a:pt x="1470689" y="41024"/>
                </a:lnTo>
                <a:lnTo>
                  <a:pt x="1451400" y="44225"/>
                </a:lnTo>
                <a:lnTo>
                  <a:pt x="1432055" y="47101"/>
                </a:lnTo>
                <a:lnTo>
                  <a:pt x="1412672" y="49701"/>
                </a:lnTo>
                <a:lnTo>
                  <a:pt x="1393260" y="52073"/>
                </a:lnTo>
                <a:lnTo>
                  <a:pt x="1373819" y="54254"/>
                </a:lnTo>
                <a:lnTo>
                  <a:pt x="1354369" y="56264"/>
                </a:lnTo>
                <a:lnTo>
                  <a:pt x="1334900" y="58112"/>
                </a:lnTo>
                <a:lnTo>
                  <a:pt x="1315412" y="59846"/>
                </a:lnTo>
                <a:lnTo>
                  <a:pt x="1295924" y="61455"/>
                </a:lnTo>
                <a:lnTo>
                  <a:pt x="1276426" y="62951"/>
                </a:lnTo>
                <a:lnTo>
                  <a:pt x="1256919" y="64351"/>
                </a:lnTo>
                <a:lnTo>
                  <a:pt x="1237402" y="65665"/>
                </a:lnTo>
                <a:lnTo>
                  <a:pt x="1217886" y="66875"/>
                </a:lnTo>
                <a:lnTo>
                  <a:pt x="1198359" y="68018"/>
                </a:lnTo>
                <a:lnTo>
                  <a:pt x="1178833" y="69085"/>
                </a:lnTo>
                <a:lnTo>
                  <a:pt x="1159297" y="70085"/>
                </a:lnTo>
                <a:lnTo>
                  <a:pt x="1139762" y="71009"/>
                </a:lnTo>
                <a:lnTo>
                  <a:pt x="1120226" y="71866"/>
                </a:lnTo>
                <a:lnTo>
                  <a:pt x="1100680" y="72676"/>
                </a:lnTo>
                <a:lnTo>
                  <a:pt x="1081145" y="73419"/>
                </a:lnTo>
                <a:lnTo>
                  <a:pt x="1061599" y="74105"/>
                </a:lnTo>
                <a:lnTo>
                  <a:pt x="1042045" y="74733"/>
                </a:lnTo>
                <a:lnTo>
                  <a:pt x="1022499" y="75324"/>
                </a:lnTo>
                <a:lnTo>
                  <a:pt x="1002944" y="75848"/>
                </a:lnTo>
                <a:lnTo>
                  <a:pt x="983399" y="76324"/>
                </a:lnTo>
                <a:lnTo>
                  <a:pt x="963844" y="76752"/>
                </a:lnTo>
                <a:lnTo>
                  <a:pt x="944289" y="77133"/>
                </a:lnTo>
                <a:lnTo>
                  <a:pt x="924735" y="77476"/>
                </a:lnTo>
                <a:lnTo>
                  <a:pt x="905180" y="77762"/>
                </a:lnTo>
                <a:lnTo>
                  <a:pt x="885625" y="78010"/>
                </a:lnTo>
                <a:lnTo>
                  <a:pt x="866070" y="78210"/>
                </a:lnTo>
                <a:lnTo>
                  <a:pt x="846506" y="78372"/>
                </a:lnTo>
                <a:lnTo>
                  <a:pt x="826951" y="78486"/>
                </a:lnTo>
                <a:lnTo>
                  <a:pt x="807396" y="78553"/>
                </a:lnTo>
                <a:lnTo>
                  <a:pt x="787841" y="78581"/>
                </a:lnTo>
                <a:lnTo>
                  <a:pt x="768277" y="78562"/>
                </a:lnTo>
                <a:lnTo>
                  <a:pt x="748722" y="78505"/>
                </a:lnTo>
                <a:lnTo>
                  <a:pt x="729167" y="78400"/>
                </a:lnTo>
                <a:lnTo>
                  <a:pt x="709613" y="78248"/>
                </a:lnTo>
                <a:lnTo>
                  <a:pt x="690048" y="78057"/>
                </a:lnTo>
                <a:lnTo>
                  <a:pt x="670493" y="77819"/>
                </a:lnTo>
                <a:lnTo>
                  <a:pt x="650939" y="77543"/>
                </a:lnTo>
                <a:lnTo>
                  <a:pt x="631384" y="77210"/>
                </a:lnTo>
                <a:lnTo>
                  <a:pt x="611829" y="76838"/>
                </a:lnTo>
                <a:lnTo>
                  <a:pt x="592274" y="76419"/>
                </a:lnTo>
                <a:lnTo>
                  <a:pt x="572729" y="75952"/>
                </a:lnTo>
                <a:lnTo>
                  <a:pt x="553174" y="75438"/>
                </a:lnTo>
                <a:lnTo>
                  <a:pt x="533629" y="74867"/>
                </a:lnTo>
                <a:lnTo>
                  <a:pt x="514083" y="74247"/>
                </a:lnTo>
                <a:lnTo>
                  <a:pt x="494528" y="73571"/>
                </a:lnTo>
                <a:lnTo>
                  <a:pt x="474993" y="72838"/>
                </a:lnTo>
                <a:lnTo>
                  <a:pt x="455447" y="72047"/>
                </a:lnTo>
                <a:lnTo>
                  <a:pt x="435912" y="71199"/>
                </a:lnTo>
                <a:lnTo>
                  <a:pt x="416376" y="70285"/>
                </a:lnTo>
                <a:lnTo>
                  <a:pt x="396840" y="69313"/>
                </a:lnTo>
                <a:lnTo>
                  <a:pt x="377314" y="68256"/>
                </a:lnTo>
                <a:lnTo>
                  <a:pt x="357788" y="67132"/>
                </a:lnTo>
                <a:lnTo>
                  <a:pt x="338261" y="65932"/>
                </a:lnTo>
                <a:lnTo>
                  <a:pt x="318745" y="64646"/>
                </a:lnTo>
                <a:lnTo>
                  <a:pt x="299237" y="63265"/>
                </a:lnTo>
                <a:lnTo>
                  <a:pt x="279740" y="61789"/>
                </a:lnTo>
                <a:lnTo>
                  <a:pt x="260242" y="60208"/>
                </a:lnTo>
                <a:lnTo>
                  <a:pt x="240763" y="58503"/>
                </a:lnTo>
                <a:lnTo>
                  <a:pt x="221294" y="56674"/>
                </a:lnTo>
                <a:lnTo>
                  <a:pt x="201835" y="54702"/>
                </a:lnTo>
                <a:lnTo>
                  <a:pt x="182394" y="52559"/>
                </a:lnTo>
                <a:lnTo>
                  <a:pt x="162973" y="50235"/>
                </a:lnTo>
                <a:lnTo>
                  <a:pt x="143580" y="47682"/>
                </a:lnTo>
                <a:lnTo>
                  <a:pt x="124225" y="44882"/>
                </a:lnTo>
                <a:lnTo>
                  <a:pt x="104918" y="41748"/>
                </a:lnTo>
                <a:lnTo>
                  <a:pt x="85687" y="38224"/>
                </a:lnTo>
                <a:lnTo>
                  <a:pt x="66561" y="34157"/>
                </a:lnTo>
                <a:lnTo>
                  <a:pt x="47606" y="29327"/>
                </a:lnTo>
                <a:lnTo>
                  <a:pt x="29004" y="23298"/>
                </a:lnTo>
                <a:lnTo>
                  <a:pt x="11373" y="14916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38" name="funnel-step-cap-2">
            <a:extLst xmlns:a="http://schemas.openxmlformats.org/drawingml/2006/main">
              <a:ext uri="{FF2B5EF4-FFF2-40B4-BE49-F238E27FC236}">
                <a16:creationId xmlns:a16="http://schemas.microsoft.com/office/drawing/2014/main" id="{C9F8FA37-604D-4A2C-8730-B48D8823C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833917" y="4816478"/>
            <a:ext cx="1571406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7EAC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39" name="funnel-flow-arrow">
            <a:extLst xmlns:a="http://schemas.openxmlformats.org/drawingml/2006/main">
              <a:ext uri="{FF2B5EF4-FFF2-40B4-BE49-F238E27FC236}">
                <a16:creationId xmlns:a16="http://schemas.microsoft.com/office/drawing/2014/main" id="{2D11B59B-D158-491D-8A07-F087931BE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52850" y="2466975"/>
            <a:ext cx="1733550" cy="3631121"/>
          </a:xfrm>
          <a:custGeom xmlns:a="http://schemas.openxmlformats.org/drawingml/2006/main">
            <a:pathLst>
              <a:path w="1733550" h="3631121">
                <a:moveTo>
                  <a:pt x="0" y="0"/>
                </a:moveTo>
                <a:lnTo>
                  <a:pt x="0" y="42824"/>
                </a:lnTo>
                <a:lnTo>
                  <a:pt x="8182" y="84763"/>
                </a:lnTo>
                <a:lnTo>
                  <a:pt x="17393" y="126587"/>
                </a:lnTo>
                <a:lnTo>
                  <a:pt x="26613" y="168412"/>
                </a:lnTo>
                <a:lnTo>
                  <a:pt x="35824" y="210236"/>
                </a:lnTo>
                <a:lnTo>
                  <a:pt x="45044" y="252060"/>
                </a:lnTo>
                <a:lnTo>
                  <a:pt x="54254" y="293884"/>
                </a:lnTo>
                <a:lnTo>
                  <a:pt x="63465" y="335709"/>
                </a:lnTo>
                <a:lnTo>
                  <a:pt x="72685" y="377533"/>
                </a:lnTo>
                <a:lnTo>
                  <a:pt x="81896" y="419357"/>
                </a:lnTo>
                <a:lnTo>
                  <a:pt x="91116" y="461181"/>
                </a:lnTo>
                <a:lnTo>
                  <a:pt x="100327" y="503006"/>
                </a:lnTo>
                <a:lnTo>
                  <a:pt x="109538" y="544830"/>
                </a:lnTo>
                <a:lnTo>
                  <a:pt x="118758" y="586654"/>
                </a:lnTo>
                <a:lnTo>
                  <a:pt x="127968" y="628479"/>
                </a:lnTo>
                <a:lnTo>
                  <a:pt x="137189" y="670303"/>
                </a:lnTo>
                <a:lnTo>
                  <a:pt x="146399" y="712127"/>
                </a:lnTo>
                <a:lnTo>
                  <a:pt x="155610" y="753951"/>
                </a:lnTo>
                <a:lnTo>
                  <a:pt x="164830" y="795776"/>
                </a:lnTo>
                <a:lnTo>
                  <a:pt x="174041" y="837600"/>
                </a:lnTo>
                <a:lnTo>
                  <a:pt x="183261" y="879424"/>
                </a:lnTo>
                <a:lnTo>
                  <a:pt x="192472" y="921248"/>
                </a:lnTo>
                <a:lnTo>
                  <a:pt x="201682" y="963073"/>
                </a:lnTo>
                <a:lnTo>
                  <a:pt x="210903" y="1004897"/>
                </a:lnTo>
                <a:lnTo>
                  <a:pt x="220113" y="1046721"/>
                </a:lnTo>
                <a:lnTo>
                  <a:pt x="229324" y="1088546"/>
                </a:lnTo>
                <a:lnTo>
                  <a:pt x="238544" y="1130370"/>
                </a:lnTo>
                <a:lnTo>
                  <a:pt x="247755" y="1172194"/>
                </a:lnTo>
                <a:lnTo>
                  <a:pt x="255813" y="1214247"/>
                </a:lnTo>
                <a:lnTo>
                  <a:pt x="263404" y="1256395"/>
                </a:lnTo>
                <a:lnTo>
                  <a:pt x="270510" y="1298629"/>
                </a:lnTo>
                <a:lnTo>
                  <a:pt x="277578" y="1340872"/>
                </a:lnTo>
                <a:lnTo>
                  <a:pt x="284636" y="1383106"/>
                </a:lnTo>
                <a:lnTo>
                  <a:pt x="291694" y="1425350"/>
                </a:lnTo>
                <a:lnTo>
                  <a:pt x="298761" y="1467593"/>
                </a:lnTo>
                <a:lnTo>
                  <a:pt x="305819" y="1509836"/>
                </a:lnTo>
                <a:lnTo>
                  <a:pt x="312877" y="1552070"/>
                </a:lnTo>
                <a:lnTo>
                  <a:pt x="319945" y="1594314"/>
                </a:lnTo>
                <a:lnTo>
                  <a:pt x="327003" y="1636557"/>
                </a:lnTo>
                <a:lnTo>
                  <a:pt x="334061" y="1678800"/>
                </a:lnTo>
                <a:lnTo>
                  <a:pt x="341128" y="1721034"/>
                </a:lnTo>
                <a:lnTo>
                  <a:pt x="348186" y="1763278"/>
                </a:lnTo>
                <a:lnTo>
                  <a:pt x="355244" y="1805521"/>
                </a:lnTo>
                <a:lnTo>
                  <a:pt x="362312" y="1847764"/>
                </a:lnTo>
                <a:lnTo>
                  <a:pt x="369370" y="1889998"/>
                </a:lnTo>
                <a:lnTo>
                  <a:pt x="376438" y="1932242"/>
                </a:lnTo>
                <a:lnTo>
                  <a:pt x="383496" y="1974485"/>
                </a:lnTo>
                <a:lnTo>
                  <a:pt x="390554" y="2016728"/>
                </a:lnTo>
                <a:lnTo>
                  <a:pt x="397621" y="2058962"/>
                </a:lnTo>
                <a:lnTo>
                  <a:pt x="404679" y="2101205"/>
                </a:lnTo>
                <a:lnTo>
                  <a:pt x="411737" y="2143449"/>
                </a:lnTo>
                <a:lnTo>
                  <a:pt x="418805" y="2185692"/>
                </a:lnTo>
                <a:lnTo>
                  <a:pt x="425863" y="2227926"/>
                </a:lnTo>
                <a:lnTo>
                  <a:pt x="432921" y="2270169"/>
                </a:lnTo>
                <a:lnTo>
                  <a:pt x="439988" y="2312413"/>
                </a:lnTo>
                <a:lnTo>
                  <a:pt x="447046" y="2354656"/>
                </a:lnTo>
                <a:lnTo>
                  <a:pt x="454104" y="2396890"/>
                </a:lnTo>
                <a:lnTo>
                  <a:pt x="460829" y="2439191"/>
                </a:lnTo>
                <a:lnTo>
                  <a:pt x="467506" y="2481491"/>
                </a:lnTo>
                <a:lnTo>
                  <a:pt x="474069" y="2523811"/>
                </a:lnTo>
                <a:lnTo>
                  <a:pt x="480632" y="2566140"/>
                </a:lnTo>
                <a:lnTo>
                  <a:pt x="487185" y="2608459"/>
                </a:lnTo>
                <a:lnTo>
                  <a:pt x="493747" y="2650779"/>
                </a:lnTo>
                <a:lnTo>
                  <a:pt x="500301" y="2693099"/>
                </a:lnTo>
                <a:lnTo>
                  <a:pt x="506863" y="2735428"/>
                </a:lnTo>
                <a:lnTo>
                  <a:pt x="513426" y="2777747"/>
                </a:lnTo>
                <a:lnTo>
                  <a:pt x="519979" y="2820067"/>
                </a:lnTo>
                <a:lnTo>
                  <a:pt x="526542" y="2862386"/>
                </a:lnTo>
                <a:lnTo>
                  <a:pt x="533095" y="2904715"/>
                </a:lnTo>
                <a:lnTo>
                  <a:pt x="539658" y="2947035"/>
                </a:lnTo>
                <a:lnTo>
                  <a:pt x="503501" y="2952750"/>
                </a:lnTo>
                <a:lnTo>
                  <a:pt x="460677" y="2952750"/>
                </a:lnTo>
                <a:lnTo>
                  <a:pt x="417843" y="2952750"/>
                </a:lnTo>
                <a:lnTo>
                  <a:pt x="375018" y="2952750"/>
                </a:lnTo>
                <a:lnTo>
                  <a:pt x="332194" y="2952750"/>
                </a:lnTo>
                <a:lnTo>
                  <a:pt x="289370" y="2952750"/>
                </a:lnTo>
                <a:lnTo>
                  <a:pt x="246536" y="2952750"/>
                </a:lnTo>
                <a:lnTo>
                  <a:pt x="225628" y="2962170"/>
                </a:lnTo>
                <a:lnTo>
                  <a:pt x="255089" y="2993250"/>
                </a:lnTo>
                <a:lnTo>
                  <a:pt x="284550" y="3024340"/>
                </a:lnTo>
                <a:lnTo>
                  <a:pt x="314011" y="3055420"/>
                </a:lnTo>
                <a:lnTo>
                  <a:pt x="343481" y="3086500"/>
                </a:lnTo>
                <a:lnTo>
                  <a:pt x="372942" y="3117580"/>
                </a:lnTo>
                <a:lnTo>
                  <a:pt x="402403" y="3148660"/>
                </a:lnTo>
                <a:lnTo>
                  <a:pt x="431864" y="3179750"/>
                </a:lnTo>
                <a:lnTo>
                  <a:pt x="461334" y="3210830"/>
                </a:lnTo>
                <a:lnTo>
                  <a:pt x="490795" y="3241910"/>
                </a:lnTo>
                <a:lnTo>
                  <a:pt x="520256" y="3272990"/>
                </a:lnTo>
                <a:lnTo>
                  <a:pt x="549716" y="3304070"/>
                </a:lnTo>
                <a:lnTo>
                  <a:pt x="579187" y="3335160"/>
                </a:lnTo>
                <a:lnTo>
                  <a:pt x="608648" y="3366240"/>
                </a:lnTo>
                <a:lnTo>
                  <a:pt x="638108" y="3397320"/>
                </a:lnTo>
                <a:lnTo>
                  <a:pt x="667569" y="3428400"/>
                </a:lnTo>
                <a:lnTo>
                  <a:pt x="697040" y="3459480"/>
                </a:lnTo>
                <a:lnTo>
                  <a:pt x="726500" y="3490570"/>
                </a:lnTo>
                <a:lnTo>
                  <a:pt x="755961" y="3521650"/>
                </a:lnTo>
                <a:lnTo>
                  <a:pt x="785422" y="3552730"/>
                </a:lnTo>
                <a:lnTo>
                  <a:pt x="814892" y="3583810"/>
                </a:lnTo>
                <a:lnTo>
                  <a:pt x="844353" y="3614890"/>
                </a:lnTo>
                <a:lnTo>
                  <a:pt x="873814" y="3631121"/>
                </a:lnTo>
                <a:lnTo>
                  <a:pt x="903275" y="3600040"/>
                </a:lnTo>
                <a:lnTo>
                  <a:pt x="932736" y="3568960"/>
                </a:lnTo>
                <a:lnTo>
                  <a:pt x="962206" y="3537880"/>
                </a:lnTo>
                <a:lnTo>
                  <a:pt x="991667" y="3506800"/>
                </a:lnTo>
                <a:lnTo>
                  <a:pt x="1021128" y="3475711"/>
                </a:lnTo>
                <a:lnTo>
                  <a:pt x="1050588" y="3444631"/>
                </a:lnTo>
                <a:lnTo>
                  <a:pt x="1080059" y="3413550"/>
                </a:lnTo>
                <a:lnTo>
                  <a:pt x="1109520" y="3382470"/>
                </a:lnTo>
                <a:lnTo>
                  <a:pt x="1138980" y="3351390"/>
                </a:lnTo>
                <a:lnTo>
                  <a:pt x="1168441" y="3320301"/>
                </a:lnTo>
                <a:lnTo>
                  <a:pt x="1197912" y="3289221"/>
                </a:lnTo>
                <a:lnTo>
                  <a:pt x="1227372" y="3258141"/>
                </a:lnTo>
                <a:lnTo>
                  <a:pt x="1256833" y="3227060"/>
                </a:lnTo>
                <a:lnTo>
                  <a:pt x="1286294" y="3195980"/>
                </a:lnTo>
                <a:lnTo>
                  <a:pt x="1315764" y="3164891"/>
                </a:lnTo>
                <a:lnTo>
                  <a:pt x="1345225" y="3133811"/>
                </a:lnTo>
                <a:lnTo>
                  <a:pt x="1374686" y="3102731"/>
                </a:lnTo>
                <a:lnTo>
                  <a:pt x="1404147" y="3071651"/>
                </a:lnTo>
                <a:lnTo>
                  <a:pt x="1433617" y="3040571"/>
                </a:lnTo>
                <a:lnTo>
                  <a:pt x="1463078" y="3009481"/>
                </a:lnTo>
                <a:lnTo>
                  <a:pt x="1492539" y="2978401"/>
                </a:lnTo>
                <a:lnTo>
                  <a:pt x="1509379" y="2952750"/>
                </a:lnTo>
                <a:lnTo>
                  <a:pt x="1466545" y="2952750"/>
                </a:lnTo>
                <a:lnTo>
                  <a:pt x="1423721" y="2952750"/>
                </a:lnTo>
                <a:lnTo>
                  <a:pt x="1380896" y="2952750"/>
                </a:lnTo>
                <a:lnTo>
                  <a:pt x="1338062" y="2952750"/>
                </a:lnTo>
                <a:lnTo>
                  <a:pt x="1295238" y="2952750"/>
                </a:lnTo>
                <a:lnTo>
                  <a:pt x="1252414" y="2952750"/>
                </a:lnTo>
                <a:lnTo>
                  <a:pt x="1209589" y="2952750"/>
                </a:lnTo>
                <a:lnTo>
                  <a:pt x="1197026" y="2926813"/>
                </a:lnTo>
                <a:lnTo>
                  <a:pt x="1203589" y="2884494"/>
                </a:lnTo>
                <a:lnTo>
                  <a:pt x="1210142" y="2842165"/>
                </a:lnTo>
                <a:lnTo>
                  <a:pt x="1216704" y="2799845"/>
                </a:lnTo>
                <a:lnTo>
                  <a:pt x="1223258" y="2757526"/>
                </a:lnTo>
                <a:lnTo>
                  <a:pt x="1229820" y="2715206"/>
                </a:lnTo>
                <a:lnTo>
                  <a:pt x="1236383" y="2672877"/>
                </a:lnTo>
                <a:lnTo>
                  <a:pt x="1242936" y="2630557"/>
                </a:lnTo>
                <a:lnTo>
                  <a:pt x="1249499" y="2588238"/>
                </a:lnTo>
                <a:lnTo>
                  <a:pt x="1256052" y="2545918"/>
                </a:lnTo>
                <a:lnTo>
                  <a:pt x="1262615" y="2503589"/>
                </a:lnTo>
                <a:lnTo>
                  <a:pt x="1269216" y="2461279"/>
                </a:lnTo>
                <a:lnTo>
                  <a:pt x="1275931" y="2418979"/>
                </a:lnTo>
                <a:lnTo>
                  <a:pt x="1282817" y="2376707"/>
                </a:lnTo>
                <a:lnTo>
                  <a:pt x="1289875" y="2334473"/>
                </a:lnTo>
                <a:lnTo>
                  <a:pt x="1296943" y="2292229"/>
                </a:lnTo>
                <a:lnTo>
                  <a:pt x="1304001" y="2249986"/>
                </a:lnTo>
                <a:lnTo>
                  <a:pt x="1311059" y="2207743"/>
                </a:lnTo>
                <a:lnTo>
                  <a:pt x="1318127" y="2165509"/>
                </a:lnTo>
                <a:lnTo>
                  <a:pt x="1325185" y="2123265"/>
                </a:lnTo>
                <a:lnTo>
                  <a:pt x="1332243" y="2081022"/>
                </a:lnTo>
                <a:lnTo>
                  <a:pt x="1339310" y="2038779"/>
                </a:lnTo>
                <a:lnTo>
                  <a:pt x="1346368" y="1996545"/>
                </a:lnTo>
                <a:lnTo>
                  <a:pt x="1353426" y="1954301"/>
                </a:lnTo>
                <a:lnTo>
                  <a:pt x="1360494" y="1912058"/>
                </a:lnTo>
                <a:lnTo>
                  <a:pt x="1367552" y="1869815"/>
                </a:lnTo>
                <a:lnTo>
                  <a:pt x="1374610" y="1827581"/>
                </a:lnTo>
                <a:lnTo>
                  <a:pt x="1381677" y="1785337"/>
                </a:lnTo>
                <a:lnTo>
                  <a:pt x="1388735" y="1743094"/>
                </a:lnTo>
                <a:lnTo>
                  <a:pt x="1395803" y="1700851"/>
                </a:lnTo>
                <a:lnTo>
                  <a:pt x="1402861" y="1658617"/>
                </a:lnTo>
                <a:lnTo>
                  <a:pt x="1409919" y="1616373"/>
                </a:lnTo>
                <a:lnTo>
                  <a:pt x="1416987" y="1574130"/>
                </a:lnTo>
                <a:lnTo>
                  <a:pt x="1424045" y="1531887"/>
                </a:lnTo>
                <a:lnTo>
                  <a:pt x="1431103" y="1489653"/>
                </a:lnTo>
                <a:lnTo>
                  <a:pt x="1438170" y="1447409"/>
                </a:lnTo>
                <a:lnTo>
                  <a:pt x="1445228" y="1405166"/>
                </a:lnTo>
                <a:lnTo>
                  <a:pt x="1452286" y="1362923"/>
                </a:lnTo>
                <a:lnTo>
                  <a:pt x="1459354" y="1320689"/>
                </a:lnTo>
                <a:lnTo>
                  <a:pt x="1466412" y="1278446"/>
                </a:lnTo>
                <a:lnTo>
                  <a:pt x="1473775" y="1236259"/>
                </a:lnTo>
                <a:lnTo>
                  <a:pt x="1481366" y="1194102"/>
                </a:lnTo>
                <a:lnTo>
                  <a:pt x="1490196" y="1152201"/>
                </a:lnTo>
                <a:lnTo>
                  <a:pt x="1499406" y="1110377"/>
                </a:lnTo>
                <a:lnTo>
                  <a:pt x="1508627" y="1068562"/>
                </a:lnTo>
                <a:lnTo>
                  <a:pt x="1517837" y="1026738"/>
                </a:lnTo>
                <a:lnTo>
                  <a:pt x="1527058" y="984914"/>
                </a:lnTo>
                <a:lnTo>
                  <a:pt x="1536268" y="943089"/>
                </a:lnTo>
                <a:lnTo>
                  <a:pt x="1545479" y="901265"/>
                </a:lnTo>
                <a:lnTo>
                  <a:pt x="1554699" y="859441"/>
                </a:lnTo>
                <a:lnTo>
                  <a:pt x="1563910" y="817616"/>
                </a:lnTo>
                <a:lnTo>
                  <a:pt x="1573130" y="775792"/>
                </a:lnTo>
                <a:lnTo>
                  <a:pt x="1582341" y="733968"/>
                </a:lnTo>
                <a:lnTo>
                  <a:pt x="1591551" y="692144"/>
                </a:lnTo>
                <a:lnTo>
                  <a:pt x="1600772" y="650319"/>
                </a:lnTo>
                <a:lnTo>
                  <a:pt x="1609982" y="608495"/>
                </a:lnTo>
                <a:lnTo>
                  <a:pt x="1619202" y="566671"/>
                </a:lnTo>
                <a:lnTo>
                  <a:pt x="1628413" y="524847"/>
                </a:lnTo>
                <a:lnTo>
                  <a:pt x="1637624" y="483022"/>
                </a:lnTo>
                <a:lnTo>
                  <a:pt x="1646844" y="441198"/>
                </a:lnTo>
                <a:lnTo>
                  <a:pt x="1656055" y="399374"/>
                </a:lnTo>
                <a:lnTo>
                  <a:pt x="1665265" y="357549"/>
                </a:lnTo>
                <a:lnTo>
                  <a:pt x="1674485" y="315725"/>
                </a:lnTo>
                <a:lnTo>
                  <a:pt x="1683696" y="273901"/>
                </a:lnTo>
                <a:lnTo>
                  <a:pt x="1692916" y="232077"/>
                </a:lnTo>
                <a:lnTo>
                  <a:pt x="1702127" y="190252"/>
                </a:lnTo>
                <a:lnTo>
                  <a:pt x="1711338" y="148428"/>
                </a:lnTo>
                <a:lnTo>
                  <a:pt x="1720558" y="106604"/>
                </a:lnTo>
                <a:lnTo>
                  <a:pt x="1729769" y="64780"/>
                </a:lnTo>
                <a:lnTo>
                  <a:pt x="1733550" y="22365"/>
                </a:lnTo>
                <a:lnTo>
                  <a:pt x="1713090" y="0"/>
                </a:lnTo>
                <a:lnTo>
                  <a:pt x="1670256" y="0"/>
                </a:lnTo>
                <a:lnTo>
                  <a:pt x="1627432" y="0"/>
                </a:lnTo>
                <a:lnTo>
                  <a:pt x="1584608" y="0"/>
                </a:lnTo>
                <a:lnTo>
                  <a:pt x="1541774" y="0"/>
                </a:lnTo>
                <a:lnTo>
                  <a:pt x="1498949" y="0"/>
                </a:lnTo>
                <a:lnTo>
                  <a:pt x="1456125" y="0"/>
                </a:lnTo>
                <a:lnTo>
                  <a:pt x="1413291" y="0"/>
                </a:lnTo>
                <a:lnTo>
                  <a:pt x="1370467" y="0"/>
                </a:lnTo>
                <a:lnTo>
                  <a:pt x="1327642" y="0"/>
                </a:lnTo>
                <a:lnTo>
                  <a:pt x="1284818" y="0"/>
                </a:lnTo>
                <a:lnTo>
                  <a:pt x="1241984" y="0"/>
                </a:lnTo>
                <a:lnTo>
                  <a:pt x="1199159" y="0"/>
                </a:lnTo>
                <a:lnTo>
                  <a:pt x="1156335" y="0"/>
                </a:lnTo>
                <a:lnTo>
                  <a:pt x="1113501" y="0"/>
                </a:lnTo>
                <a:lnTo>
                  <a:pt x="1070677" y="0"/>
                </a:lnTo>
                <a:lnTo>
                  <a:pt x="1027852" y="0"/>
                </a:lnTo>
                <a:lnTo>
                  <a:pt x="985028" y="0"/>
                </a:lnTo>
                <a:lnTo>
                  <a:pt x="942194" y="0"/>
                </a:lnTo>
                <a:lnTo>
                  <a:pt x="899370" y="0"/>
                </a:lnTo>
                <a:lnTo>
                  <a:pt x="856545" y="0"/>
                </a:lnTo>
                <a:lnTo>
                  <a:pt x="813711" y="0"/>
                </a:lnTo>
                <a:lnTo>
                  <a:pt x="770887" y="0"/>
                </a:lnTo>
                <a:lnTo>
                  <a:pt x="728062" y="0"/>
                </a:lnTo>
                <a:lnTo>
                  <a:pt x="685238" y="0"/>
                </a:lnTo>
                <a:lnTo>
                  <a:pt x="642404" y="0"/>
                </a:lnTo>
                <a:lnTo>
                  <a:pt x="599580" y="0"/>
                </a:lnTo>
                <a:lnTo>
                  <a:pt x="556755" y="0"/>
                </a:lnTo>
                <a:lnTo>
                  <a:pt x="513921" y="0"/>
                </a:lnTo>
                <a:lnTo>
                  <a:pt x="471097" y="0"/>
                </a:lnTo>
                <a:lnTo>
                  <a:pt x="428273" y="0"/>
                </a:lnTo>
                <a:lnTo>
                  <a:pt x="385448" y="0"/>
                </a:lnTo>
                <a:lnTo>
                  <a:pt x="342614" y="0"/>
                </a:lnTo>
                <a:lnTo>
                  <a:pt x="299790" y="0"/>
                </a:lnTo>
                <a:lnTo>
                  <a:pt x="256965" y="0"/>
                </a:lnTo>
                <a:lnTo>
                  <a:pt x="214132" y="0"/>
                </a:lnTo>
                <a:lnTo>
                  <a:pt x="171307" y="0"/>
                </a:lnTo>
                <a:lnTo>
                  <a:pt x="128483" y="0"/>
                </a:lnTo>
                <a:lnTo>
                  <a:pt x="85658" y="0"/>
                </a:lnTo>
                <a:lnTo>
                  <a:pt x="42824" y="0"/>
                </a:lnTo>
                <a:lnTo>
                  <a:pt x="0" y="0"/>
                </a:lnTo>
                <a:close/>
              </a:path>
            </a:pathLst>
          </a:custGeom>
          <a:gradFill xmlns:a="http://schemas.openxmlformats.org/drawingml/2006/main">
            <a:gsLst>
              <a:gs pos="0">
                <a:srgbClr val="000000"/>
              </a:gs>
              <a:gs pos="42">
                <a:srgbClr val="B8D8F2">
                  <a:alpha val="16000"/>
                </a:srgbClr>
              </a:gs>
              <a:gs pos="76">
                <a:srgbClr val="8FC4EE">
                  <a:alpha val="32000"/>
                </a:srgbClr>
              </a:gs>
              <a:gs pos="100">
                <a:srgbClr val="72B3E8">
                  <a:alpha val="52000"/>
                </a:srgbClr>
              </a:gs>
            </a:gsLst>
            <a:lin ang="10800000"/>
          </a:gradFill>
          <a:ln xmlns:a="http://schemas.openxmlformats.org/drawingml/2006/main" w="9525">
            <a:noFill/>
            <a:prstDash val="solid"/>
          </a:ln>
        </p:spPr>
      </p:sp>
      <p:sp>
        <p:nvSpPr>
          <p:cNvPr id="40" name="phase-label-0">
            <a:extLst xmlns:a="http://schemas.openxmlformats.org/drawingml/2006/main">
              <a:ext uri="{FF2B5EF4-FFF2-40B4-BE49-F238E27FC236}">
                <a16:creationId xmlns:a16="http://schemas.microsoft.com/office/drawing/2014/main" id="{3C7245A7-5A13-4C76-8E12-2EF3E39BA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1638300"/>
            <a:ext cx="228600" cy="205099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阶段一</a:t>
            </a:r>
          </a:p>
        </p:txBody>
      </p:sp>
      <p:sp>
        <p:nvSpPr>
          <p:cNvPr id="41" name="phase-label-1">
            <a:extLst xmlns:a="http://schemas.openxmlformats.org/drawingml/2006/main">
              <a:ext uri="{FF2B5EF4-FFF2-40B4-BE49-F238E27FC236}">
                <a16:creationId xmlns:a16="http://schemas.microsoft.com/office/drawing/2014/main" id="{7268DCF8-4308-44A5-82D5-22C3D50C6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3689299"/>
            <a:ext cx="228600" cy="25208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阶段二</a:t>
            </a:r>
          </a:p>
        </p:txBody>
      </p:sp>
      <p:sp>
        <p:nvSpPr>
          <p:cNvPr id="42" name="funnel-step-title-0">
            <a:extLst xmlns:a="http://schemas.openxmlformats.org/drawingml/2006/main">
              <a:ext uri="{FF2B5EF4-FFF2-40B4-BE49-F238E27FC236}">
                <a16:creationId xmlns:a16="http://schemas.microsoft.com/office/drawing/2014/main" id="{5B980A44-20A3-47E7-8002-79DFA64C3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528117" y="2944711"/>
            <a:ext cx="2183016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3600"/>
              </a:lnSpc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广泛触达</a:t>
            </a:r>
          </a:p>
        </p:txBody>
      </p:sp>
      <p:sp>
        <p:nvSpPr>
          <p:cNvPr id="43" name="funnel-step-title-1">
            <a:extLst xmlns:a="http://schemas.openxmlformats.org/drawingml/2006/main">
              <a:ext uri="{FF2B5EF4-FFF2-40B4-BE49-F238E27FC236}">
                <a16:creationId xmlns:a16="http://schemas.microsoft.com/office/drawing/2014/main" id="{E16B7E71-644F-4A65-8EB7-CE20D89A0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10165" y="4157663"/>
            <a:ext cx="141893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3600"/>
              </a:lnSpc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兴趣识别</a:t>
            </a:r>
          </a:p>
        </p:txBody>
      </p:sp>
      <p:sp>
        <p:nvSpPr>
          <p:cNvPr id="44" name="funnel-step-title-2">
            <a:extLst xmlns:a="http://schemas.openxmlformats.org/drawingml/2006/main">
              <a:ext uri="{FF2B5EF4-FFF2-40B4-BE49-F238E27FC236}">
                <a16:creationId xmlns:a16="http://schemas.microsoft.com/office/drawing/2014/main" id="{ECF2C795-B083-4CE0-84D5-AC1E74FAB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200525" y="5370462"/>
            <a:ext cx="8382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意向培育</a:t>
            </a:r>
          </a:p>
        </p:txBody>
      </p:sp>
      <p:sp>
        <p:nvSpPr>
          <p:cNvPr id="45" name="input-core-0">
            <a:extLst xmlns:a="http://schemas.openxmlformats.org/drawingml/2006/main">
              <a:ext uri="{FF2B5EF4-FFF2-40B4-BE49-F238E27FC236}">
                <a16:creationId xmlns:a16="http://schemas.microsoft.com/office/drawing/2014/main" id="{292390F8-D1FC-411A-8669-755282002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676650" y="190500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23"/>
          <a:fontRef xmlns:a="http://schemas.openxmlformats.org/drawingml/2006/main" idx="major"/>
        </p:style>
      </p:sp>
      <p:pic>
        <p:nvPicPr>
          <p:cNvPr id="9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95ffd7bddec482f">
            <a:extLst>
              <a:ext uri="{96DAC541-7B7A-43D3-8B79-37D633B846F1}">
                <asvg:svgBlip xmlns:asvg="http://schemas.microsoft.com/office/drawing/2016/SVG/main" r:embed="R0b3b40d0e122438f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3771900" y="2000250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47" name="input-core-1">
            <a:extLst xmlns:a="http://schemas.openxmlformats.org/drawingml/2006/main">
              <a:ext uri="{FF2B5EF4-FFF2-40B4-BE49-F238E27FC236}">
                <a16:creationId xmlns:a16="http://schemas.microsoft.com/office/drawing/2014/main" id="{D4B8C631-B395-4410-AD56-8C862A47B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133975" y="1743075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23"/>
          <a:fontRef xmlns:a="http://schemas.openxmlformats.org/drawingml/2006/main" idx="major"/>
        </p:style>
      </p:sp>
      <p:pic>
        <p:nvPicPr>
          <p:cNvPr id="9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0394604f6f34b0f">
            <a:extLst>
              <a:ext uri="{96DAC541-7B7A-43D3-8B79-37D633B846F1}">
                <asvg:svgBlip xmlns:asvg="http://schemas.microsoft.com/office/drawing/2016/SVG/main" r:embed="R618f04131c1b465e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5229225" y="1838325"/>
            <a:ext cx="209550" cy="2095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31088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1" name="phase-band-0">
            <a:extLst xmlns:a="http://schemas.openxmlformats.org/drawingml/2006/main">
              <a:ext uri="{FF2B5EF4-FFF2-40B4-BE49-F238E27FC236}">
                <a16:creationId xmlns:a16="http://schemas.microsoft.com/office/drawing/2014/main" id="{D5CB9202-6A41-4343-8D54-87F27DC9F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1638300"/>
            <a:ext cx="11144250" cy="205099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phase-band-1">
            <a:extLst xmlns:a="http://schemas.openxmlformats.org/drawingml/2006/main">
              <a:ext uri="{FF2B5EF4-FFF2-40B4-BE49-F238E27FC236}">
                <a16:creationId xmlns:a16="http://schemas.microsoft.com/office/drawing/2014/main" id="{193EC323-812A-4076-94D5-01A33F8DF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3689299"/>
            <a:ext cx="11144250" cy="25208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38100">
            <a:solidFill>
              <a:srgbClr val="FFFFFF"/>
            </a:solidFill>
            <a:prstDash val="solid"/>
          </a:ln>
        </p:spPr>
      </p:sp>
      <p:sp>
        <p:nvSpPr>
          <p:cNvPr id="3" name="phase-rail-0">
            <a:extLst xmlns:a="http://schemas.openxmlformats.org/drawingml/2006/main">
              <a:ext uri="{FF2B5EF4-FFF2-40B4-BE49-F238E27FC236}">
                <a16:creationId xmlns:a16="http://schemas.microsoft.com/office/drawing/2014/main" id="{E8ED99B6-A5CE-4238-A794-364F125B2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1638300"/>
            <a:ext cx="514350" cy="2046494"/>
          </a:xfrm>
          <a:custGeom xmlns:a="http://schemas.openxmlformats.org/drawingml/2006/main">
            <a:pathLst>
              <a:path w="514350" h="2046494">
                <a:moveTo>
                  <a:pt x="0" y="0"/>
                </a:moveTo>
                <a:lnTo>
                  <a:pt x="20498" y="0"/>
                </a:lnTo>
                <a:lnTo>
                  <a:pt x="40996" y="0"/>
                </a:lnTo>
                <a:lnTo>
                  <a:pt x="61493" y="0"/>
                </a:lnTo>
                <a:lnTo>
                  <a:pt x="81982" y="0"/>
                </a:lnTo>
                <a:lnTo>
                  <a:pt x="102479" y="0"/>
                </a:lnTo>
                <a:lnTo>
                  <a:pt x="122977" y="0"/>
                </a:lnTo>
                <a:lnTo>
                  <a:pt x="143475" y="0"/>
                </a:lnTo>
                <a:lnTo>
                  <a:pt x="163973" y="0"/>
                </a:lnTo>
                <a:lnTo>
                  <a:pt x="184471" y="0"/>
                </a:lnTo>
                <a:lnTo>
                  <a:pt x="204959" y="0"/>
                </a:lnTo>
                <a:lnTo>
                  <a:pt x="225457" y="0"/>
                </a:lnTo>
                <a:lnTo>
                  <a:pt x="245955" y="0"/>
                </a:lnTo>
                <a:lnTo>
                  <a:pt x="266452" y="0"/>
                </a:lnTo>
                <a:lnTo>
                  <a:pt x="286950" y="0"/>
                </a:lnTo>
                <a:lnTo>
                  <a:pt x="307448" y="0"/>
                </a:lnTo>
                <a:lnTo>
                  <a:pt x="327936" y="0"/>
                </a:lnTo>
                <a:lnTo>
                  <a:pt x="348434" y="0"/>
                </a:lnTo>
                <a:lnTo>
                  <a:pt x="368932" y="0"/>
                </a:lnTo>
                <a:lnTo>
                  <a:pt x="389430" y="0"/>
                </a:lnTo>
                <a:lnTo>
                  <a:pt x="409927" y="0"/>
                </a:lnTo>
                <a:lnTo>
                  <a:pt x="430425" y="0"/>
                </a:lnTo>
                <a:lnTo>
                  <a:pt x="450914" y="0"/>
                </a:lnTo>
                <a:lnTo>
                  <a:pt x="471411" y="0"/>
                </a:lnTo>
                <a:lnTo>
                  <a:pt x="491909" y="0"/>
                </a:lnTo>
                <a:lnTo>
                  <a:pt x="512407" y="0"/>
                </a:lnTo>
                <a:lnTo>
                  <a:pt x="514350" y="18555"/>
                </a:lnTo>
                <a:lnTo>
                  <a:pt x="514350" y="39043"/>
                </a:lnTo>
                <a:lnTo>
                  <a:pt x="514350" y="59541"/>
                </a:lnTo>
                <a:lnTo>
                  <a:pt x="514350" y="80039"/>
                </a:lnTo>
                <a:lnTo>
                  <a:pt x="514350" y="100536"/>
                </a:lnTo>
                <a:lnTo>
                  <a:pt x="514350" y="121034"/>
                </a:lnTo>
                <a:lnTo>
                  <a:pt x="514350" y="141522"/>
                </a:lnTo>
                <a:lnTo>
                  <a:pt x="514350" y="162020"/>
                </a:lnTo>
                <a:lnTo>
                  <a:pt x="514350" y="182518"/>
                </a:lnTo>
                <a:lnTo>
                  <a:pt x="514350" y="203016"/>
                </a:lnTo>
                <a:lnTo>
                  <a:pt x="514350" y="223504"/>
                </a:lnTo>
                <a:lnTo>
                  <a:pt x="514350" y="244002"/>
                </a:lnTo>
                <a:lnTo>
                  <a:pt x="514350" y="264500"/>
                </a:lnTo>
                <a:lnTo>
                  <a:pt x="514350" y="284998"/>
                </a:lnTo>
                <a:lnTo>
                  <a:pt x="514350" y="305495"/>
                </a:lnTo>
                <a:lnTo>
                  <a:pt x="514350" y="325984"/>
                </a:lnTo>
                <a:lnTo>
                  <a:pt x="514350" y="346481"/>
                </a:lnTo>
                <a:lnTo>
                  <a:pt x="514350" y="366979"/>
                </a:lnTo>
                <a:lnTo>
                  <a:pt x="514350" y="387477"/>
                </a:lnTo>
                <a:lnTo>
                  <a:pt x="514350" y="407975"/>
                </a:lnTo>
                <a:lnTo>
                  <a:pt x="514350" y="428463"/>
                </a:lnTo>
                <a:lnTo>
                  <a:pt x="514350" y="448961"/>
                </a:lnTo>
                <a:lnTo>
                  <a:pt x="514350" y="469459"/>
                </a:lnTo>
                <a:lnTo>
                  <a:pt x="514350" y="489956"/>
                </a:lnTo>
                <a:lnTo>
                  <a:pt x="514350" y="510445"/>
                </a:lnTo>
                <a:lnTo>
                  <a:pt x="514350" y="530943"/>
                </a:lnTo>
                <a:lnTo>
                  <a:pt x="514350" y="551440"/>
                </a:lnTo>
                <a:lnTo>
                  <a:pt x="514350" y="571938"/>
                </a:lnTo>
                <a:lnTo>
                  <a:pt x="514350" y="592436"/>
                </a:lnTo>
                <a:lnTo>
                  <a:pt x="514350" y="612924"/>
                </a:lnTo>
                <a:lnTo>
                  <a:pt x="514350" y="633422"/>
                </a:lnTo>
                <a:lnTo>
                  <a:pt x="514350" y="653920"/>
                </a:lnTo>
                <a:lnTo>
                  <a:pt x="514350" y="674418"/>
                </a:lnTo>
                <a:lnTo>
                  <a:pt x="514350" y="694915"/>
                </a:lnTo>
                <a:lnTo>
                  <a:pt x="514350" y="715404"/>
                </a:lnTo>
                <a:lnTo>
                  <a:pt x="514350" y="735902"/>
                </a:lnTo>
                <a:lnTo>
                  <a:pt x="514350" y="756399"/>
                </a:lnTo>
                <a:lnTo>
                  <a:pt x="514350" y="776897"/>
                </a:lnTo>
                <a:lnTo>
                  <a:pt x="514350" y="797385"/>
                </a:lnTo>
                <a:lnTo>
                  <a:pt x="514350" y="817883"/>
                </a:lnTo>
                <a:lnTo>
                  <a:pt x="514350" y="838381"/>
                </a:lnTo>
                <a:lnTo>
                  <a:pt x="514350" y="858879"/>
                </a:lnTo>
                <a:lnTo>
                  <a:pt x="514350" y="879377"/>
                </a:lnTo>
                <a:lnTo>
                  <a:pt x="514350" y="899865"/>
                </a:lnTo>
                <a:lnTo>
                  <a:pt x="514350" y="920363"/>
                </a:lnTo>
                <a:lnTo>
                  <a:pt x="514350" y="940860"/>
                </a:lnTo>
                <a:lnTo>
                  <a:pt x="514350" y="961358"/>
                </a:lnTo>
                <a:lnTo>
                  <a:pt x="514350" y="981847"/>
                </a:lnTo>
                <a:lnTo>
                  <a:pt x="514350" y="1002344"/>
                </a:lnTo>
                <a:lnTo>
                  <a:pt x="514350" y="1022842"/>
                </a:lnTo>
                <a:lnTo>
                  <a:pt x="514350" y="1043340"/>
                </a:lnTo>
                <a:lnTo>
                  <a:pt x="514350" y="1063838"/>
                </a:lnTo>
                <a:lnTo>
                  <a:pt x="514350" y="1084326"/>
                </a:lnTo>
                <a:lnTo>
                  <a:pt x="514350" y="1104824"/>
                </a:lnTo>
                <a:lnTo>
                  <a:pt x="514350" y="1125322"/>
                </a:lnTo>
                <a:lnTo>
                  <a:pt x="514350" y="1145819"/>
                </a:lnTo>
                <a:lnTo>
                  <a:pt x="514350" y="1166317"/>
                </a:lnTo>
                <a:lnTo>
                  <a:pt x="514350" y="1186805"/>
                </a:lnTo>
                <a:lnTo>
                  <a:pt x="514350" y="1207303"/>
                </a:lnTo>
                <a:lnTo>
                  <a:pt x="514350" y="1227801"/>
                </a:lnTo>
                <a:lnTo>
                  <a:pt x="514350" y="1248299"/>
                </a:lnTo>
                <a:lnTo>
                  <a:pt x="514350" y="1268787"/>
                </a:lnTo>
                <a:lnTo>
                  <a:pt x="514350" y="1289285"/>
                </a:lnTo>
                <a:lnTo>
                  <a:pt x="514350" y="1309783"/>
                </a:lnTo>
                <a:lnTo>
                  <a:pt x="514350" y="1330281"/>
                </a:lnTo>
                <a:lnTo>
                  <a:pt x="514350" y="1350778"/>
                </a:lnTo>
                <a:lnTo>
                  <a:pt x="514350" y="1371267"/>
                </a:lnTo>
                <a:lnTo>
                  <a:pt x="514350" y="1391764"/>
                </a:lnTo>
                <a:lnTo>
                  <a:pt x="514350" y="1412262"/>
                </a:lnTo>
                <a:lnTo>
                  <a:pt x="514350" y="1432760"/>
                </a:lnTo>
                <a:lnTo>
                  <a:pt x="514350" y="1453248"/>
                </a:lnTo>
                <a:lnTo>
                  <a:pt x="514350" y="1473746"/>
                </a:lnTo>
                <a:lnTo>
                  <a:pt x="514350" y="1494244"/>
                </a:lnTo>
                <a:lnTo>
                  <a:pt x="514350" y="1514742"/>
                </a:lnTo>
                <a:lnTo>
                  <a:pt x="514350" y="1535240"/>
                </a:lnTo>
                <a:lnTo>
                  <a:pt x="514350" y="1555728"/>
                </a:lnTo>
                <a:lnTo>
                  <a:pt x="514350" y="1576226"/>
                </a:lnTo>
                <a:lnTo>
                  <a:pt x="514350" y="1596723"/>
                </a:lnTo>
                <a:lnTo>
                  <a:pt x="514350" y="1617221"/>
                </a:lnTo>
                <a:lnTo>
                  <a:pt x="514350" y="1637719"/>
                </a:lnTo>
                <a:lnTo>
                  <a:pt x="514350" y="1658207"/>
                </a:lnTo>
                <a:lnTo>
                  <a:pt x="514350" y="1678705"/>
                </a:lnTo>
                <a:lnTo>
                  <a:pt x="514350" y="1699203"/>
                </a:lnTo>
                <a:lnTo>
                  <a:pt x="514350" y="1719701"/>
                </a:lnTo>
                <a:lnTo>
                  <a:pt x="514350" y="1740189"/>
                </a:lnTo>
                <a:lnTo>
                  <a:pt x="514350" y="1760687"/>
                </a:lnTo>
                <a:lnTo>
                  <a:pt x="514350" y="1781185"/>
                </a:lnTo>
                <a:lnTo>
                  <a:pt x="514350" y="1801682"/>
                </a:lnTo>
                <a:lnTo>
                  <a:pt x="514350" y="1822180"/>
                </a:lnTo>
                <a:lnTo>
                  <a:pt x="514350" y="1842668"/>
                </a:lnTo>
                <a:lnTo>
                  <a:pt x="514350" y="1863166"/>
                </a:lnTo>
                <a:lnTo>
                  <a:pt x="514350" y="1883664"/>
                </a:lnTo>
                <a:lnTo>
                  <a:pt x="514350" y="1904162"/>
                </a:lnTo>
                <a:lnTo>
                  <a:pt x="499901" y="1916154"/>
                </a:lnTo>
                <a:lnTo>
                  <a:pt x="481984" y="1926107"/>
                </a:lnTo>
                <a:lnTo>
                  <a:pt x="464068" y="1936061"/>
                </a:lnTo>
                <a:lnTo>
                  <a:pt x="446151" y="1946015"/>
                </a:lnTo>
                <a:lnTo>
                  <a:pt x="428234" y="1955968"/>
                </a:lnTo>
                <a:lnTo>
                  <a:pt x="410318" y="1965922"/>
                </a:lnTo>
                <a:lnTo>
                  <a:pt x="392401" y="1975876"/>
                </a:lnTo>
                <a:lnTo>
                  <a:pt x="374485" y="1985829"/>
                </a:lnTo>
                <a:lnTo>
                  <a:pt x="356568" y="1995783"/>
                </a:lnTo>
                <a:lnTo>
                  <a:pt x="338652" y="2005736"/>
                </a:lnTo>
                <a:lnTo>
                  <a:pt x="320735" y="2015690"/>
                </a:lnTo>
                <a:lnTo>
                  <a:pt x="302819" y="2025644"/>
                </a:lnTo>
                <a:lnTo>
                  <a:pt x="284902" y="2035597"/>
                </a:lnTo>
                <a:lnTo>
                  <a:pt x="266986" y="2045551"/>
                </a:lnTo>
                <a:lnTo>
                  <a:pt x="249069" y="2046494"/>
                </a:lnTo>
                <a:lnTo>
                  <a:pt x="231153" y="2036540"/>
                </a:lnTo>
                <a:lnTo>
                  <a:pt x="213236" y="2026587"/>
                </a:lnTo>
                <a:lnTo>
                  <a:pt x="195320" y="2016633"/>
                </a:lnTo>
                <a:lnTo>
                  <a:pt x="177403" y="2006679"/>
                </a:lnTo>
                <a:lnTo>
                  <a:pt x="159477" y="1996726"/>
                </a:lnTo>
                <a:lnTo>
                  <a:pt x="141561" y="1986772"/>
                </a:lnTo>
                <a:lnTo>
                  <a:pt x="123644" y="1976819"/>
                </a:lnTo>
                <a:lnTo>
                  <a:pt x="105728" y="1966865"/>
                </a:lnTo>
                <a:lnTo>
                  <a:pt x="87811" y="1956911"/>
                </a:lnTo>
                <a:lnTo>
                  <a:pt x="69894" y="1946958"/>
                </a:lnTo>
                <a:lnTo>
                  <a:pt x="51978" y="1937004"/>
                </a:lnTo>
                <a:lnTo>
                  <a:pt x="34061" y="1927050"/>
                </a:lnTo>
                <a:lnTo>
                  <a:pt x="16145" y="1917097"/>
                </a:lnTo>
                <a:lnTo>
                  <a:pt x="0" y="1906105"/>
                </a:lnTo>
                <a:lnTo>
                  <a:pt x="0" y="1885607"/>
                </a:lnTo>
                <a:lnTo>
                  <a:pt x="0" y="1865109"/>
                </a:lnTo>
                <a:lnTo>
                  <a:pt x="0" y="1844612"/>
                </a:lnTo>
                <a:lnTo>
                  <a:pt x="0" y="1824123"/>
                </a:lnTo>
                <a:lnTo>
                  <a:pt x="0" y="1803625"/>
                </a:lnTo>
                <a:lnTo>
                  <a:pt x="0" y="1783128"/>
                </a:lnTo>
                <a:lnTo>
                  <a:pt x="0" y="1762630"/>
                </a:lnTo>
                <a:lnTo>
                  <a:pt x="0" y="1742142"/>
                </a:lnTo>
                <a:lnTo>
                  <a:pt x="0" y="1721644"/>
                </a:lnTo>
                <a:lnTo>
                  <a:pt x="0" y="1701146"/>
                </a:lnTo>
                <a:lnTo>
                  <a:pt x="0" y="1680648"/>
                </a:lnTo>
                <a:lnTo>
                  <a:pt x="0" y="1660150"/>
                </a:lnTo>
                <a:lnTo>
                  <a:pt x="0" y="1639662"/>
                </a:lnTo>
                <a:lnTo>
                  <a:pt x="0" y="1619164"/>
                </a:lnTo>
                <a:lnTo>
                  <a:pt x="0" y="1598666"/>
                </a:lnTo>
                <a:lnTo>
                  <a:pt x="0" y="1578169"/>
                </a:lnTo>
                <a:lnTo>
                  <a:pt x="0" y="1557680"/>
                </a:lnTo>
                <a:lnTo>
                  <a:pt x="0" y="1537183"/>
                </a:lnTo>
                <a:lnTo>
                  <a:pt x="0" y="1516685"/>
                </a:lnTo>
                <a:lnTo>
                  <a:pt x="0" y="1496187"/>
                </a:lnTo>
                <a:lnTo>
                  <a:pt x="0" y="1475689"/>
                </a:lnTo>
                <a:lnTo>
                  <a:pt x="0" y="1455201"/>
                </a:lnTo>
                <a:lnTo>
                  <a:pt x="0" y="1434703"/>
                </a:lnTo>
                <a:lnTo>
                  <a:pt x="0" y="1414205"/>
                </a:lnTo>
                <a:lnTo>
                  <a:pt x="0" y="1393708"/>
                </a:lnTo>
                <a:lnTo>
                  <a:pt x="0" y="1373210"/>
                </a:lnTo>
                <a:lnTo>
                  <a:pt x="0" y="1352721"/>
                </a:lnTo>
                <a:lnTo>
                  <a:pt x="0" y="1332224"/>
                </a:lnTo>
                <a:lnTo>
                  <a:pt x="0" y="1311726"/>
                </a:lnTo>
                <a:lnTo>
                  <a:pt x="0" y="1291228"/>
                </a:lnTo>
                <a:lnTo>
                  <a:pt x="0" y="1270740"/>
                </a:lnTo>
                <a:lnTo>
                  <a:pt x="0" y="1250242"/>
                </a:lnTo>
                <a:lnTo>
                  <a:pt x="0" y="1229744"/>
                </a:lnTo>
                <a:lnTo>
                  <a:pt x="0" y="1209246"/>
                </a:lnTo>
                <a:lnTo>
                  <a:pt x="0" y="1188749"/>
                </a:lnTo>
                <a:lnTo>
                  <a:pt x="0" y="1168260"/>
                </a:lnTo>
                <a:lnTo>
                  <a:pt x="0" y="1147763"/>
                </a:lnTo>
                <a:lnTo>
                  <a:pt x="0" y="1127265"/>
                </a:lnTo>
                <a:lnTo>
                  <a:pt x="0" y="1106767"/>
                </a:lnTo>
                <a:lnTo>
                  <a:pt x="0" y="1086279"/>
                </a:lnTo>
                <a:lnTo>
                  <a:pt x="0" y="1065781"/>
                </a:lnTo>
                <a:lnTo>
                  <a:pt x="0" y="1045283"/>
                </a:lnTo>
                <a:lnTo>
                  <a:pt x="0" y="1024785"/>
                </a:lnTo>
                <a:lnTo>
                  <a:pt x="0" y="1004287"/>
                </a:lnTo>
                <a:lnTo>
                  <a:pt x="0" y="983799"/>
                </a:lnTo>
                <a:lnTo>
                  <a:pt x="0" y="963301"/>
                </a:lnTo>
                <a:lnTo>
                  <a:pt x="0" y="942804"/>
                </a:lnTo>
                <a:lnTo>
                  <a:pt x="0" y="922306"/>
                </a:lnTo>
                <a:lnTo>
                  <a:pt x="0" y="901808"/>
                </a:lnTo>
                <a:lnTo>
                  <a:pt x="0" y="881320"/>
                </a:lnTo>
                <a:lnTo>
                  <a:pt x="0" y="860822"/>
                </a:lnTo>
                <a:lnTo>
                  <a:pt x="0" y="840324"/>
                </a:lnTo>
                <a:lnTo>
                  <a:pt x="0" y="819826"/>
                </a:lnTo>
                <a:lnTo>
                  <a:pt x="0" y="799338"/>
                </a:lnTo>
                <a:lnTo>
                  <a:pt x="0" y="778840"/>
                </a:lnTo>
                <a:lnTo>
                  <a:pt x="0" y="758342"/>
                </a:lnTo>
                <a:lnTo>
                  <a:pt x="0" y="737845"/>
                </a:lnTo>
                <a:lnTo>
                  <a:pt x="0" y="717347"/>
                </a:lnTo>
                <a:lnTo>
                  <a:pt x="0" y="696859"/>
                </a:lnTo>
                <a:lnTo>
                  <a:pt x="0" y="676361"/>
                </a:lnTo>
                <a:lnTo>
                  <a:pt x="0" y="655863"/>
                </a:lnTo>
                <a:lnTo>
                  <a:pt x="0" y="635365"/>
                </a:lnTo>
                <a:lnTo>
                  <a:pt x="0" y="614867"/>
                </a:lnTo>
                <a:lnTo>
                  <a:pt x="0" y="594379"/>
                </a:lnTo>
                <a:lnTo>
                  <a:pt x="0" y="573881"/>
                </a:lnTo>
                <a:lnTo>
                  <a:pt x="0" y="553383"/>
                </a:lnTo>
                <a:lnTo>
                  <a:pt x="0" y="532886"/>
                </a:lnTo>
                <a:lnTo>
                  <a:pt x="0" y="512397"/>
                </a:lnTo>
                <a:lnTo>
                  <a:pt x="0" y="491900"/>
                </a:lnTo>
                <a:lnTo>
                  <a:pt x="0" y="471402"/>
                </a:lnTo>
                <a:lnTo>
                  <a:pt x="0" y="450904"/>
                </a:lnTo>
                <a:lnTo>
                  <a:pt x="0" y="430406"/>
                </a:lnTo>
                <a:lnTo>
                  <a:pt x="0" y="409918"/>
                </a:lnTo>
                <a:lnTo>
                  <a:pt x="0" y="389420"/>
                </a:lnTo>
                <a:lnTo>
                  <a:pt x="0" y="368922"/>
                </a:lnTo>
                <a:lnTo>
                  <a:pt x="0" y="348425"/>
                </a:lnTo>
                <a:lnTo>
                  <a:pt x="0" y="327936"/>
                </a:lnTo>
                <a:lnTo>
                  <a:pt x="0" y="307438"/>
                </a:lnTo>
                <a:lnTo>
                  <a:pt x="0" y="286941"/>
                </a:lnTo>
                <a:lnTo>
                  <a:pt x="0" y="266443"/>
                </a:lnTo>
                <a:lnTo>
                  <a:pt x="0" y="245945"/>
                </a:lnTo>
                <a:lnTo>
                  <a:pt x="0" y="225457"/>
                </a:lnTo>
                <a:lnTo>
                  <a:pt x="0" y="204959"/>
                </a:lnTo>
                <a:lnTo>
                  <a:pt x="0" y="184461"/>
                </a:lnTo>
                <a:lnTo>
                  <a:pt x="0" y="163963"/>
                </a:lnTo>
                <a:lnTo>
                  <a:pt x="0" y="143466"/>
                </a:lnTo>
                <a:lnTo>
                  <a:pt x="0" y="122977"/>
                </a:lnTo>
                <a:lnTo>
                  <a:pt x="0" y="102479"/>
                </a:lnTo>
                <a:lnTo>
                  <a:pt x="0" y="81982"/>
                </a:lnTo>
                <a:lnTo>
                  <a:pt x="0" y="61484"/>
                </a:lnTo>
                <a:lnTo>
                  <a:pt x="0" y="40996"/>
                </a:lnTo>
                <a:lnTo>
                  <a:pt x="0" y="20498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4" name="phase-title-0">
            <a:extLst xmlns:a="http://schemas.openxmlformats.org/drawingml/2006/main">
              <a:ext uri="{FF2B5EF4-FFF2-40B4-BE49-F238E27FC236}">
                <a16:creationId xmlns:a16="http://schemas.microsoft.com/office/drawing/2014/main" id="{5BC63BE5-404B-4863-BD35-82E9FF2C1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2192979"/>
            <a:ext cx="1428750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获取与识别</a:t>
            </a:r>
          </a:p>
        </p:txBody>
      </p:sp>
      <p:sp>
        <p:nvSpPr>
          <p:cNvPr id="5" name="phase-body-0">
            <a:extLst xmlns:a="http://schemas.openxmlformats.org/drawingml/2006/main">
              <a:ext uri="{FF2B5EF4-FFF2-40B4-BE49-F238E27FC236}">
                <a16:creationId xmlns:a16="http://schemas.microsoft.com/office/drawing/2014/main" id="{78948209-02EB-4BB6-8313-D1300F38D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2547195"/>
            <a:ext cx="1428750" cy="587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让目标对象进</a:t>
            </a:r>
          </a:p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入并形成意向</a:t>
            </a:r>
          </a:p>
        </p:txBody>
      </p:sp>
      <p:sp>
        <p:nvSpPr>
          <p:cNvPr id="6" name="action-icon-shell-0-0">
            <a:extLst xmlns:a="http://schemas.openxmlformats.org/drawingml/2006/main">
              <a:ext uri="{FF2B5EF4-FFF2-40B4-BE49-F238E27FC236}">
                <a16:creationId xmlns:a16="http://schemas.microsoft.com/office/drawing/2014/main" id="{FC3CA6A5-1D20-4F75-AAC1-6E7EC0244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2187473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5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2413c510a9d4002">
            <a:extLst>
              <a:ext uri="{96DAC541-7B7A-43D3-8B79-37D633B846F1}">
                <asvg:svgBlip xmlns:asvg="http://schemas.microsoft.com/office/drawing/2016/SVG/main" r:embed="Rba13524f3dc14d0c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2263673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8" name="action-title-0-0">
            <a:extLst xmlns:a="http://schemas.openxmlformats.org/drawingml/2006/main">
              <a:ext uri="{FF2B5EF4-FFF2-40B4-BE49-F238E27FC236}">
                <a16:creationId xmlns:a16="http://schemas.microsoft.com/office/drawing/2014/main" id="{C01D212F-7239-4A46-9CB6-F41316155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126456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标签体系</a:t>
            </a:r>
          </a:p>
        </p:txBody>
      </p:sp>
      <p:sp>
        <p:nvSpPr>
          <p:cNvPr id="9" name="action-body-0-0">
            <a:extLst xmlns:a="http://schemas.openxmlformats.org/drawingml/2006/main">
              <a:ext uri="{FF2B5EF4-FFF2-40B4-BE49-F238E27FC236}">
                <a16:creationId xmlns:a16="http://schemas.microsoft.com/office/drawing/2014/main" id="{BAF12EC4-4674-49FC-8AB8-D69105415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355056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形成可识别对象</a:t>
            </a:r>
          </a:p>
        </p:txBody>
      </p:sp>
      <p:sp>
        <p:nvSpPr>
          <p:cNvPr id="10" name="action-icon-shell-0-1">
            <a:extLst xmlns:a="http://schemas.openxmlformats.org/drawingml/2006/main">
              <a:ext uri="{FF2B5EF4-FFF2-40B4-BE49-F238E27FC236}">
                <a16:creationId xmlns:a16="http://schemas.microsoft.com/office/drawing/2014/main" id="{4922DA07-280E-4896-AB5B-D8CA897FB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2187473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6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0e6b7f17e504922">
            <a:extLst>
              <a:ext uri="{96DAC541-7B7A-43D3-8B79-37D633B846F1}">
                <asvg:svgBlip xmlns:asvg="http://schemas.microsoft.com/office/drawing/2016/SVG/main" r:embed="Rfffa7cd2f77346d6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2263673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12" name="action-title-0-1">
            <a:extLst xmlns:a="http://schemas.openxmlformats.org/drawingml/2006/main">
              <a:ext uri="{FF2B5EF4-FFF2-40B4-BE49-F238E27FC236}">
                <a16:creationId xmlns:a16="http://schemas.microsoft.com/office/drawing/2014/main" id="{28EF13FB-3DE7-4096-A3F9-E68848B49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126456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渠道连接</a:t>
            </a:r>
          </a:p>
        </p:txBody>
      </p:sp>
      <p:sp>
        <p:nvSpPr>
          <p:cNvPr id="13" name="action-body-0-1">
            <a:extLst xmlns:a="http://schemas.openxmlformats.org/drawingml/2006/main">
              <a:ext uri="{FF2B5EF4-FFF2-40B4-BE49-F238E27FC236}">
                <a16:creationId xmlns:a16="http://schemas.microsoft.com/office/drawing/2014/main" id="{82462B83-5698-45C9-B483-91DDEF6EA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355056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连接主要触点</a:t>
            </a:r>
          </a:p>
        </p:txBody>
      </p:sp>
      <p:sp>
        <p:nvSpPr>
          <p:cNvPr id="14" name="action-icon-shell-0-2">
            <a:extLst xmlns:a="http://schemas.openxmlformats.org/drawingml/2006/main">
              <a:ext uri="{FF2B5EF4-FFF2-40B4-BE49-F238E27FC236}">
                <a16:creationId xmlns:a16="http://schemas.microsoft.com/office/drawing/2014/main" id="{BBC39AB9-2BA6-485E-BC08-A96A746D2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2797073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6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41ecb3c661d4722">
            <a:extLst>
              <a:ext uri="{96DAC541-7B7A-43D3-8B79-37D633B846F1}">
                <asvg:svgBlip xmlns:asvg="http://schemas.microsoft.com/office/drawing/2016/SVG/main" r:embed="Rd268be5ae69c4676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2873273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16" name="action-title-0-2">
            <a:extLst xmlns:a="http://schemas.openxmlformats.org/drawingml/2006/main">
              <a:ext uri="{FF2B5EF4-FFF2-40B4-BE49-F238E27FC236}">
                <a16:creationId xmlns:a16="http://schemas.microsoft.com/office/drawing/2014/main" id="{FD4A1915-A787-4808-8A40-D8B153F55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736056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内容优化</a:t>
            </a:r>
          </a:p>
        </p:txBody>
      </p:sp>
      <p:sp>
        <p:nvSpPr>
          <p:cNvPr id="17" name="action-body-0-2">
            <a:extLst xmlns:a="http://schemas.openxmlformats.org/drawingml/2006/main">
              <a:ext uri="{FF2B5EF4-FFF2-40B4-BE49-F238E27FC236}">
                <a16:creationId xmlns:a16="http://schemas.microsoft.com/office/drawing/2014/main" id="{C8C7C344-994B-4AB9-A45A-14B4935E3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964656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提高触达质量</a:t>
            </a:r>
          </a:p>
        </p:txBody>
      </p:sp>
      <p:sp>
        <p:nvSpPr>
          <p:cNvPr id="18" name="action-icon-shell-0-3">
            <a:extLst xmlns:a="http://schemas.openxmlformats.org/drawingml/2006/main">
              <a:ext uri="{FF2B5EF4-FFF2-40B4-BE49-F238E27FC236}">
                <a16:creationId xmlns:a16="http://schemas.microsoft.com/office/drawing/2014/main" id="{977141CE-990A-466E-B0B6-5327654CF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2797073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6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2d3820c57fa4728">
            <a:extLst>
              <a:ext uri="{96DAC541-7B7A-43D3-8B79-37D633B846F1}">
                <asvg:svgBlip xmlns:asvg="http://schemas.microsoft.com/office/drawing/2016/SVG/main" r:embed="R514a2fc7b2854fcd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2873273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20" name="action-title-0-3">
            <a:extLst xmlns:a="http://schemas.openxmlformats.org/drawingml/2006/main">
              <a:ext uri="{FF2B5EF4-FFF2-40B4-BE49-F238E27FC236}">
                <a16:creationId xmlns:a16="http://schemas.microsoft.com/office/drawing/2014/main" id="{5DA0B6D1-6C64-4D16-9693-3D9D2C2E4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736056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行为追踪</a:t>
            </a:r>
          </a:p>
        </p:txBody>
      </p:sp>
      <p:sp>
        <p:nvSpPr>
          <p:cNvPr id="21" name="action-body-0-3">
            <a:extLst xmlns:a="http://schemas.openxmlformats.org/drawingml/2006/main">
              <a:ext uri="{FF2B5EF4-FFF2-40B4-BE49-F238E27FC236}">
                <a16:creationId xmlns:a16="http://schemas.microsoft.com/office/drawing/2014/main" id="{CFEB11C0-9FCC-459A-9812-F2A4663E4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964656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记录关键反馈</a:t>
            </a:r>
          </a:p>
        </p:txBody>
      </p:sp>
      <p:sp>
        <p:nvSpPr>
          <p:cNvPr id="22" name="phase-rail-1">
            <a:extLst xmlns:a="http://schemas.openxmlformats.org/drawingml/2006/main">
              <a:ext uri="{FF2B5EF4-FFF2-40B4-BE49-F238E27FC236}">
                <a16:creationId xmlns:a16="http://schemas.microsoft.com/office/drawing/2014/main" id="{2F9A31A1-86F8-4462-8A95-E7D1586A2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3689299"/>
            <a:ext cx="514350" cy="2519658"/>
          </a:xfrm>
          <a:custGeom xmlns:a="http://schemas.openxmlformats.org/drawingml/2006/main">
            <a:pathLst>
              <a:path w="514350" h="2519658">
                <a:moveTo>
                  <a:pt x="0" y="0"/>
                </a:moveTo>
                <a:lnTo>
                  <a:pt x="21612" y="12002"/>
                </a:lnTo>
                <a:lnTo>
                  <a:pt x="43215" y="24013"/>
                </a:lnTo>
                <a:lnTo>
                  <a:pt x="64827" y="36014"/>
                </a:lnTo>
                <a:lnTo>
                  <a:pt x="86439" y="48016"/>
                </a:lnTo>
                <a:lnTo>
                  <a:pt x="108052" y="60027"/>
                </a:lnTo>
                <a:lnTo>
                  <a:pt x="129654" y="72028"/>
                </a:lnTo>
                <a:lnTo>
                  <a:pt x="151267" y="84039"/>
                </a:lnTo>
                <a:lnTo>
                  <a:pt x="172879" y="96041"/>
                </a:lnTo>
                <a:lnTo>
                  <a:pt x="194491" y="108042"/>
                </a:lnTo>
                <a:lnTo>
                  <a:pt x="216094" y="120053"/>
                </a:lnTo>
                <a:lnTo>
                  <a:pt x="237706" y="132055"/>
                </a:lnTo>
                <a:lnTo>
                  <a:pt x="259318" y="141684"/>
                </a:lnTo>
                <a:lnTo>
                  <a:pt x="280930" y="129673"/>
                </a:lnTo>
                <a:lnTo>
                  <a:pt x="302533" y="117672"/>
                </a:lnTo>
                <a:lnTo>
                  <a:pt x="324145" y="105661"/>
                </a:lnTo>
                <a:lnTo>
                  <a:pt x="345758" y="93659"/>
                </a:lnTo>
                <a:lnTo>
                  <a:pt x="367360" y="81658"/>
                </a:lnTo>
                <a:lnTo>
                  <a:pt x="388972" y="69647"/>
                </a:lnTo>
                <a:lnTo>
                  <a:pt x="410585" y="57645"/>
                </a:lnTo>
                <a:lnTo>
                  <a:pt x="432197" y="45644"/>
                </a:lnTo>
                <a:lnTo>
                  <a:pt x="453800" y="33633"/>
                </a:lnTo>
                <a:lnTo>
                  <a:pt x="475412" y="21631"/>
                </a:lnTo>
                <a:lnTo>
                  <a:pt x="497024" y="9630"/>
                </a:lnTo>
                <a:lnTo>
                  <a:pt x="514350" y="4896"/>
                </a:lnTo>
                <a:lnTo>
                  <a:pt x="514350" y="29623"/>
                </a:lnTo>
                <a:lnTo>
                  <a:pt x="514350" y="54340"/>
                </a:lnTo>
                <a:lnTo>
                  <a:pt x="514350" y="79058"/>
                </a:lnTo>
                <a:lnTo>
                  <a:pt x="514350" y="103775"/>
                </a:lnTo>
                <a:lnTo>
                  <a:pt x="514350" y="128492"/>
                </a:lnTo>
                <a:lnTo>
                  <a:pt x="514350" y="153219"/>
                </a:lnTo>
                <a:lnTo>
                  <a:pt x="514350" y="177937"/>
                </a:lnTo>
                <a:lnTo>
                  <a:pt x="514350" y="202654"/>
                </a:lnTo>
                <a:lnTo>
                  <a:pt x="514350" y="227371"/>
                </a:lnTo>
                <a:lnTo>
                  <a:pt x="514350" y="252098"/>
                </a:lnTo>
                <a:lnTo>
                  <a:pt x="514350" y="276816"/>
                </a:lnTo>
                <a:lnTo>
                  <a:pt x="514350" y="301533"/>
                </a:lnTo>
                <a:lnTo>
                  <a:pt x="514350" y="326250"/>
                </a:lnTo>
                <a:lnTo>
                  <a:pt x="514350" y="350977"/>
                </a:lnTo>
                <a:lnTo>
                  <a:pt x="514350" y="375695"/>
                </a:lnTo>
                <a:lnTo>
                  <a:pt x="514350" y="400412"/>
                </a:lnTo>
                <a:lnTo>
                  <a:pt x="514350" y="425129"/>
                </a:lnTo>
                <a:lnTo>
                  <a:pt x="514350" y="449856"/>
                </a:lnTo>
                <a:lnTo>
                  <a:pt x="514350" y="474574"/>
                </a:lnTo>
                <a:lnTo>
                  <a:pt x="514350" y="499291"/>
                </a:lnTo>
                <a:lnTo>
                  <a:pt x="514350" y="524008"/>
                </a:lnTo>
                <a:lnTo>
                  <a:pt x="514350" y="548726"/>
                </a:lnTo>
                <a:lnTo>
                  <a:pt x="514350" y="573453"/>
                </a:lnTo>
                <a:lnTo>
                  <a:pt x="514350" y="598170"/>
                </a:lnTo>
                <a:lnTo>
                  <a:pt x="514350" y="622887"/>
                </a:lnTo>
                <a:lnTo>
                  <a:pt x="514350" y="647605"/>
                </a:lnTo>
                <a:lnTo>
                  <a:pt x="514350" y="672332"/>
                </a:lnTo>
                <a:lnTo>
                  <a:pt x="514350" y="697049"/>
                </a:lnTo>
                <a:lnTo>
                  <a:pt x="514350" y="721766"/>
                </a:lnTo>
                <a:lnTo>
                  <a:pt x="514350" y="746484"/>
                </a:lnTo>
                <a:lnTo>
                  <a:pt x="514350" y="771211"/>
                </a:lnTo>
                <a:lnTo>
                  <a:pt x="514350" y="795928"/>
                </a:lnTo>
                <a:lnTo>
                  <a:pt x="514350" y="820645"/>
                </a:lnTo>
                <a:lnTo>
                  <a:pt x="514350" y="845363"/>
                </a:lnTo>
                <a:lnTo>
                  <a:pt x="514350" y="870080"/>
                </a:lnTo>
                <a:lnTo>
                  <a:pt x="514350" y="894807"/>
                </a:lnTo>
                <a:lnTo>
                  <a:pt x="514350" y="919524"/>
                </a:lnTo>
                <a:lnTo>
                  <a:pt x="514350" y="944242"/>
                </a:lnTo>
                <a:lnTo>
                  <a:pt x="514350" y="968959"/>
                </a:lnTo>
                <a:lnTo>
                  <a:pt x="514350" y="993686"/>
                </a:lnTo>
                <a:lnTo>
                  <a:pt x="514350" y="1018403"/>
                </a:lnTo>
                <a:lnTo>
                  <a:pt x="514350" y="1043121"/>
                </a:lnTo>
                <a:lnTo>
                  <a:pt x="514350" y="1067838"/>
                </a:lnTo>
                <a:lnTo>
                  <a:pt x="514350" y="1092565"/>
                </a:lnTo>
                <a:lnTo>
                  <a:pt x="514350" y="1117283"/>
                </a:lnTo>
                <a:lnTo>
                  <a:pt x="514350" y="1142000"/>
                </a:lnTo>
                <a:lnTo>
                  <a:pt x="514350" y="1166717"/>
                </a:lnTo>
                <a:lnTo>
                  <a:pt x="514350" y="1191444"/>
                </a:lnTo>
                <a:lnTo>
                  <a:pt x="514350" y="1216162"/>
                </a:lnTo>
                <a:lnTo>
                  <a:pt x="514350" y="1240879"/>
                </a:lnTo>
                <a:lnTo>
                  <a:pt x="514350" y="1265596"/>
                </a:lnTo>
                <a:lnTo>
                  <a:pt x="514350" y="1290314"/>
                </a:lnTo>
                <a:lnTo>
                  <a:pt x="514350" y="1315041"/>
                </a:lnTo>
                <a:lnTo>
                  <a:pt x="514350" y="1339758"/>
                </a:lnTo>
                <a:lnTo>
                  <a:pt x="514350" y="1364475"/>
                </a:lnTo>
                <a:lnTo>
                  <a:pt x="514350" y="1389193"/>
                </a:lnTo>
                <a:lnTo>
                  <a:pt x="514350" y="1413920"/>
                </a:lnTo>
                <a:lnTo>
                  <a:pt x="514350" y="1438637"/>
                </a:lnTo>
                <a:lnTo>
                  <a:pt x="514350" y="1463354"/>
                </a:lnTo>
                <a:lnTo>
                  <a:pt x="514350" y="1488072"/>
                </a:lnTo>
                <a:lnTo>
                  <a:pt x="514350" y="1512799"/>
                </a:lnTo>
                <a:lnTo>
                  <a:pt x="514350" y="1537516"/>
                </a:lnTo>
                <a:lnTo>
                  <a:pt x="514350" y="1562233"/>
                </a:lnTo>
                <a:lnTo>
                  <a:pt x="514350" y="1586951"/>
                </a:lnTo>
                <a:lnTo>
                  <a:pt x="514350" y="1611678"/>
                </a:lnTo>
                <a:lnTo>
                  <a:pt x="514350" y="1636395"/>
                </a:lnTo>
                <a:lnTo>
                  <a:pt x="514350" y="1661112"/>
                </a:lnTo>
                <a:lnTo>
                  <a:pt x="514350" y="1685830"/>
                </a:lnTo>
                <a:lnTo>
                  <a:pt x="514350" y="1710547"/>
                </a:lnTo>
                <a:lnTo>
                  <a:pt x="514350" y="1735274"/>
                </a:lnTo>
                <a:lnTo>
                  <a:pt x="514350" y="1759991"/>
                </a:lnTo>
                <a:lnTo>
                  <a:pt x="514350" y="1784709"/>
                </a:lnTo>
                <a:lnTo>
                  <a:pt x="514350" y="1809426"/>
                </a:lnTo>
                <a:lnTo>
                  <a:pt x="514350" y="1834153"/>
                </a:lnTo>
                <a:lnTo>
                  <a:pt x="514350" y="1858870"/>
                </a:lnTo>
                <a:lnTo>
                  <a:pt x="514350" y="1883588"/>
                </a:lnTo>
                <a:lnTo>
                  <a:pt x="514350" y="1908305"/>
                </a:lnTo>
                <a:lnTo>
                  <a:pt x="514350" y="1933032"/>
                </a:lnTo>
                <a:lnTo>
                  <a:pt x="514350" y="1957749"/>
                </a:lnTo>
                <a:lnTo>
                  <a:pt x="514350" y="1982467"/>
                </a:lnTo>
                <a:lnTo>
                  <a:pt x="514350" y="2007184"/>
                </a:lnTo>
                <a:lnTo>
                  <a:pt x="514350" y="2031911"/>
                </a:lnTo>
                <a:lnTo>
                  <a:pt x="514350" y="2056628"/>
                </a:lnTo>
                <a:lnTo>
                  <a:pt x="514350" y="2081346"/>
                </a:lnTo>
                <a:lnTo>
                  <a:pt x="514350" y="2106063"/>
                </a:lnTo>
                <a:lnTo>
                  <a:pt x="514350" y="2130781"/>
                </a:lnTo>
                <a:lnTo>
                  <a:pt x="514350" y="2155508"/>
                </a:lnTo>
                <a:lnTo>
                  <a:pt x="514350" y="2180225"/>
                </a:lnTo>
                <a:lnTo>
                  <a:pt x="514350" y="2204942"/>
                </a:lnTo>
                <a:lnTo>
                  <a:pt x="514350" y="2229660"/>
                </a:lnTo>
                <a:lnTo>
                  <a:pt x="514350" y="2254387"/>
                </a:lnTo>
                <a:lnTo>
                  <a:pt x="514350" y="2279104"/>
                </a:lnTo>
                <a:lnTo>
                  <a:pt x="514350" y="2303821"/>
                </a:lnTo>
                <a:lnTo>
                  <a:pt x="514350" y="2328539"/>
                </a:lnTo>
                <a:lnTo>
                  <a:pt x="514350" y="2353266"/>
                </a:lnTo>
                <a:lnTo>
                  <a:pt x="514350" y="2377983"/>
                </a:lnTo>
                <a:lnTo>
                  <a:pt x="492738" y="2389984"/>
                </a:lnTo>
                <a:lnTo>
                  <a:pt x="471135" y="2401995"/>
                </a:lnTo>
                <a:lnTo>
                  <a:pt x="449523" y="2413997"/>
                </a:lnTo>
                <a:lnTo>
                  <a:pt x="427911" y="2425998"/>
                </a:lnTo>
                <a:lnTo>
                  <a:pt x="406298" y="2438009"/>
                </a:lnTo>
                <a:lnTo>
                  <a:pt x="384696" y="2450011"/>
                </a:lnTo>
                <a:lnTo>
                  <a:pt x="363083" y="2462012"/>
                </a:lnTo>
                <a:lnTo>
                  <a:pt x="341471" y="2474024"/>
                </a:lnTo>
                <a:lnTo>
                  <a:pt x="319859" y="2486025"/>
                </a:lnTo>
                <a:lnTo>
                  <a:pt x="298256" y="2498027"/>
                </a:lnTo>
                <a:lnTo>
                  <a:pt x="276644" y="2510038"/>
                </a:lnTo>
                <a:lnTo>
                  <a:pt x="255032" y="2519658"/>
                </a:lnTo>
                <a:lnTo>
                  <a:pt x="233420" y="2507656"/>
                </a:lnTo>
                <a:lnTo>
                  <a:pt x="211817" y="2495655"/>
                </a:lnTo>
                <a:lnTo>
                  <a:pt x="190205" y="2483644"/>
                </a:lnTo>
                <a:lnTo>
                  <a:pt x="168593" y="2471642"/>
                </a:lnTo>
                <a:lnTo>
                  <a:pt x="146990" y="2459641"/>
                </a:lnTo>
                <a:lnTo>
                  <a:pt x="125378" y="2447630"/>
                </a:lnTo>
                <a:lnTo>
                  <a:pt x="103765" y="2435628"/>
                </a:lnTo>
                <a:lnTo>
                  <a:pt x="82153" y="2423627"/>
                </a:lnTo>
                <a:lnTo>
                  <a:pt x="60550" y="2411616"/>
                </a:lnTo>
                <a:lnTo>
                  <a:pt x="38938" y="2399614"/>
                </a:lnTo>
                <a:lnTo>
                  <a:pt x="17326" y="2387603"/>
                </a:lnTo>
                <a:lnTo>
                  <a:pt x="0" y="2373087"/>
                </a:lnTo>
                <a:lnTo>
                  <a:pt x="0" y="2348360"/>
                </a:lnTo>
                <a:lnTo>
                  <a:pt x="0" y="2323643"/>
                </a:lnTo>
                <a:lnTo>
                  <a:pt x="0" y="2298925"/>
                </a:lnTo>
                <a:lnTo>
                  <a:pt x="0" y="2274208"/>
                </a:lnTo>
                <a:lnTo>
                  <a:pt x="0" y="2249481"/>
                </a:lnTo>
                <a:lnTo>
                  <a:pt x="0" y="2224764"/>
                </a:lnTo>
                <a:lnTo>
                  <a:pt x="0" y="2200046"/>
                </a:lnTo>
                <a:lnTo>
                  <a:pt x="0" y="2175329"/>
                </a:lnTo>
                <a:lnTo>
                  <a:pt x="0" y="2150602"/>
                </a:lnTo>
                <a:lnTo>
                  <a:pt x="0" y="2125885"/>
                </a:lnTo>
                <a:lnTo>
                  <a:pt x="0" y="2101167"/>
                </a:lnTo>
                <a:lnTo>
                  <a:pt x="0" y="2076450"/>
                </a:lnTo>
                <a:lnTo>
                  <a:pt x="0" y="2051723"/>
                </a:lnTo>
                <a:lnTo>
                  <a:pt x="0" y="2027006"/>
                </a:lnTo>
                <a:lnTo>
                  <a:pt x="0" y="2002288"/>
                </a:lnTo>
                <a:lnTo>
                  <a:pt x="0" y="1977571"/>
                </a:lnTo>
                <a:lnTo>
                  <a:pt x="0" y="1952854"/>
                </a:lnTo>
                <a:lnTo>
                  <a:pt x="0" y="1928127"/>
                </a:lnTo>
                <a:lnTo>
                  <a:pt x="0" y="1903409"/>
                </a:lnTo>
                <a:lnTo>
                  <a:pt x="0" y="1878692"/>
                </a:lnTo>
                <a:lnTo>
                  <a:pt x="0" y="1853975"/>
                </a:lnTo>
                <a:lnTo>
                  <a:pt x="0" y="1829248"/>
                </a:lnTo>
                <a:lnTo>
                  <a:pt x="0" y="1804530"/>
                </a:lnTo>
                <a:lnTo>
                  <a:pt x="0" y="1779813"/>
                </a:lnTo>
                <a:lnTo>
                  <a:pt x="0" y="1755096"/>
                </a:lnTo>
                <a:lnTo>
                  <a:pt x="0" y="1730369"/>
                </a:lnTo>
                <a:lnTo>
                  <a:pt x="0" y="1705651"/>
                </a:lnTo>
                <a:lnTo>
                  <a:pt x="0" y="1680934"/>
                </a:lnTo>
                <a:lnTo>
                  <a:pt x="0" y="1656217"/>
                </a:lnTo>
                <a:lnTo>
                  <a:pt x="0" y="1631499"/>
                </a:lnTo>
                <a:lnTo>
                  <a:pt x="0" y="1606772"/>
                </a:lnTo>
                <a:lnTo>
                  <a:pt x="0" y="1582055"/>
                </a:lnTo>
                <a:lnTo>
                  <a:pt x="0" y="1557338"/>
                </a:lnTo>
                <a:lnTo>
                  <a:pt x="0" y="1532620"/>
                </a:lnTo>
                <a:lnTo>
                  <a:pt x="0" y="1507893"/>
                </a:lnTo>
                <a:lnTo>
                  <a:pt x="0" y="1483176"/>
                </a:lnTo>
                <a:lnTo>
                  <a:pt x="0" y="1458458"/>
                </a:lnTo>
                <a:lnTo>
                  <a:pt x="0" y="1433741"/>
                </a:lnTo>
                <a:lnTo>
                  <a:pt x="0" y="1409014"/>
                </a:lnTo>
                <a:lnTo>
                  <a:pt x="0" y="1384297"/>
                </a:lnTo>
                <a:lnTo>
                  <a:pt x="0" y="1359579"/>
                </a:lnTo>
                <a:lnTo>
                  <a:pt x="0" y="1334862"/>
                </a:lnTo>
                <a:lnTo>
                  <a:pt x="0" y="1310135"/>
                </a:lnTo>
                <a:lnTo>
                  <a:pt x="0" y="1285418"/>
                </a:lnTo>
                <a:lnTo>
                  <a:pt x="0" y="1260700"/>
                </a:lnTo>
                <a:lnTo>
                  <a:pt x="0" y="1235983"/>
                </a:lnTo>
                <a:lnTo>
                  <a:pt x="0" y="1211266"/>
                </a:lnTo>
                <a:lnTo>
                  <a:pt x="0" y="1186539"/>
                </a:lnTo>
                <a:lnTo>
                  <a:pt x="0" y="1161821"/>
                </a:lnTo>
                <a:lnTo>
                  <a:pt x="0" y="1137104"/>
                </a:lnTo>
                <a:lnTo>
                  <a:pt x="0" y="1112387"/>
                </a:lnTo>
                <a:lnTo>
                  <a:pt x="0" y="1087660"/>
                </a:lnTo>
                <a:lnTo>
                  <a:pt x="0" y="1062942"/>
                </a:lnTo>
                <a:lnTo>
                  <a:pt x="0" y="1038225"/>
                </a:lnTo>
                <a:lnTo>
                  <a:pt x="0" y="1013508"/>
                </a:lnTo>
                <a:lnTo>
                  <a:pt x="0" y="988781"/>
                </a:lnTo>
                <a:lnTo>
                  <a:pt x="0" y="964063"/>
                </a:lnTo>
                <a:lnTo>
                  <a:pt x="0" y="939346"/>
                </a:lnTo>
                <a:lnTo>
                  <a:pt x="0" y="914629"/>
                </a:lnTo>
                <a:lnTo>
                  <a:pt x="0" y="889902"/>
                </a:lnTo>
                <a:lnTo>
                  <a:pt x="0" y="865184"/>
                </a:lnTo>
                <a:lnTo>
                  <a:pt x="0" y="840467"/>
                </a:lnTo>
                <a:lnTo>
                  <a:pt x="0" y="815750"/>
                </a:lnTo>
                <a:lnTo>
                  <a:pt x="0" y="791032"/>
                </a:lnTo>
                <a:lnTo>
                  <a:pt x="0" y="766305"/>
                </a:lnTo>
                <a:lnTo>
                  <a:pt x="0" y="741588"/>
                </a:lnTo>
                <a:lnTo>
                  <a:pt x="0" y="716871"/>
                </a:lnTo>
                <a:lnTo>
                  <a:pt x="0" y="692153"/>
                </a:lnTo>
                <a:lnTo>
                  <a:pt x="0" y="667426"/>
                </a:lnTo>
                <a:lnTo>
                  <a:pt x="0" y="642709"/>
                </a:lnTo>
                <a:lnTo>
                  <a:pt x="0" y="617992"/>
                </a:lnTo>
                <a:lnTo>
                  <a:pt x="0" y="593274"/>
                </a:lnTo>
                <a:lnTo>
                  <a:pt x="0" y="568547"/>
                </a:lnTo>
                <a:lnTo>
                  <a:pt x="0" y="543830"/>
                </a:lnTo>
                <a:lnTo>
                  <a:pt x="0" y="519113"/>
                </a:lnTo>
                <a:lnTo>
                  <a:pt x="0" y="494395"/>
                </a:lnTo>
                <a:lnTo>
                  <a:pt x="0" y="469668"/>
                </a:lnTo>
                <a:lnTo>
                  <a:pt x="0" y="444951"/>
                </a:lnTo>
                <a:lnTo>
                  <a:pt x="0" y="420233"/>
                </a:lnTo>
                <a:lnTo>
                  <a:pt x="0" y="395516"/>
                </a:lnTo>
                <a:lnTo>
                  <a:pt x="0" y="370799"/>
                </a:lnTo>
                <a:lnTo>
                  <a:pt x="0" y="346072"/>
                </a:lnTo>
                <a:lnTo>
                  <a:pt x="0" y="321354"/>
                </a:lnTo>
                <a:lnTo>
                  <a:pt x="0" y="296637"/>
                </a:lnTo>
                <a:lnTo>
                  <a:pt x="0" y="271920"/>
                </a:lnTo>
                <a:lnTo>
                  <a:pt x="0" y="247193"/>
                </a:lnTo>
                <a:lnTo>
                  <a:pt x="0" y="222475"/>
                </a:lnTo>
                <a:lnTo>
                  <a:pt x="0" y="197758"/>
                </a:lnTo>
                <a:lnTo>
                  <a:pt x="0" y="173041"/>
                </a:lnTo>
                <a:lnTo>
                  <a:pt x="0" y="148314"/>
                </a:lnTo>
                <a:lnTo>
                  <a:pt x="0" y="123596"/>
                </a:lnTo>
                <a:lnTo>
                  <a:pt x="0" y="98879"/>
                </a:lnTo>
                <a:lnTo>
                  <a:pt x="0" y="74162"/>
                </a:lnTo>
                <a:lnTo>
                  <a:pt x="0" y="49435"/>
                </a:lnTo>
                <a:lnTo>
                  <a:pt x="0" y="24717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23" name="phase-title-1">
            <a:extLst xmlns:a="http://schemas.openxmlformats.org/drawingml/2006/main">
              <a:ext uri="{FF2B5EF4-FFF2-40B4-BE49-F238E27FC236}">
                <a16:creationId xmlns:a16="http://schemas.microsoft.com/office/drawing/2014/main" id="{95405031-50A0-4E54-9155-FBAF223DA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4478979"/>
            <a:ext cx="1428750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培育与转化</a:t>
            </a:r>
          </a:p>
        </p:txBody>
      </p:sp>
      <p:sp>
        <p:nvSpPr>
          <p:cNvPr id="24" name="phase-body-1">
            <a:extLst xmlns:a="http://schemas.openxmlformats.org/drawingml/2006/main">
              <a:ext uri="{FF2B5EF4-FFF2-40B4-BE49-F238E27FC236}">
                <a16:creationId xmlns:a16="http://schemas.microsoft.com/office/drawing/2014/main" id="{1BC915B3-C177-487F-BEAB-ED61F0739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4833195"/>
            <a:ext cx="1428750" cy="587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让有效意向沉</a:t>
            </a:r>
          </a:p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淀为长期价值</a:t>
            </a:r>
          </a:p>
        </p:txBody>
      </p:sp>
      <p:sp>
        <p:nvSpPr>
          <p:cNvPr id="25" name="action-icon-shell-1-0">
            <a:extLst xmlns:a="http://schemas.openxmlformats.org/drawingml/2006/main">
              <a:ext uri="{FF2B5EF4-FFF2-40B4-BE49-F238E27FC236}">
                <a16:creationId xmlns:a16="http://schemas.microsoft.com/office/drawing/2014/main" id="{35D1F861-F795-4F48-8FBE-CD81BF1B7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4778273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7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cbb2020716d4f0b">
            <a:extLst>
              <a:ext uri="{96DAC541-7B7A-43D3-8B79-37D633B846F1}">
                <asvg:svgBlip xmlns:asvg="http://schemas.microsoft.com/office/drawing/2016/SVG/main" r:embed="R65b59f725eed449c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4854473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27" name="action-title-1-0">
            <a:extLst xmlns:a="http://schemas.openxmlformats.org/drawingml/2006/main">
              <a:ext uri="{FF2B5EF4-FFF2-40B4-BE49-F238E27FC236}">
                <a16:creationId xmlns:a16="http://schemas.microsoft.com/office/drawing/2014/main" id="{1A3F65F8-D293-478A-8462-1F05F50A1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4717256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数据打通</a:t>
            </a:r>
          </a:p>
        </p:txBody>
      </p:sp>
      <p:sp>
        <p:nvSpPr>
          <p:cNvPr id="28" name="action-body-1-0">
            <a:extLst xmlns:a="http://schemas.openxmlformats.org/drawingml/2006/main">
              <a:ext uri="{FF2B5EF4-FFF2-40B4-BE49-F238E27FC236}">
                <a16:creationId xmlns:a16="http://schemas.microsoft.com/office/drawing/2014/main" id="{6D890B49-1A38-4EED-ACBD-19A1CEFF3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4945856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统一分析对象</a:t>
            </a:r>
          </a:p>
        </p:txBody>
      </p:sp>
      <p:sp>
        <p:nvSpPr>
          <p:cNvPr id="29" name="action-icon-shell-1-1">
            <a:extLst xmlns:a="http://schemas.openxmlformats.org/drawingml/2006/main">
              <a:ext uri="{FF2B5EF4-FFF2-40B4-BE49-F238E27FC236}">
                <a16:creationId xmlns:a16="http://schemas.microsoft.com/office/drawing/2014/main" id="{AE9ABF91-1F84-4F72-B829-68D84BD06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4778273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8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1909966ed004bc0">
            <a:extLst>
              <a:ext uri="{96DAC541-7B7A-43D3-8B79-37D633B846F1}">
                <asvg:svgBlip xmlns:asvg="http://schemas.microsoft.com/office/drawing/2016/SVG/main" r:embed="Re239996591a74584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4854473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31" name="action-title-1-1">
            <a:extLst xmlns:a="http://schemas.openxmlformats.org/drawingml/2006/main">
              <a:ext uri="{FF2B5EF4-FFF2-40B4-BE49-F238E27FC236}">
                <a16:creationId xmlns:a16="http://schemas.microsoft.com/office/drawing/2014/main" id="{10D72EC3-56DA-4494-B7D4-DEBA7FD50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4717256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自动分群</a:t>
            </a:r>
          </a:p>
        </p:txBody>
      </p:sp>
      <p:sp>
        <p:nvSpPr>
          <p:cNvPr id="32" name="action-body-1-1">
            <a:extLst xmlns:a="http://schemas.openxmlformats.org/drawingml/2006/main">
              <a:ext uri="{FF2B5EF4-FFF2-40B4-BE49-F238E27FC236}">
                <a16:creationId xmlns:a16="http://schemas.microsoft.com/office/drawing/2014/main" id="{AF7FB3A4-0460-4530-A77E-0D6B279BE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4945856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指导持续运营</a:t>
            </a:r>
          </a:p>
        </p:txBody>
      </p:sp>
      <p:sp>
        <p:nvSpPr>
          <p:cNvPr id="33" name="funnel-step-body-0">
            <a:extLst xmlns:a="http://schemas.openxmlformats.org/drawingml/2006/main">
              <a:ext uri="{FF2B5EF4-FFF2-40B4-BE49-F238E27FC236}">
                <a16:creationId xmlns:a16="http://schemas.microsoft.com/office/drawing/2014/main" id="{8DE4CB15-9164-405E-938D-CFF1FE8B1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52750" y="2514600"/>
            <a:ext cx="3326711" cy="1110415"/>
          </a:xfrm>
          <a:custGeom xmlns:a="http://schemas.openxmlformats.org/drawingml/2006/main">
            <a:pathLst>
              <a:path w="3326711" h="1110415">
                <a:moveTo>
                  <a:pt x="0" y="0"/>
                </a:moveTo>
                <a:lnTo>
                  <a:pt x="14516" y="30004"/>
                </a:lnTo>
                <a:lnTo>
                  <a:pt x="29032" y="60017"/>
                </a:lnTo>
                <a:lnTo>
                  <a:pt x="43548" y="90021"/>
                </a:lnTo>
                <a:lnTo>
                  <a:pt x="58055" y="120025"/>
                </a:lnTo>
                <a:lnTo>
                  <a:pt x="72571" y="150038"/>
                </a:lnTo>
                <a:lnTo>
                  <a:pt x="87087" y="180042"/>
                </a:lnTo>
                <a:lnTo>
                  <a:pt x="101603" y="210045"/>
                </a:lnTo>
                <a:lnTo>
                  <a:pt x="116119" y="240059"/>
                </a:lnTo>
                <a:lnTo>
                  <a:pt x="130635" y="270062"/>
                </a:lnTo>
                <a:lnTo>
                  <a:pt x="145142" y="300066"/>
                </a:lnTo>
                <a:lnTo>
                  <a:pt x="159658" y="330079"/>
                </a:lnTo>
                <a:lnTo>
                  <a:pt x="174174" y="360083"/>
                </a:lnTo>
                <a:lnTo>
                  <a:pt x="188690" y="390087"/>
                </a:lnTo>
                <a:lnTo>
                  <a:pt x="203206" y="420100"/>
                </a:lnTo>
                <a:lnTo>
                  <a:pt x="217722" y="450104"/>
                </a:lnTo>
                <a:lnTo>
                  <a:pt x="232229" y="480108"/>
                </a:lnTo>
                <a:lnTo>
                  <a:pt x="246745" y="510121"/>
                </a:lnTo>
                <a:lnTo>
                  <a:pt x="261261" y="540125"/>
                </a:lnTo>
                <a:lnTo>
                  <a:pt x="275777" y="570128"/>
                </a:lnTo>
                <a:lnTo>
                  <a:pt x="290293" y="600142"/>
                </a:lnTo>
                <a:lnTo>
                  <a:pt x="304810" y="630145"/>
                </a:lnTo>
                <a:lnTo>
                  <a:pt x="319316" y="660149"/>
                </a:lnTo>
                <a:lnTo>
                  <a:pt x="333832" y="690162"/>
                </a:lnTo>
                <a:lnTo>
                  <a:pt x="348348" y="720166"/>
                </a:lnTo>
                <a:lnTo>
                  <a:pt x="362864" y="750170"/>
                </a:lnTo>
                <a:lnTo>
                  <a:pt x="377381" y="780183"/>
                </a:lnTo>
                <a:lnTo>
                  <a:pt x="391897" y="810187"/>
                </a:lnTo>
                <a:lnTo>
                  <a:pt x="406413" y="840191"/>
                </a:lnTo>
                <a:lnTo>
                  <a:pt x="420919" y="870204"/>
                </a:lnTo>
                <a:lnTo>
                  <a:pt x="435435" y="900208"/>
                </a:lnTo>
                <a:lnTo>
                  <a:pt x="449951" y="930212"/>
                </a:lnTo>
                <a:lnTo>
                  <a:pt x="464468" y="960225"/>
                </a:lnTo>
                <a:lnTo>
                  <a:pt x="478984" y="990229"/>
                </a:lnTo>
                <a:lnTo>
                  <a:pt x="493500" y="1020232"/>
                </a:lnTo>
                <a:lnTo>
                  <a:pt x="513074" y="1045445"/>
                </a:lnTo>
                <a:lnTo>
                  <a:pt x="544716" y="1055770"/>
                </a:lnTo>
                <a:lnTo>
                  <a:pt x="577348" y="1062552"/>
                </a:lnTo>
                <a:lnTo>
                  <a:pt x="610257" y="1067829"/>
                </a:lnTo>
                <a:lnTo>
                  <a:pt x="643299" y="1072201"/>
                </a:lnTo>
                <a:lnTo>
                  <a:pt x="676418" y="1075954"/>
                </a:lnTo>
                <a:lnTo>
                  <a:pt x="709593" y="1079259"/>
                </a:lnTo>
                <a:lnTo>
                  <a:pt x="742788" y="1082202"/>
                </a:lnTo>
                <a:lnTo>
                  <a:pt x="776021" y="1084850"/>
                </a:lnTo>
                <a:lnTo>
                  <a:pt x="809263" y="1087250"/>
                </a:lnTo>
                <a:lnTo>
                  <a:pt x="842524" y="1089450"/>
                </a:lnTo>
                <a:lnTo>
                  <a:pt x="875795" y="1091460"/>
                </a:lnTo>
                <a:lnTo>
                  <a:pt x="909076" y="1093327"/>
                </a:lnTo>
                <a:lnTo>
                  <a:pt x="942365" y="1095032"/>
                </a:lnTo>
                <a:lnTo>
                  <a:pt x="975665" y="1096613"/>
                </a:lnTo>
                <a:lnTo>
                  <a:pt x="1008964" y="1098071"/>
                </a:lnTo>
                <a:lnTo>
                  <a:pt x="1042273" y="1099433"/>
                </a:lnTo>
                <a:lnTo>
                  <a:pt x="1075582" y="1100671"/>
                </a:lnTo>
                <a:lnTo>
                  <a:pt x="1108891" y="1101833"/>
                </a:lnTo>
                <a:lnTo>
                  <a:pt x="1142209" y="1102900"/>
                </a:lnTo>
                <a:lnTo>
                  <a:pt x="1175528" y="1103881"/>
                </a:lnTo>
                <a:lnTo>
                  <a:pt x="1208846" y="1104786"/>
                </a:lnTo>
                <a:lnTo>
                  <a:pt x="1242174" y="1105605"/>
                </a:lnTo>
                <a:lnTo>
                  <a:pt x="1275493" y="1106357"/>
                </a:lnTo>
                <a:lnTo>
                  <a:pt x="1308821" y="1107043"/>
                </a:lnTo>
                <a:lnTo>
                  <a:pt x="1342149" y="1107662"/>
                </a:lnTo>
                <a:lnTo>
                  <a:pt x="1375477" y="1108205"/>
                </a:lnTo>
                <a:lnTo>
                  <a:pt x="1408805" y="1108691"/>
                </a:lnTo>
                <a:lnTo>
                  <a:pt x="1442133" y="1109110"/>
                </a:lnTo>
                <a:lnTo>
                  <a:pt x="1475470" y="1109482"/>
                </a:lnTo>
                <a:lnTo>
                  <a:pt x="1508798" y="1109777"/>
                </a:lnTo>
                <a:lnTo>
                  <a:pt x="1542136" y="1110024"/>
                </a:lnTo>
                <a:lnTo>
                  <a:pt x="1575464" y="1110205"/>
                </a:lnTo>
                <a:lnTo>
                  <a:pt x="1608801" y="1110339"/>
                </a:lnTo>
                <a:lnTo>
                  <a:pt x="1642129" y="1110405"/>
                </a:lnTo>
                <a:lnTo>
                  <a:pt x="1675467" y="1110415"/>
                </a:lnTo>
                <a:lnTo>
                  <a:pt x="1708795" y="1110377"/>
                </a:lnTo>
                <a:lnTo>
                  <a:pt x="1742132" y="1110272"/>
                </a:lnTo>
                <a:lnTo>
                  <a:pt x="1775460" y="1110120"/>
                </a:lnTo>
                <a:lnTo>
                  <a:pt x="1808798" y="1109901"/>
                </a:lnTo>
                <a:lnTo>
                  <a:pt x="1842125" y="1109624"/>
                </a:lnTo>
                <a:lnTo>
                  <a:pt x="1875453" y="1109291"/>
                </a:lnTo>
                <a:lnTo>
                  <a:pt x="1908791" y="1108901"/>
                </a:lnTo>
                <a:lnTo>
                  <a:pt x="1942119" y="1108453"/>
                </a:lnTo>
                <a:lnTo>
                  <a:pt x="1975447" y="1107929"/>
                </a:lnTo>
                <a:lnTo>
                  <a:pt x="2008775" y="1107348"/>
                </a:lnTo>
                <a:lnTo>
                  <a:pt x="2042103" y="1106700"/>
                </a:lnTo>
                <a:lnTo>
                  <a:pt x="2075431" y="1105976"/>
                </a:lnTo>
                <a:lnTo>
                  <a:pt x="2108749" y="1105186"/>
                </a:lnTo>
                <a:lnTo>
                  <a:pt x="2142068" y="1104329"/>
                </a:lnTo>
                <a:lnTo>
                  <a:pt x="2175396" y="1103386"/>
                </a:lnTo>
                <a:lnTo>
                  <a:pt x="2208705" y="1102357"/>
                </a:lnTo>
                <a:lnTo>
                  <a:pt x="2242023" y="1101252"/>
                </a:lnTo>
                <a:lnTo>
                  <a:pt x="2275332" y="1100042"/>
                </a:lnTo>
                <a:lnTo>
                  <a:pt x="2308641" y="1098747"/>
                </a:lnTo>
                <a:lnTo>
                  <a:pt x="2341950" y="1097337"/>
                </a:lnTo>
                <a:lnTo>
                  <a:pt x="2375240" y="1095813"/>
                </a:lnTo>
                <a:lnTo>
                  <a:pt x="2408539" y="1094175"/>
                </a:lnTo>
                <a:lnTo>
                  <a:pt x="2441819" y="1092384"/>
                </a:lnTo>
                <a:lnTo>
                  <a:pt x="2475100" y="1090451"/>
                </a:lnTo>
                <a:lnTo>
                  <a:pt x="2508361" y="1088346"/>
                </a:lnTo>
                <a:lnTo>
                  <a:pt x="2541613" y="1086041"/>
                </a:lnTo>
                <a:lnTo>
                  <a:pt x="2574855" y="1083516"/>
                </a:lnTo>
                <a:lnTo>
                  <a:pt x="2608069" y="1080726"/>
                </a:lnTo>
                <a:lnTo>
                  <a:pt x="2641254" y="1077611"/>
                </a:lnTo>
                <a:lnTo>
                  <a:pt x="2674401" y="1074087"/>
                </a:lnTo>
                <a:lnTo>
                  <a:pt x="2707491" y="1070039"/>
                </a:lnTo>
                <a:lnTo>
                  <a:pt x="2740476" y="1065247"/>
                </a:lnTo>
                <a:lnTo>
                  <a:pt x="2773270" y="1059313"/>
                </a:lnTo>
                <a:lnTo>
                  <a:pt x="2805579" y="1051179"/>
                </a:lnTo>
                <a:lnTo>
                  <a:pt x="2833926" y="1034996"/>
                </a:lnTo>
                <a:lnTo>
                  <a:pt x="2847737" y="1004773"/>
                </a:lnTo>
                <a:lnTo>
                  <a:pt x="2862243" y="974769"/>
                </a:lnTo>
                <a:lnTo>
                  <a:pt x="2876760" y="944756"/>
                </a:lnTo>
                <a:lnTo>
                  <a:pt x="2891276" y="914752"/>
                </a:lnTo>
                <a:lnTo>
                  <a:pt x="2905792" y="884749"/>
                </a:lnTo>
                <a:lnTo>
                  <a:pt x="2920308" y="854735"/>
                </a:lnTo>
                <a:lnTo>
                  <a:pt x="2934824" y="824732"/>
                </a:lnTo>
                <a:lnTo>
                  <a:pt x="2949340" y="794728"/>
                </a:lnTo>
                <a:lnTo>
                  <a:pt x="2963847" y="764715"/>
                </a:lnTo>
                <a:lnTo>
                  <a:pt x="2978363" y="734711"/>
                </a:lnTo>
                <a:lnTo>
                  <a:pt x="2992879" y="704707"/>
                </a:lnTo>
                <a:lnTo>
                  <a:pt x="3007395" y="674694"/>
                </a:lnTo>
                <a:lnTo>
                  <a:pt x="3021911" y="644690"/>
                </a:lnTo>
                <a:lnTo>
                  <a:pt x="3036427" y="614686"/>
                </a:lnTo>
                <a:lnTo>
                  <a:pt x="3050934" y="584673"/>
                </a:lnTo>
                <a:lnTo>
                  <a:pt x="3065450" y="554669"/>
                </a:lnTo>
                <a:lnTo>
                  <a:pt x="3079966" y="524666"/>
                </a:lnTo>
                <a:lnTo>
                  <a:pt x="3094482" y="494652"/>
                </a:lnTo>
                <a:lnTo>
                  <a:pt x="3108998" y="464649"/>
                </a:lnTo>
                <a:lnTo>
                  <a:pt x="3123514" y="434645"/>
                </a:lnTo>
                <a:lnTo>
                  <a:pt x="3138021" y="404632"/>
                </a:lnTo>
                <a:lnTo>
                  <a:pt x="3152537" y="374628"/>
                </a:lnTo>
                <a:lnTo>
                  <a:pt x="3167053" y="344624"/>
                </a:lnTo>
                <a:lnTo>
                  <a:pt x="3181569" y="314611"/>
                </a:lnTo>
                <a:lnTo>
                  <a:pt x="3196085" y="284607"/>
                </a:lnTo>
                <a:lnTo>
                  <a:pt x="3210601" y="254603"/>
                </a:lnTo>
                <a:lnTo>
                  <a:pt x="3225108" y="224590"/>
                </a:lnTo>
                <a:lnTo>
                  <a:pt x="3239624" y="194586"/>
                </a:lnTo>
                <a:lnTo>
                  <a:pt x="3254140" y="164582"/>
                </a:lnTo>
                <a:lnTo>
                  <a:pt x="3268656" y="134569"/>
                </a:lnTo>
                <a:lnTo>
                  <a:pt x="3283172" y="104565"/>
                </a:lnTo>
                <a:lnTo>
                  <a:pt x="3297688" y="74562"/>
                </a:lnTo>
                <a:lnTo>
                  <a:pt x="3312204" y="44548"/>
                </a:lnTo>
                <a:lnTo>
                  <a:pt x="3326711" y="14545"/>
                </a:lnTo>
                <a:lnTo>
                  <a:pt x="3321415" y="10773"/>
                </a:lnTo>
                <a:lnTo>
                  <a:pt x="3289421" y="19955"/>
                </a:lnTo>
                <a:lnTo>
                  <a:pt x="3256626" y="25898"/>
                </a:lnTo>
                <a:lnTo>
                  <a:pt x="3223612" y="30518"/>
                </a:lnTo>
                <a:lnTo>
                  <a:pt x="3190504" y="34376"/>
                </a:lnTo>
                <a:lnTo>
                  <a:pt x="3157337" y="37719"/>
                </a:lnTo>
                <a:lnTo>
                  <a:pt x="3124143" y="40681"/>
                </a:lnTo>
                <a:lnTo>
                  <a:pt x="3090910" y="43339"/>
                </a:lnTo>
                <a:lnTo>
                  <a:pt x="3057668" y="45768"/>
                </a:lnTo>
                <a:lnTo>
                  <a:pt x="3024407" y="47996"/>
                </a:lnTo>
                <a:lnTo>
                  <a:pt x="2991136" y="50044"/>
                </a:lnTo>
                <a:lnTo>
                  <a:pt x="2957865" y="51949"/>
                </a:lnTo>
                <a:lnTo>
                  <a:pt x="2924575" y="53740"/>
                </a:lnTo>
                <a:lnTo>
                  <a:pt x="2891285" y="55397"/>
                </a:lnTo>
                <a:lnTo>
                  <a:pt x="2857986" y="56960"/>
                </a:lnTo>
                <a:lnTo>
                  <a:pt x="2824686" y="58426"/>
                </a:lnTo>
                <a:lnTo>
                  <a:pt x="2791387" y="59817"/>
                </a:lnTo>
                <a:lnTo>
                  <a:pt x="2758078" y="61122"/>
                </a:lnTo>
                <a:lnTo>
                  <a:pt x="2724769" y="62360"/>
                </a:lnTo>
                <a:lnTo>
                  <a:pt x="2691451" y="63522"/>
                </a:lnTo>
                <a:lnTo>
                  <a:pt x="2658142" y="64627"/>
                </a:lnTo>
                <a:lnTo>
                  <a:pt x="2624823" y="65665"/>
                </a:lnTo>
                <a:lnTo>
                  <a:pt x="2591505" y="66656"/>
                </a:lnTo>
                <a:lnTo>
                  <a:pt x="2558186" y="67589"/>
                </a:lnTo>
                <a:lnTo>
                  <a:pt x="2524858" y="68475"/>
                </a:lnTo>
                <a:lnTo>
                  <a:pt x="2491540" y="69323"/>
                </a:lnTo>
                <a:lnTo>
                  <a:pt x="2458222" y="70114"/>
                </a:lnTo>
                <a:lnTo>
                  <a:pt x="2424894" y="70856"/>
                </a:lnTo>
                <a:lnTo>
                  <a:pt x="2391566" y="71571"/>
                </a:lnTo>
                <a:lnTo>
                  <a:pt x="2358238" y="72228"/>
                </a:lnTo>
                <a:lnTo>
                  <a:pt x="2324910" y="72857"/>
                </a:lnTo>
                <a:lnTo>
                  <a:pt x="2291582" y="73447"/>
                </a:lnTo>
                <a:lnTo>
                  <a:pt x="2258254" y="74000"/>
                </a:lnTo>
                <a:lnTo>
                  <a:pt x="2224926" y="74524"/>
                </a:lnTo>
                <a:lnTo>
                  <a:pt x="2191598" y="75009"/>
                </a:lnTo>
                <a:lnTo>
                  <a:pt x="2158270" y="75457"/>
                </a:lnTo>
                <a:lnTo>
                  <a:pt x="2124942" y="75876"/>
                </a:lnTo>
                <a:lnTo>
                  <a:pt x="2091604" y="76267"/>
                </a:lnTo>
                <a:lnTo>
                  <a:pt x="2058276" y="76619"/>
                </a:lnTo>
                <a:lnTo>
                  <a:pt x="2024948" y="76943"/>
                </a:lnTo>
                <a:lnTo>
                  <a:pt x="1991611" y="77238"/>
                </a:lnTo>
                <a:lnTo>
                  <a:pt x="1958283" y="77495"/>
                </a:lnTo>
                <a:lnTo>
                  <a:pt x="1924945" y="77734"/>
                </a:lnTo>
                <a:lnTo>
                  <a:pt x="1891617" y="77943"/>
                </a:lnTo>
                <a:lnTo>
                  <a:pt x="1858280" y="78115"/>
                </a:lnTo>
                <a:lnTo>
                  <a:pt x="1824952" y="78267"/>
                </a:lnTo>
                <a:lnTo>
                  <a:pt x="1791614" y="78381"/>
                </a:lnTo>
                <a:lnTo>
                  <a:pt x="1758286" y="78476"/>
                </a:lnTo>
                <a:lnTo>
                  <a:pt x="1724949" y="78534"/>
                </a:lnTo>
                <a:lnTo>
                  <a:pt x="1691621" y="78572"/>
                </a:lnTo>
                <a:lnTo>
                  <a:pt x="1658283" y="78581"/>
                </a:lnTo>
                <a:lnTo>
                  <a:pt x="1624955" y="78562"/>
                </a:lnTo>
                <a:lnTo>
                  <a:pt x="1591618" y="78505"/>
                </a:lnTo>
                <a:lnTo>
                  <a:pt x="1558290" y="78429"/>
                </a:lnTo>
                <a:lnTo>
                  <a:pt x="1524953" y="78324"/>
                </a:lnTo>
                <a:lnTo>
                  <a:pt x="1491625" y="78191"/>
                </a:lnTo>
                <a:lnTo>
                  <a:pt x="1458287" y="78029"/>
                </a:lnTo>
                <a:lnTo>
                  <a:pt x="1424959" y="77838"/>
                </a:lnTo>
                <a:lnTo>
                  <a:pt x="1391622" y="77619"/>
                </a:lnTo>
                <a:lnTo>
                  <a:pt x="1358294" y="77372"/>
                </a:lnTo>
                <a:lnTo>
                  <a:pt x="1324966" y="77086"/>
                </a:lnTo>
                <a:lnTo>
                  <a:pt x="1291628" y="76781"/>
                </a:lnTo>
                <a:lnTo>
                  <a:pt x="1258300" y="76438"/>
                </a:lnTo>
                <a:lnTo>
                  <a:pt x="1224972" y="76067"/>
                </a:lnTo>
                <a:lnTo>
                  <a:pt x="1191635" y="75667"/>
                </a:lnTo>
                <a:lnTo>
                  <a:pt x="1158307" y="75228"/>
                </a:lnTo>
                <a:lnTo>
                  <a:pt x="1124979" y="74762"/>
                </a:lnTo>
                <a:lnTo>
                  <a:pt x="1091651" y="74266"/>
                </a:lnTo>
                <a:lnTo>
                  <a:pt x="1058323" y="73724"/>
                </a:lnTo>
                <a:lnTo>
                  <a:pt x="1024995" y="73152"/>
                </a:lnTo>
                <a:lnTo>
                  <a:pt x="991667" y="72542"/>
                </a:lnTo>
                <a:lnTo>
                  <a:pt x="958339" y="71895"/>
                </a:lnTo>
                <a:lnTo>
                  <a:pt x="925011" y="71199"/>
                </a:lnTo>
                <a:lnTo>
                  <a:pt x="891683" y="70475"/>
                </a:lnTo>
                <a:lnTo>
                  <a:pt x="858364" y="69704"/>
                </a:lnTo>
                <a:lnTo>
                  <a:pt x="825036" y="68885"/>
                </a:lnTo>
                <a:lnTo>
                  <a:pt x="791718" y="68028"/>
                </a:lnTo>
                <a:lnTo>
                  <a:pt x="758400" y="67113"/>
                </a:lnTo>
                <a:lnTo>
                  <a:pt x="725081" y="66151"/>
                </a:lnTo>
                <a:lnTo>
                  <a:pt x="691763" y="65132"/>
                </a:lnTo>
                <a:lnTo>
                  <a:pt x="658444" y="64056"/>
                </a:lnTo>
                <a:lnTo>
                  <a:pt x="625135" y="62922"/>
                </a:lnTo>
                <a:lnTo>
                  <a:pt x="591817" y="61722"/>
                </a:lnTo>
                <a:lnTo>
                  <a:pt x="558508" y="60455"/>
                </a:lnTo>
                <a:lnTo>
                  <a:pt x="525209" y="59112"/>
                </a:lnTo>
                <a:lnTo>
                  <a:pt x="491900" y="57693"/>
                </a:lnTo>
                <a:lnTo>
                  <a:pt x="458600" y="56169"/>
                </a:lnTo>
                <a:lnTo>
                  <a:pt x="425310" y="54550"/>
                </a:lnTo>
                <a:lnTo>
                  <a:pt x="392020" y="52826"/>
                </a:lnTo>
                <a:lnTo>
                  <a:pt x="358740" y="50987"/>
                </a:lnTo>
                <a:lnTo>
                  <a:pt x="325469" y="49006"/>
                </a:lnTo>
                <a:lnTo>
                  <a:pt x="292198" y="46873"/>
                </a:lnTo>
                <a:lnTo>
                  <a:pt x="258947" y="44548"/>
                </a:lnTo>
                <a:lnTo>
                  <a:pt x="225714" y="42005"/>
                </a:lnTo>
                <a:lnTo>
                  <a:pt x="192500" y="39195"/>
                </a:lnTo>
                <a:lnTo>
                  <a:pt x="159315" y="36052"/>
                </a:lnTo>
                <a:lnTo>
                  <a:pt x="126178" y="32471"/>
                </a:lnTo>
                <a:lnTo>
                  <a:pt x="93107" y="28251"/>
                </a:lnTo>
                <a:lnTo>
                  <a:pt x="60188" y="23060"/>
                </a:lnTo>
                <a:lnTo>
                  <a:pt x="27642" y="15926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34" name="funnel-step-cap-0">
            <a:extLst xmlns:a="http://schemas.openxmlformats.org/drawingml/2006/main">
              <a:ext uri="{FF2B5EF4-FFF2-40B4-BE49-F238E27FC236}">
                <a16:creationId xmlns:a16="http://schemas.microsoft.com/office/drawing/2014/main" id="{D6BEF186-EC5E-48AB-9210-83F4EC50F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52750" y="2390775"/>
            <a:ext cx="33337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35" name="funnel-step-body-1">
            <a:extLst xmlns:a="http://schemas.openxmlformats.org/drawingml/2006/main">
              <a:ext uri="{FF2B5EF4-FFF2-40B4-BE49-F238E27FC236}">
                <a16:creationId xmlns:a16="http://schemas.microsoft.com/office/drawing/2014/main" id="{358D997B-9D6B-4B48-AC8B-76F32EEFB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451860" y="3727418"/>
            <a:ext cx="2334397" cy="1110520"/>
          </a:xfrm>
          <a:custGeom xmlns:a="http://schemas.openxmlformats.org/drawingml/2006/main">
            <a:pathLst>
              <a:path w="2334397" h="1110520">
                <a:moveTo>
                  <a:pt x="0" y="0"/>
                </a:moveTo>
                <a:lnTo>
                  <a:pt x="8906" y="24060"/>
                </a:lnTo>
                <a:lnTo>
                  <a:pt x="17812" y="48120"/>
                </a:lnTo>
                <a:lnTo>
                  <a:pt x="26718" y="72180"/>
                </a:lnTo>
                <a:lnTo>
                  <a:pt x="35633" y="96241"/>
                </a:lnTo>
                <a:lnTo>
                  <a:pt x="44539" y="120301"/>
                </a:lnTo>
                <a:lnTo>
                  <a:pt x="53445" y="144361"/>
                </a:lnTo>
                <a:lnTo>
                  <a:pt x="62351" y="168412"/>
                </a:lnTo>
                <a:lnTo>
                  <a:pt x="71257" y="192472"/>
                </a:lnTo>
                <a:lnTo>
                  <a:pt x="80162" y="216532"/>
                </a:lnTo>
                <a:lnTo>
                  <a:pt x="89078" y="240592"/>
                </a:lnTo>
                <a:lnTo>
                  <a:pt x="97984" y="264652"/>
                </a:lnTo>
                <a:lnTo>
                  <a:pt x="106890" y="288712"/>
                </a:lnTo>
                <a:lnTo>
                  <a:pt x="115795" y="312772"/>
                </a:lnTo>
                <a:lnTo>
                  <a:pt x="124701" y="336833"/>
                </a:lnTo>
                <a:lnTo>
                  <a:pt x="133607" y="360893"/>
                </a:lnTo>
                <a:lnTo>
                  <a:pt x="142513" y="384953"/>
                </a:lnTo>
                <a:lnTo>
                  <a:pt x="151428" y="409013"/>
                </a:lnTo>
                <a:lnTo>
                  <a:pt x="160334" y="433073"/>
                </a:lnTo>
                <a:lnTo>
                  <a:pt x="169240" y="457124"/>
                </a:lnTo>
                <a:lnTo>
                  <a:pt x="178146" y="481184"/>
                </a:lnTo>
                <a:lnTo>
                  <a:pt x="187052" y="505244"/>
                </a:lnTo>
                <a:lnTo>
                  <a:pt x="195958" y="529304"/>
                </a:lnTo>
                <a:lnTo>
                  <a:pt x="204873" y="553364"/>
                </a:lnTo>
                <a:lnTo>
                  <a:pt x="213779" y="577425"/>
                </a:lnTo>
                <a:lnTo>
                  <a:pt x="222685" y="601485"/>
                </a:lnTo>
                <a:lnTo>
                  <a:pt x="231591" y="625545"/>
                </a:lnTo>
                <a:lnTo>
                  <a:pt x="240497" y="649605"/>
                </a:lnTo>
                <a:lnTo>
                  <a:pt x="249403" y="673665"/>
                </a:lnTo>
                <a:lnTo>
                  <a:pt x="258308" y="697725"/>
                </a:lnTo>
                <a:lnTo>
                  <a:pt x="267224" y="721785"/>
                </a:lnTo>
                <a:lnTo>
                  <a:pt x="276130" y="745846"/>
                </a:lnTo>
                <a:lnTo>
                  <a:pt x="285036" y="769896"/>
                </a:lnTo>
                <a:lnTo>
                  <a:pt x="293942" y="793956"/>
                </a:lnTo>
                <a:lnTo>
                  <a:pt x="302847" y="818017"/>
                </a:lnTo>
                <a:lnTo>
                  <a:pt x="311753" y="842077"/>
                </a:lnTo>
                <a:lnTo>
                  <a:pt x="320669" y="866137"/>
                </a:lnTo>
                <a:lnTo>
                  <a:pt x="329575" y="890197"/>
                </a:lnTo>
                <a:lnTo>
                  <a:pt x="338480" y="914257"/>
                </a:lnTo>
                <a:lnTo>
                  <a:pt x="347386" y="938317"/>
                </a:lnTo>
                <a:lnTo>
                  <a:pt x="356292" y="962377"/>
                </a:lnTo>
                <a:lnTo>
                  <a:pt x="365198" y="986438"/>
                </a:lnTo>
                <a:lnTo>
                  <a:pt x="374113" y="1010498"/>
                </a:lnTo>
                <a:lnTo>
                  <a:pt x="382419" y="1034691"/>
                </a:lnTo>
                <a:lnTo>
                  <a:pt x="401222" y="1051093"/>
                </a:lnTo>
                <a:lnTo>
                  <a:pt x="425263" y="1059990"/>
                </a:lnTo>
                <a:lnTo>
                  <a:pt x="450094" y="1066438"/>
                </a:lnTo>
                <a:lnTo>
                  <a:pt x="475221" y="1071591"/>
                </a:lnTo>
                <a:lnTo>
                  <a:pt x="500510" y="1075925"/>
                </a:lnTo>
                <a:lnTo>
                  <a:pt x="525885" y="1079659"/>
                </a:lnTo>
                <a:lnTo>
                  <a:pt x="551326" y="1082954"/>
                </a:lnTo>
                <a:lnTo>
                  <a:pt x="576815" y="1085879"/>
                </a:lnTo>
                <a:lnTo>
                  <a:pt x="602332" y="1088517"/>
                </a:lnTo>
                <a:lnTo>
                  <a:pt x="627878" y="1090898"/>
                </a:lnTo>
                <a:lnTo>
                  <a:pt x="653444" y="1093060"/>
                </a:lnTo>
                <a:lnTo>
                  <a:pt x="679028" y="1095032"/>
                </a:lnTo>
                <a:lnTo>
                  <a:pt x="704612" y="1096842"/>
                </a:lnTo>
                <a:lnTo>
                  <a:pt x="730215" y="1098490"/>
                </a:lnTo>
                <a:lnTo>
                  <a:pt x="755828" y="1099995"/>
                </a:lnTo>
                <a:lnTo>
                  <a:pt x="781450" y="1101376"/>
                </a:lnTo>
                <a:lnTo>
                  <a:pt x="807072" y="1102633"/>
                </a:lnTo>
                <a:lnTo>
                  <a:pt x="832704" y="1103786"/>
                </a:lnTo>
                <a:lnTo>
                  <a:pt x="858336" y="1104824"/>
                </a:lnTo>
                <a:lnTo>
                  <a:pt x="883977" y="1105767"/>
                </a:lnTo>
                <a:lnTo>
                  <a:pt x="909618" y="1106615"/>
                </a:lnTo>
                <a:lnTo>
                  <a:pt x="935260" y="1107377"/>
                </a:lnTo>
                <a:lnTo>
                  <a:pt x="960901" y="1108043"/>
                </a:lnTo>
                <a:lnTo>
                  <a:pt x="986552" y="1108634"/>
                </a:lnTo>
                <a:lnTo>
                  <a:pt x="1012203" y="1109129"/>
                </a:lnTo>
                <a:lnTo>
                  <a:pt x="1037854" y="1109558"/>
                </a:lnTo>
                <a:lnTo>
                  <a:pt x="1063504" y="1109901"/>
                </a:lnTo>
                <a:lnTo>
                  <a:pt x="1089165" y="1110167"/>
                </a:lnTo>
                <a:lnTo>
                  <a:pt x="1114816" y="1110358"/>
                </a:lnTo>
                <a:lnTo>
                  <a:pt x="1140476" y="1110472"/>
                </a:lnTo>
                <a:lnTo>
                  <a:pt x="1166127" y="1110520"/>
                </a:lnTo>
                <a:lnTo>
                  <a:pt x="1191787" y="1110482"/>
                </a:lnTo>
                <a:lnTo>
                  <a:pt x="1217438" y="1110377"/>
                </a:lnTo>
                <a:lnTo>
                  <a:pt x="1243089" y="1110196"/>
                </a:lnTo>
                <a:lnTo>
                  <a:pt x="1268749" y="1109939"/>
                </a:lnTo>
                <a:lnTo>
                  <a:pt x="1294400" y="1109605"/>
                </a:lnTo>
                <a:lnTo>
                  <a:pt x="1320051" y="1109186"/>
                </a:lnTo>
                <a:lnTo>
                  <a:pt x="1345702" y="1108700"/>
                </a:lnTo>
                <a:lnTo>
                  <a:pt x="1371352" y="1108119"/>
                </a:lnTo>
                <a:lnTo>
                  <a:pt x="1396994" y="1107462"/>
                </a:lnTo>
                <a:lnTo>
                  <a:pt x="1422644" y="1106719"/>
                </a:lnTo>
                <a:lnTo>
                  <a:pt x="1448286" y="1105881"/>
                </a:lnTo>
                <a:lnTo>
                  <a:pt x="1473927" y="1104957"/>
                </a:lnTo>
                <a:lnTo>
                  <a:pt x="1499559" y="1103919"/>
                </a:lnTo>
                <a:lnTo>
                  <a:pt x="1525191" y="1102795"/>
                </a:lnTo>
                <a:lnTo>
                  <a:pt x="1550813" y="1101547"/>
                </a:lnTo>
                <a:lnTo>
                  <a:pt x="1576435" y="1100185"/>
                </a:lnTo>
                <a:lnTo>
                  <a:pt x="1602048" y="1098690"/>
                </a:lnTo>
                <a:lnTo>
                  <a:pt x="1627642" y="1097051"/>
                </a:lnTo>
                <a:lnTo>
                  <a:pt x="1653235" y="1095280"/>
                </a:lnTo>
                <a:lnTo>
                  <a:pt x="1678819" y="1093327"/>
                </a:lnTo>
                <a:lnTo>
                  <a:pt x="1704384" y="1091184"/>
                </a:lnTo>
                <a:lnTo>
                  <a:pt x="1729931" y="1088831"/>
                </a:lnTo>
                <a:lnTo>
                  <a:pt x="1755458" y="1086231"/>
                </a:lnTo>
                <a:lnTo>
                  <a:pt x="1780946" y="1083345"/>
                </a:lnTo>
                <a:lnTo>
                  <a:pt x="1806397" y="1080106"/>
                </a:lnTo>
                <a:lnTo>
                  <a:pt x="1831791" y="1076430"/>
                </a:lnTo>
                <a:lnTo>
                  <a:pt x="1857089" y="1072182"/>
                </a:lnTo>
                <a:lnTo>
                  <a:pt x="1882245" y="1067152"/>
                </a:lnTo>
                <a:lnTo>
                  <a:pt x="1907124" y="1060914"/>
                </a:lnTo>
                <a:lnTo>
                  <a:pt x="1931327" y="1052455"/>
                </a:lnTo>
                <a:lnTo>
                  <a:pt x="1951853" y="1037711"/>
                </a:lnTo>
                <a:lnTo>
                  <a:pt x="1960283" y="1013565"/>
                </a:lnTo>
                <a:lnTo>
                  <a:pt x="1969189" y="989505"/>
                </a:lnTo>
                <a:lnTo>
                  <a:pt x="1978095" y="965444"/>
                </a:lnTo>
                <a:lnTo>
                  <a:pt x="1987010" y="941384"/>
                </a:lnTo>
                <a:lnTo>
                  <a:pt x="1995916" y="917324"/>
                </a:lnTo>
                <a:lnTo>
                  <a:pt x="2004822" y="893274"/>
                </a:lnTo>
                <a:lnTo>
                  <a:pt x="2013728" y="869213"/>
                </a:lnTo>
                <a:lnTo>
                  <a:pt x="2022634" y="845153"/>
                </a:lnTo>
                <a:lnTo>
                  <a:pt x="2031540" y="821093"/>
                </a:lnTo>
                <a:lnTo>
                  <a:pt x="2040455" y="797033"/>
                </a:lnTo>
                <a:lnTo>
                  <a:pt x="2049361" y="772973"/>
                </a:lnTo>
                <a:lnTo>
                  <a:pt x="2058267" y="748913"/>
                </a:lnTo>
                <a:lnTo>
                  <a:pt x="2067173" y="724853"/>
                </a:lnTo>
                <a:lnTo>
                  <a:pt x="2076079" y="700792"/>
                </a:lnTo>
                <a:lnTo>
                  <a:pt x="2084984" y="676732"/>
                </a:lnTo>
                <a:lnTo>
                  <a:pt x="2093890" y="652672"/>
                </a:lnTo>
                <a:lnTo>
                  <a:pt x="2102806" y="628612"/>
                </a:lnTo>
                <a:lnTo>
                  <a:pt x="2111712" y="604552"/>
                </a:lnTo>
                <a:lnTo>
                  <a:pt x="2120617" y="580501"/>
                </a:lnTo>
                <a:lnTo>
                  <a:pt x="2129523" y="556441"/>
                </a:lnTo>
                <a:lnTo>
                  <a:pt x="2138429" y="532381"/>
                </a:lnTo>
                <a:lnTo>
                  <a:pt x="2147335" y="508321"/>
                </a:lnTo>
                <a:lnTo>
                  <a:pt x="2156250" y="484261"/>
                </a:lnTo>
                <a:lnTo>
                  <a:pt x="2165156" y="460200"/>
                </a:lnTo>
                <a:lnTo>
                  <a:pt x="2174062" y="436140"/>
                </a:lnTo>
                <a:lnTo>
                  <a:pt x="2182968" y="412080"/>
                </a:lnTo>
                <a:lnTo>
                  <a:pt x="2191874" y="388020"/>
                </a:lnTo>
                <a:lnTo>
                  <a:pt x="2200780" y="363960"/>
                </a:lnTo>
                <a:lnTo>
                  <a:pt x="2209686" y="339900"/>
                </a:lnTo>
                <a:lnTo>
                  <a:pt x="2218601" y="315839"/>
                </a:lnTo>
                <a:lnTo>
                  <a:pt x="2227507" y="291779"/>
                </a:lnTo>
                <a:lnTo>
                  <a:pt x="2236413" y="267729"/>
                </a:lnTo>
                <a:lnTo>
                  <a:pt x="2245319" y="243669"/>
                </a:lnTo>
                <a:lnTo>
                  <a:pt x="2254225" y="219608"/>
                </a:lnTo>
                <a:lnTo>
                  <a:pt x="2263130" y="195548"/>
                </a:lnTo>
                <a:lnTo>
                  <a:pt x="2272046" y="171488"/>
                </a:lnTo>
                <a:lnTo>
                  <a:pt x="2280952" y="147428"/>
                </a:lnTo>
                <a:lnTo>
                  <a:pt x="2289858" y="123368"/>
                </a:lnTo>
                <a:lnTo>
                  <a:pt x="2298764" y="99308"/>
                </a:lnTo>
                <a:lnTo>
                  <a:pt x="2307669" y="75248"/>
                </a:lnTo>
                <a:lnTo>
                  <a:pt x="2316575" y="51187"/>
                </a:lnTo>
                <a:lnTo>
                  <a:pt x="2325481" y="27127"/>
                </a:lnTo>
                <a:lnTo>
                  <a:pt x="2334397" y="3067"/>
                </a:lnTo>
                <a:lnTo>
                  <a:pt x="2319804" y="14411"/>
                </a:lnTo>
                <a:lnTo>
                  <a:pt x="2295487" y="22508"/>
                </a:lnTo>
                <a:lnTo>
                  <a:pt x="2270474" y="28223"/>
                </a:lnTo>
                <a:lnTo>
                  <a:pt x="2245233" y="32776"/>
                </a:lnTo>
                <a:lnTo>
                  <a:pt x="2219868" y="36624"/>
                </a:lnTo>
                <a:lnTo>
                  <a:pt x="2194427" y="39976"/>
                </a:lnTo>
                <a:lnTo>
                  <a:pt x="2168947" y="42958"/>
                </a:lnTo>
                <a:lnTo>
                  <a:pt x="2143430" y="45634"/>
                </a:lnTo>
                <a:lnTo>
                  <a:pt x="2117893" y="48073"/>
                </a:lnTo>
                <a:lnTo>
                  <a:pt x="2092338" y="50311"/>
                </a:lnTo>
                <a:lnTo>
                  <a:pt x="2066763" y="52378"/>
                </a:lnTo>
                <a:lnTo>
                  <a:pt x="2041179" y="54293"/>
                </a:lnTo>
                <a:lnTo>
                  <a:pt x="2015585" y="56074"/>
                </a:lnTo>
                <a:lnTo>
                  <a:pt x="1989992" y="57750"/>
                </a:lnTo>
                <a:lnTo>
                  <a:pt x="1964379" y="59303"/>
                </a:lnTo>
                <a:lnTo>
                  <a:pt x="1938766" y="60760"/>
                </a:lnTo>
                <a:lnTo>
                  <a:pt x="1913144" y="62132"/>
                </a:lnTo>
                <a:lnTo>
                  <a:pt x="1887522" y="63427"/>
                </a:lnTo>
                <a:lnTo>
                  <a:pt x="1861899" y="64637"/>
                </a:lnTo>
                <a:lnTo>
                  <a:pt x="1836268" y="65780"/>
                </a:lnTo>
                <a:lnTo>
                  <a:pt x="1810636" y="66856"/>
                </a:lnTo>
                <a:lnTo>
                  <a:pt x="1785004" y="67866"/>
                </a:lnTo>
                <a:lnTo>
                  <a:pt x="1759363" y="68818"/>
                </a:lnTo>
                <a:lnTo>
                  <a:pt x="1733721" y="69723"/>
                </a:lnTo>
                <a:lnTo>
                  <a:pt x="1708080" y="70561"/>
                </a:lnTo>
                <a:lnTo>
                  <a:pt x="1682439" y="71352"/>
                </a:lnTo>
                <a:lnTo>
                  <a:pt x="1656798" y="72104"/>
                </a:lnTo>
                <a:lnTo>
                  <a:pt x="1631147" y="72800"/>
                </a:lnTo>
                <a:lnTo>
                  <a:pt x="1605505" y="73447"/>
                </a:lnTo>
                <a:lnTo>
                  <a:pt x="1579855" y="74057"/>
                </a:lnTo>
                <a:lnTo>
                  <a:pt x="1554204" y="74619"/>
                </a:lnTo>
                <a:lnTo>
                  <a:pt x="1528553" y="75143"/>
                </a:lnTo>
                <a:lnTo>
                  <a:pt x="1502902" y="75629"/>
                </a:lnTo>
                <a:lnTo>
                  <a:pt x="1477251" y="76067"/>
                </a:lnTo>
                <a:lnTo>
                  <a:pt x="1451600" y="76476"/>
                </a:lnTo>
                <a:lnTo>
                  <a:pt x="1425950" y="76848"/>
                </a:lnTo>
                <a:lnTo>
                  <a:pt x="1400299" y="77172"/>
                </a:lnTo>
                <a:lnTo>
                  <a:pt x="1374638" y="77467"/>
                </a:lnTo>
                <a:lnTo>
                  <a:pt x="1348988" y="77734"/>
                </a:lnTo>
                <a:lnTo>
                  <a:pt x="1323337" y="77953"/>
                </a:lnTo>
                <a:lnTo>
                  <a:pt x="1297676" y="78143"/>
                </a:lnTo>
                <a:lnTo>
                  <a:pt x="1272026" y="78296"/>
                </a:lnTo>
                <a:lnTo>
                  <a:pt x="1246365" y="78419"/>
                </a:lnTo>
                <a:lnTo>
                  <a:pt x="1220714" y="78505"/>
                </a:lnTo>
                <a:lnTo>
                  <a:pt x="1195054" y="78562"/>
                </a:lnTo>
                <a:lnTo>
                  <a:pt x="1169403" y="78581"/>
                </a:lnTo>
                <a:lnTo>
                  <a:pt x="1143743" y="78562"/>
                </a:lnTo>
                <a:lnTo>
                  <a:pt x="1118092" y="78515"/>
                </a:lnTo>
                <a:lnTo>
                  <a:pt x="1092441" y="78429"/>
                </a:lnTo>
                <a:lnTo>
                  <a:pt x="1066781" y="78315"/>
                </a:lnTo>
                <a:lnTo>
                  <a:pt x="1041130" y="78162"/>
                </a:lnTo>
                <a:lnTo>
                  <a:pt x="1015470" y="77981"/>
                </a:lnTo>
                <a:lnTo>
                  <a:pt x="989819" y="77762"/>
                </a:lnTo>
                <a:lnTo>
                  <a:pt x="964168" y="77505"/>
                </a:lnTo>
                <a:lnTo>
                  <a:pt x="938508" y="77219"/>
                </a:lnTo>
                <a:lnTo>
                  <a:pt x="912857" y="76886"/>
                </a:lnTo>
                <a:lnTo>
                  <a:pt x="887206" y="76524"/>
                </a:lnTo>
                <a:lnTo>
                  <a:pt x="861555" y="76124"/>
                </a:lnTo>
                <a:lnTo>
                  <a:pt x="835904" y="75686"/>
                </a:lnTo>
                <a:lnTo>
                  <a:pt x="810254" y="75209"/>
                </a:lnTo>
                <a:lnTo>
                  <a:pt x="784603" y="74686"/>
                </a:lnTo>
                <a:lnTo>
                  <a:pt x="758952" y="74133"/>
                </a:lnTo>
                <a:lnTo>
                  <a:pt x="733301" y="73533"/>
                </a:lnTo>
                <a:lnTo>
                  <a:pt x="707650" y="72885"/>
                </a:lnTo>
                <a:lnTo>
                  <a:pt x="682009" y="72190"/>
                </a:lnTo>
                <a:lnTo>
                  <a:pt x="656368" y="71457"/>
                </a:lnTo>
                <a:lnTo>
                  <a:pt x="630717" y="70666"/>
                </a:lnTo>
                <a:lnTo>
                  <a:pt x="605076" y="69828"/>
                </a:lnTo>
                <a:lnTo>
                  <a:pt x="579444" y="68942"/>
                </a:lnTo>
                <a:lnTo>
                  <a:pt x="553803" y="67989"/>
                </a:lnTo>
                <a:lnTo>
                  <a:pt x="528171" y="66989"/>
                </a:lnTo>
                <a:lnTo>
                  <a:pt x="502529" y="65923"/>
                </a:lnTo>
                <a:lnTo>
                  <a:pt x="476907" y="64789"/>
                </a:lnTo>
                <a:lnTo>
                  <a:pt x="451275" y="63589"/>
                </a:lnTo>
                <a:lnTo>
                  <a:pt x="425653" y="62303"/>
                </a:lnTo>
                <a:lnTo>
                  <a:pt x="400031" y="60941"/>
                </a:lnTo>
                <a:lnTo>
                  <a:pt x="374418" y="59493"/>
                </a:lnTo>
                <a:lnTo>
                  <a:pt x="348815" y="57950"/>
                </a:lnTo>
                <a:lnTo>
                  <a:pt x="323212" y="56302"/>
                </a:lnTo>
                <a:lnTo>
                  <a:pt x="297618" y="54521"/>
                </a:lnTo>
                <a:lnTo>
                  <a:pt x="272024" y="52635"/>
                </a:lnTo>
                <a:lnTo>
                  <a:pt x="246459" y="50587"/>
                </a:lnTo>
                <a:lnTo>
                  <a:pt x="220894" y="48368"/>
                </a:lnTo>
                <a:lnTo>
                  <a:pt x="195358" y="45958"/>
                </a:lnTo>
                <a:lnTo>
                  <a:pt x="169840" y="43310"/>
                </a:lnTo>
                <a:lnTo>
                  <a:pt x="144351" y="40376"/>
                </a:lnTo>
                <a:lnTo>
                  <a:pt x="118910" y="37081"/>
                </a:lnTo>
                <a:lnTo>
                  <a:pt x="93536" y="33309"/>
                </a:lnTo>
                <a:lnTo>
                  <a:pt x="68266" y="28851"/>
                </a:lnTo>
                <a:lnTo>
                  <a:pt x="43215" y="23327"/>
                </a:lnTo>
                <a:lnTo>
                  <a:pt x="18745" y="15678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36" name="funnel-step-cap-1">
            <a:extLst xmlns:a="http://schemas.openxmlformats.org/drawingml/2006/main">
              <a:ext uri="{FF2B5EF4-FFF2-40B4-BE49-F238E27FC236}">
                <a16:creationId xmlns:a16="http://schemas.microsoft.com/office/drawing/2014/main" id="{2F77CFA2-974C-4E65-8C04-ECD6E95B4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451879" y="3603622"/>
            <a:ext cx="2335482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7EAC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37" name="funnel-step-body-2">
            <a:extLst xmlns:a="http://schemas.openxmlformats.org/drawingml/2006/main">
              <a:ext uri="{FF2B5EF4-FFF2-40B4-BE49-F238E27FC236}">
                <a16:creationId xmlns:a16="http://schemas.microsoft.com/office/drawing/2014/main" id="{2D4F88E1-33A2-4BB7-8A9A-F9BBDB1DE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833908" y="4940332"/>
            <a:ext cx="1570082" cy="1110425"/>
          </a:xfrm>
          <a:custGeom xmlns:a="http://schemas.openxmlformats.org/drawingml/2006/main">
            <a:pathLst>
              <a:path w="1570082" h="1110425">
                <a:moveTo>
                  <a:pt x="0" y="0"/>
                </a:moveTo>
                <a:lnTo>
                  <a:pt x="6239" y="18536"/>
                </a:lnTo>
                <a:lnTo>
                  <a:pt x="12487" y="37071"/>
                </a:lnTo>
                <a:lnTo>
                  <a:pt x="18726" y="55607"/>
                </a:lnTo>
                <a:lnTo>
                  <a:pt x="24975" y="74133"/>
                </a:lnTo>
                <a:lnTo>
                  <a:pt x="31213" y="92669"/>
                </a:lnTo>
                <a:lnTo>
                  <a:pt x="37462" y="111204"/>
                </a:lnTo>
                <a:lnTo>
                  <a:pt x="43701" y="129740"/>
                </a:lnTo>
                <a:lnTo>
                  <a:pt x="49949" y="148276"/>
                </a:lnTo>
                <a:lnTo>
                  <a:pt x="56188" y="166811"/>
                </a:lnTo>
                <a:lnTo>
                  <a:pt x="62427" y="185347"/>
                </a:lnTo>
                <a:lnTo>
                  <a:pt x="68675" y="203883"/>
                </a:lnTo>
                <a:lnTo>
                  <a:pt x="74914" y="222409"/>
                </a:lnTo>
                <a:lnTo>
                  <a:pt x="81163" y="240944"/>
                </a:lnTo>
                <a:lnTo>
                  <a:pt x="87401" y="259480"/>
                </a:lnTo>
                <a:lnTo>
                  <a:pt x="93650" y="278016"/>
                </a:lnTo>
                <a:lnTo>
                  <a:pt x="99889" y="296551"/>
                </a:lnTo>
                <a:lnTo>
                  <a:pt x="106137" y="315087"/>
                </a:lnTo>
                <a:lnTo>
                  <a:pt x="112376" y="333623"/>
                </a:lnTo>
                <a:lnTo>
                  <a:pt x="118615" y="352149"/>
                </a:lnTo>
                <a:lnTo>
                  <a:pt x="124863" y="370684"/>
                </a:lnTo>
                <a:lnTo>
                  <a:pt x="131102" y="389220"/>
                </a:lnTo>
                <a:lnTo>
                  <a:pt x="137351" y="407756"/>
                </a:lnTo>
                <a:lnTo>
                  <a:pt x="143589" y="426291"/>
                </a:lnTo>
                <a:lnTo>
                  <a:pt x="149838" y="444827"/>
                </a:lnTo>
                <a:lnTo>
                  <a:pt x="156077" y="463363"/>
                </a:lnTo>
                <a:lnTo>
                  <a:pt x="162325" y="481889"/>
                </a:lnTo>
                <a:lnTo>
                  <a:pt x="168564" y="500424"/>
                </a:lnTo>
                <a:lnTo>
                  <a:pt x="174812" y="518960"/>
                </a:lnTo>
                <a:lnTo>
                  <a:pt x="181051" y="537496"/>
                </a:lnTo>
                <a:lnTo>
                  <a:pt x="187290" y="556031"/>
                </a:lnTo>
                <a:lnTo>
                  <a:pt x="193538" y="574567"/>
                </a:lnTo>
                <a:lnTo>
                  <a:pt x="199777" y="593103"/>
                </a:lnTo>
                <a:lnTo>
                  <a:pt x="206026" y="611638"/>
                </a:lnTo>
                <a:lnTo>
                  <a:pt x="212265" y="630164"/>
                </a:lnTo>
                <a:lnTo>
                  <a:pt x="218513" y="648700"/>
                </a:lnTo>
                <a:lnTo>
                  <a:pt x="224752" y="667236"/>
                </a:lnTo>
                <a:lnTo>
                  <a:pt x="231000" y="685771"/>
                </a:lnTo>
                <a:lnTo>
                  <a:pt x="237239" y="704307"/>
                </a:lnTo>
                <a:lnTo>
                  <a:pt x="243478" y="722843"/>
                </a:lnTo>
                <a:lnTo>
                  <a:pt x="249726" y="741378"/>
                </a:lnTo>
                <a:lnTo>
                  <a:pt x="255965" y="759905"/>
                </a:lnTo>
                <a:lnTo>
                  <a:pt x="262214" y="778440"/>
                </a:lnTo>
                <a:lnTo>
                  <a:pt x="268453" y="796976"/>
                </a:lnTo>
                <a:lnTo>
                  <a:pt x="274701" y="815511"/>
                </a:lnTo>
                <a:lnTo>
                  <a:pt x="280940" y="834047"/>
                </a:lnTo>
                <a:lnTo>
                  <a:pt x="287188" y="852583"/>
                </a:lnTo>
                <a:lnTo>
                  <a:pt x="293427" y="871118"/>
                </a:lnTo>
                <a:lnTo>
                  <a:pt x="299666" y="889654"/>
                </a:lnTo>
                <a:lnTo>
                  <a:pt x="305914" y="908180"/>
                </a:lnTo>
                <a:lnTo>
                  <a:pt x="312153" y="926716"/>
                </a:lnTo>
                <a:lnTo>
                  <a:pt x="318402" y="945251"/>
                </a:lnTo>
                <a:lnTo>
                  <a:pt x="324641" y="963787"/>
                </a:lnTo>
                <a:lnTo>
                  <a:pt x="330889" y="982323"/>
                </a:lnTo>
                <a:lnTo>
                  <a:pt x="337128" y="1000858"/>
                </a:lnTo>
                <a:lnTo>
                  <a:pt x="343376" y="1019394"/>
                </a:lnTo>
                <a:lnTo>
                  <a:pt x="348653" y="1038139"/>
                </a:lnTo>
                <a:lnTo>
                  <a:pt x="360845" y="1053074"/>
                </a:lnTo>
                <a:lnTo>
                  <a:pt x="377695" y="1062923"/>
                </a:lnTo>
                <a:lnTo>
                  <a:pt x="395830" y="1070229"/>
                </a:lnTo>
                <a:lnTo>
                  <a:pt x="414490" y="1076068"/>
                </a:lnTo>
                <a:lnTo>
                  <a:pt x="433435" y="1080926"/>
                </a:lnTo>
                <a:lnTo>
                  <a:pt x="452552" y="1085069"/>
                </a:lnTo>
                <a:lnTo>
                  <a:pt x="471773" y="1088660"/>
                </a:lnTo>
                <a:lnTo>
                  <a:pt x="491080" y="1091803"/>
                </a:lnTo>
                <a:lnTo>
                  <a:pt x="510435" y="1094575"/>
                </a:lnTo>
                <a:lnTo>
                  <a:pt x="529838" y="1097032"/>
                </a:lnTo>
                <a:lnTo>
                  <a:pt x="549278" y="1099214"/>
                </a:lnTo>
                <a:lnTo>
                  <a:pt x="568738" y="1101147"/>
                </a:lnTo>
                <a:lnTo>
                  <a:pt x="588216" y="1102843"/>
                </a:lnTo>
                <a:lnTo>
                  <a:pt x="607724" y="1104348"/>
                </a:lnTo>
                <a:lnTo>
                  <a:pt x="627231" y="1105662"/>
                </a:lnTo>
                <a:lnTo>
                  <a:pt x="646757" y="1106795"/>
                </a:lnTo>
                <a:lnTo>
                  <a:pt x="666293" y="1107767"/>
                </a:lnTo>
                <a:lnTo>
                  <a:pt x="685829" y="1108577"/>
                </a:lnTo>
                <a:lnTo>
                  <a:pt x="705374" y="1109234"/>
                </a:lnTo>
                <a:lnTo>
                  <a:pt x="724929" y="1109748"/>
                </a:lnTo>
                <a:lnTo>
                  <a:pt x="744484" y="1110110"/>
                </a:lnTo>
                <a:lnTo>
                  <a:pt x="764038" y="1110339"/>
                </a:lnTo>
                <a:lnTo>
                  <a:pt x="783593" y="1110425"/>
                </a:lnTo>
                <a:lnTo>
                  <a:pt x="803158" y="1110367"/>
                </a:lnTo>
                <a:lnTo>
                  <a:pt x="822712" y="1110167"/>
                </a:lnTo>
                <a:lnTo>
                  <a:pt x="842267" y="1109834"/>
                </a:lnTo>
                <a:lnTo>
                  <a:pt x="861812" y="1109358"/>
                </a:lnTo>
                <a:lnTo>
                  <a:pt x="881367" y="1108729"/>
                </a:lnTo>
                <a:lnTo>
                  <a:pt x="900903" y="1107958"/>
                </a:lnTo>
                <a:lnTo>
                  <a:pt x="920439" y="1107024"/>
                </a:lnTo>
                <a:lnTo>
                  <a:pt x="939965" y="1105919"/>
                </a:lnTo>
                <a:lnTo>
                  <a:pt x="959482" y="1104643"/>
                </a:lnTo>
                <a:lnTo>
                  <a:pt x="978989" y="1103186"/>
                </a:lnTo>
                <a:lnTo>
                  <a:pt x="998477" y="1101528"/>
                </a:lnTo>
                <a:lnTo>
                  <a:pt x="1017937" y="1099642"/>
                </a:lnTo>
                <a:lnTo>
                  <a:pt x="1037387" y="1097528"/>
                </a:lnTo>
                <a:lnTo>
                  <a:pt x="1056789" y="1095137"/>
                </a:lnTo>
                <a:lnTo>
                  <a:pt x="1076163" y="1092432"/>
                </a:lnTo>
                <a:lnTo>
                  <a:pt x="1095480" y="1089374"/>
                </a:lnTo>
                <a:lnTo>
                  <a:pt x="1114720" y="1085888"/>
                </a:lnTo>
                <a:lnTo>
                  <a:pt x="1133866" y="1081878"/>
                </a:lnTo>
                <a:lnTo>
                  <a:pt x="1152849" y="1077192"/>
                </a:lnTo>
                <a:lnTo>
                  <a:pt x="1171594" y="1071601"/>
                </a:lnTo>
                <a:lnTo>
                  <a:pt x="1189873" y="1064676"/>
                </a:lnTo>
                <a:lnTo>
                  <a:pt x="1207132" y="1055522"/>
                </a:lnTo>
                <a:lnTo>
                  <a:pt x="1221010" y="1041978"/>
                </a:lnTo>
                <a:lnTo>
                  <a:pt x="1226706" y="1023414"/>
                </a:lnTo>
                <a:lnTo>
                  <a:pt x="1232954" y="1004878"/>
                </a:lnTo>
                <a:lnTo>
                  <a:pt x="1239193" y="986342"/>
                </a:lnTo>
                <a:lnTo>
                  <a:pt x="1245441" y="967807"/>
                </a:lnTo>
                <a:lnTo>
                  <a:pt x="1251680" y="949271"/>
                </a:lnTo>
                <a:lnTo>
                  <a:pt x="1257919" y="930735"/>
                </a:lnTo>
                <a:lnTo>
                  <a:pt x="1264168" y="912200"/>
                </a:lnTo>
                <a:lnTo>
                  <a:pt x="1270406" y="893674"/>
                </a:lnTo>
                <a:lnTo>
                  <a:pt x="1276655" y="875138"/>
                </a:lnTo>
                <a:lnTo>
                  <a:pt x="1282894" y="856602"/>
                </a:lnTo>
                <a:lnTo>
                  <a:pt x="1289142" y="838067"/>
                </a:lnTo>
                <a:lnTo>
                  <a:pt x="1295381" y="819531"/>
                </a:lnTo>
                <a:lnTo>
                  <a:pt x="1301629" y="800995"/>
                </a:lnTo>
                <a:lnTo>
                  <a:pt x="1307868" y="782460"/>
                </a:lnTo>
                <a:lnTo>
                  <a:pt x="1314117" y="763924"/>
                </a:lnTo>
                <a:lnTo>
                  <a:pt x="1320356" y="745398"/>
                </a:lnTo>
                <a:lnTo>
                  <a:pt x="1326594" y="726862"/>
                </a:lnTo>
                <a:lnTo>
                  <a:pt x="1332843" y="708327"/>
                </a:lnTo>
                <a:lnTo>
                  <a:pt x="1339082" y="689791"/>
                </a:lnTo>
                <a:lnTo>
                  <a:pt x="1345330" y="671255"/>
                </a:lnTo>
                <a:lnTo>
                  <a:pt x="1351569" y="652720"/>
                </a:lnTo>
                <a:lnTo>
                  <a:pt x="1357817" y="634184"/>
                </a:lnTo>
                <a:lnTo>
                  <a:pt x="1364056" y="615658"/>
                </a:lnTo>
                <a:lnTo>
                  <a:pt x="1370305" y="597122"/>
                </a:lnTo>
                <a:lnTo>
                  <a:pt x="1376543" y="578587"/>
                </a:lnTo>
                <a:lnTo>
                  <a:pt x="1382782" y="560051"/>
                </a:lnTo>
                <a:lnTo>
                  <a:pt x="1389031" y="541515"/>
                </a:lnTo>
                <a:lnTo>
                  <a:pt x="1395270" y="522980"/>
                </a:lnTo>
                <a:lnTo>
                  <a:pt x="1401518" y="504444"/>
                </a:lnTo>
                <a:lnTo>
                  <a:pt x="1407757" y="485908"/>
                </a:lnTo>
                <a:lnTo>
                  <a:pt x="1414005" y="467382"/>
                </a:lnTo>
                <a:lnTo>
                  <a:pt x="1420244" y="448847"/>
                </a:lnTo>
                <a:lnTo>
                  <a:pt x="1426493" y="430311"/>
                </a:lnTo>
                <a:lnTo>
                  <a:pt x="1432731" y="411775"/>
                </a:lnTo>
                <a:lnTo>
                  <a:pt x="1438970" y="393240"/>
                </a:lnTo>
                <a:lnTo>
                  <a:pt x="1445219" y="374704"/>
                </a:lnTo>
                <a:lnTo>
                  <a:pt x="1451458" y="356168"/>
                </a:lnTo>
                <a:lnTo>
                  <a:pt x="1457706" y="337642"/>
                </a:lnTo>
                <a:lnTo>
                  <a:pt x="1463945" y="319107"/>
                </a:lnTo>
                <a:lnTo>
                  <a:pt x="1470193" y="300571"/>
                </a:lnTo>
                <a:lnTo>
                  <a:pt x="1476432" y="282035"/>
                </a:lnTo>
                <a:lnTo>
                  <a:pt x="1482681" y="263500"/>
                </a:lnTo>
                <a:lnTo>
                  <a:pt x="1488919" y="244964"/>
                </a:lnTo>
                <a:lnTo>
                  <a:pt x="1495158" y="226428"/>
                </a:lnTo>
                <a:lnTo>
                  <a:pt x="1501407" y="207902"/>
                </a:lnTo>
                <a:lnTo>
                  <a:pt x="1507646" y="189367"/>
                </a:lnTo>
                <a:lnTo>
                  <a:pt x="1513894" y="170831"/>
                </a:lnTo>
                <a:lnTo>
                  <a:pt x="1520133" y="152295"/>
                </a:lnTo>
                <a:lnTo>
                  <a:pt x="1526381" y="133760"/>
                </a:lnTo>
                <a:lnTo>
                  <a:pt x="1532620" y="115224"/>
                </a:lnTo>
                <a:lnTo>
                  <a:pt x="1538869" y="96688"/>
                </a:lnTo>
                <a:lnTo>
                  <a:pt x="1545107" y="78153"/>
                </a:lnTo>
                <a:lnTo>
                  <a:pt x="1551346" y="59627"/>
                </a:lnTo>
                <a:lnTo>
                  <a:pt x="1557595" y="41091"/>
                </a:lnTo>
                <a:lnTo>
                  <a:pt x="1563834" y="22555"/>
                </a:lnTo>
                <a:lnTo>
                  <a:pt x="1570082" y="4020"/>
                </a:lnTo>
                <a:lnTo>
                  <a:pt x="1563548" y="12497"/>
                </a:lnTo>
                <a:lnTo>
                  <a:pt x="1546374" y="21755"/>
                </a:lnTo>
                <a:lnTo>
                  <a:pt x="1527905" y="28146"/>
                </a:lnTo>
                <a:lnTo>
                  <a:pt x="1509008" y="33185"/>
                </a:lnTo>
                <a:lnTo>
                  <a:pt x="1489910" y="37386"/>
                </a:lnTo>
                <a:lnTo>
                  <a:pt x="1470689" y="41024"/>
                </a:lnTo>
                <a:lnTo>
                  <a:pt x="1451400" y="44225"/>
                </a:lnTo>
                <a:lnTo>
                  <a:pt x="1432055" y="47101"/>
                </a:lnTo>
                <a:lnTo>
                  <a:pt x="1412672" y="49701"/>
                </a:lnTo>
                <a:lnTo>
                  <a:pt x="1393260" y="52073"/>
                </a:lnTo>
                <a:lnTo>
                  <a:pt x="1373819" y="54254"/>
                </a:lnTo>
                <a:lnTo>
                  <a:pt x="1354369" y="56264"/>
                </a:lnTo>
                <a:lnTo>
                  <a:pt x="1334900" y="58112"/>
                </a:lnTo>
                <a:lnTo>
                  <a:pt x="1315412" y="59846"/>
                </a:lnTo>
                <a:lnTo>
                  <a:pt x="1295924" y="61455"/>
                </a:lnTo>
                <a:lnTo>
                  <a:pt x="1276426" y="62951"/>
                </a:lnTo>
                <a:lnTo>
                  <a:pt x="1256919" y="64351"/>
                </a:lnTo>
                <a:lnTo>
                  <a:pt x="1237402" y="65665"/>
                </a:lnTo>
                <a:lnTo>
                  <a:pt x="1217886" y="66875"/>
                </a:lnTo>
                <a:lnTo>
                  <a:pt x="1198359" y="68018"/>
                </a:lnTo>
                <a:lnTo>
                  <a:pt x="1178833" y="69085"/>
                </a:lnTo>
                <a:lnTo>
                  <a:pt x="1159297" y="70085"/>
                </a:lnTo>
                <a:lnTo>
                  <a:pt x="1139762" y="71009"/>
                </a:lnTo>
                <a:lnTo>
                  <a:pt x="1120226" y="71866"/>
                </a:lnTo>
                <a:lnTo>
                  <a:pt x="1100680" y="72676"/>
                </a:lnTo>
                <a:lnTo>
                  <a:pt x="1081145" y="73419"/>
                </a:lnTo>
                <a:lnTo>
                  <a:pt x="1061599" y="74105"/>
                </a:lnTo>
                <a:lnTo>
                  <a:pt x="1042045" y="74733"/>
                </a:lnTo>
                <a:lnTo>
                  <a:pt x="1022499" y="75324"/>
                </a:lnTo>
                <a:lnTo>
                  <a:pt x="1002944" y="75848"/>
                </a:lnTo>
                <a:lnTo>
                  <a:pt x="983399" y="76324"/>
                </a:lnTo>
                <a:lnTo>
                  <a:pt x="963844" y="76752"/>
                </a:lnTo>
                <a:lnTo>
                  <a:pt x="944289" y="77133"/>
                </a:lnTo>
                <a:lnTo>
                  <a:pt x="924735" y="77476"/>
                </a:lnTo>
                <a:lnTo>
                  <a:pt x="905180" y="77762"/>
                </a:lnTo>
                <a:lnTo>
                  <a:pt x="885625" y="78010"/>
                </a:lnTo>
                <a:lnTo>
                  <a:pt x="866070" y="78210"/>
                </a:lnTo>
                <a:lnTo>
                  <a:pt x="846506" y="78372"/>
                </a:lnTo>
                <a:lnTo>
                  <a:pt x="826951" y="78486"/>
                </a:lnTo>
                <a:lnTo>
                  <a:pt x="807396" y="78553"/>
                </a:lnTo>
                <a:lnTo>
                  <a:pt x="787841" y="78581"/>
                </a:lnTo>
                <a:lnTo>
                  <a:pt x="768277" y="78562"/>
                </a:lnTo>
                <a:lnTo>
                  <a:pt x="748722" y="78505"/>
                </a:lnTo>
                <a:lnTo>
                  <a:pt x="729167" y="78400"/>
                </a:lnTo>
                <a:lnTo>
                  <a:pt x="709613" y="78248"/>
                </a:lnTo>
                <a:lnTo>
                  <a:pt x="690048" y="78057"/>
                </a:lnTo>
                <a:lnTo>
                  <a:pt x="670493" y="77819"/>
                </a:lnTo>
                <a:lnTo>
                  <a:pt x="650939" y="77543"/>
                </a:lnTo>
                <a:lnTo>
                  <a:pt x="631384" y="77210"/>
                </a:lnTo>
                <a:lnTo>
                  <a:pt x="611829" y="76838"/>
                </a:lnTo>
                <a:lnTo>
                  <a:pt x="592274" y="76419"/>
                </a:lnTo>
                <a:lnTo>
                  <a:pt x="572729" y="75952"/>
                </a:lnTo>
                <a:lnTo>
                  <a:pt x="553174" y="75438"/>
                </a:lnTo>
                <a:lnTo>
                  <a:pt x="533629" y="74867"/>
                </a:lnTo>
                <a:lnTo>
                  <a:pt x="514083" y="74247"/>
                </a:lnTo>
                <a:lnTo>
                  <a:pt x="494528" y="73571"/>
                </a:lnTo>
                <a:lnTo>
                  <a:pt x="474993" y="72838"/>
                </a:lnTo>
                <a:lnTo>
                  <a:pt x="455447" y="72047"/>
                </a:lnTo>
                <a:lnTo>
                  <a:pt x="435912" y="71199"/>
                </a:lnTo>
                <a:lnTo>
                  <a:pt x="416376" y="70285"/>
                </a:lnTo>
                <a:lnTo>
                  <a:pt x="396840" y="69313"/>
                </a:lnTo>
                <a:lnTo>
                  <a:pt x="377314" y="68256"/>
                </a:lnTo>
                <a:lnTo>
                  <a:pt x="357788" y="67132"/>
                </a:lnTo>
                <a:lnTo>
                  <a:pt x="338261" y="65932"/>
                </a:lnTo>
                <a:lnTo>
                  <a:pt x="318745" y="64646"/>
                </a:lnTo>
                <a:lnTo>
                  <a:pt x="299237" y="63265"/>
                </a:lnTo>
                <a:lnTo>
                  <a:pt x="279740" y="61789"/>
                </a:lnTo>
                <a:lnTo>
                  <a:pt x="260242" y="60208"/>
                </a:lnTo>
                <a:lnTo>
                  <a:pt x="240763" y="58503"/>
                </a:lnTo>
                <a:lnTo>
                  <a:pt x="221294" y="56674"/>
                </a:lnTo>
                <a:lnTo>
                  <a:pt x="201835" y="54702"/>
                </a:lnTo>
                <a:lnTo>
                  <a:pt x="182394" y="52559"/>
                </a:lnTo>
                <a:lnTo>
                  <a:pt x="162973" y="50235"/>
                </a:lnTo>
                <a:lnTo>
                  <a:pt x="143580" y="47682"/>
                </a:lnTo>
                <a:lnTo>
                  <a:pt x="124225" y="44882"/>
                </a:lnTo>
                <a:lnTo>
                  <a:pt x="104918" y="41748"/>
                </a:lnTo>
                <a:lnTo>
                  <a:pt x="85687" y="38224"/>
                </a:lnTo>
                <a:lnTo>
                  <a:pt x="66561" y="34157"/>
                </a:lnTo>
                <a:lnTo>
                  <a:pt x="47606" y="29327"/>
                </a:lnTo>
                <a:lnTo>
                  <a:pt x="29004" y="23298"/>
                </a:lnTo>
                <a:lnTo>
                  <a:pt x="11373" y="14916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38" name="funnel-step-cap-2">
            <a:extLst xmlns:a="http://schemas.openxmlformats.org/drawingml/2006/main">
              <a:ext uri="{FF2B5EF4-FFF2-40B4-BE49-F238E27FC236}">
                <a16:creationId xmlns:a16="http://schemas.microsoft.com/office/drawing/2014/main" id="{DBA76A5A-B34D-4CBF-A77D-165F78356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833917" y="4816478"/>
            <a:ext cx="1571406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7EAC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39" name="funnel-flow-arrow">
            <a:extLst xmlns:a="http://schemas.openxmlformats.org/drawingml/2006/main">
              <a:ext uri="{FF2B5EF4-FFF2-40B4-BE49-F238E27FC236}">
                <a16:creationId xmlns:a16="http://schemas.microsoft.com/office/drawing/2014/main" id="{74CB3066-7E1E-422A-8524-6C84FADC7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52850" y="2466975"/>
            <a:ext cx="1733550" cy="3631121"/>
          </a:xfrm>
          <a:custGeom xmlns:a="http://schemas.openxmlformats.org/drawingml/2006/main">
            <a:pathLst>
              <a:path w="1733550" h="3631121">
                <a:moveTo>
                  <a:pt x="0" y="0"/>
                </a:moveTo>
                <a:lnTo>
                  <a:pt x="0" y="42824"/>
                </a:lnTo>
                <a:lnTo>
                  <a:pt x="8182" y="84763"/>
                </a:lnTo>
                <a:lnTo>
                  <a:pt x="17393" y="126587"/>
                </a:lnTo>
                <a:lnTo>
                  <a:pt x="26613" y="168412"/>
                </a:lnTo>
                <a:lnTo>
                  <a:pt x="35824" y="210236"/>
                </a:lnTo>
                <a:lnTo>
                  <a:pt x="45044" y="252060"/>
                </a:lnTo>
                <a:lnTo>
                  <a:pt x="54254" y="293884"/>
                </a:lnTo>
                <a:lnTo>
                  <a:pt x="63465" y="335709"/>
                </a:lnTo>
                <a:lnTo>
                  <a:pt x="72685" y="377533"/>
                </a:lnTo>
                <a:lnTo>
                  <a:pt x="81896" y="419357"/>
                </a:lnTo>
                <a:lnTo>
                  <a:pt x="91116" y="461181"/>
                </a:lnTo>
                <a:lnTo>
                  <a:pt x="100327" y="503006"/>
                </a:lnTo>
                <a:lnTo>
                  <a:pt x="109538" y="544830"/>
                </a:lnTo>
                <a:lnTo>
                  <a:pt x="118758" y="586654"/>
                </a:lnTo>
                <a:lnTo>
                  <a:pt x="127968" y="628479"/>
                </a:lnTo>
                <a:lnTo>
                  <a:pt x="137189" y="670303"/>
                </a:lnTo>
                <a:lnTo>
                  <a:pt x="146399" y="712127"/>
                </a:lnTo>
                <a:lnTo>
                  <a:pt x="155610" y="753951"/>
                </a:lnTo>
                <a:lnTo>
                  <a:pt x="164830" y="795776"/>
                </a:lnTo>
                <a:lnTo>
                  <a:pt x="174041" y="837600"/>
                </a:lnTo>
                <a:lnTo>
                  <a:pt x="183261" y="879424"/>
                </a:lnTo>
                <a:lnTo>
                  <a:pt x="192472" y="921248"/>
                </a:lnTo>
                <a:lnTo>
                  <a:pt x="201682" y="963073"/>
                </a:lnTo>
                <a:lnTo>
                  <a:pt x="210903" y="1004897"/>
                </a:lnTo>
                <a:lnTo>
                  <a:pt x="220113" y="1046721"/>
                </a:lnTo>
                <a:lnTo>
                  <a:pt x="229324" y="1088546"/>
                </a:lnTo>
                <a:lnTo>
                  <a:pt x="238544" y="1130370"/>
                </a:lnTo>
                <a:lnTo>
                  <a:pt x="247755" y="1172194"/>
                </a:lnTo>
                <a:lnTo>
                  <a:pt x="255813" y="1214247"/>
                </a:lnTo>
                <a:lnTo>
                  <a:pt x="263404" y="1256395"/>
                </a:lnTo>
                <a:lnTo>
                  <a:pt x="270510" y="1298629"/>
                </a:lnTo>
                <a:lnTo>
                  <a:pt x="277578" y="1340872"/>
                </a:lnTo>
                <a:lnTo>
                  <a:pt x="284636" y="1383106"/>
                </a:lnTo>
                <a:lnTo>
                  <a:pt x="291694" y="1425350"/>
                </a:lnTo>
                <a:lnTo>
                  <a:pt x="298761" y="1467593"/>
                </a:lnTo>
                <a:lnTo>
                  <a:pt x="305819" y="1509836"/>
                </a:lnTo>
                <a:lnTo>
                  <a:pt x="312877" y="1552070"/>
                </a:lnTo>
                <a:lnTo>
                  <a:pt x="319945" y="1594314"/>
                </a:lnTo>
                <a:lnTo>
                  <a:pt x="327003" y="1636557"/>
                </a:lnTo>
                <a:lnTo>
                  <a:pt x="334061" y="1678800"/>
                </a:lnTo>
                <a:lnTo>
                  <a:pt x="341128" y="1721034"/>
                </a:lnTo>
                <a:lnTo>
                  <a:pt x="348186" y="1763278"/>
                </a:lnTo>
                <a:lnTo>
                  <a:pt x="355244" y="1805521"/>
                </a:lnTo>
                <a:lnTo>
                  <a:pt x="362312" y="1847764"/>
                </a:lnTo>
                <a:lnTo>
                  <a:pt x="369370" y="1889998"/>
                </a:lnTo>
                <a:lnTo>
                  <a:pt x="376438" y="1932242"/>
                </a:lnTo>
                <a:lnTo>
                  <a:pt x="383496" y="1974485"/>
                </a:lnTo>
                <a:lnTo>
                  <a:pt x="390554" y="2016728"/>
                </a:lnTo>
                <a:lnTo>
                  <a:pt x="397621" y="2058962"/>
                </a:lnTo>
                <a:lnTo>
                  <a:pt x="404679" y="2101205"/>
                </a:lnTo>
                <a:lnTo>
                  <a:pt x="411737" y="2143449"/>
                </a:lnTo>
                <a:lnTo>
                  <a:pt x="418805" y="2185692"/>
                </a:lnTo>
                <a:lnTo>
                  <a:pt x="425863" y="2227926"/>
                </a:lnTo>
                <a:lnTo>
                  <a:pt x="432921" y="2270169"/>
                </a:lnTo>
                <a:lnTo>
                  <a:pt x="439988" y="2312413"/>
                </a:lnTo>
                <a:lnTo>
                  <a:pt x="447046" y="2354656"/>
                </a:lnTo>
                <a:lnTo>
                  <a:pt x="454104" y="2396890"/>
                </a:lnTo>
                <a:lnTo>
                  <a:pt x="460829" y="2439191"/>
                </a:lnTo>
                <a:lnTo>
                  <a:pt x="467506" y="2481491"/>
                </a:lnTo>
                <a:lnTo>
                  <a:pt x="474069" y="2523811"/>
                </a:lnTo>
                <a:lnTo>
                  <a:pt x="480632" y="2566140"/>
                </a:lnTo>
                <a:lnTo>
                  <a:pt x="487185" y="2608459"/>
                </a:lnTo>
                <a:lnTo>
                  <a:pt x="493747" y="2650779"/>
                </a:lnTo>
                <a:lnTo>
                  <a:pt x="500301" y="2693099"/>
                </a:lnTo>
                <a:lnTo>
                  <a:pt x="506863" y="2735428"/>
                </a:lnTo>
                <a:lnTo>
                  <a:pt x="513426" y="2777747"/>
                </a:lnTo>
                <a:lnTo>
                  <a:pt x="519979" y="2820067"/>
                </a:lnTo>
                <a:lnTo>
                  <a:pt x="526542" y="2862386"/>
                </a:lnTo>
                <a:lnTo>
                  <a:pt x="533095" y="2904715"/>
                </a:lnTo>
                <a:lnTo>
                  <a:pt x="539658" y="2947035"/>
                </a:lnTo>
                <a:lnTo>
                  <a:pt x="503501" y="2952750"/>
                </a:lnTo>
                <a:lnTo>
                  <a:pt x="460677" y="2952750"/>
                </a:lnTo>
                <a:lnTo>
                  <a:pt x="417843" y="2952750"/>
                </a:lnTo>
                <a:lnTo>
                  <a:pt x="375018" y="2952750"/>
                </a:lnTo>
                <a:lnTo>
                  <a:pt x="332194" y="2952750"/>
                </a:lnTo>
                <a:lnTo>
                  <a:pt x="289370" y="2952750"/>
                </a:lnTo>
                <a:lnTo>
                  <a:pt x="246536" y="2952750"/>
                </a:lnTo>
                <a:lnTo>
                  <a:pt x="225628" y="2962170"/>
                </a:lnTo>
                <a:lnTo>
                  <a:pt x="255089" y="2993250"/>
                </a:lnTo>
                <a:lnTo>
                  <a:pt x="284550" y="3024340"/>
                </a:lnTo>
                <a:lnTo>
                  <a:pt x="314011" y="3055420"/>
                </a:lnTo>
                <a:lnTo>
                  <a:pt x="343481" y="3086500"/>
                </a:lnTo>
                <a:lnTo>
                  <a:pt x="372942" y="3117580"/>
                </a:lnTo>
                <a:lnTo>
                  <a:pt x="402403" y="3148660"/>
                </a:lnTo>
                <a:lnTo>
                  <a:pt x="431864" y="3179750"/>
                </a:lnTo>
                <a:lnTo>
                  <a:pt x="461334" y="3210830"/>
                </a:lnTo>
                <a:lnTo>
                  <a:pt x="490795" y="3241910"/>
                </a:lnTo>
                <a:lnTo>
                  <a:pt x="520256" y="3272990"/>
                </a:lnTo>
                <a:lnTo>
                  <a:pt x="549716" y="3304070"/>
                </a:lnTo>
                <a:lnTo>
                  <a:pt x="579187" y="3335160"/>
                </a:lnTo>
                <a:lnTo>
                  <a:pt x="608648" y="3366240"/>
                </a:lnTo>
                <a:lnTo>
                  <a:pt x="638108" y="3397320"/>
                </a:lnTo>
                <a:lnTo>
                  <a:pt x="667569" y="3428400"/>
                </a:lnTo>
                <a:lnTo>
                  <a:pt x="697040" y="3459480"/>
                </a:lnTo>
                <a:lnTo>
                  <a:pt x="726500" y="3490570"/>
                </a:lnTo>
                <a:lnTo>
                  <a:pt x="755961" y="3521650"/>
                </a:lnTo>
                <a:lnTo>
                  <a:pt x="785422" y="3552730"/>
                </a:lnTo>
                <a:lnTo>
                  <a:pt x="814892" y="3583810"/>
                </a:lnTo>
                <a:lnTo>
                  <a:pt x="844353" y="3614890"/>
                </a:lnTo>
                <a:lnTo>
                  <a:pt x="873814" y="3631121"/>
                </a:lnTo>
                <a:lnTo>
                  <a:pt x="903275" y="3600040"/>
                </a:lnTo>
                <a:lnTo>
                  <a:pt x="932736" y="3568960"/>
                </a:lnTo>
                <a:lnTo>
                  <a:pt x="962206" y="3537880"/>
                </a:lnTo>
                <a:lnTo>
                  <a:pt x="991667" y="3506800"/>
                </a:lnTo>
                <a:lnTo>
                  <a:pt x="1021128" y="3475711"/>
                </a:lnTo>
                <a:lnTo>
                  <a:pt x="1050588" y="3444631"/>
                </a:lnTo>
                <a:lnTo>
                  <a:pt x="1080059" y="3413550"/>
                </a:lnTo>
                <a:lnTo>
                  <a:pt x="1109520" y="3382470"/>
                </a:lnTo>
                <a:lnTo>
                  <a:pt x="1138980" y="3351390"/>
                </a:lnTo>
                <a:lnTo>
                  <a:pt x="1168441" y="3320301"/>
                </a:lnTo>
                <a:lnTo>
                  <a:pt x="1197912" y="3289221"/>
                </a:lnTo>
                <a:lnTo>
                  <a:pt x="1227372" y="3258141"/>
                </a:lnTo>
                <a:lnTo>
                  <a:pt x="1256833" y="3227060"/>
                </a:lnTo>
                <a:lnTo>
                  <a:pt x="1286294" y="3195980"/>
                </a:lnTo>
                <a:lnTo>
                  <a:pt x="1315764" y="3164891"/>
                </a:lnTo>
                <a:lnTo>
                  <a:pt x="1345225" y="3133811"/>
                </a:lnTo>
                <a:lnTo>
                  <a:pt x="1374686" y="3102731"/>
                </a:lnTo>
                <a:lnTo>
                  <a:pt x="1404147" y="3071651"/>
                </a:lnTo>
                <a:lnTo>
                  <a:pt x="1433617" y="3040571"/>
                </a:lnTo>
                <a:lnTo>
                  <a:pt x="1463078" y="3009481"/>
                </a:lnTo>
                <a:lnTo>
                  <a:pt x="1492539" y="2978401"/>
                </a:lnTo>
                <a:lnTo>
                  <a:pt x="1509379" y="2952750"/>
                </a:lnTo>
                <a:lnTo>
                  <a:pt x="1466545" y="2952750"/>
                </a:lnTo>
                <a:lnTo>
                  <a:pt x="1423721" y="2952750"/>
                </a:lnTo>
                <a:lnTo>
                  <a:pt x="1380896" y="2952750"/>
                </a:lnTo>
                <a:lnTo>
                  <a:pt x="1338062" y="2952750"/>
                </a:lnTo>
                <a:lnTo>
                  <a:pt x="1295238" y="2952750"/>
                </a:lnTo>
                <a:lnTo>
                  <a:pt x="1252414" y="2952750"/>
                </a:lnTo>
                <a:lnTo>
                  <a:pt x="1209589" y="2952750"/>
                </a:lnTo>
                <a:lnTo>
                  <a:pt x="1197026" y="2926813"/>
                </a:lnTo>
                <a:lnTo>
                  <a:pt x="1203589" y="2884494"/>
                </a:lnTo>
                <a:lnTo>
                  <a:pt x="1210142" y="2842165"/>
                </a:lnTo>
                <a:lnTo>
                  <a:pt x="1216704" y="2799845"/>
                </a:lnTo>
                <a:lnTo>
                  <a:pt x="1223258" y="2757526"/>
                </a:lnTo>
                <a:lnTo>
                  <a:pt x="1229820" y="2715206"/>
                </a:lnTo>
                <a:lnTo>
                  <a:pt x="1236383" y="2672877"/>
                </a:lnTo>
                <a:lnTo>
                  <a:pt x="1242936" y="2630557"/>
                </a:lnTo>
                <a:lnTo>
                  <a:pt x="1249499" y="2588238"/>
                </a:lnTo>
                <a:lnTo>
                  <a:pt x="1256052" y="2545918"/>
                </a:lnTo>
                <a:lnTo>
                  <a:pt x="1262615" y="2503589"/>
                </a:lnTo>
                <a:lnTo>
                  <a:pt x="1269216" y="2461279"/>
                </a:lnTo>
                <a:lnTo>
                  <a:pt x="1275931" y="2418979"/>
                </a:lnTo>
                <a:lnTo>
                  <a:pt x="1282817" y="2376707"/>
                </a:lnTo>
                <a:lnTo>
                  <a:pt x="1289875" y="2334473"/>
                </a:lnTo>
                <a:lnTo>
                  <a:pt x="1296943" y="2292229"/>
                </a:lnTo>
                <a:lnTo>
                  <a:pt x="1304001" y="2249986"/>
                </a:lnTo>
                <a:lnTo>
                  <a:pt x="1311059" y="2207743"/>
                </a:lnTo>
                <a:lnTo>
                  <a:pt x="1318127" y="2165509"/>
                </a:lnTo>
                <a:lnTo>
                  <a:pt x="1325185" y="2123265"/>
                </a:lnTo>
                <a:lnTo>
                  <a:pt x="1332243" y="2081022"/>
                </a:lnTo>
                <a:lnTo>
                  <a:pt x="1339310" y="2038779"/>
                </a:lnTo>
                <a:lnTo>
                  <a:pt x="1346368" y="1996545"/>
                </a:lnTo>
                <a:lnTo>
                  <a:pt x="1353426" y="1954301"/>
                </a:lnTo>
                <a:lnTo>
                  <a:pt x="1360494" y="1912058"/>
                </a:lnTo>
                <a:lnTo>
                  <a:pt x="1367552" y="1869815"/>
                </a:lnTo>
                <a:lnTo>
                  <a:pt x="1374610" y="1827581"/>
                </a:lnTo>
                <a:lnTo>
                  <a:pt x="1381677" y="1785337"/>
                </a:lnTo>
                <a:lnTo>
                  <a:pt x="1388735" y="1743094"/>
                </a:lnTo>
                <a:lnTo>
                  <a:pt x="1395803" y="1700851"/>
                </a:lnTo>
                <a:lnTo>
                  <a:pt x="1402861" y="1658617"/>
                </a:lnTo>
                <a:lnTo>
                  <a:pt x="1409919" y="1616373"/>
                </a:lnTo>
                <a:lnTo>
                  <a:pt x="1416987" y="1574130"/>
                </a:lnTo>
                <a:lnTo>
                  <a:pt x="1424045" y="1531887"/>
                </a:lnTo>
                <a:lnTo>
                  <a:pt x="1431103" y="1489653"/>
                </a:lnTo>
                <a:lnTo>
                  <a:pt x="1438170" y="1447409"/>
                </a:lnTo>
                <a:lnTo>
                  <a:pt x="1445228" y="1405166"/>
                </a:lnTo>
                <a:lnTo>
                  <a:pt x="1452286" y="1362923"/>
                </a:lnTo>
                <a:lnTo>
                  <a:pt x="1459354" y="1320689"/>
                </a:lnTo>
                <a:lnTo>
                  <a:pt x="1466412" y="1278446"/>
                </a:lnTo>
                <a:lnTo>
                  <a:pt x="1473775" y="1236259"/>
                </a:lnTo>
                <a:lnTo>
                  <a:pt x="1481366" y="1194102"/>
                </a:lnTo>
                <a:lnTo>
                  <a:pt x="1490196" y="1152201"/>
                </a:lnTo>
                <a:lnTo>
                  <a:pt x="1499406" y="1110377"/>
                </a:lnTo>
                <a:lnTo>
                  <a:pt x="1508627" y="1068562"/>
                </a:lnTo>
                <a:lnTo>
                  <a:pt x="1517837" y="1026738"/>
                </a:lnTo>
                <a:lnTo>
                  <a:pt x="1527058" y="984914"/>
                </a:lnTo>
                <a:lnTo>
                  <a:pt x="1536268" y="943089"/>
                </a:lnTo>
                <a:lnTo>
                  <a:pt x="1545479" y="901265"/>
                </a:lnTo>
                <a:lnTo>
                  <a:pt x="1554699" y="859441"/>
                </a:lnTo>
                <a:lnTo>
                  <a:pt x="1563910" y="817616"/>
                </a:lnTo>
                <a:lnTo>
                  <a:pt x="1573130" y="775792"/>
                </a:lnTo>
                <a:lnTo>
                  <a:pt x="1582341" y="733968"/>
                </a:lnTo>
                <a:lnTo>
                  <a:pt x="1591551" y="692144"/>
                </a:lnTo>
                <a:lnTo>
                  <a:pt x="1600772" y="650319"/>
                </a:lnTo>
                <a:lnTo>
                  <a:pt x="1609982" y="608495"/>
                </a:lnTo>
                <a:lnTo>
                  <a:pt x="1619202" y="566671"/>
                </a:lnTo>
                <a:lnTo>
                  <a:pt x="1628413" y="524847"/>
                </a:lnTo>
                <a:lnTo>
                  <a:pt x="1637624" y="483022"/>
                </a:lnTo>
                <a:lnTo>
                  <a:pt x="1646844" y="441198"/>
                </a:lnTo>
                <a:lnTo>
                  <a:pt x="1656055" y="399374"/>
                </a:lnTo>
                <a:lnTo>
                  <a:pt x="1665265" y="357549"/>
                </a:lnTo>
                <a:lnTo>
                  <a:pt x="1674485" y="315725"/>
                </a:lnTo>
                <a:lnTo>
                  <a:pt x="1683696" y="273901"/>
                </a:lnTo>
                <a:lnTo>
                  <a:pt x="1692916" y="232077"/>
                </a:lnTo>
                <a:lnTo>
                  <a:pt x="1702127" y="190252"/>
                </a:lnTo>
                <a:lnTo>
                  <a:pt x="1711338" y="148428"/>
                </a:lnTo>
                <a:lnTo>
                  <a:pt x="1720558" y="106604"/>
                </a:lnTo>
                <a:lnTo>
                  <a:pt x="1729769" y="64780"/>
                </a:lnTo>
                <a:lnTo>
                  <a:pt x="1733550" y="22365"/>
                </a:lnTo>
                <a:lnTo>
                  <a:pt x="1713090" y="0"/>
                </a:lnTo>
                <a:lnTo>
                  <a:pt x="1670256" y="0"/>
                </a:lnTo>
                <a:lnTo>
                  <a:pt x="1627432" y="0"/>
                </a:lnTo>
                <a:lnTo>
                  <a:pt x="1584608" y="0"/>
                </a:lnTo>
                <a:lnTo>
                  <a:pt x="1541774" y="0"/>
                </a:lnTo>
                <a:lnTo>
                  <a:pt x="1498949" y="0"/>
                </a:lnTo>
                <a:lnTo>
                  <a:pt x="1456125" y="0"/>
                </a:lnTo>
                <a:lnTo>
                  <a:pt x="1413291" y="0"/>
                </a:lnTo>
                <a:lnTo>
                  <a:pt x="1370467" y="0"/>
                </a:lnTo>
                <a:lnTo>
                  <a:pt x="1327642" y="0"/>
                </a:lnTo>
                <a:lnTo>
                  <a:pt x="1284818" y="0"/>
                </a:lnTo>
                <a:lnTo>
                  <a:pt x="1241984" y="0"/>
                </a:lnTo>
                <a:lnTo>
                  <a:pt x="1199159" y="0"/>
                </a:lnTo>
                <a:lnTo>
                  <a:pt x="1156335" y="0"/>
                </a:lnTo>
                <a:lnTo>
                  <a:pt x="1113501" y="0"/>
                </a:lnTo>
                <a:lnTo>
                  <a:pt x="1070677" y="0"/>
                </a:lnTo>
                <a:lnTo>
                  <a:pt x="1027852" y="0"/>
                </a:lnTo>
                <a:lnTo>
                  <a:pt x="985028" y="0"/>
                </a:lnTo>
                <a:lnTo>
                  <a:pt x="942194" y="0"/>
                </a:lnTo>
                <a:lnTo>
                  <a:pt x="899370" y="0"/>
                </a:lnTo>
                <a:lnTo>
                  <a:pt x="856545" y="0"/>
                </a:lnTo>
                <a:lnTo>
                  <a:pt x="813711" y="0"/>
                </a:lnTo>
                <a:lnTo>
                  <a:pt x="770887" y="0"/>
                </a:lnTo>
                <a:lnTo>
                  <a:pt x="728062" y="0"/>
                </a:lnTo>
                <a:lnTo>
                  <a:pt x="685238" y="0"/>
                </a:lnTo>
                <a:lnTo>
                  <a:pt x="642404" y="0"/>
                </a:lnTo>
                <a:lnTo>
                  <a:pt x="599580" y="0"/>
                </a:lnTo>
                <a:lnTo>
                  <a:pt x="556755" y="0"/>
                </a:lnTo>
                <a:lnTo>
                  <a:pt x="513921" y="0"/>
                </a:lnTo>
                <a:lnTo>
                  <a:pt x="471097" y="0"/>
                </a:lnTo>
                <a:lnTo>
                  <a:pt x="428273" y="0"/>
                </a:lnTo>
                <a:lnTo>
                  <a:pt x="385448" y="0"/>
                </a:lnTo>
                <a:lnTo>
                  <a:pt x="342614" y="0"/>
                </a:lnTo>
                <a:lnTo>
                  <a:pt x="299790" y="0"/>
                </a:lnTo>
                <a:lnTo>
                  <a:pt x="256965" y="0"/>
                </a:lnTo>
                <a:lnTo>
                  <a:pt x="214132" y="0"/>
                </a:lnTo>
                <a:lnTo>
                  <a:pt x="171307" y="0"/>
                </a:lnTo>
                <a:lnTo>
                  <a:pt x="128483" y="0"/>
                </a:lnTo>
                <a:lnTo>
                  <a:pt x="85658" y="0"/>
                </a:lnTo>
                <a:lnTo>
                  <a:pt x="42824" y="0"/>
                </a:lnTo>
                <a:lnTo>
                  <a:pt x="0" y="0"/>
                </a:lnTo>
                <a:close/>
              </a:path>
            </a:pathLst>
          </a:custGeom>
          <a:gradFill xmlns:a="http://schemas.openxmlformats.org/drawingml/2006/main">
            <a:gsLst>
              <a:gs pos="0">
                <a:srgbClr val="000000"/>
              </a:gs>
              <a:gs pos="42">
                <a:srgbClr val="B8D8F2">
                  <a:alpha val="16000"/>
                </a:srgbClr>
              </a:gs>
              <a:gs pos="76">
                <a:srgbClr val="8FC4EE">
                  <a:alpha val="32000"/>
                </a:srgbClr>
              </a:gs>
              <a:gs pos="100">
                <a:srgbClr val="72B3E8">
                  <a:alpha val="52000"/>
                </a:srgbClr>
              </a:gs>
            </a:gsLst>
            <a:lin ang="10800000"/>
          </a:gradFill>
          <a:ln xmlns:a="http://schemas.openxmlformats.org/drawingml/2006/main" w="9525">
            <a:noFill/>
            <a:prstDash val="solid"/>
          </a:ln>
        </p:spPr>
      </p:sp>
      <p:sp>
        <p:nvSpPr>
          <p:cNvPr id="40" name="phase-label-0">
            <a:extLst xmlns:a="http://schemas.openxmlformats.org/drawingml/2006/main">
              <a:ext uri="{FF2B5EF4-FFF2-40B4-BE49-F238E27FC236}">
                <a16:creationId xmlns:a16="http://schemas.microsoft.com/office/drawing/2014/main" id="{84E41D7A-91AC-4248-87AE-30360C70D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1638300"/>
            <a:ext cx="228600" cy="205099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阶段一</a:t>
            </a:r>
          </a:p>
        </p:txBody>
      </p:sp>
      <p:sp>
        <p:nvSpPr>
          <p:cNvPr id="41" name="phase-label-1">
            <a:extLst xmlns:a="http://schemas.openxmlformats.org/drawingml/2006/main">
              <a:ext uri="{FF2B5EF4-FFF2-40B4-BE49-F238E27FC236}">
                <a16:creationId xmlns:a16="http://schemas.microsoft.com/office/drawing/2014/main" id="{D94D8559-DB13-4A34-BBB6-7F55904ED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3689299"/>
            <a:ext cx="228600" cy="25208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阶段二</a:t>
            </a:r>
          </a:p>
        </p:txBody>
      </p:sp>
      <p:sp>
        <p:nvSpPr>
          <p:cNvPr id="42" name="funnel-step-title-0">
            <a:extLst xmlns:a="http://schemas.openxmlformats.org/drawingml/2006/main">
              <a:ext uri="{FF2B5EF4-FFF2-40B4-BE49-F238E27FC236}">
                <a16:creationId xmlns:a16="http://schemas.microsoft.com/office/drawing/2014/main" id="{168620B8-0E12-455B-B528-5FAEF7A0F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528117" y="2944711"/>
            <a:ext cx="2183016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3600"/>
              </a:lnSpc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广泛触达</a:t>
            </a:r>
          </a:p>
        </p:txBody>
      </p:sp>
      <p:sp>
        <p:nvSpPr>
          <p:cNvPr id="43" name="funnel-step-title-1">
            <a:extLst xmlns:a="http://schemas.openxmlformats.org/drawingml/2006/main">
              <a:ext uri="{FF2B5EF4-FFF2-40B4-BE49-F238E27FC236}">
                <a16:creationId xmlns:a16="http://schemas.microsoft.com/office/drawing/2014/main" id="{B8C5ECB7-6E57-4C88-98D9-D6EFF2A23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10165" y="4157663"/>
            <a:ext cx="141893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3600"/>
              </a:lnSpc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兴趣识别</a:t>
            </a:r>
          </a:p>
        </p:txBody>
      </p:sp>
      <p:sp>
        <p:nvSpPr>
          <p:cNvPr id="44" name="funnel-step-title-2">
            <a:extLst xmlns:a="http://schemas.openxmlformats.org/drawingml/2006/main">
              <a:ext uri="{FF2B5EF4-FFF2-40B4-BE49-F238E27FC236}">
                <a16:creationId xmlns:a16="http://schemas.microsoft.com/office/drawing/2014/main" id="{510AE2A1-9A27-432E-8595-EF6A1AABE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200525" y="5370462"/>
            <a:ext cx="8382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意向培育</a:t>
            </a:r>
          </a:p>
        </p:txBody>
      </p:sp>
      <p:sp>
        <p:nvSpPr>
          <p:cNvPr id="45" name="input-core-0">
            <a:extLst xmlns:a="http://schemas.openxmlformats.org/drawingml/2006/main">
              <a:ext uri="{FF2B5EF4-FFF2-40B4-BE49-F238E27FC236}">
                <a16:creationId xmlns:a16="http://schemas.microsoft.com/office/drawing/2014/main" id="{875BB762-0E43-4B41-802F-3C4E1ACC1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343275" y="190500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23"/>
          <a:fontRef xmlns:a="http://schemas.openxmlformats.org/drawingml/2006/main" idx="major"/>
        </p:style>
      </p:sp>
      <p:pic>
        <p:nvPicPr>
          <p:cNvPr id="9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3909999a94d4d48">
            <a:extLst>
              <a:ext uri="{96DAC541-7B7A-43D3-8B79-37D633B846F1}">
                <asvg:svgBlip xmlns:asvg="http://schemas.microsoft.com/office/drawing/2016/SVG/main" r:embed="R99b01b904fe842c7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3438525" y="2000250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47" name="input-core-1">
            <a:extLst xmlns:a="http://schemas.openxmlformats.org/drawingml/2006/main">
              <a:ext uri="{FF2B5EF4-FFF2-40B4-BE49-F238E27FC236}">
                <a16:creationId xmlns:a16="http://schemas.microsoft.com/office/drawing/2014/main" id="{5977B71C-332C-49C1-9DAA-D7787E434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419600" y="1704975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23"/>
          <a:fontRef xmlns:a="http://schemas.openxmlformats.org/drawingml/2006/main" idx="major"/>
        </p:style>
      </p:sp>
      <p:pic>
        <p:nvPicPr>
          <p:cNvPr id="9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e38f515a51342d9">
            <a:extLst>
              <a:ext uri="{96DAC541-7B7A-43D3-8B79-37D633B846F1}">
                <asvg:svgBlip xmlns:asvg="http://schemas.microsoft.com/office/drawing/2016/SVG/main" r:embed="Rf15710833c074ab4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4514850" y="1800225"/>
            <a:ext cx="209550" cy="209550"/>
          </a:xfrm>
          <a:prstGeom xmlns:a="http://schemas.openxmlformats.org/drawingml/2006/main" prst="rect">
            <a:avLst/>
          </a:prstGeom>
        </p:spPr>
      </p:pic>
      <p:sp>
        <p:nvSpPr>
          <p:cNvPr id="49" name="input-core-2">
            <a:extLst xmlns:a="http://schemas.openxmlformats.org/drawingml/2006/main">
              <a:ext uri="{FF2B5EF4-FFF2-40B4-BE49-F238E27FC236}">
                <a16:creationId xmlns:a16="http://schemas.microsoft.com/office/drawing/2014/main" id="{07C3F97B-67B1-4206-82E8-2445745FF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438775" y="18478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23"/>
          <a:fontRef xmlns:a="http://schemas.openxmlformats.org/drawingml/2006/main" idx="major"/>
        </p:style>
      </p:sp>
      <p:pic>
        <p:nvPicPr>
          <p:cNvPr id="10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e52436f04bb4d96">
            <a:extLst>
              <a:ext uri="{96DAC541-7B7A-43D3-8B79-37D633B846F1}">
                <asvg:svgBlip xmlns:asvg="http://schemas.microsoft.com/office/drawing/2016/SVG/main" r:embed="R603f94128625451e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5534025" y="1943100"/>
            <a:ext cx="266700" cy="2667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60892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3" name="phase-band-0">
            <a:extLst xmlns:a="http://schemas.openxmlformats.org/drawingml/2006/main">
              <a:ext uri="{FF2B5EF4-FFF2-40B4-BE49-F238E27FC236}">
                <a16:creationId xmlns:a16="http://schemas.microsoft.com/office/drawing/2014/main" id="{8C070740-80D8-424E-B766-F20AEA1A6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1638300"/>
            <a:ext cx="11144250" cy="205099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phase-band-1">
            <a:extLst xmlns:a="http://schemas.openxmlformats.org/drawingml/2006/main">
              <a:ext uri="{FF2B5EF4-FFF2-40B4-BE49-F238E27FC236}">
                <a16:creationId xmlns:a16="http://schemas.microsoft.com/office/drawing/2014/main" id="{B61A29EE-1F8B-47F4-A1F3-370F0671E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3689299"/>
            <a:ext cx="11144250" cy="25208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38100">
            <a:solidFill>
              <a:srgbClr val="FFFFFF"/>
            </a:solidFill>
            <a:prstDash val="solid"/>
          </a:ln>
        </p:spPr>
      </p:sp>
      <p:sp>
        <p:nvSpPr>
          <p:cNvPr id="3" name="phase-rail-0">
            <a:extLst xmlns:a="http://schemas.openxmlformats.org/drawingml/2006/main">
              <a:ext uri="{FF2B5EF4-FFF2-40B4-BE49-F238E27FC236}">
                <a16:creationId xmlns:a16="http://schemas.microsoft.com/office/drawing/2014/main" id="{78C9AAB8-25D9-4D50-A580-347124386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1638300"/>
            <a:ext cx="514350" cy="2046494"/>
          </a:xfrm>
          <a:custGeom xmlns:a="http://schemas.openxmlformats.org/drawingml/2006/main">
            <a:pathLst>
              <a:path w="514350" h="2046494">
                <a:moveTo>
                  <a:pt x="0" y="0"/>
                </a:moveTo>
                <a:lnTo>
                  <a:pt x="20498" y="0"/>
                </a:lnTo>
                <a:lnTo>
                  <a:pt x="40996" y="0"/>
                </a:lnTo>
                <a:lnTo>
                  <a:pt x="61493" y="0"/>
                </a:lnTo>
                <a:lnTo>
                  <a:pt x="81982" y="0"/>
                </a:lnTo>
                <a:lnTo>
                  <a:pt x="102479" y="0"/>
                </a:lnTo>
                <a:lnTo>
                  <a:pt x="122977" y="0"/>
                </a:lnTo>
                <a:lnTo>
                  <a:pt x="143475" y="0"/>
                </a:lnTo>
                <a:lnTo>
                  <a:pt x="163973" y="0"/>
                </a:lnTo>
                <a:lnTo>
                  <a:pt x="184471" y="0"/>
                </a:lnTo>
                <a:lnTo>
                  <a:pt x="204959" y="0"/>
                </a:lnTo>
                <a:lnTo>
                  <a:pt x="225457" y="0"/>
                </a:lnTo>
                <a:lnTo>
                  <a:pt x="245955" y="0"/>
                </a:lnTo>
                <a:lnTo>
                  <a:pt x="266452" y="0"/>
                </a:lnTo>
                <a:lnTo>
                  <a:pt x="286950" y="0"/>
                </a:lnTo>
                <a:lnTo>
                  <a:pt x="307448" y="0"/>
                </a:lnTo>
                <a:lnTo>
                  <a:pt x="327936" y="0"/>
                </a:lnTo>
                <a:lnTo>
                  <a:pt x="348434" y="0"/>
                </a:lnTo>
                <a:lnTo>
                  <a:pt x="368932" y="0"/>
                </a:lnTo>
                <a:lnTo>
                  <a:pt x="389430" y="0"/>
                </a:lnTo>
                <a:lnTo>
                  <a:pt x="409927" y="0"/>
                </a:lnTo>
                <a:lnTo>
                  <a:pt x="430425" y="0"/>
                </a:lnTo>
                <a:lnTo>
                  <a:pt x="450914" y="0"/>
                </a:lnTo>
                <a:lnTo>
                  <a:pt x="471411" y="0"/>
                </a:lnTo>
                <a:lnTo>
                  <a:pt x="491909" y="0"/>
                </a:lnTo>
                <a:lnTo>
                  <a:pt x="512407" y="0"/>
                </a:lnTo>
                <a:lnTo>
                  <a:pt x="514350" y="18555"/>
                </a:lnTo>
                <a:lnTo>
                  <a:pt x="514350" y="39043"/>
                </a:lnTo>
                <a:lnTo>
                  <a:pt x="514350" y="59541"/>
                </a:lnTo>
                <a:lnTo>
                  <a:pt x="514350" y="80039"/>
                </a:lnTo>
                <a:lnTo>
                  <a:pt x="514350" y="100536"/>
                </a:lnTo>
                <a:lnTo>
                  <a:pt x="514350" y="121034"/>
                </a:lnTo>
                <a:lnTo>
                  <a:pt x="514350" y="141522"/>
                </a:lnTo>
                <a:lnTo>
                  <a:pt x="514350" y="162020"/>
                </a:lnTo>
                <a:lnTo>
                  <a:pt x="514350" y="182518"/>
                </a:lnTo>
                <a:lnTo>
                  <a:pt x="514350" y="203016"/>
                </a:lnTo>
                <a:lnTo>
                  <a:pt x="514350" y="223504"/>
                </a:lnTo>
                <a:lnTo>
                  <a:pt x="514350" y="244002"/>
                </a:lnTo>
                <a:lnTo>
                  <a:pt x="514350" y="264500"/>
                </a:lnTo>
                <a:lnTo>
                  <a:pt x="514350" y="284998"/>
                </a:lnTo>
                <a:lnTo>
                  <a:pt x="514350" y="305495"/>
                </a:lnTo>
                <a:lnTo>
                  <a:pt x="514350" y="325984"/>
                </a:lnTo>
                <a:lnTo>
                  <a:pt x="514350" y="346481"/>
                </a:lnTo>
                <a:lnTo>
                  <a:pt x="514350" y="366979"/>
                </a:lnTo>
                <a:lnTo>
                  <a:pt x="514350" y="387477"/>
                </a:lnTo>
                <a:lnTo>
                  <a:pt x="514350" y="407975"/>
                </a:lnTo>
                <a:lnTo>
                  <a:pt x="514350" y="428463"/>
                </a:lnTo>
                <a:lnTo>
                  <a:pt x="514350" y="448961"/>
                </a:lnTo>
                <a:lnTo>
                  <a:pt x="514350" y="469459"/>
                </a:lnTo>
                <a:lnTo>
                  <a:pt x="514350" y="489956"/>
                </a:lnTo>
                <a:lnTo>
                  <a:pt x="514350" y="510445"/>
                </a:lnTo>
                <a:lnTo>
                  <a:pt x="514350" y="530943"/>
                </a:lnTo>
                <a:lnTo>
                  <a:pt x="514350" y="551440"/>
                </a:lnTo>
                <a:lnTo>
                  <a:pt x="514350" y="571938"/>
                </a:lnTo>
                <a:lnTo>
                  <a:pt x="514350" y="592436"/>
                </a:lnTo>
                <a:lnTo>
                  <a:pt x="514350" y="612924"/>
                </a:lnTo>
                <a:lnTo>
                  <a:pt x="514350" y="633422"/>
                </a:lnTo>
                <a:lnTo>
                  <a:pt x="514350" y="653920"/>
                </a:lnTo>
                <a:lnTo>
                  <a:pt x="514350" y="674418"/>
                </a:lnTo>
                <a:lnTo>
                  <a:pt x="514350" y="694915"/>
                </a:lnTo>
                <a:lnTo>
                  <a:pt x="514350" y="715404"/>
                </a:lnTo>
                <a:lnTo>
                  <a:pt x="514350" y="735902"/>
                </a:lnTo>
                <a:lnTo>
                  <a:pt x="514350" y="756399"/>
                </a:lnTo>
                <a:lnTo>
                  <a:pt x="514350" y="776897"/>
                </a:lnTo>
                <a:lnTo>
                  <a:pt x="514350" y="797385"/>
                </a:lnTo>
                <a:lnTo>
                  <a:pt x="514350" y="817883"/>
                </a:lnTo>
                <a:lnTo>
                  <a:pt x="514350" y="838381"/>
                </a:lnTo>
                <a:lnTo>
                  <a:pt x="514350" y="858879"/>
                </a:lnTo>
                <a:lnTo>
                  <a:pt x="514350" y="879377"/>
                </a:lnTo>
                <a:lnTo>
                  <a:pt x="514350" y="899865"/>
                </a:lnTo>
                <a:lnTo>
                  <a:pt x="514350" y="920363"/>
                </a:lnTo>
                <a:lnTo>
                  <a:pt x="514350" y="940860"/>
                </a:lnTo>
                <a:lnTo>
                  <a:pt x="514350" y="961358"/>
                </a:lnTo>
                <a:lnTo>
                  <a:pt x="514350" y="981847"/>
                </a:lnTo>
                <a:lnTo>
                  <a:pt x="514350" y="1002344"/>
                </a:lnTo>
                <a:lnTo>
                  <a:pt x="514350" y="1022842"/>
                </a:lnTo>
                <a:lnTo>
                  <a:pt x="514350" y="1043340"/>
                </a:lnTo>
                <a:lnTo>
                  <a:pt x="514350" y="1063838"/>
                </a:lnTo>
                <a:lnTo>
                  <a:pt x="514350" y="1084326"/>
                </a:lnTo>
                <a:lnTo>
                  <a:pt x="514350" y="1104824"/>
                </a:lnTo>
                <a:lnTo>
                  <a:pt x="514350" y="1125322"/>
                </a:lnTo>
                <a:lnTo>
                  <a:pt x="514350" y="1145819"/>
                </a:lnTo>
                <a:lnTo>
                  <a:pt x="514350" y="1166317"/>
                </a:lnTo>
                <a:lnTo>
                  <a:pt x="514350" y="1186805"/>
                </a:lnTo>
                <a:lnTo>
                  <a:pt x="514350" y="1207303"/>
                </a:lnTo>
                <a:lnTo>
                  <a:pt x="514350" y="1227801"/>
                </a:lnTo>
                <a:lnTo>
                  <a:pt x="514350" y="1248299"/>
                </a:lnTo>
                <a:lnTo>
                  <a:pt x="514350" y="1268787"/>
                </a:lnTo>
                <a:lnTo>
                  <a:pt x="514350" y="1289285"/>
                </a:lnTo>
                <a:lnTo>
                  <a:pt x="514350" y="1309783"/>
                </a:lnTo>
                <a:lnTo>
                  <a:pt x="514350" y="1330281"/>
                </a:lnTo>
                <a:lnTo>
                  <a:pt x="514350" y="1350778"/>
                </a:lnTo>
                <a:lnTo>
                  <a:pt x="514350" y="1371267"/>
                </a:lnTo>
                <a:lnTo>
                  <a:pt x="514350" y="1391764"/>
                </a:lnTo>
                <a:lnTo>
                  <a:pt x="514350" y="1412262"/>
                </a:lnTo>
                <a:lnTo>
                  <a:pt x="514350" y="1432760"/>
                </a:lnTo>
                <a:lnTo>
                  <a:pt x="514350" y="1453248"/>
                </a:lnTo>
                <a:lnTo>
                  <a:pt x="514350" y="1473746"/>
                </a:lnTo>
                <a:lnTo>
                  <a:pt x="514350" y="1494244"/>
                </a:lnTo>
                <a:lnTo>
                  <a:pt x="514350" y="1514742"/>
                </a:lnTo>
                <a:lnTo>
                  <a:pt x="514350" y="1535240"/>
                </a:lnTo>
                <a:lnTo>
                  <a:pt x="514350" y="1555728"/>
                </a:lnTo>
                <a:lnTo>
                  <a:pt x="514350" y="1576226"/>
                </a:lnTo>
                <a:lnTo>
                  <a:pt x="514350" y="1596723"/>
                </a:lnTo>
                <a:lnTo>
                  <a:pt x="514350" y="1617221"/>
                </a:lnTo>
                <a:lnTo>
                  <a:pt x="514350" y="1637719"/>
                </a:lnTo>
                <a:lnTo>
                  <a:pt x="514350" y="1658207"/>
                </a:lnTo>
                <a:lnTo>
                  <a:pt x="514350" y="1678705"/>
                </a:lnTo>
                <a:lnTo>
                  <a:pt x="514350" y="1699203"/>
                </a:lnTo>
                <a:lnTo>
                  <a:pt x="514350" y="1719701"/>
                </a:lnTo>
                <a:lnTo>
                  <a:pt x="514350" y="1740189"/>
                </a:lnTo>
                <a:lnTo>
                  <a:pt x="514350" y="1760687"/>
                </a:lnTo>
                <a:lnTo>
                  <a:pt x="514350" y="1781185"/>
                </a:lnTo>
                <a:lnTo>
                  <a:pt x="514350" y="1801682"/>
                </a:lnTo>
                <a:lnTo>
                  <a:pt x="514350" y="1822180"/>
                </a:lnTo>
                <a:lnTo>
                  <a:pt x="514350" y="1842668"/>
                </a:lnTo>
                <a:lnTo>
                  <a:pt x="514350" y="1863166"/>
                </a:lnTo>
                <a:lnTo>
                  <a:pt x="514350" y="1883664"/>
                </a:lnTo>
                <a:lnTo>
                  <a:pt x="514350" y="1904162"/>
                </a:lnTo>
                <a:lnTo>
                  <a:pt x="499901" y="1916154"/>
                </a:lnTo>
                <a:lnTo>
                  <a:pt x="481984" y="1926107"/>
                </a:lnTo>
                <a:lnTo>
                  <a:pt x="464068" y="1936061"/>
                </a:lnTo>
                <a:lnTo>
                  <a:pt x="446151" y="1946015"/>
                </a:lnTo>
                <a:lnTo>
                  <a:pt x="428234" y="1955968"/>
                </a:lnTo>
                <a:lnTo>
                  <a:pt x="410318" y="1965922"/>
                </a:lnTo>
                <a:lnTo>
                  <a:pt x="392401" y="1975876"/>
                </a:lnTo>
                <a:lnTo>
                  <a:pt x="374485" y="1985829"/>
                </a:lnTo>
                <a:lnTo>
                  <a:pt x="356568" y="1995783"/>
                </a:lnTo>
                <a:lnTo>
                  <a:pt x="338652" y="2005736"/>
                </a:lnTo>
                <a:lnTo>
                  <a:pt x="320735" y="2015690"/>
                </a:lnTo>
                <a:lnTo>
                  <a:pt x="302819" y="2025644"/>
                </a:lnTo>
                <a:lnTo>
                  <a:pt x="284902" y="2035597"/>
                </a:lnTo>
                <a:lnTo>
                  <a:pt x="266986" y="2045551"/>
                </a:lnTo>
                <a:lnTo>
                  <a:pt x="249069" y="2046494"/>
                </a:lnTo>
                <a:lnTo>
                  <a:pt x="231153" y="2036540"/>
                </a:lnTo>
                <a:lnTo>
                  <a:pt x="213236" y="2026587"/>
                </a:lnTo>
                <a:lnTo>
                  <a:pt x="195320" y="2016633"/>
                </a:lnTo>
                <a:lnTo>
                  <a:pt x="177403" y="2006679"/>
                </a:lnTo>
                <a:lnTo>
                  <a:pt x="159477" y="1996726"/>
                </a:lnTo>
                <a:lnTo>
                  <a:pt x="141561" y="1986772"/>
                </a:lnTo>
                <a:lnTo>
                  <a:pt x="123644" y="1976819"/>
                </a:lnTo>
                <a:lnTo>
                  <a:pt x="105728" y="1966865"/>
                </a:lnTo>
                <a:lnTo>
                  <a:pt x="87811" y="1956911"/>
                </a:lnTo>
                <a:lnTo>
                  <a:pt x="69894" y="1946958"/>
                </a:lnTo>
                <a:lnTo>
                  <a:pt x="51978" y="1937004"/>
                </a:lnTo>
                <a:lnTo>
                  <a:pt x="34061" y="1927050"/>
                </a:lnTo>
                <a:lnTo>
                  <a:pt x="16145" y="1917097"/>
                </a:lnTo>
                <a:lnTo>
                  <a:pt x="0" y="1906105"/>
                </a:lnTo>
                <a:lnTo>
                  <a:pt x="0" y="1885607"/>
                </a:lnTo>
                <a:lnTo>
                  <a:pt x="0" y="1865109"/>
                </a:lnTo>
                <a:lnTo>
                  <a:pt x="0" y="1844612"/>
                </a:lnTo>
                <a:lnTo>
                  <a:pt x="0" y="1824123"/>
                </a:lnTo>
                <a:lnTo>
                  <a:pt x="0" y="1803625"/>
                </a:lnTo>
                <a:lnTo>
                  <a:pt x="0" y="1783128"/>
                </a:lnTo>
                <a:lnTo>
                  <a:pt x="0" y="1762630"/>
                </a:lnTo>
                <a:lnTo>
                  <a:pt x="0" y="1742142"/>
                </a:lnTo>
                <a:lnTo>
                  <a:pt x="0" y="1721644"/>
                </a:lnTo>
                <a:lnTo>
                  <a:pt x="0" y="1701146"/>
                </a:lnTo>
                <a:lnTo>
                  <a:pt x="0" y="1680648"/>
                </a:lnTo>
                <a:lnTo>
                  <a:pt x="0" y="1660150"/>
                </a:lnTo>
                <a:lnTo>
                  <a:pt x="0" y="1639662"/>
                </a:lnTo>
                <a:lnTo>
                  <a:pt x="0" y="1619164"/>
                </a:lnTo>
                <a:lnTo>
                  <a:pt x="0" y="1598666"/>
                </a:lnTo>
                <a:lnTo>
                  <a:pt x="0" y="1578169"/>
                </a:lnTo>
                <a:lnTo>
                  <a:pt x="0" y="1557680"/>
                </a:lnTo>
                <a:lnTo>
                  <a:pt x="0" y="1537183"/>
                </a:lnTo>
                <a:lnTo>
                  <a:pt x="0" y="1516685"/>
                </a:lnTo>
                <a:lnTo>
                  <a:pt x="0" y="1496187"/>
                </a:lnTo>
                <a:lnTo>
                  <a:pt x="0" y="1475689"/>
                </a:lnTo>
                <a:lnTo>
                  <a:pt x="0" y="1455201"/>
                </a:lnTo>
                <a:lnTo>
                  <a:pt x="0" y="1434703"/>
                </a:lnTo>
                <a:lnTo>
                  <a:pt x="0" y="1414205"/>
                </a:lnTo>
                <a:lnTo>
                  <a:pt x="0" y="1393708"/>
                </a:lnTo>
                <a:lnTo>
                  <a:pt x="0" y="1373210"/>
                </a:lnTo>
                <a:lnTo>
                  <a:pt x="0" y="1352721"/>
                </a:lnTo>
                <a:lnTo>
                  <a:pt x="0" y="1332224"/>
                </a:lnTo>
                <a:lnTo>
                  <a:pt x="0" y="1311726"/>
                </a:lnTo>
                <a:lnTo>
                  <a:pt x="0" y="1291228"/>
                </a:lnTo>
                <a:lnTo>
                  <a:pt x="0" y="1270740"/>
                </a:lnTo>
                <a:lnTo>
                  <a:pt x="0" y="1250242"/>
                </a:lnTo>
                <a:lnTo>
                  <a:pt x="0" y="1229744"/>
                </a:lnTo>
                <a:lnTo>
                  <a:pt x="0" y="1209246"/>
                </a:lnTo>
                <a:lnTo>
                  <a:pt x="0" y="1188749"/>
                </a:lnTo>
                <a:lnTo>
                  <a:pt x="0" y="1168260"/>
                </a:lnTo>
                <a:lnTo>
                  <a:pt x="0" y="1147763"/>
                </a:lnTo>
                <a:lnTo>
                  <a:pt x="0" y="1127265"/>
                </a:lnTo>
                <a:lnTo>
                  <a:pt x="0" y="1106767"/>
                </a:lnTo>
                <a:lnTo>
                  <a:pt x="0" y="1086279"/>
                </a:lnTo>
                <a:lnTo>
                  <a:pt x="0" y="1065781"/>
                </a:lnTo>
                <a:lnTo>
                  <a:pt x="0" y="1045283"/>
                </a:lnTo>
                <a:lnTo>
                  <a:pt x="0" y="1024785"/>
                </a:lnTo>
                <a:lnTo>
                  <a:pt x="0" y="1004287"/>
                </a:lnTo>
                <a:lnTo>
                  <a:pt x="0" y="983799"/>
                </a:lnTo>
                <a:lnTo>
                  <a:pt x="0" y="963301"/>
                </a:lnTo>
                <a:lnTo>
                  <a:pt x="0" y="942804"/>
                </a:lnTo>
                <a:lnTo>
                  <a:pt x="0" y="922306"/>
                </a:lnTo>
                <a:lnTo>
                  <a:pt x="0" y="901808"/>
                </a:lnTo>
                <a:lnTo>
                  <a:pt x="0" y="881320"/>
                </a:lnTo>
                <a:lnTo>
                  <a:pt x="0" y="860822"/>
                </a:lnTo>
                <a:lnTo>
                  <a:pt x="0" y="840324"/>
                </a:lnTo>
                <a:lnTo>
                  <a:pt x="0" y="819826"/>
                </a:lnTo>
                <a:lnTo>
                  <a:pt x="0" y="799338"/>
                </a:lnTo>
                <a:lnTo>
                  <a:pt x="0" y="778840"/>
                </a:lnTo>
                <a:lnTo>
                  <a:pt x="0" y="758342"/>
                </a:lnTo>
                <a:lnTo>
                  <a:pt x="0" y="737845"/>
                </a:lnTo>
                <a:lnTo>
                  <a:pt x="0" y="717347"/>
                </a:lnTo>
                <a:lnTo>
                  <a:pt x="0" y="696859"/>
                </a:lnTo>
                <a:lnTo>
                  <a:pt x="0" y="676361"/>
                </a:lnTo>
                <a:lnTo>
                  <a:pt x="0" y="655863"/>
                </a:lnTo>
                <a:lnTo>
                  <a:pt x="0" y="635365"/>
                </a:lnTo>
                <a:lnTo>
                  <a:pt x="0" y="614867"/>
                </a:lnTo>
                <a:lnTo>
                  <a:pt x="0" y="594379"/>
                </a:lnTo>
                <a:lnTo>
                  <a:pt x="0" y="573881"/>
                </a:lnTo>
                <a:lnTo>
                  <a:pt x="0" y="553383"/>
                </a:lnTo>
                <a:lnTo>
                  <a:pt x="0" y="532886"/>
                </a:lnTo>
                <a:lnTo>
                  <a:pt x="0" y="512397"/>
                </a:lnTo>
                <a:lnTo>
                  <a:pt x="0" y="491900"/>
                </a:lnTo>
                <a:lnTo>
                  <a:pt x="0" y="471402"/>
                </a:lnTo>
                <a:lnTo>
                  <a:pt x="0" y="450904"/>
                </a:lnTo>
                <a:lnTo>
                  <a:pt x="0" y="430406"/>
                </a:lnTo>
                <a:lnTo>
                  <a:pt x="0" y="409918"/>
                </a:lnTo>
                <a:lnTo>
                  <a:pt x="0" y="389420"/>
                </a:lnTo>
                <a:lnTo>
                  <a:pt x="0" y="368922"/>
                </a:lnTo>
                <a:lnTo>
                  <a:pt x="0" y="348425"/>
                </a:lnTo>
                <a:lnTo>
                  <a:pt x="0" y="327936"/>
                </a:lnTo>
                <a:lnTo>
                  <a:pt x="0" y="307438"/>
                </a:lnTo>
                <a:lnTo>
                  <a:pt x="0" y="286941"/>
                </a:lnTo>
                <a:lnTo>
                  <a:pt x="0" y="266443"/>
                </a:lnTo>
                <a:lnTo>
                  <a:pt x="0" y="245945"/>
                </a:lnTo>
                <a:lnTo>
                  <a:pt x="0" y="225457"/>
                </a:lnTo>
                <a:lnTo>
                  <a:pt x="0" y="204959"/>
                </a:lnTo>
                <a:lnTo>
                  <a:pt x="0" y="184461"/>
                </a:lnTo>
                <a:lnTo>
                  <a:pt x="0" y="163963"/>
                </a:lnTo>
                <a:lnTo>
                  <a:pt x="0" y="143466"/>
                </a:lnTo>
                <a:lnTo>
                  <a:pt x="0" y="122977"/>
                </a:lnTo>
                <a:lnTo>
                  <a:pt x="0" y="102479"/>
                </a:lnTo>
                <a:lnTo>
                  <a:pt x="0" y="81982"/>
                </a:lnTo>
                <a:lnTo>
                  <a:pt x="0" y="61484"/>
                </a:lnTo>
                <a:lnTo>
                  <a:pt x="0" y="40996"/>
                </a:lnTo>
                <a:lnTo>
                  <a:pt x="0" y="20498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4" name="phase-title-0">
            <a:extLst xmlns:a="http://schemas.openxmlformats.org/drawingml/2006/main">
              <a:ext uri="{FF2B5EF4-FFF2-40B4-BE49-F238E27FC236}">
                <a16:creationId xmlns:a16="http://schemas.microsoft.com/office/drawing/2014/main" id="{1CCF6157-75B0-41CD-9B78-098B3090D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2192979"/>
            <a:ext cx="1428750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获取与识别</a:t>
            </a:r>
          </a:p>
        </p:txBody>
      </p:sp>
      <p:sp>
        <p:nvSpPr>
          <p:cNvPr id="5" name="phase-body-0">
            <a:extLst xmlns:a="http://schemas.openxmlformats.org/drawingml/2006/main">
              <a:ext uri="{FF2B5EF4-FFF2-40B4-BE49-F238E27FC236}">
                <a16:creationId xmlns:a16="http://schemas.microsoft.com/office/drawing/2014/main" id="{358459C2-1926-41E9-BDD1-D21F29927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2547195"/>
            <a:ext cx="1428750" cy="587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让目标对象进</a:t>
            </a:r>
          </a:p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入并形成意向</a:t>
            </a:r>
          </a:p>
        </p:txBody>
      </p:sp>
      <p:sp>
        <p:nvSpPr>
          <p:cNvPr id="6" name="action-icon-shell-0-0">
            <a:extLst xmlns:a="http://schemas.openxmlformats.org/drawingml/2006/main">
              <a:ext uri="{FF2B5EF4-FFF2-40B4-BE49-F238E27FC236}">
                <a16:creationId xmlns:a16="http://schemas.microsoft.com/office/drawing/2014/main" id="{84512347-D29C-499A-BB81-5F4A89C9C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2187473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5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8428d1e8b694589">
            <a:extLst>
              <a:ext uri="{96DAC541-7B7A-43D3-8B79-37D633B846F1}">
                <asvg:svgBlip xmlns:asvg="http://schemas.microsoft.com/office/drawing/2016/SVG/main" r:embed="Rfe4ba3be1dc14ede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2263673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8" name="action-title-0-0">
            <a:extLst xmlns:a="http://schemas.openxmlformats.org/drawingml/2006/main">
              <a:ext uri="{FF2B5EF4-FFF2-40B4-BE49-F238E27FC236}">
                <a16:creationId xmlns:a16="http://schemas.microsoft.com/office/drawing/2014/main" id="{88963FB6-016A-4F54-8E62-4328433B0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126456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标签体系</a:t>
            </a:r>
          </a:p>
        </p:txBody>
      </p:sp>
      <p:sp>
        <p:nvSpPr>
          <p:cNvPr id="9" name="action-body-0-0">
            <a:extLst xmlns:a="http://schemas.openxmlformats.org/drawingml/2006/main">
              <a:ext uri="{FF2B5EF4-FFF2-40B4-BE49-F238E27FC236}">
                <a16:creationId xmlns:a16="http://schemas.microsoft.com/office/drawing/2014/main" id="{E8DAE1AF-5BF0-4C80-A6EB-27E16F3F2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355056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形成可识别对象</a:t>
            </a:r>
          </a:p>
        </p:txBody>
      </p:sp>
      <p:sp>
        <p:nvSpPr>
          <p:cNvPr id="10" name="action-icon-shell-0-1">
            <a:extLst xmlns:a="http://schemas.openxmlformats.org/drawingml/2006/main">
              <a:ext uri="{FF2B5EF4-FFF2-40B4-BE49-F238E27FC236}">
                <a16:creationId xmlns:a16="http://schemas.microsoft.com/office/drawing/2014/main" id="{68726BBA-0CF8-4F19-929E-E8136D58B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2187473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6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274862d8b314584">
            <a:extLst>
              <a:ext uri="{96DAC541-7B7A-43D3-8B79-37D633B846F1}">
                <asvg:svgBlip xmlns:asvg="http://schemas.microsoft.com/office/drawing/2016/SVG/main" r:embed="R2fdf018a837c4098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2263673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12" name="action-title-0-1">
            <a:extLst xmlns:a="http://schemas.openxmlformats.org/drawingml/2006/main">
              <a:ext uri="{FF2B5EF4-FFF2-40B4-BE49-F238E27FC236}">
                <a16:creationId xmlns:a16="http://schemas.microsoft.com/office/drawing/2014/main" id="{592B2533-ED84-4953-A17A-E69EF0FF5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126456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渠道连接</a:t>
            </a:r>
          </a:p>
        </p:txBody>
      </p:sp>
      <p:sp>
        <p:nvSpPr>
          <p:cNvPr id="13" name="action-body-0-1">
            <a:extLst xmlns:a="http://schemas.openxmlformats.org/drawingml/2006/main">
              <a:ext uri="{FF2B5EF4-FFF2-40B4-BE49-F238E27FC236}">
                <a16:creationId xmlns:a16="http://schemas.microsoft.com/office/drawing/2014/main" id="{81F7FDF9-9114-4A9C-A0AF-F23D03D5F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355056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连接主要触点</a:t>
            </a:r>
          </a:p>
        </p:txBody>
      </p:sp>
      <p:sp>
        <p:nvSpPr>
          <p:cNvPr id="14" name="action-icon-shell-0-2">
            <a:extLst xmlns:a="http://schemas.openxmlformats.org/drawingml/2006/main">
              <a:ext uri="{FF2B5EF4-FFF2-40B4-BE49-F238E27FC236}">
                <a16:creationId xmlns:a16="http://schemas.microsoft.com/office/drawing/2014/main" id="{77F77A58-6BD2-4C83-AAD6-40E1A52C0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2797073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6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4a10441745246ed">
            <a:extLst>
              <a:ext uri="{96DAC541-7B7A-43D3-8B79-37D633B846F1}">
                <asvg:svgBlip xmlns:asvg="http://schemas.microsoft.com/office/drawing/2016/SVG/main" r:embed="R5a1cc40c133245da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2873273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16" name="action-title-0-2">
            <a:extLst xmlns:a="http://schemas.openxmlformats.org/drawingml/2006/main">
              <a:ext uri="{FF2B5EF4-FFF2-40B4-BE49-F238E27FC236}">
                <a16:creationId xmlns:a16="http://schemas.microsoft.com/office/drawing/2014/main" id="{104787B0-67F6-4A51-93F3-3EF001A02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736056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内容优化</a:t>
            </a:r>
          </a:p>
        </p:txBody>
      </p:sp>
      <p:sp>
        <p:nvSpPr>
          <p:cNvPr id="17" name="action-body-0-2">
            <a:extLst xmlns:a="http://schemas.openxmlformats.org/drawingml/2006/main">
              <a:ext uri="{FF2B5EF4-FFF2-40B4-BE49-F238E27FC236}">
                <a16:creationId xmlns:a16="http://schemas.microsoft.com/office/drawing/2014/main" id="{2552E4A0-E6DB-4C5C-AC23-D6F81CB51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964656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提高触达质量</a:t>
            </a:r>
          </a:p>
        </p:txBody>
      </p:sp>
      <p:sp>
        <p:nvSpPr>
          <p:cNvPr id="18" name="action-icon-shell-0-3">
            <a:extLst xmlns:a="http://schemas.openxmlformats.org/drawingml/2006/main">
              <a:ext uri="{FF2B5EF4-FFF2-40B4-BE49-F238E27FC236}">
                <a16:creationId xmlns:a16="http://schemas.microsoft.com/office/drawing/2014/main" id="{77360AB2-C50C-494B-8FF4-34ACA34E1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2797073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7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717f8088a5f4fb8">
            <a:extLst>
              <a:ext uri="{96DAC541-7B7A-43D3-8B79-37D633B846F1}">
                <asvg:svgBlip xmlns:asvg="http://schemas.microsoft.com/office/drawing/2016/SVG/main" r:embed="R1f86c19de6154cc3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2873273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20" name="action-title-0-3">
            <a:extLst xmlns:a="http://schemas.openxmlformats.org/drawingml/2006/main">
              <a:ext uri="{FF2B5EF4-FFF2-40B4-BE49-F238E27FC236}">
                <a16:creationId xmlns:a16="http://schemas.microsoft.com/office/drawing/2014/main" id="{307DD91B-C371-4541-A447-5FA967E71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736056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行为追踪</a:t>
            </a:r>
          </a:p>
        </p:txBody>
      </p:sp>
      <p:sp>
        <p:nvSpPr>
          <p:cNvPr id="21" name="action-body-0-3">
            <a:extLst xmlns:a="http://schemas.openxmlformats.org/drawingml/2006/main">
              <a:ext uri="{FF2B5EF4-FFF2-40B4-BE49-F238E27FC236}">
                <a16:creationId xmlns:a16="http://schemas.microsoft.com/office/drawing/2014/main" id="{7C4EAB17-F134-45C3-A8A1-BB1446DE4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964656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记录关键反馈</a:t>
            </a:r>
          </a:p>
        </p:txBody>
      </p:sp>
      <p:sp>
        <p:nvSpPr>
          <p:cNvPr id="22" name="phase-rail-1">
            <a:extLst xmlns:a="http://schemas.openxmlformats.org/drawingml/2006/main">
              <a:ext uri="{FF2B5EF4-FFF2-40B4-BE49-F238E27FC236}">
                <a16:creationId xmlns:a16="http://schemas.microsoft.com/office/drawing/2014/main" id="{A99E00F9-7C15-4341-A51D-2C1935320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3689299"/>
            <a:ext cx="514350" cy="2519658"/>
          </a:xfrm>
          <a:custGeom xmlns:a="http://schemas.openxmlformats.org/drawingml/2006/main">
            <a:pathLst>
              <a:path w="514350" h="2519658">
                <a:moveTo>
                  <a:pt x="0" y="0"/>
                </a:moveTo>
                <a:lnTo>
                  <a:pt x="21612" y="12002"/>
                </a:lnTo>
                <a:lnTo>
                  <a:pt x="43215" y="24013"/>
                </a:lnTo>
                <a:lnTo>
                  <a:pt x="64827" y="36014"/>
                </a:lnTo>
                <a:lnTo>
                  <a:pt x="86439" y="48016"/>
                </a:lnTo>
                <a:lnTo>
                  <a:pt x="108052" y="60027"/>
                </a:lnTo>
                <a:lnTo>
                  <a:pt x="129654" y="72028"/>
                </a:lnTo>
                <a:lnTo>
                  <a:pt x="151267" y="84039"/>
                </a:lnTo>
                <a:lnTo>
                  <a:pt x="172879" y="96041"/>
                </a:lnTo>
                <a:lnTo>
                  <a:pt x="194491" y="108042"/>
                </a:lnTo>
                <a:lnTo>
                  <a:pt x="216094" y="120053"/>
                </a:lnTo>
                <a:lnTo>
                  <a:pt x="237706" y="132055"/>
                </a:lnTo>
                <a:lnTo>
                  <a:pt x="259318" y="141684"/>
                </a:lnTo>
                <a:lnTo>
                  <a:pt x="280930" y="129673"/>
                </a:lnTo>
                <a:lnTo>
                  <a:pt x="302533" y="117672"/>
                </a:lnTo>
                <a:lnTo>
                  <a:pt x="324145" y="105661"/>
                </a:lnTo>
                <a:lnTo>
                  <a:pt x="345758" y="93659"/>
                </a:lnTo>
                <a:lnTo>
                  <a:pt x="367360" y="81658"/>
                </a:lnTo>
                <a:lnTo>
                  <a:pt x="388972" y="69647"/>
                </a:lnTo>
                <a:lnTo>
                  <a:pt x="410585" y="57645"/>
                </a:lnTo>
                <a:lnTo>
                  <a:pt x="432197" y="45644"/>
                </a:lnTo>
                <a:lnTo>
                  <a:pt x="453800" y="33633"/>
                </a:lnTo>
                <a:lnTo>
                  <a:pt x="475412" y="21631"/>
                </a:lnTo>
                <a:lnTo>
                  <a:pt x="497024" y="9630"/>
                </a:lnTo>
                <a:lnTo>
                  <a:pt x="514350" y="4896"/>
                </a:lnTo>
                <a:lnTo>
                  <a:pt x="514350" y="29623"/>
                </a:lnTo>
                <a:lnTo>
                  <a:pt x="514350" y="54340"/>
                </a:lnTo>
                <a:lnTo>
                  <a:pt x="514350" y="79058"/>
                </a:lnTo>
                <a:lnTo>
                  <a:pt x="514350" y="103775"/>
                </a:lnTo>
                <a:lnTo>
                  <a:pt x="514350" y="128492"/>
                </a:lnTo>
                <a:lnTo>
                  <a:pt x="514350" y="153219"/>
                </a:lnTo>
                <a:lnTo>
                  <a:pt x="514350" y="177937"/>
                </a:lnTo>
                <a:lnTo>
                  <a:pt x="514350" y="202654"/>
                </a:lnTo>
                <a:lnTo>
                  <a:pt x="514350" y="227371"/>
                </a:lnTo>
                <a:lnTo>
                  <a:pt x="514350" y="252098"/>
                </a:lnTo>
                <a:lnTo>
                  <a:pt x="514350" y="276816"/>
                </a:lnTo>
                <a:lnTo>
                  <a:pt x="514350" y="301533"/>
                </a:lnTo>
                <a:lnTo>
                  <a:pt x="514350" y="326250"/>
                </a:lnTo>
                <a:lnTo>
                  <a:pt x="514350" y="350977"/>
                </a:lnTo>
                <a:lnTo>
                  <a:pt x="514350" y="375695"/>
                </a:lnTo>
                <a:lnTo>
                  <a:pt x="514350" y="400412"/>
                </a:lnTo>
                <a:lnTo>
                  <a:pt x="514350" y="425129"/>
                </a:lnTo>
                <a:lnTo>
                  <a:pt x="514350" y="449856"/>
                </a:lnTo>
                <a:lnTo>
                  <a:pt x="514350" y="474574"/>
                </a:lnTo>
                <a:lnTo>
                  <a:pt x="514350" y="499291"/>
                </a:lnTo>
                <a:lnTo>
                  <a:pt x="514350" y="524008"/>
                </a:lnTo>
                <a:lnTo>
                  <a:pt x="514350" y="548726"/>
                </a:lnTo>
                <a:lnTo>
                  <a:pt x="514350" y="573453"/>
                </a:lnTo>
                <a:lnTo>
                  <a:pt x="514350" y="598170"/>
                </a:lnTo>
                <a:lnTo>
                  <a:pt x="514350" y="622887"/>
                </a:lnTo>
                <a:lnTo>
                  <a:pt x="514350" y="647605"/>
                </a:lnTo>
                <a:lnTo>
                  <a:pt x="514350" y="672332"/>
                </a:lnTo>
                <a:lnTo>
                  <a:pt x="514350" y="697049"/>
                </a:lnTo>
                <a:lnTo>
                  <a:pt x="514350" y="721766"/>
                </a:lnTo>
                <a:lnTo>
                  <a:pt x="514350" y="746484"/>
                </a:lnTo>
                <a:lnTo>
                  <a:pt x="514350" y="771211"/>
                </a:lnTo>
                <a:lnTo>
                  <a:pt x="514350" y="795928"/>
                </a:lnTo>
                <a:lnTo>
                  <a:pt x="514350" y="820645"/>
                </a:lnTo>
                <a:lnTo>
                  <a:pt x="514350" y="845363"/>
                </a:lnTo>
                <a:lnTo>
                  <a:pt x="514350" y="870080"/>
                </a:lnTo>
                <a:lnTo>
                  <a:pt x="514350" y="894807"/>
                </a:lnTo>
                <a:lnTo>
                  <a:pt x="514350" y="919524"/>
                </a:lnTo>
                <a:lnTo>
                  <a:pt x="514350" y="944242"/>
                </a:lnTo>
                <a:lnTo>
                  <a:pt x="514350" y="968959"/>
                </a:lnTo>
                <a:lnTo>
                  <a:pt x="514350" y="993686"/>
                </a:lnTo>
                <a:lnTo>
                  <a:pt x="514350" y="1018403"/>
                </a:lnTo>
                <a:lnTo>
                  <a:pt x="514350" y="1043121"/>
                </a:lnTo>
                <a:lnTo>
                  <a:pt x="514350" y="1067838"/>
                </a:lnTo>
                <a:lnTo>
                  <a:pt x="514350" y="1092565"/>
                </a:lnTo>
                <a:lnTo>
                  <a:pt x="514350" y="1117283"/>
                </a:lnTo>
                <a:lnTo>
                  <a:pt x="514350" y="1142000"/>
                </a:lnTo>
                <a:lnTo>
                  <a:pt x="514350" y="1166717"/>
                </a:lnTo>
                <a:lnTo>
                  <a:pt x="514350" y="1191444"/>
                </a:lnTo>
                <a:lnTo>
                  <a:pt x="514350" y="1216162"/>
                </a:lnTo>
                <a:lnTo>
                  <a:pt x="514350" y="1240879"/>
                </a:lnTo>
                <a:lnTo>
                  <a:pt x="514350" y="1265596"/>
                </a:lnTo>
                <a:lnTo>
                  <a:pt x="514350" y="1290314"/>
                </a:lnTo>
                <a:lnTo>
                  <a:pt x="514350" y="1315041"/>
                </a:lnTo>
                <a:lnTo>
                  <a:pt x="514350" y="1339758"/>
                </a:lnTo>
                <a:lnTo>
                  <a:pt x="514350" y="1364475"/>
                </a:lnTo>
                <a:lnTo>
                  <a:pt x="514350" y="1389193"/>
                </a:lnTo>
                <a:lnTo>
                  <a:pt x="514350" y="1413920"/>
                </a:lnTo>
                <a:lnTo>
                  <a:pt x="514350" y="1438637"/>
                </a:lnTo>
                <a:lnTo>
                  <a:pt x="514350" y="1463354"/>
                </a:lnTo>
                <a:lnTo>
                  <a:pt x="514350" y="1488072"/>
                </a:lnTo>
                <a:lnTo>
                  <a:pt x="514350" y="1512799"/>
                </a:lnTo>
                <a:lnTo>
                  <a:pt x="514350" y="1537516"/>
                </a:lnTo>
                <a:lnTo>
                  <a:pt x="514350" y="1562233"/>
                </a:lnTo>
                <a:lnTo>
                  <a:pt x="514350" y="1586951"/>
                </a:lnTo>
                <a:lnTo>
                  <a:pt x="514350" y="1611678"/>
                </a:lnTo>
                <a:lnTo>
                  <a:pt x="514350" y="1636395"/>
                </a:lnTo>
                <a:lnTo>
                  <a:pt x="514350" y="1661112"/>
                </a:lnTo>
                <a:lnTo>
                  <a:pt x="514350" y="1685830"/>
                </a:lnTo>
                <a:lnTo>
                  <a:pt x="514350" y="1710547"/>
                </a:lnTo>
                <a:lnTo>
                  <a:pt x="514350" y="1735274"/>
                </a:lnTo>
                <a:lnTo>
                  <a:pt x="514350" y="1759991"/>
                </a:lnTo>
                <a:lnTo>
                  <a:pt x="514350" y="1784709"/>
                </a:lnTo>
                <a:lnTo>
                  <a:pt x="514350" y="1809426"/>
                </a:lnTo>
                <a:lnTo>
                  <a:pt x="514350" y="1834153"/>
                </a:lnTo>
                <a:lnTo>
                  <a:pt x="514350" y="1858870"/>
                </a:lnTo>
                <a:lnTo>
                  <a:pt x="514350" y="1883588"/>
                </a:lnTo>
                <a:lnTo>
                  <a:pt x="514350" y="1908305"/>
                </a:lnTo>
                <a:lnTo>
                  <a:pt x="514350" y="1933032"/>
                </a:lnTo>
                <a:lnTo>
                  <a:pt x="514350" y="1957749"/>
                </a:lnTo>
                <a:lnTo>
                  <a:pt x="514350" y="1982467"/>
                </a:lnTo>
                <a:lnTo>
                  <a:pt x="514350" y="2007184"/>
                </a:lnTo>
                <a:lnTo>
                  <a:pt x="514350" y="2031911"/>
                </a:lnTo>
                <a:lnTo>
                  <a:pt x="514350" y="2056628"/>
                </a:lnTo>
                <a:lnTo>
                  <a:pt x="514350" y="2081346"/>
                </a:lnTo>
                <a:lnTo>
                  <a:pt x="514350" y="2106063"/>
                </a:lnTo>
                <a:lnTo>
                  <a:pt x="514350" y="2130781"/>
                </a:lnTo>
                <a:lnTo>
                  <a:pt x="514350" y="2155508"/>
                </a:lnTo>
                <a:lnTo>
                  <a:pt x="514350" y="2180225"/>
                </a:lnTo>
                <a:lnTo>
                  <a:pt x="514350" y="2204942"/>
                </a:lnTo>
                <a:lnTo>
                  <a:pt x="514350" y="2229660"/>
                </a:lnTo>
                <a:lnTo>
                  <a:pt x="514350" y="2254387"/>
                </a:lnTo>
                <a:lnTo>
                  <a:pt x="514350" y="2279104"/>
                </a:lnTo>
                <a:lnTo>
                  <a:pt x="514350" y="2303821"/>
                </a:lnTo>
                <a:lnTo>
                  <a:pt x="514350" y="2328539"/>
                </a:lnTo>
                <a:lnTo>
                  <a:pt x="514350" y="2353266"/>
                </a:lnTo>
                <a:lnTo>
                  <a:pt x="514350" y="2377983"/>
                </a:lnTo>
                <a:lnTo>
                  <a:pt x="492738" y="2389984"/>
                </a:lnTo>
                <a:lnTo>
                  <a:pt x="471135" y="2401995"/>
                </a:lnTo>
                <a:lnTo>
                  <a:pt x="449523" y="2413997"/>
                </a:lnTo>
                <a:lnTo>
                  <a:pt x="427911" y="2425998"/>
                </a:lnTo>
                <a:lnTo>
                  <a:pt x="406298" y="2438009"/>
                </a:lnTo>
                <a:lnTo>
                  <a:pt x="384696" y="2450011"/>
                </a:lnTo>
                <a:lnTo>
                  <a:pt x="363083" y="2462012"/>
                </a:lnTo>
                <a:lnTo>
                  <a:pt x="341471" y="2474024"/>
                </a:lnTo>
                <a:lnTo>
                  <a:pt x="319859" y="2486025"/>
                </a:lnTo>
                <a:lnTo>
                  <a:pt x="298256" y="2498027"/>
                </a:lnTo>
                <a:lnTo>
                  <a:pt x="276644" y="2510038"/>
                </a:lnTo>
                <a:lnTo>
                  <a:pt x="255032" y="2519658"/>
                </a:lnTo>
                <a:lnTo>
                  <a:pt x="233420" y="2507656"/>
                </a:lnTo>
                <a:lnTo>
                  <a:pt x="211817" y="2495655"/>
                </a:lnTo>
                <a:lnTo>
                  <a:pt x="190205" y="2483644"/>
                </a:lnTo>
                <a:lnTo>
                  <a:pt x="168593" y="2471642"/>
                </a:lnTo>
                <a:lnTo>
                  <a:pt x="146990" y="2459641"/>
                </a:lnTo>
                <a:lnTo>
                  <a:pt x="125378" y="2447630"/>
                </a:lnTo>
                <a:lnTo>
                  <a:pt x="103765" y="2435628"/>
                </a:lnTo>
                <a:lnTo>
                  <a:pt x="82153" y="2423627"/>
                </a:lnTo>
                <a:lnTo>
                  <a:pt x="60550" y="2411616"/>
                </a:lnTo>
                <a:lnTo>
                  <a:pt x="38938" y="2399614"/>
                </a:lnTo>
                <a:lnTo>
                  <a:pt x="17326" y="2387603"/>
                </a:lnTo>
                <a:lnTo>
                  <a:pt x="0" y="2373087"/>
                </a:lnTo>
                <a:lnTo>
                  <a:pt x="0" y="2348360"/>
                </a:lnTo>
                <a:lnTo>
                  <a:pt x="0" y="2323643"/>
                </a:lnTo>
                <a:lnTo>
                  <a:pt x="0" y="2298925"/>
                </a:lnTo>
                <a:lnTo>
                  <a:pt x="0" y="2274208"/>
                </a:lnTo>
                <a:lnTo>
                  <a:pt x="0" y="2249481"/>
                </a:lnTo>
                <a:lnTo>
                  <a:pt x="0" y="2224764"/>
                </a:lnTo>
                <a:lnTo>
                  <a:pt x="0" y="2200046"/>
                </a:lnTo>
                <a:lnTo>
                  <a:pt x="0" y="2175329"/>
                </a:lnTo>
                <a:lnTo>
                  <a:pt x="0" y="2150602"/>
                </a:lnTo>
                <a:lnTo>
                  <a:pt x="0" y="2125885"/>
                </a:lnTo>
                <a:lnTo>
                  <a:pt x="0" y="2101167"/>
                </a:lnTo>
                <a:lnTo>
                  <a:pt x="0" y="2076450"/>
                </a:lnTo>
                <a:lnTo>
                  <a:pt x="0" y="2051723"/>
                </a:lnTo>
                <a:lnTo>
                  <a:pt x="0" y="2027006"/>
                </a:lnTo>
                <a:lnTo>
                  <a:pt x="0" y="2002288"/>
                </a:lnTo>
                <a:lnTo>
                  <a:pt x="0" y="1977571"/>
                </a:lnTo>
                <a:lnTo>
                  <a:pt x="0" y="1952854"/>
                </a:lnTo>
                <a:lnTo>
                  <a:pt x="0" y="1928127"/>
                </a:lnTo>
                <a:lnTo>
                  <a:pt x="0" y="1903409"/>
                </a:lnTo>
                <a:lnTo>
                  <a:pt x="0" y="1878692"/>
                </a:lnTo>
                <a:lnTo>
                  <a:pt x="0" y="1853975"/>
                </a:lnTo>
                <a:lnTo>
                  <a:pt x="0" y="1829248"/>
                </a:lnTo>
                <a:lnTo>
                  <a:pt x="0" y="1804530"/>
                </a:lnTo>
                <a:lnTo>
                  <a:pt x="0" y="1779813"/>
                </a:lnTo>
                <a:lnTo>
                  <a:pt x="0" y="1755096"/>
                </a:lnTo>
                <a:lnTo>
                  <a:pt x="0" y="1730369"/>
                </a:lnTo>
                <a:lnTo>
                  <a:pt x="0" y="1705651"/>
                </a:lnTo>
                <a:lnTo>
                  <a:pt x="0" y="1680934"/>
                </a:lnTo>
                <a:lnTo>
                  <a:pt x="0" y="1656217"/>
                </a:lnTo>
                <a:lnTo>
                  <a:pt x="0" y="1631499"/>
                </a:lnTo>
                <a:lnTo>
                  <a:pt x="0" y="1606772"/>
                </a:lnTo>
                <a:lnTo>
                  <a:pt x="0" y="1582055"/>
                </a:lnTo>
                <a:lnTo>
                  <a:pt x="0" y="1557338"/>
                </a:lnTo>
                <a:lnTo>
                  <a:pt x="0" y="1532620"/>
                </a:lnTo>
                <a:lnTo>
                  <a:pt x="0" y="1507893"/>
                </a:lnTo>
                <a:lnTo>
                  <a:pt x="0" y="1483176"/>
                </a:lnTo>
                <a:lnTo>
                  <a:pt x="0" y="1458458"/>
                </a:lnTo>
                <a:lnTo>
                  <a:pt x="0" y="1433741"/>
                </a:lnTo>
                <a:lnTo>
                  <a:pt x="0" y="1409014"/>
                </a:lnTo>
                <a:lnTo>
                  <a:pt x="0" y="1384297"/>
                </a:lnTo>
                <a:lnTo>
                  <a:pt x="0" y="1359579"/>
                </a:lnTo>
                <a:lnTo>
                  <a:pt x="0" y="1334862"/>
                </a:lnTo>
                <a:lnTo>
                  <a:pt x="0" y="1310135"/>
                </a:lnTo>
                <a:lnTo>
                  <a:pt x="0" y="1285418"/>
                </a:lnTo>
                <a:lnTo>
                  <a:pt x="0" y="1260700"/>
                </a:lnTo>
                <a:lnTo>
                  <a:pt x="0" y="1235983"/>
                </a:lnTo>
                <a:lnTo>
                  <a:pt x="0" y="1211266"/>
                </a:lnTo>
                <a:lnTo>
                  <a:pt x="0" y="1186539"/>
                </a:lnTo>
                <a:lnTo>
                  <a:pt x="0" y="1161821"/>
                </a:lnTo>
                <a:lnTo>
                  <a:pt x="0" y="1137104"/>
                </a:lnTo>
                <a:lnTo>
                  <a:pt x="0" y="1112387"/>
                </a:lnTo>
                <a:lnTo>
                  <a:pt x="0" y="1087660"/>
                </a:lnTo>
                <a:lnTo>
                  <a:pt x="0" y="1062942"/>
                </a:lnTo>
                <a:lnTo>
                  <a:pt x="0" y="1038225"/>
                </a:lnTo>
                <a:lnTo>
                  <a:pt x="0" y="1013508"/>
                </a:lnTo>
                <a:lnTo>
                  <a:pt x="0" y="988781"/>
                </a:lnTo>
                <a:lnTo>
                  <a:pt x="0" y="964063"/>
                </a:lnTo>
                <a:lnTo>
                  <a:pt x="0" y="939346"/>
                </a:lnTo>
                <a:lnTo>
                  <a:pt x="0" y="914629"/>
                </a:lnTo>
                <a:lnTo>
                  <a:pt x="0" y="889902"/>
                </a:lnTo>
                <a:lnTo>
                  <a:pt x="0" y="865184"/>
                </a:lnTo>
                <a:lnTo>
                  <a:pt x="0" y="840467"/>
                </a:lnTo>
                <a:lnTo>
                  <a:pt x="0" y="815750"/>
                </a:lnTo>
                <a:lnTo>
                  <a:pt x="0" y="791032"/>
                </a:lnTo>
                <a:lnTo>
                  <a:pt x="0" y="766305"/>
                </a:lnTo>
                <a:lnTo>
                  <a:pt x="0" y="741588"/>
                </a:lnTo>
                <a:lnTo>
                  <a:pt x="0" y="716871"/>
                </a:lnTo>
                <a:lnTo>
                  <a:pt x="0" y="692153"/>
                </a:lnTo>
                <a:lnTo>
                  <a:pt x="0" y="667426"/>
                </a:lnTo>
                <a:lnTo>
                  <a:pt x="0" y="642709"/>
                </a:lnTo>
                <a:lnTo>
                  <a:pt x="0" y="617992"/>
                </a:lnTo>
                <a:lnTo>
                  <a:pt x="0" y="593274"/>
                </a:lnTo>
                <a:lnTo>
                  <a:pt x="0" y="568547"/>
                </a:lnTo>
                <a:lnTo>
                  <a:pt x="0" y="543830"/>
                </a:lnTo>
                <a:lnTo>
                  <a:pt x="0" y="519113"/>
                </a:lnTo>
                <a:lnTo>
                  <a:pt x="0" y="494395"/>
                </a:lnTo>
                <a:lnTo>
                  <a:pt x="0" y="469668"/>
                </a:lnTo>
                <a:lnTo>
                  <a:pt x="0" y="444951"/>
                </a:lnTo>
                <a:lnTo>
                  <a:pt x="0" y="420233"/>
                </a:lnTo>
                <a:lnTo>
                  <a:pt x="0" y="395516"/>
                </a:lnTo>
                <a:lnTo>
                  <a:pt x="0" y="370799"/>
                </a:lnTo>
                <a:lnTo>
                  <a:pt x="0" y="346072"/>
                </a:lnTo>
                <a:lnTo>
                  <a:pt x="0" y="321354"/>
                </a:lnTo>
                <a:lnTo>
                  <a:pt x="0" y="296637"/>
                </a:lnTo>
                <a:lnTo>
                  <a:pt x="0" y="271920"/>
                </a:lnTo>
                <a:lnTo>
                  <a:pt x="0" y="247193"/>
                </a:lnTo>
                <a:lnTo>
                  <a:pt x="0" y="222475"/>
                </a:lnTo>
                <a:lnTo>
                  <a:pt x="0" y="197758"/>
                </a:lnTo>
                <a:lnTo>
                  <a:pt x="0" y="173041"/>
                </a:lnTo>
                <a:lnTo>
                  <a:pt x="0" y="148314"/>
                </a:lnTo>
                <a:lnTo>
                  <a:pt x="0" y="123596"/>
                </a:lnTo>
                <a:lnTo>
                  <a:pt x="0" y="98879"/>
                </a:lnTo>
                <a:lnTo>
                  <a:pt x="0" y="74162"/>
                </a:lnTo>
                <a:lnTo>
                  <a:pt x="0" y="49435"/>
                </a:lnTo>
                <a:lnTo>
                  <a:pt x="0" y="24717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23" name="phase-title-1">
            <a:extLst xmlns:a="http://schemas.openxmlformats.org/drawingml/2006/main">
              <a:ext uri="{FF2B5EF4-FFF2-40B4-BE49-F238E27FC236}">
                <a16:creationId xmlns:a16="http://schemas.microsoft.com/office/drawing/2014/main" id="{F047322B-BF74-4263-905B-FF01F1628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4478979"/>
            <a:ext cx="1428750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培育与转化</a:t>
            </a:r>
          </a:p>
        </p:txBody>
      </p:sp>
      <p:sp>
        <p:nvSpPr>
          <p:cNvPr id="24" name="phase-body-1">
            <a:extLst xmlns:a="http://schemas.openxmlformats.org/drawingml/2006/main">
              <a:ext uri="{FF2B5EF4-FFF2-40B4-BE49-F238E27FC236}">
                <a16:creationId xmlns:a16="http://schemas.microsoft.com/office/drawing/2014/main" id="{32212FC9-BB81-4708-92C6-01DB12369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4833195"/>
            <a:ext cx="1428750" cy="587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让有效意向沉</a:t>
            </a:r>
          </a:p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淀为长期价值</a:t>
            </a:r>
          </a:p>
        </p:txBody>
      </p:sp>
      <p:sp>
        <p:nvSpPr>
          <p:cNvPr id="25" name="action-icon-shell-1-0">
            <a:extLst xmlns:a="http://schemas.openxmlformats.org/drawingml/2006/main">
              <a:ext uri="{FF2B5EF4-FFF2-40B4-BE49-F238E27FC236}">
                <a16:creationId xmlns:a16="http://schemas.microsoft.com/office/drawing/2014/main" id="{DB89D820-AEC5-46E7-8DBB-27810FDFC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4778273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7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9ff95efa39a41cc">
            <a:extLst>
              <a:ext uri="{96DAC541-7B7A-43D3-8B79-37D633B846F1}">
                <asvg:svgBlip xmlns:asvg="http://schemas.microsoft.com/office/drawing/2016/SVG/main" r:embed="R705edeed92af4394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4854473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27" name="action-title-1-0">
            <a:extLst xmlns:a="http://schemas.openxmlformats.org/drawingml/2006/main">
              <a:ext uri="{FF2B5EF4-FFF2-40B4-BE49-F238E27FC236}">
                <a16:creationId xmlns:a16="http://schemas.microsoft.com/office/drawing/2014/main" id="{735A248C-5C3F-4006-AD50-C76B1E54B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4717256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数据打通</a:t>
            </a:r>
          </a:p>
        </p:txBody>
      </p:sp>
      <p:sp>
        <p:nvSpPr>
          <p:cNvPr id="28" name="action-body-1-0">
            <a:extLst xmlns:a="http://schemas.openxmlformats.org/drawingml/2006/main">
              <a:ext uri="{FF2B5EF4-FFF2-40B4-BE49-F238E27FC236}">
                <a16:creationId xmlns:a16="http://schemas.microsoft.com/office/drawing/2014/main" id="{6DE99525-7FC1-4D6A-A184-E31F34968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4945856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统一分析对象</a:t>
            </a:r>
          </a:p>
        </p:txBody>
      </p:sp>
      <p:sp>
        <p:nvSpPr>
          <p:cNvPr id="29" name="action-icon-shell-1-1">
            <a:extLst xmlns:a="http://schemas.openxmlformats.org/drawingml/2006/main">
              <a:ext uri="{FF2B5EF4-FFF2-40B4-BE49-F238E27FC236}">
                <a16:creationId xmlns:a16="http://schemas.microsoft.com/office/drawing/2014/main" id="{A1BBDEB2-DE2F-43CA-8B21-EC3322F93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4778273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8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e209d2fdebd4735">
            <a:extLst>
              <a:ext uri="{96DAC541-7B7A-43D3-8B79-37D633B846F1}">
                <asvg:svgBlip xmlns:asvg="http://schemas.microsoft.com/office/drawing/2016/SVG/main" r:embed="R64910251f96e450d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4854473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31" name="action-title-1-1">
            <a:extLst xmlns:a="http://schemas.openxmlformats.org/drawingml/2006/main">
              <a:ext uri="{FF2B5EF4-FFF2-40B4-BE49-F238E27FC236}">
                <a16:creationId xmlns:a16="http://schemas.microsoft.com/office/drawing/2014/main" id="{6F9551C0-D52B-4989-B508-AFC0C8C71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4717256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自动分群</a:t>
            </a:r>
          </a:p>
        </p:txBody>
      </p:sp>
      <p:sp>
        <p:nvSpPr>
          <p:cNvPr id="32" name="action-body-1-1">
            <a:extLst xmlns:a="http://schemas.openxmlformats.org/drawingml/2006/main">
              <a:ext uri="{FF2B5EF4-FFF2-40B4-BE49-F238E27FC236}">
                <a16:creationId xmlns:a16="http://schemas.microsoft.com/office/drawing/2014/main" id="{097185C7-FBCA-43FC-9686-E33FFC630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4945856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指导持续运营</a:t>
            </a:r>
          </a:p>
        </p:txBody>
      </p:sp>
      <p:sp>
        <p:nvSpPr>
          <p:cNvPr id="33" name="funnel-step-body-0">
            <a:extLst xmlns:a="http://schemas.openxmlformats.org/drawingml/2006/main">
              <a:ext uri="{FF2B5EF4-FFF2-40B4-BE49-F238E27FC236}">
                <a16:creationId xmlns:a16="http://schemas.microsoft.com/office/drawing/2014/main" id="{76992766-5988-41D1-873B-34C1E7980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52750" y="2514600"/>
            <a:ext cx="3326711" cy="1110415"/>
          </a:xfrm>
          <a:custGeom xmlns:a="http://schemas.openxmlformats.org/drawingml/2006/main">
            <a:pathLst>
              <a:path w="3326711" h="1110415">
                <a:moveTo>
                  <a:pt x="0" y="0"/>
                </a:moveTo>
                <a:lnTo>
                  <a:pt x="14516" y="30004"/>
                </a:lnTo>
                <a:lnTo>
                  <a:pt x="29032" y="60017"/>
                </a:lnTo>
                <a:lnTo>
                  <a:pt x="43548" y="90021"/>
                </a:lnTo>
                <a:lnTo>
                  <a:pt x="58055" y="120025"/>
                </a:lnTo>
                <a:lnTo>
                  <a:pt x="72571" y="150038"/>
                </a:lnTo>
                <a:lnTo>
                  <a:pt x="87087" y="180042"/>
                </a:lnTo>
                <a:lnTo>
                  <a:pt x="101603" y="210045"/>
                </a:lnTo>
                <a:lnTo>
                  <a:pt x="116119" y="240059"/>
                </a:lnTo>
                <a:lnTo>
                  <a:pt x="130635" y="270062"/>
                </a:lnTo>
                <a:lnTo>
                  <a:pt x="145142" y="300066"/>
                </a:lnTo>
                <a:lnTo>
                  <a:pt x="159658" y="330079"/>
                </a:lnTo>
                <a:lnTo>
                  <a:pt x="174174" y="360083"/>
                </a:lnTo>
                <a:lnTo>
                  <a:pt x="188690" y="390087"/>
                </a:lnTo>
                <a:lnTo>
                  <a:pt x="203206" y="420100"/>
                </a:lnTo>
                <a:lnTo>
                  <a:pt x="217722" y="450104"/>
                </a:lnTo>
                <a:lnTo>
                  <a:pt x="232229" y="480108"/>
                </a:lnTo>
                <a:lnTo>
                  <a:pt x="246745" y="510121"/>
                </a:lnTo>
                <a:lnTo>
                  <a:pt x="261261" y="540125"/>
                </a:lnTo>
                <a:lnTo>
                  <a:pt x="275777" y="570128"/>
                </a:lnTo>
                <a:lnTo>
                  <a:pt x="290293" y="600142"/>
                </a:lnTo>
                <a:lnTo>
                  <a:pt x="304810" y="630145"/>
                </a:lnTo>
                <a:lnTo>
                  <a:pt x="319316" y="660149"/>
                </a:lnTo>
                <a:lnTo>
                  <a:pt x="333832" y="690162"/>
                </a:lnTo>
                <a:lnTo>
                  <a:pt x="348348" y="720166"/>
                </a:lnTo>
                <a:lnTo>
                  <a:pt x="362864" y="750170"/>
                </a:lnTo>
                <a:lnTo>
                  <a:pt x="377381" y="780183"/>
                </a:lnTo>
                <a:lnTo>
                  <a:pt x="391897" y="810187"/>
                </a:lnTo>
                <a:lnTo>
                  <a:pt x="406413" y="840191"/>
                </a:lnTo>
                <a:lnTo>
                  <a:pt x="420919" y="870204"/>
                </a:lnTo>
                <a:lnTo>
                  <a:pt x="435435" y="900208"/>
                </a:lnTo>
                <a:lnTo>
                  <a:pt x="449951" y="930212"/>
                </a:lnTo>
                <a:lnTo>
                  <a:pt x="464468" y="960225"/>
                </a:lnTo>
                <a:lnTo>
                  <a:pt x="478984" y="990229"/>
                </a:lnTo>
                <a:lnTo>
                  <a:pt x="493500" y="1020232"/>
                </a:lnTo>
                <a:lnTo>
                  <a:pt x="513074" y="1045445"/>
                </a:lnTo>
                <a:lnTo>
                  <a:pt x="544716" y="1055770"/>
                </a:lnTo>
                <a:lnTo>
                  <a:pt x="577348" y="1062552"/>
                </a:lnTo>
                <a:lnTo>
                  <a:pt x="610257" y="1067829"/>
                </a:lnTo>
                <a:lnTo>
                  <a:pt x="643299" y="1072201"/>
                </a:lnTo>
                <a:lnTo>
                  <a:pt x="676418" y="1075954"/>
                </a:lnTo>
                <a:lnTo>
                  <a:pt x="709593" y="1079259"/>
                </a:lnTo>
                <a:lnTo>
                  <a:pt x="742788" y="1082202"/>
                </a:lnTo>
                <a:lnTo>
                  <a:pt x="776021" y="1084850"/>
                </a:lnTo>
                <a:lnTo>
                  <a:pt x="809263" y="1087250"/>
                </a:lnTo>
                <a:lnTo>
                  <a:pt x="842524" y="1089450"/>
                </a:lnTo>
                <a:lnTo>
                  <a:pt x="875795" y="1091460"/>
                </a:lnTo>
                <a:lnTo>
                  <a:pt x="909076" y="1093327"/>
                </a:lnTo>
                <a:lnTo>
                  <a:pt x="942365" y="1095032"/>
                </a:lnTo>
                <a:lnTo>
                  <a:pt x="975665" y="1096613"/>
                </a:lnTo>
                <a:lnTo>
                  <a:pt x="1008964" y="1098071"/>
                </a:lnTo>
                <a:lnTo>
                  <a:pt x="1042273" y="1099433"/>
                </a:lnTo>
                <a:lnTo>
                  <a:pt x="1075582" y="1100671"/>
                </a:lnTo>
                <a:lnTo>
                  <a:pt x="1108891" y="1101833"/>
                </a:lnTo>
                <a:lnTo>
                  <a:pt x="1142209" y="1102900"/>
                </a:lnTo>
                <a:lnTo>
                  <a:pt x="1175528" y="1103881"/>
                </a:lnTo>
                <a:lnTo>
                  <a:pt x="1208846" y="1104786"/>
                </a:lnTo>
                <a:lnTo>
                  <a:pt x="1242174" y="1105605"/>
                </a:lnTo>
                <a:lnTo>
                  <a:pt x="1275493" y="1106357"/>
                </a:lnTo>
                <a:lnTo>
                  <a:pt x="1308821" y="1107043"/>
                </a:lnTo>
                <a:lnTo>
                  <a:pt x="1342149" y="1107662"/>
                </a:lnTo>
                <a:lnTo>
                  <a:pt x="1375477" y="1108205"/>
                </a:lnTo>
                <a:lnTo>
                  <a:pt x="1408805" y="1108691"/>
                </a:lnTo>
                <a:lnTo>
                  <a:pt x="1442133" y="1109110"/>
                </a:lnTo>
                <a:lnTo>
                  <a:pt x="1475470" y="1109482"/>
                </a:lnTo>
                <a:lnTo>
                  <a:pt x="1508798" y="1109777"/>
                </a:lnTo>
                <a:lnTo>
                  <a:pt x="1542136" y="1110024"/>
                </a:lnTo>
                <a:lnTo>
                  <a:pt x="1575464" y="1110205"/>
                </a:lnTo>
                <a:lnTo>
                  <a:pt x="1608801" y="1110339"/>
                </a:lnTo>
                <a:lnTo>
                  <a:pt x="1642129" y="1110405"/>
                </a:lnTo>
                <a:lnTo>
                  <a:pt x="1675467" y="1110415"/>
                </a:lnTo>
                <a:lnTo>
                  <a:pt x="1708795" y="1110377"/>
                </a:lnTo>
                <a:lnTo>
                  <a:pt x="1742132" y="1110272"/>
                </a:lnTo>
                <a:lnTo>
                  <a:pt x="1775460" y="1110120"/>
                </a:lnTo>
                <a:lnTo>
                  <a:pt x="1808798" y="1109901"/>
                </a:lnTo>
                <a:lnTo>
                  <a:pt x="1842125" y="1109624"/>
                </a:lnTo>
                <a:lnTo>
                  <a:pt x="1875453" y="1109291"/>
                </a:lnTo>
                <a:lnTo>
                  <a:pt x="1908791" y="1108901"/>
                </a:lnTo>
                <a:lnTo>
                  <a:pt x="1942119" y="1108453"/>
                </a:lnTo>
                <a:lnTo>
                  <a:pt x="1975447" y="1107929"/>
                </a:lnTo>
                <a:lnTo>
                  <a:pt x="2008775" y="1107348"/>
                </a:lnTo>
                <a:lnTo>
                  <a:pt x="2042103" y="1106700"/>
                </a:lnTo>
                <a:lnTo>
                  <a:pt x="2075431" y="1105976"/>
                </a:lnTo>
                <a:lnTo>
                  <a:pt x="2108749" y="1105186"/>
                </a:lnTo>
                <a:lnTo>
                  <a:pt x="2142068" y="1104329"/>
                </a:lnTo>
                <a:lnTo>
                  <a:pt x="2175396" y="1103386"/>
                </a:lnTo>
                <a:lnTo>
                  <a:pt x="2208705" y="1102357"/>
                </a:lnTo>
                <a:lnTo>
                  <a:pt x="2242023" y="1101252"/>
                </a:lnTo>
                <a:lnTo>
                  <a:pt x="2275332" y="1100042"/>
                </a:lnTo>
                <a:lnTo>
                  <a:pt x="2308641" y="1098747"/>
                </a:lnTo>
                <a:lnTo>
                  <a:pt x="2341950" y="1097337"/>
                </a:lnTo>
                <a:lnTo>
                  <a:pt x="2375240" y="1095813"/>
                </a:lnTo>
                <a:lnTo>
                  <a:pt x="2408539" y="1094175"/>
                </a:lnTo>
                <a:lnTo>
                  <a:pt x="2441819" y="1092384"/>
                </a:lnTo>
                <a:lnTo>
                  <a:pt x="2475100" y="1090451"/>
                </a:lnTo>
                <a:lnTo>
                  <a:pt x="2508361" y="1088346"/>
                </a:lnTo>
                <a:lnTo>
                  <a:pt x="2541613" y="1086041"/>
                </a:lnTo>
                <a:lnTo>
                  <a:pt x="2574855" y="1083516"/>
                </a:lnTo>
                <a:lnTo>
                  <a:pt x="2608069" y="1080726"/>
                </a:lnTo>
                <a:lnTo>
                  <a:pt x="2641254" y="1077611"/>
                </a:lnTo>
                <a:lnTo>
                  <a:pt x="2674401" y="1074087"/>
                </a:lnTo>
                <a:lnTo>
                  <a:pt x="2707491" y="1070039"/>
                </a:lnTo>
                <a:lnTo>
                  <a:pt x="2740476" y="1065247"/>
                </a:lnTo>
                <a:lnTo>
                  <a:pt x="2773270" y="1059313"/>
                </a:lnTo>
                <a:lnTo>
                  <a:pt x="2805579" y="1051179"/>
                </a:lnTo>
                <a:lnTo>
                  <a:pt x="2833926" y="1034996"/>
                </a:lnTo>
                <a:lnTo>
                  <a:pt x="2847737" y="1004773"/>
                </a:lnTo>
                <a:lnTo>
                  <a:pt x="2862243" y="974769"/>
                </a:lnTo>
                <a:lnTo>
                  <a:pt x="2876760" y="944756"/>
                </a:lnTo>
                <a:lnTo>
                  <a:pt x="2891276" y="914752"/>
                </a:lnTo>
                <a:lnTo>
                  <a:pt x="2905792" y="884749"/>
                </a:lnTo>
                <a:lnTo>
                  <a:pt x="2920308" y="854735"/>
                </a:lnTo>
                <a:lnTo>
                  <a:pt x="2934824" y="824732"/>
                </a:lnTo>
                <a:lnTo>
                  <a:pt x="2949340" y="794728"/>
                </a:lnTo>
                <a:lnTo>
                  <a:pt x="2963847" y="764715"/>
                </a:lnTo>
                <a:lnTo>
                  <a:pt x="2978363" y="734711"/>
                </a:lnTo>
                <a:lnTo>
                  <a:pt x="2992879" y="704707"/>
                </a:lnTo>
                <a:lnTo>
                  <a:pt x="3007395" y="674694"/>
                </a:lnTo>
                <a:lnTo>
                  <a:pt x="3021911" y="644690"/>
                </a:lnTo>
                <a:lnTo>
                  <a:pt x="3036427" y="614686"/>
                </a:lnTo>
                <a:lnTo>
                  <a:pt x="3050934" y="584673"/>
                </a:lnTo>
                <a:lnTo>
                  <a:pt x="3065450" y="554669"/>
                </a:lnTo>
                <a:lnTo>
                  <a:pt x="3079966" y="524666"/>
                </a:lnTo>
                <a:lnTo>
                  <a:pt x="3094482" y="494652"/>
                </a:lnTo>
                <a:lnTo>
                  <a:pt x="3108998" y="464649"/>
                </a:lnTo>
                <a:lnTo>
                  <a:pt x="3123514" y="434645"/>
                </a:lnTo>
                <a:lnTo>
                  <a:pt x="3138021" y="404632"/>
                </a:lnTo>
                <a:lnTo>
                  <a:pt x="3152537" y="374628"/>
                </a:lnTo>
                <a:lnTo>
                  <a:pt x="3167053" y="344624"/>
                </a:lnTo>
                <a:lnTo>
                  <a:pt x="3181569" y="314611"/>
                </a:lnTo>
                <a:lnTo>
                  <a:pt x="3196085" y="284607"/>
                </a:lnTo>
                <a:lnTo>
                  <a:pt x="3210601" y="254603"/>
                </a:lnTo>
                <a:lnTo>
                  <a:pt x="3225108" y="224590"/>
                </a:lnTo>
                <a:lnTo>
                  <a:pt x="3239624" y="194586"/>
                </a:lnTo>
                <a:lnTo>
                  <a:pt x="3254140" y="164582"/>
                </a:lnTo>
                <a:lnTo>
                  <a:pt x="3268656" y="134569"/>
                </a:lnTo>
                <a:lnTo>
                  <a:pt x="3283172" y="104565"/>
                </a:lnTo>
                <a:lnTo>
                  <a:pt x="3297688" y="74562"/>
                </a:lnTo>
                <a:lnTo>
                  <a:pt x="3312204" y="44548"/>
                </a:lnTo>
                <a:lnTo>
                  <a:pt x="3326711" y="14545"/>
                </a:lnTo>
                <a:lnTo>
                  <a:pt x="3321415" y="10773"/>
                </a:lnTo>
                <a:lnTo>
                  <a:pt x="3289421" y="19955"/>
                </a:lnTo>
                <a:lnTo>
                  <a:pt x="3256626" y="25898"/>
                </a:lnTo>
                <a:lnTo>
                  <a:pt x="3223612" y="30518"/>
                </a:lnTo>
                <a:lnTo>
                  <a:pt x="3190504" y="34376"/>
                </a:lnTo>
                <a:lnTo>
                  <a:pt x="3157337" y="37719"/>
                </a:lnTo>
                <a:lnTo>
                  <a:pt x="3124143" y="40681"/>
                </a:lnTo>
                <a:lnTo>
                  <a:pt x="3090910" y="43339"/>
                </a:lnTo>
                <a:lnTo>
                  <a:pt x="3057668" y="45768"/>
                </a:lnTo>
                <a:lnTo>
                  <a:pt x="3024407" y="47996"/>
                </a:lnTo>
                <a:lnTo>
                  <a:pt x="2991136" y="50044"/>
                </a:lnTo>
                <a:lnTo>
                  <a:pt x="2957865" y="51949"/>
                </a:lnTo>
                <a:lnTo>
                  <a:pt x="2924575" y="53740"/>
                </a:lnTo>
                <a:lnTo>
                  <a:pt x="2891285" y="55397"/>
                </a:lnTo>
                <a:lnTo>
                  <a:pt x="2857986" y="56960"/>
                </a:lnTo>
                <a:lnTo>
                  <a:pt x="2824686" y="58426"/>
                </a:lnTo>
                <a:lnTo>
                  <a:pt x="2791387" y="59817"/>
                </a:lnTo>
                <a:lnTo>
                  <a:pt x="2758078" y="61122"/>
                </a:lnTo>
                <a:lnTo>
                  <a:pt x="2724769" y="62360"/>
                </a:lnTo>
                <a:lnTo>
                  <a:pt x="2691451" y="63522"/>
                </a:lnTo>
                <a:lnTo>
                  <a:pt x="2658142" y="64627"/>
                </a:lnTo>
                <a:lnTo>
                  <a:pt x="2624823" y="65665"/>
                </a:lnTo>
                <a:lnTo>
                  <a:pt x="2591505" y="66656"/>
                </a:lnTo>
                <a:lnTo>
                  <a:pt x="2558186" y="67589"/>
                </a:lnTo>
                <a:lnTo>
                  <a:pt x="2524858" y="68475"/>
                </a:lnTo>
                <a:lnTo>
                  <a:pt x="2491540" y="69323"/>
                </a:lnTo>
                <a:lnTo>
                  <a:pt x="2458222" y="70114"/>
                </a:lnTo>
                <a:lnTo>
                  <a:pt x="2424894" y="70856"/>
                </a:lnTo>
                <a:lnTo>
                  <a:pt x="2391566" y="71571"/>
                </a:lnTo>
                <a:lnTo>
                  <a:pt x="2358238" y="72228"/>
                </a:lnTo>
                <a:lnTo>
                  <a:pt x="2324910" y="72857"/>
                </a:lnTo>
                <a:lnTo>
                  <a:pt x="2291582" y="73447"/>
                </a:lnTo>
                <a:lnTo>
                  <a:pt x="2258254" y="74000"/>
                </a:lnTo>
                <a:lnTo>
                  <a:pt x="2224926" y="74524"/>
                </a:lnTo>
                <a:lnTo>
                  <a:pt x="2191598" y="75009"/>
                </a:lnTo>
                <a:lnTo>
                  <a:pt x="2158270" y="75457"/>
                </a:lnTo>
                <a:lnTo>
                  <a:pt x="2124942" y="75876"/>
                </a:lnTo>
                <a:lnTo>
                  <a:pt x="2091604" y="76267"/>
                </a:lnTo>
                <a:lnTo>
                  <a:pt x="2058276" y="76619"/>
                </a:lnTo>
                <a:lnTo>
                  <a:pt x="2024948" y="76943"/>
                </a:lnTo>
                <a:lnTo>
                  <a:pt x="1991611" y="77238"/>
                </a:lnTo>
                <a:lnTo>
                  <a:pt x="1958283" y="77495"/>
                </a:lnTo>
                <a:lnTo>
                  <a:pt x="1924945" y="77734"/>
                </a:lnTo>
                <a:lnTo>
                  <a:pt x="1891617" y="77943"/>
                </a:lnTo>
                <a:lnTo>
                  <a:pt x="1858280" y="78115"/>
                </a:lnTo>
                <a:lnTo>
                  <a:pt x="1824952" y="78267"/>
                </a:lnTo>
                <a:lnTo>
                  <a:pt x="1791614" y="78381"/>
                </a:lnTo>
                <a:lnTo>
                  <a:pt x="1758286" y="78476"/>
                </a:lnTo>
                <a:lnTo>
                  <a:pt x="1724949" y="78534"/>
                </a:lnTo>
                <a:lnTo>
                  <a:pt x="1691621" y="78572"/>
                </a:lnTo>
                <a:lnTo>
                  <a:pt x="1658283" y="78581"/>
                </a:lnTo>
                <a:lnTo>
                  <a:pt x="1624955" y="78562"/>
                </a:lnTo>
                <a:lnTo>
                  <a:pt x="1591618" y="78505"/>
                </a:lnTo>
                <a:lnTo>
                  <a:pt x="1558290" y="78429"/>
                </a:lnTo>
                <a:lnTo>
                  <a:pt x="1524953" y="78324"/>
                </a:lnTo>
                <a:lnTo>
                  <a:pt x="1491625" y="78191"/>
                </a:lnTo>
                <a:lnTo>
                  <a:pt x="1458287" y="78029"/>
                </a:lnTo>
                <a:lnTo>
                  <a:pt x="1424959" y="77838"/>
                </a:lnTo>
                <a:lnTo>
                  <a:pt x="1391622" y="77619"/>
                </a:lnTo>
                <a:lnTo>
                  <a:pt x="1358294" y="77372"/>
                </a:lnTo>
                <a:lnTo>
                  <a:pt x="1324966" y="77086"/>
                </a:lnTo>
                <a:lnTo>
                  <a:pt x="1291628" y="76781"/>
                </a:lnTo>
                <a:lnTo>
                  <a:pt x="1258300" y="76438"/>
                </a:lnTo>
                <a:lnTo>
                  <a:pt x="1224972" y="76067"/>
                </a:lnTo>
                <a:lnTo>
                  <a:pt x="1191635" y="75667"/>
                </a:lnTo>
                <a:lnTo>
                  <a:pt x="1158307" y="75228"/>
                </a:lnTo>
                <a:lnTo>
                  <a:pt x="1124979" y="74762"/>
                </a:lnTo>
                <a:lnTo>
                  <a:pt x="1091651" y="74266"/>
                </a:lnTo>
                <a:lnTo>
                  <a:pt x="1058323" y="73724"/>
                </a:lnTo>
                <a:lnTo>
                  <a:pt x="1024995" y="73152"/>
                </a:lnTo>
                <a:lnTo>
                  <a:pt x="991667" y="72542"/>
                </a:lnTo>
                <a:lnTo>
                  <a:pt x="958339" y="71895"/>
                </a:lnTo>
                <a:lnTo>
                  <a:pt x="925011" y="71199"/>
                </a:lnTo>
                <a:lnTo>
                  <a:pt x="891683" y="70475"/>
                </a:lnTo>
                <a:lnTo>
                  <a:pt x="858364" y="69704"/>
                </a:lnTo>
                <a:lnTo>
                  <a:pt x="825036" y="68885"/>
                </a:lnTo>
                <a:lnTo>
                  <a:pt x="791718" y="68028"/>
                </a:lnTo>
                <a:lnTo>
                  <a:pt x="758400" y="67113"/>
                </a:lnTo>
                <a:lnTo>
                  <a:pt x="725081" y="66151"/>
                </a:lnTo>
                <a:lnTo>
                  <a:pt x="691763" y="65132"/>
                </a:lnTo>
                <a:lnTo>
                  <a:pt x="658444" y="64056"/>
                </a:lnTo>
                <a:lnTo>
                  <a:pt x="625135" y="62922"/>
                </a:lnTo>
                <a:lnTo>
                  <a:pt x="591817" y="61722"/>
                </a:lnTo>
                <a:lnTo>
                  <a:pt x="558508" y="60455"/>
                </a:lnTo>
                <a:lnTo>
                  <a:pt x="525209" y="59112"/>
                </a:lnTo>
                <a:lnTo>
                  <a:pt x="491900" y="57693"/>
                </a:lnTo>
                <a:lnTo>
                  <a:pt x="458600" y="56169"/>
                </a:lnTo>
                <a:lnTo>
                  <a:pt x="425310" y="54550"/>
                </a:lnTo>
                <a:lnTo>
                  <a:pt x="392020" y="52826"/>
                </a:lnTo>
                <a:lnTo>
                  <a:pt x="358740" y="50987"/>
                </a:lnTo>
                <a:lnTo>
                  <a:pt x="325469" y="49006"/>
                </a:lnTo>
                <a:lnTo>
                  <a:pt x="292198" y="46873"/>
                </a:lnTo>
                <a:lnTo>
                  <a:pt x="258947" y="44548"/>
                </a:lnTo>
                <a:lnTo>
                  <a:pt x="225714" y="42005"/>
                </a:lnTo>
                <a:lnTo>
                  <a:pt x="192500" y="39195"/>
                </a:lnTo>
                <a:lnTo>
                  <a:pt x="159315" y="36052"/>
                </a:lnTo>
                <a:lnTo>
                  <a:pt x="126178" y="32471"/>
                </a:lnTo>
                <a:lnTo>
                  <a:pt x="93107" y="28251"/>
                </a:lnTo>
                <a:lnTo>
                  <a:pt x="60188" y="23060"/>
                </a:lnTo>
                <a:lnTo>
                  <a:pt x="27642" y="15926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34" name="funnel-step-cap-0">
            <a:extLst xmlns:a="http://schemas.openxmlformats.org/drawingml/2006/main">
              <a:ext uri="{FF2B5EF4-FFF2-40B4-BE49-F238E27FC236}">
                <a16:creationId xmlns:a16="http://schemas.microsoft.com/office/drawing/2014/main" id="{838A2CB8-C80E-459A-A1A5-A5B404972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52750" y="2390775"/>
            <a:ext cx="33337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35" name="funnel-step-body-1">
            <a:extLst xmlns:a="http://schemas.openxmlformats.org/drawingml/2006/main">
              <a:ext uri="{FF2B5EF4-FFF2-40B4-BE49-F238E27FC236}">
                <a16:creationId xmlns:a16="http://schemas.microsoft.com/office/drawing/2014/main" id="{7CA612E6-FB70-48B1-8C9B-6D47A5258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451860" y="3727418"/>
            <a:ext cx="2334397" cy="1110520"/>
          </a:xfrm>
          <a:custGeom xmlns:a="http://schemas.openxmlformats.org/drawingml/2006/main">
            <a:pathLst>
              <a:path w="2334397" h="1110520">
                <a:moveTo>
                  <a:pt x="0" y="0"/>
                </a:moveTo>
                <a:lnTo>
                  <a:pt x="8906" y="24060"/>
                </a:lnTo>
                <a:lnTo>
                  <a:pt x="17812" y="48120"/>
                </a:lnTo>
                <a:lnTo>
                  <a:pt x="26718" y="72180"/>
                </a:lnTo>
                <a:lnTo>
                  <a:pt x="35633" y="96241"/>
                </a:lnTo>
                <a:lnTo>
                  <a:pt x="44539" y="120301"/>
                </a:lnTo>
                <a:lnTo>
                  <a:pt x="53445" y="144361"/>
                </a:lnTo>
                <a:lnTo>
                  <a:pt x="62351" y="168412"/>
                </a:lnTo>
                <a:lnTo>
                  <a:pt x="71257" y="192472"/>
                </a:lnTo>
                <a:lnTo>
                  <a:pt x="80162" y="216532"/>
                </a:lnTo>
                <a:lnTo>
                  <a:pt x="89078" y="240592"/>
                </a:lnTo>
                <a:lnTo>
                  <a:pt x="97984" y="264652"/>
                </a:lnTo>
                <a:lnTo>
                  <a:pt x="106890" y="288712"/>
                </a:lnTo>
                <a:lnTo>
                  <a:pt x="115795" y="312772"/>
                </a:lnTo>
                <a:lnTo>
                  <a:pt x="124701" y="336833"/>
                </a:lnTo>
                <a:lnTo>
                  <a:pt x="133607" y="360893"/>
                </a:lnTo>
                <a:lnTo>
                  <a:pt x="142513" y="384953"/>
                </a:lnTo>
                <a:lnTo>
                  <a:pt x="151428" y="409013"/>
                </a:lnTo>
                <a:lnTo>
                  <a:pt x="160334" y="433073"/>
                </a:lnTo>
                <a:lnTo>
                  <a:pt x="169240" y="457124"/>
                </a:lnTo>
                <a:lnTo>
                  <a:pt x="178146" y="481184"/>
                </a:lnTo>
                <a:lnTo>
                  <a:pt x="187052" y="505244"/>
                </a:lnTo>
                <a:lnTo>
                  <a:pt x="195958" y="529304"/>
                </a:lnTo>
                <a:lnTo>
                  <a:pt x="204873" y="553364"/>
                </a:lnTo>
                <a:lnTo>
                  <a:pt x="213779" y="577425"/>
                </a:lnTo>
                <a:lnTo>
                  <a:pt x="222685" y="601485"/>
                </a:lnTo>
                <a:lnTo>
                  <a:pt x="231591" y="625545"/>
                </a:lnTo>
                <a:lnTo>
                  <a:pt x="240497" y="649605"/>
                </a:lnTo>
                <a:lnTo>
                  <a:pt x="249403" y="673665"/>
                </a:lnTo>
                <a:lnTo>
                  <a:pt x="258308" y="697725"/>
                </a:lnTo>
                <a:lnTo>
                  <a:pt x="267224" y="721785"/>
                </a:lnTo>
                <a:lnTo>
                  <a:pt x="276130" y="745846"/>
                </a:lnTo>
                <a:lnTo>
                  <a:pt x="285036" y="769896"/>
                </a:lnTo>
                <a:lnTo>
                  <a:pt x="293942" y="793956"/>
                </a:lnTo>
                <a:lnTo>
                  <a:pt x="302847" y="818017"/>
                </a:lnTo>
                <a:lnTo>
                  <a:pt x="311753" y="842077"/>
                </a:lnTo>
                <a:lnTo>
                  <a:pt x="320669" y="866137"/>
                </a:lnTo>
                <a:lnTo>
                  <a:pt x="329575" y="890197"/>
                </a:lnTo>
                <a:lnTo>
                  <a:pt x="338480" y="914257"/>
                </a:lnTo>
                <a:lnTo>
                  <a:pt x="347386" y="938317"/>
                </a:lnTo>
                <a:lnTo>
                  <a:pt x="356292" y="962377"/>
                </a:lnTo>
                <a:lnTo>
                  <a:pt x="365198" y="986438"/>
                </a:lnTo>
                <a:lnTo>
                  <a:pt x="374113" y="1010498"/>
                </a:lnTo>
                <a:lnTo>
                  <a:pt x="382419" y="1034691"/>
                </a:lnTo>
                <a:lnTo>
                  <a:pt x="401222" y="1051093"/>
                </a:lnTo>
                <a:lnTo>
                  <a:pt x="425263" y="1059990"/>
                </a:lnTo>
                <a:lnTo>
                  <a:pt x="450094" y="1066438"/>
                </a:lnTo>
                <a:lnTo>
                  <a:pt x="475221" y="1071591"/>
                </a:lnTo>
                <a:lnTo>
                  <a:pt x="500510" y="1075925"/>
                </a:lnTo>
                <a:lnTo>
                  <a:pt x="525885" y="1079659"/>
                </a:lnTo>
                <a:lnTo>
                  <a:pt x="551326" y="1082954"/>
                </a:lnTo>
                <a:lnTo>
                  <a:pt x="576815" y="1085879"/>
                </a:lnTo>
                <a:lnTo>
                  <a:pt x="602332" y="1088517"/>
                </a:lnTo>
                <a:lnTo>
                  <a:pt x="627878" y="1090898"/>
                </a:lnTo>
                <a:lnTo>
                  <a:pt x="653444" y="1093060"/>
                </a:lnTo>
                <a:lnTo>
                  <a:pt x="679028" y="1095032"/>
                </a:lnTo>
                <a:lnTo>
                  <a:pt x="704612" y="1096842"/>
                </a:lnTo>
                <a:lnTo>
                  <a:pt x="730215" y="1098490"/>
                </a:lnTo>
                <a:lnTo>
                  <a:pt x="755828" y="1099995"/>
                </a:lnTo>
                <a:lnTo>
                  <a:pt x="781450" y="1101376"/>
                </a:lnTo>
                <a:lnTo>
                  <a:pt x="807072" y="1102633"/>
                </a:lnTo>
                <a:lnTo>
                  <a:pt x="832704" y="1103786"/>
                </a:lnTo>
                <a:lnTo>
                  <a:pt x="858336" y="1104824"/>
                </a:lnTo>
                <a:lnTo>
                  <a:pt x="883977" y="1105767"/>
                </a:lnTo>
                <a:lnTo>
                  <a:pt x="909618" y="1106615"/>
                </a:lnTo>
                <a:lnTo>
                  <a:pt x="935260" y="1107377"/>
                </a:lnTo>
                <a:lnTo>
                  <a:pt x="960901" y="1108043"/>
                </a:lnTo>
                <a:lnTo>
                  <a:pt x="986552" y="1108634"/>
                </a:lnTo>
                <a:lnTo>
                  <a:pt x="1012203" y="1109129"/>
                </a:lnTo>
                <a:lnTo>
                  <a:pt x="1037854" y="1109558"/>
                </a:lnTo>
                <a:lnTo>
                  <a:pt x="1063504" y="1109901"/>
                </a:lnTo>
                <a:lnTo>
                  <a:pt x="1089165" y="1110167"/>
                </a:lnTo>
                <a:lnTo>
                  <a:pt x="1114816" y="1110358"/>
                </a:lnTo>
                <a:lnTo>
                  <a:pt x="1140476" y="1110472"/>
                </a:lnTo>
                <a:lnTo>
                  <a:pt x="1166127" y="1110520"/>
                </a:lnTo>
                <a:lnTo>
                  <a:pt x="1191787" y="1110482"/>
                </a:lnTo>
                <a:lnTo>
                  <a:pt x="1217438" y="1110377"/>
                </a:lnTo>
                <a:lnTo>
                  <a:pt x="1243089" y="1110196"/>
                </a:lnTo>
                <a:lnTo>
                  <a:pt x="1268749" y="1109939"/>
                </a:lnTo>
                <a:lnTo>
                  <a:pt x="1294400" y="1109605"/>
                </a:lnTo>
                <a:lnTo>
                  <a:pt x="1320051" y="1109186"/>
                </a:lnTo>
                <a:lnTo>
                  <a:pt x="1345702" y="1108700"/>
                </a:lnTo>
                <a:lnTo>
                  <a:pt x="1371352" y="1108119"/>
                </a:lnTo>
                <a:lnTo>
                  <a:pt x="1396994" y="1107462"/>
                </a:lnTo>
                <a:lnTo>
                  <a:pt x="1422644" y="1106719"/>
                </a:lnTo>
                <a:lnTo>
                  <a:pt x="1448286" y="1105881"/>
                </a:lnTo>
                <a:lnTo>
                  <a:pt x="1473927" y="1104957"/>
                </a:lnTo>
                <a:lnTo>
                  <a:pt x="1499559" y="1103919"/>
                </a:lnTo>
                <a:lnTo>
                  <a:pt x="1525191" y="1102795"/>
                </a:lnTo>
                <a:lnTo>
                  <a:pt x="1550813" y="1101547"/>
                </a:lnTo>
                <a:lnTo>
                  <a:pt x="1576435" y="1100185"/>
                </a:lnTo>
                <a:lnTo>
                  <a:pt x="1602048" y="1098690"/>
                </a:lnTo>
                <a:lnTo>
                  <a:pt x="1627642" y="1097051"/>
                </a:lnTo>
                <a:lnTo>
                  <a:pt x="1653235" y="1095280"/>
                </a:lnTo>
                <a:lnTo>
                  <a:pt x="1678819" y="1093327"/>
                </a:lnTo>
                <a:lnTo>
                  <a:pt x="1704384" y="1091184"/>
                </a:lnTo>
                <a:lnTo>
                  <a:pt x="1729931" y="1088831"/>
                </a:lnTo>
                <a:lnTo>
                  <a:pt x="1755458" y="1086231"/>
                </a:lnTo>
                <a:lnTo>
                  <a:pt x="1780946" y="1083345"/>
                </a:lnTo>
                <a:lnTo>
                  <a:pt x="1806397" y="1080106"/>
                </a:lnTo>
                <a:lnTo>
                  <a:pt x="1831791" y="1076430"/>
                </a:lnTo>
                <a:lnTo>
                  <a:pt x="1857089" y="1072182"/>
                </a:lnTo>
                <a:lnTo>
                  <a:pt x="1882245" y="1067152"/>
                </a:lnTo>
                <a:lnTo>
                  <a:pt x="1907124" y="1060914"/>
                </a:lnTo>
                <a:lnTo>
                  <a:pt x="1931327" y="1052455"/>
                </a:lnTo>
                <a:lnTo>
                  <a:pt x="1951853" y="1037711"/>
                </a:lnTo>
                <a:lnTo>
                  <a:pt x="1960283" y="1013565"/>
                </a:lnTo>
                <a:lnTo>
                  <a:pt x="1969189" y="989505"/>
                </a:lnTo>
                <a:lnTo>
                  <a:pt x="1978095" y="965444"/>
                </a:lnTo>
                <a:lnTo>
                  <a:pt x="1987010" y="941384"/>
                </a:lnTo>
                <a:lnTo>
                  <a:pt x="1995916" y="917324"/>
                </a:lnTo>
                <a:lnTo>
                  <a:pt x="2004822" y="893274"/>
                </a:lnTo>
                <a:lnTo>
                  <a:pt x="2013728" y="869213"/>
                </a:lnTo>
                <a:lnTo>
                  <a:pt x="2022634" y="845153"/>
                </a:lnTo>
                <a:lnTo>
                  <a:pt x="2031540" y="821093"/>
                </a:lnTo>
                <a:lnTo>
                  <a:pt x="2040455" y="797033"/>
                </a:lnTo>
                <a:lnTo>
                  <a:pt x="2049361" y="772973"/>
                </a:lnTo>
                <a:lnTo>
                  <a:pt x="2058267" y="748913"/>
                </a:lnTo>
                <a:lnTo>
                  <a:pt x="2067173" y="724853"/>
                </a:lnTo>
                <a:lnTo>
                  <a:pt x="2076079" y="700792"/>
                </a:lnTo>
                <a:lnTo>
                  <a:pt x="2084984" y="676732"/>
                </a:lnTo>
                <a:lnTo>
                  <a:pt x="2093890" y="652672"/>
                </a:lnTo>
                <a:lnTo>
                  <a:pt x="2102806" y="628612"/>
                </a:lnTo>
                <a:lnTo>
                  <a:pt x="2111712" y="604552"/>
                </a:lnTo>
                <a:lnTo>
                  <a:pt x="2120617" y="580501"/>
                </a:lnTo>
                <a:lnTo>
                  <a:pt x="2129523" y="556441"/>
                </a:lnTo>
                <a:lnTo>
                  <a:pt x="2138429" y="532381"/>
                </a:lnTo>
                <a:lnTo>
                  <a:pt x="2147335" y="508321"/>
                </a:lnTo>
                <a:lnTo>
                  <a:pt x="2156250" y="484261"/>
                </a:lnTo>
                <a:lnTo>
                  <a:pt x="2165156" y="460200"/>
                </a:lnTo>
                <a:lnTo>
                  <a:pt x="2174062" y="436140"/>
                </a:lnTo>
                <a:lnTo>
                  <a:pt x="2182968" y="412080"/>
                </a:lnTo>
                <a:lnTo>
                  <a:pt x="2191874" y="388020"/>
                </a:lnTo>
                <a:lnTo>
                  <a:pt x="2200780" y="363960"/>
                </a:lnTo>
                <a:lnTo>
                  <a:pt x="2209686" y="339900"/>
                </a:lnTo>
                <a:lnTo>
                  <a:pt x="2218601" y="315839"/>
                </a:lnTo>
                <a:lnTo>
                  <a:pt x="2227507" y="291779"/>
                </a:lnTo>
                <a:lnTo>
                  <a:pt x="2236413" y="267729"/>
                </a:lnTo>
                <a:lnTo>
                  <a:pt x="2245319" y="243669"/>
                </a:lnTo>
                <a:lnTo>
                  <a:pt x="2254225" y="219608"/>
                </a:lnTo>
                <a:lnTo>
                  <a:pt x="2263130" y="195548"/>
                </a:lnTo>
                <a:lnTo>
                  <a:pt x="2272046" y="171488"/>
                </a:lnTo>
                <a:lnTo>
                  <a:pt x="2280952" y="147428"/>
                </a:lnTo>
                <a:lnTo>
                  <a:pt x="2289858" y="123368"/>
                </a:lnTo>
                <a:lnTo>
                  <a:pt x="2298764" y="99308"/>
                </a:lnTo>
                <a:lnTo>
                  <a:pt x="2307669" y="75248"/>
                </a:lnTo>
                <a:lnTo>
                  <a:pt x="2316575" y="51187"/>
                </a:lnTo>
                <a:lnTo>
                  <a:pt x="2325481" y="27127"/>
                </a:lnTo>
                <a:lnTo>
                  <a:pt x="2334397" y="3067"/>
                </a:lnTo>
                <a:lnTo>
                  <a:pt x="2319804" y="14411"/>
                </a:lnTo>
                <a:lnTo>
                  <a:pt x="2295487" y="22508"/>
                </a:lnTo>
                <a:lnTo>
                  <a:pt x="2270474" y="28223"/>
                </a:lnTo>
                <a:lnTo>
                  <a:pt x="2245233" y="32776"/>
                </a:lnTo>
                <a:lnTo>
                  <a:pt x="2219868" y="36624"/>
                </a:lnTo>
                <a:lnTo>
                  <a:pt x="2194427" y="39976"/>
                </a:lnTo>
                <a:lnTo>
                  <a:pt x="2168947" y="42958"/>
                </a:lnTo>
                <a:lnTo>
                  <a:pt x="2143430" y="45634"/>
                </a:lnTo>
                <a:lnTo>
                  <a:pt x="2117893" y="48073"/>
                </a:lnTo>
                <a:lnTo>
                  <a:pt x="2092338" y="50311"/>
                </a:lnTo>
                <a:lnTo>
                  <a:pt x="2066763" y="52378"/>
                </a:lnTo>
                <a:lnTo>
                  <a:pt x="2041179" y="54293"/>
                </a:lnTo>
                <a:lnTo>
                  <a:pt x="2015585" y="56074"/>
                </a:lnTo>
                <a:lnTo>
                  <a:pt x="1989992" y="57750"/>
                </a:lnTo>
                <a:lnTo>
                  <a:pt x="1964379" y="59303"/>
                </a:lnTo>
                <a:lnTo>
                  <a:pt x="1938766" y="60760"/>
                </a:lnTo>
                <a:lnTo>
                  <a:pt x="1913144" y="62132"/>
                </a:lnTo>
                <a:lnTo>
                  <a:pt x="1887522" y="63427"/>
                </a:lnTo>
                <a:lnTo>
                  <a:pt x="1861899" y="64637"/>
                </a:lnTo>
                <a:lnTo>
                  <a:pt x="1836268" y="65780"/>
                </a:lnTo>
                <a:lnTo>
                  <a:pt x="1810636" y="66856"/>
                </a:lnTo>
                <a:lnTo>
                  <a:pt x="1785004" y="67866"/>
                </a:lnTo>
                <a:lnTo>
                  <a:pt x="1759363" y="68818"/>
                </a:lnTo>
                <a:lnTo>
                  <a:pt x="1733721" y="69723"/>
                </a:lnTo>
                <a:lnTo>
                  <a:pt x="1708080" y="70561"/>
                </a:lnTo>
                <a:lnTo>
                  <a:pt x="1682439" y="71352"/>
                </a:lnTo>
                <a:lnTo>
                  <a:pt x="1656798" y="72104"/>
                </a:lnTo>
                <a:lnTo>
                  <a:pt x="1631147" y="72800"/>
                </a:lnTo>
                <a:lnTo>
                  <a:pt x="1605505" y="73447"/>
                </a:lnTo>
                <a:lnTo>
                  <a:pt x="1579855" y="74057"/>
                </a:lnTo>
                <a:lnTo>
                  <a:pt x="1554204" y="74619"/>
                </a:lnTo>
                <a:lnTo>
                  <a:pt x="1528553" y="75143"/>
                </a:lnTo>
                <a:lnTo>
                  <a:pt x="1502902" y="75629"/>
                </a:lnTo>
                <a:lnTo>
                  <a:pt x="1477251" y="76067"/>
                </a:lnTo>
                <a:lnTo>
                  <a:pt x="1451600" y="76476"/>
                </a:lnTo>
                <a:lnTo>
                  <a:pt x="1425950" y="76848"/>
                </a:lnTo>
                <a:lnTo>
                  <a:pt x="1400299" y="77172"/>
                </a:lnTo>
                <a:lnTo>
                  <a:pt x="1374638" y="77467"/>
                </a:lnTo>
                <a:lnTo>
                  <a:pt x="1348988" y="77734"/>
                </a:lnTo>
                <a:lnTo>
                  <a:pt x="1323337" y="77953"/>
                </a:lnTo>
                <a:lnTo>
                  <a:pt x="1297676" y="78143"/>
                </a:lnTo>
                <a:lnTo>
                  <a:pt x="1272026" y="78296"/>
                </a:lnTo>
                <a:lnTo>
                  <a:pt x="1246365" y="78419"/>
                </a:lnTo>
                <a:lnTo>
                  <a:pt x="1220714" y="78505"/>
                </a:lnTo>
                <a:lnTo>
                  <a:pt x="1195054" y="78562"/>
                </a:lnTo>
                <a:lnTo>
                  <a:pt x="1169403" y="78581"/>
                </a:lnTo>
                <a:lnTo>
                  <a:pt x="1143743" y="78562"/>
                </a:lnTo>
                <a:lnTo>
                  <a:pt x="1118092" y="78515"/>
                </a:lnTo>
                <a:lnTo>
                  <a:pt x="1092441" y="78429"/>
                </a:lnTo>
                <a:lnTo>
                  <a:pt x="1066781" y="78315"/>
                </a:lnTo>
                <a:lnTo>
                  <a:pt x="1041130" y="78162"/>
                </a:lnTo>
                <a:lnTo>
                  <a:pt x="1015470" y="77981"/>
                </a:lnTo>
                <a:lnTo>
                  <a:pt x="989819" y="77762"/>
                </a:lnTo>
                <a:lnTo>
                  <a:pt x="964168" y="77505"/>
                </a:lnTo>
                <a:lnTo>
                  <a:pt x="938508" y="77219"/>
                </a:lnTo>
                <a:lnTo>
                  <a:pt x="912857" y="76886"/>
                </a:lnTo>
                <a:lnTo>
                  <a:pt x="887206" y="76524"/>
                </a:lnTo>
                <a:lnTo>
                  <a:pt x="861555" y="76124"/>
                </a:lnTo>
                <a:lnTo>
                  <a:pt x="835904" y="75686"/>
                </a:lnTo>
                <a:lnTo>
                  <a:pt x="810254" y="75209"/>
                </a:lnTo>
                <a:lnTo>
                  <a:pt x="784603" y="74686"/>
                </a:lnTo>
                <a:lnTo>
                  <a:pt x="758952" y="74133"/>
                </a:lnTo>
                <a:lnTo>
                  <a:pt x="733301" y="73533"/>
                </a:lnTo>
                <a:lnTo>
                  <a:pt x="707650" y="72885"/>
                </a:lnTo>
                <a:lnTo>
                  <a:pt x="682009" y="72190"/>
                </a:lnTo>
                <a:lnTo>
                  <a:pt x="656368" y="71457"/>
                </a:lnTo>
                <a:lnTo>
                  <a:pt x="630717" y="70666"/>
                </a:lnTo>
                <a:lnTo>
                  <a:pt x="605076" y="69828"/>
                </a:lnTo>
                <a:lnTo>
                  <a:pt x="579444" y="68942"/>
                </a:lnTo>
                <a:lnTo>
                  <a:pt x="553803" y="67989"/>
                </a:lnTo>
                <a:lnTo>
                  <a:pt x="528171" y="66989"/>
                </a:lnTo>
                <a:lnTo>
                  <a:pt x="502529" y="65923"/>
                </a:lnTo>
                <a:lnTo>
                  <a:pt x="476907" y="64789"/>
                </a:lnTo>
                <a:lnTo>
                  <a:pt x="451275" y="63589"/>
                </a:lnTo>
                <a:lnTo>
                  <a:pt x="425653" y="62303"/>
                </a:lnTo>
                <a:lnTo>
                  <a:pt x="400031" y="60941"/>
                </a:lnTo>
                <a:lnTo>
                  <a:pt x="374418" y="59493"/>
                </a:lnTo>
                <a:lnTo>
                  <a:pt x="348815" y="57950"/>
                </a:lnTo>
                <a:lnTo>
                  <a:pt x="323212" y="56302"/>
                </a:lnTo>
                <a:lnTo>
                  <a:pt x="297618" y="54521"/>
                </a:lnTo>
                <a:lnTo>
                  <a:pt x="272024" y="52635"/>
                </a:lnTo>
                <a:lnTo>
                  <a:pt x="246459" y="50587"/>
                </a:lnTo>
                <a:lnTo>
                  <a:pt x="220894" y="48368"/>
                </a:lnTo>
                <a:lnTo>
                  <a:pt x="195358" y="45958"/>
                </a:lnTo>
                <a:lnTo>
                  <a:pt x="169840" y="43310"/>
                </a:lnTo>
                <a:lnTo>
                  <a:pt x="144351" y="40376"/>
                </a:lnTo>
                <a:lnTo>
                  <a:pt x="118910" y="37081"/>
                </a:lnTo>
                <a:lnTo>
                  <a:pt x="93536" y="33309"/>
                </a:lnTo>
                <a:lnTo>
                  <a:pt x="68266" y="28851"/>
                </a:lnTo>
                <a:lnTo>
                  <a:pt x="43215" y="23327"/>
                </a:lnTo>
                <a:lnTo>
                  <a:pt x="18745" y="15678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36" name="funnel-step-cap-1">
            <a:extLst xmlns:a="http://schemas.openxmlformats.org/drawingml/2006/main">
              <a:ext uri="{FF2B5EF4-FFF2-40B4-BE49-F238E27FC236}">
                <a16:creationId xmlns:a16="http://schemas.microsoft.com/office/drawing/2014/main" id="{850483E4-E34C-45C8-892E-1B407A1EF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451879" y="3603622"/>
            <a:ext cx="2335482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7EAC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37" name="funnel-step-body-2">
            <a:extLst xmlns:a="http://schemas.openxmlformats.org/drawingml/2006/main">
              <a:ext uri="{FF2B5EF4-FFF2-40B4-BE49-F238E27FC236}">
                <a16:creationId xmlns:a16="http://schemas.microsoft.com/office/drawing/2014/main" id="{83908E94-C7E3-4B60-A3C0-9BF2C4576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833908" y="4940332"/>
            <a:ext cx="1570082" cy="1110425"/>
          </a:xfrm>
          <a:custGeom xmlns:a="http://schemas.openxmlformats.org/drawingml/2006/main">
            <a:pathLst>
              <a:path w="1570082" h="1110425">
                <a:moveTo>
                  <a:pt x="0" y="0"/>
                </a:moveTo>
                <a:lnTo>
                  <a:pt x="6239" y="18536"/>
                </a:lnTo>
                <a:lnTo>
                  <a:pt x="12487" y="37071"/>
                </a:lnTo>
                <a:lnTo>
                  <a:pt x="18726" y="55607"/>
                </a:lnTo>
                <a:lnTo>
                  <a:pt x="24975" y="74133"/>
                </a:lnTo>
                <a:lnTo>
                  <a:pt x="31213" y="92669"/>
                </a:lnTo>
                <a:lnTo>
                  <a:pt x="37462" y="111204"/>
                </a:lnTo>
                <a:lnTo>
                  <a:pt x="43701" y="129740"/>
                </a:lnTo>
                <a:lnTo>
                  <a:pt x="49949" y="148276"/>
                </a:lnTo>
                <a:lnTo>
                  <a:pt x="56188" y="166811"/>
                </a:lnTo>
                <a:lnTo>
                  <a:pt x="62427" y="185347"/>
                </a:lnTo>
                <a:lnTo>
                  <a:pt x="68675" y="203883"/>
                </a:lnTo>
                <a:lnTo>
                  <a:pt x="74914" y="222409"/>
                </a:lnTo>
                <a:lnTo>
                  <a:pt x="81163" y="240944"/>
                </a:lnTo>
                <a:lnTo>
                  <a:pt x="87401" y="259480"/>
                </a:lnTo>
                <a:lnTo>
                  <a:pt x="93650" y="278016"/>
                </a:lnTo>
                <a:lnTo>
                  <a:pt x="99889" y="296551"/>
                </a:lnTo>
                <a:lnTo>
                  <a:pt x="106137" y="315087"/>
                </a:lnTo>
                <a:lnTo>
                  <a:pt x="112376" y="333623"/>
                </a:lnTo>
                <a:lnTo>
                  <a:pt x="118615" y="352149"/>
                </a:lnTo>
                <a:lnTo>
                  <a:pt x="124863" y="370684"/>
                </a:lnTo>
                <a:lnTo>
                  <a:pt x="131102" y="389220"/>
                </a:lnTo>
                <a:lnTo>
                  <a:pt x="137351" y="407756"/>
                </a:lnTo>
                <a:lnTo>
                  <a:pt x="143589" y="426291"/>
                </a:lnTo>
                <a:lnTo>
                  <a:pt x="149838" y="444827"/>
                </a:lnTo>
                <a:lnTo>
                  <a:pt x="156077" y="463363"/>
                </a:lnTo>
                <a:lnTo>
                  <a:pt x="162325" y="481889"/>
                </a:lnTo>
                <a:lnTo>
                  <a:pt x="168564" y="500424"/>
                </a:lnTo>
                <a:lnTo>
                  <a:pt x="174812" y="518960"/>
                </a:lnTo>
                <a:lnTo>
                  <a:pt x="181051" y="537496"/>
                </a:lnTo>
                <a:lnTo>
                  <a:pt x="187290" y="556031"/>
                </a:lnTo>
                <a:lnTo>
                  <a:pt x="193538" y="574567"/>
                </a:lnTo>
                <a:lnTo>
                  <a:pt x="199777" y="593103"/>
                </a:lnTo>
                <a:lnTo>
                  <a:pt x="206026" y="611638"/>
                </a:lnTo>
                <a:lnTo>
                  <a:pt x="212265" y="630164"/>
                </a:lnTo>
                <a:lnTo>
                  <a:pt x="218513" y="648700"/>
                </a:lnTo>
                <a:lnTo>
                  <a:pt x="224752" y="667236"/>
                </a:lnTo>
                <a:lnTo>
                  <a:pt x="231000" y="685771"/>
                </a:lnTo>
                <a:lnTo>
                  <a:pt x="237239" y="704307"/>
                </a:lnTo>
                <a:lnTo>
                  <a:pt x="243478" y="722843"/>
                </a:lnTo>
                <a:lnTo>
                  <a:pt x="249726" y="741378"/>
                </a:lnTo>
                <a:lnTo>
                  <a:pt x="255965" y="759905"/>
                </a:lnTo>
                <a:lnTo>
                  <a:pt x="262214" y="778440"/>
                </a:lnTo>
                <a:lnTo>
                  <a:pt x="268453" y="796976"/>
                </a:lnTo>
                <a:lnTo>
                  <a:pt x="274701" y="815511"/>
                </a:lnTo>
                <a:lnTo>
                  <a:pt x="280940" y="834047"/>
                </a:lnTo>
                <a:lnTo>
                  <a:pt x="287188" y="852583"/>
                </a:lnTo>
                <a:lnTo>
                  <a:pt x="293427" y="871118"/>
                </a:lnTo>
                <a:lnTo>
                  <a:pt x="299666" y="889654"/>
                </a:lnTo>
                <a:lnTo>
                  <a:pt x="305914" y="908180"/>
                </a:lnTo>
                <a:lnTo>
                  <a:pt x="312153" y="926716"/>
                </a:lnTo>
                <a:lnTo>
                  <a:pt x="318402" y="945251"/>
                </a:lnTo>
                <a:lnTo>
                  <a:pt x="324641" y="963787"/>
                </a:lnTo>
                <a:lnTo>
                  <a:pt x="330889" y="982323"/>
                </a:lnTo>
                <a:lnTo>
                  <a:pt x="337128" y="1000858"/>
                </a:lnTo>
                <a:lnTo>
                  <a:pt x="343376" y="1019394"/>
                </a:lnTo>
                <a:lnTo>
                  <a:pt x="348653" y="1038139"/>
                </a:lnTo>
                <a:lnTo>
                  <a:pt x="360845" y="1053074"/>
                </a:lnTo>
                <a:lnTo>
                  <a:pt x="377695" y="1062923"/>
                </a:lnTo>
                <a:lnTo>
                  <a:pt x="395830" y="1070229"/>
                </a:lnTo>
                <a:lnTo>
                  <a:pt x="414490" y="1076068"/>
                </a:lnTo>
                <a:lnTo>
                  <a:pt x="433435" y="1080926"/>
                </a:lnTo>
                <a:lnTo>
                  <a:pt x="452552" y="1085069"/>
                </a:lnTo>
                <a:lnTo>
                  <a:pt x="471773" y="1088660"/>
                </a:lnTo>
                <a:lnTo>
                  <a:pt x="491080" y="1091803"/>
                </a:lnTo>
                <a:lnTo>
                  <a:pt x="510435" y="1094575"/>
                </a:lnTo>
                <a:lnTo>
                  <a:pt x="529838" y="1097032"/>
                </a:lnTo>
                <a:lnTo>
                  <a:pt x="549278" y="1099214"/>
                </a:lnTo>
                <a:lnTo>
                  <a:pt x="568738" y="1101147"/>
                </a:lnTo>
                <a:lnTo>
                  <a:pt x="588216" y="1102843"/>
                </a:lnTo>
                <a:lnTo>
                  <a:pt x="607724" y="1104348"/>
                </a:lnTo>
                <a:lnTo>
                  <a:pt x="627231" y="1105662"/>
                </a:lnTo>
                <a:lnTo>
                  <a:pt x="646757" y="1106795"/>
                </a:lnTo>
                <a:lnTo>
                  <a:pt x="666293" y="1107767"/>
                </a:lnTo>
                <a:lnTo>
                  <a:pt x="685829" y="1108577"/>
                </a:lnTo>
                <a:lnTo>
                  <a:pt x="705374" y="1109234"/>
                </a:lnTo>
                <a:lnTo>
                  <a:pt x="724929" y="1109748"/>
                </a:lnTo>
                <a:lnTo>
                  <a:pt x="744484" y="1110110"/>
                </a:lnTo>
                <a:lnTo>
                  <a:pt x="764038" y="1110339"/>
                </a:lnTo>
                <a:lnTo>
                  <a:pt x="783593" y="1110425"/>
                </a:lnTo>
                <a:lnTo>
                  <a:pt x="803158" y="1110367"/>
                </a:lnTo>
                <a:lnTo>
                  <a:pt x="822712" y="1110167"/>
                </a:lnTo>
                <a:lnTo>
                  <a:pt x="842267" y="1109834"/>
                </a:lnTo>
                <a:lnTo>
                  <a:pt x="861812" y="1109358"/>
                </a:lnTo>
                <a:lnTo>
                  <a:pt x="881367" y="1108729"/>
                </a:lnTo>
                <a:lnTo>
                  <a:pt x="900903" y="1107958"/>
                </a:lnTo>
                <a:lnTo>
                  <a:pt x="920439" y="1107024"/>
                </a:lnTo>
                <a:lnTo>
                  <a:pt x="939965" y="1105919"/>
                </a:lnTo>
                <a:lnTo>
                  <a:pt x="959482" y="1104643"/>
                </a:lnTo>
                <a:lnTo>
                  <a:pt x="978989" y="1103186"/>
                </a:lnTo>
                <a:lnTo>
                  <a:pt x="998477" y="1101528"/>
                </a:lnTo>
                <a:lnTo>
                  <a:pt x="1017937" y="1099642"/>
                </a:lnTo>
                <a:lnTo>
                  <a:pt x="1037387" y="1097528"/>
                </a:lnTo>
                <a:lnTo>
                  <a:pt x="1056789" y="1095137"/>
                </a:lnTo>
                <a:lnTo>
                  <a:pt x="1076163" y="1092432"/>
                </a:lnTo>
                <a:lnTo>
                  <a:pt x="1095480" y="1089374"/>
                </a:lnTo>
                <a:lnTo>
                  <a:pt x="1114720" y="1085888"/>
                </a:lnTo>
                <a:lnTo>
                  <a:pt x="1133866" y="1081878"/>
                </a:lnTo>
                <a:lnTo>
                  <a:pt x="1152849" y="1077192"/>
                </a:lnTo>
                <a:lnTo>
                  <a:pt x="1171594" y="1071601"/>
                </a:lnTo>
                <a:lnTo>
                  <a:pt x="1189873" y="1064676"/>
                </a:lnTo>
                <a:lnTo>
                  <a:pt x="1207132" y="1055522"/>
                </a:lnTo>
                <a:lnTo>
                  <a:pt x="1221010" y="1041978"/>
                </a:lnTo>
                <a:lnTo>
                  <a:pt x="1226706" y="1023414"/>
                </a:lnTo>
                <a:lnTo>
                  <a:pt x="1232954" y="1004878"/>
                </a:lnTo>
                <a:lnTo>
                  <a:pt x="1239193" y="986342"/>
                </a:lnTo>
                <a:lnTo>
                  <a:pt x="1245441" y="967807"/>
                </a:lnTo>
                <a:lnTo>
                  <a:pt x="1251680" y="949271"/>
                </a:lnTo>
                <a:lnTo>
                  <a:pt x="1257919" y="930735"/>
                </a:lnTo>
                <a:lnTo>
                  <a:pt x="1264168" y="912200"/>
                </a:lnTo>
                <a:lnTo>
                  <a:pt x="1270406" y="893674"/>
                </a:lnTo>
                <a:lnTo>
                  <a:pt x="1276655" y="875138"/>
                </a:lnTo>
                <a:lnTo>
                  <a:pt x="1282894" y="856602"/>
                </a:lnTo>
                <a:lnTo>
                  <a:pt x="1289142" y="838067"/>
                </a:lnTo>
                <a:lnTo>
                  <a:pt x="1295381" y="819531"/>
                </a:lnTo>
                <a:lnTo>
                  <a:pt x="1301629" y="800995"/>
                </a:lnTo>
                <a:lnTo>
                  <a:pt x="1307868" y="782460"/>
                </a:lnTo>
                <a:lnTo>
                  <a:pt x="1314117" y="763924"/>
                </a:lnTo>
                <a:lnTo>
                  <a:pt x="1320356" y="745398"/>
                </a:lnTo>
                <a:lnTo>
                  <a:pt x="1326594" y="726862"/>
                </a:lnTo>
                <a:lnTo>
                  <a:pt x="1332843" y="708327"/>
                </a:lnTo>
                <a:lnTo>
                  <a:pt x="1339082" y="689791"/>
                </a:lnTo>
                <a:lnTo>
                  <a:pt x="1345330" y="671255"/>
                </a:lnTo>
                <a:lnTo>
                  <a:pt x="1351569" y="652720"/>
                </a:lnTo>
                <a:lnTo>
                  <a:pt x="1357817" y="634184"/>
                </a:lnTo>
                <a:lnTo>
                  <a:pt x="1364056" y="615658"/>
                </a:lnTo>
                <a:lnTo>
                  <a:pt x="1370305" y="597122"/>
                </a:lnTo>
                <a:lnTo>
                  <a:pt x="1376543" y="578587"/>
                </a:lnTo>
                <a:lnTo>
                  <a:pt x="1382782" y="560051"/>
                </a:lnTo>
                <a:lnTo>
                  <a:pt x="1389031" y="541515"/>
                </a:lnTo>
                <a:lnTo>
                  <a:pt x="1395270" y="522980"/>
                </a:lnTo>
                <a:lnTo>
                  <a:pt x="1401518" y="504444"/>
                </a:lnTo>
                <a:lnTo>
                  <a:pt x="1407757" y="485908"/>
                </a:lnTo>
                <a:lnTo>
                  <a:pt x="1414005" y="467382"/>
                </a:lnTo>
                <a:lnTo>
                  <a:pt x="1420244" y="448847"/>
                </a:lnTo>
                <a:lnTo>
                  <a:pt x="1426493" y="430311"/>
                </a:lnTo>
                <a:lnTo>
                  <a:pt x="1432731" y="411775"/>
                </a:lnTo>
                <a:lnTo>
                  <a:pt x="1438970" y="393240"/>
                </a:lnTo>
                <a:lnTo>
                  <a:pt x="1445219" y="374704"/>
                </a:lnTo>
                <a:lnTo>
                  <a:pt x="1451458" y="356168"/>
                </a:lnTo>
                <a:lnTo>
                  <a:pt x="1457706" y="337642"/>
                </a:lnTo>
                <a:lnTo>
                  <a:pt x="1463945" y="319107"/>
                </a:lnTo>
                <a:lnTo>
                  <a:pt x="1470193" y="300571"/>
                </a:lnTo>
                <a:lnTo>
                  <a:pt x="1476432" y="282035"/>
                </a:lnTo>
                <a:lnTo>
                  <a:pt x="1482681" y="263500"/>
                </a:lnTo>
                <a:lnTo>
                  <a:pt x="1488919" y="244964"/>
                </a:lnTo>
                <a:lnTo>
                  <a:pt x="1495158" y="226428"/>
                </a:lnTo>
                <a:lnTo>
                  <a:pt x="1501407" y="207902"/>
                </a:lnTo>
                <a:lnTo>
                  <a:pt x="1507646" y="189367"/>
                </a:lnTo>
                <a:lnTo>
                  <a:pt x="1513894" y="170831"/>
                </a:lnTo>
                <a:lnTo>
                  <a:pt x="1520133" y="152295"/>
                </a:lnTo>
                <a:lnTo>
                  <a:pt x="1526381" y="133760"/>
                </a:lnTo>
                <a:lnTo>
                  <a:pt x="1532620" y="115224"/>
                </a:lnTo>
                <a:lnTo>
                  <a:pt x="1538869" y="96688"/>
                </a:lnTo>
                <a:lnTo>
                  <a:pt x="1545107" y="78153"/>
                </a:lnTo>
                <a:lnTo>
                  <a:pt x="1551346" y="59627"/>
                </a:lnTo>
                <a:lnTo>
                  <a:pt x="1557595" y="41091"/>
                </a:lnTo>
                <a:lnTo>
                  <a:pt x="1563834" y="22555"/>
                </a:lnTo>
                <a:lnTo>
                  <a:pt x="1570082" y="4020"/>
                </a:lnTo>
                <a:lnTo>
                  <a:pt x="1563548" y="12497"/>
                </a:lnTo>
                <a:lnTo>
                  <a:pt x="1546374" y="21755"/>
                </a:lnTo>
                <a:lnTo>
                  <a:pt x="1527905" y="28146"/>
                </a:lnTo>
                <a:lnTo>
                  <a:pt x="1509008" y="33185"/>
                </a:lnTo>
                <a:lnTo>
                  <a:pt x="1489910" y="37386"/>
                </a:lnTo>
                <a:lnTo>
                  <a:pt x="1470689" y="41024"/>
                </a:lnTo>
                <a:lnTo>
                  <a:pt x="1451400" y="44225"/>
                </a:lnTo>
                <a:lnTo>
                  <a:pt x="1432055" y="47101"/>
                </a:lnTo>
                <a:lnTo>
                  <a:pt x="1412672" y="49701"/>
                </a:lnTo>
                <a:lnTo>
                  <a:pt x="1393260" y="52073"/>
                </a:lnTo>
                <a:lnTo>
                  <a:pt x="1373819" y="54254"/>
                </a:lnTo>
                <a:lnTo>
                  <a:pt x="1354369" y="56264"/>
                </a:lnTo>
                <a:lnTo>
                  <a:pt x="1334900" y="58112"/>
                </a:lnTo>
                <a:lnTo>
                  <a:pt x="1315412" y="59846"/>
                </a:lnTo>
                <a:lnTo>
                  <a:pt x="1295924" y="61455"/>
                </a:lnTo>
                <a:lnTo>
                  <a:pt x="1276426" y="62951"/>
                </a:lnTo>
                <a:lnTo>
                  <a:pt x="1256919" y="64351"/>
                </a:lnTo>
                <a:lnTo>
                  <a:pt x="1237402" y="65665"/>
                </a:lnTo>
                <a:lnTo>
                  <a:pt x="1217886" y="66875"/>
                </a:lnTo>
                <a:lnTo>
                  <a:pt x="1198359" y="68018"/>
                </a:lnTo>
                <a:lnTo>
                  <a:pt x="1178833" y="69085"/>
                </a:lnTo>
                <a:lnTo>
                  <a:pt x="1159297" y="70085"/>
                </a:lnTo>
                <a:lnTo>
                  <a:pt x="1139762" y="71009"/>
                </a:lnTo>
                <a:lnTo>
                  <a:pt x="1120226" y="71866"/>
                </a:lnTo>
                <a:lnTo>
                  <a:pt x="1100680" y="72676"/>
                </a:lnTo>
                <a:lnTo>
                  <a:pt x="1081145" y="73419"/>
                </a:lnTo>
                <a:lnTo>
                  <a:pt x="1061599" y="74105"/>
                </a:lnTo>
                <a:lnTo>
                  <a:pt x="1042045" y="74733"/>
                </a:lnTo>
                <a:lnTo>
                  <a:pt x="1022499" y="75324"/>
                </a:lnTo>
                <a:lnTo>
                  <a:pt x="1002944" y="75848"/>
                </a:lnTo>
                <a:lnTo>
                  <a:pt x="983399" y="76324"/>
                </a:lnTo>
                <a:lnTo>
                  <a:pt x="963844" y="76752"/>
                </a:lnTo>
                <a:lnTo>
                  <a:pt x="944289" y="77133"/>
                </a:lnTo>
                <a:lnTo>
                  <a:pt x="924735" y="77476"/>
                </a:lnTo>
                <a:lnTo>
                  <a:pt x="905180" y="77762"/>
                </a:lnTo>
                <a:lnTo>
                  <a:pt x="885625" y="78010"/>
                </a:lnTo>
                <a:lnTo>
                  <a:pt x="866070" y="78210"/>
                </a:lnTo>
                <a:lnTo>
                  <a:pt x="846506" y="78372"/>
                </a:lnTo>
                <a:lnTo>
                  <a:pt x="826951" y="78486"/>
                </a:lnTo>
                <a:lnTo>
                  <a:pt x="807396" y="78553"/>
                </a:lnTo>
                <a:lnTo>
                  <a:pt x="787841" y="78581"/>
                </a:lnTo>
                <a:lnTo>
                  <a:pt x="768277" y="78562"/>
                </a:lnTo>
                <a:lnTo>
                  <a:pt x="748722" y="78505"/>
                </a:lnTo>
                <a:lnTo>
                  <a:pt x="729167" y="78400"/>
                </a:lnTo>
                <a:lnTo>
                  <a:pt x="709613" y="78248"/>
                </a:lnTo>
                <a:lnTo>
                  <a:pt x="690048" y="78057"/>
                </a:lnTo>
                <a:lnTo>
                  <a:pt x="670493" y="77819"/>
                </a:lnTo>
                <a:lnTo>
                  <a:pt x="650939" y="77543"/>
                </a:lnTo>
                <a:lnTo>
                  <a:pt x="631384" y="77210"/>
                </a:lnTo>
                <a:lnTo>
                  <a:pt x="611829" y="76838"/>
                </a:lnTo>
                <a:lnTo>
                  <a:pt x="592274" y="76419"/>
                </a:lnTo>
                <a:lnTo>
                  <a:pt x="572729" y="75952"/>
                </a:lnTo>
                <a:lnTo>
                  <a:pt x="553174" y="75438"/>
                </a:lnTo>
                <a:lnTo>
                  <a:pt x="533629" y="74867"/>
                </a:lnTo>
                <a:lnTo>
                  <a:pt x="514083" y="74247"/>
                </a:lnTo>
                <a:lnTo>
                  <a:pt x="494528" y="73571"/>
                </a:lnTo>
                <a:lnTo>
                  <a:pt x="474993" y="72838"/>
                </a:lnTo>
                <a:lnTo>
                  <a:pt x="455447" y="72047"/>
                </a:lnTo>
                <a:lnTo>
                  <a:pt x="435912" y="71199"/>
                </a:lnTo>
                <a:lnTo>
                  <a:pt x="416376" y="70285"/>
                </a:lnTo>
                <a:lnTo>
                  <a:pt x="396840" y="69313"/>
                </a:lnTo>
                <a:lnTo>
                  <a:pt x="377314" y="68256"/>
                </a:lnTo>
                <a:lnTo>
                  <a:pt x="357788" y="67132"/>
                </a:lnTo>
                <a:lnTo>
                  <a:pt x="338261" y="65932"/>
                </a:lnTo>
                <a:lnTo>
                  <a:pt x="318745" y="64646"/>
                </a:lnTo>
                <a:lnTo>
                  <a:pt x="299237" y="63265"/>
                </a:lnTo>
                <a:lnTo>
                  <a:pt x="279740" y="61789"/>
                </a:lnTo>
                <a:lnTo>
                  <a:pt x="260242" y="60208"/>
                </a:lnTo>
                <a:lnTo>
                  <a:pt x="240763" y="58503"/>
                </a:lnTo>
                <a:lnTo>
                  <a:pt x="221294" y="56674"/>
                </a:lnTo>
                <a:lnTo>
                  <a:pt x="201835" y="54702"/>
                </a:lnTo>
                <a:lnTo>
                  <a:pt x="182394" y="52559"/>
                </a:lnTo>
                <a:lnTo>
                  <a:pt x="162973" y="50235"/>
                </a:lnTo>
                <a:lnTo>
                  <a:pt x="143580" y="47682"/>
                </a:lnTo>
                <a:lnTo>
                  <a:pt x="124225" y="44882"/>
                </a:lnTo>
                <a:lnTo>
                  <a:pt x="104918" y="41748"/>
                </a:lnTo>
                <a:lnTo>
                  <a:pt x="85687" y="38224"/>
                </a:lnTo>
                <a:lnTo>
                  <a:pt x="66561" y="34157"/>
                </a:lnTo>
                <a:lnTo>
                  <a:pt x="47606" y="29327"/>
                </a:lnTo>
                <a:lnTo>
                  <a:pt x="29004" y="23298"/>
                </a:lnTo>
                <a:lnTo>
                  <a:pt x="11373" y="14916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38" name="funnel-step-cap-2">
            <a:extLst xmlns:a="http://schemas.openxmlformats.org/drawingml/2006/main">
              <a:ext uri="{FF2B5EF4-FFF2-40B4-BE49-F238E27FC236}">
                <a16:creationId xmlns:a16="http://schemas.microsoft.com/office/drawing/2014/main" id="{08F207BE-F6C0-4C12-B365-105EA49A4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833917" y="4816478"/>
            <a:ext cx="1571406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7EAC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39" name="funnel-flow-arrow">
            <a:extLst xmlns:a="http://schemas.openxmlformats.org/drawingml/2006/main">
              <a:ext uri="{FF2B5EF4-FFF2-40B4-BE49-F238E27FC236}">
                <a16:creationId xmlns:a16="http://schemas.microsoft.com/office/drawing/2014/main" id="{5D36A776-D4A8-4C73-A63A-A00ADDC95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52850" y="2466975"/>
            <a:ext cx="1733550" cy="3631121"/>
          </a:xfrm>
          <a:custGeom xmlns:a="http://schemas.openxmlformats.org/drawingml/2006/main">
            <a:pathLst>
              <a:path w="1733550" h="3631121">
                <a:moveTo>
                  <a:pt x="0" y="0"/>
                </a:moveTo>
                <a:lnTo>
                  <a:pt x="0" y="42824"/>
                </a:lnTo>
                <a:lnTo>
                  <a:pt x="8182" y="84763"/>
                </a:lnTo>
                <a:lnTo>
                  <a:pt x="17393" y="126587"/>
                </a:lnTo>
                <a:lnTo>
                  <a:pt x="26613" y="168412"/>
                </a:lnTo>
                <a:lnTo>
                  <a:pt x="35824" y="210236"/>
                </a:lnTo>
                <a:lnTo>
                  <a:pt x="45044" y="252060"/>
                </a:lnTo>
                <a:lnTo>
                  <a:pt x="54254" y="293884"/>
                </a:lnTo>
                <a:lnTo>
                  <a:pt x="63465" y="335709"/>
                </a:lnTo>
                <a:lnTo>
                  <a:pt x="72685" y="377533"/>
                </a:lnTo>
                <a:lnTo>
                  <a:pt x="81896" y="419357"/>
                </a:lnTo>
                <a:lnTo>
                  <a:pt x="91116" y="461181"/>
                </a:lnTo>
                <a:lnTo>
                  <a:pt x="100327" y="503006"/>
                </a:lnTo>
                <a:lnTo>
                  <a:pt x="109538" y="544830"/>
                </a:lnTo>
                <a:lnTo>
                  <a:pt x="118758" y="586654"/>
                </a:lnTo>
                <a:lnTo>
                  <a:pt x="127968" y="628479"/>
                </a:lnTo>
                <a:lnTo>
                  <a:pt x="137189" y="670303"/>
                </a:lnTo>
                <a:lnTo>
                  <a:pt x="146399" y="712127"/>
                </a:lnTo>
                <a:lnTo>
                  <a:pt x="155610" y="753951"/>
                </a:lnTo>
                <a:lnTo>
                  <a:pt x="164830" y="795776"/>
                </a:lnTo>
                <a:lnTo>
                  <a:pt x="174041" y="837600"/>
                </a:lnTo>
                <a:lnTo>
                  <a:pt x="183261" y="879424"/>
                </a:lnTo>
                <a:lnTo>
                  <a:pt x="192472" y="921248"/>
                </a:lnTo>
                <a:lnTo>
                  <a:pt x="201682" y="963073"/>
                </a:lnTo>
                <a:lnTo>
                  <a:pt x="210903" y="1004897"/>
                </a:lnTo>
                <a:lnTo>
                  <a:pt x="220113" y="1046721"/>
                </a:lnTo>
                <a:lnTo>
                  <a:pt x="229324" y="1088546"/>
                </a:lnTo>
                <a:lnTo>
                  <a:pt x="238544" y="1130370"/>
                </a:lnTo>
                <a:lnTo>
                  <a:pt x="247755" y="1172194"/>
                </a:lnTo>
                <a:lnTo>
                  <a:pt x="255813" y="1214247"/>
                </a:lnTo>
                <a:lnTo>
                  <a:pt x="263404" y="1256395"/>
                </a:lnTo>
                <a:lnTo>
                  <a:pt x="270510" y="1298629"/>
                </a:lnTo>
                <a:lnTo>
                  <a:pt x="277578" y="1340872"/>
                </a:lnTo>
                <a:lnTo>
                  <a:pt x="284636" y="1383106"/>
                </a:lnTo>
                <a:lnTo>
                  <a:pt x="291694" y="1425350"/>
                </a:lnTo>
                <a:lnTo>
                  <a:pt x="298761" y="1467593"/>
                </a:lnTo>
                <a:lnTo>
                  <a:pt x="305819" y="1509836"/>
                </a:lnTo>
                <a:lnTo>
                  <a:pt x="312877" y="1552070"/>
                </a:lnTo>
                <a:lnTo>
                  <a:pt x="319945" y="1594314"/>
                </a:lnTo>
                <a:lnTo>
                  <a:pt x="327003" y="1636557"/>
                </a:lnTo>
                <a:lnTo>
                  <a:pt x="334061" y="1678800"/>
                </a:lnTo>
                <a:lnTo>
                  <a:pt x="341128" y="1721034"/>
                </a:lnTo>
                <a:lnTo>
                  <a:pt x="348186" y="1763278"/>
                </a:lnTo>
                <a:lnTo>
                  <a:pt x="355244" y="1805521"/>
                </a:lnTo>
                <a:lnTo>
                  <a:pt x="362312" y="1847764"/>
                </a:lnTo>
                <a:lnTo>
                  <a:pt x="369370" y="1889998"/>
                </a:lnTo>
                <a:lnTo>
                  <a:pt x="376438" y="1932242"/>
                </a:lnTo>
                <a:lnTo>
                  <a:pt x="383496" y="1974485"/>
                </a:lnTo>
                <a:lnTo>
                  <a:pt x="390554" y="2016728"/>
                </a:lnTo>
                <a:lnTo>
                  <a:pt x="397621" y="2058962"/>
                </a:lnTo>
                <a:lnTo>
                  <a:pt x="404679" y="2101205"/>
                </a:lnTo>
                <a:lnTo>
                  <a:pt x="411737" y="2143449"/>
                </a:lnTo>
                <a:lnTo>
                  <a:pt x="418805" y="2185692"/>
                </a:lnTo>
                <a:lnTo>
                  <a:pt x="425863" y="2227926"/>
                </a:lnTo>
                <a:lnTo>
                  <a:pt x="432921" y="2270169"/>
                </a:lnTo>
                <a:lnTo>
                  <a:pt x="439988" y="2312413"/>
                </a:lnTo>
                <a:lnTo>
                  <a:pt x="447046" y="2354656"/>
                </a:lnTo>
                <a:lnTo>
                  <a:pt x="454104" y="2396890"/>
                </a:lnTo>
                <a:lnTo>
                  <a:pt x="460829" y="2439191"/>
                </a:lnTo>
                <a:lnTo>
                  <a:pt x="467506" y="2481491"/>
                </a:lnTo>
                <a:lnTo>
                  <a:pt x="474069" y="2523811"/>
                </a:lnTo>
                <a:lnTo>
                  <a:pt x="480632" y="2566140"/>
                </a:lnTo>
                <a:lnTo>
                  <a:pt x="487185" y="2608459"/>
                </a:lnTo>
                <a:lnTo>
                  <a:pt x="493747" y="2650779"/>
                </a:lnTo>
                <a:lnTo>
                  <a:pt x="500301" y="2693099"/>
                </a:lnTo>
                <a:lnTo>
                  <a:pt x="506863" y="2735428"/>
                </a:lnTo>
                <a:lnTo>
                  <a:pt x="513426" y="2777747"/>
                </a:lnTo>
                <a:lnTo>
                  <a:pt x="519979" y="2820067"/>
                </a:lnTo>
                <a:lnTo>
                  <a:pt x="526542" y="2862386"/>
                </a:lnTo>
                <a:lnTo>
                  <a:pt x="533095" y="2904715"/>
                </a:lnTo>
                <a:lnTo>
                  <a:pt x="539658" y="2947035"/>
                </a:lnTo>
                <a:lnTo>
                  <a:pt x="503501" y="2952750"/>
                </a:lnTo>
                <a:lnTo>
                  <a:pt x="460677" y="2952750"/>
                </a:lnTo>
                <a:lnTo>
                  <a:pt x="417843" y="2952750"/>
                </a:lnTo>
                <a:lnTo>
                  <a:pt x="375018" y="2952750"/>
                </a:lnTo>
                <a:lnTo>
                  <a:pt x="332194" y="2952750"/>
                </a:lnTo>
                <a:lnTo>
                  <a:pt x="289370" y="2952750"/>
                </a:lnTo>
                <a:lnTo>
                  <a:pt x="246536" y="2952750"/>
                </a:lnTo>
                <a:lnTo>
                  <a:pt x="225628" y="2962170"/>
                </a:lnTo>
                <a:lnTo>
                  <a:pt x="255089" y="2993250"/>
                </a:lnTo>
                <a:lnTo>
                  <a:pt x="284550" y="3024340"/>
                </a:lnTo>
                <a:lnTo>
                  <a:pt x="314011" y="3055420"/>
                </a:lnTo>
                <a:lnTo>
                  <a:pt x="343481" y="3086500"/>
                </a:lnTo>
                <a:lnTo>
                  <a:pt x="372942" y="3117580"/>
                </a:lnTo>
                <a:lnTo>
                  <a:pt x="402403" y="3148660"/>
                </a:lnTo>
                <a:lnTo>
                  <a:pt x="431864" y="3179750"/>
                </a:lnTo>
                <a:lnTo>
                  <a:pt x="461334" y="3210830"/>
                </a:lnTo>
                <a:lnTo>
                  <a:pt x="490795" y="3241910"/>
                </a:lnTo>
                <a:lnTo>
                  <a:pt x="520256" y="3272990"/>
                </a:lnTo>
                <a:lnTo>
                  <a:pt x="549716" y="3304070"/>
                </a:lnTo>
                <a:lnTo>
                  <a:pt x="579187" y="3335160"/>
                </a:lnTo>
                <a:lnTo>
                  <a:pt x="608648" y="3366240"/>
                </a:lnTo>
                <a:lnTo>
                  <a:pt x="638108" y="3397320"/>
                </a:lnTo>
                <a:lnTo>
                  <a:pt x="667569" y="3428400"/>
                </a:lnTo>
                <a:lnTo>
                  <a:pt x="697040" y="3459480"/>
                </a:lnTo>
                <a:lnTo>
                  <a:pt x="726500" y="3490570"/>
                </a:lnTo>
                <a:lnTo>
                  <a:pt x="755961" y="3521650"/>
                </a:lnTo>
                <a:lnTo>
                  <a:pt x="785422" y="3552730"/>
                </a:lnTo>
                <a:lnTo>
                  <a:pt x="814892" y="3583810"/>
                </a:lnTo>
                <a:lnTo>
                  <a:pt x="844353" y="3614890"/>
                </a:lnTo>
                <a:lnTo>
                  <a:pt x="873814" y="3631121"/>
                </a:lnTo>
                <a:lnTo>
                  <a:pt x="903275" y="3600040"/>
                </a:lnTo>
                <a:lnTo>
                  <a:pt x="932736" y="3568960"/>
                </a:lnTo>
                <a:lnTo>
                  <a:pt x="962206" y="3537880"/>
                </a:lnTo>
                <a:lnTo>
                  <a:pt x="991667" y="3506800"/>
                </a:lnTo>
                <a:lnTo>
                  <a:pt x="1021128" y="3475711"/>
                </a:lnTo>
                <a:lnTo>
                  <a:pt x="1050588" y="3444631"/>
                </a:lnTo>
                <a:lnTo>
                  <a:pt x="1080059" y="3413550"/>
                </a:lnTo>
                <a:lnTo>
                  <a:pt x="1109520" y="3382470"/>
                </a:lnTo>
                <a:lnTo>
                  <a:pt x="1138980" y="3351390"/>
                </a:lnTo>
                <a:lnTo>
                  <a:pt x="1168441" y="3320301"/>
                </a:lnTo>
                <a:lnTo>
                  <a:pt x="1197912" y="3289221"/>
                </a:lnTo>
                <a:lnTo>
                  <a:pt x="1227372" y="3258141"/>
                </a:lnTo>
                <a:lnTo>
                  <a:pt x="1256833" y="3227060"/>
                </a:lnTo>
                <a:lnTo>
                  <a:pt x="1286294" y="3195980"/>
                </a:lnTo>
                <a:lnTo>
                  <a:pt x="1315764" y="3164891"/>
                </a:lnTo>
                <a:lnTo>
                  <a:pt x="1345225" y="3133811"/>
                </a:lnTo>
                <a:lnTo>
                  <a:pt x="1374686" y="3102731"/>
                </a:lnTo>
                <a:lnTo>
                  <a:pt x="1404147" y="3071651"/>
                </a:lnTo>
                <a:lnTo>
                  <a:pt x="1433617" y="3040571"/>
                </a:lnTo>
                <a:lnTo>
                  <a:pt x="1463078" y="3009481"/>
                </a:lnTo>
                <a:lnTo>
                  <a:pt x="1492539" y="2978401"/>
                </a:lnTo>
                <a:lnTo>
                  <a:pt x="1509379" y="2952750"/>
                </a:lnTo>
                <a:lnTo>
                  <a:pt x="1466545" y="2952750"/>
                </a:lnTo>
                <a:lnTo>
                  <a:pt x="1423721" y="2952750"/>
                </a:lnTo>
                <a:lnTo>
                  <a:pt x="1380896" y="2952750"/>
                </a:lnTo>
                <a:lnTo>
                  <a:pt x="1338062" y="2952750"/>
                </a:lnTo>
                <a:lnTo>
                  <a:pt x="1295238" y="2952750"/>
                </a:lnTo>
                <a:lnTo>
                  <a:pt x="1252414" y="2952750"/>
                </a:lnTo>
                <a:lnTo>
                  <a:pt x="1209589" y="2952750"/>
                </a:lnTo>
                <a:lnTo>
                  <a:pt x="1197026" y="2926813"/>
                </a:lnTo>
                <a:lnTo>
                  <a:pt x="1203589" y="2884494"/>
                </a:lnTo>
                <a:lnTo>
                  <a:pt x="1210142" y="2842165"/>
                </a:lnTo>
                <a:lnTo>
                  <a:pt x="1216704" y="2799845"/>
                </a:lnTo>
                <a:lnTo>
                  <a:pt x="1223258" y="2757526"/>
                </a:lnTo>
                <a:lnTo>
                  <a:pt x="1229820" y="2715206"/>
                </a:lnTo>
                <a:lnTo>
                  <a:pt x="1236383" y="2672877"/>
                </a:lnTo>
                <a:lnTo>
                  <a:pt x="1242936" y="2630557"/>
                </a:lnTo>
                <a:lnTo>
                  <a:pt x="1249499" y="2588238"/>
                </a:lnTo>
                <a:lnTo>
                  <a:pt x="1256052" y="2545918"/>
                </a:lnTo>
                <a:lnTo>
                  <a:pt x="1262615" y="2503589"/>
                </a:lnTo>
                <a:lnTo>
                  <a:pt x="1269216" y="2461279"/>
                </a:lnTo>
                <a:lnTo>
                  <a:pt x="1275931" y="2418979"/>
                </a:lnTo>
                <a:lnTo>
                  <a:pt x="1282817" y="2376707"/>
                </a:lnTo>
                <a:lnTo>
                  <a:pt x="1289875" y="2334473"/>
                </a:lnTo>
                <a:lnTo>
                  <a:pt x="1296943" y="2292229"/>
                </a:lnTo>
                <a:lnTo>
                  <a:pt x="1304001" y="2249986"/>
                </a:lnTo>
                <a:lnTo>
                  <a:pt x="1311059" y="2207743"/>
                </a:lnTo>
                <a:lnTo>
                  <a:pt x="1318127" y="2165509"/>
                </a:lnTo>
                <a:lnTo>
                  <a:pt x="1325185" y="2123265"/>
                </a:lnTo>
                <a:lnTo>
                  <a:pt x="1332243" y="2081022"/>
                </a:lnTo>
                <a:lnTo>
                  <a:pt x="1339310" y="2038779"/>
                </a:lnTo>
                <a:lnTo>
                  <a:pt x="1346368" y="1996545"/>
                </a:lnTo>
                <a:lnTo>
                  <a:pt x="1353426" y="1954301"/>
                </a:lnTo>
                <a:lnTo>
                  <a:pt x="1360494" y="1912058"/>
                </a:lnTo>
                <a:lnTo>
                  <a:pt x="1367552" y="1869815"/>
                </a:lnTo>
                <a:lnTo>
                  <a:pt x="1374610" y="1827581"/>
                </a:lnTo>
                <a:lnTo>
                  <a:pt x="1381677" y="1785337"/>
                </a:lnTo>
                <a:lnTo>
                  <a:pt x="1388735" y="1743094"/>
                </a:lnTo>
                <a:lnTo>
                  <a:pt x="1395803" y="1700851"/>
                </a:lnTo>
                <a:lnTo>
                  <a:pt x="1402861" y="1658617"/>
                </a:lnTo>
                <a:lnTo>
                  <a:pt x="1409919" y="1616373"/>
                </a:lnTo>
                <a:lnTo>
                  <a:pt x="1416987" y="1574130"/>
                </a:lnTo>
                <a:lnTo>
                  <a:pt x="1424045" y="1531887"/>
                </a:lnTo>
                <a:lnTo>
                  <a:pt x="1431103" y="1489653"/>
                </a:lnTo>
                <a:lnTo>
                  <a:pt x="1438170" y="1447409"/>
                </a:lnTo>
                <a:lnTo>
                  <a:pt x="1445228" y="1405166"/>
                </a:lnTo>
                <a:lnTo>
                  <a:pt x="1452286" y="1362923"/>
                </a:lnTo>
                <a:lnTo>
                  <a:pt x="1459354" y="1320689"/>
                </a:lnTo>
                <a:lnTo>
                  <a:pt x="1466412" y="1278446"/>
                </a:lnTo>
                <a:lnTo>
                  <a:pt x="1473775" y="1236259"/>
                </a:lnTo>
                <a:lnTo>
                  <a:pt x="1481366" y="1194102"/>
                </a:lnTo>
                <a:lnTo>
                  <a:pt x="1490196" y="1152201"/>
                </a:lnTo>
                <a:lnTo>
                  <a:pt x="1499406" y="1110377"/>
                </a:lnTo>
                <a:lnTo>
                  <a:pt x="1508627" y="1068562"/>
                </a:lnTo>
                <a:lnTo>
                  <a:pt x="1517837" y="1026738"/>
                </a:lnTo>
                <a:lnTo>
                  <a:pt x="1527058" y="984914"/>
                </a:lnTo>
                <a:lnTo>
                  <a:pt x="1536268" y="943089"/>
                </a:lnTo>
                <a:lnTo>
                  <a:pt x="1545479" y="901265"/>
                </a:lnTo>
                <a:lnTo>
                  <a:pt x="1554699" y="859441"/>
                </a:lnTo>
                <a:lnTo>
                  <a:pt x="1563910" y="817616"/>
                </a:lnTo>
                <a:lnTo>
                  <a:pt x="1573130" y="775792"/>
                </a:lnTo>
                <a:lnTo>
                  <a:pt x="1582341" y="733968"/>
                </a:lnTo>
                <a:lnTo>
                  <a:pt x="1591551" y="692144"/>
                </a:lnTo>
                <a:lnTo>
                  <a:pt x="1600772" y="650319"/>
                </a:lnTo>
                <a:lnTo>
                  <a:pt x="1609982" y="608495"/>
                </a:lnTo>
                <a:lnTo>
                  <a:pt x="1619202" y="566671"/>
                </a:lnTo>
                <a:lnTo>
                  <a:pt x="1628413" y="524847"/>
                </a:lnTo>
                <a:lnTo>
                  <a:pt x="1637624" y="483022"/>
                </a:lnTo>
                <a:lnTo>
                  <a:pt x="1646844" y="441198"/>
                </a:lnTo>
                <a:lnTo>
                  <a:pt x="1656055" y="399374"/>
                </a:lnTo>
                <a:lnTo>
                  <a:pt x="1665265" y="357549"/>
                </a:lnTo>
                <a:lnTo>
                  <a:pt x="1674485" y="315725"/>
                </a:lnTo>
                <a:lnTo>
                  <a:pt x="1683696" y="273901"/>
                </a:lnTo>
                <a:lnTo>
                  <a:pt x="1692916" y="232077"/>
                </a:lnTo>
                <a:lnTo>
                  <a:pt x="1702127" y="190252"/>
                </a:lnTo>
                <a:lnTo>
                  <a:pt x="1711338" y="148428"/>
                </a:lnTo>
                <a:lnTo>
                  <a:pt x="1720558" y="106604"/>
                </a:lnTo>
                <a:lnTo>
                  <a:pt x="1729769" y="64780"/>
                </a:lnTo>
                <a:lnTo>
                  <a:pt x="1733550" y="22365"/>
                </a:lnTo>
                <a:lnTo>
                  <a:pt x="1713090" y="0"/>
                </a:lnTo>
                <a:lnTo>
                  <a:pt x="1670256" y="0"/>
                </a:lnTo>
                <a:lnTo>
                  <a:pt x="1627432" y="0"/>
                </a:lnTo>
                <a:lnTo>
                  <a:pt x="1584608" y="0"/>
                </a:lnTo>
                <a:lnTo>
                  <a:pt x="1541774" y="0"/>
                </a:lnTo>
                <a:lnTo>
                  <a:pt x="1498949" y="0"/>
                </a:lnTo>
                <a:lnTo>
                  <a:pt x="1456125" y="0"/>
                </a:lnTo>
                <a:lnTo>
                  <a:pt x="1413291" y="0"/>
                </a:lnTo>
                <a:lnTo>
                  <a:pt x="1370467" y="0"/>
                </a:lnTo>
                <a:lnTo>
                  <a:pt x="1327642" y="0"/>
                </a:lnTo>
                <a:lnTo>
                  <a:pt x="1284818" y="0"/>
                </a:lnTo>
                <a:lnTo>
                  <a:pt x="1241984" y="0"/>
                </a:lnTo>
                <a:lnTo>
                  <a:pt x="1199159" y="0"/>
                </a:lnTo>
                <a:lnTo>
                  <a:pt x="1156335" y="0"/>
                </a:lnTo>
                <a:lnTo>
                  <a:pt x="1113501" y="0"/>
                </a:lnTo>
                <a:lnTo>
                  <a:pt x="1070677" y="0"/>
                </a:lnTo>
                <a:lnTo>
                  <a:pt x="1027852" y="0"/>
                </a:lnTo>
                <a:lnTo>
                  <a:pt x="985028" y="0"/>
                </a:lnTo>
                <a:lnTo>
                  <a:pt x="942194" y="0"/>
                </a:lnTo>
                <a:lnTo>
                  <a:pt x="899370" y="0"/>
                </a:lnTo>
                <a:lnTo>
                  <a:pt x="856545" y="0"/>
                </a:lnTo>
                <a:lnTo>
                  <a:pt x="813711" y="0"/>
                </a:lnTo>
                <a:lnTo>
                  <a:pt x="770887" y="0"/>
                </a:lnTo>
                <a:lnTo>
                  <a:pt x="728062" y="0"/>
                </a:lnTo>
                <a:lnTo>
                  <a:pt x="685238" y="0"/>
                </a:lnTo>
                <a:lnTo>
                  <a:pt x="642404" y="0"/>
                </a:lnTo>
                <a:lnTo>
                  <a:pt x="599580" y="0"/>
                </a:lnTo>
                <a:lnTo>
                  <a:pt x="556755" y="0"/>
                </a:lnTo>
                <a:lnTo>
                  <a:pt x="513921" y="0"/>
                </a:lnTo>
                <a:lnTo>
                  <a:pt x="471097" y="0"/>
                </a:lnTo>
                <a:lnTo>
                  <a:pt x="428273" y="0"/>
                </a:lnTo>
                <a:lnTo>
                  <a:pt x="385448" y="0"/>
                </a:lnTo>
                <a:lnTo>
                  <a:pt x="342614" y="0"/>
                </a:lnTo>
                <a:lnTo>
                  <a:pt x="299790" y="0"/>
                </a:lnTo>
                <a:lnTo>
                  <a:pt x="256965" y="0"/>
                </a:lnTo>
                <a:lnTo>
                  <a:pt x="214132" y="0"/>
                </a:lnTo>
                <a:lnTo>
                  <a:pt x="171307" y="0"/>
                </a:lnTo>
                <a:lnTo>
                  <a:pt x="128483" y="0"/>
                </a:lnTo>
                <a:lnTo>
                  <a:pt x="85658" y="0"/>
                </a:lnTo>
                <a:lnTo>
                  <a:pt x="42824" y="0"/>
                </a:lnTo>
                <a:lnTo>
                  <a:pt x="0" y="0"/>
                </a:lnTo>
                <a:close/>
              </a:path>
            </a:pathLst>
          </a:custGeom>
          <a:gradFill xmlns:a="http://schemas.openxmlformats.org/drawingml/2006/main">
            <a:gsLst>
              <a:gs pos="0">
                <a:srgbClr val="000000"/>
              </a:gs>
              <a:gs pos="42">
                <a:srgbClr val="B8D8F2">
                  <a:alpha val="16000"/>
                </a:srgbClr>
              </a:gs>
              <a:gs pos="76">
                <a:srgbClr val="8FC4EE">
                  <a:alpha val="32000"/>
                </a:srgbClr>
              </a:gs>
              <a:gs pos="100">
                <a:srgbClr val="72B3E8">
                  <a:alpha val="52000"/>
                </a:srgbClr>
              </a:gs>
            </a:gsLst>
            <a:lin ang="10800000"/>
          </a:gradFill>
          <a:ln xmlns:a="http://schemas.openxmlformats.org/drawingml/2006/main" w="9525">
            <a:noFill/>
            <a:prstDash val="solid"/>
          </a:ln>
        </p:spPr>
      </p:sp>
      <p:sp>
        <p:nvSpPr>
          <p:cNvPr id="40" name="phase-label-0">
            <a:extLst xmlns:a="http://schemas.openxmlformats.org/drawingml/2006/main">
              <a:ext uri="{FF2B5EF4-FFF2-40B4-BE49-F238E27FC236}">
                <a16:creationId xmlns:a16="http://schemas.microsoft.com/office/drawing/2014/main" id="{D31A8941-587E-48EE-83F3-8BF50054B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1638300"/>
            <a:ext cx="228600" cy="205099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阶段一</a:t>
            </a:r>
          </a:p>
        </p:txBody>
      </p:sp>
      <p:sp>
        <p:nvSpPr>
          <p:cNvPr id="41" name="phase-label-1">
            <a:extLst xmlns:a="http://schemas.openxmlformats.org/drawingml/2006/main">
              <a:ext uri="{FF2B5EF4-FFF2-40B4-BE49-F238E27FC236}">
                <a16:creationId xmlns:a16="http://schemas.microsoft.com/office/drawing/2014/main" id="{84F04CFD-0B7F-4E41-A114-B654004CB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3689299"/>
            <a:ext cx="228600" cy="25208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阶段二</a:t>
            </a:r>
          </a:p>
        </p:txBody>
      </p:sp>
      <p:sp>
        <p:nvSpPr>
          <p:cNvPr id="42" name="funnel-step-title-0">
            <a:extLst xmlns:a="http://schemas.openxmlformats.org/drawingml/2006/main">
              <a:ext uri="{FF2B5EF4-FFF2-40B4-BE49-F238E27FC236}">
                <a16:creationId xmlns:a16="http://schemas.microsoft.com/office/drawing/2014/main" id="{0BDD6082-C696-4008-AD1D-98D1E619B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528117" y="2944711"/>
            <a:ext cx="2183016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3600"/>
              </a:lnSpc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广泛触达</a:t>
            </a:r>
          </a:p>
        </p:txBody>
      </p:sp>
      <p:sp>
        <p:nvSpPr>
          <p:cNvPr id="43" name="funnel-step-title-1">
            <a:extLst xmlns:a="http://schemas.openxmlformats.org/drawingml/2006/main">
              <a:ext uri="{FF2B5EF4-FFF2-40B4-BE49-F238E27FC236}">
                <a16:creationId xmlns:a16="http://schemas.microsoft.com/office/drawing/2014/main" id="{9CD6C42A-6361-4A54-8977-8734EF766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10165" y="4157663"/>
            <a:ext cx="141893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3600"/>
              </a:lnSpc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兴趣识别</a:t>
            </a:r>
          </a:p>
        </p:txBody>
      </p:sp>
      <p:sp>
        <p:nvSpPr>
          <p:cNvPr id="44" name="funnel-step-title-2">
            <a:extLst xmlns:a="http://schemas.openxmlformats.org/drawingml/2006/main">
              <a:ext uri="{FF2B5EF4-FFF2-40B4-BE49-F238E27FC236}">
                <a16:creationId xmlns:a16="http://schemas.microsoft.com/office/drawing/2014/main" id="{A77D2144-7BD6-4F6F-8B78-791D50E56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200525" y="5370462"/>
            <a:ext cx="8382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意向培育</a:t>
            </a:r>
          </a:p>
        </p:txBody>
      </p:sp>
      <p:sp>
        <p:nvSpPr>
          <p:cNvPr id="45" name="input-core-0">
            <a:extLst xmlns:a="http://schemas.openxmlformats.org/drawingml/2006/main">
              <a:ext uri="{FF2B5EF4-FFF2-40B4-BE49-F238E27FC236}">
                <a16:creationId xmlns:a16="http://schemas.microsoft.com/office/drawing/2014/main" id="{01F20712-51D3-411B-96E0-71F692B3E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200400" y="194310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23"/>
          <a:fontRef xmlns:a="http://schemas.openxmlformats.org/drawingml/2006/main" idx="major"/>
        </p:style>
      </p:sp>
      <p:pic>
        <p:nvPicPr>
          <p:cNvPr id="9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e0ff34958df41ae">
            <a:extLst>
              <a:ext uri="{96DAC541-7B7A-43D3-8B79-37D633B846F1}">
                <asvg:svgBlip xmlns:asvg="http://schemas.microsoft.com/office/drawing/2016/SVG/main" r:embed="R861d25c12b3d4770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3295650" y="2038350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47" name="input-core-1">
            <a:extLst xmlns:a="http://schemas.openxmlformats.org/drawingml/2006/main">
              <a:ext uri="{FF2B5EF4-FFF2-40B4-BE49-F238E27FC236}">
                <a16:creationId xmlns:a16="http://schemas.microsoft.com/office/drawing/2014/main" id="{19C2E07C-FAF7-42E6-BFAB-008C0E65A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22674" y="1743075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23"/>
          <a:fontRef xmlns:a="http://schemas.openxmlformats.org/drawingml/2006/main" idx="major"/>
        </p:style>
      </p:sp>
      <p:pic>
        <p:nvPicPr>
          <p:cNvPr id="10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bef53838a714a96">
            <a:extLst>
              <a:ext uri="{96DAC541-7B7A-43D3-8B79-37D633B846F1}">
                <asvg:svgBlip xmlns:asvg="http://schemas.microsoft.com/office/drawing/2016/SVG/main" r:embed="Rce777749a4f74a90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4117924" y="1838325"/>
            <a:ext cx="209550" cy="209550"/>
          </a:xfrm>
          <a:prstGeom xmlns:a="http://schemas.openxmlformats.org/drawingml/2006/main" prst="rect">
            <a:avLst/>
          </a:prstGeom>
        </p:spPr>
      </p:pic>
      <p:sp>
        <p:nvSpPr>
          <p:cNvPr id="49" name="input-core-2">
            <a:extLst xmlns:a="http://schemas.openxmlformats.org/drawingml/2006/main">
              <a:ext uri="{FF2B5EF4-FFF2-40B4-BE49-F238E27FC236}">
                <a16:creationId xmlns:a16="http://schemas.microsoft.com/office/drawing/2014/main" id="{1DE0C239-C208-4809-8630-08918725E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787798" y="164782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23"/>
          <a:fontRef xmlns:a="http://schemas.openxmlformats.org/drawingml/2006/main" idx="major"/>
        </p:style>
      </p:sp>
      <p:pic>
        <p:nvPicPr>
          <p:cNvPr id="10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c387a47cb6f43db">
            <a:extLst>
              <a:ext uri="{96DAC541-7B7A-43D3-8B79-37D633B846F1}">
                <asvg:svgBlip xmlns:asvg="http://schemas.microsoft.com/office/drawing/2016/SVG/main" r:embed="R0fa2eac31d23438b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4883048" y="1743075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51" name="input-core-3">
            <a:extLst xmlns:a="http://schemas.openxmlformats.org/drawingml/2006/main">
              <a:ext uri="{FF2B5EF4-FFF2-40B4-BE49-F238E27FC236}">
                <a16:creationId xmlns:a16="http://schemas.microsoft.com/office/drawing/2014/main" id="{957FA78E-07EC-4775-A065-C47A7ECBD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610225" y="190500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23"/>
          <a:fontRef xmlns:a="http://schemas.openxmlformats.org/drawingml/2006/main" idx="major"/>
        </p:style>
      </p:sp>
      <p:pic>
        <p:nvPicPr>
          <p:cNvPr id="10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3099f5717834785">
            <a:extLst>
              <a:ext uri="{96DAC541-7B7A-43D3-8B79-37D633B846F1}">
                <asvg:svgBlip xmlns:asvg="http://schemas.microsoft.com/office/drawing/2016/SVG/main" r:embed="R3bfdd53dc392477d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5705475" y="2000250"/>
            <a:ext cx="209550" cy="2095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771847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5" name="phase-band-0">
            <a:extLst xmlns:a="http://schemas.openxmlformats.org/drawingml/2006/main">
              <a:ext uri="{FF2B5EF4-FFF2-40B4-BE49-F238E27FC236}">
                <a16:creationId xmlns:a16="http://schemas.microsoft.com/office/drawing/2014/main" id="{A9450920-4A2B-481E-9801-584375039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1638300"/>
            <a:ext cx="11144250" cy="205099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phase-band-1">
            <a:extLst xmlns:a="http://schemas.openxmlformats.org/drawingml/2006/main">
              <a:ext uri="{FF2B5EF4-FFF2-40B4-BE49-F238E27FC236}">
                <a16:creationId xmlns:a16="http://schemas.microsoft.com/office/drawing/2014/main" id="{6566E8F5-8AC6-4712-8827-1458F1447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3689299"/>
            <a:ext cx="11144250" cy="25208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38100">
            <a:solidFill>
              <a:srgbClr val="FFFFFF"/>
            </a:solidFill>
            <a:prstDash val="solid"/>
          </a:ln>
        </p:spPr>
      </p:sp>
      <p:sp>
        <p:nvSpPr>
          <p:cNvPr id="3" name="phase-rail-0">
            <a:extLst xmlns:a="http://schemas.openxmlformats.org/drawingml/2006/main">
              <a:ext uri="{FF2B5EF4-FFF2-40B4-BE49-F238E27FC236}">
                <a16:creationId xmlns:a16="http://schemas.microsoft.com/office/drawing/2014/main" id="{5ADD4283-50E9-4B62-869B-2BBECA75E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1638300"/>
            <a:ext cx="514350" cy="2046494"/>
          </a:xfrm>
          <a:custGeom xmlns:a="http://schemas.openxmlformats.org/drawingml/2006/main">
            <a:pathLst>
              <a:path w="514350" h="2046494">
                <a:moveTo>
                  <a:pt x="0" y="0"/>
                </a:moveTo>
                <a:lnTo>
                  <a:pt x="20498" y="0"/>
                </a:lnTo>
                <a:lnTo>
                  <a:pt x="40996" y="0"/>
                </a:lnTo>
                <a:lnTo>
                  <a:pt x="61493" y="0"/>
                </a:lnTo>
                <a:lnTo>
                  <a:pt x="81982" y="0"/>
                </a:lnTo>
                <a:lnTo>
                  <a:pt x="102479" y="0"/>
                </a:lnTo>
                <a:lnTo>
                  <a:pt x="122977" y="0"/>
                </a:lnTo>
                <a:lnTo>
                  <a:pt x="143475" y="0"/>
                </a:lnTo>
                <a:lnTo>
                  <a:pt x="163973" y="0"/>
                </a:lnTo>
                <a:lnTo>
                  <a:pt x="184471" y="0"/>
                </a:lnTo>
                <a:lnTo>
                  <a:pt x="204959" y="0"/>
                </a:lnTo>
                <a:lnTo>
                  <a:pt x="225457" y="0"/>
                </a:lnTo>
                <a:lnTo>
                  <a:pt x="245955" y="0"/>
                </a:lnTo>
                <a:lnTo>
                  <a:pt x="266452" y="0"/>
                </a:lnTo>
                <a:lnTo>
                  <a:pt x="286950" y="0"/>
                </a:lnTo>
                <a:lnTo>
                  <a:pt x="307448" y="0"/>
                </a:lnTo>
                <a:lnTo>
                  <a:pt x="327936" y="0"/>
                </a:lnTo>
                <a:lnTo>
                  <a:pt x="348434" y="0"/>
                </a:lnTo>
                <a:lnTo>
                  <a:pt x="368932" y="0"/>
                </a:lnTo>
                <a:lnTo>
                  <a:pt x="389430" y="0"/>
                </a:lnTo>
                <a:lnTo>
                  <a:pt x="409927" y="0"/>
                </a:lnTo>
                <a:lnTo>
                  <a:pt x="430425" y="0"/>
                </a:lnTo>
                <a:lnTo>
                  <a:pt x="450914" y="0"/>
                </a:lnTo>
                <a:lnTo>
                  <a:pt x="471411" y="0"/>
                </a:lnTo>
                <a:lnTo>
                  <a:pt x="491909" y="0"/>
                </a:lnTo>
                <a:lnTo>
                  <a:pt x="512407" y="0"/>
                </a:lnTo>
                <a:lnTo>
                  <a:pt x="514350" y="18555"/>
                </a:lnTo>
                <a:lnTo>
                  <a:pt x="514350" y="39043"/>
                </a:lnTo>
                <a:lnTo>
                  <a:pt x="514350" y="59541"/>
                </a:lnTo>
                <a:lnTo>
                  <a:pt x="514350" y="80039"/>
                </a:lnTo>
                <a:lnTo>
                  <a:pt x="514350" y="100536"/>
                </a:lnTo>
                <a:lnTo>
                  <a:pt x="514350" y="121034"/>
                </a:lnTo>
                <a:lnTo>
                  <a:pt x="514350" y="141522"/>
                </a:lnTo>
                <a:lnTo>
                  <a:pt x="514350" y="162020"/>
                </a:lnTo>
                <a:lnTo>
                  <a:pt x="514350" y="182518"/>
                </a:lnTo>
                <a:lnTo>
                  <a:pt x="514350" y="203016"/>
                </a:lnTo>
                <a:lnTo>
                  <a:pt x="514350" y="223504"/>
                </a:lnTo>
                <a:lnTo>
                  <a:pt x="514350" y="244002"/>
                </a:lnTo>
                <a:lnTo>
                  <a:pt x="514350" y="264500"/>
                </a:lnTo>
                <a:lnTo>
                  <a:pt x="514350" y="284998"/>
                </a:lnTo>
                <a:lnTo>
                  <a:pt x="514350" y="305495"/>
                </a:lnTo>
                <a:lnTo>
                  <a:pt x="514350" y="325984"/>
                </a:lnTo>
                <a:lnTo>
                  <a:pt x="514350" y="346481"/>
                </a:lnTo>
                <a:lnTo>
                  <a:pt x="514350" y="366979"/>
                </a:lnTo>
                <a:lnTo>
                  <a:pt x="514350" y="387477"/>
                </a:lnTo>
                <a:lnTo>
                  <a:pt x="514350" y="407975"/>
                </a:lnTo>
                <a:lnTo>
                  <a:pt x="514350" y="428463"/>
                </a:lnTo>
                <a:lnTo>
                  <a:pt x="514350" y="448961"/>
                </a:lnTo>
                <a:lnTo>
                  <a:pt x="514350" y="469459"/>
                </a:lnTo>
                <a:lnTo>
                  <a:pt x="514350" y="489956"/>
                </a:lnTo>
                <a:lnTo>
                  <a:pt x="514350" y="510445"/>
                </a:lnTo>
                <a:lnTo>
                  <a:pt x="514350" y="530943"/>
                </a:lnTo>
                <a:lnTo>
                  <a:pt x="514350" y="551440"/>
                </a:lnTo>
                <a:lnTo>
                  <a:pt x="514350" y="571938"/>
                </a:lnTo>
                <a:lnTo>
                  <a:pt x="514350" y="592436"/>
                </a:lnTo>
                <a:lnTo>
                  <a:pt x="514350" y="612924"/>
                </a:lnTo>
                <a:lnTo>
                  <a:pt x="514350" y="633422"/>
                </a:lnTo>
                <a:lnTo>
                  <a:pt x="514350" y="653920"/>
                </a:lnTo>
                <a:lnTo>
                  <a:pt x="514350" y="674418"/>
                </a:lnTo>
                <a:lnTo>
                  <a:pt x="514350" y="694915"/>
                </a:lnTo>
                <a:lnTo>
                  <a:pt x="514350" y="715404"/>
                </a:lnTo>
                <a:lnTo>
                  <a:pt x="514350" y="735902"/>
                </a:lnTo>
                <a:lnTo>
                  <a:pt x="514350" y="756399"/>
                </a:lnTo>
                <a:lnTo>
                  <a:pt x="514350" y="776897"/>
                </a:lnTo>
                <a:lnTo>
                  <a:pt x="514350" y="797385"/>
                </a:lnTo>
                <a:lnTo>
                  <a:pt x="514350" y="817883"/>
                </a:lnTo>
                <a:lnTo>
                  <a:pt x="514350" y="838381"/>
                </a:lnTo>
                <a:lnTo>
                  <a:pt x="514350" y="858879"/>
                </a:lnTo>
                <a:lnTo>
                  <a:pt x="514350" y="879377"/>
                </a:lnTo>
                <a:lnTo>
                  <a:pt x="514350" y="899865"/>
                </a:lnTo>
                <a:lnTo>
                  <a:pt x="514350" y="920363"/>
                </a:lnTo>
                <a:lnTo>
                  <a:pt x="514350" y="940860"/>
                </a:lnTo>
                <a:lnTo>
                  <a:pt x="514350" y="961358"/>
                </a:lnTo>
                <a:lnTo>
                  <a:pt x="514350" y="981847"/>
                </a:lnTo>
                <a:lnTo>
                  <a:pt x="514350" y="1002344"/>
                </a:lnTo>
                <a:lnTo>
                  <a:pt x="514350" y="1022842"/>
                </a:lnTo>
                <a:lnTo>
                  <a:pt x="514350" y="1043340"/>
                </a:lnTo>
                <a:lnTo>
                  <a:pt x="514350" y="1063838"/>
                </a:lnTo>
                <a:lnTo>
                  <a:pt x="514350" y="1084326"/>
                </a:lnTo>
                <a:lnTo>
                  <a:pt x="514350" y="1104824"/>
                </a:lnTo>
                <a:lnTo>
                  <a:pt x="514350" y="1125322"/>
                </a:lnTo>
                <a:lnTo>
                  <a:pt x="514350" y="1145819"/>
                </a:lnTo>
                <a:lnTo>
                  <a:pt x="514350" y="1166317"/>
                </a:lnTo>
                <a:lnTo>
                  <a:pt x="514350" y="1186805"/>
                </a:lnTo>
                <a:lnTo>
                  <a:pt x="514350" y="1207303"/>
                </a:lnTo>
                <a:lnTo>
                  <a:pt x="514350" y="1227801"/>
                </a:lnTo>
                <a:lnTo>
                  <a:pt x="514350" y="1248299"/>
                </a:lnTo>
                <a:lnTo>
                  <a:pt x="514350" y="1268787"/>
                </a:lnTo>
                <a:lnTo>
                  <a:pt x="514350" y="1289285"/>
                </a:lnTo>
                <a:lnTo>
                  <a:pt x="514350" y="1309783"/>
                </a:lnTo>
                <a:lnTo>
                  <a:pt x="514350" y="1330281"/>
                </a:lnTo>
                <a:lnTo>
                  <a:pt x="514350" y="1350778"/>
                </a:lnTo>
                <a:lnTo>
                  <a:pt x="514350" y="1371267"/>
                </a:lnTo>
                <a:lnTo>
                  <a:pt x="514350" y="1391764"/>
                </a:lnTo>
                <a:lnTo>
                  <a:pt x="514350" y="1412262"/>
                </a:lnTo>
                <a:lnTo>
                  <a:pt x="514350" y="1432760"/>
                </a:lnTo>
                <a:lnTo>
                  <a:pt x="514350" y="1453248"/>
                </a:lnTo>
                <a:lnTo>
                  <a:pt x="514350" y="1473746"/>
                </a:lnTo>
                <a:lnTo>
                  <a:pt x="514350" y="1494244"/>
                </a:lnTo>
                <a:lnTo>
                  <a:pt x="514350" y="1514742"/>
                </a:lnTo>
                <a:lnTo>
                  <a:pt x="514350" y="1535240"/>
                </a:lnTo>
                <a:lnTo>
                  <a:pt x="514350" y="1555728"/>
                </a:lnTo>
                <a:lnTo>
                  <a:pt x="514350" y="1576226"/>
                </a:lnTo>
                <a:lnTo>
                  <a:pt x="514350" y="1596723"/>
                </a:lnTo>
                <a:lnTo>
                  <a:pt x="514350" y="1617221"/>
                </a:lnTo>
                <a:lnTo>
                  <a:pt x="514350" y="1637719"/>
                </a:lnTo>
                <a:lnTo>
                  <a:pt x="514350" y="1658207"/>
                </a:lnTo>
                <a:lnTo>
                  <a:pt x="514350" y="1678705"/>
                </a:lnTo>
                <a:lnTo>
                  <a:pt x="514350" y="1699203"/>
                </a:lnTo>
                <a:lnTo>
                  <a:pt x="514350" y="1719701"/>
                </a:lnTo>
                <a:lnTo>
                  <a:pt x="514350" y="1740189"/>
                </a:lnTo>
                <a:lnTo>
                  <a:pt x="514350" y="1760687"/>
                </a:lnTo>
                <a:lnTo>
                  <a:pt x="514350" y="1781185"/>
                </a:lnTo>
                <a:lnTo>
                  <a:pt x="514350" y="1801682"/>
                </a:lnTo>
                <a:lnTo>
                  <a:pt x="514350" y="1822180"/>
                </a:lnTo>
                <a:lnTo>
                  <a:pt x="514350" y="1842668"/>
                </a:lnTo>
                <a:lnTo>
                  <a:pt x="514350" y="1863166"/>
                </a:lnTo>
                <a:lnTo>
                  <a:pt x="514350" y="1883664"/>
                </a:lnTo>
                <a:lnTo>
                  <a:pt x="514350" y="1904162"/>
                </a:lnTo>
                <a:lnTo>
                  <a:pt x="499901" y="1916154"/>
                </a:lnTo>
                <a:lnTo>
                  <a:pt x="481984" y="1926107"/>
                </a:lnTo>
                <a:lnTo>
                  <a:pt x="464068" y="1936061"/>
                </a:lnTo>
                <a:lnTo>
                  <a:pt x="446151" y="1946015"/>
                </a:lnTo>
                <a:lnTo>
                  <a:pt x="428234" y="1955968"/>
                </a:lnTo>
                <a:lnTo>
                  <a:pt x="410318" y="1965922"/>
                </a:lnTo>
                <a:lnTo>
                  <a:pt x="392401" y="1975876"/>
                </a:lnTo>
                <a:lnTo>
                  <a:pt x="374485" y="1985829"/>
                </a:lnTo>
                <a:lnTo>
                  <a:pt x="356568" y="1995783"/>
                </a:lnTo>
                <a:lnTo>
                  <a:pt x="338652" y="2005736"/>
                </a:lnTo>
                <a:lnTo>
                  <a:pt x="320735" y="2015690"/>
                </a:lnTo>
                <a:lnTo>
                  <a:pt x="302819" y="2025644"/>
                </a:lnTo>
                <a:lnTo>
                  <a:pt x="284902" y="2035597"/>
                </a:lnTo>
                <a:lnTo>
                  <a:pt x="266986" y="2045551"/>
                </a:lnTo>
                <a:lnTo>
                  <a:pt x="249069" y="2046494"/>
                </a:lnTo>
                <a:lnTo>
                  <a:pt x="231153" y="2036540"/>
                </a:lnTo>
                <a:lnTo>
                  <a:pt x="213236" y="2026587"/>
                </a:lnTo>
                <a:lnTo>
                  <a:pt x="195320" y="2016633"/>
                </a:lnTo>
                <a:lnTo>
                  <a:pt x="177403" y="2006679"/>
                </a:lnTo>
                <a:lnTo>
                  <a:pt x="159477" y="1996726"/>
                </a:lnTo>
                <a:lnTo>
                  <a:pt x="141561" y="1986772"/>
                </a:lnTo>
                <a:lnTo>
                  <a:pt x="123644" y="1976819"/>
                </a:lnTo>
                <a:lnTo>
                  <a:pt x="105728" y="1966865"/>
                </a:lnTo>
                <a:lnTo>
                  <a:pt x="87811" y="1956911"/>
                </a:lnTo>
                <a:lnTo>
                  <a:pt x="69894" y="1946958"/>
                </a:lnTo>
                <a:lnTo>
                  <a:pt x="51978" y="1937004"/>
                </a:lnTo>
                <a:lnTo>
                  <a:pt x="34061" y="1927050"/>
                </a:lnTo>
                <a:lnTo>
                  <a:pt x="16145" y="1917097"/>
                </a:lnTo>
                <a:lnTo>
                  <a:pt x="0" y="1906105"/>
                </a:lnTo>
                <a:lnTo>
                  <a:pt x="0" y="1885607"/>
                </a:lnTo>
                <a:lnTo>
                  <a:pt x="0" y="1865109"/>
                </a:lnTo>
                <a:lnTo>
                  <a:pt x="0" y="1844612"/>
                </a:lnTo>
                <a:lnTo>
                  <a:pt x="0" y="1824123"/>
                </a:lnTo>
                <a:lnTo>
                  <a:pt x="0" y="1803625"/>
                </a:lnTo>
                <a:lnTo>
                  <a:pt x="0" y="1783128"/>
                </a:lnTo>
                <a:lnTo>
                  <a:pt x="0" y="1762630"/>
                </a:lnTo>
                <a:lnTo>
                  <a:pt x="0" y="1742142"/>
                </a:lnTo>
                <a:lnTo>
                  <a:pt x="0" y="1721644"/>
                </a:lnTo>
                <a:lnTo>
                  <a:pt x="0" y="1701146"/>
                </a:lnTo>
                <a:lnTo>
                  <a:pt x="0" y="1680648"/>
                </a:lnTo>
                <a:lnTo>
                  <a:pt x="0" y="1660150"/>
                </a:lnTo>
                <a:lnTo>
                  <a:pt x="0" y="1639662"/>
                </a:lnTo>
                <a:lnTo>
                  <a:pt x="0" y="1619164"/>
                </a:lnTo>
                <a:lnTo>
                  <a:pt x="0" y="1598666"/>
                </a:lnTo>
                <a:lnTo>
                  <a:pt x="0" y="1578169"/>
                </a:lnTo>
                <a:lnTo>
                  <a:pt x="0" y="1557680"/>
                </a:lnTo>
                <a:lnTo>
                  <a:pt x="0" y="1537183"/>
                </a:lnTo>
                <a:lnTo>
                  <a:pt x="0" y="1516685"/>
                </a:lnTo>
                <a:lnTo>
                  <a:pt x="0" y="1496187"/>
                </a:lnTo>
                <a:lnTo>
                  <a:pt x="0" y="1475689"/>
                </a:lnTo>
                <a:lnTo>
                  <a:pt x="0" y="1455201"/>
                </a:lnTo>
                <a:lnTo>
                  <a:pt x="0" y="1434703"/>
                </a:lnTo>
                <a:lnTo>
                  <a:pt x="0" y="1414205"/>
                </a:lnTo>
                <a:lnTo>
                  <a:pt x="0" y="1393708"/>
                </a:lnTo>
                <a:lnTo>
                  <a:pt x="0" y="1373210"/>
                </a:lnTo>
                <a:lnTo>
                  <a:pt x="0" y="1352721"/>
                </a:lnTo>
                <a:lnTo>
                  <a:pt x="0" y="1332224"/>
                </a:lnTo>
                <a:lnTo>
                  <a:pt x="0" y="1311726"/>
                </a:lnTo>
                <a:lnTo>
                  <a:pt x="0" y="1291228"/>
                </a:lnTo>
                <a:lnTo>
                  <a:pt x="0" y="1270740"/>
                </a:lnTo>
                <a:lnTo>
                  <a:pt x="0" y="1250242"/>
                </a:lnTo>
                <a:lnTo>
                  <a:pt x="0" y="1229744"/>
                </a:lnTo>
                <a:lnTo>
                  <a:pt x="0" y="1209246"/>
                </a:lnTo>
                <a:lnTo>
                  <a:pt x="0" y="1188749"/>
                </a:lnTo>
                <a:lnTo>
                  <a:pt x="0" y="1168260"/>
                </a:lnTo>
                <a:lnTo>
                  <a:pt x="0" y="1147763"/>
                </a:lnTo>
                <a:lnTo>
                  <a:pt x="0" y="1127265"/>
                </a:lnTo>
                <a:lnTo>
                  <a:pt x="0" y="1106767"/>
                </a:lnTo>
                <a:lnTo>
                  <a:pt x="0" y="1086279"/>
                </a:lnTo>
                <a:lnTo>
                  <a:pt x="0" y="1065781"/>
                </a:lnTo>
                <a:lnTo>
                  <a:pt x="0" y="1045283"/>
                </a:lnTo>
                <a:lnTo>
                  <a:pt x="0" y="1024785"/>
                </a:lnTo>
                <a:lnTo>
                  <a:pt x="0" y="1004287"/>
                </a:lnTo>
                <a:lnTo>
                  <a:pt x="0" y="983799"/>
                </a:lnTo>
                <a:lnTo>
                  <a:pt x="0" y="963301"/>
                </a:lnTo>
                <a:lnTo>
                  <a:pt x="0" y="942804"/>
                </a:lnTo>
                <a:lnTo>
                  <a:pt x="0" y="922306"/>
                </a:lnTo>
                <a:lnTo>
                  <a:pt x="0" y="901808"/>
                </a:lnTo>
                <a:lnTo>
                  <a:pt x="0" y="881320"/>
                </a:lnTo>
                <a:lnTo>
                  <a:pt x="0" y="860822"/>
                </a:lnTo>
                <a:lnTo>
                  <a:pt x="0" y="840324"/>
                </a:lnTo>
                <a:lnTo>
                  <a:pt x="0" y="819826"/>
                </a:lnTo>
                <a:lnTo>
                  <a:pt x="0" y="799338"/>
                </a:lnTo>
                <a:lnTo>
                  <a:pt x="0" y="778840"/>
                </a:lnTo>
                <a:lnTo>
                  <a:pt x="0" y="758342"/>
                </a:lnTo>
                <a:lnTo>
                  <a:pt x="0" y="737845"/>
                </a:lnTo>
                <a:lnTo>
                  <a:pt x="0" y="717347"/>
                </a:lnTo>
                <a:lnTo>
                  <a:pt x="0" y="696859"/>
                </a:lnTo>
                <a:lnTo>
                  <a:pt x="0" y="676361"/>
                </a:lnTo>
                <a:lnTo>
                  <a:pt x="0" y="655863"/>
                </a:lnTo>
                <a:lnTo>
                  <a:pt x="0" y="635365"/>
                </a:lnTo>
                <a:lnTo>
                  <a:pt x="0" y="614867"/>
                </a:lnTo>
                <a:lnTo>
                  <a:pt x="0" y="594379"/>
                </a:lnTo>
                <a:lnTo>
                  <a:pt x="0" y="573881"/>
                </a:lnTo>
                <a:lnTo>
                  <a:pt x="0" y="553383"/>
                </a:lnTo>
                <a:lnTo>
                  <a:pt x="0" y="532886"/>
                </a:lnTo>
                <a:lnTo>
                  <a:pt x="0" y="512397"/>
                </a:lnTo>
                <a:lnTo>
                  <a:pt x="0" y="491900"/>
                </a:lnTo>
                <a:lnTo>
                  <a:pt x="0" y="471402"/>
                </a:lnTo>
                <a:lnTo>
                  <a:pt x="0" y="450904"/>
                </a:lnTo>
                <a:lnTo>
                  <a:pt x="0" y="430406"/>
                </a:lnTo>
                <a:lnTo>
                  <a:pt x="0" y="409918"/>
                </a:lnTo>
                <a:lnTo>
                  <a:pt x="0" y="389420"/>
                </a:lnTo>
                <a:lnTo>
                  <a:pt x="0" y="368922"/>
                </a:lnTo>
                <a:lnTo>
                  <a:pt x="0" y="348425"/>
                </a:lnTo>
                <a:lnTo>
                  <a:pt x="0" y="327936"/>
                </a:lnTo>
                <a:lnTo>
                  <a:pt x="0" y="307438"/>
                </a:lnTo>
                <a:lnTo>
                  <a:pt x="0" y="286941"/>
                </a:lnTo>
                <a:lnTo>
                  <a:pt x="0" y="266443"/>
                </a:lnTo>
                <a:lnTo>
                  <a:pt x="0" y="245945"/>
                </a:lnTo>
                <a:lnTo>
                  <a:pt x="0" y="225457"/>
                </a:lnTo>
                <a:lnTo>
                  <a:pt x="0" y="204959"/>
                </a:lnTo>
                <a:lnTo>
                  <a:pt x="0" y="184461"/>
                </a:lnTo>
                <a:lnTo>
                  <a:pt x="0" y="163963"/>
                </a:lnTo>
                <a:lnTo>
                  <a:pt x="0" y="143466"/>
                </a:lnTo>
                <a:lnTo>
                  <a:pt x="0" y="122977"/>
                </a:lnTo>
                <a:lnTo>
                  <a:pt x="0" y="102479"/>
                </a:lnTo>
                <a:lnTo>
                  <a:pt x="0" y="81982"/>
                </a:lnTo>
                <a:lnTo>
                  <a:pt x="0" y="61484"/>
                </a:lnTo>
                <a:lnTo>
                  <a:pt x="0" y="40996"/>
                </a:lnTo>
                <a:lnTo>
                  <a:pt x="0" y="20498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4" name="phase-title-0">
            <a:extLst xmlns:a="http://schemas.openxmlformats.org/drawingml/2006/main">
              <a:ext uri="{FF2B5EF4-FFF2-40B4-BE49-F238E27FC236}">
                <a16:creationId xmlns:a16="http://schemas.microsoft.com/office/drawing/2014/main" id="{7DCA27AC-F68D-41AD-BFF1-4F663FCC5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2192979"/>
            <a:ext cx="1428750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获取与识别</a:t>
            </a:r>
          </a:p>
        </p:txBody>
      </p:sp>
      <p:sp>
        <p:nvSpPr>
          <p:cNvPr id="5" name="phase-body-0">
            <a:extLst xmlns:a="http://schemas.openxmlformats.org/drawingml/2006/main">
              <a:ext uri="{FF2B5EF4-FFF2-40B4-BE49-F238E27FC236}">
                <a16:creationId xmlns:a16="http://schemas.microsoft.com/office/drawing/2014/main" id="{51D9F4D2-B0DA-46FC-8377-F3C01A1E7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2547195"/>
            <a:ext cx="1428750" cy="587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让目标对象进</a:t>
            </a:r>
          </a:p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入并形成意向</a:t>
            </a:r>
          </a:p>
        </p:txBody>
      </p:sp>
      <p:sp>
        <p:nvSpPr>
          <p:cNvPr id="6" name="action-icon-shell-0-0">
            <a:extLst xmlns:a="http://schemas.openxmlformats.org/drawingml/2006/main">
              <a:ext uri="{FF2B5EF4-FFF2-40B4-BE49-F238E27FC236}">
                <a16:creationId xmlns:a16="http://schemas.microsoft.com/office/drawing/2014/main" id="{4EB868F4-ED29-4ECB-B76E-301B4E27F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2187473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6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c7f0cd722c6473f">
            <a:extLst>
              <a:ext uri="{96DAC541-7B7A-43D3-8B79-37D633B846F1}">
                <asvg:svgBlip xmlns:asvg="http://schemas.microsoft.com/office/drawing/2016/SVG/main" r:embed="R822b3b439f0e4842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2263673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8" name="action-title-0-0">
            <a:extLst xmlns:a="http://schemas.openxmlformats.org/drawingml/2006/main">
              <a:ext uri="{FF2B5EF4-FFF2-40B4-BE49-F238E27FC236}">
                <a16:creationId xmlns:a16="http://schemas.microsoft.com/office/drawing/2014/main" id="{BC44DD05-DAD3-4F1A-A611-F5EFA56BB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126456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标签体系</a:t>
            </a:r>
          </a:p>
        </p:txBody>
      </p:sp>
      <p:sp>
        <p:nvSpPr>
          <p:cNvPr id="9" name="action-body-0-0">
            <a:extLst xmlns:a="http://schemas.openxmlformats.org/drawingml/2006/main">
              <a:ext uri="{FF2B5EF4-FFF2-40B4-BE49-F238E27FC236}">
                <a16:creationId xmlns:a16="http://schemas.microsoft.com/office/drawing/2014/main" id="{FE912A95-B63E-46C5-B881-3C3A4AA69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355056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形成可识别对象</a:t>
            </a:r>
          </a:p>
        </p:txBody>
      </p:sp>
      <p:sp>
        <p:nvSpPr>
          <p:cNvPr id="10" name="action-icon-shell-0-1">
            <a:extLst xmlns:a="http://schemas.openxmlformats.org/drawingml/2006/main">
              <a:ext uri="{FF2B5EF4-FFF2-40B4-BE49-F238E27FC236}">
                <a16:creationId xmlns:a16="http://schemas.microsoft.com/office/drawing/2014/main" id="{85A9741B-373D-4B05-9CDC-BDAC19818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2187473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6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8f6185a00674f0a">
            <a:extLst>
              <a:ext uri="{96DAC541-7B7A-43D3-8B79-37D633B846F1}">
                <asvg:svgBlip xmlns:asvg="http://schemas.microsoft.com/office/drawing/2016/SVG/main" r:embed="Reeabc66d7c9842ef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2263673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12" name="action-title-0-1">
            <a:extLst xmlns:a="http://schemas.openxmlformats.org/drawingml/2006/main">
              <a:ext uri="{FF2B5EF4-FFF2-40B4-BE49-F238E27FC236}">
                <a16:creationId xmlns:a16="http://schemas.microsoft.com/office/drawing/2014/main" id="{D613046C-CA7B-43A1-A79B-505EB549C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126456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渠道连接</a:t>
            </a:r>
          </a:p>
        </p:txBody>
      </p:sp>
      <p:sp>
        <p:nvSpPr>
          <p:cNvPr id="13" name="action-body-0-1">
            <a:extLst xmlns:a="http://schemas.openxmlformats.org/drawingml/2006/main">
              <a:ext uri="{FF2B5EF4-FFF2-40B4-BE49-F238E27FC236}">
                <a16:creationId xmlns:a16="http://schemas.microsoft.com/office/drawing/2014/main" id="{59DC5309-0D06-48F6-892A-BB85EE615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355056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连接主要触点</a:t>
            </a:r>
          </a:p>
        </p:txBody>
      </p:sp>
      <p:sp>
        <p:nvSpPr>
          <p:cNvPr id="14" name="action-icon-shell-0-2">
            <a:extLst xmlns:a="http://schemas.openxmlformats.org/drawingml/2006/main">
              <a:ext uri="{FF2B5EF4-FFF2-40B4-BE49-F238E27FC236}">
                <a16:creationId xmlns:a16="http://schemas.microsoft.com/office/drawing/2014/main" id="{ECA709CE-60DF-4054-9F10-7312ACFDF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2797073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6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80ddb189cbb4191">
            <a:extLst>
              <a:ext uri="{96DAC541-7B7A-43D3-8B79-37D633B846F1}">
                <asvg:svgBlip xmlns:asvg="http://schemas.microsoft.com/office/drawing/2016/SVG/main" r:embed="R0259393023f94f80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2873273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16" name="action-title-0-2">
            <a:extLst xmlns:a="http://schemas.openxmlformats.org/drawingml/2006/main">
              <a:ext uri="{FF2B5EF4-FFF2-40B4-BE49-F238E27FC236}">
                <a16:creationId xmlns:a16="http://schemas.microsoft.com/office/drawing/2014/main" id="{ED580C9D-DDDD-4E2D-8159-EA5A54E1B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736056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内容优化</a:t>
            </a:r>
          </a:p>
        </p:txBody>
      </p:sp>
      <p:sp>
        <p:nvSpPr>
          <p:cNvPr id="17" name="action-body-0-2">
            <a:extLst xmlns:a="http://schemas.openxmlformats.org/drawingml/2006/main">
              <a:ext uri="{FF2B5EF4-FFF2-40B4-BE49-F238E27FC236}">
                <a16:creationId xmlns:a16="http://schemas.microsoft.com/office/drawing/2014/main" id="{FC0923C6-E899-4249-AC6E-C1E262533D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964656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提高触达质量</a:t>
            </a:r>
          </a:p>
        </p:txBody>
      </p:sp>
      <p:sp>
        <p:nvSpPr>
          <p:cNvPr id="18" name="action-icon-shell-0-3">
            <a:extLst xmlns:a="http://schemas.openxmlformats.org/drawingml/2006/main">
              <a:ext uri="{FF2B5EF4-FFF2-40B4-BE49-F238E27FC236}">
                <a16:creationId xmlns:a16="http://schemas.microsoft.com/office/drawing/2014/main" id="{83D419FC-51E6-4EC9-AC65-DDC7C484D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2797073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7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37681f739874605">
            <a:extLst>
              <a:ext uri="{96DAC541-7B7A-43D3-8B79-37D633B846F1}">
                <asvg:svgBlip xmlns:asvg="http://schemas.microsoft.com/office/drawing/2016/SVG/main" r:embed="R4ebf49a9688a4591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2873273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20" name="action-title-0-3">
            <a:extLst xmlns:a="http://schemas.openxmlformats.org/drawingml/2006/main">
              <a:ext uri="{FF2B5EF4-FFF2-40B4-BE49-F238E27FC236}">
                <a16:creationId xmlns:a16="http://schemas.microsoft.com/office/drawing/2014/main" id="{8076FDE7-EA68-4EB7-BF62-67B30B12F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736056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行为追踪</a:t>
            </a:r>
          </a:p>
        </p:txBody>
      </p:sp>
      <p:sp>
        <p:nvSpPr>
          <p:cNvPr id="21" name="action-body-0-3">
            <a:extLst xmlns:a="http://schemas.openxmlformats.org/drawingml/2006/main">
              <a:ext uri="{FF2B5EF4-FFF2-40B4-BE49-F238E27FC236}">
                <a16:creationId xmlns:a16="http://schemas.microsoft.com/office/drawing/2014/main" id="{74FDFCA0-A91E-48CE-A3D8-30D9D2C53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964656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记录关键反馈</a:t>
            </a:r>
          </a:p>
        </p:txBody>
      </p:sp>
      <p:sp>
        <p:nvSpPr>
          <p:cNvPr id="22" name="phase-rail-1">
            <a:extLst xmlns:a="http://schemas.openxmlformats.org/drawingml/2006/main">
              <a:ext uri="{FF2B5EF4-FFF2-40B4-BE49-F238E27FC236}">
                <a16:creationId xmlns:a16="http://schemas.microsoft.com/office/drawing/2014/main" id="{6F0CA3D0-59DC-464F-99CA-71AC6CFF5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3689299"/>
            <a:ext cx="514350" cy="2519658"/>
          </a:xfrm>
          <a:custGeom xmlns:a="http://schemas.openxmlformats.org/drawingml/2006/main">
            <a:pathLst>
              <a:path w="514350" h="2519658">
                <a:moveTo>
                  <a:pt x="0" y="0"/>
                </a:moveTo>
                <a:lnTo>
                  <a:pt x="21612" y="12002"/>
                </a:lnTo>
                <a:lnTo>
                  <a:pt x="43215" y="24013"/>
                </a:lnTo>
                <a:lnTo>
                  <a:pt x="64827" y="36014"/>
                </a:lnTo>
                <a:lnTo>
                  <a:pt x="86439" y="48016"/>
                </a:lnTo>
                <a:lnTo>
                  <a:pt x="108052" y="60027"/>
                </a:lnTo>
                <a:lnTo>
                  <a:pt x="129654" y="72028"/>
                </a:lnTo>
                <a:lnTo>
                  <a:pt x="151267" y="84039"/>
                </a:lnTo>
                <a:lnTo>
                  <a:pt x="172879" y="96041"/>
                </a:lnTo>
                <a:lnTo>
                  <a:pt x="194491" y="108042"/>
                </a:lnTo>
                <a:lnTo>
                  <a:pt x="216094" y="120053"/>
                </a:lnTo>
                <a:lnTo>
                  <a:pt x="237706" y="132055"/>
                </a:lnTo>
                <a:lnTo>
                  <a:pt x="259318" y="141684"/>
                </a:lnTo>
                <a:lnTo>
                  <a:pt x="280930" y="129673"/>
                </a:lnTo>
                <a:lnTo>
                  <a:pt x="302533" y="117672"/>
                </a:lnTo>
                <a:lnTo>
                  <a:pt x="324145" y="105661"/>
                </a:lnTo>
                <a:lnTo>
                  <a:pt x="345758" y="93659"/>
                </a:lnTo>
                <a:lnTo>
                  <a:pt x="367360" y="81658"/>
                </a:lnTo>
                <a:lnTo>
                  <a:pt x="388972" y="69647"/>
                </a:lnTo>
                <a:lnTo>
                  <a:pt x="410585" y="57645"/>
                </a:lnTo>
                <a:lnTo>
                  <a:pt x="432197" y="45644"/>
                </a:lnTo>
                <a:lnTo>
                  <a:pt x="453800" y="33633"/>
                </a:lnTo>
                <a:lnTo>
                  <a:pt x="475412" y="21631"/>
                </a:lnTo>
                <a:lnTo>
                  <a:pt x="497024" y="9630"/>
                </a:lnTo>
                <a:lnTo>
                  <a:pt x="514350" y="4896"/>
                </a:lnTo>
                <a:lnTo>
                  <a:pt x="514350" y="29623"/>
                </a:lnTo>
                <a:lnTo>
                  <a:pt x="514350" y="54340"/>
                </a:lnTo>
                <a:lnTo>
                  <a:pt x="514350" y="79058"/>
                </a:lnTo>
                <a:lnTo>
                  <a:pt x="514350" y="103775"/>
                </a:lnTo>
                <a:lnTo>
                  <a:pt x="514350" y="128492"/>
                </a:lnTo>
                <a:lnTo>
                  <a:pt x="514350" y="153219"/>
                </a:lnTo>
                <a:lnTo>
                  <a:pt x="514350" y="177937"/>
                </a:lnTo>
                <a:lnTo>
                  <a:pt x="514350" y="202654"/>
                </a:lnTo>
                <a:lnTo>
                  <a:pt x="514350" y="227371"/>
                </a:lnTo>
                <a:lnTo>
                  <a:pt x="514350" y="252098"/>
                </a:lnTo>
                <a:lnTo>
                  <a:pt x="514350" y="276816"/>
                </a:lnTo>
                <a:lnTo>
                  <a:pt x="514350" y="301533"/>
                </a:lnTo>
                <a:lnTo>
                  <a:pt x="514350" y="326250"/>
                </a:lnTo>
                <a:lnTo>
                  <a:pt x="514350" y="350977"/>
                </a:lnTo>
                <a:lnTo>
                  <a:pt x="514350" y="375695"/>
                </a:lnTo>
                <a:lnTo>
                  <a:pt x="514350" y="400412"/>
                </a:lnTo>
                <a:lnTo>
                  <a:pt x="514350" y="425129"/>
                </a:lnTo>
                <a:lnTo>
                  <a:pt x="514350" y="449856"/>
                </a:lnTo>
                <a:lnTo>
                  <a:pt x="514350" y="474574"/>
                </a:lnTo>
                <a:lnTo>
                  <a:pt x="514350" y="499291"/>
                </a:lnTo>
                <a:lnTo>
                  <a:pt x="514350" y="524008"/>
                </a:lnTo>
                <a:lnTo>
                  <a:pt x="514350" y="548726"/>
                </a:lnTo>
                <a:lnTo>
                  <a:pt x="514350" y="573453"/>
                </a:lnTo>
                <a:lnTo>
                  <a:pt x="514350" y="598170"/>
                </a:lnTo>
                <a:lnTo>
                  <a:pt x="514350" y="622887"/>
                </a:lnTo>
                <a:lnTo>
                  <a:pt x="514350" y="647605"/>
                </a:lnTo>
                <a:lnTo>
                  <a:pt x="514350" y="672332"/>
                </a:lnTo>
                <a:lnTo>
                  <a:pt x="514350" y="697049"/>
                </a:lnTo>
                <a:lnTo>
                  <a:pt x="514350" y="721766"/>
                </a:lnTo>
                <a:lnTo>
                  <a:pt x="514350" y="746484"/>
                </a:lnTo>
                <a:lnTo>
                  <a:pt x="514350" y="771211"/>
                </a:lnTo>
                <a:lnTo>
                  <a:pt x="514350" y="795928"/>
                </a:lnTo>
                <a:lnTo>
                  <a:pt x="514350" y="820645"/>
                </a:lnTo>
                <a:lnTo>
                  <a:pt x="514350" y="845363"/>
                </a:lnTo>
                <a:lnTo>
                  <a:pt x="514350" y="870080"/>
                </a:lnTo>
                <a:lnTo>
                  <a:pt x="514350" y="894807"/>
                </a:lnTo>
                <a:lnTo>
                  <a:pt x="514350" y="919524"/>
                </a:lnTo>
                <a:lnTo>
                  <a:pt x="514350" y="944242"/>
                </a:lnTo>
                <a:lnTo>
                  <a:pt x="514350" y="968959"/>
                </a:lnTo>
                <a:lnTo>
                  <a:pt x="514350" y="993686"/>
                </a:lnTo>
                <a:lnTo>
                  <a:pt x="514350" y="1018403"/>
                </a:lnTo>
                <a:lnTo>
                  <a:pt x="514350" y="1043121"/>
                </a:lnTo>
                <a:lnTo>
                  <a:pt x="514350" y="1067838"/>
                </a:lnTo>
                <a:lnTo>
                  <a:pt x="514350" y="1092565"/>
                </a:lnTo>
                <a:lnTo>
                  <a:pt x="514350" y="1117283"/>
                </a:lnTo>
                <a:lnTo>
                  <a:pt x="514350" y="1142000"/>
                </a:lnTo>
                <a:lnTo>
                  <a:pt x="514350" y="1166717"/>
                </a:lnTo>
                <a:lnTo>
                  <a:pt x="514350" y="1191444"/>
                </a:lnTo>
                <a:lnTo>
                  <a:pt x="514350" y="1216162"/>
                </a:lnTo>
                <a:lnTo>
                  <a:pt x="514350" y="1240879"/>
                </a:lnTo>
                <a:lnTo>
                  <a:pt x="514350" y="1265596"/>
                </a:lnTo>
                <a:lnTo>
                  <a:pt x="514350" y="1290314"/>
                </a:lnTo>
                <a:lnTo>
                  <a:pt x="514350" y="1315041"/>
                </a:lnTo>
                <a:lnTo>
                  <a:pt x="514350" y="1339758"/>
                </a:lnTo>
                <a:lnTo>
                  <a:pt x="514350" y="1364475"/>
                </a:lnTo>
                <a:lnTo>
                  <a:pt x="514350" y="1389193"/>
                </a:lnTo>
                <a:lnTo>
                  <a:pt x="514350" y="1413920"/>
                </a:lnTo>
                <a:lnTo>
                  <a:pt x="514350" y="1438637"/>
                </a:lnTo>
                <a:lnTo>
                  <a:pt x="514350" y="1463354"/>
                </a:lnTo>
                <a:lnTo>
                  <a:pt x="514350" y="1488072"/>
                </a:lnTo>
                <a:lnTo>
                  <a:pt x="514350" y="1512799"/>
                </a:lnTo>
                <a:lnTo>
                  <a:pt x="514350" y="1537516"/>
                </a:lnTo>
                <a:lnTo>
                  <a:pt x="514350" y="1562233"/>
                </a:lnTo>
                <a:lnTo>
                  <a:pt x="514350" y="1586951"/>
                </a:lnTo>
                <a:lnTo>
                  <a:pt x="514350" y="1611678"/>
                </a:lnTo>
                <a:lnTo>
                  <a:pt x="514350" y="1636395"/>
                </a:lnTo>
                <a:lnTo>
                  <a:pt x="514350" y="1661112"/>
                </a:lnTo>
                <a:lnTo>
                  <a:pt x="514350" y="1685830"/>
                </a:lnTo>
                <a:lnTo>
                  <a:pt x="514350" y="1710547"/>
                </a:lnTo>
                <a:lnTo>
                  <a:pt x="514350" y="1735274"/>
                </a:lnTo>
                <a:lnTo>
                  <a:pt x="514350" y="1759991"/>
                </a:lnTo>
                <a:lnTo>
                  <a:pt x="514350" y="1784709"/>
                </a:lnTo>
                <a:lnTo>
                  <a:pt x="514350" y="1809426"/>
                </a:lnTo>
                <a:lnTo>
                  <a:pt x="514350" y="1834153"/>
                </a:lnTo>
                <a:lnTo>
                  <a:pt x="514350" y="1858870"/>
                </a:lnTo>
                <a:lnTo>
                  <a:pt x="514350" y="1883588"/>
                </a:lnTo>
                <a:lnTo>
                  <a:pt x="514350" y="1908305"/>
                </a:lnTo>
                <a:lnTo>
                  <a:pt x="514350" y="1933032"/>
                </a:lnTo>
                <a:lnTo>
                  <a:pt x="514350" y="1957749"/>
                </a:lnTo>
                <a:lnTo>
                  <a:pt x="514350" y="1982467"/>
                </a:lnTo>
                <a:lnTo>
                  <a:pt x="514350" y="2007184"/>
                </a:lnTo>
                <a:lnTo>
                  <a:pt x="514350" y="2031911"/>
                </a:lnTo>
                <a:lnTo>
                  <a:pt x="514350" y="2056628"/>
                </a:lnTo>
                <a:lnTo>
                  <a:pt x="514350" y="2081346"/>
                </a:lnTo>
                <a:lnTo>
                  <a:pt x="514350" y="2106063"/>
                </a:lnTo>
                <a:lnTo>
                  <a:pt x="514350" y="2130781"/>
                </a:lnTo>
                <a:lnTo>
                  <a:pt x="514350" y="2155508"/>
                </a:lnTo>
                <a:lnTo>
                  <a:pt x="514350" y="2180225"/>
                </a:lnTo>
                <a:lnTo>
                  <a:pt x="514350" y="2204942"/>
                </a:lnTo>
                <a:lnTo>
                  <a:pt x="514350" y="2229660"/>
                </a:lnTo>
                <a:lnTo>
                  <a:pt x="514350" y="2254387"/>
                </a:lnTo>
                <a:lnTo>
                  <a:pt x="514350" y="2279104"/>
                </a:lnTo>
                <a:lnTo>
                  <a:pt x="514350" y="2303821"/>
                </a:lnTo>
                <a:lnTo>
                  <a:pt x="514350" y="2328539"/>
                </a:lnTo>
                <a:lnTo>
                  <a:pt x="514350" y="2353266"/>
                </a:lnTo>
                <a:lnTo>
                  <a:pt x="514350" y="2377983"/>
                </a:lnTo>
                <a:lnTo>
                  <a:pt x="492738" y="2389984"/>
                </a:lnTo>
                <a:lnTo>
                  <a:pt x="471135" y="2401995"/>
                </a:lnTo>
                <a:lnTo>
                  <a:pt x="449523" y="2413997"/>
                </a:lnTo>
                <a:lnTo>
                  <a:pt x="427911" y="2425998"/>
                </a:lnTo>
                <a:lnTo>
                  <a:pt x="406298" y="2438009"/>
                </a:lnTo>
                <a:lnTo>
                  <a:pt x="384696" y="2450011"/>
                </a:lnTo>
                <a:lnTo>
                  <a:pt x="363083" y="2462012"/>
                </a:lnTo>
                <a:lnTo>
                  <a:pt x="341471" y="2474024"/>
                </a:lnTo>
                <a:lnTo>
                  <a:pt x="319859" y="2486025"/>
                </a:lnTo>
                <a:lnTo>
                  <a:pt x="298256" y="2498027"/>
                </a:lnTo>
                <a:lnTo>
                  <a:pt x="276644" y="2510038"/>
                </a:lnTo>
                <a:lnTo>
                  <a:pt x="255032" y="2519658"/>
                </a:lnTo>
                <a:lnTo>
                  <a:pt x="233420" y="2507656"/>
                </a:lnTo>
                <a:lnTo>
                  <a:pt x="211817" y="2495655"/>
                </a:lnTo>
                <a:lnTo>
                  <a:pt x="190205" y="2483644"/>
                </a:lnTo>
                <a:lnTo>
                  <a:pt x="168593" y="2471642"/>
                </a:lnTo>
                <a:lnTo>
                  <a:pt x="146990" y="2459641"/>
                </a:lnTo>
                <a:lnTo>
                  <a:pt x="125378" y="2447630"/>
                </a:lnTo>
                <a:lnTo>
                  <a:pt x="103765" y="2435628"/>
                </a:lnTo>
                <a:lnTo>
                  <a:pt x="82153" y="2423627"/>
                </a:lnTo>
                <a:lnTo>
                  <a:pt x="60550" y="2411616"/>
                </a:lnTo>
                <a:lnTo>
                  <a:pt x="38938" y="2399614"/>
                </a:lnTo>
                <a:lnTo>
                  <a:pt x="17326" y="2387603"/>
                </a:lnTo>
                <a:lnTo>
                  <a:pt x="0" y="2373087"/>
                </a:lnTo>
                <a:lnTo>
                  <a:pt x="0" y="2348360"/>
                </a:lnTo>
                <a:lnTo>
                  <a:pt x="0" y="2323643"/>
                </a:lnTo>
                <a:lnTo>
                  <a:pt x="0" y="2298925"/>
                </a:lnTo>
                <a:lnTo>
                  <a:pt x="0" y="2274208"/>
                </a:lnTo>
                <a:lnTo>
                  <a:pt x="0" y="2249481"/>
                </a:lnTo>
                <a:lnTo>
                  <a:pt x="0" y="2224764"/>
                </a:lnTo>
                <a:lnTo>
                  <a:pt x="0" y="2200046"/>
                </a:lnTo>
                <a:lnTo>
                  <a:pt x="0" y="2175329"/>
                </a:lnTo>
                <a:lnTo>
                  <a:pt x="0" y="2150602"/>
                </a:lnTo>
                <a:lnTo>
                  <a:pt x="0" y="2125885"/>
                </a:lnTo>
                <a:lnTo>
                  <a:pt x="0" y="2101167"/>
                </a:lnTo>
                <a:lnTo>
                  <a:pt x="0" y="2076450"/>
                </a:lnTo>
                <a:lnTo>
                  <a:pt x="0" y="2051723"/>
                </a:lnTo>
                <a:lnTo>
                  <a:pt x="0" y="2027006"/>
                </a:lnTo>
                <a:lnTo>
                  <a:pt x="0" y="2002288"/>
                </a:lnTo>
                <a:lnTo>
                  <a:pt x="0" y="1977571"/>
                </a:lnTo>
                <a:lnTo>
                  <a:pt x="0" y="1952854"/>
                </a:lnTo>
                <a:lnTo>
                  <a:pt x="0" y="1928127"/>
                </a:lnTo>
                <a:lnTo>
                  <a:pt x="0" y="1903409"/>
                </a:lnTo>
                <a:lnTo>
                  <a:pt x="0" y="1878692"/>
                </a:lnTo>
                <a:lnTo>
                  <a:pt x="0" y="1853975"/>
                </a:lnTo>
                <a:lnTo>
                  <a:pt x="0" y="1829248"/>
                </a:lnTo>
                <a:lnTo>
                  <a:pt x="0" y="1804530"/>
                </a:lnTo>
                <a:lnTo>
                  <a:pt x="0" y="1779813"/>
                </a:lnTo>
                <a:lnTo>
                  <a:pt x="0" y="1755096"/>
                </a:lnTo>
                <a:lnTo>
                  <a:pt x="0" y="1730369"/>
                </a:lnTo>
                <a:lnTo>
                  <a:pt x="0" y="1705651"/>
                </a:lnTo>
                <a:lnTo>
                  <a:pt x="0" y="1680934"/>
                </a:lnTo>
                <a:lnTo>
                  <a:pt x="0" y="1656217"/>
                </a:lnTo>
                <a:lnTo>
                  <a:pt x="0" y="1631499"/>
                </a:lnTo>
                <a:lnTo>
                  <a:pt x="0" y="1606772"/>
                </a:lnTo>
                <a:lnTo>
                  <a:pt x="0" y="1582055"/>
                </a:lnTo>
                <a:lnTo>
                  <a:pt x="0" y="1557338"/>
                </a:lnTo>
                <a:lnTo>
                  <a:pt x="0" y="1532620"/>
                </a:lnTo>
                <a:lnTo>
                  <a:pt x="0" y="1507893"/>
                </a:lnTo>
                <a:lnTo>
                  <a:pt x="0" y="1483176"/>
                </a:lnTo>
                <a:lnTo>
                  <a:pt x="0" y="1458458"/>
                </a:lnTo>
                <a:lnTo>
                  <a:pt x="0" y="1433741"/>
                </a:lnTo>
                <a:lnTo>
                  <a:pt x="0" y="1409014"/>
                </a:lnTo>
                <a:lnTo>
                  <a:pt x="0" y="1384297"/>
                </a:lnTo>
                <a:lnTo>
                  <a:pt x="0" y="1359579"/>
                </a:lnTo>
                <a:lnTo>
                  <a:pt x="0" y="1334862"/>
                </a:lnTo>
                <a:lnTo>
                  <a:pt x="0" y="1310135"/>
                </a:lnTo>
                <a:lnTo>
                  <a:pt x="0" y="1285418"/>
                </a:lnTo>
                <a:lnTo>
                  <a:pt x="0" y="1260700"/>
                </a:lnTo>
                <a:lnTo>
                  <a:pt x="0" y="1235983"/>
                </a:lnTo>
                <a:lnTo>
                  <a:pt x="0" y="1211266"/>
                </a:lnTo>
                <a:lnTo>
                  <a:pt x="0" y="1186539"/>
                </a:lnTo>
                <a:lnTo>
                  <a:pt x="0" y="1161821"/>
                </a:lnTo>
                <a:lnTo>
                  <a:pt x="0" y="1137104"/>
                </a:lnTo>
                <a:lnTo>
                  <a:pt x="0" y="1112387"/>
                </a:lnTo>
                <a:lnTo>
                  <a:pt x="0" y="1087660"/>
                </a:lnTo>
                <a:lnTo>
                  <a:pt x="0" y="1062942"/>
                </a:lnTo>
                <a:lnTo>
                  <a:pt x="0" y="1038225"/>
                </a:lnTo>
                <a:lnTo>
                  <a:pt x="0" y="1013508"/>
                </a:lnTo>
                <a:lnTo>
                  <a:pt x="0" y="988781"/>
                </a:lnTo>
                <a:lnTo>
                  <a:pt x="0" y="964063"/>
                </a:lnTo>
                <a:lnTo>
                  <a:pt x="0" y="939346"/>
                </a:lnTo>
                <a:lnTo>
                  <a:pt x="0" y="914629"/>
                </a:lnTo>
                <a:lnTo>
                  <a:pt x="0" y="889902"/>
                </a:lnTo>
                <a:lnTo>
                  <a:pt x="0" y="865184"/>
                </a:lnTo>
                <a:lnTo>
                  <a:pt x="0" y="840467"/>
                </a:lnTo>
                <a:lnTo>
                  <a:pt x="0" y="815750"/>
                </a:lnTo>
                <a:lnTo>
                  <a:pt x="0" y="791032"/>
                </a:lnTo>
                <a:lnTo>
                  <a:pt x="0" y="766305"/>
                </a:lnTo>
                <a:lnTo>
                  <a:pt x="0" y="741588"/>
                </a:lnTo>
                <a:lnTo>
                  <a:pt x="0" y="716871"/>
                </a:lnTo>
                <a:lnTo>
                  <a:pt x="0" y="692153"/>
                </a:lnTo>
                <a:lnTo>
                  <a:pt x="0" y="667426"/>
                </a:lnTo>
                <a:lnTo>
                  <a:pt x="0" y="642709"/>
                </a:lnTo>
                <a:lnTo>
                  <a:pt x="0" y="617992"/>
                </a:lnTo>
                <a:lnTo>
                  <a:pt x="0" y="593274"/>
                </a:lnTo>
                <a:lnTo>
                  <a:pt x="0" y="568547"/>
                </a:lnTo>
                <a:lnTo>
                  <a:pt x="0" y="543830"/>
                </a:lnTo>
                <a:lnTo>
                  <a:pt x="0" y="519113"/>
                </a:lnTo>
                <a:lnTo>
                  <a:pt x="0" y="494395"/>
                </a:lnTo>
                <a:lnTo>
                  <a:pt x="0" y="469668"/>
                </a:lnTo>
                <a:lnTo>
                  <a:pt x="0" y="444951"/>
                </a:lnTo>
                <a:lnTo>
                  <a:pt x="0" y="420233"/>
                </a:lnTo>
                <a:lnTo>
                  <a:pt x="0" y="395516"/>
                </a:lnTo>
                <a:lnTo>
                  <a:pt x="0" y="370799"/>
                </a:lnTo>
                <a:lnTo>
                  <a:pt x="0" y="346072"/>
                </a:lnTo>
                <a:lnTo>
                  <a:pt x="0" y="321354"/>
                </a:lnTo>
                <a:lnTo>
                  <a:pt x="0" y="296637"/>
                </a:lnTo>
                <a:lnTo>
                  <a:pt x="0" y="271920"/>
                </a:lnTo>
                <a:lnTo>
                  <a:pt x="0" y="247193"/>
                </a:lnTo>
                <a:lnTo>
                  <a:pt x="0" y="222475"/>
                </a:lnTo>
                <a:lnTo>
                  <a:pt x="0" y="197758"/>
                </a:lnTo>
                <a:lnTo>
                  <a:pt x="0" y="173041"/>
                </a:lnTo>
                <a:lnTo>
                  <a:pt x="0" y="148314"/>
                </a:lnTo>
                <a:lnTo>
                  <a:pt x="0" y="123596"/>
                </a:lnTo>
                <a:lnTo>
                  <a:pt x="0" y="98879"/>
                </a:lnTo>
                <a:lnTo>
                  <a:pt x="0" y="74162"/>
                </a:lnTo>
                <a:lnTo>
                  <a:pt x="0" y="49435"/>
                </a:lnTo>
                <a:lnTo>
                  <a:pt x="0" y="24717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23" name="phase-title-1">
            <a:extLst xmlns:a="http://schemas.openxmlformats.org/drawingml/2006/main">
              <a:ext uri="{FF2B5EF4-FFF2-40B4-BE49-F238E27FC236}">
                <a16:creationId xmlns:a16="http://schemas.microsoft.com/office/drawing/2014/main" id="{D85A1532-AD1F-42A5-B104-890446838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4478979"/>
            <a:ext cx="1428750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培育与转化</a:t>
            </a:r>
          </a:p>
        </p:txBody>
      </p:sp>
      <p:sp>
        <p:nvSpPr>
          <p:cNvPr id="24" name="phase-body-1">
            <a:extLst xmlns:a="http://schemas.openxmlformats.org/drawingml/2006/main">
              <a:ext uri="{FF2B5EF4-FFF2-40B4-BE49-F238E27FC236}">
                <a16:creationId xmlns:a16="http://schemas.microsoft.com/office/drawing/2014/main" id="{4505C04F-4DBF-47B0-AE96-A428E9EFC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4833195"/>
            <a:ext cx="1428750" cy="587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让有效意向沉</a:t>
            </a:r>
          </a:p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淀为长期价值</a:t>
            </a:r>
          </a:p>
        </p:txBody>
      </p:sp>
      <p:sp>
        <p:nvSpPr>
          <p:cNvPr id="25" name="action-icon-shell-1-0">
            <a:extLst xmlns:a="http://schemas.openxmlformats.org/drawingml/2006/main">
              <a:ext uri="{FF2B5EF4-FFF2-40B4-BE49-F238E27FC236}">
                <a16:creationId xmlns:a16="http://schemas.microsoft.com/office/drawing/2014/main" id="{77617BBC-2CE3-4BA3-A0CB-3C8C22902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4778273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8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949b9328f4d4d24">
            <a:extLst>
              <a:ext uri="{96DAC541-7B7A-43D3-8B79-37D633B846F1}">
                <asvg:svgBlip xmlns:asvg="http://schemas.microsoft.com/office/drawing/2016/SVG/main" r:embed="Re2a8d7aae3cf4c04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4854473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27" name="action-title-1-0">
            <a:extLst xmlns:a="http://schemas.openxmlformats.org/drawingml/2006/main">
              <a:ext uri="{FF2B5EF4-FFF2-40B4-BE49-F238E27FC236}">
                <a16:creationId xmlns:a16="http://schemas.microsoft.com/office/drawing/2014/main" id="{0C707C8C-F767-400A-A430-E4875A47A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4717256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数据打通</a:t>
            </a:r>
          </a:p>
        </p:txBody>
      </p:sp>
      <p:sp>
        <p:nvSpPr>
          <p:cNvPr id="28" name="action-body-1-0">
            <a:extLst xmlns:a="http://schemas.openxmlformats.org/drawingml/2006/main">
              <a:ext uri="{FF2B5EF4-FFF2-40B4-BE49-F238E27FC236}">
                <a16:creationId xmlns:a16="http://schemas.microsoft.com/office/drawing/2014/main" id="{6BC6C091-4EA5-4C77-93AF-94FE84936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4945856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统一分析对象</a:t>
            </a:r>
          </a:p>
        </p:txBody>
      </p:sp>
      <p:sp>
        <p:nvSpPr>
          <p:cNvPr id="29" name="action-icon-shell-1-1">
            <a:extLst xmlns:a="http://schemas.openxmlformats.org/drawingml/2006/main">
              <a:ext uri="{FF2B5EF4-FFF2-40B4-BE49-F238E27FC236}">
                <a16:creationId xmlns:a16="http://schemas.microsoft.com/office/drawing/2014/main" id="{E805EC87-5767-44C6-8D7B-D71037A02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4778273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8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c94cbbb94c74f8a">
            <a:extLst>
              <a:ext uri="{96DAC541-7B7A-43D3-8B79-37D633B846F1}">
                <asvg:svgBlip xmlns:asvg="http://schemas.microsoft.com/office/drawing/2016/SVG/main" r:embed="R2bcf01322ca64249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4854473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31" name="action-title-1-1">
            <a:extLst xmlns:a="http://schemas.openxmlformats.org/drawingml/2006/main">
              <a:ext uri="{FF2B5EF4-FFF2-40B4-BE49-F238E27FC236}">
                <a16:creationId xmlns:a16="http://schemas.microsoft.com/office/drawing/2014/main" id="{896719DD-FDBA-4C09-B84D-F8371CFEC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4717256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自动分群</a:t>
            </a:r>
          </a:p>
        </p:txBody>
      </p:sp>
      <p:sp>
        <p:nvSpPr>
          <p:cNvPr id="32" name="action-body-1-1">
            <a:extLst xmlns:a="http://schemas.openxmlformats.org/drawingml/2006/main">
              <a:ext uri="{FF2B5EF4-FFF2-40B4-BE49-F238E27FC236}">
                <a16:creationId xmlns:a16="http://schemas.microsoft.com/office/drawing/2014/main" id="{732B036D-77D0-49C2-AD2F-4DA9C6A1F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4945856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指导持续运营</a:t>
            </a:r>
          </a:p>
        </p:txBody>
      </p:sp>
      <p:sp>
        <p:nvSpPr>
          <p:cNvPr id="33" name="funnel-step-body-0">
            <a:extLst xmlns:a="http://schemas.openxmlformats.org/drawingml/2006/main">
              <a:ext uri="{FF2B5EF4-FFF2-40B4-BE49-F238E27FC236}">
                <a16:creationId xmlns:a16="http://schemas.microsoft.com/office/drawing/2014/main" id="{9B3AD1B7-E369-431E-9F2F-050962BB4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52750" y="2514600"/>
            <a:ext cx="3326711" cy="1110415"/>
          </a:xfrm>
          <a:custGeom xmlns:a="http://schemas.openxmlformats.org/drawingml/2006/main">
            <a:pathLst>
              <a:path w="3326711" h="1110415">
                <a:moveTo>
                  <a:pt x="0" y="0"/>
                </a:moveTo>
                <a:lnTo>
                  <a:pt x="14516" y="30004"/>
                </a:lnTo>
                <a:lnTo>
                  <a:pt x="29032" y="60017"/>
                </a:lnTo>
                <a:lnTo>
                  <a:pt x="43548" y="90021"/>
                </a:lnTo>
                <a:lnTo>
                  <a:pt x="58055" y="120025"/>
                </a:lnTo>
                <a:lnTo>
                  <a:pt x="72571" y="150038"/>
                </a:lnTo>
                <a:lnTo>
                  <a:pt x="87087" y="180042"/>
                </a:lnTo>
                <a:lnTo>
                  <a:pt x="101603" y="210045"/>
                </a:lnTo>
                <a:lnTo>
                  <a:pt x="116119" y="240059"/>
                </a:lnTo>
                <a:lnTo>
                  <a:pt x="130635" y="270062"/>
                </a:lnTo>
                <a:lnTo>
                  <a:pt x="145142" y="300066"/>
                </a:lnTo>
                <a:lnTo>
                  <a:pt x="159658" y="330079"/>
                </a:lnTo>
                <a:lnTo>
                  <a:pt x="174174" y="360083"/>
                </a:lnTo>
                <a:lnTo>
                  <a:pt x="188690" y="390087"/>
                </a:lnTo>
                <a:lnTo>
                  <a:pt x="203206" y="420100"/>
                </a:lnTo>
                <a:lnTo>
                  <a:pt x="217722" y="450104"/>
                </a:lnTo>
                <a:lnTo>
                  <a:pt x="232229" y="480108"/>
                </a:lnTo>
                <a:lnTo>
                  <a:pt x="246745" y="510121"/>
                </a:lnTo>
                <a:lnTo>
                  <a:pt x="261261" y="540125"/>
                </a:lnTo>
                <a:lnTo>
                  <a:pt x="275777" y="570128"/>
                </a:lnTo>
                <a:lnTo>
                  <a:pt x="290293" y="600142"/>
                </a:lnTo>
                <a:lnTo>
                  <a:pt x="304810" y="630145"/>
                </a:lnTo>
                <a:lnTo>
                  <a:pt x="319316" y="660149"/>
                </a:lnTo>
                <a:lnTo>
                  <a:pt x="333832" y="690162"/>
                </a:lnTo>
                <a:lnTo>
                  <a:pt x="348348" y="720166"/>
                </a:lnTo>
                <a:lnTo>
                  <a:pt x="362864" y="750170"/>
                </a:lnTo>
                <a:lnTo>
                  <a:pt x="377381" y="780183"/>
                </a:lnTo>
                <a:lnTo>
                  <a:pt x="391897" y="810187"/>
                </a:lnTo>
                <a:lnTo>
                  <a:pt x="406413" y="840191"/>
                </a:lnTo>
                <a:lnTo>
                  <a:pt x="420919" y="870204"/>
                </a:lnTo>
                <a:lnTo>
                  <a:pt x="435435" y="900208"/>
                </a:lnTo>
                <a:lnTo>
                  <a:pt x="449951" y="930212"/>
                </a:lnTo>
                <a:lnTo>
                  <a:pt x="464468" y="960225"/>
                </a:lnTo>
                <a:lnTo>
                  <a:pt x="478984" y="990229"/>
                </a:lnTo>
                <a:lnTo>
                  <a:pt x="493500" y="1020232"/>
                </a:lnTo>
                <a:lnTo>
                  <a:pt x="513074" y="1045445"/>
                </a:lnTo>
                <a:lnTo>
                  <a:pt x="544716" y="1055770"/>
                </a:lnTo>
                <a:lnTo>
                  <a:pt x="577348" y="1062552"/>
                </a:lnTo>
                <a:lnTo>
                  <a:pt x="610257" y="1067829"/>
                </a:lnTo>
                <a:lnTo>
                  <a:pt x="643299" y="1072201"/>
                </a:lnTo>
                <a:lnTo>
                  <a:pt x="676418" y="1075954"/>
                </a:lnTo>
                <a:lnTo>
                  <a:pt x="709593" y="1079259"/>
                </a:lnTo>
                <a:lnTo>
                  <a:pt x="742788" y="1082202"/>
                </a:lnTo>
                <a:lnTo>
                  <a:pt x="776021" y="1084850"/>
                </a:lnTo>
                <a:lnTo>
                  <a:pt x="809263" y="1087250"/>
                </a:lnTo>
                <a:lnTo>
                  <a:pt x="842524" y="1089450"/>
                </a:lnTo>
                <a:lnTo>
                  <a:pt x="875795" y="1091460"/>
                </a:lnTo>
                <a:lnTo>
                  <a:pt x="909076" y="1093327"/>
                </a:lnTo>
                <a:lnTo>
                  <a:pt x="942365" y="1095032"/>
                </a:lnTo>
                <a:lnTo>
                  <a:pt x="975665" y="1096613"/>
                </a:lnTo>
                <a:lnTo>
                  <a:pt x="1008964" y="1098071"/>
                </a:lnTo>
                <a:lnTo>
                  <a:pt x="1042273" y="1099433"/>
                </a:lnTo>
                <a:lnTo>
                  <a:pt x="1075582" y="1100671"/>
                </a:lnTo>
                <a:lnTo>
                  <a:pt x="1108891" y="1101833"/>
                </a:lnTo>
                <a:lnTo>
                  <a:pt x="1142209" y="1102900"/>
                </a:lnTo>
                <a:lnTo>
                  <a:pt x="1175528" y="1103881"/>
                </a:lnTo>
                <a:lnTo>
                  <a:pt x="1208846" y="1104786"/>
                </a:lnTo>
                <a:lnTo>
                  <a:pt x="1242174" y="1105605"/>
                </a:lnTo>
                <a:lnTo>
                  <a:pt x="1275493" y="1106357"/>
                </a:lnTo>
                <a:lnTo>
                  <a:pt x="1308821" y="1107043"/>
                </a:lnTo>
                <a:lnTo>
                  <a:pt x="1342149" y="1107662"/>
                </a:lnTo>
                <a:lnTo>
                  <a:pt x="1375477" y="1108205"/>
                </a:lnTo>
                <a:lnTo>
                  <a:pt x="1408805" y="1108691"/>
                </a:lnTo>
                <a:lnTo>
                  <a:pt x="1442133" y="1109110"/>
                </a:lnTo>
                <a:lnTo>
                  <a:pt x="1475470" y="1109482"/>
                </a:lnTo>
                <a:lnTo>
                  <a:pt x="1508798" y="1109777"/>
                </a:lnTo>
                <a:lnTo>
                  <a:pt x="1542136" y="1110024"/>
                </a:lnTo>
                <a:lnTo>
                  <a:pt x="1575464" y="1110205"/>
                </a:lnTo>
                <a:lnTo>
                  <a:pt x="1608801" y="1110339"/>
                </a:lnTo>
                <a:lnTo>
                  <a:pt x="1642129" y="1110405"/>
                </a:lnTo>
                <a:lnTo>
                  <a:pt x="1675467" y="1110415"/>
                </a:lnTo>
                <a:lnTo>
                  <a:pt x="1708795" y="1110377"/>
                </a:lnTo>
                <a:lnTo>
                  <a:pt x="1742132" y="1110272"/>
                </a:lnTo>
                <a:lnTo>
                  <a:pt x="1775460" y="1110120"/>
                </a:lnTo>
                <a:lnTo>
                  <a:pt x="1808798" y="1109901"/>
                </a:lnTo>
                <a:lnTo>
                  <a:pt x="1842125" y="1109624"/>
                </a:lnTo>
                <a:lnTo>
                  <a:pt x="1875453" y="1109291"/>
                </a:lnTo>
                <a:lnTo>
                  <a:pt x="1908791" y="1108901"/>
                </a:lnTo>
                <a:lnTo>
                  <a:pt x="1942119" y="1108453"/>
                </a:lnTo>
                <a:lnTo>
                  <a:pt x="1975447" y="1107929"/>
                </a:lnTo>
                <a:lnTo>
                  <a:pt x="2008775" y="1107348"/>
                </a:lnTo>
                <a:lnTo>
                  <a:pt x="2042103" y="1106700"/>
                </a:lnTo>
                <a:lnTo>
                  <a:pt x="2075431" y="1105976"/>
                </a:lnTo>
                <a:lnTo>
                  <a:pt x="2108749" y="1105186"/>
                </a:lnTo>
                <a:lnTo>
                  <a:pt x="2142068" y="1104329"/>
                </a:lnTo>
                <a:lnTo>
                  <a:pt x="2175396" y="1103386"/>
                </a:lnTo>
                <a:lnTo>
                  <a:pt x="2208705" y="1102357"/>
                </a:lnTo>
                <a:lnTo>
                  <a:pt x="2242023" y="1101252"/>
                </a:lnTo>
                <a:lnTo>
                  <a:pt x="2275332" y="1100042"/>
                </a:lnTo>
                <a:lnTo>
                  <a:pt x="2308641" y="1098747"/>
                </a:lnTo>
                <a:lnTo>
                  <a:pt x="2341950" y="1097337"/>
                </a:lnTo>
                <a:lnTo>
                  <a:pt x="2375240" y="1095813"/>
                </a:lnTo>
                <a:lnTo>
                  <a:pt x="2408539" y="1094175"/>
                </a:lnTo>
                <a:lnTo>
                  <a:pt x="2441819" y="1092384"/>
                </a:lnTo>
                <a:lnTo>
                  <a:pt x="2475100" y="1090451"/>
                </a:lnTo>
                <a:lnTo>
                  <a:pt x="2508361" y="1088346"/>
                </a:lnTo>
                <a:lnTo>
                  <a:pt x="2541613" y="1086041"/>
                </a:lnTo>
                <a:lnTo>
                  <a:pt x="2574855" y="1083516"/>
                </a:lnTo>
                <a:lnTo>
                  <a:pt x="2608069" y="1080726"/>
                </a:lnTo>
                <a:lnTo>
                  <a:pt x="2641254" y="1077611"/>
                </a:lnTo>
                <a:lnTo>
                  <a:pt x="2674401" y="1074087"/>
                </a:lnTo>
                <a:lnTo>
                  <a:pt x="2707491" y="1070039"/>
                </a:lnTo>
                <a:lnTo>
                  <a:pt x="2740476" y="1065247"/>
                </a:lnTo>
                <a:lnTo>
                  <a:pt x="2773270" y="1059313"/>
                </a:lnTo>
                <a:lnTo>
                  <a:pt x="2805579" y="1051179"/>
                </a:lnTo>
                <a:lnTo>
                  <a:pt x="2833926" y="1034996"/>
                </a:lnTo>
                <a:lnTo>
                  <a:pt x="2847737" y="1004773"/>
                </a:lnTo>
                <a:lnTo>
                  <a:pt x="2862243" y="974769"/>
                </a:lnTo>
                <a:lnTo>
                  <a:pt x="2876760" y="944756"/>
                </a:lnTo>
                <a:lnTo>
                  <a:pt x="2891276" y="914752"/>
                </a:lnTo>
                <a:lnTo>
                  <a:pt x="2905792" y="884749"/>
                </a:lnTo>
                <a:lnTo>
                  <a:pt x="2920308" y="854735"/>
                </a:lnTo>
                <a:lnTo>
                  <a:pt x="2934824" y="824732"/>
                </a:lnTo>
                <a:lnTo>
                  <a:pt x="2949340" y="794728"/>
                </a:lnTo>
                <a:lnTo>
                  <a:pt x="2963847" y="764715"/>
                </a:lnTo>
                <a:lnTo>
                  <a:pt x="2978363" y="734711"/>
                </a:lnTo>
                <a:lnTo>
                  <a:pt x="2992879" y="704707"/>
                </a:lnTo>
                <a:lnTo>
                  <a:pt x="3007395" y="674694"/>
                </a:lnTo>
                <a:lnTo>
                  <a:pt x="3021911" y="644690"/>
                </a:lnTo>
                <a:lnTo>
                  <a:pt x="3036427" y="614686"/>
                </a:lnTo>
                <a:lnTo>
                  <a:pt x="3050934" y="584673"/>
                </a:lnTo>
                <a:lnTo>
                  <a:pt x="3065450" y="554669"/>
                </a:lnTo>
                <a:lnTo>
                  <a:pt x="3079966" y="524666"/>
                </a:lnTo>
                <a:lnTo>
                  <a:pt x="3094482" y="494652"/>
                </a:lnTo>
                <a:lnTo>
                  <a:pt x="3108998" y="464649"/>
                </a:lnTo>
                <a:lnTo>
                  <a:pt x="3123514" y="434645"/>
                </a:lnTo>
                <a:lnTo>
                  <a:pt x="3138021" y="404632"/>
                </a:lnTo>
                <a:lnTo>
                  <a:pt x="3152537" y="374628"/>
                </a:lnTo>
                <a:lnTo>
                  <a:pt x="3167053" y="344624"/>
                </a:lnTo>
                <a:lnTo>
                  <a:pt x="3181569" y="314611"/>
                </a:lnTo>
                <a:lnTo>
                  <a:pt x="3196085" y="284607"/>
                </a:lnTo>
                <a:lnTo>
                  <a:pt x="3210601" y="254603"/>
                </a:lnTo>
                <a:lnTo>
                  <a:pt x="3225108" y="224590"/>
                </a:lnTo>
                <a:lnTo>
                  <a:pt x="3239624" y="194586"/>
                </a:lnTo>
                <a:lnTo>
                  <a:pt x="3254140" y="164582"/>
                </a:lnTo>
                <a:lnTo>
                  <a:pt x="3268656" y="134569"/>
                </a:lnTo>
                <a:lnTo>
                  <a:pt x="3283172" y="104565"/>
                </a:lnTo>
                <a:lnTo>
                  <a:pt x="3297688" y="74562"/>
                </a:lnTo>
                <a:lnTo>
                  <a:pt x="3312204" y="44548"/>
                </a:lnTo>
                <a:lnTo>
                  <a:pt x="3326711" y="14545"/>
                </a:lnTo>
                <a:lnTo>
                  <a:pt x="3321415" y="10773"/>
                </a:lnTo>
                <a:lnTo>
                  <a:pt x="3289421" y="19955"/>
                </a:lnTo>
                <a:lnTo>
                  <a:pt x="3256626" y="25898"/>
                </a:lnTo>
                <a:lnTo>
                  <a:pt x="3223612" y="30518"/>
                </a:lnTo>
                <a:lnTo>
                  <a:pt x="3190504" y="34376"/>
                </a:lnTo>
                <a:lnTo>
                  <a:pt x="3157337" y="37719"/>
                </a:lnTo>
                <a:lnTo>
                  <a:pt x="3124143" y="40681"/>
                </a:lnTo>
                <a:lnTo>
                  <a:pt x="3090910" y="43339"/>
                </a:lnTo>
                <a:lnTo>
                  <a:pt x="3057668" y="45768"/>
                </a:lnTo>
                <a:lnTo>
                  <a:pt x="3024407" y="47996"/>
                </a:lnTo>
                <a:lnTo>
                  <a:pt x="2991136" y="50044"/>
                </a:lnTo>
                <a:lnTo>
                  <a:pt x="2957865" y="51949"/>
                </a:lnTo>
                <a:lnTo>
                  <a:pt x="2924575" y="53740"/>
                </a:lnTo>
                <a:lnTo>
                  <a:pt x="2891285" y="55397"/>
                </a:lnTo>
                <a:lnTo>
                  <a:pt x="2857986" y="56960"/>
                </a:lnTo>
                <a:lnTo>
                  <a:pt x="2824686" y="58426"/>
                </a:lnTo>
                <a:lnTo>
                  <a:pt x="2791387" y="59817"/>
                </a:lnTo>
                <a:lnTo>
                  <a:pt x="2758078" y="61122"/>
                </a:lnTo>
                <a:lnTo>
                  <a:pt x="2724769" y="62360"/>
                </a:lnTo>
                <a:lnTo>
                  <a:pt x="2691451" y="63522"/>
                </a:lnTo>
                <a:lnTo>
                  <a:pt x="2658142" y="64627"/>
                </a:lnTo>
                <a:lnTo>
                  <a:pt x="2624823" y="65665"/>
                </a:lnTo>
                <a:lnTo>
                  <a:pt x="2591505" y="66656"/>
                </a:lnTo>
                <a:lnTo>
                  <a:pt x="2558186" y="67589"/>
                </a:lnTo>
                <a:lnTo>
                  <a:pt x="2524858" y="68475"/>
                </a:lnTo>
                <a:lnTo>
                  <a:pt x="2491540" y="69323"/>
                </a:lnTo>
                <a:lnTo>
                  <a:pt x="2458222" y="70114"/>
                </a:lnTo>
                <a:lnTo>
                  <a:pt x="2424894" y="70856"/>
                </a:lnTo>
                <a:lnTo>
                  <a:pt x="2391566" y="71571"/>
                </a:lnTo>
                <a:lnTo>
                  <a:pt x="2358238" y="72228"/>
                </a:lnTo>
                <a:lnTo>
                  <a:pt x="2324910" y="72857"/>
                </a:lnTo>
                <a:lnTo>
                  <a:pt x="2291582" y="73447"/>
                </a:lnTo>
                <a:lnTo>
                  <a:pt x="2258254" y="74000"/>
                </a:lnTo>
                <a:lnTo>
                  <a:pt x="2224926" y="74524"/>
                </a:lnTo>
                <a:lnTo>
                  <a:pt x="2191598" y="75009"/>
                </a:lnTo>
                <a:lnTo>
                  <a:pt x="2158270" y="75457"/>
                </a:lnTo>
                <a:lnTo>
                  <a:pt x="2124942" y="75876"/>
                </a:lnTo>
                <a:lnTo>
                  <a:pt x="2091604" y="76267"/>
                </a:lnTo>
                <a:lnTo>
                  <a:pt x="2058276" y="76619"/>
                </a:lnTo>
                <a:lnTo>
                  <a:pt x="2024948" y="76943"/>
                </a:lnTo>
                <a:lnTo>
                  <a:pt x="1991611" y="77238"/>
                </a:lnTo>
                <a:lnTo>
                  <a:pt x="1958283" y="77495"/>
                </a:lnTo>
                <a:lnTo>
                  <a:pt x="1924945" y="77734"/>
                </a:lnTo>
                <a:lnTo>
                  <a:pt x="1891617" y="77943"/>
                </a:lnTo>
                <a:lnTo>
                  <a:pt x="1858280" y="78115"/>
                </a:lnTo>
                <a:lnTo>
                  <a:pt x="1824952" y="78267"/>
                </a:lnTo>
                <a:lnTo>
                  <a:pt x="1791614" y="78381"/>
                </a:lnTo>
                <a:lnTo>
                  <a:pt x="1758286" y="78476"/>
                </a:lnTo>
                <a:lnTo>
                  <a:pt x="1724949" y="78534"/>
                </a:lnTo>
                <a:lnTo>
                  <a:pt x="1691621" y="78572"/>
                </a:lnTo>
                <a:lnTo>
                  <a:pt x="1658283" y="78581"/>
                </a:lnTo>
                <a:lnTo>
                  <a:pt x="1624955" y="78562"/>
                </a:lnTo>
                <a:lnTo>
                  <a:pt x="1591618" y="78505"/>
                </a:lnTo>
                <a:lnTo>
                  <a:pt x="1558290" y="78429"/>
                </a:lnTo>
                <a:lnTo>
                  <a:pt x="1524953" y="78324"/>
                </a:lnTo>
                <a:lnTo>
                  <a:pt x="1491625" y="78191"/>
                </a:lnTo>
                <a:lnTo>
                  <a:pt x="1458287" y="78029"/>
                </a:lnTo>
                <a:lnTo>
                  <a:pt x="1424959" y="77838"/>
                </a:lnTo>
                <a:lnTo>
                  <a:pt x="1391622" y="77619"/>
                </a:lnTo>
                <a:lnTo>
                  <a:pt x="1358294" y="77372"/>
                </a:lnTo>
                <a:lnTo>
                  <a:pt x="1324966" y="77086"/>
                </a:lnTo>
                <a:lnTo>
                  <a:pt x="1291628" y="76781"/>
                </a:lnTo>
                <a:lnTo>
                  <a:pt x="1258300" y="76438"/>
                </a:lnTo>
                <a:lnTo>
                  <a:pt x="1224972" y="76067"/>
                </a:lnTo>
                <a:lnTo>
                  <a:pt x="1191635" y="75667"/>
                </a:lnTo>
                <a:lnTo>
                  <a:pt x="1158307" y="75228"/>
                </a:lnTo>
                <a:lnTo>
                  <a:pt x="1124979" y="74762"/>
                </a:lnTo>
                <a:lnTo>
                  <a:pt x="1091651" y="74266"/>
                </a:lnTo>
                <a:lnTo>
                  <a:pt x="1058323" y="73724"/>
                </a:lnTo>
                <a:lnTo>
                  <a:pt x="1024995" y="73152"/>
                </a:lnTo>
                <a:lnTo>
                  <a:pt x="991667" y="72542"/>
                </a:lnTo>
                <a:lnTo>
                  <a:pt x="958339" y="71895"/>
                </a:lnTo>
                <a:lnTo>
                  <a:pt x="925011" y="71199"/>
                </a:lnTo>
                <a:lnTo>
                  <a:pt x="891683" y="70475"/>
                </a:lnTo>
                <a:lnTo>
                  <a:pt x="858364" y="69704"/>
                </a:lnTo>
                <a:lnTo>
                  <a:pt x="825036" y="68885"/>
                </a:lnTo>
                <a:lnTo>
                  <a:pt x="791718" y="68028"/>
                </a:lnTo>
                <a:lnTo>
                  <a:pt x="758400" y="67113"/>
                </a:lnTo>
                <a:lnTo>
                  <a:pt x="725081" y="66151"/>
                </a:lnTo>
                <a:lnTo>
                  <a:pt x="691763" y="65132"/>
                </a:lnTo>
                <a:lnTo>
                  <a:pt x="658444" y="64056"/>
                </a:lnTo>
                <a:lnTo>
                  <a:pt x="625135" y="62922"/>
                </a:lnTo>
                <a:lnTo>
                  <a:pt x="591817" y="61722"/>
                </a:lnTo>
                <a:lnTo>
                  <a:pt x="558508" y="60455"/>
                </a:lnTo>
                <a:lnTo>
                  <a:pt x="525209" y="59112"/>
                </a:lnTo>
                <a:lnTo>
                  <a:pt x="491900" y="57693"/>
                </a:lnTo>
                <a:lnTo>
                  <a:pt x="458600" y="56169"/>
                </a:lnTo>
                <a:lnTo>
                  <a:pt x="425310" y="54550"/>
                </a:lnTo>
                <a:lnTo>
                  <a:pt x="392020" y="52826"/>
                </a:lnTo>
                <a:lnTo>
                  <a:pt x="358740" y="50987"/>
                </a:lnTo>
                <a:lnTo>
                  <a:pt x="325469" y="49006"/>
                </a:lnTo>
                <a:lnTo>
                  <a:pt x="292198" y="46873"/>
                </a:lnTo>
                <a:lnTo>
                  <a:pt x="258947" y="44548"/>
                </a:lnTo>
                <a:lnTo>
                  <a:pt x="225714" y="42005"/>
                </a:lnTo>
                <a:lnTo>
                  <a:pt x="192500" y="39195"/>
                </a:lnTo>
                <a:lnTo>
                  <a:pt x="159315" y="36052"/>
                </a:lnTo>
                <a:lnTo>
                  <a:pt x="126178" y="32471"/>
                </a:lnTo>
                <a:lnTo>
                  <a:pt x="93107" y="28251"/>
                </a:lnTo>
                <a:lnTo>
                  <a:pt x="60188" y="23060"/>
                </a:lnTo>
                <a:lnTo>
                  <a:pt x="27642" y="15926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34" name="funnel-step-cap-0">
            <a:extLst xmlns:a="http://schemas.openxmlformats.org/drawingml/2006/main">
              <a:ext uri="{FF2B5EF4-FFF2-40B4-BE49-F238E27FC236}">
                <a16:creationId xmlns:a16="http://schemas.microsoft.com/office/drawing/2014/main" id="{168B734A-E15A-44D0-8252-E04EBBD07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52750" y="2390775"/>
            <a:ext cx="33337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35" name="funnel-step-body-1">
            <a:extLst xmlns:a="http://schemas.openxmlformats.org/drawingml/2006/main">
              <a:ext uri="{FF2B5EF4-FFF2-40B4-BE49-F238E27FC236}">
                <a16:creationId xmlns:a16="http://schemas.microsoft.com/office/drawing/2014/main" id="{2FC7C419-1398-445E-87A8-17DBDABCF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451860" y="3727418"/>
            <a:ext cx="2334397" cy="1110520"/>
          </a:xfrm>
          <a:custGeom xmlns:a="http://schemas.openxmlformats.org/drawingml/2006/main">
            <a:pathLst>
              <a:path w="2334397" h="1110520">
                <a:moveTo>
                  <a:pt x="0" y="0"/>
                </a:moveTo>
                <a:lnTo>
                  <a:pt x="8906" y="24060"/>
                </a:lnTo>
                <a:lnTo>
                  <a:pt x="17812" y="48120"/>
                </a:lnTo>
                <a:lnTo>
                  <a:pt x="26718" y="72180"/>
                </a:lnTo>
                <a:lnTo>
                  <a:pt x="35633" y="96241"/>
                </a:lnTo>
                <a:lnTo>
                  <a:pt x="44539" y="120301"/>
                </a:lnTo>
                <a:lnTo>
                  <a:pt x="53445" y="144361"/>
                </a:lnTo>
                <a:lnTo>
                  <a:pt x="62351" y="168412"/>
                </a:lnTo>
                <a:lnTo>
                  <a:pt x="71257" y="192472"/>
                </a:lnTo>
                <a:lnTo>
                  <a:pt x="80162" y="216532"/>
                </a:lnTo>
                <a:lnTo>
                  <a:pt x="89078" y="240592"/>
                </a:lnTo>
                <a:lnTo>
                  <a:pt x="97984" y="264652"/>
                </a:lnTo>
                <a:lnTo>
                  <a:pt x="106890" y="288712"/>
                </a:lnTo>
                <a:lnTo>
                  <a:pt x="115795" y="312772"/>
                </a:lnTo>
                <a:lnTo>
                  <a:pt x="124701" y="336833"/>
                </a:lnTo>
                <a:lnTo>
                  <a:pt x="133607" y="360893"/>
                </a:lnTo>
                <a:lnTo>
                  <a:pt x="142513" y="384953"/>
                </a:lnTo>
                <a:lnTo>
                  <a:pt x="151428" y="409013"/>
                </a:lnTo>
                <a:lnTo>
                  <a:pt x="160334" y="433073"/>
                </a:lnTo>
                <a:lnTo>
                  <a:pt x="169240" y="457124"/>
                </a:lnTo>
                <a:lnTo>
                  <a:pt x="178146" y="481184"/>
                </a:lnTo>
                <a:lnTo>
                  <a:pt x="187052" y="505244"/>
                </a:lnTo>
                <a:lnTo>
                  <a:pt x="195958" y="529304"/>
                </a:lnTo>
                <a:lnTo>
                  <a:pt x="204873" y="553364"/>
                </a:lnTo>
                <a:lnTo>
                  <a:pt x="213779" y="577425"/>
                </a:lnTo>
                <a:lnTo>
                  <a:pt x="222685" y="601485"/>
                </a:lnTo>
                <a:lnTo>
                  <a:pt x="231591" y="625545"/>
                </a:lnTo>
                <a:lnTo>
                  <a:pt x="240497" y="649605"/>
                </a:lnTo>
                <a:lnTo>
                  <a:pt x="249403" y="673665"/>
                </a:lnTo>
                <a:lnTo>
                  <a:pt x="258308" y="697725"/>
                </a:lnTo>
                <a:lnTo>
                  <a:pt x="267224" y="721785"/>
                </a:lnTo>
                <a:lnTo>
                  <a:pt x="276130" y="745846"/>
                </a:lnTo>
                <a:lnTo>
                  <a:pt x="285036" y="769896"/>
                </a:lnTo>
                <a:lnTo>
                  <a:pt x="293942" y="793956"/>
                </a:lnTo>
                <a:lnTo>
                  <a:pt x="302847" y="818017"/>
                </a:lnTo>
                <a:lnTo>
                  <a:pt x="311753" y="842077"/>
                </a:lnTo>
                <a:lnTo>
                  <a:pt x="320669" y="866137"/>
                </a:lnTo>
                <a:lnTo>
                  <a:pt x="329575" y="890197"/>
                </a:lnTo>
                <a:lnTo>
                  <a:pt x="338480" y="914257"/>
                </a:lnTo>
                <a:lnTo>
                  <a:pt x="347386" y="938317"/>
                </a:lnTo>
                <a:lnTo>
                  <a:pt x="356292" y="962377"/>
                </a:lnTo>
                <a:lnTo>
                  <a:pt x="365198" y="986438"/>
                </a:lnTo>
                <a:lnTo>
                  <a:pt x="374113" y="1010498"/>
                </a:lnTo>
                <a:lnTo>
                  <a:pt x="382419" y="1034691"/>
                </a:lnTo>
                <a:lnTo>
                  <a:pt x="401222" y="1051093"/>
                </a:lnTo>
                <a:lnTo>
                  <a:pt x="425263" y="1059990"/>
                </a:lnTo>
                <a:lnTo>
                  <a:pt x="450094" y="1066438"/>
                </a:lnTo>
                <a:lnTo>
                  <a:pt x="475221" y="1071591"/>
                </a:lnTo>
                <a:lnTo>
                  <a:pt x="500510" y="1075925"/>
                </a:lnTo>
                <a:lnTo>
                  <a:pt x="525885" y="1079659"/>
                </a:lnTo>
                <a:lnTo>
                  <a:pt x="551326" y="1082954"/>
                </a:lnTo>
                <a:lnTo>
                  <a:pt x="576815" y="1085879"/>
                </a:lnTo>
                <a:lnTo>
                  <a:pt x="602332" y="1088517"/>
                </a:lnTo>
                <a:lnTo>
                  <a:pt x="627878" y="1090898"/>
                </a:lnTo>
                <a:lnTo>
                  <a:pt x="653444" y="1093060"/>
                </a:lnTo>
                <a:lnTo>
                  <a:pt x="679028" y="1095032"/>
                </a:lnTo>
                <a:lnTo>
                  <a:pt x="704612" y="1096842"/>
                </a:lnTo>
                <a:lnTo>
                  <a:pt x="730215" y="1098490"/>
                </a:lnTo>
                <a:lnTo>
                  <a:pt x="755828" y="1099995"/>
                </a:lnTo>
                <a:lnTo>
                  <a:pt x="781450" y="1101376"/>
                </a:lnTo>
                <a:lnTo>
                  <a:pt x="807072" y="1102633"/>
                </a:lnTo>
                <a:lnTo>
                  <a:pt x="832704" y="1103786"/>
                </a:lnTo>
                <a:lnTo>
                  <a:pt x="858336" y="1104824"/>
                </a:lnTo>
                <a:lnTo>
                  <a:pt x="883977" y="1105767"/>
                </a:lnTo>
                <a:lnTo>
                  <a:pt x="909618" y="1106615"/>
                </a:lnTo>
                <a:lnTo>
                  <a:pt x="935260" y="1107377"/>
                </a:lnTo>
                <a:lnTo>
                  <a:pt x="960901" y="1108043"/>
                </a:lnTo>
                <a:lnTo>
                  <a:pt x="986552" y="1108634"/>
                </a:lnTo>
                <a:lnTo>
                  <a:pt x="1012203" y="1109129"/>
                </a:lnTo>
                <a:lnTo>
                  <a:pt x="1037854" y="1109558"/>
                </a:lnTo>
                <a:lnTo>
                  <a:pt x="1063504" y="1109901"/>
                </a:lnTo>
                <a:lnTo>
                  <a:pt x="1089165" y="1110167"/>
                </a:lnTo>
                <a:lnTo>
                  <a:pt x="1114816" y="1110358"/>
                </a:lnTo>
                <a:lnTo>
                  <a:pt x="1140476" y="1110472"/>
                </a:lnTo>
                <a:lnTo>
                  <a:pt x="1166127" y="1110520"/>
                </a:lnTo>
                <a:lnTo>
                  <a:pt x="1191787" y="1110482"/>
                </a:lnTo>
                <a:lnTo>
                  <a:pt x="1217438" y="1110377"/>
                </a:lnTo>
                <a:lnTo>
                  <a:pt x="1243089" y="1110196"/>
                </a:lnTo>
                <a:lnTo>
                  <a:pt x="1268749" y="1109939"/>
                </a:lnTo>
                <a:lnTo>
                  <a:pt x="1294400" y="1109605"/>
                </a:lnTo>
                <a:lnTo>
                  <a:pt x="1320051" y="1109186"/>
                </a:lnTo>
                <a:lnTo>
                  <a:pt x="1345702" y="1108700"/>
                </a:lnTo>
                <a:lnTo>
                  <a:pt x="1371352" y="1108119"/>
                </a:lnTo>
                <a:lnTo>
                  <a:pt x="1396994" y="1107462"/>
                </a:lnTo>
                <a:lnTo>
                  <a:pt x="1422644" y="1106719"/>
                </a:lnTo>
                <a:lnTo>
                  <a:pt x="1448286" y="1105881"/>
                </a:lnTo>
                <a:lnTo>
                  <a:pt x="1473927" y="1104957"/>
                </a:lnTo>
                <a:lnTo>
                  <a:pt x="1499559" y="1103919"/>
                </a:lnTo>
                <a:lnTo>
                  <a:pt x="1525191" y="1102795"/>
                </a:lnTo>
                <a:lnTo>
                  <a:pt x="1550813" y="1101547"/>
                </a:lnTo>
                <a:lnTo>
                  <a:pt x="1576435" y="1100185"/>
                </a:lnTo>
                <a:lnTo>
                  <a:pt x="1602048" y="1098690"/>
                </a:lnTo>
                <a:lnTo>
                  <a:pt x="1627642" y="1097051"/>
                </a:lnTo>
                <a:lnTo>
                  <a:pt x="1653235" y="1095280"/>
                </a:lnTo>
                <a:lnTo>
                  <a:pt x="1678819" y="1093327"/>
                </a:lnTo>
                <a:lnTo>
                  <a:pt x="1704384" y="1091184"/>
                </a:lnTo>
                <a:lnTo>
                  <a:pt x="1729931" y="1088831"/>
                </a:lnTo>
                <a:lnTo>
                  <a:pt x="1755458" y="1086231"/>
                </a:lnTo>
                <a:lnTo>
                  <a:pt x="1780946" y="1083345"/>
                </a:lnTo>
                <a:lnTo>
                  <a:pt x="1806397" y="1080106"/>
                </a:lnTo>
                <a:lnTo>
                  <a:pt x="1831791" y="1076430"/>
                </a:lnTo>
                <a:lnTo>
                  <a:pt x="1857089" y="1072182"/>
                </a:lnTo>
                <a:lnTo>
                  <a:pt x="1882245" y="1067152"/>
                </a:lnTo>
                <a:lnTo>
                  <a:pt x="1907124" y="1060914"/>
                </a:lnTo>
                <a:lnTo>
                  <a:pt x="1931327" y="1052455"/>
                </a:lnTo>
                <a:lnTo>
                  <a:pt x="1951853" y="1037711"/>
                </a:lnTo>
                <a:lnTo>
                  <a:pt x="1960283" y="1013565"/>
                </a:lnTo>
                <a:lnTo>
                  <a:pt x="1969189" y="989505"/>
                </a:lnTo>
                <a:lnTo>
                  <a:pt x="1978095" y="965444"/>
                </a:lnTo>
                <a:lnTo>
                  <a:pt x="1987010" y="941384"/>
                </a:lnTo>
                <a:lnTo>
                  <a:pt x="1995916" y="917324"/>
                </a:lnTo>
                <a:lnTo>
                  <a:pt x="2004822" y="893274"/>
                </a:lnTo>
                <a:lnTo>
                  <a:pt x="2013728" y="869213"/>
                </a:lnTo>
                <a:lnTo>
                  <a:pt x="2022634" y="845153"/>
                </a:lnTo>
                <a:lnTo>
                  <a:pt x="2031540" y="821093"/>
                </a:lnTo>
                <a:lnTo>
                  <a:pt x="2040455" y="797033"/>
                </a:lnTo>
                <a:lnTo>
                  <a:pt x="2049361" y="772973"/>
                </a:lnTo>
                <a:lnTo>
                  <a:pt x="2058267" y="748913"/>
                </a:lnTo>
                <a:lnTo>
                  <a:pt x="2067173" y="724853"/>
                </a:lnTo>
                <a:lnTo>
                  <a:pt x="2076079" y="700792"/>
                </a:lnTo>
                <a:lnTo>
                  <a:pt x="2084984" y="676732"/>
                </a:lnTo>
                <a:lnTo>
                  <a:pt x="2093890" y="652672"/>
                </a:lnTo>
                <a:lnTo>
                  <a:pt x="2102806" y="628612"/>
                </a:lnTo>
                <a:lnTo>
                  <a:pt x="2111712" y="604552"/>
                </a:lnTo>
                <a:lnTo>
                  <a:pt x="2120617" y="580501"/>
                </a:lnTo>
                <a:lnTo>
                  <a:pt x="2129523" y="556441"/>
                </a:lnTo>
                <a:lnTo>
                  <a:pt x="2138429" y="532381"/>
                </a:lnTo>
                <a:lnTo>
                  <a:pt x="2147335" y="508321"/>
                </a:lnTo>
                <a:lnTo>
                  <a:pt x="2156250" y="484261"/>
                </a:lnTo>
                <a:lnTo>
                  <a:pt x="2165156" y="460200"/>
                </a:lnTo>
                <a:lnTo>
                  <a:pt x="2174062" y="436140"/>
                </a:lnTo>
                <a:lnTo>
                  <a:pt x="2182968" y="412080"/>
                </a:lnTo>
                <a:lnTo>
                  <a:pt x="2191874" y="388020"/>
                </a:lnTo>
                <a:lnTo>
                  <a:pt x="2200780" y="363960"/>
                </a:lnTo>
                <a:lnTo>
                  <a:pt x="2209686" y="339900"/>
                </a:lnTo>
                <a:lnTo>
                  <a:pt x="2218601" y="315839"/>
                </a:lnTo>
                <a:lnTo>
                  <a:pt x="2227507" y="291779"/>
                </a:lnTo>
                <a:lnTo>
                  <a:pt x="2236413" y="267729"/>
                </a:lnTo>
                <a:lnTo>
                  <a:pt x="2245319" y="243669"/>
                </a:lnTo>
                <a:lnTo>
                  <a:pt x="2254225" y="219608"/>
                </a:lnTo>
                <a:lnTo>
                  <a:pt x="2263130" y="195548"/>
                </a:lnTo>
                <a:lnTo>
                  <a:pt x="2272046" y="171488"/>
                </a:lnTo>
                <a:lnTo>
                  <a:pt x="2280952" y="147428"/>
                </a:lnTo>
                <a:lnTo>
                  <a:pt x="2289858" y="123368"/>
                </a:lnTo>
                <a:lnTo>
                  <a:pt x="2298764" y="99308"/>
                </a:lnTo>
                <a:lnTo>
                  <a:pt x="2307669" y="75248"/>
                </a:lnTo>
                <a:lnTo>
                  <a:pt x="2316575" y="51187"/>
                </a:lnTo>
                <a:lnTo>
                  <a:pt x="2325481" y="27127"/>
                </a:lnTo>
                <a:lnTo>
                  <a:pt x="2334397" y="3067"/>
                </a:lnTo>
                <a:lnTo>
                  <a:pt x="2319804" y="14411"/>
                </a:lnTo>
                <a:lnTo>
                  <a:pt x="2295487" y="22508"/>
                </a:lnTo>
                <a:lnTo>
                  <a:pt x="2270474" y="28223"/>
                </a:lnTo>
                <a:lnTo>
                  <a:pt x="2245233" y="32776"/>
                </a:lnTo>
                <a:lnTo>
                  <a:pt x="2219868" y="36624"/>
                </a:lnTo>
                <a:lnTo>
                  <a:pt x="2194427" y="39976"/>
                </a:lnTo>
                <a:lnTo>
                  <a:pt x="2168947" y="42958"/>
                </a:lnTo>
                <a:lnTo>
                  <a:pt x="2143430" y="45634"/>
                </a:lnTo>
                <a:lnTo>
                  <a:pt x="2117893" y="48073"/>
                </a:lnTo>
                <a:lnTo>
                  <a:pt x="2092338" y="50311"/>
                </a:lnTo>
                <a:lnTo>
                  <a:pt x="2066763" y="52378"/>
                </a:lnTo>
                <a:lnTo>
                  <a:pt x="2041179" y="54293"/>
                </a:lnTo>
                <a:lnTo>
                  <a:pt x="2015585" y="56074"/>
                </a:lnTo>
                <a:lnTo>
                  <a:pt x="1989992" y="57750"/>
                </a:lnTo>
                <a:lnTo>
                  <a:pt x="1964379" y="59303"/>
                </a:lnTo>
                <a:lnTo>
                  <a:pt x="1938766" y="60760"/>
                </a:lnTo>
                <a:lnTo>
                  <a:pt x="1913144" y="62132"/>
                </a:lnTo>
                <a:lnTo>
                  <a:pt x="1887522" y="63427"/>
                </a:lnTo>
                <a:lnTo>
                  <a:pt x="1861899" y="64637"/>
                </a:lnTo>
                <a:lnTo>
                  <a:pt x="1836268" y="65780"/>
                </a:lnTo>
                <a:lnTo>
                  <a:pt x="1810636" y="66856"/>
                </a:lnTo>
                <a:lnTo>
                  <a:pt x="1785004" y="67866"/>
                </a:lnTo>
                <a:lnTo>
                  <a:pt x="1759363" y="68818"/>
                </a:lnTo>
                <a:lnTo>
                  <a:pt x="1733721" y="69723"/>
                </a:lnTo>
                <a:lnTo>
                  <a:pt x="1708080" y="70561"/>
                </a:lnTo>
                <a:lnTo>
                  <a:pt x="1682439" y="71352"/>
                </a:lnTo>
                <a:lnTo>
                  <a:pt x="1656798" y="72104"/>
                </a:lnTo>
                <a:lnTo>
                  <a:pt x="1631147" y="72800"/>
                </a:lnTo>
                <a:lnTo>
                  <a:pt x="1605505" y="73447"/>
                </a:lnTo>
                <a:lnTo>
                  <a:pt x="1579855" y="74057"/>
                </a:lnTo>
                <a:lnTo>
                  <a:pt x="1554204" y="74619"/>
                </a:lnTo>
                <a:lnTo>
                  <a:pt x="1528553" y="75143"/>
                </a:lnTo>
                <a:lnTo>
                  <a:pt x="1502902" y="75629"/>
                </a:lnTo>
                <a:lnTo>
                  <a:pt x="1477251" y="76067"/>
                </a:lnTo>
                <a:lnTo>
                  <a:pt x="1451600" y="76476"/>
                </a:lnTo>
                <a:lnTo>
                  <a:pt x="1425950" y="76848"/>
                </a:lnTo>
                <a:lnTo>
                  <a:pt x="1400299" y="77172"/>
                </a:lnTo>
                <a:lnTo>
                  <a:pt x="1374638" y="77467"/>
                </a:lnTo>
                <a:lnTo>
                  <a:pt x="1348988" y="77734"/>
                </a:lnTo>
                <a:lnTo>
                  <a:pt x="1323337" y="77953"/>
                </a:lnTo>
                <a:lnTo>
                  <a:pt x="1297676" y="78143"/>
                </a:lnTo>
                <a:lnTo>
                  <a:pt x="1272026" y="78296"/>
                </a:lnTo>
                <a:lnTo>
                  <a:pt x="1246365" y="78419"/>
                </a:lnTo>
                <a:lnTo>
                  <a:pt x="1220714" y="78505"/>
                </a:lnTo>
                <a:lnTo>
                  <a:pt x="1195054" y="78562"/>
                </a:lnTo>
                <a:lnTo>
                  <a:pt x="1169403" y="78581"/>
                </a:lnTo>
                <a:lnTo>
                  <a:pt x="1143743" y="78562"/>
                </a:lnTo>
                <a:lnTo>
                  <a:pt x="1118092" y="78515"/>
                </a:lnTo>
                <a:lnTo>
                  <a:pt x="1092441" y="78429"/>
                </a:lnTo>
                <a:lnTo>
                  <a:pt x="1066781" y="78315"/>
                </a:lnTo>
                <a:lnTo>
                  <a:pt x="1041130" y="78162"/>
                </a:lnTo>
                <a:lnTo>
                  <a:pt x="1015470" y="77981"/>
                </a:lnTo>
                <a:lnTo>
                  <a:pt x="989819" y="77762"/>
                </a:lnTo>
                <a:lnTo>
                  <a:pt x="964168" y="77505"/>
                </a:lnTo>
                <a:lnTo>
                  <a:pt x="938508" y="77219"/>
                </a:lnTo>
                <a:lnTo>
                  <a:pt x="912857" y="76886"/>
                </a:lnTo>
                <a:lnTo>
                  <a:pt x="887206" y="76524"/>
                </a:lnTo>
                <a:lnTo>
                  <a:pt x="861555" y="76124"/>
                </a:lnTo>
                <a:lnTo>
                  <a:pt x="835904" y="75686"/>
                </a:lnTo>
                <a:lnTo>
                  <a:pt x="810254" y="75209"/>
                </a:lnTo>
                <a:lnTo>
                  <a:pt x="784603" y="74686"/>
                </a:lnTo>
                <a:lnTo>
                  <a:pt x="758952" y="74133"/>
                </a:lnTo>
                <a:lnTo>
                  <a:pt x="733301" y="73533"/>
                </a:lnTo>
                <a:lnTo>
                  <a:pt x="707650" y="72885"/>
                </a:lnTo>
                <a:lnTo>
                  <a:pt x="682009" y="72190"/>
                </a:lnTo>
                <a:lnTo>
                  <a:pt x="656368" y="71457"/>
                </a:lnTo>
                <a:lnTo>
                  <a:pt x="630717" y="70666"/>
                </a:lnTo>
                <a:lnTo>
                  <a:pt x="605076" y="69828"/>
                </a:lnTo>
                <a:lnTo>
                  <a:pt x="579444" y="68942"/>
                </a:lnTo>
                <a:lnTo>
                  <a:pt x="553803" y="67989"/>
                </a:lnTo>
                <a:lnTo>
                  <a:pt x="528171" y="66989"/>
                </a:lnTo>
                <a:lnTo>
                  <a:pt x="502529" y="65923"/>
                </a:lnTo>
                <a:lnTo>
                  <a:pt x="476907" y="64789"/>
                </a:lnTo>
                <a:lnTo>
                  <a:pt x="451275" y="63589"/>
                </a:lnTo>
                <a:lnTo>
                  <a:pt x="425653" y="62303"/>
                </a:lnTo>
                <a:lnTo>
                  <a:pt x="400031" y="60941"/>
                </a:lnTo>
                <a:lnTo>
                  <a:pt x="374418" y="59493"/>
                </a:lnTo>
                <a:lnTo>
                  <a:pt x="348815" y="57950"/>
                </a:lnTo>
                <a:lnTo>
                  <a:pt x="323212" y="56302"/>
                </a:lnTo>
                <a:lnTo>
                  <a:pt x="297618" y="54521"/>
                </a:lnTo>
                <a:lnTo>
                  <a:pt x="272024" y="52635"/>
                </a:lnTo>
                <a:lnTo>
                  <a:pt x="246459" y="50587"/>
                </a:lnTo>
                <a:lnTo>
                  <a:pt x="220894" y="48368"/>
                </a:lnTo>
                <a:lnTo>
                  <a:pt x="195358" y="45958"/>
                </a:lnTo>
                <a:lnTo>
                  <a:pt x="169840" y="43310"/>
                </a:lnTo>
                <a:lnTo>
                  <a:pt x="144351" y="40376"/>
                </a:lnTo>
                <a:lnTo>
                  <a:pt x="118910" y="37081"/>
                </a:lnTo>
                <a:lnTo>
                  <a:pt x="93536" y="33309"/>
                </a:lnTo>
                <a:lnTo>
                  <a:pt x="68266" y="28851"/>
                </a:lnTo>
                <a:lnTo>
                  <a:pt x="43215" y="23327"/>
                </a:lnTo>
                <a:lnTo>
                  <a:pt x="18745" y="15678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36" name="funnel-step-cap-1">
            <a:extLst xmlns:a="http://schemas.openxmlformats.org/drawingml/2006/main">
              <a:ext uri="{FF2B5EF4-FFF2-40B4-BE49-F238E27FC236}">
                <a16:creationId xmlns:a16="http://schemas.microsoft.com/office/drawing/2014/main" id="{045B6F70-C6C0-45A5-951B-6BBE9A91A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451879" y="3603622"/>
            <a:ext cx="2335482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7EAC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37" name="funnel-step-body-2">
            <a:extLst xmlns:a="http://schemas.openxmlformats.org/drawingml/2006/main">
              <a:ext uri="{FF2B5EF4-FFF2-40B4-BE49-F238E27FC236}">
                <a16:creationId xmlns:a16="http://schemas.microsoft.com/office/drawing/2014/main" id="{E73679AA-BC71-4313-A3F0-764D050C4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833908" y="4940332"/>
            <a:ext cx="1570082" cy="1110425"/>
          </a:xfrm>
          <a:custGeom xmlns:a="http://schemas.openxmlformats.org/drawingml/2006/main">
            <a:pathLst>
              <a:path w="1570082" h="1110425">
                <a:moveTo>
                  <a:pt x="0" y="0"/>
                </a:moveTo>
                <a:lnTo>
                  <a:pt x="6239" y="18536"/>
                </a:lnTo>
                <a:lnTo>
                  <a:pt x="12487" y="37071"/>
                </a:lnTo>
                <a:lnTo>
                  <a:pt x="18726" y="55607"/>
                </a:lnTo>
                <a:lnTo>
                  <a:pt x="24975" y="74133"/>
                </a:lnTo>
                <a:lnTo>
                  <a:pt x="31213" y="92669"/>
                </a:lnTo>
                <a:lnTo>
                  <a:pt x="37462" y="111204"/>
                </a:lnTo>
                <a:lnTo>
                  <a:pt x="43701" y="129740"/>
                </a:lnTo>
                <a:lnTo>
                  <a:pt x="49949" y="148276"/>
                </a:lnTo>
                <a:lnTo>
                  <a:pt x="56188" y="166811"/>
                </a:lnTo>
                <a:lnTo>
                  <a:pt x="62427" y="185347"/>
                </a:lnTo>
                <a:lnTo>
                  <a:pt x="68675" y="203883"/>
                </a:lnTo>
                <a:lnTo>
                  <a:pt x="74914" y="222409"/>
                </a:lnTo>
                <a:lnTo>
                  <a:pt x="81163" y="240944"/>
                </a:lnTo>
                <a:lnTo>
                  <a:pt x="87401" y="259480"/>
                </a:lnTo>
                <a:lnTo>
                  <a:pt x="93650" y="278016"/>
                </a:lnTo>
                <a:lnTo>
                  <a:pt x="99889" y="296551"/>
                </a:lnTo>
                <a:lnTo>
                  <a:pt x="106137" y="315087"/>
                </a:lnTo>
                <a:lnTo>
                  <a:pt x="112376" y="333623"/>
                </a:lnTo>
                <a:lnTo>
                  <a:pt x="118615" y="352149"/>
                </a:lnTo>
                <a:lnTo>
                  <a:pt x="124863" y="370684"/>
                </a:lnTo>
                <a:lnTo>
                  <a:pt x="131102" y="389220"/>
                </a:lnTo>
                <a:lnTo>
                  <a:pt x="137351" y="407756"/>
                </a:lnTo>
                <a:lnTo>
                  <a:pt x="143589" y="426291"/>
                </a:lnTo>
                <a:lnTo>
                  <a:pt x="149838" y="444827"/>
                </a:lnTo>
                <a:lnTo>
                  <a:pt x="156077" y="463363"/>
                </a:lnTo>
                <a:lnTo>
                  <a:pt x="162325" y="481889"/>
                </a:lnTo>
                <a:lnTo>
                  <a:pt x="168564" y="500424"/>
                </a:lnTo>
                <a:lnTo>
                  <a:pt x="174812" y="518960"/>
                </a:lnTo>
                <a:lnTo>
                  <a:pt x="181051" y="537496"/>
                </a:lnTo>
                <a:lnTo>
                  <a:pt x="187290" y="556031"/>
                </a:lnTo>
                <a:lnTo>
                  <a:pt x="193538" y="574567"/>
                </a:lnTo>
                <a:lnTo>
                  <a:pt x="199777" y="593103"/>
                </a:lnTo>
                <a:lnTo>
                  <a:pt x="206026" y="611638"/>
                </a:lnTo>
                <a:lnTo>
                  <a:pt x="212265" y="630164"/>
                </a:lnTo>
                <a:lnTo>
                  <a:pt x="218513" y="648700"/>
                </a:lnTo>
                <a:lnTo>
                  <a:pt x="224752" y="667236"/>
                </a:lnTo>
                <a:lnTo>
                  <a:pt x="231000" y="685771"/>
                </a:lnTo>
                <a:lnTo>
                  <a:pt x="237239" y="704307"/>
                </a:lnTo>
                <a:lnTo>
                  <a:pt x="243478" y="722843"/>
                </a:lnTo>
                <a:lnTo>
                  <a:pt x="249726" y="741378"/>
                </a:lnTo>
                <a:lnTo>
                  <a:pt x="255965" y="759905"/>
                </a:lnTo>
                <a:lnTo>
                  <a:pt x="262214" y="778440"/>
                </a:lnTo>
                <a:lnTo>
                  <a:pt x="268453" y="796976"/>
                </a:lnTo>
                <a:lnTo>
                  <a:pt x="274701" y="815511"/>
                </a:lnTo>
                <a:lnTo>
                  <a:pt x="280940" y="834047"/>
                </a:lnTo>
                <a:lnTo>
                  <a:pt x="287188" y="852583"/>
                </a:lnTo>
                <a:lnTo>
                  <a:pt x="293427" y="871118"/>
                </a:lnTo>
                <a:lnTo>
                  <a:pt x="299666" y="889654"/>
                </a:lnTo>
                <a:lnTo>
                  <a:pt x="305914" y="908180"/>
                </a:lnTo>
                <a:lnTo>
                  <a:pt x="312153" y="926716"/>
                </a:lnTo>
                <a:lnTo>
                  <a:pt x="318402" y="945251"/>
                </a:lnTo>
                <a:lnTo>
                  <a:pt x="324641" y="963787"/>
                </a:lnTo>
                <a:lnTo>
                  <a:pt x="330889" y="982323"/>
                </a:lnTo>
                <a:lnTo>
                  <a:pt x="337128" y="1000858"/>
                </a:lnTo>
                <a:lnTo>
                  <a:pt x="343376" y="1019394"/>
                </a:lnTo>
                <a:lnTo>
                  <a:pt x="348653" y="1038139"/>
                </a:lnTo>
                <a:lnTo>
                  <a:pt x="360845" y="1053074"/>
                </a:lnTo>
                <a:lnTo>
                  <a:pt x="377695" y="1062923"/>
                </a:lnTo>
                <a:lnTo>
                  <a:pt x="395830" y="1070229"/>
                </a:lnTo>
                <a:lnTo>
                  <a:pt x="414490" y="1076068"/>
                </a:lnTo>
                <a:lnTo>
                  <a:pt x="433435" y="1080926"/>
                </a:lnTo>
                <a:lnTo>
                  <a:pt x="452552" y="1085069"/>
                </a:lnTo>
                <a:lnTo>
                  <a:pt x="471773" y="1088660"/>
                </a:lnTo>
                <a:lnTo>
                  <a:pt x="491080" y="1091803"/>
                </a:lnTo>
                <a:lnTo>
                  <a:pt x="510435" y="1094575"/>
                </a:lnTo>
                <a:lnTo>
                  <a:pt x="529838" y="1097032"/>
                </a:lnTo>
                <a:lnTo>
                  <a:pt x="549278" y="1099214"/>
                </a:lnTo>
                <a:lnTo>
                  <a:pt x="568738" y="1101147"/>
                </a:lnTo>
                <a:lnTo>
                  <a:pt x="588216" y="1102843"/>
                </a:lnTo>
                <a:lnTo>
                  <a:pt x="607724" y="1104348"/>
                </a:lnTo>
                <a:lnTo>
                  <a:pt x="627231" y="1105662"/>
                </a:lnTo>
                <a:lnTo>
                  <a:pt x="646757" y="1106795"/>
                </a:lnTo>
                <a:lnTo>
                  <a:pt x="666293" y="1107767"/>
                </a:lnTo>
                <a:lnTo>
                  <a:pt x="685829" y="1108577"/>
                </a:lnTo>
                <a:lnTo>
                  <a:pt x="705374" y="1109234"/>
                </a:lnTo>
                <a:lnTo>
                  <a:pt x="724929" y="1109748"/>
                </a:lnTo>
                <a:lnTo>
                  <a:pt x="744484" y="1110110"/>
                </a:lnTo>
                <a:lnTo>
                  <a:pt x="764038" y="1110339"/>
                </a:lnTo>
                <a:lnTo>
                  <a:pt x="783593" y="1110425"/>
                </a:lnTo>
                <a:lnTo>
                  <a:pt x="803158" y="1110367"/>
                </a:lnTo>
                <a:lnTo>
                  <a:pt x="822712" y="1110167"/>
                </a:lnTo>
                <a:lnTo>
                  <a:pt x="842267" y="1109834"/>
                </a:lnTo>
                <a:lnTo>
                  <a:pt x="861812" y="1109358"/>
                </a:lnTo>
                <a:lnTo>
                  <a:pt x="881367" y="1108729"/>
                </a:lnTo>
                <a:lnTo>
                  <a:pt x="900903" y="1107958"/>
                </a:lnTo>
                <a:lnTo>
                  <a:pt x="920439" y="1107024"/>
                </a:lnTo>
                <a:lnTo>
                  <a:pt x="939965" y="1105919"/>
                </a:lnTo>
                <a:lnTo>
                  <a:pt x="959482" y="1104643"/>
                </a:lnTo>
                <a:lnTo>
                  <a:pt x="978989" y="1103186"/>
                </a:lnTo>
                <a:lnTo>
                  <a:pt x="998477" y="1101528"/>
                </a:lnTo>
                <a:lnTo>
                  <a:pt x="1017937" y="1099642"/>
                </a:lnTo>
                <a:lnTo>
                  <a:pt x="1037387" y="1097528"/>
                </a:lnTo>
                <a:lnTo>
                  <a:pt x="1056789" y="1095137"/>
                </a:lnTo>
                <a:lnTo>
                  <a:pt x="1076163" y="1092432"/>
                </a:lnTo>
                <a:lnTo>
                  <a:pt x="1095480" y="1089374"/>
                </a:lnTo>
                <a:lnTo>
                  <a:pt x="1114720" y="1085888"/>
                </a:lnTo>
                <a:lnTo>
                  <a:pt x="1133866" y="1081878"/>
                </a:lnTo>
                <a:lnTo>
                  <a:pt x="1152849" y="1077192"/>
                </a:lnTo>
                <a:lnTo>
                  <a:pt x="1171594" y="1071601"/>
                </a:lnTo>
                <a:lnTo>
                  <a:pt x="1189873" y="1064676"/>
                </a:lnTo>
                <a:lnTo>
                  <a:pt x="1207132" y="1055522"/>
                </a:lnTo>
                <a:lnTo>
                  <a:pt x="1221010" y="1041978"/>
                </a:lnTo>
                <a:lnTo>
                  <a:pt x="1226706" y="1023414"/>
                </a:lnTo>
                <a:lnTo>
                  <a:pt x="1232954" y="1004878"/>
                </a:lnTo>
                <a:lnTo>
                  <a:pt x="1239193" y="986342"/>
                </a:lnTo>
                <a:lnTo>
                  <a:pt x="1245441" y="967807"/>
                </a:lnTo>
                <a:lnTo>
                  <a:pt x="1251680" y="949271"/>
                </a:lnTo>
                <a:lnTo>
                  <a:pt x="1257919" y="930735"/>
                </a:lnTo>
                <a:lnTo>
                  <a:pt x="1264168" y="912200"/>
                </a:lnTo>
                <a:lnTo>
                  <a:pt x="1270406" y="893674"/>
                </a:lnTo>
                <a:lnTo>
                  <a:pt x="1276655" y="875138"/>
                </a:lnTo>
                <a:lnTo>
                  <a:pt x="1282894" y="856602"/>
                </a:lnTo>
                <a:lnTo>
                  <a:pt x="1289142" y="838067"/>
                </a:lnTo>
                <a:lnTo>
                  <a:pt x="1295381" y="819531"/>
                </a:lnTo>
                <a:lnTo>
                  <a:pt x="1301629" y="800995"/>
                </a:lnTo>
                <a:lnTo>
                  <a:pt x="1307868" y="782460"/>
                </a:lnTo>
                <a:lnTo>
                  <a:pt x="1314117" y="763924"/>
                </a:lnTo>
                <a:lnTo>
                  <a:pt x="1320356" y="745398"/>
                </a:lnTo>
                <a:lnTo>
                  <a:pt x="1326594" y="726862"/>
                </a:lnTo>
                <a:lnTo>
                  <a:pt x="1332843" y="708327"/>
                </a:lnTo>
                <a:lnTo>
                  <a:pt x="1339082" y="689791"/>
                </a:lnTo>
                <a:lnTo>
                  <a:pt x="1345330" y="671255"/>
                </a:lnTo>
                <a:lnTo>
                  <a:pt x="1351569" y="652720"/>
                </a:lnTo>
                <a:lnTo>
                  <a:pt x="1357817" y="634184"/>
                </a:lnTo>
                <a:lnTo>
                  <a:pt x="1364056" y="615658"/>
                </a:lnTo>
                <a:lnTo>
                  <a:pt x="1370305" y="597122"/>
                </a:lnTo>
                <a:lnTo>
                  <a:pt x="1376543" y="578587"/>
                </a:lnTo>
                <a:lnTo>
                  <a:pt x="1382782" y="560051"/>
                </a:lnTo>
                <a:lnTo>
                  <a:pt x="1389031" y="541515"/>
                </a:lnTo>
                <a:lnTo>
                  <a:pt x="1395270" y="522980"/>
                </a:lnTo>
                <a:lnTo>
                  <a:pt x="1401518" y="504444"/>
                </a:lnTo>
                <a:lnTo>
                  <a:pt x="1407757" y="485908"/>
                </a:lnTo>
                <a:lnTo>
                  <a:pt x="1414005" y="467382"/>
                </a:lnTo>
                <a:lnTo>
                  <a:pt x="1420244" y="448847"/>
                </a:lnTo>
                <a:lnTo>
                  <a:pt x="1426493" y="430311"/>
                </a:lnTo>
                <a:lnTo>
                  <a:pt x="1432731" y="411775"/>
                </a:lnTo>
                <a:lnTo>
                  <a:pt x="1438970" y="393240"/>
                </a:lnTo>
                <a:lnTo>
                  <a:pt x="1445219" y="374704"/>
                </a:lnTo>
                <a:lnTo>
                  <a:pt x="1451458" y="356168"/>
                </a:lnTo>
                <a:lnTo>
                  <a:pt x="1457706" y="337642"/>
                </a:lnTo>
                <a:lnTo>
                  <a:pt x="1463945" y="319107"/>
                </a:lnTo>
                <a:lnTo>
                  <a:pt x="1470193" y="300571"/>
                </a:lnTo>
                <a:lnTo>
                  <a:pt x="1476432" y="282035"/>
                </a:lnTo>
                <a:lnTo>
                  <a:pt x="1482681" y="263500"/>
                </a:lnTo>
                <a:lnTo>
                  <a:pt x="1488919" y="244964"/>
                </a:lnTo>
                <a:lnTo>
                  <a:pt x="1495158" y="226428"/>
                </a:lnTo>
                <a:lnTo>
                  <a:pt x="1501407" y="207902"/>
                </a:lnTo>
                <a:lnTo>
                  <a:pt x="1507646" y="189367"/>
                </a:lnTo>
                <a:lnTo>
                  <a:pt x="1513894" y="170831"/>
                </a:lnTo>
                <a:lnTo>
                  <a:pt x="1520133" y="152295"/>
                </a:lnTo>
                <a:lnTo>
                  <a:pt x="1526381" y="133760"/>
                </a:lnTo>
                <a:lnTo>
                  <a:pt x="1532620" y="115224"/>
                </a:lnTo>
                <a:lnTo>
                  <a:pt x="1538869" y="96688"/>
                </a:lnTo>
                <a:lnTo>
                  <a:pt x="1545107" y="78153"/>
                </a:lnTo>
                <a:lnTo>
                  <a:pt x="1551346" y="59627"/>
                </a:lnTo>
                <a:lnTo>
                  <a:pt x="1557595" y="41091"/>
                </a:lnTo>
                <a:lnTo>
                  <a:pt x="1563834" y="22555"/>
                </a:lnTo>
                <a:lnTo>
                  <a:pt x="1570082" y="4020"/>
                </a:lnTo>
                <a:lnTo>
                  <a:pt x="1563548" y="12497"/>
                </a:lnTo>
                <a:lnTo>
                  <a:pt x="1546374" y="21755"/>
                </a:lnTo>
                <a:lnTo>
                  <a:pt x="1527905" y="28146"/>
                </a:lnTo>
                <a:lnTo>
                  <a:pt x="1509008" y="33185"/>
                </a:lnTo>
                <a:lnTo>
                  <a:pt x="1489910" y="37386"/>
                </a:lnTo>
                <a:lnTo>
                  <a:pt x="1470689" y="41024"/>
                </a:lnTo>
                <a:lnTo>
                  <a:pt x="1451400" y="44225"/>
                </a:lnTo>
                <a:lnTo>
                  <a:pt x="1432055" y="47101"/>
                </a:lnTo>
                <a:lnTo>
                  <a:pt x="1412672" y="49701"/>
                </a:lnTo>
                <a:lnTo>
                  <a:pt x="1393260" y="52073"/>
                </a:lnTo>
                <a:lnTo>
                  <a:pt x="1373819" y="54254"/>
                </a:lnTo>
                <a:lnTo>
                  <a:pt x="1354369" y="56264"/>
                </a:lnTo>
                <a:lnTo>
                  <a:pt x="1334900" y="58112"/>
                </a:lnTo>
                <a:lnTo>
                  <a:pt x="1315412" y="59846"/>
                </a:lnTo>
                <a:lnTo>
                  <a:pt x="1295924" y="61455"/>
                </a:lnTo>
                <a:lnTo>
                  <a:pt x="1276426" y="62951"/>
                </a:lnTo>
                <a:lnTo>
                  <a:pt x="1256919" y="64351"/>
                </a:lnTo>
                <a:lnTo>
                  <a:pt x="1237402" y="65665"/>
                </a:lnTo>
                <a:lnTo>
                  <a:pt x="1217886" y="66875"/>
                </a:lnTo>
                <a:lnTo>
                  <a:pt x="1198359" y="68018"/>
                </a:lnTo>
                <a:lnTo>
                  <a:pt x="1178833" y="69085"/>
                </a:lnTo>
                <a:lnTo>
                  <a:pt x="1159297" y="70085"/>
                </a:lnTo>
                <a:lnTo>
                  <a:pt x="1139762" y="71009"/>
                </a:lnTo>
                <a:lnTo>
                  <a:pt x="1120226" y="71866"/>
                </a:lnTo>
                <a:lnTo>
                  <a:pt x="1100680" y="72676"/>
                </a:lnTo>
                <a:lnTo>
                  <a:pt x="1081145" y="73419"/>
                </a:lnTo>
                <a:lnTo>
                  <a:pt x="1061599" y="74105"/>
                </a:lnTo>
                <a:lnTo>
                  <a:pt x="1042045" y="74733"/>
                </a:lnTo>
                <a:lnTo>
                  <a:pt x="1022499" y="75324"/>
                </a:lnTo>
                <a:lnTo>
                  <a:pt x="1002944" y="75848"/>
                </a:lnTo>
                <a:lnTo>
                  <a:pt x="983399" y="76324"/>
                </a:lnTo>
                <a:lnTo>
                  <a:pt x="963844" y="76752"/>
                </a:lnTo>
                <a:lnTo>
                  <a:pt x="944289" y="77133"/>
                </a:lnTo>
                <a:lnTo>
                  <a:pt x="924735" y="77476"/>
                </a:lnTo>
                <a:lnTo>
                  <a:pt x="905180" y="77762"/>
                </a:lnTo>
                <a:lnTo>
                  <a:pt x="885625" y="78010"/>
                </a:lnTo>
                <a:lnTo>
                  <a:pt x="866070" y="78210"/>
                </a:lnTo>
                <a:lnTo>
                  <a:pt x="846506" y="78372"/>
                </a:lnTo>
                <a:lnTo>
                  <a:pt x="826951" y="78486"/>
                </a:lnTo>
                <a:lnTo>
                  <a:pt x="807396" y="78553"/>
                </a:lnTo>
                <a:lnTo>
                  <a:pt x="787841" y="78581"/>
                </a:lnTo>
                <a:lnTo>
                  <a:pt x="768277" y="78562"/>
                </a:lnTo>
                <a:lnTo>
                  <a:pt x="748722" y="78505"/>
                </a:lnTo>
                <a:lnTo>
                  <a:pt x="729167" y="78400"/>
                </a:lnTo>
                <a:lnTo>
                  <a:pt x="709613" y="78248"/>
                </a:lnTo>
                <a:lnTo>
                  <a:pt x="690048" y="78057"/>
                </a:lnTo>
                <a:lnTo>
                  <a:pt x="670493" y="77819"/>
                </a:lnTo>
                <a:lnTo>
                  <a:pt x="650939" y="77543"/>
                </a:lnTo>
                <a:lnTo>
                  <a:pt x="631384" y="77210"/>
                </a:lnTo>
                <a:lnTo>
                  <a:pt x="611829" y="76838"/>
                </a:lnTo>
                <a:lnTo>
                  <a:pt x="592274" y="76419"/>
                </a:lnTo>
                <a:lnTo>
                  <a:pt x="572729" y="75952"/>
                </a:lnTo>
                <a:lnTo>
                  <a:pt x="553174" y="75438"/>
                </a:lnTo>
                <a:lnTo>
                  <a:pt x="533629" y="74867"/>
                </a:lnTo>
                <a:lnTo>
                  <a:pt x="514083" y="74247"/>
                </a:lnTo>
                <a:lnTo>
                  <a:pt x="494528" y="73571"/>
                </a:lnTo>
                <a:lnTo>
                  <a:pt x="474993" y="72838"/>
                </a:lnTo>
                <a:lnTo>
                  <a:pt x="455447" y="72047"/>
                </a:lnTo>
                <a:lnTo>
                  <a:pt x="435912" y="71199"/>
                </a:lnTo>
                <a:lnTo>
                  <a:pt x="416376" y="70285"/>
                </a:lnTo>
                <a:lnTo>
                  <a:pt x="396840" y="69313"/>
                </a:lnTo>
                <a:lnTo>
                  <a:pt x="377314" y="68256"/>
                </a:lnTo>
                <a:lnTo>
                  <a:pt x="357788" y="67132"/>
                </a:lnTo>
                <a:lnTo>
                  <a:pt x="338261" y="65932"/>
                </a:lnTo>
                <a:lnTo>
                  <a:pt x="318745" y="64646"/>
                </a:lnTo>
                <a:lnTo>
                  <a:pt x="299237" y="63265"/>
                </a:lnTo>
                <a:lnTo>
                  <a:pt x="279740" y="61789"/>
                </a:lnTo>
                <a:lnTo>
                  <a:pt x="260242" y="60208"/>
                </a:lnTo>
                <a:lnTo>
                  <a:pt x="240763" y="58503"/>
                </a:lnTo>
                <a:lnTo>
                  <a:pt x="221294" y="56674"/>
                </a:lnTo>
                <a:lnTo>
                  <a:pt x="201835" y="54702"/>
                </a:lnTo>
                <a:lnTo>
                  <a:pt x="182394" y="52559"/>
                </a:lnTo>
                <a:lnTo>
                  <a:pt x="162973" y="50235"/>
                </a:lnTo>
                <a:lnTo>
                  <a:pt x="143580" y="47682"/>
                </a:lnTo>
                <a:lnTo>
                  <a:pt x="124225" y="44882"/>
                </a:lnTo>
                <a:lnTo>
                  <a:pt x="104918" y="41748"/>
                </a:lnTo>
                <a:lnTo>
                  <a:pt x="85687" y="38224"/>
                </a:lnTo>
                <a:lnTo>
                  <a:pt x="66561" y="34157"/>
                </a:lnTo>
                <a:lnTo>
                  <a:pt x="47606" y="29327"/>
                </a:lnTo>
                <a:lnTo>
                  <a:pt x="29004" y="23298"/>
                </a:lnTo>
                <a:lnTo>
                  <a:pt x="11373" y="14916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38" name="funnel-step-cap-2">
            <a:extLst xmlns:a="http://schemas.openxmlformats.org/drawingml/2006/main">
              <a:ext uri="{FF2B5EF4-FFF2-40B4-BE49-F238E27FC236}">
                <a16:creationId xmlns:a16="http://schemas.microsoft.com/office/drawing/2014/main" id="{20FDB8B8-B681-4446-858A-7533F4247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833917" y="4816478"/>
            <a:ext cx="1571406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7EAC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39" name="funnel-flow-arrow">
            <a:extLst xmlns:a="http://schemas.openxmlformats.org/drawingml/2006/main">
              <a:ext uri="{FF2B5EF4-FFF2-40B4-BE49-F238E27FC236}">
                <a16:creationId xmlns:a16="http://schemas.microsoft.com/office/drawing/2014/main" id="{C916E1E9-98EE-4654-8085-E042AD6C4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52850" y="2466975"/>
            <a:ext cx="1733550" cy="3631121"/>
          </a:xfrm>
          <a:custGeom xmlns:a="http://schemas.openxmlformats.org/drawingml/2006/main">
            <a:pathLst>
              <a:path w="1733550" h="3631121">
                <a:moveTo>
                  <a:pt x="0" y="0"/>
                </a:moveTo>
                <a:lnTo>
                  <a:pt x="0" y="42824"/>
                </a:lnTo>
                <a:lnTo>
                  <a:pt x="8182" y="84763"/>
                </a:lnTo>
                <a:lnTo>
                  <a:pt x="17393" y="126587"/>
                </a:lnTo>
                <a:lnTo>
                  <a:pt x="26613" y="168412"/>
                </a:lnTo>
                <a:lnTo>
                  <a:pt x="35824" y="210236"/>
                </a:lnTo>
                <a:lnTo>
                  <a:pt x="45044" y="252060"/>
                </a:lnTo>
                <a:lnTo>
                  <a:pt x="54254" y="293884"/>
                </a:lnTo>
                <a:lnTo>
                  <a:pt x="63465" y="335709"/>
                </a:lnTo>
                <a:lnTo>
                  <a:pt x="72685" y="377533"/>
                </a:lnTo>
                <a:lnTo>
                  <a:pt x="81896" y="419357"/>
                </a:lnTo>
                <a:lnTo>
                  <a:pt x="91116" y="461181"/>
                </a:lnTo>
                <a:lnTo>
                  <a:pt x="100327" y="503006"/>
                </a:lnTo>
                <a:lnTo>
                  <a:pt x="109538" y="544830"/>
                </a:lnTo>
                <a:lnTo>
                  <a:pt x="118758" y="586654"/>
                </a:lnTo>
                <a:lnTo>
                  <a:pt x="127968" y="628479"/>
                </a:lnTo>
                <a:lnTo>
                  <a:pt x="137189" y="670303"/>
                </a:lnTo>
                <a:lnTo>
                  <a:pt x="146399" y="712127"/>
                </a:lnTo>
                <a:lnTo>
                  <a:pt x="155610" y="753951"/>
                </a:lnTo>
                <a:lnTo>
                  <a:pt x="164830" y="795776"/>
                </a:lnTo>
                <a:lnTo>
                  <a:pt x="174041" y="837600"/>
                </a:lnTo>
                <a:lnTo>
                  <a:pt x="183261" y="879424"/>
                </a:lnTo>
                <a:lnTo>
                  <a:pt x="192472" y="921248"/>
                </a:lnTo>
                <a:lnTo>
                  <a:pt x="201682" y="963073"/>
                </a:lnTo>
                <a:lnTo>
                  <a:pt x="210903" y="1004897"/>
                </a:lnTo>
                <a:lnTo>
                  <a:pt x="220113" y="1046721"/>
                </a:lnTo>
                <a:lnTo>
                  <a:pt x="229324" y="1088546"/>
                </a:lnTo>
                <a:lnTo>
                  <a:pt x="238544" y="1130370"/>
                </a:lnTo>
                <a:lnTo>
                  <a:pt x="247755" y="1172194"/>
                </a:lnTo>
                <a:lnTo>
                  <a:pt x="255813" y="1214247"/>
                </a:lnTo>
                <a:lnTo>
                  <a:pt x="263404" y="1256395"/>
                </a:lnTo>
                <a:lnTo>
                  <a:pt x="270510" y="1298629"/>
                </a:lnTo>
                <a:lnTo>
                  <a:pt x="277578" y="1340872"/>
                </a:lnTo>
                <a:lnTo>
                  <a:pt x="284636" y="1383106"/>
                </a:lnTo>
                <a:lnTo>
                  <a:pt x="291694" y="1425350"/>
                </a:lnTo>
                <a:lnTo>
                  <a:pt x="298761" y="1467593"/>
                </a:lnTo>
                <a:lnTo>
                  <a:pt x="305819" y="1509836"/>
                </a:lnTo>
                <a:lnTo>
                  <a:pt x="312877" y="1552070"/>
                </a:lnTo>
                <a:lnTo>
                  <a:pt x="319945" y="1594314"/>
                </a:lnTo>
                <a:lnTo>
                  <a:pt x="327003" y="1636557"/>
                </a:lnTo>
                <a:lnTo>
                  <a:pt x="334061" y="1678800"/>
                </a:lnTo>
                <a:lnTo>
                  <a:pt x="341128" y="1721034"/>
                </a:lnTo>
                <a:lnTo>
                  <a:pt x="348186" y="1763278"/>
                </a:lnTo>
                <a:lnTo>
                  <a:pt x="355244" y="1805521"/>
                </a:lnTo>
                <a:lnTo>
                  <a:pt x="362312" y="1847764"/>
                </a:lnTo>
                <a:lnTo>
                  <a:pt x="369370" y="1889998"/>
                </a:lnTo>
                <a:lnTo>
                  <a:pt x="376438" y="1932242"/>
                </a:lnTo>
                <a:lnTo>
                  <a:pt x="383496" y="1974485"/>
                </a:lnTo>
                <a:lnTo>
                  <a:pt x="390554" y="2016728"/>
                </a:lnTo>
                <a:lnTo>
                  <a:pt x="397621" y="2058962"/>
                </a:lnTo>
                <a:lnTo>
                  <a:pt x="404679" y="2101205"/>
                </a:lnTo>
                <a:lnTo>
                  <a:pt x="411737" y="2143449"/>
                </a:lnTo>
                <a:lnTo>
                  <a:pt x="418805" y="2185692"/>
                </a:lnTo>
                <a:lnTo>
                  <a:pt x="425863" y="2227926"/>
                </a:lnTo>
                <a:lnTo>
                  <a:pt x="432921" y="2270169"/>
                </a:lnTo>
                <a:lnTo>
                  <a:pt x="439988" y="2312413"/>
                </a:lnTo>
                <a:lnTo>
                  <a:pt x="447046" y="2354656"/>
                </a:lnTo>
                <a:lnTo>
                  <a:pt x="454104" y="2396890"/>
                </a:lnTo>
                <a:lnTo>
                  <a:pt x="460829" y="2439191"/>
                </a:lnTo>
                <a:lnTo>
                  <a:pt x="467506" y="2481491"/>
                </a:lnTo>
                <a:lnTo>
                  <a:pt x="474069" y="2523811"/>
                </a:lnTo>
                <a:lnTo>
                  <a:pt x="480632" y="2566140"/>
                </a:lnTo>
                <a:lnTo>
                  <a:pt x="487185" y="2608459"/>
                </a:lnTo>
                <a:lnTo>
                  <a:pt x="493747" y="2650779"/>
                </a:lnTo>
                <a:lnTo>
                  <a:pt x="500301" y="2693099"/>
                </a:lnTo>
                <a:lnTo>
                  <a:pt x="506863" y="2735428"/>
                </a:lnTo>
                <a:lnTo>
                  <a:pt x="513426" y="2777747"/>
                </a:lnTo>
                <a:lnTo>
                  <a:pt x="519979" y="2820067"/>
                </a:lnTo>
                <a:lnTo>
                  <a:pt x="526542" y="2862386"/>
                </a:lnTo>
                <a:lnTo>
                  <a:pt x="533095" y="2904715"/>
                </a:lnTo>
                <a:lnTo>
                  <a:pt x="539658" y="2947035"/>
                </a:lnTo>
                <a:lnTo>
                  <a:pt x="503501" y="2952750"/>
                </a:lnTo>
                <a:lnTo>
                  <a:pt x="460677" y="2952750"/>
                </a:lnTo>
                <a:lnTo>
                  <a:pt x="417843" y="2952750"/>
                </a:lnTo>
                <a:lnTo>
                  <a:pt x="375018" y="2952750"/>
                </a:lnTo>
                <a:lnTo>
                  <a:pt x="332194" y="2952750"/>
                </a:lnTo>
                <a:lnTo>
                  <a:pt x="289370" y="2952750"/>
                </a:lnTo>
                <a:lnTo>
                  <a:pt x="246536" y="2952750"/>
                </a:lnTo>
                <a:lnTo>
                  <a:pt x="225628" y="2962170"/>
                </a:lnTo>
                <a:lnTo>
                  <a:pt x="255089" y="2993250"/>
                </a:lnTo>
                <a:lnTo>
                  <a:pt x="284550" y="3024340"/>
                </a:lnTo>
                <a:lnTo>
                  <a:pt x="314011" y="3055420"/>
                </a:lnTo>
                <a:lnTo>
                  <a:pt x="343481" y="3086500"/>
                </a:lnTo>
                <a:lnTo>
                  <a:pt x="372942" y="3117580"/>
                </a:lnTo>
                <a:lnTo>
                  <a:pt x="402403" y="3148660"/>
                </a:lnTo>
                <a:lnTo>
                  <a:pt x="431864" y="3179750"/>
                </a:lnTo>
                <a:lnTo>
                  <a:pt x="461334" y="3210830"/>
                </a:lnTo>
                <a:lnTo>
                  <a:pt x="490795" y="3241910"/>
                </a:lnTo>
                <a:lnTo>
                  <a:pt x="520256" y="3272990"/>
                </a:lnTo>
                <a:lnTo>
                  <a:pt x="549716" y="3304070"/>
                </a:lnTo>
                <a:lnTo>
                  <a:pt x="579187" y="3335160"/>
                </a:lnTo>
                <a:lnTo>
                  <a:pt x="608648" y="3366240"/>
                </a:lnTo>
                <a:lnTo>
                  <a:pt x="638108" y="3397320"/>
                </a:lnTo>
                <a:lnTo>
                  <a:pt x="667569" y="3428400"/>
                </a:lnTo>
                <a:lnTo>
                  <a:pt x="697040" y="3459480"/>
                </a:lnTo>
                <a:lnTo>
                  <a:pt x="726500" y="3490570"/>
                </a:lnTo>
                <a:lnTo>
                  <a:pt x="755961" y="3521650"/>
                </a:lnTo>
                <a:lnTo>
                  <a:pt x="785422" y="3552730"/>
                </a:lnTo>
                <a:lnTo>
                  <a:pt x="814892" y="3583810"/>
                </a:lnTo>
                <a:lnTo>
                  <a:pt x="844353" y="3614890"/>
                </a:lnTo>
                <a:lnTo>
                  <a:pt x="873814" y="3631121"/>
                </a:lnTo>
                <a:lnTo>
                  <a:pt x="903275" y="3600040"/>
                </a:lnTo>
                <a:lnTo>
                  <a:pt x="932736" y="3568960"/>
                </a:lnTo>
                <a:lnTo>
                  <a:pt x="962206" y="3537880"/>
                </a:lnTo>
                <a:lnTo>
                  <a:pt x="991667" y="3506800"/>
                </a:lnTo>
                <a:lnTo>
                  <a:pt x="1021128" y="3475711"/>
                </a:lnTo>
                <a:lnTo>
                  <a:pt x="1050588" y="3444631"/>
                </a:lnTo>
                <a:lnTo>
                  <a:pt x="1080059" y="3413550"/>
                </a:lnTo>
                <a:lnTo>
                  <a:pt x="1109520" y="3382470"/>
                </a:lnTo>
                <a:lnTo>
                  <a:pt x="1138980" y="3351390"/>
                </a:lnTo>
                <a:lnTo>
                  <a:pt x="1168441" y="3320301"/>
                </a:lnTo>
                <a:lnTo>
                  <a:pt x="1197912" y="3289221"/>
                </a:lnTo>
                <a:lnTo>
                  <a:pt x="1227372" y="3258141"/>
                </a:lnTo>
                <a:lnTo>
                  <a:pt x="1256833" y="3227060"/>
                </a:lnTo>
                <a:lnTo>
                  <a:pt x="1286294" y="3195980"/>
                </a:lnTo>
                <a:lnTo>
                  <a:pt x="1315764" y="3164891"/>
                </a:lnTo>
                <a:lnTo>
                  <a:pt x="1345225" y="3133811"/>
                </a:lnTo>
                <a:lnTo>
                  <a:pt x="1374686" y="3102731"/>
                </a:lnTo>
                <a:lnTo>
                  <a:pt x="1404147" y="3071651"/>
                </a:lnTo>
                <a:lnTo>
                  <a:pt x="1433617" y="3040571"/>
                </a:lnTo>
                <a:lnTo>
                  <a:pt x="1463078" y="3009481"/>
                </a:lnTo>
                <a:lnTo>
                  <a:pt x="1492539" y="2978401"/>
                </a:lnTo>
                <a:lnTo>
                  <a:pt x="1509379" y="2952750"/>
                </a:lnTo>
                <a:lnTo>
                  <a:pt x="1466545" y="2952750"/>
                </a:lnTo>
                <a:lnTo>
                  <a:pt x="1423721" y="2952750"/>
                </a:lnTo>
                <a:lnTo>
                  <a:pt x="1380896" y="2952750"/>
                </a:lnTo>
                <a:lnTo>
                  <a:pt x="1338062" y="2952750"/>
                </a:lnTo>
                <a:lnTo>
                  <a:pt x="1295238" y="2952750"/>
                </a:lnTo>
                <a:lnTo>
                  <a:pt x="1252414" y="2952750"/>
                </a:lnTo>
                <a:lnTo>
                  <a:pt x="1209589" y="2952750"/>
                </a:lnTo>
                <a:lnTo>
                  <a:pt x="1197026" y="2926813"/>
                </a:lnTo>
                <a:lnTo>
                  <a:pt x="1203589" y="2884494"/>
                </a:lnTo>
                <a:lnTo>
                  <a:pt x="1210142" y="2842165"/>
                </a:lnTo>
                <a:lnTo>
                  <a:pt x="1216704" y="2799845"/>
                </a:lnTo>
                <a:lnTo>
                  <a:pt x="1223258" y="2757526"/>
                </a:lnTo>
                <a:lnTo>
                  <a:pt x="1229820" y="2715206"/>
                </a:lnTo>
                <a:lnTo>
                  <a:pt x="1236383" y="2672877"/>
                </a:lnTo>
                <a:lnTo>
                  <a:pt x="1242936" y="2630557"/>
                </a:lnTo>
                <a:lnTo>
                  <a:pt x="1249499" y="2588238"/>
                </a:lnTo>
                <a:lnTo>
                  <a:pt x="1256052" y="2545918"/>
                </a:lnTo>
                <a:lnTo>
                  <a:pt x="1262615" y="2503589"/>
                </a:lnTo>
                <a:lnTo>
                  <a:pt x="1269216" y="2461279"/>
                </a:lnTo>
                <a:lnTo>
                  <a:pt x="1275931" y="2418979"/>
                </a:lnTo>
                <a:lnTo>
                  <a:pt x="1282817" y="2376707"/>
                </a:lnTo>
                <a:lnTo>
                  <a:pt x="1289875" y="2334473"/>
                </a:lnTo>
                <a:lnTo>
                  <a:pt x="1296943" y="2292229"/>
                </a:lnTo>
                <a:lnTo>
                  <a:pt x="1304001" y="2249986"/>
                </a:lnTo>
                <a:lnTo>
                  <a:pt x="1311059" y="2207743"/>
                </a:lnTo>
                <a:lnTo>
                  <a:pt x="1318127" y="2165509"/>
                </a:lnTo>
                <a:lnTo>
                  <a:pt x="1325185" y="2123265"/>
                </a:lnTo>
                <a:lnTo>
                  <a:pt x="1332243" y="2081022"/>
                </a:lnTo>
                <a:lnTo>
                  <a:pt x="1339310" y="2038779"/>
                </a:lnTo>
                <a:lnTo>
                  <a:pt x="1346368" y="1996545"/>
                </a:lnTo>
                <a:lnTo>
                  <a:pt x="1353426" y="1954301"/>
                </a:lnTo>
                <a:lnTo>
                  <a:pt x="1360494" y="1912058"/>
                </a:lnTo>
                <a:lnTo>
                  <a:pt x="1367552" y="1869815"/>
                </a:lnTo>
                <a:lnTo>
                  <a:pt x="1374610" y="1827581"/>
                </a:lnTo>
                <a:lnTo>
                  <a:pt x="1381677" y="1785337"/>
                </a:lnTo>
                <a:lnTo>
                  <a:pt x="1388735" y="1743094"/>
                </a:lnTo>
                <a:lnTo>
                  <a:pt x="1395803" y="1700851"/>
                </a:lnTo>
                <a:lnTo>
                  <a:pt x="1402861" y="1658617"/>
                </a:lnTo>
                <a:lnTo>
                  <a:pt x="1409919" y="1616373"/>
                </a:lnTo>
                <a:lnTo>
                  <a:pt x="1416987" y="1574130"/>
                </a:lnTo>
                <a:lnTo>
                  <a:pt x="1424045" y="1531887"/>
                </a:lnTo>
                <a:lnTo>
                  <a:pt x="1431103" y="1489653"/>
                </a:lnTo>
                <a:lnTo>
                  <a:pt x="1438170" y="1447409"/>
                </a:lnTo>
                <a:lnTo>
                  <a:pt x="1445228" y="1405166"/>
                </a:lnTo>
                <a:lnTo>
                  <a:pt x="1452286" y="1362923"/>
                </a:lnTo>
                <a:lnTo>
                  <a:pt x="1459354" y="1320689"/>
                </a:lnTo>
                <a:lnTo>
                  <a:pt x="1466412" y="1278446"/>
                </a:lnTo>
                <a:lnTo>
                  <a:pt x="1473775" y="1236259"/>
                </a:lnTo>
                <a:lnTo>
                  <a:pt x="1481366" y="1194102"/>
                </a:lnTo>
                <a:lnTo>
                  <a:pt x="1490196" y="1152201"/>
                </a:lnTo>
                <a:lnTo>
                  <a:pt x="1499406" y="1110377"/>
                </a:lnTo>
                <a:lnTo>
                  <a:pt x="1508627" y="1068562"/>
                </a:lnTo>
                <a:lnTo>
                  <a:pt x="1517837" y="1026738"/>
                </a:lnTo>
                <a:lnTo>
                  <a:pt x="1527058" y="984914"/>
                </a:lnTo>
                <a:lnTo>
                  <a:pt x="1536268" y="943089"/>
                </a:lnTo>
                <a:lnTo>
                  <a:pt x="1545479" y="901265"/>
                </a:lnTo>
                <a:lnTo>
                  <a:pt x="1554699" y="859441"/>
                </a:lnTo>
                <a:lnTo>
                  <a:pt x="1563910" y="817616"/>
                </a:lnTo>
                <a:lnTo>
                  <a:pt x="1573130" y="775792"/>
                </a:lnTo>
                <a:lnTo>
                  <a:pt x="1582341" y="733968"/>
                </a:lnTo>
                <a:lnTo>
                  <a:pt x="1591551" y="692144"/>
                </a:lnTo>
                <a:lnTo>
                  <a:pt x="1600772" y="650319"/>
                </a:lnTo>
                <a:lnTo>
                  <a:pt x="1609982" y="608495"/>
                </a:lnTo>
                <a:lnTo>
                  <a:pt x="1619202" y="566671"/>
                </a:lnTo>
                <a:lnTo>
                  <a:pt x="1628413" y="524847"/>
                </a:lnTo>
                <a:lnTo>
                  <a:pt x="1637624" y="483022"/>
                </a:lnTo>
                <a:lnTo>
                  <a:pt x="1646844" y="441198"/>
                </a:lnTo>
                <a:lnTo>
                  <a:pt x="1656055" y="399374"/>
                </a:lnTo>
                <a:lnTo>
                  <a:pt x="1665265" y="357549"/>
                </a:lnTo>
                <a:lnTo>
                  <a:pt x="1674485" y="315725"/>
                </a:lnTo>
                <a:lnTo>
                  <a:pt x="1683696" y="273901"/>
                </a:lnTo>
                <a:lnTo>
                  <a:pt x="1692916" y="232077"/>
                </a:lnTo>
                <a:lnTo>
                  <a:pt x="1702127" y="190252"/>
                </a:lnTo>
                <a:lnTo>
                  <a:pt x="1711338" y="148428"/>
                </a:lnTo>
                <a:lnTo>
                  <a:pt x="1720558" y="106604"/>
                </a:lnTo>
                <a:lnTo>
                  <a:pt x="1729769" y="64780"/>
                </a:lnTo>
                <a:lnTo>
                  <a:pt x="1733550" y="22365"/>
                </a:lnTo>
                <a:lnTo>
                  <a:pt x="1713090" y="0"/>
                </a:lnTo>
                <a:lnTo>
                  <a:pt x="1670256" y="0"/>
                </a:lnTo>
                <a:lnTo>
                  <a:pt x="1627432" y="0"/>
                </a:lnTo>
                <a:lnTo>
                  <a:pt x="1584608" y="0"/>
                </a:lnTo>
                <a:lnTo>
                  <a:pt x="1541774" y="0"/>
                </a:lnTo>
                <a:lnTo>
                  <a:pt x="1498949" y="0"/>
                </a:lnTo>
                <a:lnTo>
                  <a:pt x="1456125" y="0"/>
                </a:lnTo>
                <a:lnTo>
                  <a:pt x="1413291" y="0"/>
                </a:lnTo>
                <a:lnTo>
                  <a:pt x="1370467" y="0"/>
                </a:lnTo>
                <a:lnTo>
                  <a:pt x="1327642" y="0"/>
                </a:lnTo>
                <a:lnTo>
                  <a:pt x="1284818" y="0"/>
                </a:lnTo>
                <a:lnTo>
                  <a:pt x="1241984" y="0"/>
                </a:lnTo>
                <a:lnTo>
                  <a:pt x="1199159" y="0"/>
                </a:lnTo>
                <a:lnTo>
                  <a:pt x="1156335" y="0"/>
                </a:lnTo>
                <a:lnTo>
                  <a:pt x="1113501" y="0"/>
                </a:lnTo>
                <a:lnTo>
                  <a:pt x="1070677" y="0"/>
                </a:lnTo>
                <a:lnTo>
                  <a:pt x="1027852" y="0"/>
                </a:lnTo>
                <a:lnTo>
                  <a:pt x="985028" y="0"/>
                </a:lnTo>
                <a:lnTo>
                  <a:pt x="942194" y="0"/>
                </a:lnTo>
                <a:lnTo>
                  <a:pt x="899370" y="0"/>
                </a:lnTo>
                <a:lnTo>
                  <a:pt x="856545" y="0"/>
                </a:lnTo>
                <a:lnTo>
                  <a:pt x="813711" y="0"/>
                </a:lnTo>
                <a:lnTo>
                  <a:pt x="770887" y="0"/>
                </a:lnTo>
                <a:lnTo>
                  <a:pt x="728062" y="0"/>
                </a:lnTo>
                <a:lnTo>
                  <a:pt x="685238" y="0"/>
                </a:lnTo>
                <a:lnTo>
                  <a:pt x="642404" y="0"/>
                </a:lnTo>
                <a:lnTo>
                  <a:pt x="599580" y="0"/>
                </a:lnTo>
                <a:lnTo>
                  <a:pt x="556755" y="0"/>
                </a:lnTo>
                <a:lnTo>
                  <a:pt x="513921" y="0"/>
                </a:lnTo>
                <a:lnTo>
                  <a:pt x="471097" y="0"/>
                </a:lnTo>
                <a:lnTo>
                  <a:pt x="428273" y="0"/>
                </a:lnTo>
                <a:lnTo>
                  <a:pt x="385448" y="0"/>
                </a:lnTo>
                <a:lnTo>
                  <a:pt x="342614" y="0"/>
                </a:lnTo>
                <a:lnTo>
                  <a:pt x="299790" y="0"/>
                </a:lnTo>
                <a:lnTo>
                  <a:pt x="256965" y="0"/>
                </a:lnTo>
                <a:lnTo>
                  <a:pt x="214132" y="0"/>
                </a:lnTo>
                <a:lnTo>
                  <a:pt x="171307" y="0"/>
                </a:lnTo>
                <a:lnTo>
                  <a:pt x="128483" y="0"/>
                </a:lnTo>
                <a:lnTo>
                  <a:pt x="85658" y="0"/>
                </a:lnTo>
                <a:lnTo>
                  <a:pt x="42824" y="0"/>
                </a:lnTo>
                <a:lnTo>
                  <a:pt x="0" y="0"/>
                </a:lnTo>
                <a:close/>
              </a:path>
            </a:pathLst>
          </a:custGeom>
          <a:gradFill xmlns:a="http://schemas.openxmlformats.org/drawingml/2006/main">
            <a:gsLst>
              <a:gs pos="0">
                <a:srgbClr val="000000"/>
              </a:gs>
              <a:gs pos="42">
                <a:srgbClr val="B8D8F2">
                  <a:alpha val="16000"/>
                </a:srgbClr>
              </a:gs>
              <a:gs pos="76">
                <a:srgbClr val="8FC4EE">
                  <a:alpha val="32000"/>
                </a:srgbClr>
              </a:gs>
              <a:gs pos="100">
                <a:srgbClr val="72B3E8">
                  <a:alpha val="52000"/>
                </a:srgbClr>
              </a:gs>
            </a:gsLst>
            <a:lin ang="10800000"/>
          </a:gradFill>
          <a:ln xmlns:a="http://schemas.openxmlformats.org/drawingml/2006/main" w="9525">
            <a:noFill/>
            <a:prstDash val="solid"/>
          </a:ln>
        </p:spPr>
      </p:sp>
      <p:sp>
        <p:nvSpPr>
          <p:cNvPr id="40" name="phase-label-0">
            <a:extLst xmlns:a="http://schemas.openxmlformats.org/drawingml/2006/main">
              <a:ext uri="{FF2B5EF4-FFF2-40B4-BE49-F238E27FC236}">
                <a16:creationId xmlns:a16="http://schemas.microsoft.com/office/drawing/2014/main" id="{914F9750-D765-4A68-B4C9-05F89F62E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1638300"/>
            <a:ext cx="228600" cy="205099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阶段一</a:t>
            </a:r>
          </a:p>
        </p:txBody>
      </p:sp>
      <p:sp>
        <p:nvSpPr>
          <p:cNvPr id="41" name="phase-label-1">
            <a:extLst xmlns:a="http://schemas.openxmlformats.org/drawingml/2006/main">
              <a:ext uri="{FF2B5EF4-FFF2-40B4-BE49-F238E27FC236}">
                <a16:creationId xmlns:a16="http://schemas.microsoft.com/office/drawing/2014/main" id="{CAD89EF5-9164-49B5-8508-B2DA8E215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3689299"/>
            <a:ext cx="228600" cy="25208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阶段二</a:t>
            </a:r>
          </a:p>
        </p:txBody>
      </p:sp>
      <p:sp>
        <p:nvSpPr>
          <p:cNvPr id="42" name="funnel-step-title-0">
            <a:extLst xmlns:a="http://schemas.openxmlformats.org/drawingml/2006/main">
              <a:ext uri="{FF2B5EF4-FFF2-40B4-BE49-F238E27FC236}">
                <a16:creationId xmlns:a16="http://schemas.microsoft.com/office/drawing/2014/main" id="{830A9E21-ADC5-468D-A9F5-D44D78B0D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528117" y="2944711"/>
            <a:ext cx="2183016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3600"/>
              </a:lnSpc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广泛触达</a:t>
            </a:r>
          </a:p>
        </p:txBody>
      </p:sp>
      <p:sp>
        <p:nvSpPr>
          <p:cNvPr id="43" name="funnel-step-title-1">
            <a:extLst xmlns:a="http://schemas.openxmlformats.org/drawingml/2006/main">
              <a:ext uri="{FF2B5EF4-FFF2-40B4-BE49-F238E27FC236}">
                <a16:creationId xmlns:a16="http://schemas.microsoft.com/office/drawing/2014/main" id="{7D61E6FB-681A-4B2F-9716-E3116B69A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10165" y="4157663"/>
            <a:ext cx="141893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3600"/>
              </a:lnSpc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兴趣识别</a:t>
            </a:r>
          </a:p>
        </p:txBody>
      </p:sp>
      <p:sp>
        <p:nvSpPr>
          <p:cNvPr id="44" name="funnel-step-title-2">
            <a:extLst xmlns:a="http://schemas.openxmlformats.org/drawingml/2006/main">
              <a:ext uri="{FF2B5EF4-FFF2-40B4-BE49-F238E27FC236}">
                <a16:creationId xmlns:a16="http://schemas.microsoft.com/office/drawing/2014/main" id="{636809F2-51C1-48D4-BC0E-93A87D151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200525" y="5370462"/>
            <a:ext cx="8382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意向培育</a:t>
            </a:r>
          </a:p>
        </p:txBody>
      </p:sp>
      <p:sp>
        <p:nvSpPr>
          <p:cNvPr id="45" name="input-core-0">
            <a:extLst xmlns:a="http://schemas.openxmlformats.org/drawingml/2006/main">
              <a:ext uri="{FF2B5EF4-FFF2-40B4-BE49-F238E27FC236}">
                <a16:creationId xmlns:a16="http://schemas.microsoft.com/office/drawing/2014/main" id="{010934FB-0EB0-4B6F-891F-F04D36219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057525" y="194310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23"/>
          <a:fontRef xmlns:a="http://schemas.openxmlformats.org/drawingml/2006/main" idx="major"/>
        </p:style>
      </p:sp>
      <p:pic>
        <p:nvPicPr>
          <p:cNvPr id="10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293f38d4cc1475a">
            <a:extLst>
              <a:ext uri="{96DAC541-7B7A-43D3-8B79-37D633B846F1}">
                <asvg:svgBlip xmlns:asvg="http://schemas.microsoft.com/office/drawing/2016/SVG/main" r:embed="R4590fb76c16d4625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3152775" y="2038350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47" name="input-core-1">
            <a:extLst xmlns:a="http://schemas.openxmlformats.org/drawingml/2006/main">
              <a:ext uri="{FF2B5EF4-FFF2-40B4-BE49-F238E27FC236}">
                <a16:creationId xmlns:a16="http://schemas.microsoft.com/office/drawing/2014/main" id="{B7AC1F51-82CB-4E17-9A24-3594BEEE2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52850" y="1743075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23"/>
          <a:fontRef xmlns:a="http://schemas.openxmlformats.org/drawingml/2006/main" idx="major"/>
        </p:style>
      </p:sp>
      <p:pic>
        <p:nvPicPr>
          <p:cNvPr id="10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e85ccfd1ede4dd2">
            <a:extLst>
              <a:ext uri="{96DAC541-7B7A-43D3-8B79-37D633B846F1}">
                <asvg:svgBlip xmlns:asvg="http://schemas.microsoft.com/office/drawing/2016/SVG/main" r:embed="R0fdc1afd17fb4cf5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3848100" y="1838325"/>
            <a:ext cx="209550" cy="209550"/>
          </a:xfrm>
          <a:prstGeom xmlns:a="http://schemas.openxmlformats.org/drawingml/2006/main" prst="rect">
            <a:avLst/>
          </a:prstGeom>
        </p:spPr>
      </p:pic>
      <p:sp>
        <p:nvSpPr>
          <p:cNvPr id="49" name="input-core-2">
            <a:extLst xmlns:a="http://schemas.openxmlformats.org/drawingml/2006/main">
              <a:ext uri="{FF2B5EF4-FFF2-40B4-BE49-F238E27FC236}">
                <a16:creationId xmlns:a16="http://schemas.microsoft.com/office/drawing/2014/main" id="{6B3E4879-CAE6-4CDD-BC98-8CBBF9A63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391025" y="162877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23"/>
          <a:fontRef xmlns:a="http://schemas.openxmlformats.org/drawingml/2006/main" idx="major"/>
        </p:style>
      </p:sp>
      <p:pic>
        <p:nvPicPr>
          <p:cNvPr id="10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60f9ea84f6f4922">
            <a:extLst>
              <a:ext uri="{96DAC541-7B7A-43D3-8B79-37D633B846F1}">
                <asvg:svgBlip xmlns:asvg="http://schemas.microsoft.com/office/drawing/2016/SVG/main" r:embed="R42811469214d4182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4486275" y="1724025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51" name="input-core-3">
            <a:extLst xmlns:a="http://schemas.openxmlformats.org/drawingml/2006/main">
              <a:ext uri="{FF2B5EF4-FFF2-40B4-BE49-F238E27FC236}">
                <a16:creationId xmlns:a16="http://schemas.microsoft.com/office/drawing/2014/main" id="{CE8928B2-8975-427B-9396-2CCE51D4D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086350" y="1781175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23"/>
          <a:fontRef xmlns:a="http://schemas.openxmlformats.org/drawingml/2006/main" idx="major"/>
        </p:style>
      </p:sp>
      <p:pic>
        <p:nvPicPr>
          <p:cNvPr id="10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ad564cb6a8f4f29">
            <a:extLst>
              <a:ext uri="{96DAC541-7B7A-43D3-8B79-37D633B846F1}">
                <asvg:svgBlip xmlns:asvg="http://schemas.microsoft.com/office/drawing/2016/SVG/main" r:embed="R4183c96b6e2c4b6b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5181600" y="1876425"/>
            <a:ext cx="209550" cy="209550"/>
          </a:xfrm>
          <a:prstGeom xmlns:a="http://schemas.openxmlformats.org/drawingml/2006/main" prst="rect">
            <a:avLst/>
          </a:prstGeom>
        </p:spPr>
      </p:pic>
      <p:sp>
        <p:nvSpPr>
          <p:cNvPr id="53" name="input-core-4">
            <a:extLst xmlns:a="http://schemas.openxmlformats.org/drawingml/2006/main">
              <a:ext uri="{FF2B5EF4-FFF2-40B4-BE49-F238E27FC236}">
                <a16:creationId xmlns:a16="http://schemas.microsoft.com/office/drawing/2014/main" id="{4AEFF26F-E0B0-4FA9-9920-F438957C1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724525" y="191452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23"/>
          <a:fontRef xmlns:a="http://schemas.openxmlformats.org/drawingml/2006/main" idx="major"/>
        </p:style>
      </p:sp>
      <p:pic>
        <p:nvPicPr>
          <p:cNvPr id="10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17aad9f49ea4e07">
            <a:extLst>
              <a:ext uri="{96DAC541-7B7A-43D3-8B79-37D633B846F1}">
                <asvg:svgBlip xmlns:asvg="http://schemas.microsoft.com/office/drawing/2016/SVG/main" r:embed="R87040d5b25084b54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5819775" y="2009775"/>
            <a:ext cx="266700" cy="2667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696230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7" name="phase-band-0">
            <a:extLst xmlns:a="http://schemas.openxmlformats.org/drawingml/2006/main">
              <a:ext uri="{FF2B5EF4-FFF2-40B4-BE49-F238E27FC236}">
                <a16:creationId xmlns:a16="http://schemas.microsoft.com/office/drawing/2014/main" id="{CF0EAC62-024D-40B4-951D-7094F6289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1638300"/>
            <a:ext cx="11144250" cy="205099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phase-band-1">
            <a:extLst xmlns:a="http://schemas.openxmlformats.org/drawingml/2006/main">
              <a:ext uri="{FF2B5EF4-FFF2-40B4-BE49-F238E27FC236}">
                <a16:creationId xmlns:a16="http://schemas.microsoft.com/office/drawing/2014/main" id="{218DDEDB-B17A-4F9E-833E-7362F944B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3689299"/>
            <a:ext cx="11144250" cy="25208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38100">
            <a:solidFill>
              <a:srgbClr val="FFFFFF"/>
            </a:solidFill>
            <a:prstDash val="solid"/>
          </a:ln>
        </p:spPr>
      </p:sp>
      <p:sp>
        <p:nvSpPr>
          <p:cNvPr id="3" name="phase-rail-0">
            <a:extLst xmlns:a="http://schemas.openxmlformats.org/drawingml/2006/main">
              <a:ext uri="{FF2B5EF4-FFF2-40B4-BE49-F238E27FC236}">
                <a16:creationId xmlns:a16="http://schemas.microsoft.com/office/drawing/2014/main" id="{DA15AE75-0B8E-4040-BAB9-84BF7ACBE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1638300"/>
            <a:ext cx="514350" cy="2046494"/>
          </a:xfrm>
          <a:custGeom xmlns:a="http://schemas.openxmlformats.org/drawingml/2006/main">
            <a:pathLst>
              <a:path w="514350" h="2046494">
                <a:moveTo>
                  <a:pt x="0" y="0"/>
                </a:moveTo>
                <a:lnTo>
                  <a:pt x="20498" y="0"/>
                </a:lnTo>
                <a:lnTo>
                  <a:pt x="40996" y="0"/>
                </a:lnTo>
                <a:lnTo>
                  <a:pt x="61493" y="0"/>
                </a:lnTo>
                <a:lnTo>
                  <a:pt x="81982" y="0"/>
                </a:lnTo>
                <a:lnTo>
                  <a:pt x="102479" y="0"/>
                </a:lnTo>
                <a:lnTo>
                  <a:pt x="122977" y="0"/>
                </a:lnTo>
                <a:lnTo>
                  <a:pt x="143475" y="0"/>
                </a:lnTo>
                <a:lnTo>
                  <a:pt x="163973" y="0"/>
                </a:lnTo>
                <a:lnTo>
                  <a:pt x="184471" y="0"/>
                </a:lnTo>
                <a:lnTo>
                  <a:pt x="204959" y="0"/>
                </a:lnTo>
                <a:lnTo>
                  <a:pt x="225457" y="0"/>
                </a:lnTo>
                <a:lnTo>
                  <a:pt x="245955" y="0"/>
                </a:lnTo>
                <a:lnTo>
                  <a:pt x="266452" y="0"/>
                </a:lnTo>
                <a:lnTo>
                  <a:pt x="286950" y="0"/>
                </a:lnTo>
                <a:lnTo>
                  <a:pt x="307448" y="0"/>
                </a:lnTo>
                <a:lnTo>
                  <a:pt x="327936" y="0"/>
                </a:lnTo>
                <a:lnTo>
                  <a:pt x="348434" y="0"/>
                </a:lnTo>
                <a:lnTo>
                  <a:pt x="368932" y="0"/>
                </a:lnTo>
                <a:lnTo>
                  <a:pt x="389430" y="0"/>
                </a:lnTo>
                <a:lnTo>
                  <a:pt x="409927" y="0"/>
                </a:lnTo>
                <a:lnTo>
                  <a:pt x="430425" y="0"/>
                </a:lnTo>
                <a:lnTo>
                  <a:pt x="450914" y="0"/>
                </a:lnTo>
                <a:lnTo>
                  <a:pt x="471411" y="0"/>
                </a:lnTo>
                <a:lnTo>
                  <a:pt x="491909" y="0"/>
                </a:lnTo>
                <a:lnTo>
                  <a:pt x="512407" y="0"/>
                </a:lnTo>
                <a:lnTo>
                  <a:pt x="514350" y="18555"/>
                </a:lnTo>
                <a:lnTo>
                  <a:pt x="514350" y="39043"/>
                </a:lnTo>
                <a:lnTo>
                  <a:pt x="514350" y="59541"/>
                </a:lnTo>
                <a:lnTo>
                  <a:pt x="514350" y="80039"/>
                </a:lnTo>
                <a:lnTo>
                  <a:pt x="514350" y="100536"/>
                </a:lnTo>
                <a:lnTo>
                  <a:pt x="514350" y="121034"/>
                </a:lnTo>
                <a:lnTo>
                  <a:pt x="514350" y="141522"/>
                </a:lnTo>
                <a:lnTo>
                  <a:pt x="514350" y="162020"/>
                </a:lnTo>
                <a:lnTo>
                  <a:pt x="514350" y="182518"/>
                </a:lnTo>
                <a:lnTo>
                  <a:pt x="514350" y="203016"/>
                </a:lnTo>
                <a:lnTo>
                  <a:pt x="514350" y="223504"/>
                </a:lnTo>
                <a:lnTo>
                  <a:pt x="514350" y="244002"/>
                </a:lnTo>
                <a:lnTo>
                  <a:pt x="514350" y="264500"/>
                </a:lnTo>
                <a:lnTo>
                  <a:pt x="514350" y="284998"/>
                </a:lnTo>
                <a:lnTo>
                  <a:pt x="514350" y="305495"/>
                </a:lnTo>
                <a:lnTo>
                  <a:pt x="514350" y="325984"/>
                </a:lnTo>
                <a:lnTo>
                  <a:pt x="514350" y="346481"/>
                </a:lnTo>
                <a:lnTo>
                  <a:pt x="514350" y="366979"/>
                </a:lnTo>
                <a:lnTo>
                  <a:pt x="514350" y="387477"/>
                </a:lnTo>
                <a:lnTo>
                  <a:pt x="514350" y="407975"/>
                </a:lnTo>
                <a:lnTo>
                  <a:pt x="514350" y="428463"/>
                </a:lnTo>
                <a:lnTo>
                  <a:pt x="514350" y="448961"/>
                </a:lnTo>
                <a:lnTo>
                  <a:pt x="514350" y="469459"/>
                </a:lnTo>
                <a:lnTo>
                  <a:pt x="514350" y="489956"/>
                </a:lnTo>
                <a:lnTo>
                  <a:pt x="514350" y="510445"/>
                </a:lnTo>
                <a:lnTo>
                  <a:pt x="514350" y="530943"/>
                </a:lnTo>
                <a:lnTo>
                  <a:pt x="514350" y="551440"/>
                </a:lnTo>
                <a:lnTo>
                  <a:pt x="514350" y="571938"/>
                </a:lnTo>
                <a:lnTo>
                  <a:pt x="514350" y="592436"/>
                </a:lnTo>
                <a:lnTo>
                  <a:pt x="514350" y="612924"/>
                </a:lnTo>
                <a:lnTo>
                  <a:pt x="514350" y="633422"/>
                </a:lnTo>
                <a:lnTo>
                  <a:pt x="514350" y="653920"/>
                </a:lnTo>
                <a:lnTo>
                  <a:pt x="514350" y="674418"/>
                </a:lnTo>
                <a:lnTo>
                  <a:pt x="514350" y="694915"/>
                </a:lnTo>
                <a:lnTo>
                  <a:pt x="514350" y="715404"/>
                </a:lnTo>
                <a:lnTo>
                  <a:pt x="514350" y="735902"/>
                </a:lnTo>
                <a:lnTo>
                  <a:pt x="514350" y="756399"/>
                </a:lnTo>
                <a:lnTo>
                  <a:pt x="514350" y="776897"/>
                </a:lnTo>
                <a:lnTo>
                  <a:pt x="514350" y="797385"/>
                </a:lnTo>
                <a:lnTo>
                  <a:pt x="514350" y="817883"/>
                </a:lnTo>
                <a:lnTo>
                  <a:pt x="514350" y="838381"/>
                </a:lnTo>
                <a:lnTo>
                  <a:pt x="514350" y="858879"/>
                </a:lnTo>
                <a:lnTo>
                  <a:pt x="514350" y="879377"/>
                </a:lnTo>
                <a:lnTo>
                  <a:pt x="514350" y="899865"/>
                </a:lnTo>
                <a:lnTo>
                  <a:pt x="514350" y="920363"/>
                </a:lnTo>
                <a:lnTo>
                  <a:pt x="514350" y="940860"/>
                </a:lnTo>
                <a:lnTo>
                  <a:pt x="514350" y="961358"/>
                </a:lnTo>
                <a:lnTo>
                  <a:pt x="514350" y="981847"/>
                </a:lnTo>
                <a:lnTo>
                  <a:pt x="514350" y="1002344"/>
                </a:lnTo>
                <a:lnTo>
                  <a:pt x="514350" y="1022842"/>
                </a:lnTo>
                <a:lnTo>
                  <a:pt x="514350" y="1043340"/>
                </a:lnTo>
                <a:lnTo>
                  <a:pt x="514350" y="1063838"/>
                </a:lnTo>
                <a:lnTo>
                  <a:pt x="514350" y="1084326"/>
                </a:lnTo>
                <a:lnTo>
                  <a:pt x="514350" y="1104824"/>
                </a:lnTo>
                <a:lnTo>
                  <a:pt x="514350" y="1125322"/>
                </a:lnTo>
                <a:lnTo>
                  <a:pt x="514350" y="1145819"/>
                </a:lnTo>
                <a:lnTo>
                  <a:pt x="514350" y="1166317"/>
                </a:lnTo>
                <a:lnTo>
                  <a:pt x="514350" y="1186805"/>
                </a:lnTo>
                <a:lnTo>
                  <a:pt x="514350" y="1207303"/>
                </a:lnTo>
                <a:lnTo>
                  <a:pt x="514350" y="1227801"/>
                </a:lnTo>
                <a:lnTo>
                  <a:pt x="514350" y="1248299"/>
                </a:lnTo>
                <a:lnTo>
                  <a:pt x="514350" y="1268787"/>
                </a:lnTo>
                <a:lnTo>
                  <a:pt x="514350" y="1289285"/>
                </a:lnTo>
                <a:lnTo>
                  <a:pt x="514350" y="1309783"/>
                </a:lnTo>
                <a:lnTo>
                  <a:pt x="514350" y="1330281"/>
                </a:lnTo>
                <a:lnTo>
                  <a:pt x="514350" y="1350778"/>
                </a:lnTo>
                <a:lnTo>
                  <a:pt x="514350" y="1371267"/>
                </a:lnTo>
                <a:lnTo>
                  <a:pt x="514350" y="1391764"/>
                </a:lnTo>
                <a:lnTo>
                  <a:pt x="514350" y="1412262"/>
                </a:lnTo>
                <a:lnTo>
                  <a:pt x="514350" y="1432760"/>
                </a:lnTo>
                <a:lnTo>
                  <a:pt x="514350" y="1453248"/>
                </a:lnTo>
                <a:lnTo>
                  <a:pt x="514350" y="1473746"/>
                </a:lnTo>
                <a:lnTo>
                  <a:pt x="514350" y="1494244"/>
                </a:lnTo>
                <a:lnTo>
                  <a:pt x="514350" y="1514742"/>
                </a:lnTo>
                <a:lnTo>
                  <a:pt x="514350" y="1535240"/>
                </a:lnTo>
                <a:lnTo>
                  <a:pt x="514350" y="1555728"/>
                </a:lnTo>
                <a:lnTo>
                  <a:pt x="514350" y="1576226"/>
                </a:lnTo>
                <a:lnTo>
                  <a:pt x="514350" y="1596723"/>
                </a:lnTo>
                <a:lnTo>
                  <a:pt x="514350" y="1617221"/>
                </a:lnTo>
                <a:lnTo>
                  <a:pt x="514350" y="1637719"/>
                </a:lnTo>
                <a:lnTo>
                  <a:pt x="514350" y="1658207"/>
                </a:lnTo>
                <a:lnTo>
                  <a:pt x="514350" y="1678705"/>
                </a:lnTo>
                <a:lnTo>
                  <a:pt x="514350" y="1699203"/>
                </a:lnTo>
                <a:lnTo>
                  <a:pt x="514350" y="1719701"/>
                </a:lnTo>
                <a:lnTo>
                  <a:pt x="514350" y="1740189"/>
                </a:lnTo>
                <a:lnTo>
                  <a:pt x="514350" y="1760687"/>
                </a:lnTo>
                <a:lnTo>
                  <a:pt x="514350" y="1781185"/>
                </a:lnTo>
                <a:lnTo>
                  <a:pt x="514350" y="1801682"/>
                </a:lnTo>
                <a:lnTo>
                  <a:pt x="514350" y="1822180"/>
                </a:lnTo>
                <a:lnTo>
                  <a:pt x="514350" y="1842668"/>
                </a:lnTo>
                <a:lnTo>
                  <a:pt x="514350" y="1863166"/>
                </a:lnTo>
                <a:lnTo>
                  <a:pt x="514350" y="1883664"/>
                </a:lnTo>
                <a:lnTo>
                  <a:pt x="514350" y="1904162"/>
                </a:lnTo>
                <a:lnTo>
                  <a:pt x="499901" y="1916154"/>
                </a:lnTo>
                <a:lnTo>
                  <a:pt x="481984" y="1926107"/>
                </a:lnTo>
                <a:lnTo>
                  <a:pt x="464068" y="1936061"/>
                </a:lnTo>
                <a:lnTo>
                  <a:pt x="446151" y="1946015"/>
                </a:lnTo>
                <a:lnTo>
                  <a:pt x="428234" y="1955968"/>
                </a:lnTo>
                <a:lnTo>
                  <a:pt x="410318" y="1965922"/>
                </a:lnTo>
                <a:lnTo>
                  <a:pt x="392401" y="1975876"/>
                </a:lnTo>
                <a:lnTo>
                  <a:pt x="374485" y="1985829"/>
                </a:lnTo>
                <a:lnTo>
                  <a:pt x="356568" y="1995783"/>
                </a:lnTo>
                <a:lnTo>
                  <a:pt x="338652" y="2005736"/>
                </a:lnTo>
                <a:lnTo>
                  <a:pt x="320735" y="2015690"/>
                </a:lnTo>
                <a:lnTo>
                  <a:pt x="302819" y="2025644"/>
                </a:lnTo>
                <a:lnTo>
                  <a:pt x="284902" y="2035597"/>
                </a:lnTo>
                <a:lnTo>
                  <a:pt x="266986" y="2045551"/>
                </a:lnTo>
                <a:lnTo>
                  <a:pt x="249069" y="2046494"/>
                </a:lnTo>
                <a:lnTo>
                  <a:pt x="231153" y="2036540"/>
                </a:lnTo>
                <a:lnTo>
                  <a:pt x="213236" y="2026587"/>
                </a:lnTo>
                <a:lnTo>
                  <a:pt x="195320" y="2016633"/>
                </a:lnTo>
                <a:lnTo>
                  <a:pt x="177403" y="2006679"/>
                </a:lnTo>
                <a:lnTo>
                  <a:pt x="159477" y="1996726"/>
                </a:lnTo>
                <a:lnTo>
                  <a:pt x="141561" y="1986772"/>
                </a:lnTo>
                <a:lnTo>
                  <a:pt x="123644" y="1976819"/>
                </a:lnTo>
                <a:lnTo>
                  <a:pt x="105728" y="1966865"/>
                </a:lnTo>
                <a:lnTo>
                  <a:pt x="87811" y="1956911"/>
                </a:lnTo>
                <a:lnTo>
                  <a:pt x="69894" y="1946958"/>
                </a:lnTo>
                <a:lnTo>
                  <a:pt x="51978" y="1937004"/>
                </a:lnTo>
                <a:lnTo>
                  <a:pt x="34061" y="1927050"/>
                </a:lnTo>
                <a:lnTo>
                  <a:pt x="16145" y="1917097"/>
                </a:lnTo>
                <a:lnTo>
                  <a:pt x="0" y="1906105"/>
                </a:lnTo>
                <a:lnTo>
                  <a:pt x="0" y="1885607"/>
                </a:lnTo>
                <a:lnTo>
                  <a:pt x="0" y="1865109"/>
                </a:lnTo>
                <a:lnTo>
                  <a:pt x="0" y="1844612"/>
                </a:lnTo>
                <a:lnTo>
                  <a:pt x="0" y="1824123"/>
                </a:lnTo>
                <a:lnTo>
                  <a:pt x="0" y="1803625"/>
                </a:lnTo>
                <a:lnTo>
                  <a:pt x="0" y="1783128"/>
                </a:lnTo>
                <a:lnTo>
                  <a:pt x="0" y="1762630"/>
                </a:lnTo>
                <a:lnTo>
                  <a:pt x="0" y="1742142"/>
                </a:lnTo>
                <a:lnTo>
                  <a:pt x="0" y="1721644"/>
                </a:lnTo>
                <a:lnTo>
                  <a:pt x="0" y="1701146"/>
                </a:lnTo>
                <a:lnTo>
                  <a:pt x="0" y="1680648"/>
                </a:lnTo>
                <a:lnTo>
                  <a:pt x="0" y="1660150"/>
                </a:lnTo>
                <a:lnTo>
                  <a:pt x="0" y="1639662"/>
                </a:lnTo>
                <a:lnTo>
                  <a:pt x="0" y="1619164"/>
                </a:lnTo>
                <a:lnTo>
                  <a:pt x="0" y="1598666"/>
                </a:lnTo>
                <a:lnTo>
                  <a:pt x="0" y="1578169"/>
                </a:lnTo>
                <a:lnTo>
                  <a:pt x="0" y="1557680"/>
                </a:lnTo>
                <a:lnTo>
                  <a:pt x="0" y="1537183"/>
                </a:lnTo>
                <a:lnTo>
                  <a:pt x="0" y="1516685"/>
                </a:lnTo>
                <a:lnTo>
                  <a:pt x="0" y="1496187"/>
                </a:lnTo>
                <a:lnTo>
                  <a:pt x="0" y="1475689"/>
                </a:lnTo>
                <a:lnTo>
                  <a:pt x="0" y="1455201"/>
                </a:lnTo>
                <a:lnTo>
                  <a:pt x="0" y="1434703"/>
                </a:lnTo>
                <a:lnTo>
                  <a:pt x="0" y="1414205"/>
                </a:lnTo>
                <a:lnTo>
                  <a:pt x="0" y="1393708"/>
                </a:lnTo>
                <a:lnTo>
                  <a:pt x="0" y="1373210"/>
                </a:lnTo>
                <a:lnTo>
                  <a:pt x="0" y="1352721"/>
                </a:lnTo>
                <a:lnTo>
                  <a:pt x="0" y="1332224"/>
                </a:lnTo>
                <a:lnTo>
                  <a:pt x="0" y="1311726"/>
                </a:lnTo>
                <a:lnTo>
                  <a:pt x="0" y="1291228"/>
                </a:lnTo>
                <a:lnTo>
                  <a:pt x="0" y="1270740"/>
                </a:lnTo>
                <a:lnTo>
                  <a:pt x="0" y="1250242"/>
                </a:lnTo>
                <a:lnTo>
                  <a:pt x="0" y="1229744"/>
                </a:lnTo>
                <a:lnTo>
                  <a:pt x="0" y="1209246"/>
                </a:lnTo>
                <a:lnTo>
                  <a:pt x="0" y="1188749"/>
                </a:lnTo>
                <a:lnTo>
                  <a:pt x="0" y="1168260"/>
                </a:lnTo>
                <a:lnTo>
                  <a:pt x="0" y="1147763"/>
                </a:lnTo>
                <a:lnTo>
                  <a:pt x="0" y="1127265"/>
                </a:lnTo>
                <a:lnTo>
                  <a:pt x="0" y="1106767"/>
                </a:lnTo>
                <a:lnTo>
                  <a:pt x="0" y="1086279"/>
                </a:lnTo>
                <a:lnTo>
                  <a:pt x="0" y="1065781"/>
                </a:lnTo>
                <a:lnTo>
                  <a:pt x="0" y="1045283"/>
                </a:lnTo>
                <a:lnTo>
                  <a:pt x="0" y="1024785"/>
                </a:lnTo>
                <a:lnTo>
                  <a:pt x="0" y="1004287"/>
                </a:lnTo>
                <a:lnTo>
                  <a:pt x="0" y="983799"/>
                </a:lnTo>
                <a:lnTo>
                  <a:pt x="0" y="963301"/>
                </a:lnTo>
                <a:lnTo>
                  <a:pt x="0" y="942804"/>
                </a:lnTo>
                <a:lnTo>
                  <a:pt x="0" y="922306"/>
                </a:lnTo>
                <a:lnTo>
                  <a:pt x="0" y="901808"/>
                </a:lnTo>
                <a:lnTo>
                  <a:pt x="0" y="881320"/>
                </a:lnTo>
                <a:lnTo>
                  <a:pt x="0" y="860822"/>
                </a:lnTo>
                <a:lnTo>
                  <a:pt x="0" y="840324"/>
                </a:lnTo>
                <a:lnTo>
                  <a:pt x="0" y="819826"/>
                </a:lnTo>
                <a:lnTo>
                  <a:pt x="0" y="799338"/>
                </a:lnTo>
                <a:lnTo>
                  <a:pt x="0" y="778840"/>
                </a:lnTo>
                <a:lnTo>
                  <a:pt x="0" y="758342"/>
                </a:lnTo>
                <a:lnTo>
                  <a:pt x="0" y="737845"/>
                </a:lnTo>
                <a:lnTo>
                  <a:pt x="0" y="717347"/>
                </a:lnTo>
                <a:lnTo>
                  <a:pt x="0" y="696859"/>
                </a:lnTo>
                <a:lnTo>
                  <a:pt x="0" y="676361"/>
                </a:lnTo>
                <a:lnTo>
                  <a:pt x="0" y="655863"/>
                </a:lnTo>
                <a:lnTo>
                  <a:pt x="0" y="635365"/>
                </a:lnTo>
                <a:lnTo>
                  <a:pt x="0" y="614867"/>
                </a:lnTo>
                <a:lnTo>
                  <a:pt x="0" y="594379"/>
                </a:lnTo>
                <a:lnTo>
                  <a:pt x="0" y="573881"/>
                </a:lnTo>
                <a:lnTo>
                  <a:pt x="0" y="553383"/>
                </a:lnTo>
                <a:lnTo>
                  <a:pt x="0" y="532886"/>
                </a:lnTo>
                <a:lnTo>
                  <a:pt x="0" y="512397"/>
                </a:lnTo>
                <a:lnTo>
                  <a:pt x="0" y="491900"/>
                </a:lnTo>
                <a:lnTo>
                  <a:pt x="0" y="471402"/>
                </a:lnTo>
                <a:lnTo>
                  <a:pt x="0" y="450904"/>
                </a:lnTo>
                <a:lnTo>
                  <a:pt x="0" y="430406"/>
                </a:lnTo>
                <a:lnTo>
                  <a:pt x="0" y="409918"/>
                </a:lnTo>
                <a:lnTo>
                  <a:pt x="0" y="389420"/>
                </a:lnTo>
                <a:lnTo>
                  <a:pt x="0" y="368922"/>
                </a:lnTo>
                <a:lnTo>
                  <a:pt x="0" y="348425"/>
                </a:lnTo>
                <a:lnTo>
                  <a:pt x="0" y="327936"/>
                </a:lnTo>
                <a:lnTo>
                  <a:pt x="0" y="307438"/>
                </a:lnTo>
                <a:lnTo>
                  <a:pt x="0" y="286941"/>
                </a:lnTo>
                <a:lnTo>
                  <a:pt x="0" y="266443"/>
                </a:lnTo>
                <a:lnTo>
                  <a:pt x="0" y="245945"/>
                </a:lnTo>
                <a:lnTo>
                  <a:pt x="0" y="225457"/>
                </a:lnTo>
                <a:lnTo>
                  <a:pt x="0" y="204959"/>
                </a:lnTo>
                <a:lnTo>
                  <a:pt x="0" y="184461"/>
                </a:lnTo>
                <a:lnTo>
                  <a:pt x="0" y="163963"/>
                </a:lnTo>
                <a:lnTo>
                  <a:pt x="0" y="143466"/>
                </a:lnTo>
                <a:lnTo>
                  <a:pt x="0" y="122977"/>
                </a:lnTo>
                <a:lnTo>
                  <a:pt x="0" y="102479"/>
                </a:lnTo>
                <a:lnTo>
                  <a:pt x="0" y="81982"/>
                </a:lnTo>
                <a:lnTo>
                  <a:pt x="0" y="61484"/>
                </a:lnTo>
                <a:lnTo>
                  <a:pt x="0" y="40996"/>
                </a:lnTo>
                <a:lnTo>
                  <a:pt x="0" y="20498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4" name="phase-title-0">
            <a:extLst xmlns:a="http://schemas.openxmlformats.org/drawingml/2006/main">
              <a:ext uri="{FF2B5EF4-FFF2-40B4-BE49-F238E27FC236}">
                <a16:creationId xmlns:a16="http://schemas.microsoft.com/office/drawing/2014/main" id="{A7C80A2F-8A82-40D8-A5D9-CC9E25133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2192979"/>
            <a:ext cx="1428750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获取与识别</a:t>
            </a:r>
          </a:p>
        </p:txBody>
      </p:sp>
      <p:sp>
        <p:nvSpPr>
          <p:cNvPr id="5" name="phase-body-0">
            <a:extLst xmlns:a="http://schemas.openxmlformats.org/drawingml/2006/main">
              <a:ext uri="{FF2B5EF4-FFF2-40B4-BE49-F238E27FC236}">
                <a16:creationId xmlns:a16="http://schemas.microsoft.com/office/drawing/2014/main" id="{D9C6A66B-B8D8-46FA-B639-DAB5916AB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2547195"/>
            <a:ext cx="1428750" cy="587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让目标对象进</a:t>
            </a:r>
          </a:p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入并形成意向</a:t>
            </a:r>
          </a:p>
        </p:txBody>
      </p:sp>
      <p:sp>
        <p:nvSpPr>
          <p:cNvPr id="6" name="action-icon-shell-0-0">
            <a:extLst xmlns:a="http://schemas.openxmlformats.org/drawingml/2006/main">
              <a:ext uri="{FF2B5EF4-FFF2-40B4-BE49-F238E27FC236}">
                <a16:creationId xmlns:a16="http://schemas.microsoft.com/office/drawing/2014/main" id="{F5D89D06-FF7D-44EF-8B57-4065FD77B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2187473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6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5f98c734ebb4acf">
            <a:extLst>
              <a:ext uri="{96DAC541-7B7A-43D3-8B79-37D633B846F1}">
                <asvg:svgBlip xmlns:asvg="http://schemas.microsoft.com/office/drawing/2016/SVG/main" r:embed="R846129f57fd74781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2263673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8" name="action-title-0-0">
            <a:extLst xmlns:a="http://schemas.openxmlformats.org/drawingml/2006/main">
              <a:ext uri="{FF2B5EF4-FFF2-40B4-BE49-F238E27FC236}">
                <a16:creationId xmlns:a16="http://schemas.microsoft.com/office/drawing/2014/main" id="{1678CF38-9991-4FC5-807D-B86BD8868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126456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标签体系</a:t>
            </a:r>
          </a:p>
        </p:txBody>
      </p:sp>
      <p:sp>
        <p:nvSpPr>
          <p:cNvPr id="9" name="action-body-0-0">
            <a:extLst xmlns:a="http://schemas.openxmlformats.org/drawingml/2006/main">
              <a:ext uri="{FF2B5EF4-FFF2-40B4-BE49-F238E27FC236}">
                <a16:creationId xmlns:a16="http://schemas.microsoft.com/office/drawing/2014/main" id="{3733982C-D465-402E-BD06-D2F73AAF2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355056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形成可识别对象</a:t>
            </a:r>
          </a:p>
        </p:txBody>
      </p:sp>
      <p:sp>
        <p:nvSpPr>
          <p:cNvPr id="10" name="action-icon-shell-0-1">
            <a:extLst xmlns:a="http://schemas.openxmlformats.org/drawingml/2006/main">
              <a:ext uri="{FF2B5EF4-FFF2-40B4-BE49-F238E27FC236}">
                <a16:creationId xmlns:a16="http://schemas.microsoft.com/office/drawing/2014/main" id="{DCE4DE3D-B265-4DD2-A67C-5D47BFE5B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2187473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6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d57dacace3e4689">
            <a:extLst>
              <a:ext uri="{96DAC541-7B7A-43D3-8B79-37D633B846F1}">
                <asvg:svgBlip xmlns:asvg="http://schemas.microsoft.com/office/drawing/2016/SVG/main" r:embed="Rfe6c34dc1c1d4b01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2263673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12" name="action-title-0-1">
            <a:extLst xmlns:a="http://schemas.openxmlformats.org/drawingml/2006/main">
              <a:ext uri="{FF2B5EF4-FFF2-40B4-BE49-F238E27FC236}">
                <a16:creationId xmlns:a16="http://schemas.microsoft.com/office/drawing/2014/main" id="{8401EB19-FC32-4385-85BF-5C76EFB21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126456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渠道连接</a:t>
            </a:r>
          </a:p>
        </p:txBody>
      </p:sp>
      <p:sp>
        <p:nvSpPr>
          <p:cNvPr id="13" name="action-body-0-1">
            <a:extLst xmlns:a="http://schemas.openxmlformats.org/drawingml/2006/main">
              <a:ext uri="{FF2B5EF4-FFF2-40B4-BE49-F238E27FC236}">
                <a16:creationId xmlns:a16="http://schemas.microsoft.com/office/drawing/2014/main" id="{B93149CF-B70A-415A-A75E-EACC5132F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355056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连接主要触点</a:t>
            </a:r>
          </a:p>
        </p:txBody>
      </p:sp>
      <p:sp>
        <p:nvSpPr>
          <p:cNvPr id="14" name="action-icon-shell-0-2">
            <a:extLst xmlns:a="http://schemas.openxmlformats.org/drawingml/2006/main">
              <a:ext uri="{FF2B5EF4-FFF2-40B4-BE49-F238E27FC236}">
                <a16:creationId xmlns:a16="http://schemas.microsoft.com/office/drawing/2014/main" id="{EEC1860D-17B9-4DDF-9AAC-99BF8CD9D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2797073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7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b2f023d433d497f">
            <a:extLst>
              <a:ext uri="{96DAC541-7B7A-43D3-8B79-37D633B846F1}">
                <asvg:svgBlip xmlns:asvg="http://schemas.microsoft.com/office/drawing/2016/SVG/main" r:embed="R96588e4ffb7740b2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2873273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16" name="action-title-0-2">
            <a:extLst xmlns:a="http://schemas.openxmlformats.org/drawingml/2006/main">
              <a:ext uri="{FF2B5EF4-FFF2-40B4-BE49-F238E27FC236}">
                <a16:creationId xmlns:a16="http://schemas.microsoft.com/office/drawing/2014/main" id="{5D70CE4C-EE3C-4CE0-9BF8-8904CD0A9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736056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内容优化</a:t>
            </a:r>
          </a:p>
        </p:txBody>
      </p:sp>
      <p:sp>
        <p:nvSpPr>
          <p:cNvPr id="17" name="action-body-0-2">
            <a:extLst xmlns:a="http://schemas.openxmlformats.org/drawingml/2006/main">
              <a:ext uri="{FF2B5EF4-FFF2-40B4-BE49-F238E27FC236}">
                <a16:creationId xmlns:a16="http://schemas.microsoft.com/office/drawing/2014/main" id="{9BD5ED3B-BEB2-4C90-9655-BF5FF193F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964656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提高触达质量</a:t>
            </a:r>
          </a:p>
        </p:txBody>
      </p:sp>
      <p:sp>
        <p:nvSpPr>
          <p:cNvPr id="18" name="action-icon-shell-0-3">
            <a:extLst xmlns:a="http://schemas.openxmlformats.org/drawingml/2006/main">
              <a:ext uri="{FF2B5EF4-FFF2-40B4-BE49-F238E27FC236}">
                <a16:creationId xmlns:a16="http://schemas.microsoft.com/office/drawing/2014/main" id="{FBD7C1B9-CEC5-4F2F-A8BC-8C95268AB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2797073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7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0b03bf6c3b1495b">
            <a:extLst>
              <a:ext uri="{96DAC541-7B7A-43D3-8B79-37D633B846F1}">
                <asvg:svgBlip xmlns:asvg="http://schemas.microsoft.com/office/drawing/2016/SVG/main" r:embed="R684ad2b44d494316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2873273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20" name="action-title-0-3">
            <a:extLst xmlns:a="http://schemas.openxmlformats.org/drawingml/2006/main">
              <a:ext uri="{FF2B5EF4-FFF2-40B4-BE49-F238E27FC236}">
                <a16:creationId xmlns:a16="http://schemas.microsoft.com/office/drawing/2014/main" id="{E6CF210A-1E2A-42B7-81C7-41BAEDBE4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736056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行为追踪</a:t>
            </a:r>
          </a:p>
        </p:txBody>
      </p:sp>
      <p:sp>
        <p:nvSpPr>
          <p:cNvPr id="21" name="action-body-0-3">
            <a:extLst xmlns:a="http://schemas.openxmlformats.org/drawingml/2006/main">
              <a:ext uri="{FF2B5EF4-FFF2-40B4-BE49-F238E27FC236}">
                <a16:creationId xmlns:a16="http://schemas.microsoft.com/office/drawing/2014/main" id="{330159AC-D478-4A1A-9E9E-6E005E3A1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964656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记录关键反馈</a:t>
            </a:r>
          </a:p>
        </p:txBody>
      </p:sp>
      <p:sp>
        <p:nvSpPr>
          <p:cNvPr id="22" name="phase-rail-1">
            <a:extLst xmlns:a="http://schemas.openxmlformats.org/drawingml/2006/main">
              <a:ext uri="{FF2B5EF4-FFF2-40B4-BE49-F238E27FC236}">
                <a16:creationId xmlns:a16="http://schemas.microsoft.com/office/drawing/2014/main" id="{F3B05A73-B921-44BF-9A5F-9FC222895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3689299"/>
            <a:ext cx="514350" cy="2519658"/>
          </a:xfrm>
          <a:custGeom xmlns:a="http://schemas.openxmlformats.org/drawingml/2006/main">
            <a:pathLst>
              <a:path w="514350" h="2519658">
                <a:moveTo>
                  <a:pt x="0" y="0"/>
                </a:moveTo>
                <a:lnTo>
                  <a:pt x="21612" y="12002"/>
                </a:lnTo>
                <a:lnTo>
                  <a:pt x="43215" y="24013"/>
                </a:lnTo>
                <a:lnTo>
                  <a:pt x="64827" y="36014"/>
                </a:lnTo>
                <a:lnTo>
                  <a:pt x="86439" y="48016"/>
                </a:lnTo>
                <a:lnTo>
                  <a:pt x="108052" y="60027"/>
                </a:lnTo>
                <a:lnTo>
                  <a:pt x="129654" y="72028"/>
                </a:lnTo>
                <a:lnTo>
                  <a:pt x="151267" y="84039"/>
                </a:lnTo>
                <a:lnTo>
                  <a:pt x="172879" y="96041"/>
                </a:lnTo>
                <a:lnTo>
                  <a:pt x="194491" y="108042"/>
                </a:lnTo>
                <a:lnTo>
                  <a:pt x="216094" y="120053"/>
                </a:lnTo>
                <a:lnTo>
                  <a:pt x="237706" y="132055"/>
                </a:lnTo>
                <a:lnTo>
                  <a:pt x="259318" y="141684"/>
                </a:lnTo>
                <a:lnTo>
                  <a:pt x="280930" y="129673"/>
                </a:lnTo>
                <a:lnTo>
                  <a:pt x="302533" y="117672"/>
                </a:lnTo>
                <a:lnTo>
                  <a:pt x="324145" y="105661"/>
                </a:lnTo>
                <a:lnTo>
                  <a:pt x="345758" y="93659"/>
                </a:lnTo>
                <a:lnTo>
                  <a:pt x="367360" y="81658"/>
                </a:lnTo>
                <a:lnTo>
                  <a:pt x="388972" y="69647"/>
                </a:lnTo>
                <a:lnTo>
                  <a:pt x="410585" y="57645"/>
                </a:lnTo>
                <a:lnTo>
                  <a:pt x="432197" y="45644"/>
                </a:lnTo>
                <a:lnTo>
                  <a:pt x="453800" y="33633"/>
                </a:lnTo>
                <a:lnTo>
                  <a:pt x="475412" y="21631"/>
                </a:lnTo>
                <a:lnTo>
                  <a:pt x="497024" y="9630"/>
                </a:lnTo>
                <a:lnTo>
                  <a:pt x="514350" y="4896"/>
                </a:lnTo>
                <a:lnTo>
                  <a:pt x="514350" y="29623"/>
                </a:lnTo>
                <a:lnTo>
                  <a:pt x="514350" y="54340"/>
                </a:lnTo>
                <a:lnTo>
                  <a:pt x="514350" y="79058"/>
                </a:lnTo>
                <a:lnTo>
                  <a:pt x="514350" y="103775"/>
                </a:lnTo>
                <a:lnTo>
                  <a:pt x="514350" y="128492"/>
                </a:lnTo>
                <a:lnTo>
                  <a:pt x="514350" y="153219"/>
                </a:lnTo>
                <a:lnTo>
                  <a:pt x="514350" y="177937"/>
                </a:lnTo>
                <a:lnTo>
                  <a:pt x="514350" y="202654"/>
                </a:lnTo>
                <a:lnTo>
                  <a:pt x="514350" y="227371"/>
                </a:lnTo>
                <a:lnTo>
                  <a:pt x="514350" y="252098"/>
                </a:lnTo>
                <a:lnTo>
                  <a:pt x="514350" y="276816"/>
                </a:lnTo>
                <a:lnTo>
                  <a:pt x="514350" y="301533"/>
                </a:lnTo>
                <a:lnTo>
                  <a:pt x="514350" y="326250"/>
                </a:lnTo>
                <a:lnTo>
                  <a:pt x="514350" y="350977"/>
                </a:lnTo>
                <a:lnTo>
                  <a:pt x="514350" y="375695"/>
                </a:lnTo>
                <a:lnTo>
                  <a:pt x="514350" y="400412"/>
                </a:lnTo>
                <a:lnTo>
                  <a:pt x="514350" y="425129"/>
                </a:lnTo>
                <a:lnTo>
                  <a:pt x="514350" y="449856"/>
                </a:lnTo>
                <a:lnTo>
                  <a:pt x="514350" y="474574"/>
                </a:lnTo>
                <a:lnTo>
                  <a:pt x="514350" y="499291"/>
                </a:lnTo>
                <a:lnTo>
                  <a:pt x="514350" y="524008"/>
                </a:lnTo>
                <a:lnTo>
                  <a:pt x="514350" y="548726"/>
                </a:lnTo>
                <a:lnTo>
                  <a:pt x="514350" y="573453"/>
                </a:lnTo>
                <a:lnTo>
                  <a:pt x="514350" y="598170"/>
                </a:lnTo>
                <a:lnTo>
                  <a:pt x="514350" y="622887"/>
                </a:lnTo>
                <a:lnTo>
                  <a:pt x="514350" y="647605"/>
                </a:lnTo>
                <a:lnTo>
                  <a:pt x="514350" y="672332"/>
                </a:lnTo>
                <a:lnTo>
                  <a:pt x="514350" y="697049"/>
                </a:lnTo>
                <a:lnTo>
                  <a:pt x="514350" y="721766"/>
                </a:lnTo>
                <a:lnTo>
                  <a:pt x="514350" y="746484"/>
                </a:lnTo>
                <a:lnTo>
                  <a:pt x="514350" y="771211"/>
                </a:lnTo>
                <a:lnTo>
                  <a:pt x="514350" y="795928"/>
                </a:lnTo>
                <a:lnTo>
                  <a:pt x="514350" y="820645"/>
                </a:lnTo>
                <a:lnTo>
                  <a:pt x="514350" y="845363"/>
                </a:lnTo>
                <a:lnTo>
                  <a:pt x="514350" y="870080"/>
                </a:lnTo>
                <a:lnTo>
                  <a:pt x="514350" y="894807"/>
                </a:lnTo>
                <a:lnTo>
                  <a:pt x="514350" y="919524"/>
                </a:lnTo>
                <a:lnTo>
                  <a:pt x="514350" y="944242"/>
                </a:lnTo>
                <a:lnTo>
                  <a:pt x="514350" y="968959"/>
                </a:lnTo>
                <a:lnTo>
                  <a:pt x="514350" y="993686"/>
                </a:lnTo>
                <a:lnTo>
                  <a:pt x="514350" y="1018403"/>
                </a:lnTo>
                <a:lnTo>
                  <a:pt x="514350" y="1043121"/>
                </a:lnTo>
                <a:lnTo>
                  <a:pt x="514350" y="1067838"/>
                </a:lnTo>
                <a:lnTo>
                  <a:pt x="514350" y="1092565"/>
                </a:lnTo>
                <a:lnTo>
                  <a:pt x="514350" y="1117283"/>
                </a:lnTo>
                <a:lnTo>
                  <a:pt x="514350" y="1142000"/>
                </a:lnTo>
                <a:lnTo>
                  <a:pt x="514350" y="1166717"/>
                </a:lnTo>
                <a:lnTo>
                  <a:pt x="514350" y="1191444"/>
                </a:lnTo>
                <a:lnTo>
                  <a:pt x="514350" y="1216162"/>
                </a:lnTo>
                <a:lnTo>
                  <a:pt x="514350" y="1240879"/>
                </a:lnTo>
                <a:lnTo>
                  <a:pt x="514350" y="1265596"/>
                </a:lnTo>
                <a:lnTo>
                  <a:pt x="514350" y="1290314"/>
                </a:lnTo>
                <a:lnTo>
                  <a:pt x="514350" y="1315041"/>
                </a:lnTo>
                <a:lnTo>
                  <a:pt x="514350" y="1339758"/>
                </a:lnTo>
                <a:lnTo>
                  <a:pt x="514350" y="1364475"/>
                </a:lnTo>
                <a:lnTo>
                  <a:pt x="514350" y="1389193"/>
                </a:lnTo>
                <a:lnTo>
                  <a:pt x="514350" y="1413920"/>
                </a:lnTo>
                <a:lnTo>
                  <a:pt x="514350" y="1438637"/>
                </a:lnTo>
                <a:lnTo>
                  <a:pt x="514350" y="1463354"/>
                </a:lnTo>
                <a:lnTo>
                  <a:pt x="514350" y="1488072"/>
                </a:lnTo>
                <a:lnTo>
                  <a:pt x="514350" y="1512799"/>
                </a:lnTo>
                <a:lnTo>
                  <a:pt x="514350" y="1537516"/>
                </a:lnTo>
                <a:lnTo>
                  <a:pt x="514350" y="1562233"/>
                </a:lnTo>
                <a:lnTo>
                  <a:pt x="514350" y="1586951"/>
                </a:lnTo>
                <a:lnTo>
                  <a:pt x="514350" y="1611678"/>
                </a:lnTo>
                <a:lnTo>
                  <a:pt x="514350" y="1636395"/>
                </a:lnTo>
                <a:lnTo>
                  <a:pt x="514350" y="1661112"/>
                </a:lnTo>
                <a:lnTo>
                  <a:pt x="514350" y="1685830"/>
                </a:lnTo>
                <a:lnTo>
                  <a:pt x="514350" y="1710547"/>
                </a:lnTo>
                <a:lnTo>
                  <a:pt x="514350" y="1735274"/>
                </a:lnTo>
                <a:lnTo>
                  <a:pt x="514350" y="1759991"/>
                </a:lnTo>
                <a:lnTo>
                  <a:pt x="514350" y="1784709"/>
                </a:lnTo>
                <a:lnTo>
                  <a:pt x="514350" y="1809426"/>
                </a:lnTo>
                <a:lnTo>
                  <a:pt x="514350" y="1834153"/>
                </a:lnTo>
                <a:lnTo>
                  <a:pt x="514350" y="1858870"/>
                </a:lnTo>
                <a:lnTo>
                  <a:pt x="514350" y="1883588"/>
                </a:lnTo>
                <a:lnTo>
                  <a:pt x="514350" y="1908305"/>
                </a:lnTo>
                <a:lnTo>
                  <a:pt x="514350" y="1933032"/>
                </a:lnTo>
                <a:lnTo>
                  <a:pt x="514350" y="1957749"/>
                </a:lnTo>
                <a:lnTo>
                  <a:pt x="514350" y="1982467"/>
                </a:lnTo>
                <a:lnTo>
                  <a:pt x="514350" y="2007184"/>
                </a:lnTo>
                <a:lnTo>
                  <a:pt x="514350" y="2031911"/>
                </a:lnTo>
                <a:lnTo>
                  <a:pt x="514350" y="2056628"/>
                </a:lnTo>
                <a:lnTo>
                  <a:pt x="514350" y="2081346"/>
                </a:lnTo>
                <a:lnTo>
                  <a:pt x="514350" y="2106063"/>
                </a:lnTo>
                <a:lnTo>
                  <a:pt x="514350" y="2130781"/>
                </a:lnTo>
                <a:lnTo>
                  <a:pt x="514350" y="2155508"/>
                </a:lnTo>
                <a:lnTo>
                  <a:pt x="514350" y="2180225"/>
                </a:lnTo>
                <a:lnTo>
                  <a:pt x="514350" y="2204942"/>
                </a:lnTo>
                <a:lnTo>
                  <a:pt x="514350" y="2229660"/>
                </a:lnTo>
                <a:lnTo>
                  <a:pt x="514350" y="2254387"/>
                </a:lnTo>
                <a:lnTo>
                  <a:pt x="514350" y="2279104"/>
                </a:lnTo>
                <a:lnTo>
                  <a:pt x="514350" y="2303821"/>
                </a:lnTo>
                <a:lnTo>
                  <a:pt x="514350" y="2328539"/>
                </a:lnTo>
                <a:lnTo>
                  <a:pt x="514350" y="2353266"/>
                </a:lnTo>
                <a:lnTo>
                  <a:pt x="514350" y="2377983"/>
                </a:lnTo>
                <a:lnTo>
                  <a:pt x="492738" y="2389984"/>
                </a:lnTo>
                <a:lnTo>
                  <a:pt x="471135" y="2401995"/>
                </a:lnTo>
                <a:lnTo>
                  <a:pt x="449523" y="2413997"/>
                </a:lnTo>
                <a:lnTo>
                  <a:pt x="427911" y="2425998"/>
                </a:lnTo>
                <a:lnTo>
                  <a:pt x="406298" y="2438009"/>
                </a:lnTo>
                <a:lnTo>
                  <a:pt x="384696" y="2450011"/>
                </a:lnTo>
                <a:lnTo>
                  <a:pt x="363083" y="2462012"/>
                </a:lnTo>
                <a:lnTo>
                  <a:pt x="341471" y="2474024"/>
                </a:lnTo>
                <a:lnTo>
                  <a:pt x="319859" y="2486025"/>
                </a:lnTo>
                <a:lnTo>
                  <a:pt x="298256" y="2498027"/>
                </a:lnTo>
                <a:lnTo>
                  <a:pt x="276644" y="2510038"/>
                </a:lnTo>
                <a:lnTo>
                  <a:pt x="255032" y="2519658"/>
                </a:lnTo>
                <a:lnTo>
                  <a:pt x="233420" y="2507656"/>
                </a:lnTo>
                <a:lnTo>
                  <a:pt x="211817" y="2495655"/>
                </a:lnTo>
                <a:lnTo>
                  <a:pt x="190205" y="2483644"/>
                </a:lnTo>
                <a:lnTo>
                  <a:pt x="168593" y="2471642"/>
                </a:lnTo>
                <a:lnTo>
                  <a:pt x="146990" y="2459641"/>
                </a:lnTo>
                <a:lnTo>
                  <a:pt x="125378" y="2447630"/>
                </a:lnTo>
                <a:lnTo>
                  <a:pt x="103765" y="2435628"/>
                </a:lnTo>
                <a:lnTo>
                  <a:pt x="82153" y="2423627"/>
                </a:lnTo>
                <a:lnTo>
                  <a:pt x="60550" y="2411616"/>
                </a:lnTo>
                <a:lnTo>
                  <a:pt x="38938" y="2399614"/>
                </a:lnTo>
                <a:lnTo>
                  <a:pt x="17326" y="2387603"/>
                </a:lnTo>
                <a:lnTo>
                  <a:pt x="0" y="2373087"/>
                </a:lnTo>
                <a:lnTo>
                  <a:pt x="0" y="2348360"/>
                </a:lnTo>
                <a:lnTo>
                  <a:pt x="0" y="2323643"/>
                </a:lnTo>
                <a:lnTo>
                  <a:pt x="0" y="2298925"/>
                </a:lnTo>
                <a:lnTo>
                  <a:pt x="0" y="2274208"/>
                </a:lnTo>
                <a:lnTo>
                  <a:pt x="0" y="2249481"/>
                </a:lnTo>
                <a:lnTo>
                  <a:pt x="0" y="2224764"/>
                </a:lnTo>
                <a:lnTo>
                  <a:pt x="0" y="2200046"/>
                </a:lnTo>
                <a:lnTo>
                  <a:pt x="0" y="2175329"/>
                </a:lnTo>
                <a:lnTo>
                  <a:pt x="0" y="2150602"/>
                </a:lnTo>
                <a:lnTo>
                  <a:pt x="0" y="2125885"/>
                </a:lnTo>
                <a:lnTo>
                  <a:pt x="0" y="2101167"/>
                </a:lnTo>
                <a:lnTo>
                  <a:pt x="0" y="2076450"/>
                </a:lnTo>
                <a:lnTo>
                  <a:pt x="0" y="2051723"/>
                </a:lnTo>
                <a:lnTo>
                  <a:pt x="0" y="2027006"/>
                </a:lnTo>
                <a:lnTo>
                  <a:pt x="0" y="2002288"/>
                </a:lnTo>
                <a:lnTo>
                  <a:pt x="0" y="1977571"/>
                </a:lnTo>
                <a:lnTo>
                  <a:pt x="0" y="1952854"/>
                </a:lnTo>
                <a:lnTo>
                  <a:pt x="0" y="1928127"/>
                </a:lnTo>
                <a:lnTo>
                  <a:pt x="0" y="1903409"/>
                </a:lnTo>
                <a:lnTo>
                  <a:pt x="0" y="1878692"/>
                </a:lnTo>
                <a:lnTo>
                  <a:pt x="0" y="1853975"/>
                </a:lnTo>
                <a:lnTo>
                  <a:pt x="0" y="1829248"/>
                </a:lnTo>
                <a:lnTo>
                  <a:pt x="0" y="1804530"/>
                </a:lnTo>
                <a:lnTo>
                  <a:pt x="0" y="1779813"/>
                </a:lnTo>
                <a:lnTo>
                  <a:pt x="0" y="1755096"/>
                </a:lnTo>
                <a:lnTo>
                  <a:pt x="0" y="1730369"/>
                </a:lnTo>
                <a:lnTo>
                  <a:pt x="0" y="1705651"/>
                </a:lnTo>
                <a:lnTo>
                  <a:pt x="0" y="1680934"/>
                </a:lnTo>
                <a:lnTo>
                  <a:pt x="0" y="1656217"/>
                </a:lnTo>
                <a:lnTo>
                  <a:pt x="0" y="1631499"/>
                </a:lnTo>
                <a:lnTo>
                  <a:pt x="0" y="1606772"/>
                </a:lnTo>
                <a:lnTo>
                  <a:pt x="0" y="1582055"/>
                </a:lnTo>
                <a:lnTo>
                  <a:pt x="0" y="1557338"/>
                </a:lnTo>
                <a:lnTo>
                  <a:pt x="0" y="1532620"/>
                </a:lnTo>
                <a:lnTo>
                  <a:pt x="0" y="1507893"/>
                </a:lnTo>
                <a:lnTo>
                  <a:pt x="0" y="1483176"/>
                </a:lnTo>
                <a:lnTo>
                  <a:pt x="0" y="1458458"/>
                </a:lnTo>
                <a:lnTo>
                  <a:pt x="0" y="1433741"/>
                </a:lnTo>
                <a:lnTo>
                  <a:pt x="0" y="1409014"/>
                </a:lnTo>
                <a:lnTo>
                  <a:pt x="0" y="1384297"/>
                </a:lnTo>
                <a:lnTo>
                  <a:pt x="0" y="1359579"/>
                </a:lnTo>
                <a:lnTo>
                  <a:pt x="0" y="1334862"/>
                </a:lnTo>
                <a:lnTo>
                  <a:pt x="0" y="1310135"/>
                </a:lnTo>
                <a:lnTo>
                  <a:pt x="0" y="1285418"/>
                </a:lnTo>
                <a:lnTo>
                  <a:pt x="0" y="1260700"/>
                </a:lnTo>
                <a:lnTo>
                  <a:pt x="0" y="1235983"/>
                </a:lnTo>
                <a:lnTo>
                  <a:pt x="0" y="1211266"/>
                </a:lnTo>
                <a:lnTo>
                  <a:pt x="0" y="1186539"/>
                </a:lnTo>
                <a:lnTo>
                  <a:pt x="0" y="1161821"/>
                </a:lnTo>
                <a:lnTo>
                  <a:pt x="0" y="1137104"/>
                </a:lnTo>
                <a:lnTo>
                  <a:pt x="0" y="1112387"/>
                </a:lnTo>
                <a:lnTo>
                  <a:pt x="0" y="1087660"/>
                </a:lnTo>
                <a:lnTo>
                  <a:pt x="0" y="1062942"/>
                </a:lnTo>
                <a:lnTo>
                  <a:pt x="0" y="1038225"/>
                </a:lnTo>
                <a:lnTo>
                  <a:pt x="0" y="1013508"/>
                </a:lnTo>
                <a:lnTo>
                  <a:pt x="0" y="988781"/>
                </a:lnTo>
                <a:lnTo>
                  <a:pt x="0" y="964063"/>
                </a:lnTo>
                <a:lnTo>
                  <a:pt x="0" y="939346"/>
                </a:lnTo>
                <a:lnTo>
                  <a:pt x="0" y="914629"/>
                </a:lnTo>
                <a:lnTo>
                  <a:pt x="0" y="889902"/>
                </a:lnTo>
                <a:lnTo>
                  <a:pt x="0" y="865184"/>
                </a:lnTo>
                <a:lnTo>
                  <a:pt x="0" y="840467"/>
                </a:lnTo>
                <a:lnTo>
                  <a:pt x="0" y="815750"/>
                </a:lnTo>
                <a:lnTo>
                  <a:pt x="0" y="791032"/>
                </a:lnTo>
                <a:lnTo>
                  <a:pt x="0" y="766305"/>
                </a:lnTo>
                <a:lnTo>
                  <a:pt x="0" y="741588"/>
                </a:lnTo>
                <a:lnTo>
                  <a:pt x="0" y="716871"/>
                </a:lnTo>
                <a:lnTo>
                  <a:pt x="0" y="692153"/>
                </a:lnTo>
                <a:lnTo>
                  <a:pt x="0" y="667426"/>
                </a:lnTo>
                <a:lnTo>
                  <a:pt x="0" y="642709"/>
                </a:lnTo>
                <a:lnTo>
                  <a:pt x="0" y="617992"/>
                </a:lnTo>
                <a:lnTo>
                  <a:pt x="0" y="593274"/>
                </a:lnTo>
                <a:lnTo>
                  <a:pt x="0" y="568547"/>
                </a:lnTo>
                <a:lnTo>
                  <a:pt x="0" y="543830"/>
                </a:lnTo>
                <a:lnTo>
                  <a:pt x="0" y="519113"/>
                </a:lnTo>
                <a:lnTo>
                  <a:pt x="0" y="494395"/>
                </a:lnTo>
                <a:lnTo>
                  <a:pt x="0" y="469668"/>
                </a:lnTo>
                <a:lnTo>
                  <a:pt x="0" y="444951"/>
                </a:lnTo>
                <a:lnTo>
                  <a:pt x="0" y="420233"/>
                </a:lnTo>
                <a:lnTo>
                  <a:pt x="0" y="395516"/>
                </a:lnTo>
                <a:lnTo>
                  <a:pt x="0" y="370799"/>
                </a:lnTo>
                <a:lnTo>
                  <a:pt x="0" y="346072"/>
                </a:lnTo>
                <a:lnTo>
                  <a:pt x="0" y="321354"/>
                </a:lnTo>
                <a:lnTo>
                  <a:pt x="0" y="296637"/>
                </a:lnTo>
                <a:lnTo>
                  <a:pt x="0" y="271920"/>
                </a:lnTo>
                <a:lnTo>
                  <a:pt x="0" y="247193"/>
                </a:lnTo>
                <a:lnTo>
                  <a:pt x="0" y="222475"/>
                </a:lnTo>
                <a:lnTo>
                  <a:pt x="0" y="197758"/>
                </a:lnTo>
                <a:lnTo>
                  <a:pt x="0" y="173041"/>
                </a:lnTo>
                <a:lnTo>
                  <a:pt x="0" y="148314"/>
                </a:lnTo>
                <a:lnTo>
                  <a:pt x="0" y="123596"/>
                </a:lnTo>
                <a:lnTo>
                  <a:pt x="0" y="98879"/>
                </a:lnTo>
                <a:lnTo>
                  <a:pt x="0" y="74162"/>
                </a:lnTo>
                <a:lnTo>
                  <a:pt x="0" y="49435"/>
                </a:lnTo>
                <a:lnTo>
                  <a:pt x="0" y="24717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23" name="phase-title-1">
            <a:extLst xmlns:a="http://schemas.openxmlformats.org/drawingml/2006/main">
              <a:ext uri="{FF2B5EF4-FFF2-40B4-BE49-F238E27FC236}">
                <a16:creationId xmlns:a16="http://schemas.microsoft.com/office/drawing/2014/main" id="{BC9DB58B-0A47-43FD-BD02-99FFBDA31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4478979"/>
            <a:ext cx="1428750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培育与转化</a:t>
            </a:r>
          </a:p>
        </p:txBody>
      </p:sp>
      <p:sp>
        <p:nvSpPr>
          <p:cNvPr id="24" name="phase-body-1">
            <a:extLst xmlns:a="http://schemas.openxmlformats.org/drawingml/2006/main">
              <a:ext uri="{FF2B5EF4-FFF2-40B4-BE49-F238E27FC236}">
                <a16:creationId xmlns:a16="http://schemas.microsoft.com/office/drawing/2014/main" id="{F85111E0-3F49-4DE8-BD96-B651EE322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4833195"/>
            <a:ext cx="1428750" cy="587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让有效意向沉</a:t>
            </a:r>
          </a:p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淀为长期价值</a:t>
            </a:r>
          </a:p>
        </p:txBody>
      </p:sp>
      <p:sp>
        <p:nvSpPr>
          <p:cNvPr id="25" name="action-icon-shell-1-0">
            <a:extLst xmlns:a="http://schemas.openxmlformats.org/drawingml/2006/main">
              <a:ext uri="{FF2B5EF4-FFF2-40B4-BE49-F238E27FC236}">
                <a16:creationId xmlns:a16="http://schemas.microsoft.com/office/drawing/2014/main" id="{28813E4C-0F12-48FB-9C37-3A6320AF3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4778273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8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aef891b1c5a49e8">
            <a:extLst>
              <a:ext uri="{96DAC541-7B7A-43D3-8B79-37D633B846F1}">
                <asvg:svgBlip xmlns:asvg="http://schemas.microsoft.com/office/drawing/2016/SVG/main" r:embed="Rf4ca53063d6a419c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4854473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27" name="action-title-1-0">
            <a:extLst xmlns:a="http://schemas.openxmlformats.org/drawingml/2006/main">
              <a:ext uri="{FF2B5EF4-FFF2-40B4-BE49-F238E27FC236}">
                <a16:creationId xmlns:a16="http://schemas.microsoft.com/office/drawing/2014/main" id="{27FE741C-5926-4FBA-B697-D18579148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4717256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数据打通</a:t>
            </a:r>
          </a:p>
        </p:txBody>
      </p:sp>
      <p:sp>
        <p:nvSpPr>
          <p:cNvPr id="28" name="action-body-1-0">
            <a:extLst xmlns:a="http://schemas.openxmlformats.org/drawingml/2006/main">
              <a:ext uri="{FF2B5EF4-FFF2-40B4-BE49-F238E27FC236}">
                <a16:creationId xmlns:a16="http://schemas.microsoft.com/office/drawing/2014/main" id="{F6C79CB7-359D-4766-9E40-C68F169E2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4945856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统一分析对象</a:t>
            </a:r>
          </a:p>
        </p:txBody>
      </p:sp>
      <p:sp>
        <p:nvSpPr>
          <p:cNvPr id="29" name="action-icon-shell-1-1">
            <a:extLst xmlns:a="http://schemas.openxmlformats.org/drawingml/2006/main">
              <a:ext uri="{FF2B5EF4-FFF2-40B4-BE49-F238E27FC236}">
                <a16:creationId xmlns:a16="http://schemas.microsoft.com/office/drawing/2014/main" id="{F43B4504-0D0D-4A9B-8C04-0C194FDA8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4778273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8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baa619035c34228">
            <a:extLst>
              <a:ext uri="{96DAC541-7B7A-43D3-8B79-37D633B846F1}">
                <asvg:svgBlip xmlns:asvg="http://schemas.microsoft.com/office/drawing/2016/SVG/main" r:embed="Rc5dbeeb4cf974f6f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4854473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31" name="action-title-1-1">
            <a:extLst xmlns:a="http://schemas.openxmlformats.org/drawingml/2006/main">
              <a:ext uri="{FF2B5EF4-FFF2-40B4-BE49-F238E27FC236}">
                <a16:creationId xmlns:a16="http://schemas.microsoft.com/office/drawing/2014/main" id="{B0677E30-C18D-432A-B304-F84C0B0AC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4717256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自动分群</a:t>
            </a:r>
          </a:p>
        </p:txBody>
      </p:sp>
      <p:sp>
        <p:nvSpPr>
          <p:cNvPr id="32" name="action-body-1-1">
            <a:extLst xmlns:a="http://schemas.openxmlformats.org/drawingml/2006/main">
              <a:ext uri="{FF2B5EF4-FFF2-40B4-BE49-F238E27FC236}">
                <a16:creationId xmlns:a16="http://schemas.microsoft.com/office/drawing/2014/main" id="{A66BC6C6-A7CC-4206-844C-BEE48F2AB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4945856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指导持续运营</a:t>
            </a:r>
          </a:p>
        </p:txBody>
      </p:sp>
      <p:sp>
        <p:nvSpPr>
          <p:cNvPr id="33" name="funnel-step-body-0">
            <a:extLst xmlns:a="http://schemas.openxmlformats.org/drawingml/2006/main">
              <a:ext uri="{FF2B5EF4-FFF2-40B4-BE49-F238E27FC236}">
                <a16:creationId xmlns:a16="http://schemas.microsoft.com/office/drawing/2014/main" id="{C90B3E7F-DA60-4383-B415-B1FE2EE33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52750" y="2514600"/>
            <a:ext cx="3326711" cy="1110415"/>
          </a:xfrm>
          <a:custGeom xmlns:a="http://schemas.openxmlformats.org/drawingml/2006/main">
            <a:pathLst>
              <a:path w="3326711" h="1110415">
                <a:moveTo>
                  <a:pt x="0" y="0"/>
                </a:moveTo>
                <a:lnTo>
                  <a:pt x="14516" y="30004"/>
                </a:lnTo>
                <a:lnTo>
                  <a:pt x="29032" y="60017"/>
                </a:lnTo>
                <a:lnTo>
                  <a:pt x="43548" y="90021"/>
                </a:lnTo>
                <a:lnTo>
                  <a:pt x="58055" y="120025"/>
                </a:lnTo>
                <a:lnTo>
                  <a:pt x="72571" y="150038"/>
                </a:lnTo>
                <a:lnTo>
                  <a:pt x="87087" y="180042"/>
                </a:lnTo>
                <a:lnTo>
                  <a:pt x="101603" y="210045"/>
                </a:lnTo>
                <a:lnTo>
                  <a:pt x="116119" y="240059"/>
                </a:lnTo>
                <a:lnTo>
                  <a:pt x="130635" y="270062"/>
                </a:lnTo>
                <a:lnTo>
                  <a:pt x="145142" y="300066"/>
                </a:lnTo>
                <a:lnTo>
                  <a:pt x="159658" y="330079"/>
                </a:lnTo>
                <a:lnTo>
                  <a:pt x="174174" y="360083"/>
                </a:lnTo>
                <a:lnTo>
                  <a:pt x="188690" y="390087"/>
                </a:lnTo>
                <a:lnTo>
                  <a:pt x="203206" y="420100"/>
                </a:lnTo>
                <a:lnTo>
                  <a:pt x="217722" y="450104"/>
                </a:lnTo>
                <a:lnTo>
                  <a:pt x="232229" y="480108"/>
                </a:lnTo>
                <a:lnTo>
                  <a:pt x="246745" y="510121"/>
                </a:lnTo>
                <a:lnTo>
                  <a:pt x="261261" y="540125"/>
                </a:lnTo>
                <a:lnTo>
                  <a:pt x="275777" y="570128"/>
                </a:lnTo>
                <a:lnTo>
                  <a:pt x="290293" y="600142"/>
                </a:lnTo>
                <a:lnTo>
                  <a:pt x="304810" y="630145"/>
                </a:lnTo>
                <a:lnTo>
                  <a:pt x="319316" y="660149"/>
                </a:lnTo>
                <a:lnTo>
                  <a:pt x="333832" y="690162"/>
                </a:lnTo>
                <a:lnTo>
                  <a:pt x="348348" y="720166"/>
                </a:lnTo>
                <a:lnTo>
                  <a:pt x="362864" y="750170"/>
                </a:lnTo>
                <a:lnTo>
                  <a:pt x="377381" y="780183"/>
                </a:lnTo>
                <a:lnTo>
                  <a:pt x="391897" y="810187"/>
                </a:lnTo>
                <a:lnTo>
                  <a:pt x="406413" y="840191"/>
                </a:lnTo>
                <a:lnTo>
                  <a:pt x="420919" y="870204"/>
                </a:lnTo>
                <a:lnTo>
                  <a:pt x="435435" y="900208"/>
                </a:lnTo>
                <a:lnTo>
                  <a:pt x="449951" y="930212"/>
                </a:lnTo>
                <a:lnTo>
                  <a:pt x="464468" y="960225"/>
                </a:lnTo>
                <a:lnTo>
                  <a:pt x="478984" y="990229"/>
                </a:lnTo>
                <a:lnTo>
                  <a:pt x="493500" y="1020232"/>
                </a:lnTo>
                <a:lnTo>
                  <a:pt x="513074" y="1045445"/>
                </a:lnTo>
                <a:lnTo>
                  <a:pt x="544716" y="1055770"/>
                </a:lnTo>
                <a:lnTo>
                  <a:pt x="577348" y="1062552"/>
                </a:lnTo>
                <a:lnTo>
                  <a:pt x="610257" y="1067829"/>
                </a:lnTo>
                <a:lnTo>
                  <a:pt x="643299" y="1072201"/>
                </a:lnTo>
                <a:lnTo>
                  <a:pt x="676418" y="1075954"/>
                </a:lnTo>
                <a:lnTo>
                  <a:pt x="709593" y="1079259"/>
                </a:lnTo>
                <a:lnTo>
                  <a:pt x="742788" y="1082202"/>
                </a:lnTo>
                <a:lnTo>
                  <a:pt x="776021" y="1084850"/>
                </a:lnTo>
                <a:lnTo>
                  <a:pt x="809263" y="1087250"/>
                </a:lnTo>
                <a:lnTo>
                  <a:pt x="842524" y="1089450"/>
                </a:lnTo>
                <a:lnTo>
                  <a:pt x="875795" y="1091460"/>
                </a:lnTo>
                <a:lnTo>
                  <a:pt x="909076" y="1093327"/>
                </a:lnTo>
                <a:lnTo>
                  <a:pt x="942365" y="1095032"/>
                </a:lnTo>
                <a:lnTo>
                  <a:pt x="975665" y="1096613"/>
                </a:lnTo>
                <a:lnTo>
                  <a:pt x="1008964" y="1098071"/>
                </a:lnTo>
                <a:lnTo>
                  <a:pt x="1042273" y="1099433"/>
                </a:lnTo>
                <a:lnTo>
                  <a:pt x="1075582" y="1100671"/>
                </a:lnTo>
                <a:lnTo>
                  <a:pt x="1108891" y="1101833"/>
                </a:lnTo>
                <a:lnTo>
                  <a:pt x="1142209" y="1102900"/>
                </a:lnTo>
                <a:lnTo>
                  <a:pt x="1175528" y="1103881"/>
                </a:lnTo>
                <a:lnTo>
                  <a:pt x="1208846" y="1104786"/>
                </a:lnTo>
                <a:lnTo>
                  <a:pt x="1242174" y="1105605"/>
                </a:lnTo>
                <a:lnTo>
                  <a:pt x="1275493" y="1106357"/>
                </a:lnTo>
                <a:lnTo>
                  <a:pt x="1308821" y="1107043"/>
                </a:lnTo>
                <a:lnTo>
                  <a:pt x="1342149" y="1107662"/>
                </a:lnTo>
                <a:lnTo>
                  <a:pt x="1375477" y="1108205"/>
                </a:lnTo>
                <a:lnTo>
                  <a:pt x="1408805" y="1108691"/>
                </a:lnTo>
                <a:lnTo>
                  <a:pt x="1442133" y="1109110"/>
                </a:lnTo>
                <a:lnTo>
                  <a:pt x="1475470" y="1109482"/>
                </a:lnTo>
                <a:lnTo>
                  <a:pt x="1508798" y="1109777"/>
                </a:lnTo>
                <a:lnTo>
                  <a:pt x="1542136" y="1110024"/>
                </a:lnTo>
                <a:lnTo>
                  <a:pt x="1575464" y="1110205"/>
                </a:lnTo>
                <a:lnTo>
                  <a:pt x="1608801" y="1110339"/>
                </a:lnTo>
                <a:lnTo>
                  <a:pt x="1642129" y="1110405"/>
                </a:lnTo>
                <a:lnTo>
                  <a:pt x="1675467" y="1110415"/>
                </a:lnTo>
                <a:lnTo>
                  <a:pt x="1708795" y="1110377"/>
                </a:lnTo>
                <a:lnTo>
                  <a:pt x="1742132" y="1110272"/>
                </a:lnTo>
                <a:lnTo>
                  <a:pt x="1775460" y="1110120"/>
                </a:lnTo>
                <a:lnTo>
                  <a:pt x="1808798" y="1109901"/>
                </a:lnTo>
                <a:lnTo>
                  <a:pt x="1842125" y="1109624"/>
                </a:lnTo>
                <a:lnTo>
                  <a:pt x="1875453" y="1109291"/>
                </a:lnTo>
                <a:lnTo>
                  <a:pt x="1908791" y="1108901"/>
                </a:lnTo>
                <a:lnTo>
                  <a:pt x="1942119" y="1108453"/>
                </a:lnTo>
                <a:lnTo>
                  <a:pt x="1975447" y="1107929"/>
                </a:lnTo>
                <a:lnTo>
                  <a:pt x="2008775" y="1107348"/>
                </a:lnTo>
                <a:lnTo>
                  <a:pt x="2042103" y="1106700"/>
                </a:lnTo>
                <a:lnTo>
                  <a:pt x="2075431" y="1105976"/>
                </a:lnTo>
                <a:lnTo>
                  <a:pt x="2108749" y="1105186"/>
                </a:lnTo>
                <a:lnTo>
                  <a:pt x="2142068" y="1104329"/>
                </a:lnTo>
                <a:lnTo>
                  <a:pt x="2175396" y="1103386"/>
                </a:lnTo>
                <a:lnTo>
                  <a:pt x="2208705" y="1102357"/>
                </a:lnTo>
                <a:lnTo>
                  <a:pt x="2242023" y="1101252"/>
                </a:lnTo>
                <a:lnTo>
                  <a:pt x="2275332" y="1100042"/>
                </a:lnTo>
                <a:lnTo>
                  <a:pt x="2308641" y="1098747"/>
                </a:lnTo>
                <a:lnTo>
                  <a:pt x="2341950" y="1097337"/>
                </a:lnTo>
                <a:lnTo>
                  <a:pt x="2375240" y="1095813"/>
                </a:lnTo>
                <a:lnTo>
                  <a:pt x="2408539" y="1094175"/>
                </a:lnTo>
                <a:lnTo>
                  <a:pt x="2441819" y="1092384"/>
                </a:lnTo>
                <a:lnTo>
                  <a:pt x="2475100" y="1090451"/>
                </a:lnTo>
                <a:lnTo>
                  <a:pt x="2508361" y="1088346"/>
                </a:lnTo>
                <a:lnTo>
                  <a:pt x="2541613" y="1086041"/>
                </a:lnTo>
                <a:lnTo>
                  <a:pt x="2574855" y="1083516"/>
                </a:lnTo>
                <a:lnTo>
                  <a:pt x="2608069" y="1080726"/>
                </a:lnTo>
                <a:lnTo>
                  <a:pt x="2641254" y="1077611"/>
                </a:lnTo>
                <a:lnTo>
                  <a:pt x="2674401" y="1074087"/>
                </a:lnTo>
                <a:lnTo>
                  <a:pt x="2707491" y="1070039"/>
                </a:lnTo>
                <a:lnTo>
                  <a:pt x="2740476" y="1065247"/>
                </a:lnTo>
                <a:lnTo>
                  <a:pt x="2773270" y="1059313"/>
                </a:lnTo>
                <a:lnTo>
                  <a:pt x="2805579" y="1051179"/>
                </a:lnTo>
                <a:lnTo>
                  <a:pt x="2833926" y="1034996"/>
                </a:lnTo>
                <a:lnTo>
                  <a:pt x="2847737" y="1004773"/>
                </a:lnTo>
                <a:lnTo>
                  <a:pt x="2862243" y="974769"/>
                </a:lnTo>
                <a:lnTo>
                  <a:pt x="2876760" y="944756"/>
                </a:lnTo>
                <a:lnTo>
                  <a:pt x="2891276" y="914752"/>
                </a:lnTo>
                <a:lnTo>
                  <a:pt x="2905792" y="884749"/>
                </a:lnTo>
                <a:lnTo>
                  <a:pt x="2920308" y="854735"/>
                </a:lnTo>
                <a:lnTo>
                  <a:pt x="2934824" y="824732"/>
                </a:lnTo>
                <a:lnTo>
                  <a:pt x="2949340" y="794728"/>
                </a:lnTo>
                <a:lnTo>
                  <a:pt x="2963847" y="764715"/>
                </a:lnTo>
                <a:lnTo>
                  <a:pt x="2978363" y="734711"/>
                </a:lnTo>
                <a:lnTo>
                  <a:pt x="2992879" y="704707"/>
                </a:lnTo>
                <a:lnTo>
                  <a:pt x="3007395" y="674694"/>
                </a:lnTo>
                <a:lnTo>
                  <a:pt x="3021911" y="644690"/>
                </a:lnTo>
                <a:lnTo>
                  <a:pt x="3036427" y="614686"/>
                </a:lnTo>
                <a:lnTo>
                  <a:pt x="3050934" y="584673"/>
                </a:lnTo>
                <a:lnTo>
                  <a:pt x="3065450" y="554669"/>
                </a:lnTo>
                <a:lnTo>
                  <a:pt x="3079966" y="524666"/>
                </a:lnTo>
                <a:lnTo>
                  <a:pt x="3094482" y="494652"/>
                </a:lnTo>
                <a:lnTo>
                  <a:pt x="3108998" y="464649"/>
                </a:lnTo>
                <a:lnTo>
                  <a:pt x="3123514" y="434645"/>
                </a:lnTo>
                <a:lnTo>
                  <a:pt x="3138021" y="404632"/>
                </a:lnTo>
                <a:lnTo>
                  <a:pt x="3152537" y="374628"/>
                </a:lnTo>
                <a:lnTo>
                  <a:pt x="3167053" y="344624"/>
                </a:lnTo>
                <a:lnTo>
                  <a:pt x="3181569" y="314611"/>
                </a:lnTo>
                <a:lnTo>
                  <a:pt x="3196085" y="284607"/>
                </a:lnTo>
                <a:lnTo>
                  <a:pt x="3210601" y="254603"/>
                </a:lnTo>
                <a:lnTo>
                  <a:pt x="3225108" y="224590"/>
                </a:lnTo>
                <a:lnTo>
                  <a:pt x="3239624" y="194586"/>
                </a:lnTo>
                <a:lnTo>
                  <a:pt x="3254140" y="164582"/>
                </a:lnTo>
                <a:lnTo>
                  <a:pt x="3268656" y="134569"/>
                </a:lnTo>
                <a:lnTo>
                  <a:pt x="3283172" y="104565"/>
                </a:lnTo>
                <a:lnTo>
                  <a:pt x="3297688" y="74562"/>
                </a:lnTo>
                <a:lnTo>
                  <a:pt x="3312204" y="44548"/>
                </a:lnTo>
                <a:lnTo>
                  <a:pt x="3326711" y="14545"/>
                </a:lnTo>
                <a:lnTo>
                  <a:pt x="3321415" y="10773"/>
                </a:lnTo>
                <a:lnTo>
                  <a:pt x="3289421" y="19955"/>
                </a:lnTo>
                <a:lnTo>
                  <a:pt x="3256626" y="25898"/>
                </a:lnTo>
                <a:lnTo>
                  <a:pt x="3223612" y="30518"/>
                </a:lnTo>
                <a:lnTo>
                  <a:pt x="3190504" y="34376"/>
                </a:lnTo>
                <a:lnTo>
                  <a:pt x="3157337" y="37719"/>
                </a:lnTo>
                <a:lnTo>
                  <a:pt x="3124143" y="40681"/>
                </a:lnTo>
                <a:lnTo>
                  <a:pt x="3090910" y="43339"/>
                </a:lnTo>
                <a:lnTo>
                  <a:pt x="3057668" y="45768"/>
                </a:lnTo>
                <a:lnTo>
                  <a:pt x="3024407" y="47996"/>
                </a:lnTo>
                <a:lnTo>
                  <a:pt x="2991136" y="50044"/>
                </a:lnTo>
                <a:lnTo>
                  <a:pt x="2957865" y="51949"/>
                </a:lnTo>
                <a:lnTo>
                  <a:pt x="2924575" y="53740"/>
                </a:lnTo>
                <a:lnTo>
                  <a:pt x="2891285" y="55397"/>
                </a:lnTo>
                <a:lnTo>
                  <a:pt x="2857986" y="56960"/>
                </a:lnTo>
                <a:lnTo>
                  <a:pt x="2824686" y="58426"/>
                </a:lnTo>
                <a:lnTo>
                  <a:pt x="2791387" y="59817"/>
                </a:lnTo>
                <a:lnTo>
                  <a:pt x="2758078" y="61122"/>
                </a:lnTo>
                <a:lnTo>
                  <a:pt x="2724769" y="62360"/>
                </a:lnTo>
                <a:lnTo>
                  <a:pt x="2691451" y="63522"/>
                </a:lnTo>
                <a:lnTo>
                  <a:pt x="2658142" y="64627"/>
                </a:lnTo>
                <a:lnTo>
                  <a:pt x="2624823" y="65665"/>
                </a:lnTo>
                <a:lnTo>
                  <a:pt x="2591505" y="66656"/>
                </a:lnTo>
                <a:lnTo>
                  <a:pt x="2558186" y="67589"/>
                </a:lnTo>
                <a:lnTo>
                  <a:pt x="2524858" y="68475"/>
                </a:lnTo>
                <a:lnTo>
                  <a:pt x="2491540" y="69323"/>
                </a:lnTo>
                <a:lnTo>
                  <a:pt x="2458222" y="70114"/>
                </a:lnTo>
                <a:lnTo>
                  <a:pt x="2424894" y="70856"/>
                </a:lnTo>
                <a:lnTo>
                  <a:pt x="2391566" y="71571"/>
                </a:lnTo>
                <a:lnTo>
                  <a:pt x="2358238" y="72228"/>
                </a:lnTo>
                <a:lnTo>
                  <a:pt x="2324910" y="72857"/>
                </a:lnTo>
                <a:lnTo>
                  <a:pt x="2291582" y="73447"/>
                </a:lnTo>
                <a:lnTo>
                  <a:pt x="2258254" y="74000"/>
                </a:lnTo>
                <a:lnTo>
                  <a:pt x="2224926" y="74524"/>
                </a:lnTo>
                <a:lnTo>
                  <a:pt x="2191598" y="75009"/>
                </a:lnTo>
                <a:lnTo>
                  <a:pt x="2158270" y="75457"/>
                </a:lnTo>
                <a:lnTo>
                  <a:pt x="2124942" y="75876"/>
                </a:lnTo>
                <a:lnTo>
                  <a:pt x="2091604" y="76267"/>
                </a:lnTo>
                <a:lnTo>
                  <a:pt x="2058276" y="76619"/>
                </a:lnTo>
                <a:lnTo>
                  <a:pt x="2024948" y="76943"/>
                </a:lnTo>
                <a:lnTo>
                  <a:pt x="1991611" y="77238"/>
                </a:lnTo>
                <a:lnTo>
                  <a:pt x="1958283" y="77495"/>
                </a:lnTo>
                <a:lnTo>
                  <a:pt x="1924945" y="77734"/>
                </a:lnTo>
                <a:lnTo>
                  <a:pt x="1891617" y="77943"/>
                </a:lnTo>
                <a:lnTo>
                  <a:pt x="1858280" y="78115"/>
                </a:lnTo>
                <a:lnTo>
                  <a:pt x="1824952" y="78267"/>
                </a:lnTo>
                <a:lnTo>
                  <a:pt x="1791614" y="78381"/>
                </a:lnTo>
                <a:lnTo>
                  <a:pt x="1758286" y="78476"/>
                </a:lnTo>
                <a:lnTo>
                  <a:pt x="1724949" y="78534"/>
                </a:lnTo>
                <a:lnTo>
                  <a:pt x="1691621" y="78572"/>
                </a:lnTo>
                <a:lnTo>
                  <a:pt x="1658283" y="78581"/>
                </a:lnTo>
                <a:lnTo>
                  <a:pt x="1624955" y="78562"/>
                </a:lnTo>
                <a:lnTo>
                  <a:pt x="1591618" y="78505"/>
                </a:lnTo>
                <a:lnTo>
                  <a:pt x="1558290" y="78429"/>
                </a:lnTo>
                <a:lnTo>
                  <a:pt x="1524953" y="78324"/>
                </a:lnTo>
                <a:lnTo>
                  <a:pt x="1491625" y="78191"/>
                </a:lnTo>
                <a:lnTo>
                  <a:pt x="1458287" y="78029"/>
                </a:lnTo>
                <a:lnTo>
                  <a:pt x="1424959" y="77838"/>
                </a:lnTo>
                <a:lnTo>
                  <a:pt x="1391622" y="77619"/>
                </a:lnTo>
                <a:lnTo>
                  <a:pt x="1358294" y="77372"/>
                </a:lnTo>
                <a:lnTo>
                  <a:pt x="1324966" y="77086"/>
                </a:lnTo>
                <a:lnTo>
                  <a:pt x="1291628" y="76781"/>
                </a:lnTo>
                <a:lnTo>
                  <a:pt x="1258300" y="76438"/>
                </a:lnTo>
                <a:lnTo>
                  <a:pt x="1224972" y="76067"/>
                </a:lnTo>
                <a:lnTo>
                  <a:pt x="1191635" y="75667"/>
                </a:lnTo>
                <a:lnTo>
                  <a:pt x="1158307" y="75228"/>
                </a:lnTo>
                <a:lnTo>
                  <a:pt x="1124979" y="74762"/>
                </a:lnTo>
                <a:lnTo>
                  <a:pt x="1091651" y="74266"/>
                </a:lnTo>
                <a:lnTo>
                  <a:pt x="1058323" y="73724"/>
                </a:lnTo>
                <a:lnTo>
                  <a:pt x="1024995" y="73152"/>
                </a:lnTo>
                <a:lnTo>
                  <a:pt x="991667" y="72542"/>
                </a:lnTo>
                <a:lnTo>
                  <a:pt x="958339" y="71895"/>
                </a:lnTo>
                <a:lnTo>
                  <a:pt x="925011" y="71199"/>
                </a:lnTo>
                <a:lnTo>
                  <a:pt x="891683" y="70475"/>
                </a:lnTo>
                <a:lnTo>
                  <a:pt x="858364" y="69704"/>
                </a:lnTo>
                <a:lnTo>
                  <a:pt x="825036" y="68885"/>
                </a:lnTo>
                <a:lnTo>
                  <a:pt x="791718" y="68028"/>
                </a:lnTo>
                <a:lnTo>
                  <a:pt x="758400" y="67113"/>
                </a:lnTo>
                <a:lnTo>
                  <a:pt x="725081" y="66151"/>
                </a:lnTo>
                <a:lnTo>
                  <a:pt x="691763" y="65132"/>
                </a:lnTo>
                <a:lnTo>
                  <a:pt x="658444" y="64056"/>
                </a:lnTo>
                <a:lnTo>
                  <a:pt x="625135" y="62922"/>
                </a:lnTo>
                <a:lnTo>
                  <a:pt x="591817" y="61722"/>
                </a:lnTo>
                <a:lnTo>
                  <a:pt x="558508" y="60455"/>
                </a:lnTo>
                <a:lnTo>
                  <a:pt x="525209" y="59112"/>
                </a:lnTo>
                <a:lnTo>
                  <a:pt x="491900" y="57693"/>
                </a:lnTo>
                <a:lnTo>
                  <a:pt x="458600" y="56169"/>
                </a:lnTo>
                <a:lnTo>
                  <a:pt x="425310" y="54550"/>
                </a:lnTo>
                <a:lnTo>
                  <a:pt x="392020" y="52826"/>
                </a:lnTo>
                <a:lnTo>
                  <a:pt x="358740" y="50987"/>
                </a:lnTo>
                <a:lnTo>
                  <a:pt x="325469" y="49006"/>
                </a:lnTo>
                <a:lnTo>
                  <a:pt x="292198" y="46873"/>
                </a:lnTo>
                <a:lnTo>
                  <a:pt x="258947" y="44548"/>
                </a:lnTo>
                <a:lnTo>
                  <a:pt x="225714" y="42005"/>
                </a:lnTo>
                <a:lnTo>
                  <a:pt x="192500" y="39195"/>
                </a:lnTo>
                <a:lnTo>
                  <a:pt x="159315" y="36052"/>
                </a:lnTo>
                <a:lnTo>
                  <a:pt x="126178" y="32471"/>
                </a:lnTo>
                <a:lnTo>
                  <a:pt x="93107" y="28251"/>
                </a:lnTo>
                <a:lnTo>
                  <a:pt x="60188" y="23060"/>
                </a:lnTo>
                <a:lnTo>
                  <a:pt x="27642" y="15926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34" name="funnel-step-cap-0">
            <a:extLst xmlns:a="http://schemas.openxmlformats.org/drawingml/2006/main">
              <a:ext uri="{FF2B5EF4-FFF2-40B4-BE49-F238E27FC236}">
                <a16:creationId xmlns:a16="http://schemas.microsoft.com/office/drawing/2014/main" id="{23CE4876-DA13-4D2D-84DF-C70D3547F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52750" y="2390775"/>
            <a:ext cx="33337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35" name="funnel-step-body-1">
            <a:extLst xmlns:a="http://schemas.openxmlformats.org/drawingml/2006/main">
              <a:ext uri="{FF2B5EF4-FFF2-40B4-BE49-F238E27FC236}">
                <a16:creationId xmlns:a16="http://schemas.microsoft.com/office/drawing/2014/main" id="{870D81DD-DD35-474E-A90D-01A0B521F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451860" y="3727418"/>
            <a:ext cx="2334397" cy="1110520"/>
          </a:xfrm>
          <a:custGeom xmlns:a="http://schemas.openxmlformats.org/drawingml/2006/main">
            <a:pathLst>
              <a:path w="2334397" h="1110520">
                <a:moveTo>
                  <a:pt x="0" y="0"/>
                </a:moveTo>
                <a:lnTo>
                  <a:pt x="8906" y="24060"/>
                </a:lnTo>
                <a:lnTo>
                  <a:pt x="17812" y="48120"/>
                </a:lnTo>
                <a:lnTo>
                  <a:pt x="26718" y="72180"/>
                </a:lnTo>
                <a:lnTo>
                  <a:pt x="35633" y="96241"/>
                </a:lnTo>
                <a:lnTo>
                  <a:pt x="44539" y="120301"/>
                </a:lnTo>
                <a:lnTo>
                  <a:pt x="53445" y="144361"/>
                </a:lnTo>
                <a:lnTo>
                  <a:pt x="62351" y="168412"/>
                </a:lnTo>
                <a:lnTo>
                  <a:pt x="71257" y="192472"/>
                </a:lnTo>
                <a:lnTo>
                  <a:pt x="80162" y="216532"/>
                </a:lnTo>
                <a:lnTo>
                  <a:pt x="89078" y="240592"/>
                </a:lnTo>
                <a:lnTo>
                  <a:pt x="97984" y="264652"/>
                </a:lnTo>
                <a:lnTo>
                  <a:pt x="106890" y="288712"/>
                </a:lnTo>
                <a:lnTo>
                  <a:pt x="115795" y="312772"/>
                </a:lnTo>
                <a:lnTo>
                  <a:pt x="124701" y="336833"/>
                </a:lnTo>
                <a:lnTo>
                  <a:pt x="133607" y="360893"/>
                </a:lnTo>
                <a:lnTo>
                  <a:pt x="142513" y="384953"/>
                </a:lnTo>
                <a:lnTo>
                  <a:pt x="151428" y="409013"/>
                </a:lnTo>
                <a:lnTo>
                  <a:pt x="160334" y="433073"/>
                </a:lnTo>
                <a:lnTo>
                  <a:pt x="169240" y="457124"/>
                </a:lnTo>
                <a:lnTo>
                  <a:pt x="178146" y="481184"/>
                </a:lnTo>
                <a:lnTo>
                  <a:pt x="187052" y="505244"/>
                </a:lnTo>
                <a:lnTo>
                  <a:pt x="195958" y="529304"/>
                </a:lnTo>
                <a:lnTo>
                  <a:pt x="204873" y="553364"/>
                </a:lnTo>
                <a:lnTo>
                  <a:pt x="213779" y="577425"/>
                </a:lnTo>
                <a:lnTo>
                  <a:pt x="222685" y="601485"/>
                </a:lnTo>
                <a:lnTo>
                  <a:pt x="231591" y="625545"/>
                </a:lnTo>
                <a:lnTo>
                  <a:pt x="240497" y="649605"/>
                </a:lnTo>
                <a:lnTo>
                  <a:pt x="249403" y="673665"/>
                </a:lnTo>
                <a:lnTo>
                  <a:pt x="258308" y="697725"/>
                </a:lnTo>
                <a:lnTo>
                  <a:pt x="267224" y="721785"/>
                </a:lnTo>
                <a:lnTo>
                  <a:pt x="276130" y="745846"/>
                </a:lnTo>
                <a:lnTo>
                  <a:pt x="285036" y="769896"/>
                </a:lnTo>
                <a:lnTo>
                  <a:pt x="293942" y="793956"/>
                </a:lnTo>
                <a:lnTo>
                  <a:pt x="302847" y="818017"/>
                </a:lnTo>
                <a:lnTo>
                  <a:pt x="311753" y="842077"/>
                </a:lnTo>
                <a:lnTo>
                  <a:pt x="320669" y="866137"/>
                </a:lnTo>
                <a:lnTo>
                  <a:pt x="329575" y="890197"/>
                </a:lnTo>
                <a:lnTo>
                  <a:pt x="338480" y="914257"/>
                </a:lnTo>
                <a:lnTo>
                  <a:pt x="347386" y="938317"/>
                </a:lnTo>
                <a:lnTo>
                  <a:pt x="356292" y="962377"/>
                </a:lnTo>
                <a:lnTo>
                  <a:pt x="365198" y="986438"/>
                </a:lnTo>
                <a:lnTo>
                  <a:pt x="374113" y="1010498"/>
                </a:lnTo>
                <a:lnTo>
                  <a:pt x="382419" y="1034691"/>
                </a:lnTo>
                <a:lnTo>
                  <a:pt x="401222" y="1051093"/>
                </a:lnTo>
                <a:lnTo>
                  <a:pt x="425263" y="1059990"/>
                </a:lnTo>
                <a:lnTo>
                  <a:pt x="450094" y="1066438"/>
                </a:lnTo>
                <a:lnTo>
                  <a:pt x="475221" y="1071591"/>
                </a:lnTo>
                <a:lnTo>
                  <a:pt x="500510" y="1075925"/>
                </a:lnTo>
                <a:lnTo>
                  <a:pt x="525885" y="1079659"/>
                </a:lnTo>
                <a:lnTo>
                  <a:pt x="551326" y="1082954"/>
                </a:lnTo>
                <a:lnTo>
                  <a:pt x="576815" y="1085879"/>
                </a:lnTo>
                <a:lnTo>
                  <a:pt x="602332" y="1088517"/>
                </a:lnTo>
                <a:lnTo>
                  <a:pt x="627878" y="1090898"/>
                </a:lnTo>
                <a:lnTo>
                  <a:pt x="653444" y="1093060"/>
                </a:lnTo>
                <a:lnTo>
                  <a:pt x="679028" y="1095032"/>
                </a:lnTo>
                <a:lnTo>
                  <a:pt x="704612" y="1096842"/>
                </a:lnTo>
                <a:lnTo>
                  <a:pt x="730215" y="1098490"/>
                </a:lnTo>
                <a:lnTo>
                  <a:pt x="755828" y="1099995"/>
                </a:lnTo>
                <a:lnTo>
                  <a:pt x="781450" y="1101376"/>
                </a:lnTo>
                <a:lnTo>
                  <a:pt x="807072" y="1102633"/>
                </a:lnTo>
                <a:lnTo>
                  <a:pt x="832704" y="1103786"/>
                </a:lnTo>
                <a:lnTo>
                  <a:pt x="858336" y="1104824"/>
                </a:lnTo>
                <a:lnTo>
                  <a:pt x="883977" y="1105767"/>
                </a:lnTo>
                <a:lnTo>
                  <a:pt x="909618" y="1106615"/>
                </a:lnTo>
                <a:lnTo>
                  <a:pt x="935260" y="1107377"/>
                </a:lnTo>
                <a:lnTo>
                  <a:pt x="960901" y="1108043"/>
                </a:lnTo>
                <a:lnTo>
                  <a:pt x="986552" y="1108634"/>
                </a:lnTo>
                <a:lnTo>
                  <a:pt x="1012203" y="1109129"/>
                </a:lnTo>
                <a:lnTo>
                  <a:pt x="1037854" y="1109558"/>
                </a:lnTo>
                <a:lnTo>
                  <a:pt x="1063504" y="1109901"/>
                </a:lnTo>
                <a:lnTo>
                  <a:pt x="1089165" y="1110167"/>
                </a:lnTo>
                <a:lnTo>
                  <a:pt x="1114816" y="1110358"/>
                </a:lnTo>
                <a:lnTo>
                  <a:pt x="1140476" y="1110472"/>
                </a:lnTo>
                <a:lnTo>
                  <a:pt x="1166127" y="1110520"/>
                </a:lnTo>
                <a:lnTo>
                  <a:pt x="1191787" y="1110482"/>
                </a:lnTo>
                <a:lnTo>
                  <a:pt x="1217438" y="1110377"/>
                </a:lnTo>
                <a:lnTo>
                  <a:pt x="1243089" y="1110196"/>
                </a:lnTo>
                <a:lnTo>
                  <a:pt x="1268749" y="1109939"/>
                </a:lnTo>
                <a:lnTo>
                  <a:pt x="1294400" y="1109605"/>
                </a:lnTo>
                <a:lnTo>
                  <a:pt x="1320051" y="1109186"/>
                </a:lnTo>
                <a:lnTo>
                  <a:pt x="1345702" y="1108700"/>
                </a:lnTo>
                <a:lnTo>
                  <a:pt x="1371352" y="1108119"/>
                </a:lnTo>
                <a:lnTo>
                  <a:pt x="1396994" y="1107462"/>
                </a:lnTo>
                <a:lnTo>
                  <a:pt x="1422644" y="1106719"/>
                </a:lnTo>
                <a:lnTo>
                  <a:pt x="1448286" y="1105881"/>
                </a:lnTo>
                <a:lnTo>
                  <a:pt x="1473927" y="1104957"/>
                </a:lnTo>
                <a:lnTo>
                  <a:pt x="1499559" y="1103919"/>
                </a:lnTo>
                <a:lnTo>
                  <a:pt x="1525191" y="1102795"/>
                </a:lnTo>
                <a:lnTo>
                  <a:pt x="1550813" y="1101547"/>
                </a:lnTo>
                <a:lnTo>
                  <a:pt x="1576435" y="1100185"/>
                </a:lnTo>
                <a:lnTo>
                  <a:pt x="1602048" y="1098690"/>
                </a:lnTo>
                <a:lnTo>
                  <a:pt x="1627642" y="1097051"/>
                </a:lnTo>
                <a:lnTo>
                  <a:pt x="1653235" y="1095280"/>
                </a:lnTo>
                <a:lnTo>
                  <a:pt x="1678819" y="1093327"/>
                </a:lnTo>
                <a:lnTo>
                  <a:pt x="1704384" y="1091184"/>
                </a:lnTo>
                <a:lnTo>
                  <a:pt x="1729931" y="1088831"/>
                </a:lnTo>
                <a:lnTo>
                  <a:pt x="1755458" y="1086231"/>
                </a:lnTo>
                <a:lnTo>
                  <a:pt x="1780946" y="1083345"/>
                </a:lnTo>
                <a:lnTo>
                  <a:pt x="1806397" y="1080106"/>
                </a:lnTo>
                <a:lnTo>
                  <a:pt x="1831791" y="1076430"/>
                </a:lnTo>
                <a:lnTo>
                  <a:pt x="1857089" y="1072182"/>
                </a:lnTo>
                <a:lnTo>
                  <a:pt x="1882245" y="1067152"/>
                </a:lnTo>
                <a:lnTo>
                  <a:pt x="1907124" y="1060914"/>
                </a:lnTo>
                <a:lnTo>
                  <a:pt x="1931327" y="1052455"/>
                </a:lnTo>
                <a:lnTo>
                  <a:pt x="1951853" y="1037711"/>
                </a:lnTo>
                <a:lnTo>
                  <a:pt x="1960283" y="1013565"/>
                </a:lnTo>
                <a:lnTo>
                  <a:pt x="1969189" y="989505"/>
                </a:lnTo>
                <a:lnTo>
                  <a:pt x="1978095" y="965444"/>
                </a:lnTo>
                <a:lnTo>
                  <a:pt x="1987010" y="941384"/>
                </a:lnTo>
                <a:lnTo>
                  <a:pt x="1995916" y="917324"/>
                </a:lnTo>
                <a:lnTo>
                  <a:pt x="2004822" y="893274"/>
                </a:lnTo>
                <a:lnTo>
                  <a:pt x="2013728" y="869213"/>
                </a:lnTo>
                <a:lnTo>
                  <a:pt x="2022634" y="845153"/>
                </a:lnTo>
                <a:lnTo>
                  <a:pt x="2031540" y="821093"/>
                </a:lnTo>
                <a:lnTo>
                  <a:pt x="2040455" y="797033"/>
                </a:lnTo>
                <a:lnTo>
                  <a:pt x="2049361" y="772973"/>
                </a:lnTo>
                <a:lnTo>
                  <a:pt x="2058267" y="748913"/>
                </a:lnTo>
                <a:lnTo>
                  <a:pt x="2067173" y="724853"/>
                </a:lnTo>
                <a:lnTo>
                  <a:pt x="2076079" y="700792"/>
                </a:lnTo>
                <a:lnTo>
                  <a:pt x="2084984" y="676732"/>
                </a:lnTo>
                <a:lnTo>
                  <a:pt x="2093890" y="652672"/>
                </a:lnTo>
                <a:lnTo>
                  <a:pt x="2102806" y="628612"/>
                </a:lnTo>
                <a:lnTo>
                  <a:pt x="2111712" y="604552"/>
                </a:lnTo>
                <a:lnTo>
                  <a:pt x="2120617" y="580501"/>
                </a:lnTo>
                <a:lnTo>
                  <a:pt x="2129523" y="556441"/>
                </a:lnTo>
                <a:lnTo>
                  <a:pt x="2138429" y="532381"/>
                </a:lnTo>
                <a:lnTo>
                  <a:pt x="2147335" y="508321"/>
                </a:lnTo>
                <a:lnTo>
                  <a:pt x="2156250" y="484261"/>
                </a:lnTo>
                <a:lnTo>
                  <a:pt x="2165156" y="460200"/>
                </a:lnTo>
                <a:lnTo>
                  <a:pt x="2174062" y="436140"/>
                </a:lnTo>
                <a:lnTo>
                  <a:pt x="2182968" y="412080"/>
                </a:lnTo>
                <a:lnTo>
                  <a:pt x="2191874" y="388020"/>
                </a:lnTo>
                <a:lnTo>
                  <a:pt x="2200780" y="363960"/>
                </a:lnTo>
                <a:lnTo>
                  <a:pt x="2209686" y="339900"/>
                </a:lnTo>
                <a:lnTo>
                  <a:pt x="2218601" y="315839"/>
                </a:lnTo>
                <a:lnTo>
                  <a:pt x="2227507" y="291779"/>
                </a:lnTo>
                <a:lnTo>
                  <a:pt x="2236413" y="267729"/>
                </a:lnTo>
                <a:lnTo>
                  <a:pt x="2245319" y="243669"/>
                </a:lnTo>
                <a:lnTo>
                  <a:pt x="2254225" y="219608"/>
                </a:lnTo>
                <a:lnTo>
                  <a:pt x="2263130" y="195548"/>
                </a:lnTo>
                <a:lnTo>
                  <a:pt x="2272046" y="171488"/>
                </a:lnTo>
                <a:lnTo>
                  <a:pt x="2280952" y="147428"/>
                </a:lnTo>
                <a:lnTo>
                  <a:pt x="2289858" y="123368"/>
                </a:lnTo>
                <a:lnTo>
                  <a:pt x="2298764" y="99308"/>
                </a:lnTo>
                <a:lnTo>
                  <a:pt x="2307669" y="75248"/>
                </a:lnTo>
                <a:lnTo>
                  <a:pt x="2316575" y="51187"/>
                </a:lnTo>
                <a:lnTo>
                  <a:pt x="2325481" y="27127"/>
                </a:lnTo>
                <a:lnTo>
                  <a:pt x="2334397" y="3067"/>
                </a:lnTo>
                <a:lnTo>
                  <a:pt x="2319804" y="14411"/>
                </a:lnTo>
                <a:lnTo>
                  <a:pt x="2295487" y="22508"/>
                </a:lnTo>
                <a:lnTo>
                  <a:pt x="2270474" y="28223"/>
                </a:lnTo>
                <a:lnTo>
                  <a:pt x="2245233" y="32776"/>
                </a:lnTo>
                <a:lnTo>
                  <a:pt x="2219868" y="36624"/>
                </a:lnTo>
                <a:lnTo>
                  <a:pt x="2194427" y="39976"/>
                </a:lnTo>
                <a:lnTo>
                  <a:pt x="2168947" y="42958"/>
                </a:lnTo>
                <a:lnTo>
                  <a:pt x="2143430" y="45634"/>
                </a:lnTo>
                <a:lnTo>
                  <a:pt x="2117893" y="48073"/>
                </a:lnTo>
                <a:lnTo>
                  <a:pt x="2092338" y="50311"/>
                </a:lnTo>
                <a:lnTo>
                  <a:pt x="2066763" y="52378"/>
                </a:lnTo>
                <a:lnTo>
                  <a:pt x="2041179" y="54293"/>
                </a:lnTo>
                <a:lnTo>
                  <a:pt x="2015585" y="56074"/>
                </a:lnTo>
                <a:lnTo>
                  <a:pt x="1989992" y="57750"/>
                </a:lnTo>
                <a:lnTo>
                  <a:pt x="1964379" y="59303"/>
                </a:lnTo>
                <a:lnTo>
                  <a:pt x="1938766" y="60760"/>
                </a:lnTo>
                <a:lnTo>
                  <a:pt x="1913144" y="62132"/>
                </a:lnTo>
                <a:lnTo>
                  <a:pt x="1887522" y="63427"/>
                </a:lnTo>
                <a:lnTo>
                  <a:pt x="1861899" y="64637"/>
                </a:lnTo>
                <a:lnTo>
                  <a:pt x="1836268" y="65780"/>
                </a:lnTo>
                <a:lnTo>
                  <a:pt x="1810636" y="66856"/>
                </a:lnTo>
                <a:lnTo>
                  <a:pt x="1785004" y="67866"/>
                </a:lnTo>
                <a:lnTo>
                  <a:pt x="1759363" y="68818"/>
                </a:lnTo>
                <a:lnTo>
                  <a:pt x="1733721" y="69723"/>
                </a:lnTo>
                <a:lnTo>
                  <a:pt x="1708080" y="70561"/>
                </a:lnTo>
                <a:lnTo>
                  <a:pt x="1682439" y="71352"/>
                </a:lnTo>
                <a:lnTo>
                  <a:pt x="1656798" y="72104"/>
                </a:lnTo>
                <a:lnTo>
                  <a:pt x="1631147" y="72800"/>
                </a:lnTo>
                <a:lnTo>
                  <a:pt x="1605505" y="73447"/>
                </a:lnTo>
                <a:lnTo>
                  <a:pt x="1579855" y="74057"/>
                </a:lnTo>
                <a:lnTo>
                  <a:pt x="1554204" y="74619"/>
                </a:lnTo>
                <a:lnTo>
                  <a:pt x="1528553" y="75143"/>
                </a:lnTo>
                <a:lnTo>
                  <a:pt x="1502902" y="75629"/>
                </a:lnTo>
                <a:lnTo>
                  <a:pt x="1477251" y="76067"/>
                </a:lnTo>
                <a:lnTo>
                  <a:pt x="1451600" y="76476"/>
                </a:lnTo>
                <a:lnTo>
                  <a:pt x="1425950" y="76848"/>
                </a:lnTo>
                <a:lnTo>
                  <a:pt x="1400299" y="77172"/>
                </a:lnTo>
                <a:lnTo>
                  <a:pt x="1374638" y="77467"/>
                </a:lnTo>
                <a:lnTo>
                  <a:pt x="1348988" y="77734"/>
                </a:lnTo>
                <a:lnTo>
                  <a:pt x="1323337" y="77953"/>
                </a:lnTo>
                <a:lnTo>
                  <a:pt x="1297676" y="78143"/>
                </a:lnTo>
                <a:lnTo>
                  <a:pt x="1272026" y="78296"/>
                </a:lnTo>
                <a:lnTo>
                  <a:pt x="1246365" y="78419"/>
                </a:lnTo>
                <a:lnTo>
                  <a:pt x="1220714" y="78505"/>
                </a:lnTo>
                <a:lnTo>
                  <a:pt x="1195054" y="78562"/>
                </a:lnTo>
                <a:lnTo>
                  <a:pt x="1169403" y="78581"/>
                </a:lnTo>
                <a:lnTo>
                  <a:pt x="1143743" y="78562"/>
                </a:lnTo>
                <a:lnTo>
                  <a:pt x="1118092" y="78515"/>
                </a:lnTo>
                <a:lnTo>
                  <a:pt x="1092441" y="78429"/>
                </a:lnTo>
                <a:lnTo>
                  <a:pt x="1066781" y="78315"/>
                </a:lnTo>
                <a:lnTo>
                  <a:pt x="1041130" y="78162"/>
                </a:lnTo>
                <a:lnTo>
                  <a:pt x="1015470" y="77981"/>
                </a:lnTo>
                <a:lnTo>
                  <a:pt x="989819" y="77762"/>
                </a:lnTo>
                <a:lnTo>
                  <a:pt x="964168" y="77505"/>
                </a:lnTo>
                <a:lnTo>
                  <a:pt x="938508" y="77219"/>
                </a:lnTo>
                <a:lnTo>
                  <a:pt x="912857" y="76886"/>
                </a:lnTo>
                <a:lnTo>
                  <a:pt x="887206" y="76524"/>
                </a:lnTo>
                <a:lnTo>
                  <a:pt x="861555" y="76124"/>
                </a:lnTo>
                <a:lnTo>
                  <a:pt x="835904" y="75686"/>
                </a:lnTo>
                <a:lnTo>
                  <a:pt x="810254" y="75209"/>
                </a:lnTo>
                <a:lnTo>
                  <a:pt x="784603" y="74686"/>
                </a:lnTo>
                <a:lnTo>
                  <a:pt x="758952" y="74133"/>
                </a:lnTo>
                <a:lnTo>
                  <a:pt x="733301" y="73533"/>
                </a:lnTo>
                <a:lnTo>
                  <a:pt x="707650" y="72885"/>
                </a:lnTo>
                <a:lnTo>
                  <a:pt x="682009" y="72190"/>
                </a:lnTo>
                <a:lnTo>
                  <a:pt x="656368" y="71457"/>
                </a:lnTo>
                <a:lnTo>
                  <a:pt x="630717" y="70666"/>
                </a:lnTo>
                <a:lnTo>
                  <a:pt x="605076" y="69828"/>
                </a:lnTo>
                <a:lnTo>
                  <a:pt x="579444" y="68942"/>
                </a:lnTo>
                <a:lnTo>
                  <a:pt x="553803" y="67989"/>
                </a:lnTo>
                <a:lnTo>
                  <a:pt x="528171" y="66989"/>
                </a:lnTo>
                <a:lnTo>
                  <a:pt x="502529" y="65923"/>
                </a:lnTo>
                <a:lnTo>
                  <a:pt x="476907" y="64789"/>
                </a:lnTo>
                <a:lnTo>
                  <a:pt x="451275" y="63589"/>
                </a:lnTo>
                <a:lnTo>
                  <a:pt x="425653" y="62303"/>
                </a:lnTo>
                <a:lnTo>
                  <a:pt x="400031" y="60941"/>
                </a:lnTo>
                <a:lnTo>
                  <a:pt x="374418" y="59493"/>
                </a:lnTo>
                <a:lnTo>
                  <a:pt x="348815" y="57950"/>
                </a:lnTo>
                <a:lnTo>
                  <a:pt x="323212" y="56302"/>
                </a:lnTo>
                <a:lnTo>
                  <a:pt x="297618" y="54521"/>
                </a:lnTo>
                <a:lnTo>
                  <a:pt x="272024" y="52635"/>
                </a:lnTo>
                <a:lnTo>
                  <a:pt x="246459" y="50587"/>
                </a:lnTo>
                <a:lnTo>
                  <a:pt x="220894" y="48368"/>
                </a:lnTo>
                <a:lnTo>
                  <a:pt x="195358" y="45958"/>
                </a:lnTo>
                <a:lnTo>
                  <a:pt x="169840" y="43310"/>
                </a:lnTo>
                <a:lnTo>
                  <a:pt x="144351" y="40376"/>
                </a:lnTo>
                <a:lnTo>
                  <a:pt x="118910" y="37081"/>
                </a:lnTo>
                <a:lnTo>
                  <a:pt x="93536" y="33309"/>
                </a:lnTo>
                <a:lnTo>
                  <a:pt x="68266" y="28851"/>
                </a:lnTo>
                <a:lnTo>
                  <a:pt x="43215" y="23327"/>
                </a:lnTo>
                <a:lnTo>
                  <a:pt x="18745" y="15678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36" name="funnel-step-cap-1">
            <a:extLst xmlns:a="http://schemas.openxmlformats.org/drawingml/2006/main">
              <a:ext uri="{FF2B5EF4-FFF2-40B4-BE49-F238E27FC236}">
                <a16:creationId xmlns:a16="http://schemas.microsoft.com/office/drawing/2014/main" id="{1E223A9B-F444-4A74-B7EC-7AF370D47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451879" y="3603622"/>
            <a:ext cx="2335482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7EAC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37" name="funnel-step-body-2">
            <a:extLst xmlns:a="http://schemas.openxmlformats.org/drawingml/2006/main">
              <a:ext uri="{FF2B5EF4-FFF2-40B4-BE49-F238E27FC236}">
                <a16:creationId xmlns:a16="http://schemas.microsoft.com/office/drawing/2014/main" id="{E8454B68-DDF2-4796-8FF7-B084856AE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833908" y="4940332"/>
            <a:ext cx="1570082" cy="1110425"/>
          </a:xfrm>
          <a:custGeom xmlns:a="http://schemas.openxmlformats.org/drawingml/2006/main">
            <a:pathLst>
              <a:path w="1570082" h="1110425">
                <a:moveTo>
                  <a:pt x="0" y="0"/>
                </a:moveTo>
                <a:lnTo>
                  <a:pt x="6239" y="18536"/>
                </a:lnTo>
                <a:lnTo>
                  <a:pt x="12487" y="37071"/>
                </a:lnTo>
                <a:lnTo>
                  <a:pt x="18726" y="55607"/>
                </a:lnTo>
                <a:lnTo>
                  <a:pt x="24975" y="74133"/>
                </a:lnTo>
                <a:lnTo>
                  <a:pt x="31213" y="92669"/>
                </a:lnTo>
                <a:lnTo>
                  <a:pt x="37462" y="111204"/>
                </a:lnTo>
                <a:lnTo>
                  <a:pt x="43701" y="129740"/>
                </a:lnTo>
                <a:lnTo>
                  <a:pt x="49949" y="148276"/>
                </a:lnTo>
                <a:lnTo>
                  <a:pt x="56188" y="166811"/>
                </a:lnTo>
                <a:lnTo>
                  <a:pt x="62427" y="185347"/>
                </a:lnTo>
                <a:lnTo>
                  <a:pt x="68675" y="203883"/>
                </a:lnTo>
                <a:lnTo>
                  <a:pt x="74914" y="222409"/>
                </a:lnTo>
                <a:lnTo>
                  <a:pt x="81163" y="240944"/>
                </a:lnTo>
                <a:lnTo>
                  <a:pt x="87401" y="259480"/>
                </a:lnTo>
                <a:lnTo>
                  <a:pt x="93650" y="278016"/>
                </a:lnTo>
                <a:lnTo>
                  <a:pt x="99889" y="296551"/>
                </a:lnTo>
                <a:lnTo>
                  <a:pt x="106137" y="315087"/>
                </a:lnTo>
                <a:lnTo>
                  <a:pt x="112376" y="333623"/>
                </a:lnTo>
                <a:lnTo>
                  <a:pt x="118615" y="352149"/>
                </a:lnTo>
                <a:lnTo>
                  <a:pt x="124863" y="370684"/>
                </a:lnTo>
                <a:lnTo>
                  <a:pt x="131102" y="389220"/>
                </a:lnTo>
                <a:lnTo>
                  <a:pt x="137351" y="407756"/>
                </a:lnTo>
                <a:lnTo>
                  <a:pt x="143589" y="426291"/>
                </a:lnTo>
                <a:lnTo>
                  <a:pt x="149838" y="444827"/>
                </a:lnTo>
                <a:lnTo>
                  <a:pt x="156077" y="463363"/>
                </a:lnTo>
                <a:lnTo>
                  <a:pt x="162325" y="481889"/>
                </a:lnTo>
                <a:lnTo>
                  <a:pt x="168564" y="500424"/>
                </a:lnTo>
                <a:lnTo>
                  <a:pt x="174812" y="518960"/>
                </a:lnTo>
                <a:lnTo>
                  <a:pt x="181051" y="537496"/>
                </a:lnTo>
                <a:lnTo>
                  <a:pt x="187290" y="556031"/>
                </a:lnTo>
                <a:lnTo>
                  <a:pt x="193538" y="574567"/>
                </a:lnTo>
                <a:lnTo>
                  <a:pt x="199777" y="593103"/>
                </a:lnTo>
                <a:lnTo>
                  <a:pt x="206026" y="611638"/>
                </a:lnTo>
                <a:lnTo>
                  <a:pt x="212265" y="630164"/>
                </a:lnTo>
                <a:lnTo>
                  <a:pt x="218513" y="648700"/>
                </a:lnTo>
                <a:lnTo>
                  <a:pt x="224752" y="667236"/>
                </a:lnTo>
                <a:lnTo>
                  <a:pt x="231000" y="685771"/>
                </a:lnTo>
                <a:lnTo>
                  <a:pt x="237239" y="704307"/>
                </a:lnTo>
                <a:lnTo>
                  <a:pt x="243478" y="722843"/>
                </a:lnTo>
                <a:lnTo>
                  <a:pt x="249726" y="741378"/>
                </a:lnTo>
                <a:lnTo>
                  <a:pt x="255965" y="759905"/>
                </a:lnTo>
                <a:lnTo>
                  <a:pt x="262214" y="778440"/>
                </a:lnTo>
                <a:lnTo>
                  <a:pt x="268453" y="796976"/>
                </a:lnTo>
                <a:lnTo>
                  <a:pt x="274701" y="815511"/>
                </a:lnTo>
                <a:lnTo>
                  <a:pt x="280940" y="834047"/>
                </a:lnTo>
                <a:lnTo>
                  <a:pt x="287188" y="852583"/>
                </a:lnTo>
                <a:lnTo>
                  <a:pt x="293427" y="871118"/>
                </a:lnTo>
                <a:lnTo>
                  <a:pt x="299666" y="889654"/>
                </a:lnTo>
                <a:lnTo>
                  <a:pt x="305914" y="908180"/>
                </a:lnTo>
                <a:lnTo>
                  <a:pt x="312153" y="926716"/>
                </a:lnTo>
                <a:lnTo>
                  <a:pt x="318402" y="945251"/>
                </a:lnTo>
                <a:lnTo>
                  <a:pt x="324641" y="963787"/>
                </a:lnTo>
                <a:lnTo>
                  <a:pt x="330889" y="982323"/>
                </a:lnTo>
                <a:lnTo>
                  <a:pt x="337128" y="1000858"/>
                </a:lnTo>
                <a:lnTo>
                  <a:pt x="343376" y="1019394"/>
                </a:lnTo>
                <a:lnTo>
                  <a:pt x="348653" y="1038139"/>
                </a:lnTo>
                <a:lnTo>
                  <a:pt x="360845" y="1053074"/>
                </a:lnTo>
                <a:lnTo>
                  <a:pt x="377695" y="1062923"/>
                </a:lnTo>
                <a:lnTo>
                  <a:pt x="395830" y="1070229"/>
                </a:lnTo>
                <a:lnTo>
                  <a:pt x="414490" y="1076068"/>
                </a:lnTo>
                <a:lnTo>
                  <a:pt x="433435" y="1080926"/>
                </a:lnTo>
                <a:lnTo>
                  <a:pt x="452552" y="1085069"/>
                </a:lnTo>
                <a:lnTo>
                  <a:pt x="471773" y="1088660"/>
                </a:lnTo>
                <a:lnTo>
                  <a:pt x="491080" y="1091803"/>
                </a:lnTo>
                <a:lnTo>
                  <a:pt x="510435" y="1094575"/>
                </a:lnTo>
                <a:lnTo>
                  <a:pt x="529838" y="1097032"/>
                </a:lnTo>
                <a:lnTo>
                  <a:pt x="549278" y="1099214"/>
                </a:lnTo>
                <a:lnTo>
                  <a:pt x="568738" y="1101147"/>
                </a:lnTo>
                <a:lnTo>
                  <a:pt x="588216" y="1102843"/>
                </a:lnTo>
                <a:lnTo>
                  <a:pt x="607724" y="1104348"/>
                </a:lnTo>
                <a:lnTo>
                  <a:pt x="627231" y="1105662"/>
                </a:lnTo>
                <a:lnTo>
                  <a:pt x="646757" y="1106795"/>
                </a:lnTo>
                <a:lnTo>
                  <a:pt x="666293" y="1107767"/>
                </a:lnTo>
                <a:lnTo>
                  <a:pt x="685829" y="1108577"/>
                </a:lnTo>
                <a:lnTo>
                  <a:pt x="705374" y="1109234"/>
                </a:lnTo>
                <a:lnTo>
                  <a:pt x="724929" y="1109748"/>
                </a:lnTo>
                <a:lnTo>
                  <a:pt x="744484" y="1110110"/>
                </a:lnTo>
                <a:lnTo>
                  <a:pt x="764038" y="1110339"/>
                </a:lnTo>
                <a:lnTo>
                  <a:pt x="783593" y="1110425"/>
                </a:lnTo>
                <a:lnTo>
                  <a:pt x="803158" y="1110367"/>
                </a:lnTo>
                <a:lnTo>
                  <a:pt x="822712" y="1110167"/>
                </a:lnTo>
                <a:lnTo>
                  <a:pt x="842267" y="1109834"/>
                </a:lnTo>
                <a:lnTo>
                  <a:pt x="861812" y="1109358"/>
                </a:lnTo>
                <a:lnTo>
                  <a:pt x="881367" y="1108729"/>
                </a:lnTo>
                <a:lnTo>
                  <a:pt x="900903" y="1107958"/>
                </a:lnTo>
                <a:lnTo>
                  <a:pt x="920439" y="1107024"/>
                </a:lnTo>
                <a:lnTo>
                  <a:pt x="939965" y="1105919"/>
                </a:lnTo>
                <a:lnTo>
                  <a:pt x="959482" y="1104643"/>
                </a:lnTo>
                <a:lnTo>
                  <a:pt x="978989" y="1103186"/>
                </a:lnTo>
                <a:lnTo>
                  <a:pt x="998477" y="1101528"/>
                </a:lnTo>
                <a:lnTo>
                  <a:pt x="1017937" y="1099642"/>
                </a:lnTo>
                <a:lnTo>
                  <a:pt x="1037387" y="1097528"/>
                </a:lnTo>
                <a:lnTo>
                  <a:pt x="1056789" y="1095137"/>
                </a:lnTo>
                <a:lnTo>
                  <a:pt x="1076163" y="1092432"/>
                </a:lnTo>
                <a:lnTo>
                  <a:pt x="1095480" y="1089374"/>
                </a:lnTo>
                <a:lnTo>
                  <a:pt x="1114720" y="1085888"/>
                </a:lnTo>
                <a:lnTo>
                  <a:pt x="1133866" y="1081878"/>
                </a:lnTo>
                <a:lnTo>
                  <a:pt x="1152849" y="1077192"/>
                </a:lnTo>
                <a:lnTo>
                  <a:pt x="1171594" y="1071601"/>
                </a:lnTo>
                <a:lnTo>
                  <a:pt x="1189873" y="1064676"/>
                </a:lnTo>
                <a:lnTo>
                  <a:pt x="1207132" y="1055522"/>
                </a:lnTo>
                <a:lnTo>
                  <a:pt x="1221010" y="1041978"/>
                </a:lnTo>
                <a:lnTo>
                  <a:pt x="1226706" y="1023414"/>
                </a:lnTo>
                <a:lnTo>
                  <a:pt x="1232954" y="1004878"/>
                </a:lnTo>
                <a:lnTo>
                  <a:pt x="1239193" y="986342"/>
                </a:lnTo>
                <a:lnTo>
                  <a:pt x="1245441" y="967807"/>
                </a:lnTo>
                <a:lnTo>
                  <a:pt x="1251680" y="949271"/>
                </a:lnTo>
                <a:lnTo>
                  <a:pt x="1257919" y="930735"/>
                </a:lnTo>
                <a:lnTo>
                  <a:pt x="1264168" y="912200"/>
                </a:lnTo>
                <a:lnTo>
                  <a:pt x="1270406" y="893674"/>
                </a:lnTo>
                <a:lnTo>
                  <a:pt x="1276655" y="875138"/>
                </a:lnTo>
                <a:lnTo>
                  <a:pt x="1282894" y="856602"/>
                </a:lnTo>
                <a:lnTo>
                  <a:pt x="1289142" y="838067"/>
                </a:lnTo>
                <a:lnTo>
                  <a:pt x="1295381" y="819531"/>
                </a:lnTo>
                <a:lnTo>
                  <a:pt x="1301629" y="800995"/>
                </a:lnTo>
                <a:lnTo>
                  <a:pt x="1307868" y="782460"/>
                </a:lnTo>
                <a:lnTo>
                  <a:pt x="1314117" y="763924"/>
                </a:lnTo>
                <a:lnTo>
                  <a:pt x="1320356" y="745398"/>
                </a:lnTo>
                <a:lnTo>
                  <a:pt x="1326594" y="726862"/>
                </a:lnTo>
                <a:lnTo>
                  <a:pt x="1332843" y="708327"/>
                </a:lnTo>
                <a:lnTo>
                  <a:pt x="1339082" y="689791"/>
                </a:lnTo>
                <a:lnTo>
                  <a:pt x="1345330" y="671255"/>
                </a:lnTo>
                <a:lnTo>
                  <a:pt x="1351569" y="652720"/>
                </a:lnTo>
                <a:lnTo>
                  <a:pt x="1357817" y="634184"/>
                </a:lnTo>
                <a:lnTo>
                  <a:pt x="1364056" y="615658"/>
                </a:lnTo>
                <a:lnTo>
                  <a:pt x="1370305" y="597122"/>
                </a:lnTo>
                <a:lnTo>
                  <a:pt x="1376543" y="578587"/>
                </a:lnTo>
                <a:lnTo>
                  <a:pt x="1382782" y="560051"/>
                </a:lnTo>
                <a:lnTo>
                  <a:pt x="1389031" y="541515"/>
                </a:lnTo>
                <a:lnTo>
                  <a:pt x="1395270" y="522980"/>
                </a:lnTo>
                <a:lnTo>
                  <a:pt x="1401518" y="504444"/>
                </a:lnTo>
                <a:lnTo>
                  <a:pt x="1407757" y="485908"/>
                </a:lnTo>
                <a:lnTo>
                  <a:pt x="1414005" y="467382"/>
                </a:lnTo>
                <a:lnTo>
                  <a:pt x="1420244" y="448847"/>
                </a:lnTo>
                <a:lnTo>
                  <a:pt x="1426493" y="430311"/>
                </a:lnTo>
                <a:lnTo>
                  <a:pt x="1432731" y="411775"/>
                </a:lnTo>
                <a:lnTo>
                  <a:pt x="1438970" y="393240"/>
                </a:lnTo>
                <a:lnTo>
                  <a:pt x="1445219" y="374704"/>
                </a:lnTo>
                <a:lnTo>
                  <a:pt x="1451458" y="356168"/>
                </a:lnTo>
                <a:lnTo>
                  <a:pt x="1457706" y="337642"/>
                </a:lnTo>
                <a:lnTo>
                  <a:pt x="1463945" y="319107"/>
                </a:lnTo>
                <a:lnTo>
                  <a:pt x="1470193" y="300571"/>
                </a:lnTo>
                <a:lnTo>
                  <a:pt x="1476432" y="282035"/>
                </a:lnTo>
                <a:lnTo>
                  <a:pt x="1482681" y="263500"/>
                </a:lnTo>
                <a:lnTo>
                  <a:pt x="1488919" y="244964"/>
                </a:lnTo>
                <a:lnTo>
                  <a:pt x="1495158" y="226428"/>
                </a:lnTo>
                <a:lnTo>
                  <a:pt x="1501407" y="207902"/>
                </a:lnTo>
                <a:lnTo>
                  <a:pt x="1507646" y="189367"/>
                </a:lnTo>
                <a:lnTo>
                  <a:pt x="1513894" y="170831"/>
                </a:lnTo>
                <a:lnTo>
                  <a:pt x="1520133" y="152295"/>
                </a:lnTo>
                <a:lnTo>
                  <a:pt x="1526381" y="133760"/>
                </a:lnTo>
                <a:lnTo>
                  <a:pt x="1532620" y="115224"/>
                </a:lnTo>
                <a:lnTo>
                  <a:pt x="1538869" y="96688"/>
                </a:lnTo>
                <a:lnTo>
                  <a:pt x="1545107" y="78153"/>
                </a:lnTo>
                <a:lnTo>
                  <a:pt x="1551346" y="59627"/>
                </a:lnTo>
                <a:lnTo>
                  <a:pt x="1557595" y="41091"/>
                </a:lnTo>
                <a:lnTo>
                  <a:pt x="1563834" y="22555"/>
                </a:lnTo>
                <a:lnTo>
                  <a:pt x="1570082" y="4020"/>
                </a:lnTo>
                <a:lnTo>
                  <a:pt x="1563548" y="12497"/>
                </a:lnTo>
                <a:lnTo>
                  <a:pt x="1546374" y="21755"/>
                </a:lnTo>
                <a:lnTo>
                  <a:pt x="1527905" y="28146"/>
                </a:lnTo>
                <a:lnTo>
                  <a:pt x="1509008" y="33185"/>
                </a:lnTo>
                <a:lnTo>
                  <a:pt x="1489910" y="37386"/>
                </a:lnTo>
                <a:lnTo>
                  <a:pt x="1470689" y="41024"/>
                </a:lnTo>
                <a:lnTo>
                  <a:pt x="1451400" y="44225"/>
                </a:lnTo>
                <a:lnTo>
                  <a:pt x="1432055" y="47101"/>
                </a:lnTo>
                <a:lnTo>
                  <a:pt x="1412672" y="49701"/>
                </a:lnTo>
                <a:lnTo>
                  <a:pt x="1393260" y="52073"/>
                </a:lnTo>
                <a:lnTo>
                  <a:pt x="1373819" y="54254"/>
                </a:lnTo>
                <a:lnTo>
                  <a:pt x="1354369" y="56264"/>
                </a:lnTo>
                <a:lnTo>
                  <a:pt x="1334900" y="58112"/>
                </a:lnTo>
                <a:lnTo>
                  <a:pt x="1315412" y="59846"/>
                </a:lnTo>
                <a:lnTo>
                  <a:pt x="1295924" y="61455"/>
                </a:lnTo>
                <a:lnTo>
                  <a:pt x="1276426" y="62951"/>
                </a:lnTo>
                <a:lnTo>
                  <a:pt x="1256919" y="64351"/>
                </a:lnTo>
                <a:lnTo>
                  <a:pt x="1237402" y="65665"/>
                </a:lnTo>
                <a:lnTo>
                  <a:pt x="1217886" y="66875"/>
                </a:lnTo>
                <a:lnTo>
                  <a:pt x="1198359" y="68018"/>
                </a:lnTo>
                <a:lnTo>
                  <a:pt x="1178833" y="69085"/>
                </a:lnTo>
                <a:lnTo>
                  <a:pt x="1159297" y="70085"/>
                </a:lnTo>
                <a:lnTo>
                  <a:pt x="1139762" y="71009"/>
                </a:lnTo>
                <a:lnTo>
                  <a:pt x="1120226" y="71866"/>
                </a:lnTo>
                <a:lnTo>
                  <a:pt x="1100680" y="72676"/>
                </a:lnTo>
                <a:lnTo>
                  <a:pt x="1081145" y="73419"/>
                </a:lnTo>
                <a:lnTo>
                  <a:pt x="1061599" y="74105"/>
                </a:lnTo>
                <a:lnTo>
                  <a:pt x="1042045" y="74733"/>
                </a:lnTo>
                <a:lnTo>
                  <a:pt x="1022499" y="75324"/>
                </a:lnTo>
                <a:lnTo>
                  <a:pt x="1002944" y="75848"/>
                </a:lnTo>
                <a:lnTo>
                  <a:pt x="983399" y="76324"/>
                </a:lnTo>
                <a:lnTo>
                  <a:pt x="963844" y="76752"/>
                </a:lnTo>
                <a:lnTo>
                  <a:pt x="944289" y="77133"/>
                </a:lnTo>
                <a:lnTo>
                  <a:pt x="924735" y="77476"/>
                </a:lnTo>
                <a:lnTo>
                  <a:pt x="905180" y="77762"/>
                </a:lnTo>
                <a:lnTo>
                  <a:pt x="885625" y="78010"/>
                </a:lnTo>
                <a:lnTo>
                  <a:pt x="866070" y="78210"/>
                </a:lnTo>
                <a:lnTo>
                  <a:pt x="846506" y="78372"/>
                </a:lnTo>
                <a:lnTo>
                  <a:pt x="826951" y="78486"/>
                </a:lnTo>
                <a:lnTo>
                  <a:pt x="807396" y="78553"/>
                </a:lnTo>
                <a:lnTo>
                  <a:pt x="787841" y="78581"/>
                </a:lnTo>
                <a:lnTo>
                  <a:pt x="768277" y="78562"/>
                </a:lnTo>
                <a:lnTo>
                  <a:pt x="748722" y="78505"/>
                </a:lnTo>
                <a:lnTo>
                  <a:pt x="729167" y="78400"/>
                </a:lnTo>
                <a:lnTo>
                  <a:pt x="709613" y="78248"/>
                </a:lnTo>
                <a:lnTo>
                  <a:pt x="690048" y="78057"/>
                </a:lnTo>
                <a:lnTo>
                  <a:pt x="670493" y="77819"/>
                </a:lnTo>
                <a:lnTo>
                  <a:pt x="650939" y="77543"/>
                </a:lnTo>
                <a:lnTo>
                  <a:pt x="631384" y="77210"/>
                </a:lnTo>
                <a:lnTo>
                  <a:pt x="611829" y="76838"/>
                </a:lnTo>
                <a:lnTo>
                  <a:pt x="592274" y="76419"/>
                </a:lnTo>
                <a:lnTo>
                  <a:pt x="572729" y="75952"/>
                </a:lnTo>
                <a:lnTo>
                  <a:pt x="553174" y="75438"/>
                </a:lnTo>
                <a:lnTo>
                  <a:pt x="533629" y="74867"/>
                </a:lnTo>
                <a:lnTo>
                  <a:pt x="514083" y="74247"/>
                </a:lnTo>
                <a:lnTo>
                  <a:pt x="494528" y="73571"/>
                </a:lnTo>
                <a:lnTo>
                  <a:pt x="474993" y="72838"/>
                </a:lnTo>
                <a:lnTo>
                  <a:pt x="455447" y="72047"/>
                </a:lnTo>
                <a:lnTo>
                  <a:pt x="435912" y="71199"/>
                </a:lnTo>
                <a:lnTo>
                  <a:pt x="416376" y="70285"/>
                </a:lnTo>
                <a:lnTo>
                  <a:pt x="396840" y="69313"/>
                </a:lnTo>
                <a:lnTo>
                  <a:pt x="377314" y="68256"/>
                </a:lnTo>
                <a:lnTo>
                  <a:pt x="357788" y="67132"/>
                </a:lnTo>
                <a:lnTo>
                  <a:pt x="338261" y="65932"/>
                </a:lnTo>
                <a:lnTo>
                  <a:pt x="318745" y="64646"/>
                </a:lnTo>
                <a:lnTo>
                  <a:pt x="299237" y="63265"/>
                </a:lnTo>
                <a:lnTo>
                  <a:pt x="279740" y="61789"/>
                </a:lnTo>
                <a:lnTo>
                  <a:pt x="260242" y="60208"/>
                </a:lnTo>
                <a:lnTo>
                  <a:pt x="240763" y="58503"/>
                </a:lnTo>
                <a:lnTo>
                  <a:pt x="221294" y="56674"/>
                </a:lnTo>
                <a:lnTo>
                  <a:pt x="201835" y="54702"/>
                </a:lnTo>
                <a:lnTo>
                  <a:pt x="182394" y="52559"/>
                </a:lnTo>
                <a:lnTo>
                  <a:pt x="162973" y="50235"/>
                </a:lnTo>
                <a:lnTo>
                  <a:pt x="143580" y="47682"/>
                </a:lnTo>
                <a:lnTo>
                  <a:pt x="124225" y="44882"/>
                </a:lnTo>
                <a:lnTo>
                  <a:pt x="104918" y="41748"/>
                </a:lnTo>
                <a:lnTo>
                  <a:pt x="85687" y="38224"/>
                </a:lnTo>
                <a:lnTo>
                  <a:pt x="66561" y="34157"/>
                </a:lnTo>
                <a:lnTo>
                  <a:pt x="47606" y="29327"/>
                </a:lnTo>
                <a:lnTo>
                  <a:pt x="29004" y="23298"/>
                </a:lnTo>
                <a:lnTo>
                  <a:pt x="11373" y="14916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38" name="funnel-step-cap-2">
            <a:extLst xmlns:a="http://schemas.openxmlformats.org/drawingml/2006/main">
              <a:ext uri="{FF2B5EF4-FFF2-40B4-BE49-F238E27FC236}">
                <a16:creationId xmlns:a16="http://schemas.microsoft.com/office/drawing/2014/main" id="{BCB90E21-9222-4E2B-A431-B46154410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833917" y="4816478"/>
            <a:ext cx="1571406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7EAC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39" name="funnel-flow-arrow">
            <a:extLst xmlns:a="http://schemas.openxmlformats.org/drawingml/2006/main">
              <a:ext uri="{FF2B5EF4-FFF2-40B4-BE49-F238E27FC236}">
                <a16:creationId xmlns:a16="http://schemas.microsoft.com/office/drawing/2014/main" id="{ECD319F4-B91A-4CAB-AB65-3417B269C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52850" y="2466975"/>
            <a:ext cx="1733550" cy="3631121"/>
          </a:xfrm>
          <a:custGeom xmlns:a="http://schemas.openxmlformats.org/drawingml/2006/main">
            <a:pathLst>
              <a:path w="1733550" h="3631121">
                <a:moveTo>
                  <a:pt x="0" y="0"/>
                </a:moveTo>
                <a:lnTo>
                  <a:pt x="0" y="42824"/>
                </a:lnTo>
                <a:lnTo>
                  <a:pt x="8182" y="84763"/>
                </a:lnTo>
                <a:lnTo>
                  <a:pt x="17393" y="126587"/>
                </a:lnTo>
                <a:lnTo>
                  <a:pt x="26613" y="168412"/>
                </a:lnTo>
                <a:lnTo>
                  <a:pt x="35824" y="210236"/>
                </a:lnTo>
                <a:lnTo>
                  <a:pt x="45044" y="252060"/>
                </a:lnTo>
                <a:lnTo>
                  <a:pt x="54254" y="293884"/>
                </a:lnTo>
                <a:lnTo>
                  <a:pt x="63465" y="335709"/>
                </a:lnTo>
                <a:lnTo>
                  <a:pt x="72685" y="377533"/>
                </a:lnTo>
                <a:lnTo>
                  <a:pt x="81896" y="419357"/>
                </a:lnTo>
                <a:lnTo>
                  <a:pt x="91116" y="461181"/>
                </a:lnTo>
                <a:lnTo>
                  <a:pt x="100327" y="503006"/>
                </a:lnTo>
                <a:lnTo>
                  <a:pt x="109538" y="544830"/>
                </a:lnTo>
                <a:lnTo>
                  <a:pt x="118758" y="586654"/>
                </a:lnTo>
                <a:lnTo>
                  <a:pt x="127968" y="628479"/>
                </a:lnTo>
                <a:lnTo>
                  <a:pt x="137189" y="670303"/>
                </a:lnTo>
                <a:lnTo>
                  <a:pt x="146399" y="712127"/>
                </a:lnTo>
                <a:lnTo>
                  <a:pt x="155610" y="753951"/>
                </a:lnTo>
                <a:lnTo>
                  <a:pt x="164830" y="795776"/>
                </a:lnTo>
                <a:lnTo>
                  <a:pt x="174041" y="837600"/>
                </a:lnTo>
                <a:lnTo>
                  <a:pt x="183261" y="879424"/>
                </a:lnTo>
                <a:lnTo>
                  <a:pt x="192472" y="921248"/>
                </a:lnTo>
                <a:lnTo>
                  <a:pt x="201682" y="963073"/>
                </a:lnTo>
                <a:lnTo>
                  <a:pt x="210903" y="1004897"/>
                </a:lnTo>
                <a:lnTo>
                  <a:pt x="220113" y="1046721"/>
                </a:lnTo>
                <a:lnTo>
                  <a:pt x="229324" y="1088546"/>
                </a:lnTo>
                <a:lnTo>
                  <a:pt x="238544" y="1130370"/>
                </a:lnTo>
                <a:lnTo>
                  <a:pt x="247755" y="1172194"/>
                </a:lnTo>
                <a:lnTo>
                  <a:pt x="255813" y="1214247"/>
                </a:lnTo>
                <a:lnTo>
                  <a:pt x="263404" y="1256395"/>
                </a:lnTo>
                <a:lnTo>
                  <a:pt x="270510" y="1298629"/>
                </a:lnTo>
                <a:lnTo>
                  <a:pt x="277578" y="1340872"/>
                </a:lnTo>
                <a:lnTo>
                  <a:pt x="284636" y="1383106"/>
                </a:lnTo>
                <a:lnTo>
                  <a:pt x="291694" y="1425350"/>
                </a:lnTo>
                <a:lnTo>
                  <a:pt x="298761" y="1467593"/>
                </a:lnTo>
                <a:lnTo>
                  <a:pt x="305819" y="1509836"/>
                </a:lnTo>
                <a:lnTo>
                  <a:pt x="312877" y="1552070"/>
                </a:lnTo>
                <a:lnTo>
                  <a:pt x="319945" y="1594314"/>
                </a:lnTo>
                <a:lnTo>
                  <a:pt x="327003" y="1636557"/>
                </a:lnTo>
                <a:lnTo>
                  <a:pt x="334061" y="1678800"/>
                </a:lnTo>
                <a:lnTo>
                  <a:pt x="341128" y="1721034"/>
                </a:lnTo>
                <a:lnTo>
                  <a:pt x="348186" y="1763278"/>
                </a:lnTo>
                <a:lnTo>
                  <a:pt x="355244" y="1805521"/>
                </a:lnTo>
                <a:lnTo>
                  <a:pt x="362312" y="1847764"/>
                </a:lnTo>
                <a:lnTo>
                  <a:pt x="369370" y="1889998"/>
                </a:lnTo>
                <a:lnTo>
                  <a:pt x="376438" y="1932242"/>
                </a:lnTo>
                <a:lnTo>
                  <a:pt x="383496" y="1974485"/>
                </a:lnTo>
                <a:lnTo>
                  <a:pt x="390554" y="2016728"/>
                </a:lnTo>
                <a:lnTo>
                  <a:pt x="397621" y="2058962"/>
                </a:lnTo>
                <a:lnTo>
                  <a:pt x="404679" y="2101205"/>
                </a:lnTo>
                <a:lnTo>
                  <a:pt x="411737" y="2143449"/>
                </a:lnTo>
                <a:lnTo>
                  <a:pt x="418805" y="2185692"/>
                </a:lnTo>
                <a:lnTo>
                  <a:pt x="425863" y="2227926"/>
                </a:lnTo>
                <a:lnTo>
                  <a:pt x="432921" y="2270169"/>
                </a:lnTo>
                <a:lnTo>
                  <a:pt x="439988" y="2312413"/>
                </a:lnTo>
                <a:lnTo>
                  <a:pt x="447046" y="2354656"/>
                </a:lnTo>
                <a:lnTo>
                  <a:pt x="454104" y="2396890"/>
                </a:lnTo>
                <a:lnTo>
                  <a:pt x="460829" y="2439191"/>
                </a:lnTo>
                <a:lnTo>
                  <a:pt x="467506" y="2481491"/>
                </a:lnTo>
                <a:lnTo>
                  <a:pt x="474069" y="2523811"/>
                </a:lnTo>
                <a:lnTo>
                  <a:pt x="480632" y="2566140"/>
                </a:lnTo>
                <a:lnTo>
                  <a:pt x="487185" y="2608459"/>
                </a:lnTo>
                <a:lnTo>
                  <a:pt x="493747" y="2650779"/>
                </a:lnTo>
                <a:lnTo>
                  <a:pt x="500301" y="2693099"/>
                </a:lnTo>
                <a:lnTo>
                  <a:pt x="506863" y="2735428"/>
                </a:lnTo>
                <a:lnTo>
                  <a:pt x="513426" y="2777747"/>
                </a:lnTo>
                <a:lnTo>
                  <a:pt x="519979" y="2820067"/>
                </a:lnTo>
                <a:lnTo>
                  <a:pt x="526542" y="2862386"/>
                </a:lnTo>
                <a:lnTo>
                  <a:pt x="533095" y="2904715"/>
                </a:lnTo>
                <a:lnTo>
                  <a:pt x="539658" y="2947035"/>
                </a:lnTo>
                <a:lnTo>
                  <a:pt x="503501" y="2952750"/>
                </a:lnTo>
                <a:lnTo>
                  <a:pt x="460677" y="2952750"/>
                </a:lnTo>
                <a:lnTo>
                  <a:pt x="417843" y="2952750"/>
                </a:lnTo>
                <a:lnTo>
                  <a:pt x="375018" y="2952750"/>
                </a:lnTo>
                <a:lnTo>
                  <a:pt x="332194" y="2952750"/>
                </a:lnTo>
                <a:lnTo>
                  <a:pt x="289370" y="2952750"/>
                </a:lnTo>
                <a:lnTo>
                  <a:pt x="246536" y="2952750"/>
                </a:lnTo>
                <a:lnTo>
                  <a:pt x="225628" y="2962170"/>
                </a:lnTo>
                <a:lnTo>
                  <a:pt x="255089" y="2993250"/>
                </a:lnTo>
                <a:lnTo>
                  <a:pt x="284550" y="3024340"/>
                </a:lnTo>
                <a:lnTo>
                  <a:pt x="314011" y="3055420"/>
                </a:lnTo>
                <a:lnTo>
                  <a:pt x="343481" y="3086500"/>
                </a:lnTo>
                <a:lnTo>
                  <a:pt x="372942" y="3117580"/>
                </a:lnTo>
                <a:lnTo>
                  <a:pt x="402403" y="3148660"/>
                </a:lnTo>
                <a:lnTo>
                  <a:pt x="431864" y="3179750"/>
                </a:lnTo>
                <a:lnTo>
                  <a:pt x="461334" y="3210830"/>
                </a:lnTo>
                <a:lnTo>
                  <a:pt x="490795" y="3241910"/>
                </a:lnTo>
                <a:lnTo>
                  <a:pt x="520256" y="3272990"/>
                </a:lnTo>
                <a:lnTo>
                  <a:pt x="549716" y="3304070"/>
                </a:lnTo>
                <a:lnTo>
                  <a:pt x="579187" y="3335160"/>
                </a:lnTo>
                <a:lnTo>
                  <a:pt x="608648" y="3366240"/>
                </a:lnTo>
                <a:lnTo>
                  <a:pt x="638108" y="3397320"/>
                </a:lnTo>
                <a:lnTo>
                  <a:pt x="667569" y="3428400"/>
                </a:lnTo>
                <a:lnTo>
                  <a:pt x="697040" y="3459480"/>
                </a:lnTo>
                <a:lnTo>
                  <a:pt x="726500" y="3490570"/>
                </a:lnTo>
                <a:lnTo>
                  <a:pt x="755961" y="3521650"/>
                </a:lnTo>
                <a:lnTo>
                  <a:pt x="785422" y="3552730"/>
                </a:lnTo>
                <a:lnTo>
                  <a:pt x="814892" y="3583810"/>
                </a:lnTo>
                <a:lnTo>
                  <a:pt x="844353" y="3614890"/>
                </a:lnTo>
                <a:lnTo>
                  <a:pt x="873814" y="3631121"/>
                </a:lnTo>
                <a:lnTo>
                  <a:pt x="903275" y="3600040"/>
                </a:lnTo>
                <a:lnTo>
                  <a:pt x="932736" y="3568960"/>
                </a:lnTo>
                <a:lnTo>
                  <a:pt x="962206" y="3537880"/>
                </a:lnTo>
                <a:lnTo>
                  <a:pt x="991667" y="3506800"/>
                </a:lnTo>
                <a:lnTo>
                  <a:pt x="1021128" y="3475711"/>
                </a:lnTo>
                <a:lnTo>
                  <a:pt x="1050588" y="3444631"/>
                </a:lnTo>
                <a:lnTo>
                  <a:pt x="1080059" y="3413550"/>
                </a:lnTo>
                <a:lnTo>
                  <a:pt x="1109520" y="3382470"/>
                </a:lnTo>
                <a:lnTo>
                  <a:pt x="1138980" y="3351390"/>
                </a:lnTo>
                <a:lnTo>
                  <a:pt x="1168441" y="3320301"/>
                </a:lnTo>
                <a:lnTo>
                  <a:pt x="1197912" y="3289221"/>
                </a:lnTo>
                <a:lnTo>
                  <a:pt x="1227372" y="3258141"/>
                </a:lnTo>
                <a:lnTo>
                  <a:pt x="1256833" y="3227060"/>
                </a:lnTo>
                <a:lnTo>
                  <a:pt x="1286294" y="3195980"/>
                </a:lnTo>
                <a:lnTo>
                  <a:pt x="1315764" y="3164891"/>
                </a:lnTo>
                <a:lnTo>
                  <a:pt x="1345225" y="3133811"/>
                </a:lnTo>
                <a:lnTo>
                  <a:pt x="1374686" y="3102731"/>
                </a:lnTo>
                <a:lnTo>
                  <a:pt x="1404147" y="3071651"/>
                </a:lnTo>
                <a:lnTo>
                  <a:pt x="1433617" y="3040571"/>
                </a:lnTo>
                <a:lnTo>
                  <a:pt x="1463078" y="3009481"/>
                </a:lnTo>
                <a:lnTo>
                  <a:pt x="1492539" y="2978401"/>
                </a:lnTo>
                <a:lnTo>
                  <a:pt x="1509379" y="2952750"/>
                </a:lnTo>
                <a:lnTo>
                  <a:pt x="1466545" y="2952750"/>
                </a:lnTo>
                <a:lnTo>
                  <a:pt x="1423721" y="2952750"/>
                </a:lnTo>
                <a:lnTo>
                  <a:pt x="1380896" y="2952750"/>
                </a:lnTo>
                <a:lnTo>
                  <a:pt x="1338062" y="2952750"/>
                </a:lnTo>
                <a:lnTo>
                  <a:pt x="1295238" y="2952750"/>
                </a:lnTo>
                <a:lnTo>
                  <a:pt x="1252414" y="2952750"/>
                </a:lnTo>
                <a:lnTo>
                  <a:pt x="1209589" y="2952750"/>
                </a:lnTo>
                <a:lnTo>
                  <a:pt x="1197026" y="2926813"/>
                </a:lnTo>
                <a:lnTo>
                  <a:pt x="1203589" y="2884494"/>
                </a:lnTo>
                <a:lnTo>
                  <a:pt x="1210142" y="2842165"/>
                </a:lnTo>
                <a:lnTo>
                  <a:pt x="1216704" y="2799845"/>
                </a:lnTo>
                <a:lnTo>
                  <a:pt x="1223258" y="2757526"/>
                </a:lnTo>
                <a:lnTo>
                  <a:pt x="1229820" y="2715206"/>
                </a:lnTo>
                <a:lnTo>
                  <a:pt x="1236383" y="2672877"/>
                </a:lnTo>
                <a:lnTo>
                  <a:pt x="1242936" y="2630557"/>
                </a:lnTo>
                <a:lnTo>
                  <a:pt x="1249499" y="2588238"/>
                </a:lnTo>
                <a:lnTo>
                  <a:pt x="1256052" y="2545918"/>
                </a:lnTo>
                <a:lnTo>
                  <a:pt x="1262615" y="2503589"/>
                </a:lnTo>
                <a:lnTo>
                  <a:pt x="1269216" y="2461279"/>
                </a:lnTo>
                <a:lnTo>
                  <a:pt x="1275931" y="2418979"/>
                </a:lnTo>
                <a:lnTo>
                  <a:pt x="1282817" y="2376707"/>
                </a:lnTo>
                <a:lnTo>
                  <a:pt x="1289875" y="2334473"/>
                </a:lnTo>
                <a:lnTo>
                  <a:pt x="1296943" y="2292229"/>
                </a:lnTo>
                <a:lnTo>
                  <a:pt x="1304001" y="2249986"/>
                </a:lnTo>
                <a:lnTo>
                  <a:pt x="1311059" y="2207743"/>
                </a:lnTo>
                <a:lnTo>
                  <a:pt x="1318127" y="2165509"/>
                </a:lnTo>
                <a:lnTo>
                  <a:pt x="1325185" y="2123265"/>
                </a:lnTo>
                <a:lnTo>
                  <a:pt x="1332243" y="2081022"/>
                </a:lnTo>
                <a:lnTo>
                  <a:pt x="1339310" y="2038779"/>
                </a:lnTo>
                <a:lnTo>
                  <a:pt x="1346368" y="1996545"/>
                </a:lnTo>
                <a:lnTo>
                  <a:pt x="1353426" y="1954301"/>
                </a:lnTo>
                <a:lnTo>
                  <a:pt x="1360494" y="1912058"/>
                </a:lnTo>
                <a:lnTo>
                  <a:pt x="1367552" y="1869815"/>
                </a:lnTo>
                <a:lnTo>
                  <a:pt x="1374610" y="1827581"/>
                </a:lnTo>
                <a:lnTo>
                  <a:pt x="1381677" y="1785337"/>
                </a:lnTo>
                <a:lnTo>
                  <a:pt x="1388735" y="1743094"/>
                </a:lnTo>
                <a:lnTo>
                  <a:pt x="1395803" y="1700851"/>
                </a:lnTo>
                <a:lnTo>
                  <a:pt x="1402861" y="1658617"/>
                </a:lnTo>
                <a:lnTo>
                  <a:pt x="1409919" y="1616373"/>
                </a:lnTo>
                <a:lnTo>
                  <a:pt x="1416987" y="1574130"/>
                </a:lnTo>
                <a:lnTo>
                  <a:pt x="1424045" y="1531887"/>
                </a:lnTo>
                <a:lnTo>
                  <a:pt x="1431103" y="1489653"/>
                </a:lnTo>
                <a:lnTo>
                  <a:pt x="1438170" y="1447409"/>
                </a:lnTo>
                <a:lnTo>
                  <a:pt x="1445228" y="1405166"/>
                </a:lnTo>
                <a:lnTo>
                  <a:pt x="1452286" y="1362923"/>
                </a:lnTo>
                <a:lnTo>
                  <a:pt x="1459354" y="1320689"/>
                </a:lnTo>
                <a:lnTo>
                  <a:pt x="1466412" y="1278446"/>
                </a:lnTo>
                <a:lnTo>
                  <a:pt x="1473775" y="1236259"/>
                </a:lnTo>
                <a:lnTo>
                  <a:pt x="1481366" y="1194102"/>
                </a:lnTo>
                <a:lnTo>
                  <a:pt x="1490196" y="1152201"/>
                </a:lnTo>
                <a:lnTo>
                  <a:pt x="1499406" y="1110377"/>
                </a:lnTo>
                <a:lnTo>
                  <a:pt x="1508627" y="1068562"/>
                </a:lnTo>
                <a:lnTo>
                  <a:pt x="1517837" y="1026738"/>
                </a:lnTo>
                <a:lnTo>
                  <a:pt x="1527058" y="984914"/>
                </a:lnTo>
                <a:lnTo>
                  <a:pt x="1536268" y="943089"/>
                </a:lnTo>
                <a:lnTo>
                  <a:pt x="1545479" y="901265"/>
                </a:lnTo>
                <a:lnTo>
                  <a:pt x="1554699" y="859441"/>
                </a:lnTo>
                <a:lnTo>
                  <a:pt x="1563910" y="817616"/>
                </a:lnTo>
                <a:lnTo>
                  <a:pt x="1573130" y="775792"/>
                </a:lnTo>
                <a:lnTo>
                  <a:pt x="1582341" y="733968"/>
                </a:lnTo>
                <a:lnTo>
                  <a:pt x="1591551" y="692144"/>
                </a:lnTo>
                <a:lnTo>
                  <a:pt x="1600772" y="650319"/>
                </a:lnTo>
                <a:lnTo>
                  <a:pt x="1609982" y="608495"/>
                </a:lnTo>
                <a:lnTo>
                  <a:pt x="1619202" y="566671"/>
                </a:lnTo>
                <a:lnTo>
                  <a:pt x="1628413" y="524847"/>
                </a:lnTo>
                <a:lnTo>
                  <a:pt x="1637624" y="483022"/>
                </a:lnTo>
                <a:lnTo>
                  <a:pt x="1646844" y="441198"/>
                </a:lnTo>
                <a:lnTo>
                  <a:pt x="1656055" y="399374"/>
                </a:lnTo>
                <a:lnTo>
                  <a:pt x="1665265" y="357549"/>
                </a:lnTo>
                <a:lnTo>
                  <a:pt x="1674485" y="315725"/>
                </a:lnTo>
                <a:lnTo>
                  <a:pt x="1683696" y="273901"/>
                </a:lnTo>
                <a:lnTo>
                  <a:pt x="1692916" y="232077"/>
                </a:lnTo>
                <a:lnTo>
                  <a:pt x="1702127" y="190252"/>
                </a:lnTo>
                <a:lnTo>
                  <a:pt x="1711338" y="148428"/>
                </a:lnTo>
                <a:lnTo>
                  <a:pt x="1720558" y="106604"/>
                </a:lnTo>
                <a:lnTo>
                  <a:pt x="1729769" y="64780"/>
                </a:lnTo>
                <a:lnTo>
                  <a:pt x="1733550" y="22365"/>
                </a:lnTo>
                <a:lnTo>
                  <a:pt x="1713090" y="0"/>
                </a:lnTo>
                <a:lnTo>
                  <a:pt x="1670256" y="0"/>
                </a:lnTo>
                <a:lnTo>
                  <a:pt x="1627432" y="0"/>
                </a:lnTo>
                <a:lnTo>
                  <a:pt x="1584608" y="0"/>
                </a:lnTo>
                <a:lnTo>
                  <a:pt x="1541774" y="0"/>
                </a:lnTo>
                <a:lnTo>
                  <a:pt x="1498949" y="0"/>
                </a:lnTo>
                <a:lnTo>
                  <a:pt x="1456125" y="0"/>
                </a:lnTo>
                <a:lnTo>
                  <a:pt x="1413291" y="0"/>
                </a:lnTo>
                <a:lnTo>
                  <a:pt x="1370467" y="0"/>
                </a:lnTo>
                <a:lnTo>
                  <a:pt x="1327642" y="0"/>
                </a:lnTo>
                <a:lnTo>
                  <a:pt x="1284818" y="0"/>
                </a:lnTo>
                <a:lnTo>
                  <a:pt x="1241984" y="0"/>
                </a:lnTo>
                <a:lnTo>
                  <a:pt x="1199159" y="0"/>
                </a:lnTo>
                <a:lnTo>
                  <a:pt x="1156335" y="0"/>
                </a:lnTo>
                <a:lnTo>
                  <a:pt x="1113501" y="0"/>
                </a:lnTo>
                <a:lnTo>
                  <a:pt x="1070677" y="0"/>
                </a:lnTo>
                <a:lnTo>
                  <a:pt x="1027852" y="0"/>
                </a:lnTo>
                <a:lnTo>
                  <a:pt x="985028" y="0"/>
                </a:lnTo>
                <a:lnTo>
                  <a:pt x="942194" y="0"/>
                </a:lnTo>
                <a:lnTo>
                  <a:pt x="899370" y="0"/>
                </a:lnTo>
                <a:lnTo>
                  <a:pt x="856545" y="0"/>
                </a:lnTo>
                <a:lnTo>
                  <a:pt x="813711" y="0"/>
                </a:lnTo>
                <a:lnTo>
                  <a:pt x="770887" y="0"/>
                </a:lnTo>
                <a:lnTo>
                  <a:pt x="728062" y="0"/>
                </a:lnTo>
                <a:lnTo>
                  <a:pt x="685238" y="0"/>
                </a:lnTo>
                <a:lnTo>
                  <a:pt x="642404" y="0"/>
                </a:lnTo>
                <a:lnTo>
                  <a:pt x="599580" y="0"/>
                </a:lnTo>
                <a:lnTo>
                  <a:pt x="556755" y="0"/>
                </a:lnTo>
                <a:lnTo>
                  <a:pt x="513921" y="0"/>
                </a:lnTo>
                <a:lnTo>
                  <a:pt x="471097" y="0"/>
                </a:lnTo>
                <a:lnTo>
                  <a:pt x="428273" y="0"/>
                </a:lnTo>
                <a:lnTo>
                  <a:pt x="385448" y="0"/>
                </a:lnTo>
                <a:lnTo>
                  <a:pt x="342614" y="0"/>
                </a:lnTo>
                <a:lnTo>
                  <a:pt x="299790" y="0"/>
                </a:lnTo>
                <a:lnTo>
                  <a:pt x="256965" y="0"/>
                </a:lnTo>
                <a:lnTo>
                  <a:pt x="214132" y="0"/>
                </a:lnTo>
                <a:lnTo>
                  <a:pt x="171307" y="0"/>
                </a:lnTo>
                <a:lnTo>
                  <a:pt x="128483" y="0"/>
                </a:lnTo>
                <a:lnTo>
                  <a:pt x="85658" y="0"/>
                </a:lnTo>
                <a:lnTo>
                  <a:pt x="42824" y="0"/>
                </a:lnTo>
                <a:lnTo>
                  <a:pt x="0" y="0"/>
                </a:lnTo>
                <a:close/>
              </a:path>
            </a:pathLst>
          </a:custGeom>
          <a:gradFill xmlns:a="http://schemas.openxmlformats.org/drawingml/2006/main">
            <a:gsLst>
              <a:gs pos="0">
                <a:srgbClr val="000000"/>
              </a:gs>
              <a:gs pos="42">
                <a:srgbClr val="B8D8F2">
                  <a:alpha val="16000"/>
                </a:srgbClr>
              </a:gs>
              <a:gs pos="76">
                <a:srgbClr val="8FC4EE">
                  <a:alpha val="32000"/>
                </a:srgbClr>
              </a:gs>
              <a:gs pos="100">
                <a:srgbClr val="72B3E8">
                  <a:alpha val="52000"/>
                </a:srgbClr>
              </a:gs>
            </a:gsLst>
            <a:lin ang="10800000"/>
          </a:gradFill>
          <a:ln xmlns:a="http://schemas.openxmlformats.org/drawingml/2006/main" w="9525">
            <a:noFill/>
            <a:prstDash val="solid"/>
          </a:ln>
        </p:spPr>
      </p:sp>
      <p:sp>
        <p:nvSpPr>
          <p:cNvPr id="40" name="phase-label-0">
            <a:extLst xmlns:a="http://schemas.openxmlformats.org/drawingml/2006/main">
              <a:ext uri="{FF2B5EF4-FFF2-40B4-BE49-F238E27FC236}">
                <a16:creationId xmlns:a16="http://schemas.microsoft.com/office/drawing/2014/main" id="{DE1AB07C-0D35-4F19-B5FA-944EE97D4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1638300"/>
            <a:ext cx="228600" cy="205099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阶段一</a:t>
            </a:r>
          </a:p>
        </p:txBody>
      </p:sp>
      <p:sp>
        <p:nvSpPr>
          <p:cNvPr id="41" name="phase-label-1">
            <a:extLst xmlns:a="http://schemas.openxmlformats.org/drawingml/2006/main">
              <a:ext uri="{FF2B5EF4-FFF2-40B4-BE49-F238E27FC236}">
                <a16:creationId xmlns:a16="http://schemas.microsoft.com/office/drawing/2014/main" id="{4DB93D3B-CF86-4B9C-921A-48C70F729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3689299"/>
            <a:ext cx="228600" cy="25208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阶段二</a:t>
            </a:r>
          </a:p>
        </p:txBody>
      </p:sp>
      <p:sp>
        <p:nvSpPr>
          <p:cNvPr id="42" name="funnel-step-title-0">
            <a:extLst xmlns:a="http://schemas.openxmlformats.org/drawingml/2006/main">
              <a:ext uri="{FF2B5EF4-FFF2-40B4-BE49-F238E27FC236}">
                <a16:creationId xmlns:a16="http://schemas.microsoft.com/office/drawing/2014/main" id="{10FECFC6-8ED4-4F97-B13B-E90FBA95E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528117" y="2944711"/>
            <a:ext cx="2183016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3600"/>
              </a:lnSpc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广泛触达</a:t>
            </a:r>
          </a:p>
        </p:txBody>
      </p:sp>
      <p:sp>
        <p:nvSpPr>
          <p:cNvPr id="43" name="funnel-step-title-1">
            <a:extLst xmlns:a="http://schemas.openxmlformats.org/drawingml/2006/main">
              <a:ext uri="{FF2B5EF4-FFF2-40B4-BE49-F238E27FC236}">
                <a16:creationId xmlns:a16="http://schemas.microsoft.com/office/drawing/2014/main" id="{3DA77CB4-1773-4865-BB57-8E8D8C0C8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10165" y="4157663"/>
            <a:ext cx="141893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3600"/>
              </a:lnSpc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兴趣识别</a:t>
            </a:r>
          </a:p>
        </p:txBody>
      </p:sp>
      <p:sp>
        <p:nvSpPr>
          <p:cNvPr id="44" name="funnel-step-title-2">
            <a:extLst xmlns:a="http://schemas.openxmlformats.org/drawingml/2006/main">
              <a:ext uri="{FF2B5EF4-FFF2-40B4-BE49-F238E27FC236}">
                <a16:creationId xmlns:a16="http://schemas.microsoft.com/office/drawing/2014/main" id="{0DDCC2A6-4E5D-4FC8-8F6B-B3BFF4078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200525" y="5370462"/>
            <a:ext cx="8382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意向培育</a:t>
            </a:r>
          </a:p>
        </p:txBody>
      </p:sp>
      <p:sp>
        <p:nvSpPr>
          <p:cNvPr id="45" name="input-core-0">
            <a:extLst xmlns:a="http://schemas.openxmlformats.org/drawingml/2006/main">
              <a:ext uri="{FF2B5EF4-FFF2-40B4-BE49-F238E27FC236}">
                <a16:creationId xmlns:a16="http://schemas.microsoft.com/office/drawing/2014/main" id="{2D75B71D-03AC-4AE1-A43A-991AC9159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62275" y="194310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23"/>
          <a:fontRef xmlns:a="http://schemas.openxmlformats.org/drawingml/2006/main" idx="major"/>
        </p:style>
      </p:sp>
      <p:pic>
        <p:nvPicPr>
          <p:cNvPr id="10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d99ddbc261748df">
            <a:extLst>
              <a:ext uri="{96DAC541-7B7A-43D3-8B79-37D633B846F1}">
                <asvg:svgBlip xmlns:asvg="http://schemas.microsoft.com/office/drawing/2016/SVG/main" r:embed="R9d4657530ae34baa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3057525" y="2038350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47" name="input-core-1">
            <a:extLst xmlns:a="http://schemas.openxmlformats.org/drawingml/2006/main">
              <a:ext uri="{FF2B5EF4-FFF2-40B4-BE49-F238E27FC236}">
                <a16:creationId xmlns:a16="http://schemas.microsoft.com/office/drawing/2014/main" id="{93C152E3-7715-4E6C-B739-37F179E99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562350" y="1762125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23"/>
          <a:fontRef xmlns:a="http://schemas.openxmlformats.org/drawingml/2006/main" idx="major"/>
        </p:style>
      </p:sp>
      <p:pic>
        <p:nvPicPr>
          <p:cNvPr id="10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3e115c4184b43e7">
            <a:extLst>
              <a:ext uri="{96DAC541-7B7A-43D3-8B79-37D633B846F1}">
                <asvg:svgBlip xmlns:asvg="http://schemas.microsoft.com/office/drawing/2016/SVG/main" r:embed="R21d5f054ea0e4e4d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3657600" y="1857375"/>
            <a:ext cx="209550" cy="209550"/>
          </a:xfrm>
          <a:prstGeom xmlns:a="http://schemas.openxmlformats.org/drawingml/2006/main" prst="rect">
            <a:avLst/>
          </a:prstGeom>
        </p:spPr>
      </p:pic>
      <p:sp>
        <p:nvSpPr>
          <p:cNvPr id="49" name="input-core-2">
            <a:extLst xmlns:a="http://schemas.openxmlformats.org/drawingml/2006/main">
              <a:ext uri="{FF2B5EF4-FFF2-40B4-BE49-F238E27FC236}">
                <a16:creationId xmlns:a16="http://schemas.microsoft.com/office/drawing/2014/main" id="{C47922C8-ED6D-42FB-B19C-9E72855C9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105275" y="162877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23"/>
          <a:fontRef xmlns:a="http://schemas.openxmlformats.org/drawingml/2006/main" idx="major"/>
        </p:style>
      </p:sp>
      <p:pic>
        <p:nvPicPr>
          <p:cNvPr id="10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9d517b354634262">
            <a:extLst>
              <a:ext uri="{96DAC541-7B7A-43D3-8B79-37D633B846F1}">
                <asvg:svgBlip xmlns:asvg="http://schemas.microsoft.com/office/drawing/2016/SVG/main" r:embed="R091b54a7c6834bc2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4200525" y="1724025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51" name="input-core-3">
            <a:extLst xmlns:a="http://schemas.openxmlformats.org/drawingml/2006/main">
              <a:ext uri="{FF2B5EF4-FFF2-40B4-BE49-F238E27FC236}">
                <a16:creationId xmlns:a16="http://schemas.microsoft.com/office/drawing/2014/main" id="{506F456B-E937-4FFB-B8F4-04C3A0E9F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705350" y="1704975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23"/>
          <a:fontRef xmlns:a="http://schemas.openxmlformats.org/drawingml/2006/main" idx="major"/>
        </p:style>
      </p:sp>
      <p:pic>
        <p:nvPicPr>
          <p:cNvPr id="10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de2b6313913485b">
            <a:extLst>
              <a:ext uri="{96DAC541-7B7A-43D3-8B79-37D633B846F1}">
                <asvg:svgBlip xmlns:asvg="http://schemas.microsoft.com/office/drawing/2016/SVG/main" r:embed="R4980072588b74940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4800600" y="1800225"/>
            <a:ext cx="209550" cy="209550"/>
          </a:xfrm>
          <a:prstGeom xmlns:a="http://schemas.openxmlformats.org/drawingml/2006/main" prst="rect">
            <a:avLst/>
          </a:prstGeom>
        </p:spPr>
      </p:pic>
      <p:sp>
        <p:nvSpPr>
          <p:cNvPr id="53" name="input-core-4">
            <a:extLst xmlns:a="http://schemas.openxmlformats.org/drawingml/2006/main">
              <a:ext uri="{FF2B5EF4-FFF2-40B4-BE49-F238E27FC236}">
                <a16:creationId xmlns:a16="http://schemas.microsoft.com/office/drawing/2014/main" id="{D8614174-017B-4522-8061-77D2CA6C0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48275" y="18097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23"/>
          <a:fontRef xmlns:a="http://schemas.openxmlformats.org/drawingml/2006/main" idx="major"/>
        </p:style>
      </p:sp>
      <p:pic>
        <p:nvPicPr>
          <p:cNvPr id="1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26759b276fe4a33">
            <a:extLst>
              <a:ext uri="{96DAC541-7B7A-43D3-8B79-37D633B846F1}">
                <asvg:svgBlip xmlns:asvg="http://schemas.microsoft.com/office/drawing/2016/SVG/main" r:embed="R8e052b362aa54ba3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5343525" y="1905000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55" name="input-core-5">
            <a:extLst xmlns:a="http://schemas.openxmlformats.org/drawingml/2006/main">
              <a:ext uri="{FF2B5EF4-FFF2-40B4-BE49-F238E27FC236}">
                <a16:creationId xmlns:a16="http://schemas.microsoft.com/office/drawing/2014/main" id="{DFE72A6F-FFF0-48B8-8963-8B39C9CD9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848350" y="1952625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23"/>
          <a:fontRef xmlns:a="http://schemas.openxmlformats.org/drawingml/2006/main" idx="major"/>
        </p:style>
      </p:sp>
      <p:pic>
        <p:nvPicPr>
          <p:cNvPr id="1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682bd08e8c141b7">
            <a:extLst>
              <a:ext uri="{96DAC541-7B7A-43D3-8B79-37D633B846F1}">
                <asvg:svgBlip xmlns:asvg="http://schemas.microsoft.com/office/drawing/2016/SVG/main" r:embed="R8f3077b5efb14144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5943600" y="2047875"/>
            <a:ext cx="209550" cy="2095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4533908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9" name="phase-band-0">
            <a:extLst xmlns:a="http://schemas.openxmlformats.org/drawingml/2006/main">
              <a:ext uri="{FF2B5EF4-FFF2-40B4-BE49-F238E27FC236}">
                <a16:creationId xmlns:a16="http://schemas.microsoft.com/office/drawing/2014/main" id="{67CA8112-7034-47E7-AD92-03C276E7E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1638300"/>
            <a:ext cx="11144250" cy="205099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phase-band-1">
            <a:extLst xmlns:a="http://schemas.openxmlformats.org/drawingml/2006/main">
              <a:ext uri="{FF2B5EF4-FFF2-40B4-BE49-F238E27FC236}">
                <a16:creationId xmlns:a16="http://schemas.microsoft.com/office/drawing/2014/main" id="{6968300A-DDB5-47A1-8B19-2BEA2E1D5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3689299"/>
            <a:ext cx="11144250" cy="25208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38100">
            <a:solidFill>
              <a:srgbClr val="FFFFFF"/>
            </a:solidFill>
            <a:prstDash val="solid"/>
          </a:ln>
        </p:spPr>
      </p:sp>
      <p:sp>
        <p:nvSpPr>
          <p:cNvPr id="3" name="phase-rail-0">
            <a:extLst xmlns:a="http://schemas.openxmlformats.org/drawingml/2006/main">
              <a:ext uri="{FF2B5EF4-FFF2-40B4-BE49-F238E27FC236}">
                <a16:creationId xmlns:a16="http://schemas.microsoft.com/office/drawing/2014/main" id="{45D8E112-497E-40F2-A3F3-DD62AAE8C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1638300"/>
            <a:ext cx="514350" cy="2046494"/>
          </a:xfrm>
          <a:custGeom xmlns:a="http://schemas.openxmlformats.org/drawingml/2006/main">
            <a:pathLst>
              <a:path w="514350" h="2046494">
                <a:moveTo>
                  <a:pt x="0" y="0"/>
                </a:moveTo>
                <a:lnTo>
                  <a:pt x="20498" y="0"/>
                </a:lnTo>
                <a:lnTo>
                  <a:pt x="40996" y="0"/>
                </a:lnTo>
                <a:lnTo>
                  <a:pt x="61493" y="0"/>
                </a:lnTo>
                <a:lnTo>
                  <a:pt x="81982" y="0"/>
                </a:lnTo>
                <a:lnTo>
                  <a:pt x="102479" y="0"/>
                </a:lnTo>
                <a:lnTo>
                  <a:pt x="122977" y="0"/>
                </a:lnTo>
                <a:lnTo>
                  <a:pt x="143475" y="0"/>
                </a:lnTo>
                <a:lnTo>
                  <a:pt x="163973" y="0"/>
                </a:lnTo>
                <a:lnTo>
                  <a:pt x="184471" y="0"/>
                </a:lnTo>
                <a:lnTo>
                  <a:pt x="204959" y="0"/>
                </a:lnTo>
                <a:lnTo>
                  <a:pt x="225457" y="0"/>
                </a:lnTo>
                <a:lnTo>
                  <a:pt x="245955" y="0"/>
                </a:lnTo>
                <a:lnTo>
                  <a:pt x="266452" y="0"/>
                </a:lnTo>
                <a:lnTo>
                  <a:pt x="286950" y="0"/>
                </a:lnTo>
                <a:lnTo>
                  <a:pt x="307448" y="0"/>
                </a:lnTo>
                <a:lnTo>
                  <a:pt x="327936" y="0"/>
                </a:lnTo>
                <a:lnTo>
                  <a:pt x="348434" y="0"/>
                </a:lnTo>
                <a:lnTo>
                  <a:pt x="368932" y="0"/>
                </a:lnTo>
                <a:lnTo>
                  <a:pt x="389430" y="0"/>
                </a:lnTo>
                <a:lnTo>
                  <a:pt x="409927" y="0"/>
                </a:lnTo>
                <a:lnTo>
                  <a:pt x="430425" y="0"/>
                </a:lnTo>
                <a:lnTo>
                  <a:pt x="450914" y="0"/>
                </a:lnTo>
                <a:lnTo>
                  <a:pt x="471411" y="0"/>
                </a:lnTo>
                <a:lnTo>
                  <a:pt x="491909" y="0"/>
                </a:lnTo>
                <a:lnTo>
                  <a:pt x="512407" y="0"/>
                </a:lnTo>
                <a:lnTo>
                  <a:pt x="514350" y="18555"/>
                </a:lnTo>
                <a:lnTo>
                  <a:pt x="514350" y="39043"/>
                </a:lnTo>
                <a:lnTo>
                  <a:pt x="514350" y="59541"/>
                </a:lnTo>
                <a:lnTo>
                  <a:pt x="514350" y="80039"/>
                </a:lnTo>
                <a:lnTo>
                  <a:pt x="514350" y="100536"/>
                </a:lnTo>
                <a:lnTo>
                  <a:pt x="514350" y="121034"/>
                </a:lnTo>
                <a:lnTo>
                  <a:pt x="514350" y="141522"/>
                </a:lnTo>
                <a:lnTo>
                  <a:pt x="514350" y="162020"/>
                </a:lnTo>
                <a:lnTo>
                  <a:pt x="514350" y="182518"/>
                </a:lnTo>
                <a:lnTo>
                  <a:pt x="514350" y="203016"/>
                </a:lnTo>
                <a:lnTo>
                  <a:pt x="514350" y="223504"/>
                </a:lnTo>
                <a:lnTo>
                  <a:pt x="514350" y="244002"/>
                </a:lnTo>
                <a:lnTo>
                  <a:pt x="514350" y="264500"/>
                </a:lnTo>
                <a:lnTo>
                  <a:pt x="514350" y="284998"/>
                </a:lnTo>
                <a:lnTo>
                  <a:pt x="514350" y="305495"/>
                </a:lnTo>
                <a:lnTo>
                  <a:pt x="514350" y="325984"/>
                </a:lnTo>
                <a:lnTo>
                  <a:pt x="514350" y="346481"/>
                </a:lnTo>
                <a:lnTo>
                  <a:pt x="514350" y="366979"/>
                </a:lnTo>
                <a:lnTo>
                  <a:pt x="514350" y="387477"/>
                </a:lnTo>
                <a:lnTo>
                  <a:pt x="514350" y="407975"/>
                </a:lnTo>
                <a:lnTo>
                  <a:pt x="514350" y="428463"/>
                </a:lnTo>
                <a:lnTo>
                  <a:pt x="514350" y="448961"/>
                </a:lnTo>
                <a:lnTo>
                  <a:pt x="514350" y="469459"/>
                </a:lnTo>
                <a:lnTo>
                  <a:pt x="514350" y="489956"/>
                </a:lnTo>
                <a:lnTo>
                  <a:pt x="514350" y="510445"/>
                </a:lnTo>
                <a:lnTo>
                  <a:pt x="514350" y="530943"/>
                </a:lnTo>
                <a:lnTo>
                  <a:pt x="514350" y="551440"/>
                </a:lnTo>
                <a:lnTo>
                  <a:pt x="514350" y="571938"/>
                </a:lnTo>
                <a:lnTo>
                  <a:pt x="514350" y="592436"/>
                </a:lnTo>
                <a:lnTo>
                  <a:pt x="514350" y="612924"/>
                </a:lnTo>
                <a:lnTo>
                  <a:pt x="514350" y="633422"/>
                </a:lnTo>
                <a:lnTo>
                  <a:pt x="514350" y="653920"/>
                </a:lnTo>
                <a:lnTo>
                  <a:pt x="514350" y="674418"/>
                </a:lnTo>
                <a:lnTo>
                  <a:pt x="514350" y="694915"/>
                </a:lnTo>
                <a:lnTo>
                  <a:pt x="514350" y="715404"/>
                </a:lnTo>
                <a:lnTo>
                  <a:pt x="514350" y="735902"/>
                </a:lnTo>
                <a:lnTo>
                  <a:pt x="514350" y="756399"/>
                </a:lnTo>
                <a:lnTo>
                  <a:pt x="514350" y="776897"/>
                </a:lnTo>
                <a:lnTo>
                  <a:pt x="514350" y="797385"/>
                </a:lnTo>
                <a:lnTo>
                  <a:pt x="514350" y="817883"/>
                </a:lnTo>
                <a:lnTo>
                  <a:pt x="514350" y="838381"/>
                </a:lnTo>
                <a:lnTo>
                  <a:pt x="514350" y="858879"/>
                </a:lnTo>
                <a:lnTo>
                  <a:pt x="514350" y="879377"/>
                </a:lnTo>
                <a:lnTo>
                  <a:pt x="514350" y="899865"/>
                </a:lnTo>
                <a:lnTo>
                  <a:pt x="514350" y="920363"/>
                </a:lnTo>
                <a:lnTo>
                  <a:pt x="514350" y="940860"/>
                </a:lnTo>
                <a:lnTo>
                  <a:pt x="514350" y="961358"/>
                </a:lnTo>
                <a:lnTo>
                  <a:pt x="514350" y="981847"/>
                </a:lnTo>
                <a:lnTo>
                  <a:pt x="514350" y="1002344"/>
                </a:lnTo>
                <a:lnTo>
                  <a:pt x="514350" y="1022842"/>
                </a:lnTo>
                <a:lnTo>
                  <a:pt x="514350" y="1043340"/>
                </a:lnTo>
                <a:lnTo>
                  <a:pt x="514350" y="1063838"/>
                </a:lnTo>
                <a:lnTo>
                  <a:pt x="514350" y="1084326"/>
                </a:lnTo>
                <a:lnTo>
                  <a:pt x="514350" y="1104824"/>
                </a:lnTo>
                <a:lnTo>
                  <a:pt x="514350" y="1125322"/>
                </a:lnTo>
                <a:lnTo>
                  <a:pt x="514350" y="1145819"/>
                </a:lnTo>
                <a:lnTo>
                  <a:pt x="514350" y="1166317"/>
                </a:lnTo>
                <a:lnTo>
                  <a:pt x="514350" y="1186805"/>
                </a:lnTo>
                <a:lnTo>
                  <a:pt x="514350" y="1207303"/>
                </a:lnTo>
                <a:lnTo>
                  <a:pt x="514350" y="1227801"/>
                </a:lnTo>
                <a:lnTo>
                  <a:pt x="514350" y="1248299"/>
                </a:lnTo>
                <a:lnTo>
                  <a:pt x="514350" y="1268787"/>
                </a:lnTo>
                <a:lnTo>
                  <a:pt x="514350" y="1289285"/>
                </a:lnTo>
                <a:lnTo>
                  <a:pt x="514350" y="1309783"/>
                </a:lnTo>
                <a:lnTo>
                  <a:pt x="514350" y="1330281"/>
                </a:lnTo>
                <a:lnTo>
                  <a:pt x="514350" y="1350778"/>
                </a:lnTo>
                <a:lnTo>
                  <a:pt x="514350" y="1371267"/>
                </a:lnTo>
                <a:lnTo>
                  <a:pt x="514350" y="1391764"/>
                </a:lnTo>
                <a:lnTo>
                  <a:pt x="514350" y="1412262"/>
                </a:lnTo>
                <a:lnTo>
                  <a:pt x="514350" y="1432760"/>
                </a:lnTo>
                <a:lnTo>
                  <a:pt x="514350" y="1453248"/>
                </a:lnTo>
                <a:lnTo>
                  <a:pt x="514350" y="1473746"/>
                </a:lnTo>
                <a:lnTo>
                  <a:pt x="514350" y="1494244"/>
                </a:lnTo>
                <a:lnTo>
                  <a:pt x="514350" y="1514742"/>
                </a:lnTo>
                <a:lnTo>
                  <a:pt x="514350" y="1535240"/>
                </a:lnTo>
                <a:lnTo>
                  <a:pt x="514350" y="1555728"/>
                </a:lnTo>
                <a:lnTo>
                  <a:pt x="514350" y="1576226"/>
                </a:lnTo>
                <a:lnTo>
                  <a:pt x="514350" y="1596723"/>
                </a:lnTo>
                <a:lnTo>
                  <a:pt x="514350" y="1617221"/>
                </a:lnTo>
                <a:lnTo>
                  <a:pt x="514350" y="1637719"/>
                </a:lnTo>
                <a:lnTo>
                  <a:pt x="514350" y="1658207"/>
                </a:lnTo>
                <a:lnTo>
                  <a:pt x="514350" y="1678705"/>
                </a:lnTo>
                <a:lnTo>
                  <a:pt x="514350" y="1699203"/>
                </a:lnTo>
                <a:lnTo>
                  <a:pt x="514350" y="1719701"/>
                </a:lnTo>
                <a:lnTo>
                  <a:pt x="514350" y="1740189"/>
                </a:lnTo>
                <a:lnTo>
                  <a:pt x="514350" y="1760687"/>
                </a:lnTo>
                <a:lnTo>
                  <a:pt x="514350" y="1781185"/>
                </a:lnTo>
                <a:lnTo>
                  <a:pt x="514350" y="1801682"/>
                </a:lnTo>
                <a:lnTo>
                  <a:pt x="514350" y="1822180"/>
                </a:lnTo>
                <a:lnTo>
                  <a:pt x="514350" y="1842668"/>
                </a:lnTo>
                <a:lnTo>
                  <a:pt x="514350" y="1863166"/>
                </a:lnTo>
                <a:lnTo>
                  <a:pt x="514350" y="1883664"/>
                </a:lnTo>
                <a:lnTo>
                  <a:pt x="514350" y="1904162"/>
                </a:lnTo>
                <a:lnTo>
                  <a:pt x="499901" y="1916154"/>
                </a:lnTo>
                <a:lnTo>
                  <a:pt x="481984" y="1926107"/>
                </a:lnTo>
                <a:lnTo>
                  <a:pt x="464068" y="1936061"/>
                </a:lnTo>
                <a:lnTo>
                  <a:pt x="446151" y="1946015"/>
                </a:lnTo>
                <a:lnTo>
                  <a:pt x="428234" y="1955968"/>
                </a:lnTo>
                <a:lnTo>
                  <a:pt x="410318" y="1965922"/>
                </a:lnTo>
                <a:lnTo>
                  <a:pt x="392401" y="1975876"/>
                </a:lnTo>
                <a:lnTo>
                  <a:pt x="374485" y="1985829"/>
                </a:lnTo>
                <a:lnTo>
                  <a:pt x="356568" y="1995783"/>
                </a:lnTo>
                <a:lnTo>
                  <a:pt x="338652" y="2005736"/>
                </a:lnTo>
                <a:lnTo>
                  <a:pt x="320735" y="2015690"/>
                </a:lnTo>
                <a:lnTo>
                  <a:pt x="302819" y="2025644"/>
                </a:lnTo>
                <a:lnTo>
                  <a:pt x="284902" y="2035597"/>
                </a:lnTo>
                <a:lnTo>
                  <a:pt x="266986" y="2045551"/>
                </a:lnTo>
                <a:lnTo>
                  <a:pt x="249069" y="2046494"/>
                </a:lnTo>
                <a:lnTo>
                  <a:pt x="231153" y="2036540"/>
                </a:lnTo>
                <a:lnTo>
                  <a:pt x="213236" y="2026587"/>
                </a:lnTo>
                <a:lnTo>
                  <a:pt x="195320" y="2016633"/>
                </a:lnTo>
                <a:lnTo>
                  <a:pt x="177403" y="2006679"/>
                </a:lnTo>
                <a:lnTo>
                  <a:pt x="159477" y="1996726"/>
                </a:lnTo>
                <a:lnTo>
                  <a:pt x="141561" y="1986772"/>
                </a:lnTo>
                <a:lnTo>
                  <a:pt x="123644" y="1976819"/>
                </a:lnTo>
                <a:lnTo>
                  <a:pt x="105728" y="1966865"/>
                </a:lnTo>
                <a:lnTo>
                  <a:pt x="87811" y="1956911"/>
                </a:lnTo>
                <a:lnTo>
                  <a:pt x="69894" y="1946958"/>
                </a:lnTo>
                <a:lnTo>
                  <a:pt x="51978" y="1937004"/>
                </a:lnTo>
                <a:lnTo>
                  <a:pt x="34061" y="1927050"/>
                </a:lnTo>
                <a:lnTo>
                  <a:pt x="16145" y="1917097"/>
                </a:lnTo>
                <a:lnTo>
                  <a:pt x="0" y="1906105"/>
                </a:lnTo>
                <a:lnTo>
                  <a:pt x="0" y="1885607"/>
                </a:lnTo>
                <a:lnTo>
                  <a:pt x="0" y="1865109"/>
                </a:lnTo>
                <a:lnTo>
                  <a:pt x="0" y="1844612"/>
                </a:lnTo>
                <a:lnTo>
                  <a:pt x="0" y="1824123"/>
                </a:lnTo>
                <a:lnTo>
                  <a:pt x="0" y="1803625"/>
                </a:lnTo>
                <a:lnTo>
                  <a:pt x="0" y="1783128"/>
                </a:lnTo>
                <a:lnTo>
                  <a:pt x="0" y="1762630"/>
                </a:lnTo>
                <a:lnTo>
                  <a:pt x="0" y="1742142"/>
                </a:lnTo>
                <a:lnTo>
                  <a:pt x="0" y="1721644"/>
                </a:lnTo>
                <a:lnTo>
                  <a:pt x="0" y="1701146"/>
                </a:lnTo>
                <a:lnTo>
                  <a:pt x="0" y="1680648"/>
                </a:lnTo>
                <a:lnTo>
                  <a:pt x="0" y="1660150"/>
                </a:lnTo>
                <a:lnTo>
                  <a:pt x="0" y="1639662"/>
                </a:lnTo>
                <a:lnTo>
                  <a:pt x="0" y="1619164"/>
                </a:lnTo>
                <a:lnTo>
                  <a:pt x="0" y="1598666"/>
                </a:lnTo>
                <a:lnTo>
                  <a:pt x="0" y="1578169"/>
                </a:lnTo>
                <a:lnTo>
                  <a:pt x="0" y="1557680"/>
                </a:lnTo>
                <a:lnTo>
                  <a:pt x="0" y="1537183"/>
                </a:lnTo>
                <a:lnTo>
                  <a:pt x="0" y="1516685"/>
                </a:lnTo>
                <a:lnTo>
                  <a:pt x="0" y="1496187"/>
                </a:lnTo>
                <a:lnTo>
                  <a:pt x="0" y="1475689"/>
                </a:lnTo>
                <a:lnTo>
                  <a:pt x="0" y="1455201"/>
                </a:lnTo>
                <a:lnTo>
                  <a:pt x="0" y="1434703"/>
                </a:lnTo>
                <a:lnTo>
                  <a:pt x="0" y="1414205"/>
                </a:lnTo>
                <a:lnTo>
                  <a:pt x="0" y="1393708"/>
                </a:lnTo>
                <a:lnTo>
                  <a:pt x="0" y="1373210"/>
                </a:lnTo>
                <a:lnTo>
                  <a:pt x="0" y="1352721"/>
                </a:lnTo>
                <a:lnTo>
                  <a:pt x="0" y="1332224"/>
                </a:lnTo>
                <a:lnTo>
                  <a:pt x="0" y="1311726"/>
                </a:lnTo>
                <a:lnTo>
                  <a:pt x="0" y="1291228"/>
                </a:lnTo>
                <a:lnTo>
                  <a:pt x="0" y="1270740"/>
                </a:lnTo>
                <a:lnTo>
                  <a:pt x="0" y="1250242"/>
                </a:lnTo>
                <a:lnTo>
                  <a:pt x="0" y="1229744"/>
                </a:lnTo>
                <a:lnTo>
                  <a:pt x="0" y="1209246"/>
                </a:lnTo>
                <a:lnTo>
                  <a:pt x="0" y="1188749"/>
                </a:lnTo>
                <a:lnTo>
                  <a:pt x="0" y="1168260"/>
                </a:lnTo>
                <a:lnTo>
                  <a:pt x="0" y="1147763"/>
                </a:lnTo>
                <a:lnTo>
                  <a:pt x="0" y="1127265"/>
                </a:lnTo>
                <a:lnTo>
                  <a:pt x="0" y="1106767"/>
                </a:lnTo>
                <a:lnTo>
                  <a:pt x="0" y="1086279"/>
                </a:lnTo>
                <a:lnTo>
                  <a:pt x="0" y="1065781"/>
                </a:lnTo>
                <a:lnTo>
                  <a:pt x="0" y="1045283"/>
                </a:lnTo>
                <a:lnTo>
                  <a:pt x="0" y="1024785"/>
                </a:lnTo>
                <a:lnTo>
                  <a:pt x="0" y="1004287"/>
                </a:lnTo>
                <a:lnTo>
                  <a:pt x="0" y="983799"/>
                </a:lnTo>
                <a:lnTo>
                  <a:pt x="0" y="963301"/>
                </a:lnTo>
                <a:lnTo>
                  <a:pt x="0" y="942804"/>
                </a:lnTo>
                <a:lnTo>
                  <a:pt x="0" y="922306"/>
                </a:lnTo>
                <a:lnTo>
                  <a:pt x="0" y="901808"/>
                </a:lnTo>
                <a:lnTo>
                  <a:pt x="0" y="881320"/>
                </a:lnTo>
                <a:lnTo>
                  <a:pt x="0" y="860822"/>
                </a:lnTo>
                <a:lnTo>
                  <a:pt x="0" y="840324"/>
                </a:lnTo>
                <a:lnTo>
                  <a:pt x="0" y="819826"/>
                </a:lnTo>
                <a:lnTo>
                  <a:pt x="0" y="799338"/>
                </a:lnTo>
                <a:lnTo>
                  <a:pt x="0" y="778840"/>
                </a:lnTo>
                <a:lnTo>
                  <a:pt x="0" y="758342"/>
                </a:lnTo>
                <a:lnTo>
                  <a:pt x="0" y="737845"/>
                </a:lnTo>
                <a:lnTo>
                  <a:pt x="0" y="717347"/>
                </a:lnTo>
                <a:lnTo>
                  <a:pt x="0" y="696859"/>
                </a:lnTo>
                <a:lnTo>
                  <a:pt x="0" y="676361"/>
                </a:lnTo>
                <a:lnTo>
                  <a:pt x="0" y="655863"/>
                </a:lnTo>
                <a:lnTo>
                  <a:pt x="0" y="635365"/>
                </a:lnTo>
                <a:lnTo>
                  <a:pt x="0" y="614867"/>
                </a:lnTo>
                <a:lnTo>
                  <a:pt x="0" y="594379"/>
                </a:lnTo>
                <a:lnTo>
                  <a:pt x="0" y="573881"/>
                </a:lnTo>
                <a:lnTo>
                  <a:pt x="0" y="553383"/>
                </a:lnTo>
                <a:lnTo>
                  <a:pt x="0" y="532886"/>
                </a:lnTo>
                <a:lnTo>
                  <a:pt x="0" y="512397"/>
                </a:lnTo>
                <a:lnTo>
                  <a:pt x="0" y="491900"/>
                </a:lnTo>
                <a:lnTo>
                  <a:pt x="0" y="471402"/>
                </a:lnTo>
                <a:lnTo>
                  <a:pt x="0" y="450904"/>
                </a:lnTo>
                <a:lnTo>
                  <a:pt x="0" y="430406"/>
                </a:lnTo>
                <a:lnTo>
                  <a:pt x="0" y="409918"/>
                </a:lnTo>
                <a:lnTo>
                  <a:pt x="0" y="389420"/>
                </a:lnTo>
                <a:lnTo>
                  <a:pt x="0" y="368922"/>
                </a:lnTo>
                <a:lnTo>
                  <a:pt x="0" y="348425"/>
                </a:lnTo>
                <a:lnTo>
                  <a:pt x="0" y="327936"/>
                </a:lnTo>
                <a:lnTo>
                  <a:pt x="0" y="307438"/>
                </a:lnTo>
                <a:lnTo>
                  <a:pt x="0" y="286941"/>
                </a:lnTo>
                <a:lnTo>
                  <a:pt x="0" y="266443"/>
                </a:lnTo>
                <a:lnTo>
                  <a:pt x="0" y="245945"/>
                </a:lnTo>
                <a:lnTo>
                  <a:pt x="0" y="225457"/>
                </a:lnTo>
                <a:lnTo>
                  <a:pt x="0" y="204959"/>
                </a:lnTo>
                <a:lnTo>
                  <a:pt x="0" y="184461"/>
                </a:lnTo>
                <a:lnTo>
                  <a:pt x="0" y="163963"/>
                </a:lnTo>
                <a:lnTo>
                  <a:pt x="0" y="143466"/>
                </a:lnTo>
                <a:lnTo>
                  <a:pt x="0" y="122977"/>
                </a:lnTo>
                <a:lnTo>
                  <a:pt x="0" y="102479"/>
                </a:lnTo>
                <a:lnTo>
                  <a:pt x="0" y="81982"/>
                </a:lnTo>
                <a:lnTo>
                  <a:pt x="0" y="61484"/>
                </a:lnTo>
                <a:lnTo>
                  <a:pt x="0" y="40996"/>
                </a:lnTo>
                <a:lnTo>
                  <a:pt x="0" y="20498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4" name="phase-title-0">
            <a:extLst xmlns:a="http://schemas.openxmlformats.org/drawingml/2006/main">
              <a:ext uri="{FF2B5EF4-FFF2-40B4-BE49-F238E27FC236}">
                <a16:creationId xmlns:a16="http://schemas.microsoft.com/office/drawing/2014/main" id="{96E1B975-A27B-4338-AC3D-D54BD59CC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2192979"/>
            <a:ext cx="1428750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获取与识别</a:t>
            </a:r>
          </a:p>
        </p:txBody>
      </p:sp>
      <p:sp>
        <p:nvSpPr>
          <p:cNvPr id="5" name="phase-body-0">
            <a:extLst xmlns:a="http://schemas.openxmlformats.org/drawingml/2006/main">
              <a:ext uri="{FF2B5EF4-FFF2-40B4-BE49-F238E27FC236}">
                <a16:creationId xmlns:a16="http://schemas.microsoft.com/office/drawing/2014/main" id="{F4CE8326-DBBB-49F9-8AAB-4A1CF6B5B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2547195"/>
            <a:ext cx="1428750" cy="587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让目标对象进</a:t>
            </a:r>
          </a:p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入并形成意向</a:t>
            </a:r>
          </a:p>
        </p:txBody>
      </p:sp>
      <p:sp>
        <p:nvSpPr>
          <p:cNvPr id="6" name="action-icon-shell-0-0">
            <a:extLst xmlns:a="http://schemas.openxmlformats.org/drawingml/2006/main">
              <a:ext uri="{FF2B5EF4-FFF2-40B4-BE49-F238E27FC236}">
                <a16:creationId xmlns:a16="http://schemas.microsoft.com/office/drawing/2014/main" id="{2347E859-C1DC-422E-AAE9-24AB91B9C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2187473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6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f82cf4dc9b4445e">
            <a:extLst>
              <a:ext uri="{96DAC541-7B7A-43D3-8B79-37D633B846F1}">
                <asvg:svgBlip xmlns:asvg="http://schemas.microsoft.com/office/drawing/2016/SVG/main" r:embed="R03417773412c4f6f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2263673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8" name="action-title-0-0">
            <a:extLst xmlns:a="http://schemas.openxmlformats.org/drawingml/2006/main">
              <a:ext uri="{FF2B5EF4-FFF2-40B4-BE49-F238E27FC236}">
                <a16:creationId xmlns:a16="http://schemas.microsoft.com/office/drawing/2014/main" id="{53AEB61D-8FD3-46DB-AFE7-CE705B908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126456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标签体系</a:t>
            </a:r>
          </a:p>
        </p:txBody>
      </p:sp>
      <p:sp>
        <p:nvSpPr>
          <p:cNvPr id="9" name="action-body-0-0">
            <a:extLst xmlns:a="http://schemas.openxmlformats.org/drawingml/2006/main">
              <a:ext uri="{FF2B5EF4-FFF2-40B4-BE49-F238E27FC236}">
                <a16:creationId xmlns:a16="http://schemas.microsoft.com/office/drawing/2014/main" id="{91BACDC8-23F0-464F-82AE-21ABEDC29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355056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形成可识别对象</a:t>
            </a:r>
          </a:p>
        </p:txBody>
      </p:sp>
      <p:sp>
        <p:nvSpPr>
          <p:cNvPr id="10" name="action-icon-shell-0-1">
            <a:extLst xmlns:a="http://schemas.openxmlformats.org/drawingml/2006/main">
              <a:ext uri="{FF2B5EF4-FFF2-40B4-BE49-F238E27FC236}">
                <a16:creationId xmlns:a16="http://schemas.microsoft.com/office/drawing/2014/main" id="{119F500D-CA54-4ED0-B8C7-5BEA909ED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2187473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6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b6b9b02e04b4ae3">
            <a:extLst>
              <a:ext uri="{96DAC541-7B7A-43D3-8B79-37D633B846F1}">
                <asvg:svgBlip xmlns:asvg="http://schemas.microsoft.com/office/drawing/2016/SVG/main" r:embed="R4bc1388093de4c6a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2263673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12" name="action-title-0-1">
            <a:extLst xmlns:a="http://schemas.openxmlformats.org/drawingml/2006/main">
              <a:ext uri="{FF2B5EF4-FFF2-40B4-BE49-F238E27FC236}">
                <a16:creationId xmlns:a16="http://schemas.microsoft.com/office/drawing/2014/main" id="{038E9EE5-3552-44B7-865C-A91226E8A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126456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渠道连接</a:t>
            </a:r>
          </a:p>
        </p:txBody>
      </p:sp>
      <p:sp>
        <p:nvSpPr>
          <p:cNvPr id="13" name="action-body-0-1">
            <a:extLst xmlns:a="http://schemas.openxmlformats.org/drawingml/2006/main">
              <a:ext uri="{FF2B5EF4-FFF2-40B4-BE49-F238E27FC236}">
                <a16:creationId xmlns:a16="http://schemas.microsoft.com/office/drawing/2014/main" id="{2AF73755-1F1D-49DA-927D-A1693EC66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355056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连接主要触点</a:t>
            </a:r>
          </a:p>
        </p:txBody>
      </p:sp>
      <p:sp>
        <p:nvSpPr>
          <p:cNvPr id="14" name="action-icon-shell-0-2">
            <a:extLst xmlns:a="http://schemas.openxmlformats.org/drawingml/2006/main">
              <a:ext uri="{FF2B5EF4-FFF2-40B4-BE49-F238E27FC236}">
                <a16:creationId xmlns:a16="http://schemas.microsoft.com/office/drawing/2014/main" id="{6849FC4D-9BAC-4B9E-BEE6-60822C9F5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2797073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7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12fe35166324c87">
            <a:extLst>
              <a:ext uri="{96DAC541-7B7A-43D3-8B79-37D633B846F1}">
                <asvg:svgBlip xmlns:asvg="http://schemas.microsoft.com/office/drawing/2016/SVG/main" r:embed="R236452acaaa54cf4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2873273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16" name="action-title-0-2">
            <a:extLst xmlns:a="http://schemas.openxmlformats.org/drawingml/2006/main">
              <a:ext uri="{FF2B5EF4-FFF2-40B4-BE49-F238E27FC236}">
                <a16:creationId xmlns:a16="http://schemas.microsoft.com/office/drawing/2014/main" id="{38FF07C2-4348-4B57-98B3-1046D007E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736056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内容优化</a:t>
            </a:r>
          </a:p>
        </p:txBody>
      </p:sp>
      <p:sp>
        <p:nvSpPr>
          <p:cNvPr id="17" name="action-body-0-2">
            <a:extLst xmlns:a="http://schemas.openxmlformats.org/drawingml/2006/main">
              <a:ext uri="{FF2B5EF4-FFF2-40B4-BE49-F238E27FC236}">
                <a16:creationId xmlns:a16="http://schemas.microsoft.com/office/drawing/2014/main" id="{3C823483-7A2E-4E1D-83DA-560C35E77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964656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提高触达质量</a:t>
            </a:r>
          </a:p>
        </p:txBody>
      </p:sp>
      <p:sp>
        <p:nvSpPr>
          <p:cNvPr id="18" name="action-icon-shell-0-3">
            <a:extLst xmlns:a="http://schemas.openxmlformats.org/drawingml/2006/main">
              <a:ext uri="{FF2B5EF4-FFF2-40B4-BE49-F238E27FC236}">
                <a16:creationId xmlns:a16="http://schemas.microsoft.com/office/drawing/2014/main" id="{D95D3422-FBD9-4D33-911B-02CD6352F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2797073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7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f3b18a09ee0435d">
            <a:extLst>
              <a:ext uri="{96DAC541-7B7A-43D3-8B79-37D633B846F1}">
                <asvg:svgBlip xmlns:asvg="http://schemas.microsoft.com/office/drawing/2016/SVG/main" r:embed="R9525085f7045417a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2873273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20" name="action-title-0-3">
            <a:extLst xmlns:a="http://schemas.openxmlformats.org/drawingml/2006/main">
              <a:ext uri="{FF2B5EF4-FFF2-40B4-BE49-F238E27FC236}">
                <a16:creationId xmlns:a16="http://schemas.microsoft.com/office/drawing/2014/main" id="{6FCCCAB0-E81A-49C1-8594-1ADD7A727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736056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行为追踪</a:t>
            </a:r>
          </a:p>
        </p:txBody>
      </p:sp>
      <p:sp>
        <p:nvSpPr>
          <p:cNvPr id="21" name="action-body-0-3">
            <a:extLst xmlns:a="http://schemas.openxmlformats.org/drawingml/2006/main">
              <a:ext uri="{FF2B5EF4-FFF2-40B4-BE49-F238E27FC236}">
                <a16:creationId xmlns:a16="http://schemas.microsoft.com/office/drawing/2014/main" id="{8910923D-458B-4A17-9182-0C0870A40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964656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记录关键反馈</a:t>
            </a:r>
          </a:p>
        </p:txBody>
      </p:sp>
      <p:sp>
        <p:nvSpPr>
          <p:cNvPr id="22" name="phase-rail-1">
            <a:extLst xmlns:a="http://schemas.openxmlformats.org/drawingml/2006/main">
              <a:ext uri="{FF2B5EF4-FFF2-40B4-BE49-F238E27FC236}">
                <a16:creationId xmlns:a16="http://schemas.microsoft.com/office/drawing/2014/main" id="{F23FEAD8-CDFC-4356-B984-5B140628A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3689299"/>
            <a:ext cx="514350" cy="2519658"/>
          </a:xfrm>
          <a:custGeom xmlns:a="http://schemas.openxmlformats.org/drawingml/2006/main">
            <a:pathLst>
              <a:path w="514350" h="2519658">
                <a:moveTo>
                  <a:pt x="0" y="0"/>
                </a:moveTo>
                <a:lnTo>
                  <a:pt x="21612" y="12002"/>
                </a:lnTo>
                <a:lnTo>
                  <a:pt x="43215" y="24013"/>
                </a:lnTo>
                <a:lnTo>
                  <a:pt x="64827" y="36014"/>
                </a:lnTo>
                <a:lnTo>
                  <a:pt x="86439" y="48016"/>
                </a:lnTo>
                <a:lnTo>
                  <a:pt x="108052" y="60027"/>
                </a:lnTo>
                <a:lnTo>
                  <a:pt x="129654" y="72028"/>
                </a:lnTo>
                <a:lnTo>
                  <a:pt x="151267" y="84039"/>
                </a:lnTo>
                <a:lnTo>
                  <a:pt x="172879" y="96041"/>
                </a:lnTo>
                <a:lnTo>
                  <a:pt x="194491" y="108042"/>
                </a:lnTo>
                <a:lnTo>
                  <a:pt x="216094" y="120053"/>
                </a:lnTo>
                <a:lnTo>
                  <a:pt x="237706" y="132055"/>
                </a:lnTo>
                <a:lnTo>
                  <a:pt x="259318" y="141684"/>
                </a:lnTo>
                <a:lnTo>
                  <a:pt x="280930" y="129673"/>
                </a:lnTo>
                <a:lnTo>
                  <a:pt x="302533" y="117672"/>
                </a:lnTo>
                <a:lnTo>
                  <a:pt x="324145" y="105661"/>
                </a:lnTo>
                <a:lnTo>
                  <a:pt x="345758" y="93659"/>
                </a:lnTo>
                <a:lnTo>
                  <a:pt x="367360" y="81658"/>
                </a:lnTo>
                <a:lnTo>
                  <a:pt x="388972" y="69647"/>
                </a:lnTo>
                <a:lnTo>
                  <a:pt x="410585" y="57645"/>
                </a:lnTo>
                <a:lnTo>
                  <a:pt x="432197" y="45644"/>
                </a:lnTo>
                <a:lnTo>
                  <a:pt x="453800" y="33633"/>
                </a:lnTo>
                <a:lnTo>
                  <a:pt x="475412" y="21631"/>
                </a:lnTo>
                <a:lnTo>
                  <a:pt x="497024" y="9630"/>
                </a:lnTo>
                <a:lnTo>
                  <a:pt x="514350" y="4896"/>
                </a:lnTo>
                <a:lnTo>
                  <a:pt x="514350" y="29623"/>
                </a:lnTo>
                <a:lnTo>
                  <a:pt x="514350" y="54340"/>
                </a:lnTo>
                <a:lnTo>
                  <a:pt x="514350" y="79058"/>
                </a:lnTo>
                <a:lnTo>
                  <a:pt x="514350" y="103775"/>
                </a:lnTo>
                <a:lnTo>
                  <a:pt x="514350" y="128492"/>
                </a:lnTo>
                <a:lnTo>
                  <a:pt x="514350" y="153219"/>
                </a:lnTo>
                <a:lnTo>
                  <a:pt x="514350" y="177937"/>
                </a:lnTo>
                <a:lnTo>
                  <a:pt x="514350" y="202654"/>
                </a:lnTo>
                <a:lnTo>
                  <a:pt x="514350" y="227371"/>
                </a:lnTo>
                <a:lnTo>
                  <a:pt x="514350" y="252098"/>
                </a:lnTo>
                <a:lnTo>
                  <a:pt x="514350" y="276816"/>
                </a:lnTo>
                <a:lnTo>
                  <a:pt x="514350" y="301533"/>
                </a:lnTo>
                <a:lnTo>
                  <a:pt x="514350" y="326250"/>
                </a:lnTo>
                <a:lnTo>
                  <a:pt x="514350" y="350977"/>
                </a:lnTo>
                <a:lnTo>
                  <a:pt x="514350" y="375695"/>
                </a:lnTo>
                <a:lnTo>
                  <a:pt x="514350" y="400412"/>
                </a:lnTo>
                <a:lnTo>
                  <a:pt x="514350" y="425129"/>
                </a:lnTo>
                <a:lnTo>
                  <a:pt x="514350" y="449856"/>
                </a:lnTo>
                <a:lnTo>
                  <a:pt x="514350" y="474574"/>
                </a:lnTo>
                <a:lnTo>
                  <a:pt x="514350" y="499291"/>
                </a:lnTo>
                <a:lnTo>
                  <a:pt x="514350" y="524008"/>
                </a:lnTo>
                <a:lnTo>
                  <a:pt x="514350" y="548726"/>
                </a:lnTo>
                <a:lnTo>
                  <a:pt x="514350" y="573453"/>
                </a:lnTo>
                <a:lnTo>
                  <a:pt x="514350" y="598170"/>
                </a:lnTo>
                <a:lnTo>
                  <a:pt x="514350" y="622887"/>
                </a:lnTo>
                <a:lnTo>
                  <a:pt x="514350" y="647605"/>
                </a:lnTo>
                <a:lnTo>
                  <a:pt x="514350" y="672332"/>
                </a:lnTo>
                <a:lnTo>
                  <a:pt x="514350" y="697049"/>
                </a:lnTo>
                <a:lnTo>
                  <a:pt x="514350" y="721766"/>
                </a:lnTo>
                <a:lnTo>
                  <a:pt x="514350" y="746484"/>
                </a:lnTo>
                <a:lnTo>
                  <a:pt x="514350" y="771211"/>
                </a:lnTo>
                <a:lnTo>
                  <a:pt x="514350" y="795928"/>
                </a:lnTo>
                <a:lnTo>
                  <a:pt x="514350" y="820645"/>
                </a:lnTo>
                <a:lnTo>
                  <a:pt x="514350" y="845363"/>
                </a:lnTo>
                <a:lnTo>
                  <a:pt x="514350" y="870080"/>
                </a:lnTo>
                <a:lnTo>
                  <a:pt x="514350" y="894807"/>
                </a:lnTo>
                <a:lnTo>
                  <a:pt x="514350" y="919524"/>
                </a:lnTo>
                <a:lnTo>
                  <a:pt x="514350" y="944242"/>
                </a:lnTo>
                <a:lnTo>
                  <a:pt x="514350" y="968959"/>
                </a:lnTo>
                <a:lnTo>
                  <a:pt x="514350" y="993686"/>
                </a:lnTo>
                <a:lnTo>
                  <a:pt x="514350" y="1018403"/>
                </a:lnTo>
                <a:lnTo>
                  <a:pt x="514350" y="1043121"/>
                </a:lnTo>
                <a:lnTo>
                  <a:pt x="514350" y="1067838"/>
                </a:lnTo>
                <a:lnTo>
                  <a:pt x="514350" y="1092565"/>
                </a:lnTo>
                <a:lnTo>
                  <a:pt x="514350" y="1117283"/>
                </a:lnTo>
                <a:lnTo>
                  <a:pt x="514350" y="1142000"/>
                </a:lnTo>
                <a:lnTo>
                  <a:pt x="514350" y="1166717"/>
                </a:lnTo>
                <a:lnTo>
                  <a:pt x="514350" y="1191444"/>
                </a:lnTo>
                <a:lnTo>
                  <a:pt x="514350" y="1216162"/>
                </a:lnTo>
                <a:lnTo>
                  <a:pt x="514350" y="1240879"/>
                </a:lnTo>
                <a:lnTo>
                  <a:pt x="514350" y="1265596"/>
                </a:lnTo>
                <a:lnTo>
                  <a:pt x="514350" y="1290314"/>
                </a:lnTo>
                <a:lnTo>
                  <a:pt x="514350" y="1315041"/>
                </a:lnTo>
                <a:lnTo>
                  <a:pt x="514350" y="1339758"/>
                </a:lnTo>
                <a:lnTo>
                  <a:pt x="514350" y="1364475"/>
                </a:lnTo>
                <a:lnTo>
                  <a:pt x="514350" y="1389193"/>
                </a:lnTo>
                <a:lnTo>
                  <a:pt x="514350" y="1413920"/>
                </a:lnTo>
                <a:lnTo>
                  <a:pt x="514350" y="1438637"/>
                </a:lnTo>
                <a:lnTo>
                  <a:pt x="514350" y="1463354"/>
                </a:lnTo>
                <a:lnTo>
                  <a:pt x="514350" y="1488072"/>
                </a:lnTo>
                <a:lnTo>
                  <a:pt x="514350" y="1512799"/>
                </a:lnTo>
                <a:lnTo>
                  <a:pt x="514350" y="1537516"/>
                </a:lnTo>
                <a:lnTo>
                  <a:pt x="514350" y="1562233"/>
                </a:lnTo>
                <a:lnTo>
                  <a:pt x="514350" y="1586951"/>
                </a:lnTo>
                <a:lnTo>
                  <a:pt x="514350" y="1611678"/>
                </a:lnTo>
                <a:lnTo>
                  <a:pt x="514350" y="1636395"/>
                </a:lnTo>
                <a:lnTo>
                  <a:pt x="514350" y="1661112"/>
                </a:lnTo>
                <a:lnTo>
                  <a:pt x="514350" y="1685830"/>
                </a:lnTo>
                <a:lnTo>
                  <a:pt x="514350" y="1710547"/>
                </a:lnTo>
                <a:lnTo>
                  <a:pt x="514350" y="1735274"/>
                </a:lnTo>
                <a:lnTo>
                  <a:pt x="514350" y="1759991"/>
                </a:lnTo>
                <a:lnTo>
                  <a:pt x="514350" y="1784709"/>
                </a:lnTo>
                <a:lnTo>
                  <a:pt x="514350" y="1809426"/>
                </a:lnTo>
                <a:lnTo>
                  <a:pt x="514350" y="1834153"/>
                </a:lnTo>
                <a:lnTo>
                  <a:pt x="514350" y="1858870"/>
                </a:lnTo>
                <a:lnTo>
                  <a:pt x="514350" y="1883588"/>
                </a:lnTo>
                <a:lnTo>
                  <a:pt x="514350" y="1908305"/>
                </a:lnTo>
                <a:lnTo>
                  <a:pt x="514350" y="1933032"/>
                </a:lnTo>
                <a:lnTo>
                  <a:pt x="514350" y="1957749"/>
                </a:lnTo>
                <a:lnTo>
                  <a:pt x="514350" y="1982467"/>
                </a:lnTo>
                <a:lnTo>
                  <a:pt x="514350" y="2007184"/>
                </a:lnTo>
                <a:lnTo>
                  <a:pt x="514350" y="2031911"/>
                </a:lnTo>
                <a:lnTo>
                  <a:pt x="514350" y="2056628"/>
                </a:lnTo>
                <a:lnTo>
                  <a:pt x="514350" y="2081346"/>
                </a:lnTo>
                <a:lnTo>
                  <a:pt x="514350" y="2106063"/>
                </a:lnTo>
                <a:lnTo>
                  <a:pt x="514350" y="2130781"/>
                </a:lnTo>
                <a:lnTo>
                  <a:pt x="514350" y="2155508"/>
                </a:lnTo>
                <a:lnTo>
                  <a:pt x="514350" y="2180225"/>
                </a:lnTo>
                <a:lnTo>
                  <a:pt x="514350" y="2204942"/>
                </a:lnTo>
                <a:lnTo>
                  <a:pt x="514350" y="2229660"/>
                </a:lnTo>
                <a:lnTo>
                  <a:pt x="514350" y="2254387"/>
                </a:lnTo>
                <a:lnTo>
                  <a:pt x="514350" y="2279104"/>
                </a:lnTo>
                <a:lnTo>
                  <a:pt x="514350" y="2303821"/>
                </a:lnTo>
                <a:lnTo>
                  <a:pt x="514350" y="2328539"/>
                </a:lnTo>
                <a:lnTo>
                  <a:pt x="514350" y="2353266"/>
                </a:lnTo>
                <a:lnTo>
                  <a:pt x="514350" y="2377983"/>
                </a:lnTo>
                <a:lnTo>
                  <a:pt x="492738" y="2389984"/>
                </a:lnTo>
                <a:lnTo>
                  <a:pt x="471135" y="2401995"/>
                </a:lnTo>
                <a:lnTo>
                  <a:pt x="449523" y="2413997"/>
                </a:lnTo>
                <a:lnTo>
                  <a:pt x="427911" y="2425998"/>
                </a:lnTo>
                <a:lnTo>
                  <a:pt x="406298" y="2438009"/>
                </a:lnTo>
                <a:lnTo>
                  <a:pt x="384696" y="2450011"/>
                </a:lnTo>
                <a:lnTo>
                  <a:pt x="363083" y="2462012"/>
                </a:lnTo>
                <a:lnTo>
                  <a:pt x="341471" y="2474024"/>
                </a:lnTo>
                <a:lnTo>
                  <a:pt x="319859" y="2486025"/>
                </a:lnTo>
                <a:lnTo>
                  <a:pt x="298256" y="2498027"/>
                </a:lnTo>
                <a:lnTo>
                  <a:pt x="276644" y="2510038"/>
                </a:lnTo>
                <a:lnTo>
                  <a:pt x="255032" y="2519658"/>
                </a:lnTo>
                <a:lnTo>
                  <a:pt x="233420" y="2507656"/>
                </a:lnTo>
                <a:lnTo>
                  <a:pt x="211817" y="2495655"/>
                </a:lnTo>
                <a:lnTo>
                  <a:pt x="190205" y="2483644"/>
                </a:lnTo>
                <a:lnTo>
                  <a:pt x="168593" y="2471642"/>
                </a:lnTo>
                <a:lnTo>
                  <a:pt x="146990" y="2459641"/>
                </a:lnTo>
                <a:lnTo>
                  <a:pt x="125378" y="2447630"/>
                </a:lnTo>
                <a:lnTo>
                  <a:pt x="103765" y="2435628"/>
                </a:lnTo>
                <a:lnTo>
                  <a:pt x="82153" y="2423627"/>
                </a:lnTo>
                <a:lnTo>
                  <a:pt x="60550" y="2411616"/>
                </a:lnTo>
                <a:lnTo>
                  <a:pt x="38938" y="2399614"/>
                </a:lnTo>
                <a:lnTo>
                  <a:pt x="17326" y="2387603"/>
                </a:lnTo>
                <a:lnTo>
                  <a:pt x="0" y="2373087"/>
                </a:lnTo>
                <a:lnTo>
                  <a:pt x="0" y="2348360"/>
                </a:lnTo>
                <a:lnTo>
                  <a:pt x="0" y="2323643"/>
                </a:lnTo>
                <a:lnTo>
                  <a:pt x="0" y="2298925"/>
                </a:lnTo>
                <a:lnTo>
                  <a:pt x="0" y="2274208"/>
                </a:lnTo>
                <a:lnTo>
                  <a:pt x="0" y="2249481"/>
                </a:lnTo>
                <a:lnTo>
                  <a:pt x="0" y="2224764"/>
                </a:lnTo>
                <a:lnTo>
                  <a:pt x="0" y="2200046"/>
                </a:lnTo>
                <a:lnTo>
                  <a:pt x="0" y="2175329"/>
                </a:lnTo>
                <a:lnTo>
                  <a:pt x="0" y="2150602"/>
                </a:lnTo>
                <a:lnTo>
                  <a:pt x="0" y="2125885"/>
                </a:lnTo>
                <a:lnTo>
                  <a:pt x="0" y="2101167"/>
                </a:lnTo>
                <a:lnTo>
                  <a:pt x="0" y="2076450"/>
                </a:lnTo>
                <a:lnTo>
                  <a:pt x="0" y="2051723"/>
                </a:lnTo>
                <a:lnTo>
                  <a:pt x="0" y="2027006"/>
                </a:lnTo>
                <a:lnTo>
                  <a:pt x="0" y="2002288"/>
                </a:lnTo>
                <a:lnTo>
                  <a:pt x="0" y="1977571"/>
                </a:lnTo>
                <a:lnTo>
                  <a:pt x="0" y="1952854"/>
                </a:lnTo>
                <a:lnTo>
                  <a:pt x="0" y="1928127"/>
                </a:lnTo>
                <a:lnTo>
                  <a:pt x="0" y="1903409"/>
                </a:lnTo>
                <a:lnTo>
                  <a:pt x="0" y="1878692"/>
                </a:lnTo>
                <a:lnTo>
                  <a:pt x="0" y="1853975"/>
                </a:lnTo>
                <a:lnTo>
                  <a:pt x="0" y="1829248"/>
                </a:lnTo>
                <a:lnTo>
                  <a:pt x="0" y="1804530"/>
                </a:lnTo>
                <a:lnTo>
                  <a:pt x="0" y="1779813"/>
                </a:lnTo>
                <a:lnTo>
                  <a:pt x="0" y="1755096"/>
                </a:lnTo>
                <a:lnTo>
                  <a:pt x="0" y="1730369"/>
                </a:lnTo>
                <a:lnTo>
                  <a:pt x="0" y="1705651"/>
                </a:lnTo>
                <a:lnTo>
                  <a:pt x="0" y="1680934"/>
                </a:lnTo>
                <a:lnTo>
                  <a:pt x="0" y="1656217"/>
                </a:lnTo>
                <a:lnTo>
                  <a:pt x="0" y="1631499"/>
                </a:lnTo>
                <a:lnTo>
                  <a:pt x="0" y="1606772"/>
                </a:lnTo>
                <a:lnTo>
                  <a:pt x="0" y="1582055"/>
                </a:lnTo>
                <a:lnTo>
                  <a:pt x="0" y="1557338"/>
                </a:lnTo>
                <a:lnTo>
                  <a:pt x="0" y="1532620"/>
                </a:lnTo>
                <a:lnTo>
                  <a:pt x="0" y="1507893"/>
                </a:lnTo>
                <a:lnTo>
                  <a:pt x="0" y="1483176"/>
                </a:lnTo>
                <a:lnTo>
                  <a:pt x="0" y="1458458"/>
                </a:lnTo>
                <a:lnTo>
                  <a:pt x="0" y="1433741"/>
                </a:lnTo>
                <a:lnTo>
                  <a:pt x="0" y="1409014"/>
                </a:lnTo>
                <a:lnTo>
                  <a:pt x="0" y="1384297"/>
                </a:lnTo>
                <a:lnTo>
                  <a:pt x="0" y="1359579"/>
                </a:lnTo>
                <a:lnTo>
                  <a:pt x="0" y="1334862"/>
                </a:lnTo>
                <a:lnTo>
                  <a:pt x="0" y="1310135"/>
                </a:lnTo>
                <a:lnTo>
                  <a:pt x="0" y="1285418"/>
                </a:lnTo>
                <a:lnTo>
                  <a:pt x="0" y="1260700"/>
                </a:lnTo>
                <a:lnTo>
                  <a:pt x="0" y="1235983"/>
                </a:lnTo>
                <a:lnTo>
                  <a:pt x="0" y="1211266"/>
                </a:lnTo>
                <a:lnTo>
                  <a:pt x="0" y="1186539"/>
                </a:lnTo>
                <a:lnTo>
                  <a:pt x="0" y="1161821"/>
                </a:lnTo>
                <a:lnTo>
                  <a:pt x="0" y="1137104"/>
                </a:lnTo>
                <a:lnTo>
                  <a:pt x="0" y="1112387"/>
                </a:lnTo>
                <a:lnTo>
                  <a:pt x="0" y="1087660"/>
                </a:lnTo>
                <a:lnTo>
                  <a:pt x="0" y="1062942"/>
                </a:lnTo>
                <a:lnTo>
                  <a:pt x="0" y="1038225"/>
                </a:lnTo>
                <a:lnTo>
                  <a:pt x="0" y="1013508"/>
                </a:lnTo>
                <a:lnTo>
                  <a:pt x="0" y="988781"/>
                </a:lnTo>
                <a:lnTo>
                  <a:pt x="0" y="964063"/>
                </a:lnTo>
                <a:lnTo>
                  <a:pt x="0" y="939346"/>
                </a:lnTo>
                <a:lnTo>
                  <a:pt x="0" y="914629"/>
                </a:lnTo>
                <a:lnTo>
                  <a:pt x="0" y="889902"/>
                </a:lnTo>
                <a:lnTo>
                  <a:pt x="0" y="865184"/>
                </a:lnTo>
                <a:lnTo>
                  <a:pt x="0" y="840467"/>
                </a:lnTo>
                <a:lnTo>
                  <a:pt x="0" y="815750"/>
                </a:lnTo>
                <a:lnTo>
                  <a:pt x="0" y="791032"/>
                </a:lnTo>
                <a:lnTo>
                  <a:pt x="0" y="766305"/>
                </a:lnTo>
                <a:lnTo>
                  <a:pt x="0" y="741588"/>
                </a:lnTo>
                <a:lnTo>
                  <a:pt x="0" y="716871"/>
                </a:lnTo>
                <a:lnTo>
                  <a:pt x="0" y="692153"/>
                </a:lnTo>
                <a:lnTo>
                  <a:pt x="0" y="667426"/>
                </a:lnTo>
                <a:lnTo>
                  <a:pt x="0" y="642709"/>
                </a:lnTo>
                <a:lnTo>
                  <a:pt x="0" y="617992"/>
                </a:lnTo>
                <a:lnTo>
                  <a:pt x="0" y="593274"/>
                </a:lnTo>
                <a:lnTo>
                  <a:pt x="0" y="568547"/>
                </a:lnTo>
                <a:lnTo>
                  <a:pt x="0" y="543830"/>
                </a:lnTo>
                <a:lnTo>
                  <a:pt x="0" y="519113"/>
                </a:lnTo>
                <a:lnTo>
                  <a:pt x="0" y="494395"/>
                </a:lnTo>
                <a:lnTo>
                  <a:pt x="0" y="469668"/>
                </a:lnTo>
                <a:lnTo>
                  <a:pt x="0" y="444951"/>
                </a:lnTo>
                <a:lnTo>
                  <a:pt x="0" y="420233"/>
                </a:lnTo>
                <a:lnTo>
                  <a:pt x="0" y="395516"/>
                </a:lnTo>
                <a:lnTo>
                  <a:pt x="0" y="370799"/>
                </a:lnTo>
                <a:lnTo>
                  <a:pt x="0" y="346072"/>
                </a:lnTo>
                <a:lnTo>
                  <a:pt x="0" y="321354"/>
                </a:lnTo>
                <a:lnTo>
                  <a:pt x="0" y="296637"/>
                </a:lnTo>
                <a:lnTo>
                  <a:pt x="0" y="271920"/>
                </a:lnTo>
                <a:lnTo>
                  <a:pt x="0" y="247193"/>
                </a:lnTo>
                <a:lnTo>
                  <a:pt x="0" y="222475"/>
                </a:lnTo>
                <a:lnTo>
                  <a:pt x="0" y="197758"/>
                </a:lnTo>
                <a:lnTo>
                  <a:pt x="0" y="173041"/>
                </a:lnTo>
                <a:lnTo>
                  <a:pt x="0" y="148314"/>
                </a:lnTo>
                <a:lnTo>
                  <a:pt x="0" y="123596"/>
                </a:lnTo>
                <a:lnTo>
                  <a:pt x="0" y="98879"/>
                </a:lnTo>
                <a:lnTo>
                  <a:pt x="0" y="74162"/>
                </a:lnTo>
                <a:lnTo>
                  <a:pt x="0" y="49435"/>
                </a:lnTo>
                <a:lnTo>
                  <a:pt x="0" y="24717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23" name="phase-title-1">
            <a:extLst xmlns:a="http://schemas.openxmlformats.org/drawingml/2006/main">
              <a:ext uri="{FF2B5EF4-FFF2-40B4-BE49-F238E27FC236}">
                <a16:creationId xmlns:a16="http://schemas.microsoft.com/office/drawing/2014/main" id="{236929E5-CE8D-46E7-88D6-E880084BE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4478979"/>
            <a:ext cx="1428750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培育与转化</a:t>
            </a:r>
          </a:p>
        </p:txBody>
      </p:sp>
      <p:sp>
        <p:nvSpPr>
          <p:cNvPr id="24" name="phase-body-1">
            <a:extLst xmlns:a="http://schemas.openxmlformats.org/drawingml/2006/main">
              <a:ext uri="{FF2B5EF4-FFF2-40B4-BE49-F238E27FC236}">
                <a16:creationId xmlns:a16="http://schemas.microsoft.com/office/drawing/2014/main" id="{F04D67A0-764C-47F3-95FD-CCF52938B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4833195"/>
            <a:ext cx="1428750" cy="587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让有效意向沉</a:t>
            </a:r>
          </a:p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淀为长期价值</a:t>
            </a:r>
          </a:p>
        </p:txBody>
      </p:sp>
      <p:sp>
        <p:nvSpPr>
          <p:cNvPr id="25" name="action-icon-shell-1-0">
            <a:extLst xmlns:a="http://schemas.openxmlformats.org/drawingml/2006/main">
              <a:ext uri="{FF2B5EF4-FFF2-40B4-BE49-F238E27FC236}">
                <a16:creationId xmlns:a16="http://schemas.microsoft.com/office/drawing/2014/main" id="{9CB62BC4-A1D2-4C5F-AF44-CEC685E85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4778273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8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f184fc0450943cd">
            <a:extLst>
              <a:ext uri="{96DAC541-7B7A-43D3-8B79-37D633B846F1}">
                <asvg:svgBlip xmlns:asvg="http://schemas.microsoft.com/office/drawing/2016/SVG/main" r:embed="Rfd0262fd5f5640b6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4854473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27" name="action-title-1-0">
            <a:extLst xmlns:a="http://schemas.openxmlformats.org/drawingml/2006/main">
              <a:ext uri="{FF2B5EF4-FFF2-40B4-BE49-F238E27FC236}">
                <a16:creationId xmlns:a16="http://schemas.microsoft.com/office/drawing/2014/main" id="{DA4BBB3E-0631-4BA9-948B-BDF737C80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4717256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数据打通</a:t>
            </a:r>
          </a:p>
        </p:txBody>
      </p:sp>
      <p:sp>
        <p:nvSpPr>
          <p:cNvPr id="28" name="action-body-1-0">
            <a:extLst xmlns:a="http://schemas.openxmlformats.org/drawingml/2006/main">
              <a:ext uri="{FF2B5EF4-FFF2-40B4-BE49-F238E27FC236}">
                <a16:creationId xmlns:a16="http://schemas.microsoft.com/office/drawing/2014/main" id="{2C4505D9-AE1C-4F62-8962-E34B8A28B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4945856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统一分析对象</a:t>
            </a:r>
          </a:p>
        </p:txBody>
      </p:sp>
      <p:sp>
        <p:nvSpPr>
          <p:cNvPr id="29" name="action-icon-shell-1-1">
            <a:extLst xmlns:a="http://schemas.openxmlformats.org/drawingml/2006/main">
              <a:ext uri="{FF2B5EF4-FFF2-40B4-BE49-F238E27FC236}">
                <a16:creationId xmlns:a16="http://schemas.microsoft.com/office/drawing/2014/main" id="{4A54E59B-75DE-4A3E-85B0-8088AF62B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4778273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8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96e11947ee44591">
            <a:extLst>
              <a:ext uri="{96DAC541-7B7A-43D3-8B79-37D633B846F1}">
                <asvg:svgBlip xmlns:asvg="http://schemas.microsoft.com/office/drawing/2016/SVG/main" r:embed="Raeefb254fe7a4965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4854473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31" name="action-title-1-1">
            <a:extLst xmlns:a="http://schemas.openxmlformats.org/drawingml/2006/main">
              <a:ext uri="{FF2B5EF4-FFF2-40B4-BE49-F238E27FC236}">
                <a16:creationId xmlns:a16="http://schemas.microsoft.com/office/drawing/2014/main" id="{93C97E69-4B25-4AD3-ADC1-D11B0EA6B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4717256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自动分群</a:t>
            </a:r>
          </a:p>
        </p:txBody>
      </p:sp>
      <p:sp>
        <p:nvSpPr>
          <p:cNvPr id="32" name="action-body-1-1">
            <a:extLst xmlns:a="http://schemas.openxmlformats.org/drawingml/2006/main">
              <a:ext uri="{FF2B5EF4-FFF2-40B4-BE49-F238E27FC236}">
                <a16:creationId xmlns:a16="http://schemas.microsoft.com/office/drawing/2014/main" id="{4595B101-26B8-4B31-97BD-A52635621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4945856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指导持续运营</a:t>
            </a:r>
          </a:p>
        </p:txBody>
      </p:sp>
      <p:sp>
        <p:nvSpPr>
          <p:cNvPr id="33" name="funnel-step-body-0">
            <a:extLst xmlns:a="http://schemas.openxmlformats.org/drawingml/2006/main">
              <a:ext uri="{FF2B5EF4-FFF2-40B4-BE49-F238E27FC236}">
                <a16:creationId xmlns:a16="http://schemas.microsoft.com/office/drawing/2014/main" id="{CCC81412-03A3-4778-94BB-340DCAEA3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52750" y="2514600"/>
            <a:ext cx="3326711" cy="1110415"/>
          </a:xfrm>
          <a:custGeom xmlns:a="http://schemas.openxmlformats.org/drawingml/2006/main">
            <a:pathLst>
              <a:path w="3326711" h="1110415">
                <a:moveTo>
                  <a:pt x="0" y="0"/>
                </a:moveTo>
                <a:lnTo>
                  <a:pt x="14516" y="30004"/>
                </a:lnTo>
                <a:lnTo>
                  <a:pt x="29032" y="60017"/>
                </a:lnTo>
                <a:lnTo>
                  <a:pt x="43548" y="90021"/>
                </a:lnTo>
                <a:lnTo>
                  <a:pt x="58055" y="120025"/>
                </a:lnTo>
                <a:lnTo>
                  <a:pt x="72571" y="150038"/>
                </a:lnTo>
                <a:lnTo>
                  <a:pt x="87087" y="180042"/>
                </a:lnTo>
                <a:lnTo>
                  <a:pt x="101603" y="210045"/>
                </a:lnTo>
                <a:lnTo>
                  <a:pt x="116119" y="240059"/>
                </a:lnTo>
                <a:lnTo>
                  <a:pt x="130635" y="270062"/>
                </a:lnTo>
                <a:lnTo>
                  <a:pt x="145142" y="300066"/>
                </a:lnTo>
                <a:lnTo>
                  <a:pt x="159658" y="330079"/>
                </a:lnTo>
                <a:lnTo>
                  <a:pt x="174174" y="360083"/>
                </a:lnTo>
                <a:lnTo>
                  <a:pt x="188690" y="390087"/>
                </a:lnTo>
                <a:lnTo>
                  <a:pt x="203206" y="420100"/>
                </a:lnTo>
                <a:lnTo>
                  <a:pt x="217722" y="450104"/>
                </a:lnTo>
                <a:lnTo>
                  <a:pt x="232229" y="480108"/>
                </a:lnTo>
                <a:lnTo>
                  <a:pt x="246745" y="510121"/>
                </a:lnTo>
                <a:lnTo>
                  <a:pt x="261261" y="540125"/>
                </a:lnTo>
                <a:lnTo>
                  <a:pt x="275777" y="570128"/>
                </a:lnTo>
                <a:lnTo>
                  <a:pt x="290293" y="600142"/>
                </a:lnTo>
                <a:lnTo>
                  <a:pt x="304810" y="630145"/>
                </a:lnTo>
                <a:lnTo>
                  <a:pt x="319316" y="660149"/>
                </a:lnTo>
                <a:lnTo>
                  <a:pt x="333832" y="690162"/>
                </a:lnTo>
                <a:lnTo>
                  <a:pt x="348348" y="720166"/>
                </a:lnTo>
                <a:lnTo>
                  <a:pt x="362864" y="750170"/>
                </a:lnTo>
                <a:lnTo>
                  <a:pt x="377381" y="780183"/>
                </a:lnTo>
                <a:lnTo>
                  <a:pt x="391897" y="810187"/>
                </a:lnTo>
                <a:lnTo>
                  <a:pt x="406413" y="840191"/>
                </a:lnTo>
                <a:lnTo>
                  <a:pt x="420919" y="870204"/>
                </a:lnTo>
                <a:lnTo>
                  <a:pt x="435435" y="900208"/>
                </a:lnTo>
                <a:lnTo>
                  <a:pt x="449951" y="930212"/>
                </a:lnTo>
                <a:lnTo>
                  <a:pt x="464468" y="960225"/>
                </a:lnTo>
                <a:lnTo>
                  <a:pt x="478984" y="990229"/>
                </a:lnTo>
                <a:lnTo>
                  <a:pt x="493500" y="1020232"/>
                </a:lnTo>
                <a:lnTo>
                  <a:pt x="513074" y="1045445"/>
                </a:lnTo>
                <a:lnTo>
                  <a:pt x="544716" y="1055770"/>
                </a:lnTo>
                <a:lnTo>
                  <a:pt x="577348" y="1062552"/>
                </a:lnTo>
                <a:lnTo>
                  <a:pt x="610257" y="1067829"/>
                </a:lnTo>
                <a:lnTo>
                  <a:pt x="643299" y="1072201"/>
                </a:lnTo>
                <a:lnTo>
                  <a:pt x="676418" y="1075954"/>
                </a:lnTo>
                <a:lnTo>
                  <a:pt x="709593" y="1079259"/>
                </a:lnTo>
                <a:lnTo>
                  <a:pt x="742788" y="1082202"/>
                </a:lnTo>
                <a:lnTo>
                  <a:pt x="776021" y="1084850"/>
                </a:lnTo>
                <a:lnTo>
                  <a:pt x="809263" y="1087250"/>
                </a:lnTo>
                <a:lnTo>
                  <a:pt x="842524" y="1089450"/>
                </a:lnTo>
                <a:lnTo>
                  <a:pt x="875795" y="1091460"/>
                </a:lnTo>
                <a:lnTo>
                  <a:pt x="909076" y="1093327"/>
                </a:lnTo>
                <a:lnTo>
                  <a:pt x="942365" y="1095032"/>
                </a:lnTo>
                <a:lnTo>
                  <a:pt x="975665" y="1096613"/>
                </a:lnTo>
                <a:lnTo>
                  <a:pt x="1008964" y="1098071"/>
                </a:lnTo>
                <a:lnTo>
                  <a:pt x="1042273" y="1099433"/>
                </a:lnTo>
                <a:lnTo>
                  <a:pt x="1075582" y="1100671"/>
                </a:lnTo>
                <a:lnTo>
                  <a:pt x="1108891" y="1101833"/>
                </a:lnTo>
                <a:lnTo>
                  <a:pt x="1142209" y="1102900"/>
                </a:lnTo>
                <a:lnTo>
                  <a:pt x="1175528" y="1103881"/>
                </a:lnTo>
                <a:lnTo>
                  <a:pt x="1208846" y="1104786"/>
                </a:lnTo>
                <a:lnTo>
                  <a:pt x="1242174" y="1105605"/>
                </a:lnTo>
                <a:lnTo>
                  <a:pt x="1275493" y="1106357"/>
                </a:lnTo>
                <a:lnTo>
                  <a:pt x="1308821" y="1107043"/>
                </a:lnTo>
                <a:lnTo>
                  <a:pt x="1342149" y="1107662"/>
                </a:lnTo>
                <a:lnTo>
                  <a:pt x="1375477" y="1108205"/>
                </a:lnTo>
                <a:lnTo>
                  <a:pt x="1408805" y="1108691"/>
                </a:lnTo>
                <a:lnTo>
                  <a:pt x="1442133" y="1109110"/>
                </a:lnTo>
                <a:lnTo>
                  <a:pt x="1475470" y="1109482"/>
                </a:lnTo>
                <a:lnTo>
                  <a:pt x="1508798" y="1109777"/>
                </a:lnTo>
                <a:lnTo>
                  <a:pt x="1542136" y="1110024"/>
                </a:lnTo>
                <a:lnTo>
                  <a:pt x="1575464" y="1110205"/>
                </a:lnTo>
                <a:lnTo>
                  <a:pt x="1608801" y="1110339"/>
                </a:lnTo>
                <a:lnTo>
                  <a:pt x="1642129" y="1110405"/>
                </a:lnTo>
                <a:lnTo>
                  <a:pt x="1675467" y="1110415"/>
                </a:lnTo>
                <a:lnTo>
                  <a:pt x="1708795" y="1110377"/>
                </a:lnTo>
                <a:lnTo>
                  <a:pt x="1742132" y="1110272"/>
                </a:lnTo>
                <a:lnTo>
                  <a:pt x="1775460" y="1110120"/>
                </a:lnTo>
                <a:lnTo>
                  <a:pt x="1808798" y="1109901"/>
                </a:lnTo>
                <a:lnTo>
                  <a:pt x="1842125" y="1109624"/>
                </a:lnTo>
                <a:lnTo>
                  <a:pt x="1875453" y="1109291"/>
                </a:lnTo>
                <a:lnTo>
                  <a:pt x="1908791" y="1108901"/>
                </a:lnTo>
                <a:lnTo>
                  <a:pt x="1942119" y="1108453"/>
                </a:lnTo>
                <a:lnTo>
                  <a:pt x="1975447" y="1107929"/>
                </a:lnTo>
                <a:lnTo>
                  <a:pt x="2008775" y="1107348"/>
                </a:lnTo>
                <a:lnTo>
                  <a:pt x="2042103" y="1106700"/>
                </a:lnTo>
                <a:lnTo>
                  <a:pt x="2075431" y="1105976"/>
                </a:lnTo>
                <a:lnTo>
                  <a:pt x="2108749" y="1105186"/>
                </a:lnTo>
                <a:lnTo>
                  <a:pt x="2142068" y="1104329"/>
                </a:lnTo>
                <a:lnTo>
                  <a:pt x="2175396" y="1103386"/>
                </a:lnTo>
                <a:lnTo>
                  <a:pt x="2208705" y="1102357"/>
                </a:lnTo>
                <a:lnTo>
                  <a:pt x="2242023" y="1101252"/>
                </a:lnTo>
                <a:lnTo>
                  <a:pt x="2275332" y="1100042"/>
                </a:lnTo>
                <a:lnTo>
                  <a:pt x="2308641" y="1098747"/>
                </a:lnTo>
                <a:lnTo>
                  <a:pt x="2341950" y="1097337"/>
                </a:lnTo>
                <a:lnTo>
                  <a:pt x="2375240" y="1095813"/>
                </a:lnTo>
                <a:lnTo>
                  <a:pt x="2408539" y="1094175"/>
                </a:lnTo>
                <a:lnTo>
                  <a:pt x="2441819" y="1092384"/>
                </a:lnTo>
                <a:lnTo>
                  <a:pt x="2475100" y="1090451"/>
                </a:lnTo>
                <a:lnTo>
                  <a:pt x="2508361" y="1088346"/>
                </a:lnTo>
                <a:lnTo>
                  <a:pt x="2541613" y="1086041"/>
                </a:lnTo>
                <a:lnTo>
                  <a:pt x="2574855" y="1083516"/>
                </a:lnTo>
                <a:lnTo>
                  <a:pt x="2608069" y="1080726"/>
                </a:lnTo>
                <a:lnTo>
                  <a:pt x="2641254" y="1077611"/>
                </a:lnTo>
                <a:lnTo>
                  <a:pt x="2674401" y="1074087"/>
                </a:lnTo>
                <a:lnTo>
                  <a:pt x="2707491" y="1070039"/>
                </a:lnTo>
                <a:lnTo>
                  <a:pt x="2740476" y="1065247"/>
                </a:lnTo>
                <a:lnTo>
                  <a:pt x="2773270" y="1059313"/>
                </a:lnTo>
                <a:lnTo>
                  <a:pt x="2805579" y="1051179"/>
                </a:lnTo>
                <a:lnTo>
                  <a:pt x="2833926" y="1034996"/>
                </a:lnTo>
                <a:lnTo>
                  <a:pt x="2847737" y="1004773"/>
                </a:lnTo>
                <a:lnTo>
                  <a:pt x="2862243" y="974769"/>
                </a:lnTo>
                <a:lnTo>
                  <a:pt x="2876760" y="944756"/>
                </a:lnTo>
                <a:lnTo>
                  <a:pt x="2891276" y="914752"/>
                </a:lnTo>
                <a:lnTo>
                  <a:pt x="2905792" y="884749"/>
                </a:lnTo>
                <a:lnTo>
                  <a:pt x="2920308" y="854735"/>
                </a:lnTo>
                <a:lnTo>
                  <a:pt x="2934824" y="824732"/>
                </a:lnTo>
                <a:lnTo>
                  <a:pt x="2949340" y="794728"/>
                </a:lnTo>
                <a:lnTo>
                  <a:pt x="2963847" y="764715"/>
                </a:lnTo>
                <a:lnTo>
                  <a:pt x="2978363" y="734711"/>
                </a:lnTo>
                <a:lnTo>
                  <a:pt x="2992879" y="704707"/>
                </a:lnTo>
                <a:lnTo>
                  <a:pt x="3007395" y="674694"/>
                </a:lnTo>
                <a:lnTo>
                  <a:pt x="3021911" y="644690"/>
                </a:lnTo>
                <a:lnTo>
                  <a:pt x="3036427" y="614686"/>
                </a:lnTo>
                <a:lnTo>
                  <a:pt x="3050934" y="584673"/>
                </a:lnTo>
                <a:lnTo>
                  <a:pt x="3065450" y="554669"/>
                </a:lnTo>
                <a:lnTo>
                  <a:pt x="3079966" y="524666"/>
                </a:lnTo>
                <a:lnTo>
                  <a:pt x="3094482" y="494652"/>
                </a:lnTo>
                <a:lnTo>
                  <a:pt x="3108998" y="464649"/>
                </a:lnTo>
                <a:lnTo>
                  <a:pt x="3123514" y="434645"/>
                </a:lnTo>
                <a:lnTo>
                  <a:pt x="3138021" y="404632"/>
                </a:lnTo>
                <a:lnTo>
                  <a:pt x="3152537" y="374628"/>
                </a:lnTo>
                <a:lnTo>
                  <a:pt x="3167053" y="344624"/>
                </a:lnTo>
                <a:lnTo>
                  <a:pt x="3181569" y="314611"/>
                </a:lnTo>
                <a:lnTo>
                  <a:pt x="3196085" y="284607"/>
                </a:lnTo>
                <a:lnTo>
                  <a:pt x="3210601" y="254603"/>
                </a:lnTo>
                <a:lnTo>
                  <a:pt x="3225108" y="224590"/>
                </a:lnTo>
                <a:lnTo>
                  <a:pt x="3239624" y="194586"/>
                </a:lnTo>
                <a:lnTo>
                  <a:pt x="3254140" y="164582"/>
                </a:lnTo>
                <a:lnTo>
                  <a:pt x="3268656" y="134569"/>
                </a:lnTo>
                <a:lnTo>
                  <a:pt x="3283172" y="104565"/>
                </a:lnTo>
                <a:lnTo>
                  <a:pt x="3297688" y="74562"/>
                </a:lnTo>
                <a:lnTo>
                  <a:pt x="3312204" y="44548"/>
                </a:lnTo>
                <a:lnTo>
                  <a:pt x="3326711" y="14545"/>
                </a:lnTo>
                <a:lnTo>
                  <a:pt x="3321415" y="10773"/>
                </a:lnTo>
                <a:lnTo>
                  <a:pt x="3289421" y="19955"/>
                </a:lnTo>
                <a:lnTo>
                  <a:pt x="3256626" y="25898"/>
                </a:lnTo>
                <a:lnTo>
                  <a:pt x="3223612" y="30518"/>
                </a:lnTo>
                <a:lnTo>
                  <a:pt x="3190504" y="34376"/>
                </a:lnTo>
                <a:lnTo>
                  <a:pt x="3157337" y="37719"/>
                </a:lnTo>
                <a:lnTo>
                  <a:pt x="3124143" y="40681"/>
                </a:lnTo>
                <a:lnTo>
                  <a:pt x="3090910" y="43339"/>
                </a:lnTo>
                <a:lnTo>
                  <a:pt x="3057668" y="45768"/>
                </a:lnTo>
                <a:lnTo>
                  <a:pt x="3024407" y="47996"/>
                </a:lnTo>
                <a:lnTo>
                  <a:pt x="2991136" y="50044"/>
                </a:lnTo>
                <a:lnTo>
                  <a:pt x="2957865" y="51949"/>
                </a:lnTo>
                <a:lnTo>
                  <a:pt x="2924575" y="53740"/>
                </a:lnTo>
                <a:lnTo>
                  <a:pt x="2891285" y="55397"/>
                </a:lnTo>
                <a:lnTo>
                  <a:pt x="2857986" y="56960"/>
                </a:lnTo>
                <a:lnTo>
                  <a:pt x="2824686" y="58426"/>
                </a:lnTo>
                <a:lnTo>
                  <a:pt x="2791387" y="59817"/>
                </a:lnTo>
                <a:lnTo>
                  <a:pt x="2758078" y="61122"/>
                </a:lnTo>
                <a:lnTo>
                  <a:pt x="2724769" y="62360"/>
                </a:lnTo>
                <a:lnTo>
                  <a:pt x="2691451" y="63522"/>
                </a:lnTo>
                <a:lnTo>
                  <a:pt x="2658142" y="64627"/>
                </a:lnTo>
                <a:lnTo>
                  <a:pt x="2624823" y="65665"/>
                </a:lnTo>
                <a:lnTo>
                  <a:pt x="2591505" y="66656"/>
                </a:lnTo>
                <a:lnTo>
                  <a:pt x="2558186" y="67589"/>
                </a:lnTo>
                <a:lnTo>
                  <a:pt x="2524858" y="68475"/>
                </a:lnTo>
                <a:lnTo>
                  <a:pt x="2491540" y="69323"/>
                </a:lnTo>
                <a:lnTo>
                  <a:pt x="2458222" y="70114"/>
                </a:lnTo>
                <a:lnTo>
                  <a:pt x="2424894" y="70856"/>
                </a:lnTo>
                <a:lnTo>
                  <a:pt x="2391566" y="71571"/>
                </a:lnTo>
                <a:lnTo>
                  <a:pt x="2358238" y="72228"/>
                </a:lnTo>
                <a:lnTo>
                  <a:pt x="2324910" y="72857"/>
                </a:lnTo>
                <a:lnTo>
                  <a:pt x="2291582" y="73447"/>
                </a:lnTo>
                <a:lnTo>
                  <a:pt x="2258254" y="74000"/>
                </a:lnTo>
                <a:lnTo>
                  <a:pt x="2224926" y="74524"/>
                </a:lnTo>
                <a:lnTo>
                  <a:pt x="2191598" y="75009"/>
                </a:lnTo>
                <a:lnTo>
                  <a:pt x="2158270" y="75457"/>
                </a:lnTo>
                <a:lnTo>
                  <a:pt x="2124942" y="75876"/>
                </a:lnTo>
                <a:lnTo>
                  <a:pt x="2091604" y="76267"/>
                </a:lnTo>
                <a:lnTo>
                  <a:pt x="2058276" y="76619"/>
                </a:lnTo>
                <a:lnTo>
                  <a:pt x="2024948" y="76943"/>
                </a:lnTo>
                <a:lnTo>
                  <a:pt x="1991611" y="77238"/>
                </a:lnTo>
                <a:lnTo>
                  <a:pt x="1958283" y="77495"/>
                </a:lnTo>
                <a:lnTo>
                  <a:pt x="1924945" y="77734"/>
                </a:lnTo>
                <a:lnTo>
                  <a:pt x="1891617" y="77943"/>
                </a:lnTo>
                <a:lnTo>
                  <a:pt x="1858280" y="78115"/>
                </a:lnTo>
                <a:lnTo>
                  <a:pt x="1824952" y="78267"/>
                </a:lnTo>
                <a:lnTo>
                  <a:pt x="1791614" y="78381"/>
                </a:lnTo>
                <a:lnTo>
                  <a:pt x="1758286" y="78476"/>
                </a:lnTo>
                <a:lnTo>
                  <a:pt x="1724949" y="78534"/>
                </a:lnTo>
                <a:lnTo>
                  <a:pt x="1691621" y="78572"/>
                </a:lnTo>
                <a:lnTo>
                  <a:pt x="1658283" y="78581"/>
                </a:lnTo>
                <a:lnTo>
                  <a:pt x="1624955" y="78562"/>
                </a:lnTo>
                <a:lnTo>
                  <a:pt x="1591618" y="78505"/>
                </a:lnTo>
                <a:lnTo>
                  <a:pt x="1558290" y="78429"/>
                </a:lnTo>
                <a:lnTo>
                  <a:pt x="1524953" y="78324"/>
                </a:lnTo>
                <a:lnTo>
                  <a:pt x="1491625" y="78191"/>
                </a:lnTo>
                <a:lnTo>
                  <a:pt x="1458287" y="78029"/>
                </a:lnTo>
                <a:lnTo>
                  <a:pt x="1424959" y="77838"/>
                </a:lnTo>
                <a:lnTo>
                  <a:pt x="1391622" y="77619"/>
                </a:lnTo>
                <a:lnTo>
                  <a:pt x="1358294" y="77372"/>
                </a:lnTo>
                <a:lnTo>
                  <a:pt x="1324966" y="77086"/>
                </a:lnTo>
                <a:lnTo>
                  <a:pt x="1291628" y="76781"/>
                </a:lnTo>
                <a:lnTo>
                  <a:pt x="1258300" y="76438"/>
                </a:lnTo>
                <a:lnTo>
                  <a:pt x="1224972" y="76067"/>
                </a:lnTo>
                <a:lnTo>
                  <a:pt x="1191635" y="75667"/>
                </a:lnTo>
                <a:lnTo>
                  <a:pt x="1158307" y="75228"/>
                </a:lnTo>
                <a:lnTo>
                  <a:pt x="1124979" y="74762"/>
                </a:lnTo>
                <a:lnTo>
                  <a:pt x="1091651" y="74266"/>
                </a:lnTo>
                <a:lnTo>
                  <a:pt x="1058323" y="73724"/>
                </a:lnTo>
                <a:lnTo>
                  <a:pt x="1024995" y="73152"/>
                </a:lnTo>
                <a:lnTo>
                  <a:pt x="991667" y="72542"/>
                </a:lnTo>
                <a:lnTo>
                  <a:pt x="958339" y="71895"/>
                </a:lnTo>
                <a:lnTo>
                  <a:pt x="925011" y="71199"/>
                </a:lnTo>
                <a:lnTo>
                  <a:pt x="891683" y="70475"/>
                </a:lnTo>
                <a:lnTo>
                  <a:pt x="858364" y="69704"/>
                </a:lnTo>
                <a:lnTo>
                  <a:pt x="825036" y="68885"/>
                </a:lnTo>
                <a:lnTo>
                  <a:pt x="791718" y="68028"/>
                </a:lnTo>
                <a:lnTo>
                  <a:pt x="758400" y="67113"/>
                </a:lnTo>
                <a:lnTo>
                  <a:pt x="725081" y="66151"/>
                </a:lnTo>
                <a:lnTo>
                  <a:pt x="691763" y="65132"/>
                </a:lnTo>
                <a:lnTo>
                  <a:pt x="658444" y="64056"/>
                </a:lnTo>
                <a:lnTo>
                  <a:pt x="625135" y="62922"/>
                </a:lnTo>
                <a:lnTo>
                  <a:pt x="591817" y="61722"/>
                </a:lnTo>
                <a:lnTo>
                  <a:pt x="558508" y="60455"/>
                </a:lnTo>
                <a:lnTo>
                  <a:pt x="525209" y="59112"/>
                </a:lnTo>
                <a:lnTo>
                  <a:pt x="491900" y="57693"/>
                </a:lnTo>
                <a:lnTo>
                  <a:pt x="458600" y="56169"/>
                </a:lnTo>
                <a:lnTo>
                  <a:pt x="425310" y="54550"/>
                </a:lnTo>
                <a:lnTo>
                  <a:pt x="392020" y="52826"/>
                </a:lnTo>
                <a:lnTo>
                  <a:pt x="358740" y="50987"/>
                </a:lnTo>
                <a:lnTo>
                  <a:pt x="325469" y="49006"/>
                </a:lnTo>
                <a:lnTo>
                  <a:pt x="292198" y="46873"/>
                </a:lnTo>
                <a:lnTo>
                  <a:pt x="258947" y="44548"/>
                </a:lnTo>
                <a:lnTo>
                  <a:pt x="225714" y="42005"/>
                </a:lnTo>
                <a:lnTo>
                  <a:pt x="192500" y="39195"/>
                </a:lnTo>
                <a:lnTo>
                  <a:pt x="159315" y="36052"/>
                </a:lnTo>
                <a:lnTo>
                  <a:pt x="126178" y="32471"/>
                </a:lnTo>
                <a:lnTo>
                  <a:pt x="93107" y="28251"/>
                </a:lnTo>
                <a:lnTo>
                  <a:pt x="60188" y="23060"/>
                </a:lnTo>
                <a:lnTo>
                  <a:pt x="27642" y="15926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34" name="funnel-step-cap-0">
            <a:extLst xmlns:a="http://schemas.openxmlformats.org/drawingml/2006/main">
              <a:ext uri="{FF2B5EF4-FFF2-40B4-BE49-F238E27FC236}">
                <a16:creationId xmlns:a16="http://schemas.microsoft.com/office/drawing/2014/main" id="{43B80F06-1BAC-4AE2-9E8D-439EDEB14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52750" y="2390775"/>
            <a:ext cx="33337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35" name="funnel-step-body-1">
            <a:extLst xmlns:a="http://schemas.openxmlformats.org/drawingml/2006/main">
              <a:ext uri="{FF2B5EF4-FFF2-40B4-BE49-F238E27FC236}">
                <a16:creationId xmlns:a16="http://schemas.microsoft.com/office/drawing/2014/main" id="{51D7C6D9-46A9-473F-B319-DB10C6D71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451860" y="3727418"/>
            <a:ext cx="2334397" cy="1110520"/>
          </a:xfrm>
          <a:custGeom xmlns:a="http://schemas.openxmlformats.org/drawingml/2006/main">
            <a:pathLst>
              <a:path w="2334397" h="1110520">
                <a:moveTo>
                  <a:pt x="0" y="0"/>
                </a:moveTo>
                <a:lnTo>
                  <a:pt x="8906" y="24060"/>
                </a:lnTo>
                <a:lnTo>
                  <a:pt x="17812" y="48120"/>
                </a:lnTo>
                <a:lnTo>
                  <a:pt x="26718" y="72180"/>
                </a:lnTo>
                <a:lnTo>
                  <a:pt x="35633" y="96241"/>
                </a:lnTo>
                <a:lnTo>
                  <a:pt x="44539" y="120301"/>
                </a:lnTo>
                <a:lnTo>
                  <a:pt x="53445" y="144361"/>
                </a:lnTo>
                <a:lnTo>
                  <a:pt x="62351" y="168412"/>
                </a:lnTo>
                <a:lnTo>
                  <a:pt x="71257" y="192472"/>
                </a:lnTo>
                <a:lnTo>
                  <a:pt x="80162" y="216532"/>
                </a:lnTo>
                <a:lnTo>
                  <a:pt x="89078" y="240592"/>
                </a:lnTo>
                <a:lnTo>
                  <a:pt x="97984" y="264652"/>
                </a:lnTo>
                <a:lnTo>
                  <a:pt x="106890" y="288712"/>
                </a:lnTo>
                <a:lnTo>
                  <a:pt x="115795" y="312772"/>
                </a:lnTo>
                <a:lnTo>
                  <a:pt x="124701" y="336833"/>
                </a:lnTo>
                <a:lnTo>
                  <a:pt x="133607" y="360893"/>
                </a:lnTo>
                <a:lnTo>
                  <a:pt x="142513" y="384953"/>
                </a:lnTo>
                <a:lnTo>
                  <a:pt x="151428" y="409013"/>
                </a:lnTo>
                <a:lnTo>
                  <a:pt x="160334" y="433073"/>
                </a:lnTo>
                <a:lnTo>
                  <a:pt x="169240" y="457124"/>
                </a:lnTo>
                <a:lnTo>
                  <a:pt x="178146" y="481184"/>
                </a:lnTo>
                <a:lnTo>
                  <a:pt x="187052" y="505244"/>
                </a:lnTo>
                <a:lnTo>
                  <a:pt x="195958" y="529304"/>
                </a:lnTo>
                <a:lnTo>
                  <a:pt x="204873" y="553364"/>
                </a:lnTo>
                <a:lnTo>
                  <a:pt x="213779" y="577425"/>
                </a:lnTo>
                <a:lnTo>
                  <a:pt x="222685" y="601485"/>
                </a:lnTo>
                <a:lnTo>
                  <a:pt x="231591" y="625545"/>
                </a:lnTo>
                <a:lnTo>
                  <a:pt x="240497" y="649605"/>
                </a:lnTo>
                <a:lnTo>
                  <a:pt x="249403" y="673665"/>
                </a:lnTo>
                <a:lnTo>
                  <a:pt x="258308" y="697725"/>
                </a:lnTo>
                <a:lnTo>
                  <a:pt x="267224" y="721785"/>
                </a:lnTo>
                <a:lnTo>
                  <a:pt x="276130" y="745846"/>
                </a:lnTo>
                <a:lnTo>
                  <a:pt x="285036" y="769896"/>
                </a:lnTo>
                <a:lnTo>
                  <a:pt x="293942" y="793956"/>
                </a:lnTo>
                <a:lnTo>
                  <a:pt x="302847" y="818017"/>
                </a:lnTo>
                <a:lnTo>
                  <a:pt x="311753" y="842077"/>
                </a:lnTo>
                <a:lnTo>
                  <a:pt x="320669" y="866137"/>
                </a:lnTo>
                <a:lnTo>
                  <a:pt x="329575" y="890197"/>
                </a:lnTo>
                <a:lnTo>
                  <a:pt x="338480" y="914257"/>
                </a:lnTo>
                <a:lnTo>
                  <a:pt x="347386" y="938317"/>
                </a:lnTo>
                <a:lnTo>
                  <a:pt x="356292" y="962377"/>
                </a:lnTo>
                <a:lnTo>
                  <a:pt x="365198" y="986438"/>
                </a:lnTo>
                <a:lnTo>
                  <a:pt x="374113" y="1010498"/>
                </a:lnTo>
                <a:lnTo>
                  <a:pt x="382419" y="1034691"/>
                </a:lnTo>
                <a:lnTo>
                  <a:pt x="401222" y="1051093"/>
                </a:lnTo>
                <a:lnTo>
                  <a:pt x="425263" y="1059990"/>
                </a:lnTo>
                <a:lnTo>
                  <a:pt x="450094" y="1066438"/>
                </a:lnTo>
                <a:lnTo>
                  <a:pt x="475221" y="1071591"/>
                </a:lnTo>
                <a:lnTo>
                  <a:pt x="500510" y="1075925"/>
                </a:lnTo>
                <a:lnTo>
                  <a:pt x="525885" y="1079659"/>
                </a:lnTo>
                <a:lnTo>
                  <a:pt x="551326" y="1082954"/>
                </a:lnTo>
                <a:lnTo>
                  <a:pt x="576815" y="1085879"/>
                </a:lnTo>
                <a:lnTo>
                  <a:pt x="602332" y="1088517"/>
                </a:lnTo>
                <a:lnTo>
                  <a:pt x="627878" y="1090898"/>
                </a:lnTo>
                <a:lnTo>
                  <a:pt x="653444" y="1093060"/>
                </a:lnTo>
                <a:lnTo>
                  <a:pt x="679028" y="1095032"/>
                </a:lnTo>
                <a:lnTo>
                  <a:pt x="704612" y="1096842"/>
                </a:lnTo>
                <a:lnTo>
                  <a:pt x="730215" y="1098490"/>
                </a:lnTo>
                <a:lnTo>
                  <a:pt x="755828" y="1099995"/>
                </a:lnTo>
                <a:lnTo>
                  <a:pt x="781450" y="1101376"/>
                </a:lnTo>
                <a:lnTo>
                  <a:pt x="807072" y="1102633"/>
                </a:lnTo>
                <a:lnTo>
                  <a:pt x="832704" y="1103786"/>
                </a:lnTo>
                <a:lnTo>
                  <a:pt x="858336" y="1104824"/>
                </a:lnTo>
                <a:lnTo>
                  <a:pt x="883977" y="1105767"/>
                </a:lnTo>
                <a:lnTo>
                  <a:pt x="909618" y="1106615"/>
                </a:lnTo>
                <a:lnTo>
                  <a:pt x="935260" y="1107377"/>
                </a:lnTo>
                <a:lnTo>
                  <a:pt x="960901" y="1108043"/>
                </a:lnTo>
                <a:lnTo>
                  <a:pt x="986552" y="1108634"/>
                </a:lnTo>
                <a:lnTo>
                  <a:pt x="1012203" y="1109129"/>
                </a:lnTo>
                <a:lnTo>
                  <a:pt x="1037854" y="1109558"/>
                </a:lnTo>
                <a:lnTo>
                  <a:pt x="1063504" y="1109901"/>
                </a:lnTo>
                <a:lnTo>
                  <a:pt x="1089165" y="1110167"/>
                </a:lnTo>
                <a:lnTo>
                  <a:pt x="1114816" y="1110358"/>
                </a:lnTo>
                <a:lnTo>
                  <a:pt x="1140476" y="1110472"/>
                </a:lnTo>
                <a:lnTo>
                  <a:pt x="1166127" y="1110520"/>
                </a:lnTo>
                <a:lnTo>
                  <a:pt x="1191787" y="1110482"/>
                </a:lnTo>
                <a:lnTo>
                  <a:pt x="1217438" y="1110377"/>
                </a:lnTo>
                <a:lnTo>
                  <a:pt x="1243089" y="1110196"/>
                </a:lnTo>
                <a:lnTo>
                  <a:pt x="1268749" y="1109939"/>
                </a:lnTo>
                <a:lnTo>
                  <a:pt x="1294400" y="1109605"/>
                </a:lnTo>
                <a:lnTo>
                  <a:pt x="1320051" y="1109186"/>
                </a:lnTo>
                <a:lnTo>
                  <a:pt x="1345702" y="1108700"/>
                </a:lnTo>
                <a:lnTo>
                  <a:pt x="1371352" y="1108119"/>
                </a:lnTo>
                <a:lnTo>
                  <a:pt x="1396994" y="1107462"/>
                </a:lnTo>
                <a:lnTo>
                  <a:pt x="1422644" y="1106719"/>
                </a:lnTo>
                <a:lnTo>
                  <a:pt x="1448286" y="1105881"/>
                </a:lnTo>
                <a:lnTo>
                  <a:pt x="1473927" y="1104957"/>
                </a:lnTo>
                <a:lnTo>
                  <a:pt x="1499559" y="1103919"/>
                </a:lnTo>
                <a:lnTo>
                  <a:pt x="1525191" y="1102795"/>
                </a:lnTo>
                <a:lnTo>
                  <a:pt x="1550813" y="1101547"/>
                </a:lnTo>
                <a:lnTo>
                  <a:pt x="1576435" y="1100185"/>
                </a:lnTo>
                <a:lnTo>
                  <a:pt x="1602048" y="1098690"/>
                </a:lnTo>
                <a:lnTo>
                  <a:pt x="1627642" y="1097051"/>
                </a:lnTo>
                <a:lnTo>
                  <a:pt x="1653235" y="1095280"/>
                </a:lnTo>
                <a:lnTo>
                  <a:pt x="1678819" y="1093327"/>
                </a:lnTo>
                <a:lnTo>
                  <a:pt x="1704384" y="1091184"/>
                </a:lnTo>
                <a:lnTo>
                  <a:pt x="1729931" y="1088831"/>
                </a:lnTo>
                <a:lnTo>
                  <a:pt x="1755458" y="1086231"/>
                </a:lnTo>
                <a:lnTo>
                  <a:pt x="1780946" y="1083345"/>
                </a:lnTo>
                <a:lnTo>
                  <a:pt x="1806397" y="1080106"/>
                </a:lnTo>
                <a:lnTo>
                  <a:pt x="1831791" y="1076430"/>
                </a:lnTo>
                <a:lnTo>
                  <a:pt x="1857089" y="1072182"/>
                </a:lnTo>
                <a:lnTo>
                  <a:pt x="1882245" y="1067152"/>
                </a:lnTo>
                <a:lnTo>
                  <a:pt x="1907124" y="1060914"/>
                </a:lnTo>
                <a:lnTo>
                  <a:pt x="1931327" y="1052455"/>
                </a:lnTo>
                <a:lnTo>
                  <a:pt x="1951853" y="1037711"/>
                </a:lnTo>
                <a:lnTo>
                  <a:pt x="1960283" y="1013565"/>
                </a:lnTo>
                <a:lnTo>
                  <a:pt x="1969189" y="989505"/>
                </a:lnTo>
                <a:lnTo>
                  <a:pt x="1978095" y="965444"/>
                </a:lnTo>
                <a:lnTo>
                  <a:pt x="1987010" y="941384"/>
                </a:lnTo>
                <a:lnTo>
                  <a:pt x="1995916" y="917324"/>
                </a:lnTo>
                <a:lnTo>
                  <a:pt x="2004822" y="893274"/>
                </a:lnTo>
                <a:lnTo>
                  <a:pt x="2013728" y="869213"/>
                </a:lnTo>
                <a:lnTo>
                  <a:pt x="2022634" y="845153"/>
                </a:lnTo>
                <a:lnTo>
                  <a:pt x="2031540" y="821093"/>
                </a:lnTo>
                <a:lnTo>
                  <a:pt x="2040455" y="797033"/>
                </a:lnTo>
                <a:lnTo>
                  <a:pt x="2049361" y="772973"/>
                </a:lnTo>
                <a:lnTo>
                  <a:pt x="2058267" y="748913"/>
                </a:lnTo>
                <a:lnTo>
                  <a:pt x="2067173" y="724853"/>
                </a:lnTo>
                <a:lnTo>
                  <a:pt x="2076079" y="700792"/>
                </a:lnTo>
                <a:lnTo>
                  <a:pt x="2084984" y="676732"/>
                </a:lnTo>
                <a:lnTo>
                  <a:pt x="2093890" y="652672"/>
                </a:lnTo>
                <a:lnTo>
                  <a:pt x="2102806" y="628612"/>
                </a:lnTo>
                <a:lnTo>
                  <a:pt x="2111712" y="604552"/>
                </a:lnTo>
                <a:lnTo>
                  <a:pt x="2120617" y="580501"/>
                </a:lnTo>
                <a:lnTo>
                  <a:pt x="2129523" y="556441"/>
                </a:lnTo>
                <a:lnTo>
                  <a:pt x="2138429" y="532381"/>
                </a:lnTo>
                <a:lnTo>
                  <a:pt x="2147335" y="508321"/>
                </a:lnTo>
                <a:lnTo>
                  <a:pt x="2156250" y="484261"/>
                </a:lnTo>
                <a:lnTo>
                  <a:pt x="2165156" y="460200"/>
                </a:lnTo>
                <a:lnTo>
                  <a:pt x="2174062" y="436140"/>
                </a:lnTo>
                <a:lnTo>
                  <a:pt x="2182968" y="412080"/>
                </a:lnTo>
                <a:lnTo>
                  <a:pt x="2191874" y="388020"/>
                </a:lnTo>
                <a:lnTo>
                  <a:pt x="2200780" y="363960"/>
                </a:lnTo>
                <a:lnTo>
                  <a:pt x="2209686" y="339900"/>
                </a:lnTo>
                <a:lnTo>
                  <a:pt x="2218601" y="315839"/>
                </a:lnTo>
                <a:lnTo>
                  <a:pt x="2227507" y="291779"/>
                </a:lnTo>
                <a:lnTo>
                  <a:pt x="2236413" y="267729"/>
                </a:lnTo>
                <a:lnTo>
                  <a:pt x="2245319" y="243669"/>
                </a:lnTo>
                <a:lnTo>
                  <a:pt x="2254225" y="219608"/>
                </a:lnTo>
                <a:lnTo>
                  <a:pt x="2263130" y="195548"/>
                </a:lnTo>
                <a:lnTo>
                  <a:pt x="2272046" y="171488"/>
                </a:lnTo>
                <a:lnTo>
                  <a:pt x="2280952" y="147428"/>
                </a:lnTo>
                <a:lnTo>
                  <a:pt x="2289858" y="123368"/>
                </a:lnTo>
                <a:lnTo>
                  <a:pt x="2298764" y="99308"/>
                </a:lnTo>
                <a:lnTo>
                  <a:pt x="2307669" y="75248"/>
                </a:lnTo>
                <a:lnTo>
                  <a:pt x="2316575" y="51187"/>
                </a:lnTo>
                <a:lnTo>
                  <a:pt x="2325481" y="27127"/>
                </a:lnTo>
                <a:lnTo>
                  <a:pt x="2334397" y="3067"/>
                </a:lnTo>
                <a:lnTo>
                  <a:pt x="2319804" y="14411"/>
                </a:lnTo>
                <a:lnTo>
                  <a:pt x="2295487" y="22508"/>
                </a:lnTo>
                <a:lnTo>
                  <a:pt x="2270474" y="28223"/>
                </a:lnTo>
                <a:lnTo>
                  <a:pt x="2245233" y="32776"/>
                </a:lnTo>
                <a:lnTo>
                  <a:pt x="2219868" y="36624"/>
                </a:lnTo>
                <a:lnTo>
                  <a:pt x="2194427" y="39976"/>
                </a:lnTo>
                <a:lnTo>
                  <a:pt x="2168947" y="42958"/>
                </a:lnTo>
                <a:lnTo>
                  <a:pt x="2143430" y="45634"/>
                </a:lnTo>
                <a:lnTo>
                  <a:pt x="2117893" y="48073"/>
                </a:lnTo>
                <a:lnTo>
                  <a:pt x="2092338" y="50311"/>
                </a:lnTo>
                <a:lnTo>
                  <a:pt x="2066763" y="52378"/>
                </a:lnTo>
                <a:lnTo>
                  <a:pt x="2041179" y="54293"/>
                </a:lnTo>
                <a:lnTo>
                  <a:pt x="2015585" y="56074"/>
                </a:lnTo>
                <a:lnTo>
                  <a:pt x="1989992" y="57750"/>
                </a:lnTo>
                <a:lnTo>
                  <a:pt x="1964379" y="59303"/>
                </a:lnTo>
                <a:lnTo>
                  <a:pt x="1938766" y="60760"/>
                </a:lnTo>
                <a:lnTo>
                  <a:pt x="1913144" y="62132"/>
                </a:lnTo>
                <a:lnTo>
                  <a:pt x="1887522" y="63427"/>
                </a:lnTo>
                <a:lnTo>
                  <a:pt x="1861899" y="64637"/>
                </a:lnTo>
                <a:lnTo>
                  <a:pt x="1836268" y="65780"/>
                </a:lnTo>
                <a:lnTo>
                  <a:pt x="1810636" y="66856"/>
                </a:lnTo>
                <a:lnTo>
                  <a:pt x="1785004" y="67866"/>
                </a:lnTo>
                <a:lnTo>
                  <a:pt x="1759363" y="68818"/>
                </a:lnTo>
                <a:lnTo>
                  <a:pt x="1733721" y="69723"/>
                </a:lnTo>
                <a:lnTo>
                  <a:pt x="1708080" y="70561"/>
                </a:lnTo>
                <a:lnTo>
                  <a:pt x="1682439" y="71352"/>
                </a:lnTo>
                <a:lnTo>
                  <a:pt x="1656798" y="72104"/>
                </a:lnTo>
                <a:lnTo>
                  <a:pt x="1631147" y="72800"/>
                </a:lnTo>
                <a:lnTo>
                  <a:pt x="1605505" y="73447"/>
                </a:lnTo>
                <a:lnTo>
                  <a:pt x="1579855" y="74057"/>
                </a:lnTo>
                <a:lnTo>
                  <a:pt x="1554204" y="74619"/>
                </a:lnTo>
                <a:lnTo>
                  <a:pt x="1528553" y="75143"/>
                </a:lnTo>
                <a:lnTo>
                  <a:pt x="1502902" y="75629"/>
                </a:lnTo>
                <a:lnTo>
                  <a:pt x="1477251" y="76067"/>
                </a:lnTo>
                <a:lnTo>
                  <a:pt x="1451600" y="76476"/>
                </a:lnTo>
                <a:lnTo>
                  <a:pt x="1425950" y="76848"/>
                </a:lnTo>
                <a:lnTo>
                  <a:pt x="1400299" y="77172"/>
                </a:lnTo>
                <a:lnTo>
                  <a:pt x="1374638" y="77467"/>
                </a:lnTo>
                <a:lnTo>
                  <a:pt x="1348988" y="77734"/>
                </a:lnTo>
                <a:lnTo>
                  <a:pt x="1323337" y="77953"/>
                </a:lnTo>
                <a:lnTo>
                  <a:pt x="1297676" y="78143"/>
                </a:lnTo>
                <a:lnTo>
                  <a:pt x="1272026" y="78296"/>
                </a:lnTo>
                <a:lnTo>
                  <a:pt x="1246365" y="78419"/>
                </a:lnTo>
                <a:lnTo>
                  <a:pt x="1220714" y="78505"/>
                </a:lnTo>
                <a:lnTo>
                  <a:pt x="1195054" y="78562"/>
                </a:lnTo>
                <a:lnTo>
                  <a:pt x="1169403" y="78581"/>
                </a:lnTo>
                <a:lnTo>
                  <a:pt x="1143743" y="78562"/>
                </a:lnTo>
                <a:lnTo>
                  <a:pt x="1118092" y="78515"/>
                </a:lnTo>
                <a:lnTo>
                  <a:pt x="1092441" y="78429"/>
                </a:lnTo>
                <a:lnTo>
                  <a:pt x="1066781" y="78315"/>
                </a:lnTo>
                <a:lnTo>
                  <a:pt x="1041130" y="78162"/>
                </a:lnTo>
                <a:lnTo>
                  <a:pt x="1015470" y="77981"/>
                </a:lnTo>
                <a:lnTo>
                  <a:pt x="989819" y="77762"/>
                </a:lnTo>
                <a:lnTo>
                  <a:pt x="964168" y="77505"/>
                </a:lnTo>
                <a:lnTo>
                  <a:pt x="938508" y="77219"/>
                </a:lnTo>
                <a:lnTo>
                  <a:pt x="912857" y="76886"/>
                </a:lnTo>
                <a:lnTo>
                  <a:pt x="887206" y="76524"/>
                </a:lnTo>
                <a:lnTo>
                  <a:pt x="861555" y="76124"/>
                </a:lnTo>
                <a:lnTo>
                  <a:pt x="835904" y="75686"/>
                </a:lnTo>
                <a:lnTo>
                  <a:pt x="810254" y="75209"/>
                </a:lnTo>
                <a:lnTo>
                  <a:pt x="784603" y="74686"/>
                </a:lnTo>
                <a:lnTo>
                  <a:pt x="758952" y="74133"/>
                </a:lnTo>
                <a:lnTo>
                  <a:pt x="733301" y="73533"/>
                </a:lnTo>
                <a:lnTo>
                  <a:pt x="707650" y="72885"/>
                </a:lnTo>
                <a:lnTo>
                  <a:pt x="682009" y="72190"/>
                </a:lnTo>
                <a:lnTo>
                  <a:pt x="656368" y="71457"/>
                </a:lnTo>
                <a:lnTo>
                  <a:pt x="630717" y="70666"/>
                </a:lnTo>
                <a:lnTo>
                  <a:pt x="605076" y="69828"/>
                </a:lnTo>
                <a:lnTo>
                  <a:pt x="579444" y="68942"/>
                </a:lnTo>
                <a:lnTo>
                  <a:pt x="553803" y="67989"/>
                </a:lnTo>
                <a:lnTo>
                  <a:pt x="528171" y="66989"/>
                </a:lnTo>
                <a:lnTo>
                  <a:pt x="502529" y="65923"/>
                </a:lnTo>
                <a:lnTo>
                  <a:pt x="476907" y="64789"/>
                </a:lnTo>
                <a:lnTo>
                  <a:pt x="451275" y="63589"/>
                </a:lnTo>
                <a:lnTo>
                  <a:pt x="425653" y="62303"/>
                </a:lnTo>
                <a:lnTo>
                  <a:pt x="400031" y="60941"/>
                </a:lnTo>
                <a:lnTo>
                  <a:pt x="374418" y="59493"/>
                </a:lnTo>
                <a:lnTo>
                  <a:pt x="348815" y="57950"/>
                </a:lnTo>
                <a:lnTo>
                  <a:pt x="323212" y="56302"/>
                </a:lnTo>
                <a:lnTo>
                  <a:pt x="297618" y="54521"/>
                </a:lnTo>
                <a:lnTo>
                  <a:pt x="272024" y="52635"/>
                </a:lnTo>
                <a:lnTo>
                  <a:pt x="246459" y="50587"/>
                </a:lnTo>
                <a:lnTo>
                  <a:pt x="220894" y="48368"/>
                </a:lnTo>
                <a:lnTo>
                  <a:pt x="195358" y="45958"/>
                </a:lnTo>
                <a:lnTo>
                  <a:pt x="169840" y="43310"/>
                </a:lnTo>
                <a:lnTo>
                  <a:pt x="144351" y="40376"/>
                </a:lnTo>
                <a:lnTo>
                  <a:pt x="118910" y="37081"/>
                </a:lnTo>
                <a:lnTo>
                  <a:pt x="93536" y="33309"/>
                </a:lnTo>
                <a:lnTo>
                  <a:pt x="68266" y="28851"/>
                </a:lnTo>
                <a:lnTo>
                  <a:pt x="43215" y="23327"/>
                </a:lnTo>
                <a:lnTo>
                  <a:pt x="18745" y="15678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36" name="funnel-step-cap-1">
            <a:extLst xmlns:a="http://schemas.openxmlformats.org/drawingml/2006/main">
              <a:ext uri="{FF2B5EF4-FFF2-40B4-BE49-F238E27FC236}">
                <a16:creationId xmlns:a16="http://schemas.microsoft.com/office/drawing/2014/main" id="{D83FDEDF-DD69-48A9-8CE0-F285DC0EF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451879" y="3603622"/>
            <a:ext cx="2335482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7EAC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37" name="funnel-step-body-2">
            <a:extLst xmlns:a="http://schemas.openxmlformats.org/drawingml/2006/main">
              <a:ext uri="{FF2B5EF4-FFF2-40B4-BE49-F238E27FC236}">
                <a16:creationId xmlns:a16="http://schemas.microsoft.com/office/drawing/2014/main" id="{765F41D0-DE24-45FE-8E64-03D49356E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833908" y="4940332"/>
            <a:ext cx="1570082" cy="1110425"/>
          </a:xfrm>
          <a:custGeom xmlns:a="http://schemas.openxmlformats.org/drawingml/2006/main">
            <a:pathLst>
              <a:path w="1570082" h="1110425">
                <a:moveTo>
                  <a:pt x="0" y="0"/>
                </a:moveTo>
                <a:lnTo>
                  <a:pt x="6239" y="18536"/>
                </a:lnTo>
                <a:lnTo>
                  <a:pt x="12487" y="37071"/>
                </a:lnTo>
                <a:lnTo>
                  <a:pt x="18726" y="55607"/>
                </a:lnTo>
                <a:lnTo>
                  <a:pt x="24975" y="74133"/>
                </a:lnTo>
                <a:lnTo>
                  <a:pt x="31213" y="92669"/>
                </a:lnTo>
                <a:lnTo>
                  <a:pt x="37462" y="111204"/>
                </a:lnTo>
                <a:lnTo>
                  <a:pt x="43701" y="129740"/>
                </a:lnTo>
                <a:lnTo>
                  <a:pt x="49949" y="148276"/>
                </a:lnTo>
                <a:lnTo>
                  <a:pt x="56188" y="166811"/>
                </a:lnTo>
                <a:lnTo>
                  <a:pt x="62427" y="185347"/>
                </a:lnTo>
                <a:lnTo>
                  <a:pt x="68675" y="203883"/>
                </a:lnTo>
                <a:lnTo>
                  <a:pt x="74914" y="222409"/>
                </a:lnTo>
                <a:lnTo>
                  <a:pt x="81163" y="240944"/>
                </a:lnTo>
                <a:lnTo>
                  <a:pt x="87401" y="259480"/>
                </a:lnTo>
                <a:lnTo>
                  <a:pt x="93650" y="278016"/>
                </a:lnTo>
                <a:lnTo>
                  <a:pt x="99889" y="296551"/>
                </a:lnTo>
                <a:lnTo>
                  <a:pt x="106137" y="315087"/>
                </a:lnTo>
                <a:lnTo>
                  <a:pt x="112376" y="333623"/>
                </a:lnTo>
                <a:lnTo>
                  <a:pt x="118615" y="352149"/>
                </a:lnTo>
                <a:lnTo>
                  <a:pt x="124863" y="370684"/>
                </a:lnTo>
                <a:lnTo>
                  <a:pt x="131102" y="389220"/>
                </a:lnTo>
                <a:lnTo>
                  <a:pt x="137351" y="407756"/>
                </a:lnTo>
                <a:lnTo>
                  <a:pt x="143589" y="426291"/>
                </a:lnTo>
                <a:lnTo>
                  <a:pt x="149838" y="444827"/>
                </a:lnTo>
                <a:lnTo>
                  <a:pt x="156077" y="463363"/>
                </a:lnTo>
                <a:lnTo>
                  <a:pt x="162325" y="481889"/>
                </a:lnTo>
                <a:lnTo>
                  <a:pt x="168564" y="500424"/>
                </a:lnTo>
                <a:lnTo>
                  <a:pt x="174812" y="518960"/>
                </a:lnTo>
                <a:lnTo>
                  <a:pt x="181051" y="537496"/>
                </a:lnTo>
                <a:lnTo>
                  <a:pt x="187290" y="556031"/>
                </a:lnTo>
                <a:lnTo>
                  <a:pt x="193538" y="574567"/>
                </a:lnTo>
                <a:lnTo>
                  <a:pt x="199777" y="593103"/>
                </a:lnTo>
                <a:lnTo>
                  <a:pt x="206026" y="611638"/>
                </a:lnTo>
                <a:lnTo>
                  <a:pt x="212265" y="630164"/>
                </a:lnTo>
                <a:lnTo>
                  <a:pt x="218513" y="648700"/>
                </a:lnTo>
                <a:lnTo>
                  <a:pt x="224752" y="667236"/>
                </a:lnTo>
                <a:lnTo>
                  <a:pt x="231000" y="685771"/>
                </a:lnTo>
                <a:lnTo>
                  <a:pt x="237239" y="704307"/>
                </a:lnTo>
                <a:lnTo>
                  <a:pt x="243478" y="722843"/>
                </a:lnTo>
                <a:lnTo>
                  <a:pt x="249726" y="741378"/>
                </a:lnTo>
                <a:lnTo>
                  <a:pt x="255965" y="759905"/>
                </a:lnTo>
                <a:lnTo>
                  <a:pt x="262214" y="778440"/>
                </a:lnTo>
                <a:lnTo>
                  <a:pt x="268453" y="796976"/>
                </a:lnTo>
                <a:lnTo>
                  <a:pt x="274701" y="815511"/>
                </a:lnTo>
                <a:lnTo>
                  <a:pt x="280940" y="834047"/>
                </a:lnTo>
                <a:lnTo>
                  <a:pt x="287188" y="852583"/>
                </a:lnTo>
                <a:lnTo>
                  <a:pt x="293427" y="871118"/>
                </a:lnTo>
                <a:lnTo>
                  <a:pt x="299666" y="889654"/>
                </a:lnTo>
                <a:lnTo>
                  <a:pt x="305914" y="908180"/>
                </a:lnTo>
                <a:lnTo>
                  <a:pt x="312153" y="926716"/>
                </a:lnTo>
                <a:lnTo>
                  <a:pt x="318402" y="945251"/>
                </a:lnTo>
                <a:lnTo>
                  <a:pt x="324641" y="963787"/>
                </a:lnTo>
                <a:lnTo>
                  <a:pt x="330889" y="982323"/>
                </a:lnTo>
                <a:lnTo>
                  <a:pt x="337128" y="1000858"/>
                </a:lnTo>
                <a:lnTo>
                  <a:pt x="343376" y="1019394"/>
                </a:lnTo>
                <a:lnTo>
                  <a:pt x="348653" y="1038139"/>
                </a:lnTo>
                <a:lnTo>
                  <a:pt x="360845" y="1053074"/>
                </a:lnTo>
                <a:lnTo>
                  <a:pt x="377695" y="1062923"/>
                </a:lnTo>
                <a:lnTo>
                  <a:pt x="395830" y="1070229"/>
                </a:lnTo>
                <a:lnTo>
                  <a:pt x="414490" y="1076068"/>
                </a:lnTo>
                <a:lnTo>
                  <a:pt x="433435" y="1080926"/>
                </a:lnTo>
                <a:lnTo>
                  <a:pt x="452552" y="1085069"/>
                </a:lnTo>
                <a:lnTo>
                  <a:pt x="471773" y="1088660"/>
                </a:lnTo>
                <a:lnTo>
                  <a:pt x="491080" y="1091803"/>
                </a:lnTo>
                <a:lnTo>
                  <a:pt x="510435" y="1094575"/>
                </a:lnTo>
                <a:lnTo>
                  <a:pt x="529838" y="1097032"/>
                </a:lnTo>
                <a:lnTo>
                  <a:pt x="549278" y="1099214"/>
                </a:lnTo>
                <a:lnTo>
                  <a:pt x="568738" y="1101147"/>
                </a:lnTo>
                <a:lnTo>
                  <a:pt x="588216" y="1102843"/>
                </a:lnTo>
                <a:lnTo>
                  <a:pt x="607724" y="1104348"/>
                </a:lnTo>
                <a:lnTo>
                  <a:pt x="627231" y="1105662"/>
                </a:lnTo>
                <a:lnTo>
                  <a:pt x="646757" y="1106795"/>
                </a:lnTo>
                <a:lnTo>
                  <a:pt x="666293" y="1107767"/>
                </a:lnTo>
                <a:lnTo>
                  <a:pt x="685829" y="1108577"/>
                </a:lnTo>
                <a:lnTo>
                  <a:pt x="705374" y="1109234"/>
                </a:lnTo>
                <a:lnTo>
                  <a:pt x="724929" y="1109748"/>
                </a:lnTo>
                <a:lnTo>
                  <a:pt x="744484" y="1110110"/>
                </a:lnTo>
                <a:lnTo>
                  <a:pt x="764038" y="1110339"/>
                </a:lnTo>
                <a:lnTo>
                  <a:pt x="783593" y="1110425"/>
                </a:lnTo>
                <a:lnTo>
                  <a:pt x="803158" y="1110367"/>
                </a:lnTo>
                <a:lnTo>
                  <a:pt x="822712" y="1110167"/>
                </a:lnTo>
                <a:lnTo>
                  <a:pt x="842267" y="1109834"/>
                </a:lnTo>
                <a:lnTo>
                  <a:pt x="861812" y="1109358"/>
                </a:lnTo>
                <a:lnTo>
                  <a:pt x="881367" y="1108729"/>
                </a:lnTo>
                <a:lnTo>
                  <a:pt x="900903" y="1107958"/>
                </a:lnTo>
                <a:lnTo>
                  <a:pt x="920439" y="1107024"/>
                </a:lnTo>
                <a:lnTo>
                  <a:pt x="939965" y="1105919"/>
                </a:lnTo>
                <a:lnTo>
                  <a:pt x="959482" y="1104643"/>
                </a:lnTo>
                <a:lnTo>
                  <a:pt x="978989" y="1103186"/>
                </a:lnTo>
                <a:lnTo>
                  <a:pt x="998477" y="1101528"/>
                </a:lnTo>
                <a:lnTo>
                  <a:pt x="1017937" y="1099642"/>
                </a:lnTo>
                <a:lnTo>
                  <a:pt x="1037387" y="1097528"/>
                </a:lnTo>
                <a:lnTo>
                  <a:pt x="1056789" y="1095137"/>
                </a:lnTo>
                <a:lnTo>
                  <a:pt x="1076163" y="1092432"/>
                </a:lnTo>
                <a:lnTo>
                  <a:pt x="1095480" y="1089374"/>
                </a:lnTo>
                <a:lnTo>
                  <a:pt x="1114720" y="1085888"/>
                </a:lnTo>
                <a:lnTo>
                  <a:pt x="1133866" y="1081878"/>
                </a:lnTo>
                <a:lnTo>
                  <a:pt x="1152849" y="1077192"/>
                </a:lnTo>
                <a:lnTo>
                  <a:pt x="1171594" y="1071601"/>
                </a:lnTo>
                <a:lnTo>
                  <a:pt x="1189873" y="1064676"/>
                </a:lnTo>
                <a:lnTo>
                  <a:pt x="1207132" y="1055522"/>
                </a:lnTo>
                <a:lnTo>
                  <a:pt x="1221010" y="1041978"/>
                </a:lnTo>
                <a:lnTo>
                  <a:pt x="1226706" y="1023414"/>
                </a:lnTo>
                <a:lnTo>
                  <a:pt x="1232954" y="1004878"/>
                </a:lnTo>
                <a:lnTo>
                  <a:pt x="1239193" y="986342"/>
                </a:lnTo>
                <a:lnTo>
                  <a:pt x="1245441" y="967807"/>
                </a:lnTo>
                <a:lnTo>
                  <a:pt x="1251680" y="949271"/>
                </a:lnTo>
                <a:lnTo>
                  <a:pt x="1257919" y="930735"/>
                </a:lnTo>
                <a:lnTo>
                  <a:pt x="1264168" y="912200"/>
                </a:lnTo>
                <a:lnTo>
                  <a:pt x="1270406" y="893674"/>
                </a:lnTo>
                <a:lnTo>
                  <a:pt x="1276655" y="875138"/>
                </a:lnTo>
                <a:lnTo>
                  <a:pt x="1282894" y="856602"/>
                </a:lnTo>
                <a:lnTo>
                  <a:pt x="1289142" y="838067"/>
                </a:lnTo>
                <a:lnTo>
                  <a:pt x="1295381" y="819531"/>
                </a:lnTo>
                <a:lnTo>
                  <a:pt x="1301629" y="800995"/>
                </a:lnTo>
                <a:lnTo>
                  <a:pt x="1307868" y="782460"/>
                </a:lnTo>
                <a:lnTo>
                  <a:pt x="1314117" y="763924"/>
                </a:lnTo>
                <a:lnTo>
                  <a:pt x="1320356" y="745398"/>
                </a:lnTo>
                <a:lnTo>
                  <a:pt x="1326594" y="726862"/>
                </a:lnTo>
                <a:lnTo>
                  <a:pt x="1332843" y="708327"/>
                </a:lnTo>
                <a:lnTo>
                  <a:pt x="1339082" y="689791"/>
                </a:lnTo>
                <a:lnTo>
                  <a:pt x="1345330" y="671255"/>
                </a:lnTo>
                <a:lnTo>
                  <a:pt x="1351569" y="652720"/>
                </a:lnTo>
                <a:lnTo>
                  <a:pt x="1357817" y="634184"/>
                </a:lnTo>
                <a:lnTo>
                  <a:pt x="1364056" y="615658"/>
                </a:lnTo>
                <a:lnTo>
                  <a:pt x="1370305" y="597122"/>
                </a:lnTo>
                <a:lnTo>
                  <a:pt x="1376543" y="578587"/>
                </a:lnTo>
                <a:lnTo>
                  <a:pt x="1382782" y="560051"/>
                </a:lnTo>
                <a:lnTo>
                  <a:pt x="1389031" y="541515"/>
                </a:lnTo>
                <a:lnTo>
                  <a:pt x="1395270" y="522980"/>
                </a:lnTo>
                <a:lnTo>
                  <a:pt x="1401518" y="504444"/>
                </a:lnTo>
                <a:lnTo>
                  <a:pt x="1407757" y="485908"/>
                </a:lnTo>
                <a:lnTo>
                  <a:pt x="1414005" y="467382"/>
                </a:lnTo>
                <a:lnTo>
                  <a:pt x="1420244" y="448847"/>
                </a:lnTo>
                <a:lnTo>
                  <a:pt x="1426493" y="430311"/>
                </a:lnTo>
                <a:lnTo>
                  <a:pt x="1432731" y="411775"/>
                </a:lnTo>
                <a:lnTo>
                  <a:pt x="1438970" y="393240"/>
                </a:lnTo>
                <a:lnTo>
                  <a:pt x="1445219" y="374704"/>
                </a:lnTo>
                <a:lnTo>
                  <a:pt x="1451458" y="356168"/>
                </a:lnTo>
                <a:lnTo>
                  <a:pt x="1457706" y="337642"/>
                </a:lnTo>
                <a:lnTo>
                  <a:pt x="1463945" y="319107"/>
                </a:lnTo>
                <a:lnTo>
                  <a:pt x="1470193" y="300571"/>
                </a:lnTo>
                <a:lnTo>
                  <a:pt x="1476432" y="282035"/>
                </a:lnTo>
                <a:lnTo>
                  <a:pt x="1482681" y="263500"/>
                </a:lnTo>
                <a:lnTo>
                  <a:pt x="1488919" y="244964"/>
                </a:lnTo>
                <a:lnTo>
                  <a:pt x="1495158" y="226428"/>
                </a:lnTo>
                <a:lnTo>
                  <a:pt x="1501407" y="207902"/>
                </a:lnTo>
                <a:lnTo>
                  <a:pt x="1507646" y="189367"/>
                </a:lnTo>
                <a:lnTo>
                  <a:pt x="1513894" y="170831"/>
                </a:lnTo>
                <a:lnTo>
                  <a:pt x="1520133" y="152295"/>
                </a:lnTo>
                <a:lnTo>
                  <a:pt x="1526381" y="133760"/>
                </a:lnTo>
                <a:lnTo>
                  <a:pt x="1532620" y="115224"/>
                </a:lnTo>
                <a:lnTo>
                  <a:pt x="1538869" y="96688"/>
                </a:lnTo>
                <a:lnTo>
                  <a:pt x="1545107" y="78153"/>
                </a:lnTo>
                <a:lnTo>
                  <a:pt x="1551346" y="59627"/>
                </a:lnTo>
                <a:lnTo>
                  <a:pt x="1557595" y="41091"/>
                </a:lnTo>
                <a:lnTo>
                  <a:pt x="1563834" y="22555"/>
                </a:lnTo>
                <a:lnTo>
                  <a:pt x="1570082" y="4020"/>
                </a:lnTo>
                <a:lnTo>
                  <a:pt x="1563548" y="12497"/>
                </a:lnTo>
                <a:lnTo>
                  <a:pt x="1546374" y="21755"/>
                </a:lnTo>
                <a:lnTo>
                  <a:pt x="1527905" y="28146"/>
                </a:lnTo>
                <a:lnTo>
                  <a:pt x="1509008" y="33185"/>
                </a:lnTo>
                <a:lnTo>
                  <a:pt x="1489910" y="37386"/>
                </a:lnTo>
                <a:lnTo>
                  <a:pt x="1470689" y="41024"/>
                </a:lnTo>
                <a:lnTo>
                  <a:pt x="1451400" y="44225"/>
                </a:lnTo>
                <a:lnTo>
                  <a:pt x="1432055" y="47101"/>
                </a:lnTo>
                <a:lnTo>
                  <a:pt x="1412672" y="49701"/>
                </a:lnTo>
                <a:lnTo>
                  <a:pt x="1393260" y="52073"/>
                </a:lnTo>
                <a:lnTo>
                  <a:pt x="1373819" y="54254"/>
                </a:lnTo>
                <a:lnTo>
                  <a:pt x="1354369" y="56264"/>
                </a:lnTo>
                <a:lnTo>
                  <a:pt x="1334900" y="58112"/>
                </a:lnTo>
                <a:lnTo>
                  <a:pt x="1315412" y="59846"/>
                </a:lnTo>
                <a:lnTo>
                  <a:pt x="1295924" y="61455"/>
                </a:lnTo>
                <a:lnTo>
                  <a:pt x="1276426" y="62951"/>
                </a:lnTo>
                <a:lnTo>
                  <a:pt x="1256919" y="64351"/>
                </a:lnTo>
                <a:lnTo>
                  <a:pt x="1237402" y="65665"/>
                </a:lnTo>
                <a:lnTo>
                  <a:pt x="1217886" y="66875"/>
                </a:lnTo>
                <a:lnTo>
                  <a:pt x="1198359" y="68018"/>
                </a:lnTo>
                <a:lnTo>
                  <a:pt x="1178833" y="69085"/>
                </a:lnTo>
                <a:lnTo>
                  <a:pt x="1159297" y="70085"/>
                </a:lnTo>
                <a:lnTo>
                  <a:pt x="1139762" y="71009"/>
                </a:lnTo>
                <a:lnTo>
                  <a:pt x="1120226" y="71866"/>
                </a:lnTo>
                <a:lnTo>
                  <a:pt x="1100680" y="72676"/>
                </a:lnTo>
                <a:lnTo>
                  <a:pt x="1081145" y="73419"/>
                </a:lnTo>
                <a:lnTo>
                  <a:pt x="1061599" y="74105"/>
                </a:lnTo>
                <a:lnTo>
                  <a:pt x="1042045" y="74733"/>
                </a:lnTo>
                <a:lnTo>
                  <a:pt x="1022499" y="75324"/>
                </a:lnTo>
                <a:lnTo>
                  <a:pt x="1002944" y="75848"/>
                </a:lnTo>
                <a:lnTo>
                  <a:pt x="983399" y="76324"/>
                </a:lnTo>
                <a:lnTo>
                  <a:pt x="963844" y="76752"/>
                </a:lnTo>
                <a:lnTo>
                  <a:pt x="944289" y="77133"/>
                </a:lnTo>
                <a:lnTo>
                  <a:pt x="924735" y="77476"/>
                </a:lnTo>
                <a:lnTo>
                  <a:pt x="905180" y="77762"/>
                </a:lnTo>
                <a:lnTo>
                  <a:pt x="885625" y="78010"/>
                </a:lnTo>
                <a:lnTo>
                  <a:pt x="866070" y="78210"/>
                </a:lnTo>
                <a:lnTo>
                  <a:pt x="846506" y="78372"/>
                </a:lnTo>
                <a:lnTo>
                  <a:pt x="826951" y="78486"/>
                </a:lnTo>
                <a:lnTo>
                  <a:pt x="807396" y="78553"/>
                </a:lnTo>
                <a:lnTo>
                  <a:pt x="787841" y="78581"/>
                </a:lnTo>
                <a:lnTo>
                  <a:pt x="768277" y="78562"/>
                </a:lnTo>
                <a:lnTo>
                  <a:pt x="748722" y="78505"/>
                </a:lnTo>
                <a:lnTo>
                  <a:pt x="729167" y="78400"/>
                </a:lnTo>
                <a:lnTo>
                  <a:pt x="709613" y="78248"/>
                </a:lnTo>
                <a:lnTo>
                  <a:pt x="690048" y="78057"/>
                </a:lnTo>
                <a:lnTo>
                  <a:pt x="670493" y="77819"/>
                </a:lnTo>
                <a:lnTo>
                  <a:pt x="650939" y="77543"/>
                </a:lnTo>
                <a:lnTo>
                  <a:pt x="631384" y="77210"/>
                </a:lnTo>
                <a:lnTo>
                  <a:pt x="611829" y="76838"/>
                </a:lnTo>
                <a:lnTo>
                  <a:pt x="592274" y="76419"/>
                </a:lnTo>
                <a:lnTo>
                  <a:pt x="572729" y="75952"/>
                </a:lnTo>
                <a:lnTo>
                  <a:pt x="553174" y="75438"/>
                </a:lnTo>
                <a:lnTo>
                  <a:pt x="533629" y="74867"/>
                </a:lnTo>
                <a:lnTo>
                  <a:pt x="514083" y="74247"/>
                </a:lnTo>
                <a:lnTo>
                  <a:pt x="494528" y="73571"/>
                </a:lnTo>
                <a:lnTo>
                  <a:pt x="474993" y="72838"/>
                </a:lnTo>
                <a:lnTo>
                  <a:pt x="455447" y="72047"/>
                </a:lnTo>
                <a:lnTo>
                  <a:pt x="435912" y="71199"/>
                </a:lnTo>
                <a:lnTo>
                  <a:pt x="416376" y="70285"/>
                </a:lnTo>
                <a:lnTo>
                  <a:pt x="396840" y="69313"/>
                </a:lnTo>
                <a:lnTo>
                  <a:pt x="377314" y="68256"/>
                </a:lnTo>
                <a:lnTo>
                  <a:pt x="357788" y="67132"/>
                </a:lnTo>
                <a:lnTo>
                  <a:pt x="338261" y="65932"/>
                </a:lnTo>
                <a:lnTo>
                  <a:pt x="318745" y="64646"/>
                </a:lnTo>
                <a:lnTo>
                  <a:pt x="299237" y="63265"/>
                </a:lnTo>
                <a:lnTo>
                  <a:pt x="279740" y="61789"/>
                </a:lnTo>
                <a:lnTo>
                  <a:pt x="260242" y="60208"/>
                </a:lnTo>
                <a:lnTo>
                  <a:pt x="240763" y="58503"/>
                </a:lnTo>
                <a:lnTo>
                  <a:pt x="221294" y="56674"/>
                </a:lnTo>
                <a:lnTo>
                  <a:pt x="201835" y="54702"/>
                </a:lnTo>
                <a:lnTo>
                  <a:pt x="182394" y="52559"/>
                </a:lnTo>
                <a:lnTo>
                  <a:pt x="162973" y="50235"/>
                </a:lnTo>
                <a:lnTo>
                  <a:pt x="143580" y="47682"/>
                </a:lnTo>
                <a:lnTo>
                  <a:pt x="124225" y="44882"/>
                </a:lnTo>
                <a:lnTo>
                  <a:pt x="104918" y="41748"/>
                </a:lnTo>
                <a:lnTo>
                  <a:pt x="85687" y="38224"/>
                </a:lnTo>
                <a:lnTo>
                  <a:pt x="66561" y="34157"/>
                </a:lnTo>
                <a:lnTo>
                  <a:pt x="47606" y="29327"/>
                </a:lnTo>
                <a:lnTo>
                  <a:pt x="29004" y="23298"/>
                </a:lnTo>
                <a:lnTo>
                  <a:pt x="11373" y="14916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38" name="funnel-step-cap-2">
            <a:extLst xmlns:a="http://schemas.openxmlformats.org/drawingml/2006/main">
              <a:ext uri="{FF2B5EF4-FFF2-40B4-BE49-F238E27FC236}">
                <a16:creationId xmlns:a16="http://schemas.microsoft.com/office/drawing/2014/main" id="{E5B6F93C-D6A8-4ACC-B62F-A9A30DEA9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833917" y="4816478"/>
            <a:ext cx="1571406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7EAC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39" name="funnel-flow-arrow">
            <a:extLst xmlns:a="http://schemas.openxmlformats.org/drawingml/2006/main">
              <a:ext uri="{FF2B5EF4-FFF2-40B4-BE49-F238E27FC236}">
                <a16:creationId xmlns:a16="http://schemas.microsoft.com/office/drawing/2014/main" id="{D0C43289-811A-4A76-A32A-F897F24FF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52850" y="2466975"/>
            <a:ext cx="1733550" cy="3631121"/>
          </a:xfrm>
          <a:custGeom xmlns:a="http://schemas.openxmlformats.org/drawingml/2006/main">
            <a:pathLst>
              <a:path w="1733550" h="3631121">
                <a:moveTo>
                  <a:pt x="0" y="0"/>
                </a:moveTo>
                <a:lnTo>
                  <a:pt x="0" y="42824"/>
                </a:lnTo>
                <a:lnTo>
                  <a:pt x="8182" y="84763"/>
                </a:lnTo>
                <a:lnTo>
                  <a:pt x="17393" y="126587"/>
                </a:lnTo>
                <a:lnTo>
                  <a:pt x="26613" y="168412"/>
                </a:lnTo>
                <a:lnTo>
                  <a:pt x="35824" y="210236"/>
                </a:lnTo>
                <a:lnTo>
                  <a:pt x="45044" y="252060"/>
                </a:lnTo>
                <a:lnTo>
                  <a:pt x="54254" y="293884"/>
                </a:lnTo>
                <a:lnTo>
                  <a:pt x="63465" y="335709"/>
                </a:lnTo>
                <a:lnTo>
                  <a:pt x="72685" y="377533"/>
                </a:lnTo>
                <a:lnTo>
                  <a:pt x="81896" y="419357"/>
                </a:lnTo>
                <a:lnTo>
                  <a:pt x="91116" y="461181"/>
                </a:lnTo>
                <a:lnTo>
                  <a:pt x="100327" y="503006"/>
                </a:lnTo>
                <a:lnTo>
                  <a:pt x="109538" y="544830"/>
                </a:lnTo>
                <a:lnTo>
                  <a:pt x="118758" y="586654"/>
                </a:lnTo>
                <a:lnTo>
                  <a:pt x="127968" y="628479"/>
                </a:lnTo>
                <a:lnTo>
                  <a:pt x="137189" y="670303"/>
                </a:lnTo>
                <a:lnTo>
                  <a:pt x="146399" y="712127"/>
                </a:lnTo>
                <a:lnTo>
                  <a:pt x="155610" y="753951"/>
                </a:lnTo>
                <a:lnTo>
                  <a:pt x="164830" y="795776"/>
                </a:lnTo>
                <a:lnTo>
                  <a:pt x="174041" y="837600"/>
                </a:lnTo>
                <a:lnTo>
                  <a:pt x="183261" y="879424"/>
                </a:lnTo>
                <a:lnTo>
                  <a:pt x="192472" y="921248"/>
                </a:lnTo>
                <a:lnTo>
                  <a:pt x="201682" y="963073"/>
                </a:lnTo>
                <a:lnTo>
                  <a:pt x="210903" y="1004897"/>
                </a:lnTo>
                <a:lnTo>
                  <a:pt x="220113" y="1046721"/>
                </a:lnTo>
                <a:lnTo>
                  <a:pt x="229324" y="1088546"/>
                </a:lnTo>
                <a:lnTo>
                  <a:pt x="238544" y="1130370"/>
                </a:lnTo>
                <a:lnTo>
                  <a:pt x="247755" y="1172194"/>
                </a:lnTo>
                <a:lnTo>
                  <a:pt x="255813" y="1214247"/>
                </a:lnTo>
                <a:lnTo>
                  <a:pt x="263404" y="1256395"/>
                </a:lnTo>
                <a:lnTo>
                  <a:pt x="270510" y="1298629"/>
                </a:lnTo>
                <a:lnTo>
                  <a:pt x="277578" y="1340872"/>
                </a:lnTo>
                <a:lnTo>
                  <a:pt x="284636" y="1383106"/>
                </a:lnTo>
                <a:lnTo>
                  <a:pt x="291694" y="1425350"/>
                </a:lnTo>
                <a:lnTo>
                  <a:pt x="298761" y="1467593"/>
                </a:lnTo>
                <a:lnTo>
                  <a:pt x="305819" y="1509836"/>
                </a:lnTo>
                <a:lnTo>
                  <a:pt x="312877" y="1552070"/>
                </a:lnTo>
                <a:lnTo>
                  <a:pt x="319945" y="1594314"/>
                </a:lnTo>
                <a:lnTo>
                  <a:pt x="327003" y="1636557"/>
                </a:lnTo>
                <a:lnTo>
                  <a:pt x="334061" y="1678800"/>
                </a:lnTo>
                <a:lnTo>
                  <a:pt x="341128" y="1721034"/>
                </a:lnTo>
                <a:lnTo>
                  <a:pt x="348186" y="1763278"/>
                </a:lnTo>
                <a:lnTo>
                  <a:pt x="355244" y="1805521"/>
                </a:lnTo>
                <a:lnTo>
                  <a:pt x="362312" y="1847764"/>
                </a:lnTo>
                <a:lnTo>
                  <a:pt x="369370" y="1889998"/>
                </a:lnTo>
                <a:lnTo>
                  <a:pt x="376438" y="1932242"/>
                </a:lnTo>
                <a:lnTo>
                  <a:pt x="383496" y="1974485"/>
                </a:lnTo>
                <a:lnTo>
                  <a:pt x="390554" y="2016728"/>
                </a:lnTo>
                <a:lnTo>
                  <a:pt x="397621" y="2058962"/>
                </a:lnTo>
                <a:lnTo>
                  <a:pt x="404679" y="2101205"/>
                </a:lnTo>
                <a:lnTo>
                  <a:pt x="411737" y="2143449"/>
                </a:lnTo>
                <a:lnTo>
                  <a:pt x="418805" y="2185692"/>
                </a:lnTo>
                <a:lnTo>
                  <a:pt x="425863" y="2227926"/>
                </a:lnTo>
                <a:lnTo>
                  <a:pt x="432921" y="2270169"/>
                </a:lnTo>
                <a:lnTo>
                  <a:pt x="439988" y="2312413"/>
                </a:lnTo>
                <a:lnTo>
                  <a:pt x="447046" y="2354656"/>
                </a:lnTo>
                <a:lnTo>
                  <a:pt x="454104" y="2396890"/>
                </a:lnTo>
                <a:lnTo>
                  <a:pt x="460829" y="2439191"/>
                </a:lnTo>
                <a:lnTo>
                  <a:pt x="467506" y="2481491"/>
                </a:lnTo>
                <a:lnTo>
                  <a:pt x="474069" y="2523811"/>
                </a:lnTo>
                <a:lnTo>
                  <a:pt x="480632" y="2566140"/>
                </a:lnTo>
                <a:lnTo>
                  <a:pt x="487185" y="2608459"/>
                </a:lnTo>
                <a:lnTo>
                  <a:pt x="493747" y="2650779"/>
                </a:lnTo>
                <a:lnTo>
                  <a:pt x="500301" y="2693099"/>
                </a:lnTo>
                <a:lnTo>
                  <a:pt x="506863" y="2735428"/>
                </a:lnTo>
                <a:lnTo>
                  <a:pt x="513426" y="2777747"/>
                </a:lnTo>
                <a:lnTo>
                  <a:pt x="519979" y="2820067"/>
                </a:lnTo>
                <a:lnTo>
                  <a:pt x="526542" y="2862386"/>
                </a:lnTo>
                <a:lnTo>
                  <a:pt x="533095" y="2904715"/>
                </a:lnTo>
                <a:lnTo>
                  <a:pt x="539658" y="2947035"/>
                </a:lnTo>
                <a:lnTo>
                  <a:pt x="503501" y="2952750"/>
                </a:lnTo>
                <a:lnTo>
                  <a:pt x="460677" y="2952750"/>
                </a:lnTo>
                <a:lnTo>
                  <a:pt x="417843" y="2952750"/>
                </a:lnTo>
                <a:lnTo>
                  <a:pt x="375018" y="2952750"/>
                </a:lnTo>
                <a:lnTo>
                  <a:pt x="332194" y="2952750"/>
                </a:lnTo>
                <a:lnTo>
                  <a:pt x="289370" y="2952750"/>
                </a:lnTo>
                <a:lnTo>
                  <a:pt x="246536" y="2952750"/>
                </a:lnTo>
                <a:lnTo>
                  <a:pt x="225628" y="2962170"/>
                </a:lnTo>
                <a:lnTo>
                  <a:pt x="255089" y="2993250"/>
                </a:lnTo>
                <a:lnTo>
                  <a:pt x="284550" y="3024340"/>
                </a:lnTo>
                <a:lnTo>
                  <a:pt x="314011" y="3055420"/>
                </a:lnTo>
                <a:lnTo>
                  <a:pt x="343481" y="3086500"/>
                </a:lnTo>
                <a:lnTo>
                  <a:pt x="372942" y="3117580"/>
                </a:lnTo>
                <a:lnTo>
                  <a:pt x="402403" y="3148660"/>
                </a:lnTo>
                <a:lnTo>
                  <a:pt x="431864" y="3179750"/>
                </a:lnTo>
                <a:lnTo>
                  <a:pt x="461334" y="3210830"/>
                </a:lnTo>
                <a:lnTo>
                  <a:pt x="490795" y="3241910"/>
                </a:lnTo>
                <a:lnTo>
                  <a:pt x="520256" y="3272990"/>
                </a:lnTo>
                <a:lnTo>
                  <a:pt x="549716" y="3304070"/>
                </a:lnTo>
                <a:lnTo>
                  <a:pt x="579187" y="3335160"/>
                </a:lnTo>
                <a:lnTo>
                  <a:pt x="608648" y="3366240"/>
                </a:lnTo>
                <a:lnTo>
                  <a:pt x="638108" y="3397320"/>
                </a:lnTo>
                <a:lnTo>
                  <a:pt x="667569" y="3428400"/>
                </a:lnTo>
                <a:lnTo>
                  <a:pt x="697040" y="3459480"/>
                </a:lnTo>
                <a:lnTo>
                  <a:pt x="726500" y="3490570"/>
                </a:lnTo>
                <a:lnTo>
                  <a:pt x="755961" y="3521650"/>
                </a:lnTo>
                <a:lnTo>
                  <a:pt x="785422" y="3552730"/>
                </a:lnTo>
                <a:lnTo>
                  <a:pt x="814892" y="3583810"/>
                </a:lnTo>
                <a:lnTo>
                  <a:pt x="844353" y="3614890"/>
                </a:lnTo>
                <a:lnTo>
                  <a:pt x="873814" y="3631121"/>
                </a:lnTo>
                <a:lnTo>
                  <a:pt x="903275" y="3600040"/>
                </a:lnTo>
                <a:lnTo>
                  <a:pt x="932736" y="3568960"/>
                </a:lnTo>
                <a:lnTo>
                  <a:pt x="962206" y="3537880"/>
                </a:lnTo>
                <a:lnTo>
                  <a:pt x="991667" y="3506800"/>
                </a:lnTo>
                <a:lnTo>
                  <a:pt x="1021128" y="3475711"/>
                </a:lnTo>
                <a:lnTo>
                  <a:pt x="1050588" y="3444631"/>
                </a:lnTo>
                <a:lnTo>
                  <a:pt x="1080059" y="3413550"/>
                </a:lnTo>
                <a:lnTo>
                  <a:pt x="1109520" y="3382470"/>
                </a:lnTo>
                <a:lnTo>
                  <a:pt x="1138980" y="3351390"/>
                </a:lnTo>
                <a:lnTo>
                  <a:pt x="1168441" y="3320301"/>
                </a:lnTo>
                <a:lnTo>
                  <a:pt x="1197912" y="3289221"/>
                </a:lnTo>
                <a:lnTo>
                  <a:pt x="1227372" y="3258141"/>
                </a:lnTo>
                <a:lnTo>
                  <a:pt x="1256833" y="3227060"/>
                </a:lnTo>
                <a:lnTo>
                  <a:pt x="1286294" y="3195980"/>
                </a:lnTo>
                <a:lnTo>
                  <a:pt x="1315764" y="3164891"/>
                </a:lnTo>
                <a:lnTo>
                  <a:pt x="1345225" y="3133811"/>
                </a:lnTo>
                <a:lnTo>
                  <a:pt x="1374686" y="3102731"/>
                </a:lnTo>
                <a:lnTo>
                  <a:pt x="1404147" y="3071651"/>
                </a:lnTo>
                <a:lnTo>
                  <a:pt x="1433617" y="3040571"/>
                </a:lnTo>
                <a:lnTo>
                  <a:pt x="1463078" y="3009481"/>
                </a:lnTo>
                <a:lnTo>
                  <a:pt x="1492539" y="2978401"/>
                </a:lnTo>
                <a:lnTo>
                  <a:pt x="1509379" y="2952750"/>
                </a:lnTo>
                <a:lnTo>
                  <a:pt x="1466545" y="2952750"/>
                </a:lnTo>
                <a:lnTo>
                  <a:pt x="1423721" y="2952750"/>
                </a:lnTo>
                <a:lnTo>
                  <a:pt x="1380896" y="2952750"/>
                </a:lnTo>
                <a:lnTo>
                  <a:pt x="1338062" y="2952750"/>
                </a:lnTo>
                <a:lnTo>
                  <a:pt x="1295238" y="2952750"/>
                </a:lnTo>
                <a:lnTo>
                  <a:pt x="1252414" y="2952750"/>
                </a:lnTo>
                <a:lnTo>
                  <a:pt x="1209589" y="2952750"/>
                </a:lnTo>
                <a:lnTo>
                  <a:pt x="1197026" y="2926813"/>
                </a:lnTo>
                <a:lnTo>
                  <a:pt x="1203589" y="2884494"/>
                </a:lnTo>
                <a:lnTo>
                  <a:pt x="1210142" y="2842165"/>
                </a:lnTo>
                <a:lnTo>
                  <a:pt x="1216704" y="2799845"/>
                </a:lnTo>
                <a:lnTo>
                  <a:pt x="1223258" y="2757526"/>
                </a:lnTo>
                <a:lnTo>
                  <a:pt x="1229820" y="2715206"/>
                </a:lnTo>
                <a:lnTo>
                  <a:pt x="1236383" y="2672877"/>
                </a:lnTo>
                <a:lnTo>
                  <a:pt x="1242936" y="2630557"/>
                </a:lnTo>
                <a:lnTo>
                  <a:pt x="1249499" y="2588238"/>
                </a:lnTo>
                <a:lnTo>
                  <a:pt x="1256052" y="2545918"/>
                </a:lnTo>
                <a:lnTo>
                  <a:pt x="1262615" y="2503589"/>
                </a:lnTo>
                <a:lnTo>
                  <a:pt x="1269216" y="2461279"/>
                </a:lnTo>
                <a:lnTo>
                  <a:pt x="1275931" y="2418979"/>
                </a:lnTo>
                <a:lnTo>
                  <a:pt x="1282817" y="2376707"/>
                </a:lnTo>
                <a:lnTo>
                  <a:pt x="1289875" y="2334473"/>
                </a:lnTo>
                <a:lnTo>
                  <a:pt x="1296943" y="2292229"/>
                </a:lnTo>
                <a:lnTo>
                  <a:pt x="1304001" y="2249986"/>
                </a:lnTo>
                <a:lnTo>
                  <a:pt x="1311059" y="2207743"/>
                </a:lnTo>
                <a:lnTo>
                  <a:pt x="1318127" y="2165509"/>
                </a:lnTo>
                <a:lnTo>
                  <a:pt x="1325185" y="2123265"/>
                </a:lnTo>
                <a:lnTo>
                  <a:pt x="1332243" y="2081022"/>
                </a:lnTo>
                <a:lnTo>
                  <a:pt x="1339310" y="2038779"/>
                </a:lnTo>
                <a:lnTo>
                  <a:pt x="1346368" y="1996545"/>
                </a:lnTo>
                <a:lnTo>
                  <a:pt x="1353426" y="1954301"/>
                </a:lnTo>
                <a:lnTo>
                  <a:pt x="1360494" y="1912058"/>
                </a:lnTo>
                <a:lnTo>
                  <a:pt x="1367552" y="1869815"/>
                </a:lnTo>
                <a:lnTo>
                  <a:pt x="1374610" y="1827581"/>
                </a:lnTo>
                <a:lnTo>
                  <a:pt x="1381677" y="1785337"/>
                </a:lnTo>
                <a:lnTo>
                  <a:pt x="1388735" y="1743094"/>
                </a:lnTo>
                <a:lnTo>
                  <a:pt x="1395803" y="1700851"/>
                </a:lnTo>
                <a:lnTo>
                  <a:pt x="1402861" y="1658617"/>
                </a:lnTo>
                <a:lnTo>
                  <a:pt x="1409919" y="1616373"/>
                </a:lnTo>
                <a:lnTo>
                  <a:pt x="1416987" y="1574130"/>
                </a:lnTo>
                <a:lnTo>
                  <a:pt x="1424045" y="1531887"/>
                </a:lnTo>
                <a:lnTo>
                  <a:pt x="1431103" y="1489653"/>
                </a:lnTo>
                <a:lnTo>
                  <a:pt x="1438170" y="1447409"/>
                </a:lnTo>
                <a:lnTo>
                  <a:pt x="1445228" y="1405166"/>
                </a:lnTo>
                <a:lnTo>
                  <a:pt x="1452286" y="1362923"/>
                </a:lnTo>
                <a:lnTo>
                  <a:pt x="1459354" y="1320689"/>
                </a:lnTo>
                <a:lnTo>
                  <a:pt x="1466412" y="1278446"/>
                </a:lnTo>
                <a:lnTo>
                  <a:pt x="1473775" y="1236259"/>
                </a:lnTo>
                <a:lnTo>
                  <a:pt x="1481366" y="1194102"/>
                </a:lnTo>
                <a:lnTo>
                  <a:pt x="1490196" y="1152201"/>
                </a:lnTo>
                <a:lnTo>
                  <a:pt x="1499406" y="1110377"/>
                </a:lnTo>
                <a:lnTo>
                  <a:pt x="1508627" y="1068562"/>
                </a:lnTo>
                <a:lnTo>
                  <a:pt x="1517837" y="1026738"/>
                </a:lnTo>
                <a:lnTo>
                  <a:pt x="1527058" y="984914"/>
                </a:lnTo>
                <a:lnTo>
                  <a:pt x="1536268" y="943089"/>
                </a:lnTo>
                <a:lnTo>
                  <a:pt x="1545479" y="901265"/>
                </a:lnTo>
                <a:lnTo>
                  <a:pt x="1554699" y="859441"/>
                </a:lnTo>
                <a:lnTo>
                  <a:pt x="1563910" y="817616"/>
                </a:lnTo>
                <a:lnTo>
                  <a:pt x="1573130" y="775792"/>
                </a:lnTo>
                <a:lnTo>
                  <a:pt x="1582341" y="733968"/>
                </a:lnTo>
                <a:lnTo>
                  <a:pt x="1591551" y="692144"/>
                </a:lnTo>
                <a:lnTo>
                  <a:pt x="1600772" y="650319"/>
                </a:lnTo>
                <a:lnTo>
                  <a:pt x="1609982" y="608495"/>
                </a:lnTo>
                <a:lnTo>
                  <a:pt x="1619202" y="566671"/>
                </a:lnTo>
                <a:lnTo>
                  <a:pt x="1628413" y="524847"/>
                </a:lnTo>
                <a:lnTo>
                  <a:pt x="1637624" y="483022"/>
                </a:lnTo>
                <a:lnTo>
                  <a:pt x="1646844" y="441198"/>
                </a:lnTo>
                <a:lnTo>
                  <a:pt x="1656055" y="399374"/>
                </a:lnTo>
                <a:lnTo>
                  <a:pt x="1665265" y="357549"/>
                </a:lnTo>
                <a:lnTo>
                  <a:pt x="1674485" y="315725"/>
                </a:lnTo>
                <a:lnTo>
                  <a:pt x="1683696" y="273901"/>
                </a:lnTo>
                <a:lnTo>
                  <a:pt x="1692916" y="232077"/>
                </a:lnTo>
                <a:lnTo>
                  <a:pt x="1702127" y="190252"/>
                </a:lnTo>
                <a:lnTo>
                  <a:pt x="1711338" y="148428"/>
                </a:lnTo>
                <a:lnTo>
                  <a:pt x="1720558" y="106604"/>
                </a:lnTo>
                <a:lnTo>
                  <a:pt x="1729769" y="64780"/>
                </a:lnTo>
                <a:lnTo>
                  <a:pt x="1733550" y="22365"/>
                </a:lnTo>
                <a:lnTo>
                  <a:pt x="1713090" y="0"/>
                </a:lnTo>
                <a:lnTo>
                  <a:pt x="1670256" y="0"/>
                </a:lnTo>
                <a:lnTo>
                  <a:pt x="1627432" y="0"/>
                </a:lnTo>
                <a:lnTo>
                  <a:pt x="1584608" y="0"/>
                </a:lnTo>
                <a:lnTo>
                  <a:pt x="1541774" y="0"/>
                </a:lnTo>
                <a:lnTo>
                  <a:pt x="1498949" y="0"/>
                </a:lnTo>
                <a:lnTo>
                  <a:pt x="1456125" y="0"/>
                </a:lnTo>
                <a:lnTo>
                  <a:pt x="1413291" y="0"/>
                </a:lnTo>
                <a:lnTo>
                  <a:pt x="1370467" y="0"/>
                </a:lnTo>
                <a:lnTo>
                  <a:pt x="1327642" y="0"/>
                </a:lnTo>
                <a:lnTo>
                  <a:pt x="1284818" y="0"/>
                </a:lnTo>
                <a:lnTo>
                  <a:pt x="1241984" y="0"/>
                </a:lnTo>
                <a:lnTo>
                  <a:pt x="1199159" y="0"/>
                </a:lnTo>
                <a:lnTo>
                  <a:pt x="1156335" y="0"/>
                </a:lnTo>
                <a:lnTo>
                  <a:pt x="1113501" y="0"/>
                </a:lnTo>
                <a:lnTo>
                  <a:pt x="1070677" y="0"/>
                </a:lnTo>
                <a:lnTo>
                  <a:pt x="1027852" y="0"/>
                </a:lnTo>
                <a:lnTo>
                  <a:pt x="985028" y="0"/>
                </a:lnTo>
                <a:lnTo>
                  <a:pt x="942194" y="0"/>
                </a:lnTo>
                <a:lnTo>
                  <a:pt x="899370" y="0"/>
                </a:lnTo>
                <a:lnTo>
                  <a:pt x="856545" y="0"/>
                </a:lnTo>
                <a:lnTo>
                  <a:pt x="813711" y="0"/>
                </a:lnTo>
                <a:lnTo>
                  <a:pt x="770887" y="0"/>
                </a:lnTo>
                <a:lnTo>
                  <a:pt x="728062" y="0"/>
                </a:lnTo>
                <a:lnTo>
                  <a:pt x="685238" y="0"/>
                </a:lnTo>
                <a:lnTo>
                  <a:pt x="642404" y="0"/>
                </a:lnTo>
                <a:lnTo>
                  <a:pt x="599580" y="0"/>
                </a:lnTo>
                <a:lnTo>
                  <a:pt x="556755" y="0"/>
                </a:lnTo>
                <a:lnTo>
                  <a:pt x="513921" y="0"/>
                </a:lnTo>
                <a:lnTo>
                  <a:pt x="471097" y="0"/>
                </a:lnTo>
                <a:lnTo>
                  <a:pt x="428273" y="0"/>
                </a:lnTo>
                <a:lnTo>
                  <a:pt x="385448" y="0"/>
                </a:lnTo>
                <a:lnTo>
                  <a:pt x="342614" y="0"/>
                </a:lnTo>
                <a:lnTo>
                  <a:pt x="299790" y="0"/>
                </a:lnTo>
                <a:lnTo>
                  <a:pt x="256965" y="0"/>
                </a:lnTo>
                <a:lnTo>
                  <a:pt x="214132" y="0"/>
                </a:lnTo>
                <a:lnTo>
                  <a:pt x="171307" y="0"/>
                </a:lnTo>
                <a:lnTo>
                  <a:pt x="128483" y="0"/>
                </a:lnTo>
                <a:lnTo>
                  <a:pt x="85658" y="0"/>
                </a:lnTo>
                <a:lnTo>
                  <a:pt x="42824" y="0"/>
                </a:lnTo>
                <a:lnTo>
                  <a:pt x="0" y="0"/>
                </a:lnTo>
                <a:close/>
              </a:path>
            </a:pathLst>
          </a:custGeom>
          <a:gradFill xmlns:a="http://schemas.openxmlformats.org/drawingml/2006/main">
            <a:gsLst>
              <a:gs pos="0">
                <a:srgbClr val="000000"/>
              </a:gs>
              <a:gs pos="42">
                <a:srgbClr val="B8D8F2">
                  <a:alpha val="16000"/>
                </a:srgbClr>
              </a:gs>
              <a:gs pos="76">
                <a:srgbClr val="8FC4EE">
                  <a:alpha val="32000"/>
                </a:srgbClr>
              </a:gs>
              <a:gs pos="100">
                <a:srgbClr val="72B3E8">
                  <a:alpha val="52000"/>
                </a:srgbClr>
              </a:gs>
            </a:gsLst>
            <a:lin ang="10800000"/>
          </a:gradFill>
          <a:ln xmlns:a="http://schemas.openxmlformats.org/drawingml/2006/main" w="9525">
            <a:noFill/>
            <a:prstDash val="solid"/>
          </a:ln>
        </p:spPr>
      </p:sp>
      <p:sp>
        <p:nvSpPr>
          <p:cNvPr id="40" name="phase-label-0">
            <a:extLst xmlns:a="http://schemas.openxmlformats.org/drawingml/2006/main">
              <a:ext uri="{FF2B5EF4-FFF2-40B4-BE49-F238E27FC236}">
                <a16:creationId xmlns:a16="http://schemas.microsoft.com/office/drawing/2014/main" id="{8EEB0D2B-50D0-4149-9AAB-A5F6A9342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1638300"/>
            <a:ext cx="228600" cy="205099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阶段一</a:t>
            </a:r>
          </a:p>
        </p:txBody>
      </p:sp>
      <p:sp>
        <p:nvSpPr>
          <p:cNvPr id="41" name="phase-label-1">
            <a:extLst xmlns:a="http://schemas.openxmlformats.org/drawingml/2006/main">
              <a:ext uri="{FF2B5EF4-FFF2-40B4-BE49-F238E27FC236}">
                <a16:creationId xmlns:a16="http://schemas.microsoft.com/office/drawing/2014/main" id="{52D7A3F2-0636-41D6-84C7-6DE08232D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3689299"/>
            <a:ext cx="228600" cy="25208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阶段二</a:t>
            </a:r>
          </a:p>
        </p:txBody>
      </p:sp>
      <p:sp>
        <p:nvSpPr>
          <p:cNvPr id="42" name="funnel-step-title-0">
            <a:extLst xmlns:a="http://schemas.openxmlformats.org/drawingml/2006/main">
              <a:ext uri="{FF2B5EF4-FFF2-40B4-BE49-F238E27FC236}">
                <a16:creationId xmlns:a16="http://schemas.microsoft.com/office/drawing/2014/main" id="{BE949F4F-CBCD-4599-9770-BB59F93A8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528117" y="2944711"/>
            <a:ext cx="2183016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3600"/>
              </a:lnSpc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广泛触达</a:t>
            </a:r>
          </a:p>
        </p:txBody>
      </p:sp>
      <p:sp>
        <p:nvSpPr>
          <p:cNvPr id="43" name="funnel-step-title-1">
            <a:extLst xmlns:a="http://schemas.openxmlformats.org/drawingml/2006/main">
              <a:ext uri="{FF2B5EF4-FFF2-40B4-BE49-F238E27FC236}">
                <a16:creationId xmlns:a16="http://schemas.microsoft.com/office/drawing/2014/main" id="{CE7793AA-2425-4B84-B629-4C9D18DEC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10165" y="4157663"/>
            <a:ext cx="141893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3600"/>
              </a:lnSpc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兴趣识别</a:t>
            </a:r>
          </a:p>
        </p:txBody>
      </p:sp>
      <p:sp>
        <p:nvSpPr>
          <p:cNvPr id="44" name="funnel-step-title-2">
            <a:extLst xmlns:a="http://schemas.openxmlformats.org/drawingml/2006/main">
              <a:ext uri="{FF2B5EF4-FFF2-40B4-BE49-F238E27FC236}">
                <a16:creationId xmlns:a16="http://schemas.microsoft.com/office/drawing/2014/main" id="{5F8BD614-95A0-4B3C-BD93-AB9E5551E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200525" y="5370462"/>
            <a:ext cx="8382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意向培育</a:t>
            </a:r>
          </a:p>
        </p:txBody>
      </p:sp>
      <p:sp>
        <p:nvSpPr>
          <p:cNvPr id="45" name="input-core-0">
            <a:extLst xmlns:a="http://schemas.openxmlformats.org/drawingml/2006/main">
              <a:ext uri="{FF2B5EF4-FFF2-40B4-BE49-F238E27FC236}">
                <a16:creationId xmlns:a16="http://schemas.microsoft.com/office/drawing/2014/main" id="{A446BD5E-5ACD-44DA-9379-4B2C91686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890838" y="194310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23"/>
          <a:fontRef xmlns:a="http://schemas.openxmlformats.org/drawingml/2006/main" idx="major"/>
        </p:style>
      </p:sp>
      <p:pic>
        <p:nvPicPr>
          <p:cNvPr id="10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30523c9b85b411c">
            <a:extLst>
              <a:ext uri="{96DAC541-7B7A-43D3-8B79-37D633B846F1}">
                <asvg:svgBlip xmlns:asvg="http://schemas.microsoft.com/office/drawing/2016/SVG/main" r:embed="Rdfeffd734464423d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2986088" y="2038350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47" name="input-core-1">
            <a:extLst xmlns:a="http://schemas.openxmlformats.org/drawingml/2006/main">
              <a:ext uri="{FF2B5EF4-FFF2-40B4-BE49-F238E27FC236}">
                <a16:creationId xmlns:a16="http://schemas.microsoft.com/office/drawing/2014/main" id="{C4DA7225-F1C5-4DD9-9198-4235A71AC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419475" y="1781175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23"/>
          <a:fontRef xmlns:a="http://schemas.openxmlformats.org/drawingml/2006/main" idx="major"/>
        </p:style>
      </p:sp>
      <p:pic>
        <p:nvPicPr>
          <p:cNvPr id="10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c521d4a9e6248b6">
            <a:extLst>
              <a:ext uri="{96DAC541-7B7A-43D3-8B79-37D633B846F1}">
                <asvg:svgBlip xmlns:asvg="http://schemas.microsoft.com/office/drawing/2016/SVG/main" r:embed="Rff25f8497633495f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3514725" y="1876425"/>
            <a:ext cx="209550" cy="209550"/>
          </a:xfrm>
          <a:prstGeom xmlns:a="http://schemas.openxmlformats.org/drawingml/2006/main" prst="rect">
            <a:avLst/>
          </a:prstGeom>
        </p:spPr>
      </p:pic>
      <p:sp>
        <p:nvSpPr>
          <p:cNvPr id="49" name="input-core-2">
            <a:extLst xmlns:a="http://schemas.openxmlformats.org/drawingml/2006/main">
              <a:ext uri="{FF2B5EF4-FFF2-40B4-BE49-F238E27FC236}">
                <a16:creationId xmlns:a16="http://schemas.microsoft.com/office/drawing/2014/main" id="{8169DD13-3C4E-4904-B898-62008D114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890963" y="163830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23"/>
          <a:fontRef xmlns:a="http://schemas.openxmlformats.org/drawingml/2006/main" idx="major"/>
        </p:style>
      </p:sp>
      <p:pic>
        <p:nvPicPr>
          <p:cNvPr id="10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f70723c0ea8498c">
            <a:extLst>
              <a:ext uri="{96DAC541-7B7A-43D3-8B79-37D633B846F1}">
                <asvg:svgBlip xmlns:asvg="http://schemas.microsoft.com/office/drawing/2016/SVG/main" r:embed="R71e2dd4ee1304bab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3986213" y="1733550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51" name="input-core-3">
            <a:extLst xmlns:a="http://schemas.openxmlformats.org/drawingml/2006/main">
              <a:ext uri="{FF2B5EF4-FFF2-40B4-BE49-F238E27FC236}">
                <a16:creationId xmlns:a16="http://schemas.microsoft.com/office/drawing/2014/main" id="{9116EC6D-6EA3-4177-A93E-13B5553CC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419600" y="1628775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23"/>
          <a:fontRef xmlns:a="http://schemas.openxmlformats.org/drawingml/2006/main" idx="major"/>
        </p:style>
      </p:sp>
      <p:pic>
        <p:nvPicPr>
          <p:cNvPr id="1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8d1831d53324ddb">
            <a:extLst>
              <a:ext uri="{96DAC541-7B7A-43D3-8B79-37D633B846F1}">
                <asvg:svgBlip xmlns:asvg="http://schemas.microsoft.com/office/drawing/2016/SVG/main" r:embed="R5630a350ba1b47bd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4514850" y="1724025"/>
            <a:ext cx="209550" cy="209550"/>
          </a:xfrm>
          <a:prstGeom xmlns:a="http://schemas.openxmlformats.org/drawingml/2006/main" prst="rect">
            <a:avLst/>
          </a:prstGeom>
        </p:spPr>
      </p:pic>
      <p:sp>
        <p:nvSpPr>
          <p:cNvPr id="53" name="input-core-4">
            <a:extLst xmlns:a="http://schemas.openxmlformats.org/drawingml/2006/main">
              <a:ext uri="{FF2B5EF4-FFF2-40B4-BE49-F238E27FC236}">
                <a16:creationId xmlns:a16="http://schemas.microsoft.com/office/drawing/2014/main" id="{EEFA76BE-9ECA-4FFA-B786-9EC618DF5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891088" y="168592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23"/>
          <a:fontRef xmlns:a="http://schemas.openxmlformats.org/drawingml/2006/main" idx="major"/>
        </p:style>
      </p:sp>
      <p:pic>
        <p:nvPicPr>
          <p:cNvPr id="1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ff24d23b18942ae">
            <a:extLst>
              <a:ext uri="{96DAC541-7B7A-43D3-8B79-37D633B846F1}">
                <asvg:svgBlip xmlns:asvg="http://schemas.microsoft.com/office/drawing/2016/SVG/main" r:embed="Rb831f05cee5b48ab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4986338" y="1781175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55" name="input-core-5">
            <a:extLst xmlns:a="http://schemas.openxmlformats.org/drawingml/2006/main">
              <a:ext uri="{FF2B5EF4-FFF2-40B4-BE49-F238E27FC236}">
                <a16:creationId xmlns:a16="http://schemas.microsoft.com/office/drawing/2014/main" id="{EC757539-C595-4EA9-9EC8-08F923DB8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419725" y="1857375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23"/>
          <a:fontRef xmlns:a="http://schemas.openxmlformats.org/drawingml/2006/main" idx="major"/>
        </p:style>
      </p:sp>
      <p:pic>
        <p:nvPicPr>
          <p:cNvPr id="1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d59273e0358445d">
            <a:extLst>
              <a:ext uri="{96DAC541-7B7A-43D3-8B79-37D633B846F1}">
                <asvg:svgBlip xmlns:asvg="http://schemas.microsoft.com/office/drawing/2016/SVG/main" r:embed="R91d423f7749345fe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5514975" y="1952625"/>
            <a:ext cx="209550" cy="209550"/>
          </a:xfrm>
          <a:prstGeom xmlns:a="http://schemas.openxmlformats.org/drawingml/2006/main" prst="rect">
            <a:avLst/>
          </a:prstGeom>
        </p:spPr>
      </p:pic>
      <p:sp>
        <p:nvSpPr>
          <p:cNvPr id="57" name="input-core-6">
            <a:extLst xmlns:a="http://schemas.openxmlformats.org/drawingml/2006/main">
              <a:ext uri="{FF2B5EF4-FFF2-40B4-BE49-F238E27FC236}">
                <a16:creationId xmlns:a16="http://schemas.microsoft.com/office/drawing/2014/main" id="{35B87E52-847D-4AF0-A574-0C6BBCB0B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891213" y="193357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23"/>
          <a:fontRef xmlns:a="http://schemas.openxmlformats.org/drawingml/2006/main" idx="major"/>
        </p:style>
      </p:sp>
      <p:pic>
        <p:nvPicPr>
          <p:cNvPr id="1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764cfb6659d4599">
            <a:extLst>
              <a:ext uri="{96DAC541-7B7A-43D3-8B79-37D633B846F1}">
                <asvg:svgBlip xmlns:asvg="http://schemas.microsoft.com/office/drawing/2016/SVG/main" r:embed="R39bd60370f58482b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5986463" y="2028825"/>
            <a:ext cx="266700" cy="2667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2200883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phase-band-0">
            <a:extLst xmlns:a="http://schemas.openxmlformats.org/drawingml/2006/main">
              <a:ext uri="{FF2B5EF4-FFF2-40B4-BE49-F238E27FC236}">
                <a16:creationId xmlns:a16="http://schemas.microsoft.com/office/drawing/2014/main" id="{D5937CE7-F7B0-4BAC-B6FC-E1421A921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1638300"/>
            <a:ext cx="11144250" cy="159379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phase-band-1">
            <a:extLst xmlns:a="http://schemas.openxmlformats.org/drawingml/2006/main">
              <a:ext uri="{FF2B5EF4-FFF2-40B4-BE49-F238E27FC236}">
                <a16:creationId xmlns:a16="http://schemas.microsoft.com/office/drawing/2014/main" id="{D942231B-49EB-4E2C-93AE-AF97A610C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3232099"/>
            <a:ext cx="11144250" cy="142234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38100">
            <a:solidFill>
              <a:srgbClr val="FFFFFF"/>
            </a:solidFill>
            <a:prstDash val="solid"/>
          </a:ln>
        </p:spPr>
      </p:sp>
      <p:sp>
        <p:nvSpPr>
          <p:cNvPr id="3" name="phase-band-2">
            <a:extLst xmlns:a="http://schemas.openxmlformats.org/drawingml/2006/main">
              <a:ext uri="{FF2B5EF4-FFF2-40B4-BE49-F238E27FC236}">
                <a16:creationId xmlns:a16="http://schemas.microsoft.com/office/drawing/2014/main" id="{5D170DB6-327A-461B-8EA1-41981BD73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4654448"/>
            <a:ext cx="11144250" cy="155569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38100">
            <a:solidFill>
              <a:srgbClr val="FFFFFF"/>
            </a:solidFill>
            <a:prstDash val="solid"/>
          </a:ln>
        </p:spPr>
      </p:sp>
      <p:sp>
        <p:nvSpPr>
          <p:cNvPr id="4" name="phase-rail-0">
            <a:extLst xmlns:a="http://schemas.openxmlformats.org/drawingml/2006/main">
              <a:ext uri="{FF2B5EF4-FFF2-40B4-BE49-F238E27FC236}">
                <a16:creationId xmlns:a16="http://schemas.microsoft.com/office/drawing/2014/main" id="{13598F6C-8260-4E07-A961-B8794AB4E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1638300"/>
            <a:ext cx="514350" cy="1593342"/>
          </a:xfrm>
          <a:custGeom xmlns:a="http://schemas.openxmlformats.org/drawingml/2006/main">
            <a:pathLst>
              <a:path w="514350" h="1593342">
                <a:moveTo>
                  <a:pt x="0" y="0"/>
                </a:moveTo>
                <a:lnTo>
                  <a:pt x="18983" y="0"/>
                </a:lnTo>
                <a:lnTo>
                  <a:pt x="37957" y="0"/>
                </a:lnTo>
                <a:lnTo>
                  <a:pt x="56940" y="0"/>
                </a:lnTo>
                <a:lnTo>
                  <a:pt x="75914" y="0"/>
                </a:lnTo>
                <a:lnTo>
                  <a:pt x="94898" y="0"/>
                </a:lnTo>
                <a:lnTo>
                  <a:pt x="113881" y="0"/>
                </a:lnTo>
                <a:lnTo>
                  <a:pt x="132855" y="0"/>
                </a:lnTo>
                <a:lnTo>
                  <a:pt x="151838" y="0"/>
                </a:lnTo>
                <a:lnTo>
                  <a:pt x="170812" y="0"/>
                </a:lnTo>
                <a:lnTo>
                  <a:pt x="189795" y="0"/>
                </a:lnTo>
                <a:lnTo>
                  <a:pt x="208778" y="0"/>
                </a:lnTo>
                <a:lnTo>
                  <a:pt x="227752" y="0"/>
                </a:lnTo>
                <a:lnTo>
                  <a:pt x="246736" y="0"/>
                </a:lnTo>
                <a:lnTo>
                  <a:pt x="265719" y="0"/>
                </a:lnTo>
                <a:lnTo>
                  <a:pt x="284693" y="0"/>
                </a:lnTo>
                <a:lnTo>
                  <a:pt x="303676" y="0"/>
                </a:lnTo>
                <a:lnTo>
                  <a:pt x="322650" y="0"/>
                </a:lnTo>
                <a:lnTo>
                  <a:pt x="341633" y="0"/>
                </a:lnTo>
                <a:lnTo>
                  <a:pt x="360617" y="0"/>
                </a:lnTo>
                <a:lnTo>
                  <a:pt x="379590" y="0"/>
                </a:lnTo>
                <a:lnTo>
                  <a:pt x="398574" y="0"/>
                </a:lnTo>
                <a:lnTo>
                  <a:pt x="417547" y="0"/>
                </a:lnTo>
                <a:lnTo>
                  <a:pt x="436531" y="0"/>
                </a:lnTo>
                <a:lnTo>
                  <a:pt x="455514" y="0"/>
                </a:lnTo>
                <a:lnTo>
                  <a:pt x="474488" y="0"/>
                </a:lnTo>
                <a:lnTo>
                  <a:pt x="493471" y="0"/>
                </a:lnTo>
                <a:lnTo>
                  <a:pt x="512445" y="0"/>
                </a:lnTo>
                <a:lnTo>
                  <a:pt x="514350" y="17078"/>
                </a:lnTo>
                <a:lnTo>
                  <a:pt x="514350" y="36062"/>
                </a:lnTo>
                <a:lnTo>
                  <a:pt x="514350" y="55035"/>
                </a:lnTo>
                <a:lnTo>
                  <a:pt x="514350" y="74019"/>
                </a:lnTo>
                <a:lnTo>
                  <a:pt x="514350" y="92993"/>
                </a:lnTo>
                <a:lnTo>
                  <a:pt x="514350" y="111976"/>
                </a:lnTo>
                <a:lnTo>
                  <a:pt x="514350" y="130950"/>
                </a:lnTo>
                <a:lnTo>
                  <a:pt x="514350" y="149933"/>
                </a:lnTo>
                <a:lnTo>
                  <a:pt x="514350" y="168907"/>
                </a:lnTo>
                <a:lnTo>
                  <a:pt x="514350" y="187890"/>
                </a:lnTo>
                <a:lnTo>
                  <a:pt x="514350" y="206864"/>
                </a:lnTo>
                <a:lnTo>
                  <a:pt x="514350" y="225847"/>
                </a:lnTo>
                <a:lnTo>
                  <a:pt x="514350" y="244831"/>
                </a:lnTo>
                <a:lnTo>
                  <a:pt x="514350" y="263804"/>
                </a:lnTo>
                <a:lnTo>
                  <a:pt x="514350" y="282788"/>
                </a:lnTo>
                <a:lnTo>
                  <a:pt x="514350" y="301762"/>
                </a:lnTo>
                <a:lnTo>
                  <a:pt x="514350" y="320745"/>
                </a:lnTo>
                <a:lnTo>
                  <a:pt x="514350" y="339719"/>
                </a:lnTo>
                <a:lnTo>
                  <a:pt x="514350" y="358702"/>
                </a:lnTo>
                <a:lnTo>
                  <a:pt x="514350" y="377676"/>
                </a:lnTo>
                <a:lnTo>
                  <a:pt x="514350" y="396659"/>
                </a:lnTo>
                <a:lnTo>
                  <a:pt x="514350" y="415633"/>
                </a:lnTo>
                <a:lnTo>
                  <a:pt x="514350" y="434616"/>
                </a:lnTo>
                <a:lnTo>
                  <a:pt x="514350" y="453600"/>
                </a:lnTo>
                <a:lnTo>
                  <a:pt x="514350" y="472573"/>
                </a:lnTo>
                <a:lnTo>
                  <a:pt x="514350" y="491557"/>
                </a:lnTo>
                <a:lnTo>
                  <a:pt x="514350" y="510530"/>
                </a:lnTo>
                <a:lnTo>
                  <a:pt x="514350" y="529514"/>
                </a:lnTo>
                <a:lnTo>
                  <a:pt x="514350" y="548488"/>
                </a:lnTo>
                <a:lnTo>
                  <a:pt x="514350" y="567471"/>
                </a:lnTo>
                <a:lnTo>
                  <a:pt x="514350" y="586445"/>
                </a:lnTo>
                <a:lnTo>
                  <a:pt x="514350" y="605428"/>
                </a:lnTo>
                <a:lnTo>
                  <a:pt x="514350" y="624402"/>
                </a:lnTo>
                <a:lnTo>
                  <a:pt x="514350" y="643385"/>
                </a:lnTo>
                <a:lnTo>
                  <a:pt x="514350" y="662369"/>
                </a:lnTo>
                <a:lnTo>
                  <a:pt x="514350" y="681342"/>
                </a:lnTo>
                <a:lnTo>
                  <a:pt x="514350" y="700326"/>
                </a:lnTo>
                <a:lnTo>
                  <a:pt x="514350" y="719299"/>
                </a:lnTo>
                <a:lnTo>
                  <a:pt x="514350" y="738283"/>
                </a:lnTo>
                <a:lnTo>
                  <a:pt x="514350" y="757257"/>
                </a:lnTo>
                <a:lnTo>
                  <a:pt x="514350" y="776240"/>
                </a:lnTo>
                <a:lnTo>
                  <a:pt x="514350" y="795214"/>
                </a:lnTo>
                <a:lnTo>
                  <a:pt x="514350" y="814197"/>
                </a:lnTo>
                <a:lnTo>
                  <a:pt x="514350" y="833171"/>
                </a:lnTo>
                <a:lnTo>
                  <a:pt x="514350" y="852154"/>
                </a:lnTo>
                <a:lnTo>
                  <a:pt x="514350" y="871137"/>
                </a:lnTo>
                <a:lnTo>
                  <a:pt x="514350" y="890111"/>
                </a:lnTo>
                <a:lnTo>
                  <a:pt x="514350" y="909095"/>
                </a:lnTo>
                <a:lnTo>
                  <a:pt x="514350" y="928068"/>
                </a:lnTo>
                <a:lnTo>
                  <a:pt x="514350" y="947052"/>
                </a:lnTo>
                <a:lnTo>
                  <a:pt x="514350" y="966026"/>
                </a:lnTo>
                <a:lnTo>
                  <a:pt x="514350" y="985009"/>
                </a:lnTo>
                <a:lnTo>
                  <a:pt x="514350" y="1003983"/>
                </a:lnTo>
                <a:lnTo>
                  <a:pt x="514350" y="1022966"/>
                </a:lnTo>
                <a:lnTo>
                  <a:pt x="514350" y="1041949"/>
                </a:lnTo>
                <a:lnTo>
                  <a:pt x="514350" y="1060923"/>
                </a:lnTo>
                <a:lnTo>
                  <a:pt x="514350" y="1079906"/>
                </a:lnTo>
                <a:lnTo>
                  <a:pt x="514350" y="1098880"/>
                </a:lnTo>
                <a:lnTo>
                  <a:pt x="514350" y="1117864"/>
                </a:lnTo>
                <a:lnTo>
                  <a:pt x="514350" y="1136837"/>
                </a:lnTo>
                <a:lnTo>
                  <a:pt x="514350" y="1155821"/>
                </a:lnTo>
                <a:lnTo>
                  <a:pt x="514350" y="1174794"/>
                </a:lnTo>
                <a:lnTo>
                  <a:pt x="514350" y="1193778"/>
                </a:lnTo>
                <a:lnTo>
                  <a:pt x="514350" y="1212752"/>
                </a:lnTo>
                <a:lnTo>
                  <a:pt x="514350" y="1231735"/>
                </a:lnTo>
                <a:lnTo>
                  <a:pt x="514350" y="1250718"/>
                </a:lnTo>
                <a:lnTo>
                  <a:pt x="514350" y="1269692"/>
                </a:lnTo>
                <a:lnTo>
                  <a:pt x="514350" y="1288675"/>
                </a:lnTo>
                <a:lnTo>
                  <a:pt x="514350" y="1307649"/>
                </a:lnTo>
                <a:lnTo>
                  <a:pt x="514350" y="1326632"/>
                </a:lnTo>
                <a:lnTo>
                  <a:pt x="514350" y="1345606"/>
                </a:lnTo>
                <a:lnTo>
                  <a:pt x="514350" y="1364590"/>
                </a:lnTo>
                <a:lnTo>
                  <a:pt x="514350" y="1383563"/>
                </a:lnTo>
                <a:lnTo>
                  <a:pt x="514350" y="1402547"/>
                </a:lnTo>
                <a:lnTo>
                  <a:pt x="514350" y="1421521"/>
                </a:lnTo>
                <a:lnTo>
                  <a:pt x="514350" y="1440504"/>
                </a:lnTo>
                <a:lnTo>
                  <a:pt x="506873" y="1455087"/>
                </a:lnTo>
                <a:lnTo>
                  <a:pt x="490280" y="1464297"/>
                </a:lnTo>
                <a:lnTo>
                  <a:pt x="473688" y="1473518"/>
                </a:lnTo>
                <a:lnTo>
                  <a:pt x="457095" y="1482738"/>
                </a:lnTo>
                <a:lnTo>
                  <a:pt x="440512" y="1491948"/>
                </a:lnTo>
                <a:lnTo>
                  <a:pt x="423920" y="1501169"/>
                </a:lnTo>
                <a:lnTo>
                  <a:pt x="407327" y="1510389"/>
                </a:lnTo>
                <a:lnTo>
                  <a:pt x="390735" y="1519599"/>
                </a:lnTo>
                <a:lnTo>
                  <a:pt x="374142" y="1528820"/>
                </a:lnTo>
                <a:lnTo>
                  <a:pt x="357549" y="1538040"/>
                </a:lnTo>
                <a:lnTo>
                  <a:pt x="340957" y="1547251"/>
                </a:lnTo>
                <a:lnTo>
                  <a:pt x="324374" y="1556471"/>
                </a:lnTo>
                <a:lnTo>
                  <a:pt x="307781" y="1565691"/>
                </a:lnTo>
                <a:lnTo>
                  <a:pt x="291189" y="1574902"/>
                </a:lnTo>
                <a:lnTo>
                  <a:pt x="274596" y="1584122"/>
                </a:lnTo>
                <a:lnTo>
                  <a:pt x="258004" y="1593342"/>
                </a:lnTo>
                <a:lnTo>
                  <a:pt x="241411" y="1585046"/>
                </a:lnTo>
                <a:lnTo>
                  <a:pt x="224828" y="1575826"/>
                </a:lnTo>
                <a:lnTo>
                  <a:pt x="208236" y="1566615"/>
                </a:lnTo>
                <a:lnTo>
                  <a:pt x="191643" y="1557395"/>
                </a:lnTo>
                <a:lnTo>
                  <a:pt x="175050" y="1548174"/>
                </a:lnTo>
                <a:lnTo>
                  <a:pt x="158458" y="1538964"/>
                </a:lnTo>
                <a:lnTo>
                  <a:pt x="141865" y="1529744"/>
                </a:lnTo>
                <a:lnTo>
                  <a:pt x="125273" y="1520523"/>
                </a:lnTo>
                <a:lnTo>
                  <a:pt x="108690" y="1511313"/>
                </a:lnTo>
                <a:lnTo>
                  <a:pt x="92097" y="1502093"/>
                </a:lnTo>
                <a:lnTo>
                  <a:pt x="75505" y="1492872"/>
                </a:lnTo>
                <a:lnTo>
                  <a:pt x="58912" y="1483662"/>
                </a:lnTo>
                <a:lnTo>
                  <a:pt x="42320" y="1474441"/>
                </a:lnTo>
                <a:lnTo>
                  <a:pt x="25727" y="1465221"/>
                </a:lnTo>
                <a:lnTo>
                  <a:pt x="9134" y="1456011"/>
                </a:lnTo>
                <a:lnTo>
                  <a:pt x="0" y="1442409"/>
                </a:lnTo>
                <a:lnTo>
                  <a:pt x="0" y="1423426"/>
                </a:lnTo>
                <a:lnTo>
                  <a:pt x="0" y="1404442"/>
                </a:lnTo>
                <a:lnTo>
                  <a:pt x="0" y="1385468"/>
                </a:lnTo>
                <a:lnTo>
                  <a:pt x="0" y="1366485"/>
                </a:lnTo>
                <a:lnTo>
                  <a:pt x="0" y="1347511"/>
                </a:lnTo>
                <a:lnTo>
                  <a:pt x="0" y="1328528"/>
                </a:lnTo>
                <a:lnTo>
                  <a:pt x="0" y="1309554"/>
                </a:lnTo>
                <a:lnTo>
                  <a:pt x="0" y="1290571"/>
                </a:lnTo>
                <a:lnTo>
                  <a:pt x="0" y="1271597"/>
                </a:lnTo>
                <a:lnTo>
                  <a:pt x="0" y="1252614"/>
                </a:lnTo>
                <a:lnTo>
                  <a:pt x="0" y="1233640"/>
                </a:lnTo>
                <a:lnTo>
                  <a:pt x="0" y="1214657"/>
                </a:lnTo>
                <a:lnTo>
                  <a:pt x="0" y="1195673"/>
                </a:lnTo>
                <a:lnTo>
                  <a:pt x="0" y="1176699"/>
                </a:lnTo>
                <a:lnTo>
                  <a:pt x="0" y="1157716"/>
                </a:lnTo>
                <a:lnTo>
                  <a:pt x="0" y="1138742"/>
                </a:lnTo>
                <a:lnTo>
                  <a:pt x="0" y="1119759"/>
                </a:lnTo>
                <a:lnTo>
                  <a:pt x="0" y="1100785"/>
                </a:lnTo>
                <a:lnTo>
                  <a:pt x="0" y="1081802"/>
                </a:lnTo>
                <a:lnTo>
                  <a:pt x="0" y="1062828"/>
                </a:lnTo>
                <a:lnTo>
                  <a:pt x="0" y="1043845"/>
                </a:lnTo>
                <a:lnTo>
                  <a:pt x="0" y="1024871"/>
                </a:lnTo>
                <a:lnTo>
                  <a:pt x="0" y="1005888"/>
                </a:lnTo>
                <a:lnTo>
                  <a:pt x="0" y="986904"/>
                </a:lnTo>
                <a:lnTo>
                  <a:pt x="0" y="967931"/>
                </a:lnTo>
                <a:lnTo>
                  <a:pt x="0" y="948947"/>
                </a:lnTo>
                <a:lnTo>
                  <a:pt x="0" y="929973"/>
                </a:lnTo>
                <a:lnTo>
                  <a:pt x="0" y="910990"/>
                </a:lnTo>
                <a:lnTo>
                  <a:pt x="0" y="892016"/>
                </a:lnTo>
                <a:lnTo>
                  <a:pt x="0" y="873033"/>
                </a:lnTo>
                <a:lnTo>
                  <a:pt x="0" y="854059"/>
                </a:lnTo>
                <a:lnTo>
                  <a:pt x="0" y="835076"/>
                </a:lnTo>
                <a:lnTo>
                  <a:pt x="0" y="816092"/>
                </a:lnTo>
                <a:lnTo>
                  <a:pt x="0" y="797119"/>
                </a:lnTo>
                <a:lnTo>
                  <a:pt x="0" y="778135"/>
                </a:lnTo>
                <a:lnTo>
                  <a:pt x="0" y="759162"/>
                </a:lnTo>
                <a:lnTo>
                  <a:pt x="0" y="740178"/>
                </a:lnTo>
                <a:lnTo>
                  <a:pt x="0" y="721204"/>
                </a:lnTo>
                <a:lnTo>
                  <a:pt x="0" y="702221"/>
                </a:lnTo>
                <a:lnTo>
                  <a:pt x="0" y="683247"/>
                </a:lnTo>
                <a:lnTo>
                  <a:pt x="0" y="664264"/>
                </a:lnTo>
                <a:lnTo>
                  <a:pt x="0" y="645290"/>
                </a:lnTo>
                <a:lnTo>
                  <a:pt x="0" y="626307"/>
                </a:lnTo>
                <a:lnTo>
                  <a:pt x="0" y="607333"/>
                </a:lnTo>
                <a:lnTo>
                  <a:pt x="0" y="588350"/>
                </a:lnTo>
                <a:lnTo>
                  <a:pt x="0" y="569366"/>
                </a:lnTo>
                <a:lnTo>
                  <a:pt x="0" y="550393"/>
                </a:lnTo>
                <a:lnTo>
                  <a:pt x="0" y="531409"/>
                </a:lnTo>
                <a:lnTo>
                  <a:pt x="0" y="512435"/>
                </a:lnTo>
                <a:lnTo>
                  <a:pt x="0" y="493452"/>
                </a:lnTo>
                <a:lnTo>
                  <a:pt x="0" y="474478"/>
                </a:lnTo>
                <a:lnTo>
                  <a:pt x="0" y="455495"/>
                </a:lnTo>
                <a:lnTo>
                  <a:pt x="0" y="436521"/>
                </a:lnTo>
                <a:lnTo>
                  <a:pt x="0" y="417538"/>
                </a:lnTo>
                <a:lnTo>
                  <a:pt x="0" y="398555"/>
                </a:lnTo>
                <a:lnTo>
                  <a:pt x="0" y="379581"/>
                </a:lnTo>
                <a:lnTo>
                  <a:pt x="0" y="360597"/>
                </a:lnTo>
                <a:lnTo>
                  <a:pt x="0" y="341624"/>
                </a:lnTo>
                <a:lnTo>
                  <a:pt x="0" y="322640"/>
                </a:lnTo>
                <a:lnTo>
                  <a:pt x="0" y="303667"/>
                </a:lnTo>
                <a:lnTo>
                  <a:pt x="0" y="284683"/>
                </a:lnTo>
                <a:lnTo>
                  <a:pt x="0" y="265709"/>
                </a:lnTo>
                <a:lnTo>
                  <a:pt x="0" y="246726"/>
                </a:lnTo>
                <a:lnTo>
                  <a:pt x="0" y="227752"/>
                </a:lnTo>
                <a:lnTo>
                  <a:pt x="0" y="208769"/>
                </a:lnTo>
                <a:lnTo>
                  <a:pt x="0" y="189786"/>
                </a:lnTo>
                <a:lnTo>
                  <a:pt x="0" y="170812"/>
                </a:lnTo>
                <a:lnTo>
                  <a:pt x="0" y="151829"/>
                </a:lnTo>
                <a:lnTo>
                  <a:pt x="0" y="132855"/>
                </a:lnTo>
                <a:lnTo>
                  <a:pt x="0" y="113871"/>
                </a:lnTo>
                <a:lnTo>
                  <a:pt x="0" y="94898"/>
                </a:lnTo>
                <a:lnTo>
                  <a:pt x="0" y="75914"/>
                </a:lnTo>
                <a:lnTo>
                  <a:pt x="0" y="56940"/>
                </a:lnTo>
                <a:lnTo>
                  <a:pt x="0" y="37957"/>
                </a:lnTo>
                <a:lnTo>
                  <a:pt x="0" y="18983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5" name="phase-rail-1">
            <a:extLst xmlns:a="http://schemas.openxmlformats.org/drawingml/2006/main">
              <a:ext uri="{FF2B5EF4-FFF2-40B4-BE49-F238E27FC236}">
                <a16:creationId xmlns:a16="http://schemas.microsoft.com/office/drawing/2014/main" id="{1330E0A7-A06C-4E0C-8EDE-5AA145F26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3232099"/>
            <a:ext cx="514350" cy="1422225"/>
          </a:xfrm>
          <a:custGeom xmlns:a="http://schemas.openxmlformats.org/drawingml/2006/main">
            <a:pathLst>
              <a:path w="514350" h="1422225">
                <a:moveTo>
                  <a:pt x="0" y="0"/>
                </a:moveTo>
                <a:lnTo>
                  <a:pt x="16574" y="9211"/>
                </a:lnTo>
                <a:lnTo>
                  <a:pt x="33157" y="18421"/>
                </a:lnTo>
                <a:lnTo>
                  <a:pt x="49730" y="27632"/>
                </a:lnTo>
                <a:lnTo>
                  <a:pt x="66313" y="36833"/>
                </a:lnTo>
                <a:lnTo>
                  <a:pt x="82887" y="46044"/>
                </a:lnTo>
                <a:lnTo>
                  <a:pt x="99460" y="55255"/>
                </a:lnTo>
                <a:lnTo>
                  <a:pt x="116043" y="64465"/>
                </a:lnTo>
                <a:lnTo>
                  <a:pt x="132617" y="73676"/>
                </a:lnTo>
                <a:lnTo>
                  <a:pt x="149200" y="82887"/>
                </a:lnTo>
                <a:lnTo>
                  <a:pt x="165773" y="92088"/>
                </a:lnTo>
                <a:lnTo>
                  <a:pt x="182347" y="101298"/>
                </a:lnTo>
                <a:lnTo>
                  <a:pt x="198930" y="110509"/>
                </a:lnTo>
                <a:lnTo>
                  <a:pt x="215503" y="119720"/>
                </a:lnTo>
                <a:lnTo>
                  <a:pt x="232077" y="128930"/>
                </a:lnTo>
                <a:lnTo>
                  <a:pt x="248660" y="138141"/>
                </a:lnTo>
                <a:lnTo>
                  <a:pt x="265233" y="138389"/>
                </a:lnTo>
                <a:lnTo>
                  <a:pt x="281816" y="129188"/>
                </a:lnTo>
                <a:lnTo>
                  <a:pt x="298390" y="119977"/>
                </a:lnTo>
                <a:lnTo>
                  <a:pt x="314963" y="110766"/>
                </a:lnTo>
                <a:lnTo>
                  <a:pt x="331546" y="101556"/>
                </a:lnTo>
                <a:lnTo>
                  <a:pt x="348120" y="92345"/>
                </a:lnTo>
                <a:lnTo>
                  <a:pt x="364703" y="83134"/>
                </a:lnTo>
                <a:lnTo>
                  <a:pt x="381276" y="73924"/>
                </a:lnTo>
                <a:lnTo>
                  <a:pt x="397850" y="64722"/>
                </a:lnTo>
                <a:lnTo>
                  <a:pt x="414433" y="55512"/>
                </a:lnTo>
                <a:lnTo>
                  <a:pt x="431006" y="46301"/>
                </a:lnTo>
                <a:lnTo>
                  <a:pt x="447589" y="37090"/>
                </a:lnTo>
                <a:lnTo>
                  <a:pt x="464163" y="27880"/>
                </a:lnTo>
                <a:lnTo>
                  <a:pt x="480736" y="18669"/>
                </a:lnTo>
                <a:lnTo>
                  <a:pt x="497319" y="9458"/>
                </a:lnTo>
                <a:lnTo>
                  <a:pt x="513893" y="257"/>
                </a:lnTo>
                <a:lnTo>
                  <a:pt x="514350" y="18440"/>
                </a:lnTo>
                <a:lnTo>
                  <a:pt x="514350" y="37405"/>
                </a:lnTo>
                <a:lnTo>
                  <a:pt x="514350" y="56369"/>
                </a:lnTo>
                <a:lnTo>
                  <a:pt x="514350" y="75333"/>
                </a:lnTo>
                <a:lnTo>
                  <a:pt x="514350" y="94298"/>
                </a:lnTo>
                <a:lnTo>
                  <a:pt x="514350" y="113252"/>
                </a:lnTo>
                <a:lnTo>
                  <a:pt x="514350" y="132217"/>
                </a:lnTo>
                <a:lnTo>
                  <a:pt x="514350" y="151181"/>
                </a:lnTo>
                <a:lnTo>
                  <a:pt x="514350" y="170145"/>
                </a:lnTo>
                <a:lnTo>
                  <a:pt x="514350" y="189109"/>
                </a:lnTo>
                <a:lnTo>
                  <a:pt x="514350" y="208074"/>
                </a:lnTo>
                <a:lnTo>
                  <a:pt x="514350" y="227038"/>
                </a:lnTo>
                <a:lnTo>
                  <a:pt x="514350" y="245993"/>
                </a:lnTo>
                <a:lnTo>
                  <a:pt x="514350" y="264957"/>
                </a:lnTo>
                <a:lnTo>
                  <a:pt x="514350" y="283921"/>
                </a:lnTo>
                <a:lnTo>
                  <a:pt x="514350" y="302885"/>
                </a:lnTo>
                <a:lnTo>
                  <a:pt x="514350" y="321850"/>
                </a:lnTo>
                <a:lnTo>
                  <a:pt x="514350" y="340814"/>
                </a:lnTo>
                <a:lnTo>
                  <a:pt x="514350" y="359778"/>
                </a:lnTo>
                <a:lnTo>
                  <a:pt x="514350" y="378743"/>
                </a:lnTo>
                <a:lnTo>
                  <a:pt x="514350" y="397697"/>
                </a:lnTo>
                <a:lnTo>
                  <a:pt x="514350" y="416662"/>
                </a:lnTo>
                <a:lnTo>
                  <a:pt x="514350" y="435626"/>
                </a:lnTo>
                <a:lnTo>
                  <a:pt x="514350" y="454590"/>
                </a:lnTo>
                <a:lnTo>
                  <a:pt x="514350" y="473554"/>
                </a:lnTo>
                <a:lnTo>
                  <a:pt x="514350" y="492519"/>
                </a:lnTo>
                <a:lnTo>
                  <a:pt x="514350" y="511483"/>
                </a:lnTo>
                <a:lnTo>
                  <a:pt x="514350" y="530438"/>
                </a:lnTo>
                <a:lnTo>
                  <a:pt x="514350" y="549402"/>
                </a:lnTo>
                <a:lnTo>
                  <a:pt x="514350" y="568366"/>
                </a:lnTo>
                <a:lnTo>
                  <a:pt x="514350" y="587331"/>
                </a:lnTo>
                <a:lnTo>
                  <a:pt x="514350" y="606295"/>
                </a:lnTo>
                <a:lnTo>
                  <a:pt x="514350" y="625259"/>
                </a:lnTo>
                <a:lnTo>
                  <a:pt x="514350" y="644223"/>
                </a:lnTo>
                <a:lnTo>
                  <a:pt x="514350" y="663188"/>
                </a:lnTo>
                <a:lnTo>
                  <a:pt x="514350" y="682142"/>
                </a:lnTo>
                <a:lnTo>
                  <a:pt x="514350" y="701107"/>
                </a:lnTo>
                <a:lnTo>
                  <a:pt x="514350" y="720071"/>
                </a:lnTo>
                <a:lnTo>
                  <a:pt x="514350" y="739035"/>
                </a:lnTo>
                <a:lnTo>
                  <a:pt x="514350" y="758000"/>
                </a:lnTo>
                <a:lnTo>
                  <a:pt x="514350" y="776964"/>
                </a:lnTo>
                <a:lnTo>
                  <a:pt x="514350" y="795928"/>
                </a:lnTo>
                <a:lnTo>
                  <a:pt x="514350" y="814883"/>
                </a:lnTo>
                <a:lnTo>
                  <a:pt x="514350" y="833847"/>
                </a:lnTo>
                <a:lnTo>
                  <a:pt x="514350" y="852811"/>
                </a:lnTo>
                <a:lnTo>
                  <a:pt x="514350" y="871776"/>
                </a:lnTo>
                <a:lnTo>
                  <a:pt x="514350" y="890740"/>
                </a:lnTo>
                <a:lnTo>
                  <a:pt x="514350" y="909704"/>
                </a:lnTo>
                <a:lnTo>
                  <a:pt x="514350" y="928668"/>
                </a:lnTo>
                <a:lnTo>
                  <a:pt x="514350" y="947623"/>
                </a:lnTo>
                <a:lnTo>
                  <a:pt x="514350" y="966587"/>
                </a:lnTo>
                <a:lnTo>
                  <a:pt x="514350" y="985552"/>
                </a:lnTo>
                <a:lnTo>
                  <a:pt x="514350" y="1004516"/>
                </a:lnTo>
                <a:lnTo>
                  <a:pt x="514350" y="1023480"/>
                </a:lnTo>
                <a:lnTo>
                  <a:pt x="514350" y="1042445"/>
                </a:lnTo>
                <a:lnTo>
                  <a:pt x="514350" y="1061409"/>
                </a:lnTo>
                <a:lnTo>
                  <a:pt x="514350" y="1080373"/>
                </a:lnTo>
                <a:lnTo>
                  <a:pt x="514350" y="1099328"/>
                </a:lnTo>
                <a:lnTo>
                  <a:pt x="514350" y="1118292"/>
                </a:lnTo>
                <a:lnTo>
                  <a:pt x="514350" y="1137256"/>
                </a:lnTo>
                <a:lnTo>
                  <a:pt x="514350" y="1156221"/>
                </a:lnTo>
                <a:lnTo>
                  <a:pt x="514350" y="1175185"/>
                </a:lnTo>
                <a:lnTo>
                  <a:pt x="514350" y="1194149"/>
                </a:lnTo>
                <a:lnTo>
                  <a:pt x="514350" y="1213114"/>
                </a:lnTo>
                <a:lnTo>
                  <a:pt x="514350" y="1232068"/>
                </a:lnTo>
                <a:lnTo>
                  <a:pt x="514350" y="1251033"/>
                </a:lnTo>
                <a:lnTo>
                  <a:pt x="514350" y="1269997"/>
                </a:lnTo>
                <a:lnTo>
                  <a:pt x="506063" y="1284084"/>
                </a:lnTo>
                <a:lnTo>
                  <a:pt x="489480" y="1293295"/>
                </a:lnTo>
                <a:lnTo>
                  <a:pt x="472907" y="1302506"/>
                </a:lnTo>
                <a:lnTo>
                  <a:pt x="456333" y="1311716"/>
                </a:lnTo>
                <a:lnTo>
                  <a:pt x="439750" y="1320917"/>
                </a:lnTo>
                <a:lnTo>
                  <a:pt x="423177" y="1330128"/>
                </a:lnTo>
                <a:lnTo>
                  <a:pt x="406594" y="1339339"/>
                </a:lnTo>
                <a:lnTo>
                  <a:pt x="390020" y="1348550"/>
                </a:lnTo>
                <a:lnTo>
                  <a:pt x="373447" y="1357760"/>
                </a:lnTo>
                <a:lnTo>
                  <a:pt x="356864" y="1366971"/>
                </a:lnTo>
                <a:lnTo>
                  <a:pt x="340290" y="1376182"/>
                </a:lnTo>
                <a:lnTo>
                  <a:pt x="323717" y="1385383"/>
                </a:lnTo>
                <a:lnTo>
                  <a:pt x="307134" y="1394593"/>
                </a:lnTo>
                <a:lnTo>
                  <a:pt x="290560" y="1403804"/>
                </a:lnTo>
                <a:lnTo>
                  <a:pt x="273977" y="1413015"/>
                </a:lnTo>
                <a:lnTo>
                  <a:pt x="257404" y="1422225"/>
                </a:lnTo>
                <a:lnTo>
                  <a:pt x="240830" y="1413272"/>
                </a:lnTo>
                <a:lnTo>
                  <a:pt x="224247" y="1404061"/>
                </a:lnTo>
                <a:lnTo>
                  <a:pt x="207674" y="1394851"/>
                </a:lnTo>
                <a:lnTo>
                  <a:pt x="191091" y="1385640"/>
                </a:lnTo>
                <a:lnTo>
                  <a:pt x="174517" y="1376429"/>
                </a:lnTo>
                <a:lnTo>
                  <a:pt x="157944" y="1367219"/>
                </a:lnTo>
                <a:lnTo>
                  <a:pt x="141361" y="1358008"/>
                </a:lnTo>
                <a:lnTo>
                  <a:pt x="124787" y="1348807"/>
                </a:lnTo>
                <a:lnTo>
                  <a:pt x="108204" y="1339596"/>
                </a:lnTo>
                <a:lnTo>
                  <a:pt x="91630" y="1330385"/>
                </a:lnTo>
                <a:lnTo>
                  <a:pt x="75057" y="1321175"/>
                </a:lnTo>
                <a:lnTo>
                  <a:pt x="58474" y="1311964"/>
                </a:lnTo>
                <a:lnTo>
                  <a:pt x="41900" y="1302753"/>
                </a:lnTo>
                <a:lnTo>
                  <a:pt x="25317" y="1293552"/>
                </a:lnTo>
                <a:lnTo>
                  <a:pt x="8744" y="1284341"/>
                </a:lnTo>
                <a:lnTo>
                  <a:pt x="0" y="1270521"/>
                </a:lnTo>
                <a:lnTo>
                  <a:pt x="0" y="1251556"/>
                </a:lnTo>
                <a:lnTo>
                  <a:pt x="0" y="1232592"/>
                </a:lnTo>
                <a:lnTo>
                  <a:pt x="0" y="1213628"/>
                </a:lnTo>
                <a:lnTo>
                  <a:pt x="0" y="1194673"/>
                </a:lnTo>
                <a:lnTo>
                  <a:pt x="0" y="1175709"/>
                </a:lnTo>
                <a:lnTo>
                  <a:pt x="0" y="1156745"/>
                </a:lnTo>
                <a:lnTo>
                  <a:pt x="0" y="1137780"/>
                </a:lnTo>
                <a:lnTo>
                  <a:pt x="0" y="1118816"/>
                </a:lnTo>
                <a:lnTo>
                  <a:pt x="0" y="1099852"/>
                </a:lnTo>
                <a:lnTo>
                  <a:pt x="0" y="1080887"/>
                </a:lnTo>
                <a:lnTo>
                  <a:pt x="0" y="1061923"/>
                </a:lnTo>
                <a:lnTo>
                  <a:pt x="0" y="1042968"/>
                </a:lnTo>
                <a:lnTo>
                  <a:pt x="0" y="1024004"/>
                </a:lnTo>
                <a:lnTo>
                  <a:pt x="0" y="1005040"/>
                </a:lnTo>
                <a:lnTo>
                  <a:pt x="0" y="986076"/>
                </a:lnTo>
                <a:lnTo>
                  <a:pt x="0" y="967111"/>
                </a:lnTo>
                <a:lnTo>
                  <a:pt x="0" y="948147"/>
                </a:lnTo>
                <a:lnTo>
                  <a:pt x="0" y="929183"/>
                </a:lnTo>
                <a:lnTo>
                  <a:pt x="0" y="910228"/>
                </a:lnTo>
                <a:lnTo>
                  <a:pt x="0" y="891264"/>
                </a:lnTo>
                <a:lnTo>
                  <a:pt x="0" y="872300"/>
                </a:lnTo>
                <a:lnTo>
                  <a:pt x="0" y="853335"/>
                </a:lnTo>
                <a:lnTo>
                  <a:pt x="0" y="834371"/>
                </a:lnTo>
                <a:lnTo>
                  <a:pt x="0" y="815407"/>
                </a:lnTo>
                <a:lnTo>
                  <a:pt x="0" y="796442"/>
                </a:lnTo>
                <a:lnTo>
                  <a:pt x="0" y="777488"/>
                </a:lnTo>
                <a:lnTo>
                  <a:pt x="0" y="758523"/>
                </a:lnTo>
                <a:lnTo>
                  <a:pt x="0" y="739559"/>
                </a:lnTo>
                <a:lnTo>
                  <a:pt x="0" y="720595"/>
                </a:lnTo>
                <a:lnTo>
                  <a:pt x="0" y="701631"/>
                </a:lnTo>
                <a:lnTo>
                  <a:pt x="0" y="682666"/>
                </a:lnTo>
                <a:lnTo>
                  <a:pt x="0" y="663702"/>
                </a:lnTo>
                <a:lnTo>
                  <a:pt x="0" y="644738"/>
                </a:lnTo>
                <a:lnTo>
                  <a:pt x="0" y="625783"/>
                </a:lnTo>
                <a:lnTo>
                  <a:pt x="0" y="606819"/>
                </a:lnTo>
                <a:lnTo>
                  <a:pt x="0" y="587854"/>
                </a:lnTo>
                <a:lnTo>
                  <a:pt x="0" y="568890"/>
                </a:lnTo>
                <a:lnTo>
                  <a:pt x="0" y="549926"/>
                </a:lnTo>
                <a:lnTo>
                  <a:pt x="0" y="530962"/>
                </a:lnTo>
                <a:lnTo>
                  <a:pt x="0" y="511997"/>
                </a:lnTo>
                <a:lnTo>
                  <a:pt x="0" y="493043"/>
                </a:lnTo>
                <a:lnTo>
                  <a:pt x="0" y="474078"/>
                </a:lnTo>
                <a:lnTo>
                  <a:pt x="0" y="455114"/>
                </a:lnTo>
                <a:lnTo>
                  <a:pt x="0" y="436150"/>
                </a:lnTo>
                <a:lnTo>
                  <a:pt x="0" y="417185"/>
                </a:lnTo>
                <a:lnTo>
                  <a:pt x="0" y="398221"/>
                </a:lnTo>
                <a:lnTo>
                  <a:pt x="0" y="379257"/>
                </a:lnTo>
                <a:lnTo>
                  <a:pt x="0" y="360293"/>
                </a:lnTo>
                <a:lnTo>
                  <a:pt x="0" y="341338"/>
                </a:lnTo>
                <a:lnTo>
                  <a:pt x="0" y="322374"/>
                </a:lnTo>
                <a:lnTo>
                  <a:pt x="0" y="303409"/>
                </a:lnTo>
                <a:lnTo>
                  <a:pt x="0" y="284445"/>
                </a:lnTo>
                <a:lnTo>
                  <a:pt x="0" y="265481"/>
                </a:lnTo>
                <a:lnTo>
                  <a:pt x="0" y="246517"/>
                </a:lnTo>
                <a:lnTo>
                  <a:pt x="0" y="227552"/>
                </a:lnTo>
                <a:lnTo>
                  <a:pt x="0" y="208598"/>
                </a:lnTo>
                <a:lnTo>
                  <a:pt x="0" y="189633"/>
                </a:lnTo>
                <a:lnTo>
                  <a:pt x="0" y="170669"/>
                </a:lnTo>
                <a:lnTo>
                  <a:pt x="0" y="151705"/>
                </a:lnTo>
                <a:lnTo>
                  <a:pt x="0" y="132740"/>
                </a:lnTo>
                <a:lnTo>
                  <a:pt x="0" y="113776"/>
                </a:lnTo>
                <a:lnTo>
                  <a:pt x="0" y="94812"/>
                </a:lnTo>
                <a:lnTo>
                  <a:pt x="0" y="75848"/>
                </a:lnTo>
                <a:lnTo>
                  <a:pt x="0" y="56893"/>
                </a:lnTo>
                <a:lnTo>
                  <a:pt x="0" y="37929"/>
                </a:lnTo>
                <a:lnTo>
                  <a:pt x="0" y="18964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6" name="phase-rail-2">
            <a:extLst xmlns:a="http://schemas.openxmlformats.org/drawingml/2006/main">
              <a:ext uri="{FF2B5EF4-FFF2-40B4-BE49-F238E27FC236}">
                <a16:creationId xmlns:a16="http://schemas.microsoft.com/office/drawing/2014/main" id="{76BDEC40-2121-40EF-A55F-C1DCD910B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4654448"/>
            <a:ext cx="514350" cy="1555613"/>
          </a:xfrm>
          <a:custGeom xmlns:a="http://schemas.openxmlformats.org/drawingml/2006/main">
            <a:pathLst>
              <a:path w="514350" h="1555613">
                <a:moveTo>
                  <a:pt x="0" y="0"/>
                </a:moveTo>
                <a:lnTo>
                  <a:pt x="16583" y="9211"/>
                </a:lnTo>
                <a:lnTo>
                  <a:pt x="33166" y="18421"/>
                </a:lnTo>
                <a:lnTo>
                  <a:pt x="49749" y="27632"/>
                </a:lnTo>
                <a:lnTo>
                  <a:pt x="66332" y="36852"/>
                </a:lnTo>
                <a:lnTo>
                  <a:pt x="82915" y="46063"/>
                </a:lnTo>
                <a:lnTo>
                  <a:pt x="99489" y="55274"/>
                </a:lnTo>
                <a:lnTo>
                  <a:pt x="116072" y="64484"/>
                </a:lnTo>
                <a:lnTo>
                  <a:pt x="132655" y="73695"/>
                </a:lnTo>
                <a:lnTo>
                  <a:pt x="149238" y="82906"/>
                </a:lnTo>
                <a:lnTo>
                  <a:pt x="165821" y="92116"/>
                </a:lnTo>
                <a:lnTo>
                  <a:pt x="182404" y="101336"/>
                </a:lnTo>
                <a:lnTo>
                  <a:pt x="198987" y="110547"/>
                </a:lnTo>
                <a:lnTo>
                  <a:pt x="215570" y="119758"/>
                </a:lnTo>
                <a:lnTo>
                  <a:pt x="232153" y="128968"/>
                </a:lnTo>
                <a:lnTo>
                  <a:pt x="248736" y="138179"/>
                </a:lnTo>
                <a:lnTo>
                  <a:pt x="265319" y="138351"/>
                </a:lnTo>
                <a:lnTo>
                  <a:pt x="281902" y="129140"/>
                </a:lnTo>
                <a:lnTo>
                  <a:pt x="298475" y="119920"/>
                </a:lnTo>
                <a:lnTo>
                  <a:pt x="315058" y="110709"/>
                </a:lnTo>
                <a:lnTo>
                  <a:pt x="331641" y="101498"/>
                </a:lnTo>
                <a:lnTo>
                  <a:pt x="348224" y="92288"/>
                </a:lnTo>
                <a:lnTo>
                  <a:pt x="364808" y="83077"/>
                </a:lnTo>
                <a:lnTo>
                  <a:pt x="381391" y="73866"/>
                </a:lnTo>
                <a:lnTo>
                  <a:pt x="397974" y="64656"/>
                </a:lnTo>
                <a:lnTo>
                  <a:pt x="414557" y="55436"/>
                </a:lnTo>
                <a:lnTo>
                  <a:pt x="431140" y="46225"/>
                </a:lnTo>
                <a:lnTo>
                  <a:pt x="447723" y="37014"/>
                </a:lnTo>
                <a:lnTo>
                  <a:pt x="464306" y="27803"/>
                </a:lnTo>
                <a:lnTo>
                  <a:pt x="480889" y="18593"/>
                </a:lnTo>
                <a:lnTo>
                  <a:pt x="497462" y="9382"/>
                </a:lnTo>
                <a:lnTo>
                  <a:pt x="514045" y="171"/>
                </a:lnTo>
                <a:lnTo>
                  <a:pt x="514350" y="18621"/>
                </a:lnTo>
                <a:lnTo>
                  <a:pt x="514350" y="37595"/>
                </a:lnTo>
                <a:lnTo>
                  <a:pt x="514350" y="56559"/>
                </a:lnTo>
                <a:lnTo>
                  <a:pt x="514350" y="75533"/>
                </a:lnTo>
                <a:lnTo>
                  <a:pt x="514350" y="94498"/>
                </a:lnTo>
                <a:lnTo>
                  <a:pt x="514350" y="113471"/>
                </a:lnTo>
                <a:lnTo>
                  <a:pt x="514350" y="132436"/>
                </a:lnTo>
                <a:lnTo>
                  <a:pt x="514350" y="151409"/>
                </a:lnTo>
                <a:lnTo>
                  <a:pt x="514350" y="170374"/>
                </a:lnTo>
                <a:lnTo>
                  <a:pt x="514350" y="189347"/>
                </a:lnTo>
                <a:lnTo>
                  <a:pt x="514350" y="208312"/>
                </a:lnTo>
                <a:lnTo>
                  <a:pt x="514350" y="227286"/>
                </a:lnTo>
                <a:lnTo>
                  <a:pt x="514350" y="246250"/>
                </a:lnTo>
                <a:lnTo>
                  <a:pt x="514350" y="265214"/>
                </a:lnTo>
                <a:lnTo>
                  <a:pt x="514350" y="284188"/>
                </a:lnTo>
                <a:lnTo>
                  <a:pt x="514350" y="303152"/>
                </a:lnTo>
                <a:lnTo>
                  <a:pt x="514350" y="322126"/>
                </a:lnTo>
                <a:lnTo>
                  <a:pt x="514350" y="341090"/>
                </a:lnTo>
                <a:lnTo>
                  <a:pt x="514350" y="360064"/>
                </a:lnTo>
                <a:lnTo>
                  <a:pt x="514350" y="379028"/>
                </a:lnTo>
                <a:lnTo>
                  <a:pt x="514350" y="398002"/>
                </a:lnTo>
                <a:lnTo>
                  <a:pt x="514350" y="416966"/>
                </a:lnTo>
                <a:lnTo>
                  <a:pt x="514350" y="435940"/>
                </a:lnTo>
                <a:lnTo>
                  <a:pt x="514350" y="454904"/>
                </a:lnTo>
                <a:lnTo>
                  <a:pt x="514350" y="473878"/>
                </a:lnTo>
                <a:lnTo>
                  <a:pt x="514350" y="492843"/>
                </a:lnTo>
                <a:lnTo>
                  <a:pt x="514350" y="511816"/>
                </a:lnTo>
                <a:lnTo>
                  <a:pt x="514350" y="530781"/>
                </a:lnTo>
                <a:lnTo>
                  <a:pt x="514350" y="549754"/>
                </a:lnTo>
                <a:lnTo>
                  <a:pt x="514350" y="568719"/>
                </a:lnTo>
                <a:lnTo>
                  <a:pt x="514350" y="587693"/>
                </a:lnTo>
                <a:lnTo>
                  <a:pt x="514350" y="606657"/>
                </a:lnTo>
                <a:lnTo>
                  <a:pt x="514350" y="625621"/>
                </a:lnTo>
                <a:lnTo>
                  <a:pt x="514350" y="644595"/>
                </a:lnTo>
                <a:lnTo>
                  <a:pt x="514350" y="663559"/>
                </a:lnTo>
                <a:lnTo>
                  <a:pt x="514350" y="682533"/>
                </a:lnTo>
                <a:lnTo>
                  <a:pt x="514350" y="701497"/>
                </a:lnTo>
                <a:lnTo>
                  <a:pt x="514350" y="720471"/>
                </a:lnTo>
                <a:lnTo>
                  <a:pt x="514350" y="739435"/>
                </a:lnTo>
                <a:lnTo>
                  <a:pt x="514350" y="758409"/>
                </a:lnTo>
                <a:lnTo>
                  <a:pt x="514350" y="777373"/>
                </a:lnTo>
                <a:lnTo>
                  <a:pt x="514350" y="796347"/>
                </a:lnTo>
                <a:lnTo>
                  <a:pt x="514350" y="815311"/>
                </a:lnTo>
                <a:lnTo>
                  <a:pt x="514350" y="834285"/>
                </a:lnTo>
                <a:lnTo>
                  <a:pt x="514350" y="853250"/>
                </a:lnTo>
                <a:lnTo>
                  <a:pt x="514350" y="872223"/>
                </a:lnTo>
                <a:lnTo>
                  <a:pt x="514350" y="891188"/>
                </a:lnTo>
                <a:lnTo>
                  <a:pt x="514350" y="910161"/>
                </a:lnTo>
                <a:lnTo>
                  <a:pt x="514350" y="929126"/>
                </a:lnTo>
                <a:lnTo>
                  <a:pt x="514350" y="948099"/>
                </a:lnTo>
                <a:lnTo>
                  <a:pt x="514350" y="967064"/>
                </a:lnTo>
                <a:lnTo>
                  <a:pt x="514350" y="986028"/>
                </a:lnTo>
                <a:lnTo>
                  <a:pt x="514350" y="1005002"/>
                </a:lnTo>
                <a:lnTo>
                  <a:pt x="514350" y="1023966"/>
                </a:lnTo>
                <a:lnTo>
                  <a:pt x="514350" y="1042940"/>
                </a:lnTo>
                <a:lnTo>
                  <a:pt x="514350" y="1061904"/>
                </a:lnTo>
                <a:lnTo>
                  <a:pt x="514350" y="1080878"/>
                </a:lnTo>
                <a:lnTo>
                  <a:pt x="514350" y="1099842"/>
                </a:lnTo>
                <a:lnTo>
                  <a:pt x="514350" y="1118816"/>
                </a:lnTo>
                <a:lnTo>
                  <a:pt x="514350" y="1137780"/>
                </a:lnTo>
                <a:lnTo>
                  <a:pt x="514350" y="1156754"/>
                </a:lnTo>
                <a:lnTo>
                  <a:pt x="514350" y="1175718"/>
                </a:lnTo>
                <a:lnTo>
                  <a:pt x="514350" y="1194692"/>
                </a:lnTo>
                <a:lnTo>
                  <a:pt x="514350" y="1213656"/>
                </a:lnTo>
                <a:lnTo>
                  <a:pt x="514350" y="1232630"/>
                </a:lnTo>
                <a:lnTo>
                  <a:pt x="514350" y="1251595"/>
                </a:lnTo>
                <a:lnTo>
                  <a:pt x="514350" y="1270568"/>
                </a:lnTo>
                <a:lnTo>
                  <a:pt x="514350" y="1289533"/>
                </a:lnTo>
                <a:lnTo>
                  <a:pt x="514350" y="1308506"/>
                </a:lnTo>
                <a:lnTo>
                  <a:pt x="514350" y="1327471"/>
                </a:lnTo>
                <a:lnTo>
                  <a:pt x="514350" y="1346435"/>
                </a:lnTo>
                <a:lnTo>
                  <a:pt x="514350" y="1365409"/>
                </a:lnTo>
                <a:lnTo>
                  <a:pt x="514350" y="1384373"/>
                </a:lnTo>
                <a:lnTo>
                  <a:pt x="514350" y="1403347"/>
                </a:lnTo>
                <a:lnTo>
                  <a:pt x="506063" y="1417434"/>
                </a:lnTo>
                <a:lnTo>
                  <a:pt x="489480" y="1426645"/>
                </a:lnTo>
                <a:lnTo>
                  <a:pt x="472897" y="1435856"/>
                </a:lnTo>
                <a:lnTo>
                  <a:pt x="456314" y="1445076"/>
                </a:lnTo>
                <a:lnTo>
                  <a:pt x="439731" y="1454287"/>
                </a:lnTo>
                <a:lnTo>
                  <a:pt x="423148" y="1463497"/>
                </a:lnTo>
                <a:lnTo>
                  <a:pt x="406565" y="1472708"/>
                </a:lnTo>
                <a:lnTo>
                  <a:pt x="389982" y="1481919"/>
                </a:lnTo>
                <a:lnTo>
                  <a:pt x="373399" y="1491129"/>
                </a:lnTo>
                <a:lnTo>
                  <a:pt x="356816" y="1500340"/>
                </a:lnTo>
                <a:lnTo>
                  <a:pt x="340233" y="1509560"/>
                </a:lnTo>
                <a:lnTo>
                  <a:pt x="323650" y="1518771"/>
                </a:lnTo>
                <a:lnTo>
                  <a:pt x="307076" y="1527981"/>
                </a:lnTo>
                <a:lnTo>
                  <a:pt x="290493" y="1537192"/>
                </a:lnTo>
                <a:lnTo>
                  <a:pt x="273910" y="1546403"/>
                </a:lnTo>
                <a:lnTo>
                  <a:pt x="257327" y="1555613"/>
                </a:lnTo>
                <a:lnTo>
                  <a:pt x="240744" y="1546574"/>
                </a:lnTo>
                <a:lnTo>
                  <a:pt x="224161" y="1537364"/>
                </a:lnTo>
                <a:lnTo>
                  <a:pt x="207578" y="1528143"/>
                </a:lnTo>
                <a:lnTo>
                  <a:pt x="190995" y="1518933"/>
                </a:lnTo>
                <a:lnTo>
                  <a:pt x="174412" y="1509722"/>
                </a:lnTo>
                <a:lnTo>
                  <a:pt x="157829" y="1500511"/>
                </a:lnTo>
                <a:lnTo>
                  <a:pt x="141246" y="1491301"/>
                </a:lnTo>
                <a:lnTo>
                  <a:pt x="124663" y="1482090"/>
                </a:lnTo>
                <a:lnTo>
                  <a:pt x="108090" y="1472879"/>
                </a:lnTo>
                <a:lnTo>
                  <a:pt x="91507" y="1463659"/>
                </a:lnTo>
                <a:lnTo>
                  <a:pt x="74924" y="1454448"/>
                </a:lnTo>
                <a:lnTo>
                  <a:pt x="58341" y="1445238"/>
                </a:lnTo>
                <a:lnTo>
                  <a:pt x="41758" y="1436027"/>
                </a:lnTo>
                <a:lnTo>
                  <a:pt x="25175" y="1426816"/>
                </a:lnTo>
                <a:lnTo>
                  <a:pt x="8592" y="1417606"/>
                </a:lnTo>
                <a:lnTo>
                  <a:pt x="0" y="1403690"/>
                </a:lnTo>
                <a:lnTo>
                  <a:pt x="0" y="1384725"/>
                </a:lnTo>
                <a:lnTo>
                  <a:pt x="0" y="1365752"/>
                </a:lnTo>
                <a:lnTo>
                  <a:pt x="0" y="1346787"/>
                </a:lnTo>
                <a:lnTo>
                  <a:pt x="0" y="1327814"/>
                </a:lnTo>
                <a:lnTo>
                  <a:pt x="0" y="1308849"/>
                </a:lnTo>
                <a:lnTo>
                  <a:pt x="0" y="1289875"/>
                </a:lnTo>
                <a:lnTo>
                  <a:pt x="0" y="1270911"/>
                </a:lnTo>
                <a:lnTo>
                  <a:pt x="0" y="1251937"/>
                </a:lnTo>
                <a:lnTo>
                  <a:pt x="0" y="1232973"/>
                </a:lnTo>
                <a:lnTo>
                  <a:pt x="0" y="1213999"/>
                </a:lnTo>
                <a:lnTo>
                  <a:pt x="0" y="1195035"/>
                </a:lnTo>
                <a:lnTo>
                  <a:pt x="0" y="1176061"/>
                </a:lnTo>
                <a:lnTo>
                  <a:pt x="0" y="1157097"/>
                </a:lnTo>
                <a:lnTo>
                  <a:pt x="0" y="1138123"/>
                </a:lnTo>
                <a:lnTo>
                  <a:pt x="0" y="1119159"/>
                </a:lnTo>
                <a:lnTo>
                  <a:pt x="0" y="1100185"/>
                </a:lnTo>
                <a:lnTo>
                  <a:pt x="0" y="1081221"/>
                </a:lnTo>
                <a:lnTo>
                  <a:pt x="0" y="1062257"/>
                </a:lnTo>
                <a:lnTo>
                  <a:pt x="0" y="1043283"/>
                </a:lnTo>
                <a:lnTo>
                  <a:pt x="0" y="1024319"/>
                </a:lnTo>
                <a:lnTo>
                  <a:pt x="0" y="1005345"/>
                </a:lnTo>
                <a:lnTo>
                  <a:pt x="0" y="986380"/>
                </a:lnTo>
                <a:lnTo>
                  <a:pt x="0" y="967407"/>
                </a:lnTo>
                <a:lnTo>
                  <a:pt x="0" y="948442"/>
                </a:lnTo>
                <a:lnTo>
                  <a:pt x="0" y="929469"/>
                </a:lnTo>
                <a:lnTo>
                  <a:pt x="0" y="910504"/>
                </a:lnTo>
                <a:lnTo>
                  <a:pt x="0" y="891530"/>
                </a:lnTo>
                <a:lnTo>
                  <a:pt x="0" y="872566"/>
                </a:lnTo>
                <a:lnTo>
                  <a:pt x="0" y="853592"/>
                </a:lnTo>
                <a:lnTo>
                  <a:pt x="0" y="834628"/>
                </a:lnTo>
                <a:lnTo>
                  <a:pt x="0" y="815654"/>
                </a:lnTo>
                <a:lnTo>
                  <a:pt x="0" y="796690"/>
                </a:lnTo>
                <a:lnTo>
                  <a:pt x="0" y="777716"/>
                </a:lnTo>
                <a:lnTo>
                  <a:pt x="0" y="758752"/>
                </a:lnTo>
                <a:lnTo>
                  <a:pt x="0" y="739778"/>
                </a:lnTo>
                <a:lnTo>
                  <a:pt x="0" y="720814"/>
                </a:lnTo>
                <a:lnTo>
                  <a:pt x="0" y="701850"/>
                </a:lnTo>
                <a:lnTo>
                  <a:pt x="0" y="682876"/>
                </a:lnTo>
                <a:lnTo>
                  <a:pt x="0" y="663912"/>
                </a:lnTo>
                <a:lnTo>
                  <a:pt x="0" y="644938"/>
                </a:lnTo>
                <a:lnTo>
                  <a:pt x="0" y="625973"/>
                </a:lnTo>
                <a:lnTo>
                  <a:pt x="0" y="607000"/>
                </a:lnTo>
                <a:lnTo>
                  <a:pt x="0" y="588035"/>
                </a:lnTo>
                <a:lnTo>
                  <a:pt x="0" y="569062"/>
                </a:lnTo>
                <a:lnTo>
                  <a:pt x="0" y="550097"/>
                </a:lnTo>
                <a:lnTo>
                  <a:pt x="0" y="531124"/>
                </a:lnTo>
                <a:lnTo>
                  <a:pt x="0" y="512159"/>
                </a:lnTo>
                <a:lnTo>
                  <a:pt x="0" y="493185"/>
                </a:lnTo>
                <a:lnTo>
                  <a:pt x="0" y="474221"/>
                </a:lnTo>
                <a:lnTo>
                  <a:pt x="0" y="455247"/>
                </a:lnTo>
                <a:lnTo>
                  <a:pt x="0" y="436283"/>
                </a:lnTo>
                <a:lnTo>
                  <a:pt x="0" y="417309"/>
                </a:lnTo>
                <a:lnTo>
                  <a:pt x="0" y="398345"/>
                </a:lnTo>
                <a:lnTo>
                  <a:pt x="0" y="379371"/>
                </a:lnTo>
                <a:lnTo>
                  <a:pt x="0" y="360407"/>
                </a:lnTo>
                <a:lnTo>
                  <a:pt x="0" y="341443"/>
                </a:lnTo>
                <a:lnTo>
                  <a:pt x="0" y="322469"/>
                </a:lnTo>
                <a:lnTo>
                  <a:pt x="0" y="303505"/>
                </a:lnTo>
                <a:lnTo>
                  <a:pt x="0" y="284531"/>
                </a:lnTo>
                <a:lnTo>
                  <a:pt x="0" y="265567"/>
                </a:lnTo>
                <a:lnTo>
                  <a:pt x="0" y="246593"/>
                </a:lnTo>
                <a:lnTo>
                  <a:pt x="0" y="227628"/>
                </a:lnTo>
                <a:lnTo>
                  <a:pt x="0" y="208655"/>
                </a:lnTo>
                <a:lnTo>
                  <a:pt x="0" y="189690"/>
                </a:lnTo>
                <a:lnTo>
                  <a:pt x="0" y="170717"/>
                </a:lnTo>
                <a:lnTo>
                  <a:pt x="0" y="151752"/>
                </a:lnTo>
                <a:lnTo>
                  <a:pt x="0" y="132779"/>
                </a:lnTo>
                <a:lnTo>
                  <a:pt x="0" y="113814"/>
                </a:lnTo>
                <a:lnTo>
                  <a:pt x="0" y="94840"/>
                </a:lnTo>
                <a:lnTo>
                  <a:pt x="0" y="75876"/>
                </a:lnTo>
                <a:lnTo>
                  <a:pt x="0" y="56902"/>
                </a:lnTo>
                <a:lnTo>
                  <a:pt x="0" y="37938"/>
                </a:lnTo>
                <a:lnTo>
                  <a:pt x="0" y="18964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78A8D5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7" name="funnel-step-body-0">
            <a:extLst xmlns:a="http://schemas.openxmlformats.org/drawingml/2006/main">
              <a:ext uri="{FF2B5EF4-FFF2-40B4-BE49-F238E27FC236}">
                <a16:creationId xmlns:a16="http://schemas.microsoft.com/office/drawing/2014/main" id="{E39FB911-38DD-40B4-9B40-A2F50632C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714625" y="1847850"/>
            <a:ext cx="3332674" cy="1319975"/>
          </a:xfrm>
          <a:custGeom xmlns:a="http://schemas.openxmlformats.org/drawingml/2006/main">
            <a:pathLst>
              <a:path w="3332674" h="1319975">
                <a:moveTo>
                  <a:pt x="0" y="0"/>
                </a:moveTo>
                <a:lnTo>
                  <a:pt x="13030" y="32414"/>
                </a:lnTo>
                <a:lnTo>
                  <a:pt x="26060" y="64818"/>
                </a:lnTo>
                <a:lnTo>
                  <a:pt x="39091" y="97231"/>
                </a:lnTo>
                <a:lnTo>
                  <a:pt x="52121" y="129635"/>
                </a:lnTo>
                <a:lnTo>
                  <a:pt x="65151" y="162049"/>
                </a:lnTo>
                <a:lnTo>
                  <a:pt x="78181" y="194453"/>
                </a:lnTo>
                <a:lnTo>
                  <a:pt x="91211" y="226866"/>
                </a:lnTo>
                <a:lnTo>
                  <a:pt x="104242" y="259280"/>
                </a:lnTo>
                <a:lnTo>
                  <a:pt x="117272" y="291684"/>
                </a:lnTo>
                <a:lnTo>
                  <a:pt x="130302" y="324098"/>
                </a:lnTo>
                <a:lnTo>
                  <a:pt x="143332" y="356502"/>
                </a:lnTo>
                <a:lnTo>
                  <a:pt x="156362" y="388915"/>
                </a:lnTo>
                <a:lnTo>
                  <a:pt x="169393" y="421329"/>
                </a:lnTo>
                <a:lnTo>
                  <a:pt x="182423" y="453733"/>
                </a:lnTo>
                <a:lnTo>
                  <a:pt x="195453" y="486146"/>
                </a:lnTo>
                <a:lnTo>
                  <a:pt x="208483" y="518551"/>
                </a:lnTo>
                <a:lnTo>
                  <a:pt x="221513" y="550964"/>
                </a:lnTo>
                <a:lnTo>
                  <a:pt x="234553" y="583368"/>
                </a:lnTo>
                <a:lnTo>
                  <a:pt x="247583" y="615782"/>
                </a:lnTo>
                <a:lnTo>
                  <a:pt x="260614" y="648195"/>
                </a:lnTo>
                <a:lnTo>
                  <a:pt x="273644" y="680599"/>
                </a:lnTo>
                <a:lnTo>
                  <a:pt x="286674" y="713013"/>
                </a:lnTo>
                <a:lnTo>
                  <a:pt x="299704" y="745417"/>
                </a:lnTo>
                <a:lnTo>
                  <a:pt x="312734" y="777831"/>
                </a:lnTo>
                <a:lnTo>
                  <a:pt x="325765" y="810244"/>
                </a:lnTo>
                <a:lnTo>
                  <a:pt x="338795" y="842648"/>
                </a:lnTo>
                <a:lnTo>
                  <a:pt x="351825" y="875062"/>
                </a:lnTo>
                <a:lnTo>
                  <a:pt x="364855" y="907466"/>
                </a:lnTo>
                <a:lnTo>
                  <a:pt x="377885" y="939879"/>
                </a:lnTo>
                <a:lnTo>
                  <a:pt x="390916" y="972283"/>
                </a:lnTo>
                <a:lnTo>
                  <a:pt x="403946" y="1004697"/>
                </a:lnTo>
                <a:lnTo>
                  <a:pt x="416976" y="1037111"/>
                </a:lnTo>
                <a:lnTo>
                  <a:pt x="430006" y="1069515"/>
                </a:lnTo>
                <a:lnTo>
                  <a:pt x="443036" y="1101928"/>
                </a:lnTo>
                <a:lnTo>
                  <a:pt x="456067" y="1134332"/>
                </a:lnTo>
                <a:lnTo>
                  <a:pt x="469097" y="1166746"/>
                </a:lnTo>
                <a:lnTo>
                  <a:pt x="482127" y="1199150"/>
                </a:lnTo>
                <a:lnTo>
                  <a:pt x="495157" y="1231563"/>
                </a:lnTo>
                <a:lnTo>
                  <a:pt x="516636" y="1256576"/>
                </a:lnTo>
                <a:lnTo>
                  <a:pt x="550059" y="1266587"/>
                </a:lnTo>
                <a:lnTo>
                  <a:pt x="584330" y="1273321"/>
                </a:lnTo>
                <a:lnTo>
                  <a:pt x="618858" y="1278588"/>
                </a:lnTo>
                <a:lnTo>
                  <a:pt x="653520" y="1282970"/>
                </a:lnTo>
                <a:lnTo>
                  <a:pt x="688248" y="1286732"/>
                </a:lnTo>
                <a:lnTo>
                  <a:pt x="723014" y="1290037"/>
                </a:lnTo>
                <a:lnTo>
                  <a:pt x="757828" y="1292981"/>
                </a:lnTo>
                <a:lnTo>
                  <a:pt x="792651" y="1295629"/>
                </a:lnTo>
                <a:lnTo>
                  <a:pt x="827503" y="1298029"/>
                </a:lnTo>
                <a:lnTo>
                  <a:pt x="862365" y="1300229"/>
                </a:lnTo>
                <a:lnTo>
                  <a:pt x="897236" y="1302229"/>
                </a:lnTo>
                <a:lnTo>
                  <a:pt x="932126" y="1304068"/>
                </a:lnTo>
                <a:lnTo>
                  <a:pt x="967007" y="1305763"/>
                </a:lnTo>
                <a:lnTo>
                  <a:pt x="1001906" y="1307325"/>
                </a:lnTo>
                <a:lnTo>
                  <a:pt x="1036806" y="1308764"/>
                </a:lnTo>
                <a:lnTo>
                  <a:pt x="1071715" y="1310088"/>
                </a:lnTo>
                <a:lnTo>
                  <a:pt x="1106624" y="1311307"/>
                </a:lnTo>
                <a:lnTo>
                  <a:pt x="1141533" y="1312431"/>
                </a:lnTo>
                <a:lnTo>
                  <a:pt x="1176452" y="1313450"/>
                </a:lnTo>
                <a:lnTo>
                  <a:pt x="1211370" y="1314402"/>
                </a:lnTo>
                <a:lnTo>
                  <a:pt x="1246289" y="1315250"/>
                </a:lnTo>
                <a:lnTo>
                  <a:pt x="1281217" y="1316031"/>
                </a:lnTo>
                <a:lnTo>
                  <a:pt x="1316136" y="1316736"/>
                </a:lnTo>
                <a:lnTo>
                  <a:pt x="1351064" y="1317355"/>
                </a:lnTo>
                <a:lnTo>
                  <a:pt x="1385992" y="1317917"/>
                </a:lnTo>
                <a:lnTo>
                  <a:pt x="1420920" y="1318403"/>
                </a:lnTo>
                <a:lnTo>
                  <a:pt x="1455849" y="1318822"/>
                </a:lnTo>
                <a:lnTo>
                  <a:pt x="1490777" y="1319174"/>
                </a:lnTo>
                <a:lnTo>
                  <a:pt x="1525705" y="1319460"/>
                </a:lnTo>
                <a:lnTo>
                  <a:pt x="1560633" y="1319679"/>
                </a:lnTo>
                <a:lnTo>
                  <a:pt x="1595561" y="1319841"/>
                </a:lnTo>
                <a:lnTo>
                  <a:pt x="1630499" y="1319936"/>
                </a:lnTo>
                <a:lnTo>
                  <a:pt x="1665427" y="1319975"/>
                </a:lnTo>
                <a:lnTo>
                  <a:pt x="1700355" y="1319946"/>
                </a:lnTo>
                <a:lnTo>
                  <a:pt x="1735293" y="1319851"/>
                </a:lnTo>
                <a:lnTo>
                  <a:pt x="1770221" y="1319698"/>
                </a:lnTo>
                <a:lnTo>
                  <a:pt x="1805149" y="1319479"/>
                </a:lnTo>
                <a:lnTo>
                  <a:pt x="1840078" y="1319193"/>
                </a:lnTo>
                <a:lnTo>
                  <a:pt x="1875006" y="1318851"/>
                </a:lnTo>
                <a:lnTo>
                  <a:pt x="1909934" y="1318441"/>
                </a:lnTo>
                <a:lnTo>
                  <a:pt x="1944862" y="1317955"/>
                </a:lnTo>
                <a:lnTo>
                  <a:pt x="1979790" y="1317403"/>
                </a:lnTo>
                <a:lnTo>
                  <a:pt x="2014718" y="1316784"/>
                </a:lnTo>
                <a:lnTo>
                  <a:pt x="2049637" y="1316088"/>
                </a:lnTo>
                <a:lnTo>
                  <a:pt x="2084565" y="1315317"/>
                </a:lnTo>
                <a:lnTo>
                  <a:pt x="2119484" y="1314469"/>
                </a:lnTo>
                <a:lnTo>
                  <a:pt x="2154403" y="1313536"/>
                </a:lnTo>
                <a:lnTo>
                  <a:pt x="2189321" y="1312516"/>
                </a:lnTo>
                <a:lnTo>
                  <a:pt x="2224230" y="1311402"/>
                </a:lnTo>
                <a:lnTo>
                  <a:pt x="2259140" y="1310192"/>
                </a:lnTo>
                <a:lnTo>
                  <a:pt x="2294049" y="1308878"/>
                </a:lnTo>
                <a:lnTo>
                  <a:pt x="2328948" y="1307449"/>
                </a:lnTo>
                <a:lnTo>
                  <a:pt x="2363848" y="1305906"/>
                </a:lnTo>
                <a:lnTo>
                  <a:pt x="2398738" y="1304211"/>
                </a:lnTo>
                <a:lnTo>
                  <a:pt x="2433618" y="1302391"/>
                </a:lnTo>
                <a:lnTo>
                  <a:pt x="2468499" y="1300401"/>
                </a:lnTo>
                <a:lnTo>
                  <a:pt x="2503361" y="1298219"/>
                </a:lnTo>
                <a:lnTo>
                  <a:pt x="2538203" y="1295838"/>
                </a:lnTo>
                <a:lnTo>
                  <a:pt x="2573036" y="1293209"/>
                </a:lnTo>
                <a:lnTo>
                  <a:pt x="2607850" y="1290295"/>
                </a:lnTo>
                <a:lnTo>
                  <a:pt x="2642626" y="1287018"/>
                </a:lnTo>
                <a:lnTo>
                  <a:pt x="2677354" y="1283294"/>
                </a:lnTo>
                <a:lnTo>
                  <a:pt x="2712015" y="1278979"/>
                </a:lnTo>
                <a:lnTo>
                  <a:pt x="2746562" y="1273807"/>
                </a:lnTo>
                <a:lnTo>
                  <a:pt x="2780862" y="1267235"/>
                </a:lnTo>
                <a:lnTo>
                  <a:pt x="2814428" y="1257652"/>
                </a:lnTo>
                <a:lnTo>
                  <a:pt x="2837507" y="1234250"/>
                </a:lnTo>
                <a:lnTo>
                  <a:pt x="2850547" y="1201836"/>
                </a:lnTo>
                <a:lnTo>
                  <a:pt x="2863577" y="1169432"/>
                </a:lnTo>
                <a:lnTo>
                  <a:pt x="2876607" y="1137018"/>
                </a:lnTo>
                <a:lnTo>
                  <a:pt x="2889637" y="1104614"/>
                </a:lnTo>
                <a:lnTo>
                  <a:pt x="2902668" y="1072201"/>
                </a:lnTo>
                <a:lnTo>
                  <a:pt x="2915698" y="1039797"/>
                </a:lnTo>
                <a:lnTo>
                  <a:pt x="2928728" y="1007383"/>
                </a:lnTo>
                <a:lnTo>
                  <a:pt x="2941758" y="974969"/>
                </a:lnTo>
                <a:lnTo>
                  <a:pt x="2954788" y="942565"/>
                </a:lnTo>
                <a:lnTo>
                  <a:pt x="2967819" y="910152"/>
                </a:lnTo>
                <a:lnTo>
                  <a:pt x="2980849" y="877748"/>
                </a:lnTo>
                <a:lnTo>
                  <a:pt x="2993879" y="845334"/>
                </a:lnTo>
                <a:lnTo>
                  <a:pt x="3006909" y="812930"/>
                </a:lnTo>
                <a:lnTo>
                  <a:pt x="3019939" y="780517"/>
                </a:lnTo>
                <a:lnTo>
                  <a:pt x="3032970" y="748103"/>
                </a:lnTo>
                <a:lnTo>
                  <a:pt x="3046000" y="715699"/>
                </a:lnTo>
                <a:lnTo>
                  <a:pt x="3059030" y="683285"/>
                </a:lnTo>
                <a:lnTo>
                  <a:pt x="3072060" y="650881"/>
                </a:lnTo>
                <a:lnTo>
                  <a:pt x="3085090" y="618468"/>
                </a:lnTo>
                <a:lnTo>
                  <a:pt x="3098121" y="586054"/>
                </a:lnTo>
                <a:lnTo>
                  <a:pt x="3111151" y="553650"/>
                </a:lnTo>
                <a:lnTo>
                  <a:pt x="3124181" y="521237"/>
                </a:lnTo>
                <a:lnTo>
                  <a:pt x="3137211" y="488833"/>
                </a:lnTo>
                <a:lnTo>
                  <a:pt x="3150241" y="456419"/>
                </a:lnTo>
                <a:lnTo>
                  <a:pt x="3163272" y="424015"/>
                </a:lnTo>
                <a:lnTo>
                  <a:pt x="3176302" y="391601"/>
                </a:lnTo>
                <a:lnTo>
                  <a:pt x="3189332" y="359188"/>
                </a:lnTo>
                <a:lnTo>
                  <a:pt x="3202362" y="326784"/>
                </a:lnTo>
                <a:lnTo>
                  <a:pt x="3215392" y="294370"/>
                </a:lnTo>
                <a:lnTo>
                  <a:pt x="3228423" y="261966"/>
                </a:lnTo>
                <a:lnTo>
                  <a:pt x="3241453" y="229553"/>
                </a:lnTo>
                <a:lnTo>
                  <a:pt x="3254483" y="197139"/>
                </a:lnTo>
                <a:lnTo>
                  <a:pt x="3267513" y="164735"/>
                </a:lnTo>
                <a:lnTo>
                  <a:pt x="3280543" y="132321"/>
                </a:lnTo>
                <a:lnTo>
                  <a:pt x="3293583" y="99917"/>
                </a:lnTo>
                <a:lnTo>
                  <a:pt x="3306613" y="67504"/>
                </a:lnTo>
                <a:lnTo>
                  <a:pt x="3319643" y="35100"/>
                </a:lnTo>
                <a:lnTo>
                  <a:pt x="3332674" y="2686"/>
                </a:lnTo>
                <a:lnTo>
                  <a:pt x="3307356" y="15573"/>
                </a:lnTo>
                <a:lnTo>
                  <a:pt x="3273266" y="23117"/>
                </a:lnTo>
                <a:lnTo>
                  <a:pt x="3238757" y="28518"/>
                </a:lnTo>
                <a:lnTo>
                  <a:pt x="3204105" y="32861"/>
                </a:lnTo>
                <a:lnTo>
                  <a:pt x="3169368" y="36557"/>
                </a:lnTo>
                <a:lnTo>
                  <a:pt x="3134582" y="39786"/>
                </a:lnTo>
                <a:lnTo>
                  <a:pt x="3099768" y="42653"/>
                </a:lnTo>
                <a:lnTo>
                  <a:pt x="3064935" y="45253"/>
                </a:lnTo>
                <a:lnTo>
                  <a:pt x="3030083" y="47625"/>
                </a:lnTo>
                <a:lnTo>
                  <a:pt x="2995222" y="49806"/>
                </a:lnTo>
                <a:lnTo>
                  <a:pt x="2960351" y="51806"/>
                </a:lnTo>
                <a:lnTo>
                  <a:pt x="2925470" y="53692"/>
                </a:lnTo>
                <a:lnTo>
                  <a:pt x="2890580" y="55426"/>
                </a:lnTo>
                <a:lnTo>
                  <a:pt x="2855690" y="57064"/>
                </a:lnTo>
                <a:lnTo>
                  <a:pt x="2820791" y="58598"/>
                </a:lnTo>
                <a:lnTo>
                  <a:pt x="2785891" y="60036"/>
                </a:lnTo>
                <a:lnTo>
                  <a:pt x="2750991" y="61389"/>
                </a:lnTo>
                <a:lnTo>
                  <a:pt x="2716082" y="62665"/>
                </a:lnTo>
                <a:lnTo>
                  <a:pt x="2681173" y="63865"/>
                </a:lnTo>
                <a:lnTo>
                  <a:pt x="2646255" y="64999"/>
                </a:lnTo>
                <a:lnTo>
                  <a:pt x="2611345" y="66075"/>
                </a:lnTo>
                <a:lnTo>
                  <a:pt x="2576427" y="67085"/>
                </a:lnTo>
                <a:lnTo>
                  <a:pt x="2541508" y="68037"/>
                </a:lnTo>
                <a:lnTo>
                  <a:pt x="2506589" y="68942"/>
                </a:lnTo>
                <a:lnTo>
                  <a:pt x="2471671" y="69790"/>
                </a:lnTo>
                <a:lnTo>
                  <a:pt x="2436743" y="70590"/>
                </a:lnTo>
                <a:lnTo>
                  <a:pt x="2401824" y="71352"/>
                </a:lnTo>
                <a:lnTo>
                  <a:pt x="2366896" y="72057"/>
                </a:lnTo>
                <a:lnTo>
                  <a:pt x="2331977" y="72733"/>
                </a:lnTo>
                <a:lnTo>
                  <a:pt x="2297049" y="73352"/>
                </a:lnTo>
                <a:lnTo>
                  <a:pt x="2262121" y="73943"/>
                </a:lnTo>
                <a:lnTo>
                  <a:pt x="2227202" y="74486"/>
                </a:lnTo>
                <a:lnTo>
                  <a:pt x="2192274" y="75000"/>
                </a:lnTo>
                <a:lnTo>
                  <a:pt x="2157346" y="75476"/>
                </a:lnTo>
                <a:lnTo>
                  <a:pt x="2122418" y="75905"/>
                </a:lnTo>
                <a:lnTo>
                  <a:pt x="2087489" y="76314"/>
                </a:lnTo>
                <a:lnTo>
                  <a:pt x="2052561" y="76676"/>
                </a:lnTo>
                <a:lnTo>
                  <a:pt x="2017624" y="77010"/>
                </a:lnTo>
                <a:lnTo>
                  <a:pt x="1982695" y="77314"/>
                </a:lnTo>
                <a:lnTo>
                  <a:pt x="1947767" y="77581"/>
                </a:lnTo>
                <a:lnTo>
                  <a:pt x="1912839" y="77810"/>
                </a:lnTo>
                <a:lnTo>
                  <a:pt x="1877911" y="78010"/>
                </a:lnTo>
                <a:lnTo>
                  <a:pt x="1842973" y="78181"/>
                </a:lnTo>
                <a:lnTo>
                  <a:pt x="1808045" y="78324"/>
                </a:lnTo>
                <a:lnTo>
                  <a:pt x="1773117" y="78438"/>
                </a:lnTo>
                <a:lnTo>
                  <a:pt x="1738179" y="78515"/>
                </a:lnTo>
                <a:lnTo>
                  <a:pt x="1703251" y="78562"/>
                </a:lnTo>
                <a:lnTo>
                  <a:pt x="1668323" y="78581"/>
                </a:lnTo>
                <a:lnTo>
                  <a:pt x="1633395" y="78562"/>
                </a:lnTo>
                <a:lnTo>
                  <a:pt x="1598457" y="78515"/>
                </a:lnTo>
                <a:lnTo>
                  <a:pt x="1563529" y="78438"/>
                </a:lnTo>
                <a:lnTo>
                  <a:pt x="1528601" y="78334"/>
                </a:lnTo>
                <a:lnTo>
                  <a:pt x="1493672" y="78200"/>
                </a:lnTo>
                <a:lnTo>
                  <a:pt x="1458735" y="78029"/>
                </a:lnTo>
                <a:lnTo>
                  <a:pt x="1423807" y="77829"/>
                </a:lnTo>
                <a:lnTo>
                  <a:pt x="1388878" y="77600"/>
                </a:lnTo>
                <a:lnTo>
                  <a:pt x="1353950" y="77333"/>
                </a:lnTo>
                <a:lnTo>
                  <a:pt x="1319012" y="77038"/>
                </a:lnTo>
                <a:lnTo>
                  <a:pt x="1284084" y="76705"/>
                </a:lnTo>
                <a:lnTo>
                  <a:pt x="1249156" y="76343"/>
                </a:lnTo>
                <a:lnTo>
                  <a:pt x="1214228" y="75943"/>
                </a:lnTo>
                <a:lnTo>
                  <a:pt x="1179300" y="75505"/>
                </a:lnTo>
                <a:lnTo>
                  <a:pt x="1144372" y="75038"/>
                </a:lnTo>
                <a:lnTo>
                  <a:pt x="1109443" y="74533"/>
                </a:lnTo>
                <a:lnTo>
                  <a:pt x="1074525" y="73990"/>
                </a:lnTo>
                <a:lnTo>
                  <a:pt x="1039597" y="73409"/>
                </a:lnTo>
                <a:lnTo>
                  <a:pt x="1004668" y="72781"/>
                </a:lnTo>
                <a:lnTo>
                  <a:pt x="969740" y="72114"/>
                </a:lnTo>
                <a:lnTo>
                  <a:pt x="934822" y="71409"/>
                </a:lnTo>
                <a:lnTo>
                  <a:pt x="899893" y="70656"/>
                </a:lnTo>
                <a:lnTo>
                  <a:pt x="864975" y="69856"/>
                </a:lnTo>
                <a:lnTo>
                  <a:pt x="830056" y="69018"/>
                </a:lnTo>
                <a:lnTo>
                  <a:pt x="795137" y="68113"/>
                </a:lnTo>
                <a:lnTo>
                  <a:pt x="760219" y="67161"/>
                </a:lnTo>
                <a:lnTo>
                  <a:pt x="725300" y="66161"/>
                </a:lnTo>
                <a:lnTo>
                  <a:pt x="690382" y="65094"/>
                </a:lnTo>
                <a:lnTo>
                  <a:pt x="655472" y="63960"/>
                </a:lnTo>
                <a:lnTo>
                  <a:pt x="620563" y="62760"/>
                </a:lnTo>
                <a:lnTo>
                  <a:pt x="585654" y="61493"/>
                </a:lnTo>
                <a:lnTo>
                  <a:pt x="550745" y="60150"/>
                </a:lnTo>
                <a:lnTo>
                  <a:pt x="515845" y="58722"/>
                </a:lnTo>
                <a:lnTo>
                  <a:pt x="480946" y="57188"/>
                </a:lnTo>
                <a:lnTo>
                  <a:pt x="446056" y="55569"/>
                </a:lnTo>
                <a:lnTo>
                  <a:pt x="411166" y="53835"/>
                </a:lnTo>
                <a:lnTo>
                  <a:pt x="376285" y="51968"/>
                </a:lnTo>
                <a:lnTo>
                  <a:pt x="341414" y="49978"/>
                </a:lnTo>
                <a:lnTo>
                  <a:pt x="306553" y="47815"/>
                </a:lnTo>
                <a:lnTo>
                  <a:pt x="271701" y="45463"/>
                </a:lnTo>
                <a:lnTo>
                  <a:pt x="236858" y="42882"/>
                </a:lnTo>
                <a:lnTo>
                  <a:pt x="202044" y="40034"/>
                </a:lnTo>
                <a:lnTo>
                  <a:pt x="167269" y="36843"/>
                </a:lnTo>
                <a:lnTo>
                  <a:pt x="132521" y="33195"/>
                </a:lnTo>
                <a:lnTo>
                  <a:pt x="97860" y="28908"/>
                </a:lnTo>
                <a:lnTo>
                  <a:pt x="63332" y="23622"/>
                </a:lnTo>
                <a:lnTo>
                  <a:pt x="29175" y="16345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8" name="funnel-step-cap-0">
            <a:extLst xmlns:a="http://schemas.openxmlformats.org/drawingml/2006/main">
              <a:ext uri="{FF2B5EF4-FFF2-40B4-BE49-F238E27FC236}">
                <a16:creationId xmlns:a16="http://schemas.microsoft.com/office/drawing/2014/main" id="{01C14933-A774-4EC2-8309-CA8C0154D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714625" y="1724025"/>
            <a:ext cx="33337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9" name="funnel-step-body-1">
            <a:extLst xmlns:a="http://schemas.openxmlformats.org/drawingml/2006/main">
              <a:ext uri="{FF2B5EF4-FFF2-40B4-BE49-F238E27FC236}">
                <a16:creationId xmlns:a16="http://schemas.microsoft.com/office/drawing/2014/main" id="{54AB4D04-C5A6-4338-A0F0-CDE14C939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213735" y="3270218"/>
            <a:ext cx="2331749" cy="1320070"/>
          </a:xfrm>
          <a:custGeom xmlns:a="http://schemas.openxmlformats.org/drawingml/2006/main">
            <a:pathLst>
              <a:path w="2331749" h="1320070">
                <a:moveTo>
                  <a:pt x="0" y="0"/>
                </a:moveTo>
                <a:lnTo>
                  <a:pt x="8030" y="26099"/>
                </a:lnTo>
                <a:lnTo>
                  <a:pt x="16069" y="52207"/>
                </a:lnTo>
                <a:lnTo>
                  <a:pt x="24098" y="78305"/>
                </a:lnTo>
                <a:lnTo>
                  <a:pt x="32128" y="104404"/>
                </a:lnTo>
                <a:lnTo>
                  <a:pt x="40167" y="130512"/>
                </a:lnTo>
                <a:lnTo>
                  <a:pt x="48196" y="156610"/>
                </a:lnTo>
                <a:lnTo>
                  <a:pt x="56226" y="182718"/>
                </a:lnTo>
                <a:lnTo>
                  <a:pt x="64256" y="208817"/>
                </a:lnTo>
                <a:lnTo>
                  <a:pt x="72295" y="234915"/>
                </a:lnTo>
                <a:lnTo>
                  <a:pt x="80324" y="261023"/>
                </a:lnTo>
                <a:lnTo>
                  <a:pt x="88354" y="287122"/>
                </a:lnTo>
                <a:lnTo>
                  <a:pt x="96393" y="313220"/>
                </a:lnTo>
                <a:lnTo>
                  <a:pt x="104423" y="339328"/>
                </a:lnTo>
                <a:lnTo>
                  <a:pt x="112452" y="365427"/>
                </a:lnTo>
                <a:lnTo>
                  <a:pt x="120491" y="391525"/>
                </a:lnTo>
                <a:lnTo>
                  <a:pt x="128521" y="417633"/>
                </a:lnTo>
                <a:lnTo>
                  <a:pt x="136550" y="443732"/>
                </a:lnTo>
                <a:lnTo>
                  <a:pt x="144580" y="469840"/>
                </a:lnTo>
                <a:lnTo>
                  <a:pt x="152619" y="495938"/>
                </a:lnTo>
                <a:lnTo>
                  <a:pt x="160649" y="522037"/>
                </a:lnTo>
                <a:lnTo>
                  <a:pt x="168678" y="548145"/>
                </a:lnTo>
                <a:lnTo>
                  <a:pt x="176717" y="574243"/>
                </a:lnTo>
                <a:lnTo>
                  <a:pt x="184747" y="600342"/>
                </a:lnTo>
                <a:lnTo>
                  <a:pt x="192776" y="626450"/>
                </a:lnTo>
                <a:lnTo>
                  <a:pt x="200816" y="652548"/>
                </a:lnTo>
                <a:lnTo>
                  <a:pt x="208845" y="678647"/>
                </a:lnTo>
                <a:lnTo>
                  <a:pt x="216875" y="704755"/>
                </a:lnTo>
                <a:lnTo>
                  <a:pt x="224904" y="730853"/>
                </a:lnTo>
                <a:lnTo>
                  <a:pt x="232943" y="756961"/>
                </a:lnTo>
                <a:lnTo>
                  <a:pt x="240973" y="783060"/>
                </a:lnTo>
                <a:lnTo>
                  <a:pt x="249003" y="809158"/>
                </a:lnTo>
                <a:lnTo>
                  <a:pt x="257042" y="835266"/>
                </a:lnTo>
                <a:lnTo>
                  <a:pt x="265071" y="861365"/>
                </a:lnTo>
                <a:lnTo>
                  <a:pt x="273101" y="887463"/>
                </a:lnTo>
                <a:lnTo>
                  <a:pt x="281140" y="913571"/>
                </a:lnTo>
                <a:lnTo>
                  <a:pt x="289169" y="939670"/>
                </a:lnTo>
                <a:lnTo>
                  <a:pt x="297199" y="965768"/>
                </a:lnTo>
                <a:lnTo>
                  <a:pt x="305229" y="991876"/>
                </a:lnTo>
                <a:lnTo>
                  <a:pt x="313268" y="1017975"/>
                </a:lnTo>
                <a:lnTo>
                  <a:pt x="321297" y="1044073"/>
                </a:lnTo>
                <a:lnTo>
                  <a:pt x="329327" y="1070181"/>
                </a:lnTo>
                <a:lnTo>
                  <a:pt x="337366" y="1096280"/>
                </a:lnTo>
                <a:lnTo>
                  <a:pt x="345396" y="1122388"/>
                </a:lnTo>
                <a:lnTo>
                  <a:pt x="353425" y="1148486"/>
                </a:lnTo>
                <a:lnTo>
                  <a:pt x="361464" y="1174585"/>
                </a:lnTo>
                <a:lnTo>
                  <a:pt x="369494" y="1200693"/>
                </a:lnTo>
                <a:lnTo>
                  <a:pt x="377523" y="1226791"/>
                </a:lnTo>
                <a:lnTo>
                  <a:pt x="387363" y="1251795"/>
                </a:lnTo>
                <a:lnTo>
                  <a:pt x="411175" y="1264834"/>
                </a:lnTo>
                <a:lnTo>
                  <a:pt x="437264" y="1272873"/>
                </a:lnTo>
                <a:lnTo>
                  <a:pt x="463887" y="1278941"/>
                </a:lnTo>
                <a:lnTo>
                  <a:pt x="490738" y="1283884"/>
                </a:lnTo>
                <a:lnTo>
                  <a:pt x="517731" y="1288066"/>
                </a:lnTo>
                <a:lnTo>
                  <a:pt x="544792" y="1291695"/>
                </a:lnTo>
                <a:lnTo>
                  <a:pt x="571919" y="1294895"/>
                </a:lnTo>
                <a:lnTo>
                  <a:pt x="599075" y="1297743"/>
                </a:lnTo>
                <a:lnTo>
                  <a:pt x="626269" y="1300305"/>
                </a:lnTo>
                <a:lnTo>
                  <a:pt x="653482" y="1302610"/>
                </a:lnTo>
                <a:lnTo>
                  <a:pt x="680714" y="1304706"/>
                </a:lnTo>
                <a:lnTo>
                  <a:pt x="707955" y="1306611"/>
                </a:lnTo>
                <a:lnTo>
                  <a:pt x="735206" y="1308344"/>
                </a:lnTo>
                <a:lnTo>
                  <a:pt x="762476" y="1309926"/>
                </a:lnTo>
                <a:lnTo>
                  <a:pt x="789746" y="1311345"/>
                </a:lnTo>
                <a:lnTo>
                  <a:pt x="817026" y="1312650"/>
                </a:lnTo>
                <a:lnTo>
                  <a:pt x="844306" y="1313821"/>
                </a:lnTo>
                <a:lnTo>
                  <a:pt x="871595" y="1314879"/>
                </a:lnTo>
                <a:lnTo>
                  <a:pt x="898893" y="1315831"/>
                </a:lnTo>
                <a:lnTo>
                  <a:pt x="926192" y="1316669"/>
                </a:lnTo>
                <a:lnTo>
                  <a:pt x="953491" y="1317412"/>
                </a:lnTo>
                <a:lnTo>
                  <a:pt x="980789" y="1318050"/>
                </a:lnTo>
                <a:lnTo>
                  <a:pt x="1008097" y="1318603"/>
                </a:lnTo>
                <a:lnTo>
                  <a:pt x="1035396" y="1319070"/>
                </a:lnTo>
                <a:lnTo>
                  <a:pt x="1062704" y="1319441"/>
                </a:lnTo>
                <a:lnTo>
                  <a:pt x="1090012" y="1319727"/>
                </a:lnTo>
                <a:lnTo>
                  <a:pt x="1117321" y="1319927"/>
                </a:lnTo>
                <a:lnTo>
                  <a:pt x="1144638" y="1320032"/>
                </a:lnTo>
                <a:lnTo>
                  <a:pt x="1171946" y="1320070"/>
                </a:lnTo>
                <a:lnTo>
                  <a:pt x="1199255" y="1320013"/>
                </a:lnTo>
                <a:lnTo>
                  <a:pt x="1226563" y="1319870"/>
                </a:lnTo>
                <a:lnTo>
                  <a:pt x="1253871" y="1319641"/>
                </a:lnTo>
                <a:lnTo>
                  <a:pt x="1281179" y="1319336"/>
                </a:lnTo>
                <a:lnTo>
                  <a:pt x="1308487" y="1318936"/>
                </a:lnTo>
                <a:lnTo>
                  <a:pt x="1335796" y="1318450"/>
                </a:lnTo>
                <a:lnTo>
                  <a:pt x="1363094" y="1317869"/>
                </a:lnTo>
                <a:lnTo>
                  <a:pt x="1390402" y="1317193"/>
                </a:lnTo>
                <a:lnTo>
                  <a:pt x="1417701" y="1316422"/>
                </a:lnTo>
                <a:lnTo>
                  <a:pt x="1444990" y="1315545"/>
                </a:lnTo>
                <a:lnTo>
                  <a:pt x="1472289" y="1314564"/>
                </a:lnTo>
                <a:lnTo>
                  <a:pt x="1499578" y="1313469"/>
                </a:lnTo>
                <a:lnTo>
                  <a:pt x="1526858" y="1312259"/>
                </a:lnTo>
                <a:lnTo>
                  <a:pt x="1554137" y="1310926"/>
                </a:lnTo>
                <a:lnTo>
                  <a:pt x="1581407" y="1309449"/>
                </a:lnTo>
                <a:lnTo>
                  <a:pt x="1608668" y="1307830"/>
                </a:lnTo>
                <a:lnTo>
                  <a:pt x="1635919" y="1306049"/>
                </a:lnTo>
                <a:lnTo>
                  <a:pt x="1663160" y="1304087"/>
                </a:lnTo>
                <a:lnTo>
                  <a:pt x="1690383" y="1301934"/>
                </a:lnTo>
                <a:lnTo>
                  <a:pt x="1717586" y="1299553"/>
                </a:lnTo>
                <a:lnTo>
                  <a:pt x="1744770" y="1296905"/>
                </a:lnTo>
                <a:lnTo>
                  <a:pt x="1771917" y="1293952"/>
                </a:lnTo>
                <a:lnTo>
                  <a:pt x="1799025" y="1290628"/>
                </a:lnTo>
                <a:lnTo>
                  <a:pt x="1826076" y="1286847"/>
                </a:lnTo>
                <a:lnTo>
                  <a:pt x="1853022" y="1282456"/>
                </a:lnTo>
                <a:lnTo>
                  <a:pt x="1879825" y="1277226"/>
                </a:lnTo>
                <a:lnTo>
                  <a:pt x="1906343" y="1270692"/>
                </a:lnTo>
                <a:lnTo>
                  <a:pt x="1932089" y="1261672"/>
                </a:lnTo>
                <a:lnTo>
                  <a:pt x="1952882" y="1244994"/>
                </a:lnTo>
                <a:lnTo>
                  <a:pt x="1960464" y="1218800"/>
                </a:lnTo>
                <a:lnTo>
                  <a:pt x="1968494" y="1192701"/>
                </a:lnTo>
                <a:lnTo>
                  <a:pt x="1976533" y="1166593"/>
                </a:lnTo>
                <a:lnTo>
                  <a:pt x="1984562" y="1140495"/>
                </a:lnTo>
                <a:lnTo>
                  <a:pt x="1992592" y="1114396"/>
                </a:lnTo>
                <a:lnTo>
                  <a:pt x="2000621" y="1088288"/>
                </a:lnTo>
                <a:lnTo>
                  <a:pt x="2008661" y="1062190"/>
                </a:lnTo>
                <a:lnTo>
                  <a:pt x="2016690" y="1036091"/>
                </a:lnTo>
                <a:lnTo>
                  <a:pt x="2024720" y="1009983"/>
                </a:lnTo>
                <a:lnTo>
                  <a:pt x="2032759" y="983885"/>
                </a:lnTo>
                <a:lnTo>
                  <a:pt x="2040788" y="957786"/>
                </a:lnTo>
                <a:lnTo>
                  <a:pt x="2048818" y="931678"/>
                </a:lnTo>
                <a:lnTo>
                  <a:pt x="2056857" y="905580"/>
                </a:lnTo>
                <a:lnTo>
                  <a:pt x="2064887" y="879472"/>
                </a:lnTo>
                <a:lnTo>
                  <a:pt x="2072916" y="853373"/>
                </a:lnTo>
                <a:lnTo>
                  <a:pt x="2080955" y="827275"/>
                </a:lnTo>
                <a:lnTo>
                  <a:pt x="2088985" y="801167"/>
                </a:lnTo>
                <a:lnTo>
                  <a:pt x="2097014" y="775068"/>
                </a:lnTo>
                <a:lnTo>
                  <a:pt x="2105044" y="748970"/>
                </a:lnTo>
                <a:lnTo>
                  <a:pt x="2113083" y="722862"/>
                </a:lnTo>
                <a:lnTo>
                  <a:pt x="2121113" y="696763"/>
                </a:lnTo>
                <a:lnTo>
                  <a:pt x="2129142" y="670665"/>
                </a:lnTo>
                <a:lnTo>
                  <a:pt x="2137181" y="644557"/>
                </a:lnTo>
                <a:lnTo>
                  <a:pt x="2145211" y="618458"/>
                </a:lnTo>
                <a:lnTo>
                  <a:pt x="2153241" y="592350"/>
                </a:lnTo>
                <a:lnTo>
                  <a:pt x="2161280" y="566252"/>
                </a:lnTo>
                <a:lnTo>
                  <a:pt x="2169309" y="540153"/>
                </a:lnTo>
                <a:lnTo>
                  <a:pt x="2177339" y="514045"/>
                </a:lnTo>
                <a:lnTo>
                  <a:pt x="2185368" y="487947"/>
                </a:lnTo>
                <a:lnTo>
                  <a:pt x="2193407" y="461848"/>
                </a:lnTo>
                <a:lnTo>
                  <a:pt x="2201437" y="435740"/>
                </a:lnTo>
                <a:lnTo>
                  <a:pt x="2209467" y="409642"/>
                </a:lnTo>
                <a:lnTo>
                  <a:pt x="2217506" y="383543"/>
                </a:lnTo>
                <a:lnTo>
                  <a:pt x="2225535" y="357435"/>
                </a:lnTo>
                <a:lnTo>
                  <a:pt x="2233565" y="331337"/>
                </a:lnTo>
                <a:lnTo>
                  <a:pt x="2241604" y="305229"/>
                </a:lnTo>
                <a:lnTo>
                  <a:pt x="2249634" y="279130"/>
                </a:lnTo>
                <a:lnTo>
                  <a:pt x="2257663" y="253032"/>
                </a:lnTo>
                <a:lnTo>
                  <a:pt x="2265693" y="226924"/>
                </a:lnTo>
                <a:lnTo>
                  <a:pt x="2273732" y="200825"/>
                </a:lnTo>
                <a:lnTo>
                  <a:pt x="2281761" y="174727"/>
                </a:lnTo>
                <a:lnTo>
                  <a:pt x="2289791" y="148619"/>
                </a:lnTo>
                <a:lnTo>
                  <a:pt x="2297830" y="122520"/>
                </a:lnTo>
                <a:lnTo>
                  <a:pt x="2305860" y="96422"/>
                </a:lnTo>
                <a:lnTo>
                  <a:pt x="2313889" y="70314"/>
                </a:lnTo>
                <a:lnTo>
                  <a:pt x="2321928" y="44215"/>
                </a:lnTo>
                <a:lnTo>
                  <a:pt x="2329958" y="18107"/>
                </a:lnTo>
                <a:lnTo>
                  <a:pt x="2331749" y="7191"/>
                </a:lnTo>
                <a:lnTo>
                  <a:pt x="2307355" y="19060"/>
                </a:lnTo>
                <a:lnTo>
                  <a:pt x="2280961" y="26013"/>
                </a:lnTo>
                <a:lnTo>
                  <a:pt x="2254158" y="31271"/>
                </a:lnTo>
                <a:lnTo>
                  <a:pt x="2227193" y="35576"/>
                </a:lnTo>
                <a:lnTo>
                  <a:pt x="2200132" y="39262"/>
                </a:lnTo>
                <a:lnTo>
                  <a:pt x="2173014" y="42501"/>
                </a:lnTo>
                <a:lnTo>
                  <a:pt x="2145859" y="45396"/>
                </a:lnTo>
                <a:lnTo>
                  <a:pt x="2118674" y="48006"/>
                </a:lnTo>
                <a:lnTo>
                  <a:pt x="2091471" y="50387"/>
                </a:lnTo>
                <a:lnTo>
                  <a:pt x="2064248" y="52578"/>
                </a:lnTo>
                <a:lnTo>
                  <a:pt x="2037017" y="54597"/>
                </a:lnTo>
                <a:lnTo>
                  <a:pt x="2009765" y="56474"/>
                </a:lnTo>
                <a:lnTo>
                  <a:pt x="1982514" y="58207"/>
                </a:lnTo>
                <a:lnTo>
                  <a:pt x="1955254" y="59827"/>
                </a:lnTo>
                <a:lnTo>
                  <a:pt x="1927984" y="61351"/>
                </a:lnTo>
                <a:lnTo>
                  <a:pt x="1900714" y="62770"/>
                </a:lnTo>
                <a:lnTo>
                  <a:pt x="1873434" y="64094"/>
                </a:lnTo>
                <a:lnTo>
                  <a:pt x="1846155" y="65351"/>
                </a:lnTo>
                <a:lnTo>
                  <a:pt x="1818865" y="66523"/>
                </a:lnTo>
                <a:lnTo>
                  <a:pt x="1791576" y="67618"/>
                </a:lnTo>
                <a:lnTo>
                  <a:pt x="1764287" y="68647"/>
                </a:lnTo>
                <a:lnTo>
                  <a:pt x="1736998" y="69609"/>
                </a:lnTo>
                <a:lnTo>
                  <a:pt x="1709699" y="70514"/>
                </a:lnTo>
                <a:lnTo>
                  <a:pt x="1682401" y="71361"/>
                </a:lnTo>
                <a:lnTo>
                  <a:pt x="1655102" y="72152"/>
                </a:lnTo>
                <a:lnTo>
                  <a:pt x="1627803" y="72885"/>
                </a:lnTo>
                <a:lnTo>
                  <a:pt x="1600505" y="73571"/>
                </a:lnTo>
                <a:lnTo>
                  <a:pt x="1573197" y="74209"/>
                </a:lnTo>
                <a:lnTo>
                  <a:pt x="1545898" y="74800"/>
                </a:lnTo>
                <a:lnTo>
                  <a:pt x="1518590" y="75343"/>
                </a:lnTo>
                <a:lnTo>
                  <a:pt x="1491291" y="75838"/>
                </a:lnTo>
                <a:lnTo>
                  <a:pt x="1463983" y="76286"/>
                </a:lnTo>
                <a:lnTo>
                  <a:pt x="1436675" y="76695"/>
                </a:lnTo>
                <a:lnTo>
                  <a:pt x="1409367" y="77067"/>
                </a:lnTo>
                <a:lnTo>
                  <a:pt x="1382058" y="77391"/>
                </a:lnTo>
                <a:lnTo>
                  <a:pt x="1354750" y="77676"/>
                </a:lnTo>
                <a:lnTo>
                  <a:pt x="1327442" y="77924"/>
                </a:lnTo>
                <a:lnTo>
                  <a:pt x="1300134" y="78124"/>
                </a:lnTo>
                <a:lnTo>
                  <a:pt x="1272826" y="78296"/>
                </a:lnTo>
                <a:lnTo>
                  <a:pt x="1245518" y="78419"/>
                </a:lnTo>
                <a:lnTo>
                  <a:pt x="1218200" y="78515"/>
                </a:lnTo>
                <a:lnTo>
                  <a:pt x="1190892" y="78562"/>
                </a:lnTo>
                <a:lnTo>
                  <a:pt x="1163584" y="78581"/>
                </a:lnTo>
                <a:lnTo>
                  <a:pt x="1136275" y="78553"/>
                </a:lnTo>
                <a:lnTo>
                  <a:pt x="1108967" y="78486"/>
                </a:lnTo>
                <a:lnTo>
                  <a:pt x="1081659" y="78391"/>
                </a:lnTo>
                <a:lnTo>
                  <a:pt x="1054341" y="78248"/>
                </a:lnTo>
                <a:lnTo>
                  <a:pt x="1027033" y="78067"/>
                </a:lnTo>
                <a:lnTo>
                  <a:pt x="999725" y="77848"/>
                </a:lnTo>
                <a:lnTo>
                  <a:pt x="972417" y="77591"/>
                </a:lnTo>
                <a:lnTo>
                  <a:pt x="945109" y="77295"/>
                </a:lnTo>
                <a:lnTo>
                  <a:pt x="917800" y="76952"/>
                </a:lnTo>
                <a:lnTo>
                  <a:pt x="890492" y="76571"/>
                </a:lnTo>
                <a:lnTo>
                  <a:pt x="863184" y="76152"/>
                </a:lnTo>
                <a:lnTo>
                  <a:pt x="835885" y="75686"/>
                </a:lnTo>
                <a:lnTo>
                  <a:pt x="808577" y="75171"/>
                </a:lnTo>
                <a:lnTo>
                  <a:pt x="781269" y="74619"/>
                </a:lnTo>
                <a:lnTo>
                  <a:pt x="753970" y="74019"/>
                </a:lnTo>
                <a:lnTo>
                  <a:pt x="726672" y="73362"/>
                </a:lnTo>
                <a:lnTo>
                  <a:pt x="699364" y="72666"/>
                </a:lnTo>
                <a:lnTo>
                  <a:pt x="672065" y="71914"/>
                </a:lnTo>
                <a:lnTo>
                  <a:pt x="644766" y="71104"/>
                </a:lnTo>
                <a:lnTo>
                  <a:pt x="617477" y="70247"/>
                </a:lnTo>
                <a:lnTo>
                  <a:pt x="590179" y="69323"/>
                </a:lnTo>
                <a:lnTo>
                  <a:pt x="562889" y="68342"/>
                </a:lnTo>
                <a:lnTo>
                  <a:pt x="535600" y="67285"/>
                </a:lnTo>
                <a:lnTo>
                  <a:pt x="508311" y="66161"/>
                </a:lnTo>
                <a:lnTo>
                  <a:pt x="481022" y="64970"/>
                </a:lnTo>
                <a:lnTo>
                  <a:pt x="453742" y="63703"/>
                </a:lnTo>
                <a:lnTo>
                  <a:pt x="426472" y="62351"/>
                </a:lnTo>
                <a:lnTo>
                  <a:pt x="399202" y="60893"/>
                </a:lnTo>
                <a:lnTo>
                  <a:pt x="371932" y="59341"/>
                </a:lnTo>
                <a:lnTo>
                  <a:pt x="344672" y="57693"/>
                </a:lnTo>
                <a:lnTo>
                  <a:pt x="317421" y="55912"/>
                </a:lnTo>
                <a:lnTo>
                  <a:pt x="290179" y="53988"/>
                </a:lnTo>
                <a:lnTo>
                  <a:pt x="262947" y="51921"/>
                </a:lnTo>
                <a:lnTo>
                  <a:pt x="235734" y="49682"/>
                </a:lnTo>
                <a:lnTo>
                  <a:pt x="208531" y="47234"/>
                </a:lnTo>
                <a:lnTo>
                  <a:pt x="181356" y="44539"/>
                </a:lnTo>
                <a:lnTo>
                  <a:pt x="154210" y="41548"/>
                </a:lnTo>
                <a:lnTo>
                  <a:pt x="127102" y="38186"/>
                </a:lnTo>
                <a:lnTo>
                  <a:pt x="100070" y="34338"/>
                </a:lnTo>
                <a:lnTo>
                  <a:pt x="73142" y="29785"/>
                </a:lnTo>
                <a:lnTo>
                  <a:pt x="46425" y="24127"/>
                </a:lnTo>
                <a:lnTo>
                  <a:pt x="20288" y="16288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10" name="funnel-step-cap-1">
            <a:extLst xmlns:a="http://schemas.openxmlformats.org/drawingml/2006/main">
              <a:ext uri="{FF2B5EF4-FFF2-40B4-BE49-F238E27FC236}">
                <a16:creationId xmlns:a16="http://schemas.microsoft.com/office/drawing/2014/main" id="{BEE210B5-9E39-432D-9091-5E3CDA319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213754" y="3146422"/>
            <a:ext cx="2335482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7EAC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11" name="funnel-step-body-2">
            <a:extLst xmlns:a="http://schemas.openxmlformats.org/drawingml/2006/main">
              <a:ext uri="{FF2B5EF4-FFF2-40B4-BE49-F238E27FC236}">
                <a16:creationId xmlns:a16="http://schemas.microsoft.com/office/drawing/2014/main" id="{AE9DB795-B690-4247-9FBB-392125502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595783" y="4692682"/>
            <a:ext cx="1569063" cy="1319965"/>
          </a:xfrm>
          <a:custGeom xmlns:a="http://schemas.openxmlformats.org/drawingml/2006/main">
            <a:pathLst>
              <a:path w="1569063" h="1319965">
                <a:moveTo>
                  <a:pt x="0" y="0"/>
                </a:moveTo>
                <a:lnTo>
                  <a:pt x="5725" y="20441"/>
                </a:lnTo>
                <a:lnTo>
                  <a:pt x="11449" y="40881"/>
                </a:lnTo>
                <a:lnTo>
                  <a:pt x="17174" y="61322"/>
                </a:lnTo>
                <a:lnTo>
                  <a:pt x="22889" y="81763"/>
                </a:lnTo>
                <a:lnTo>
                  <a:pt x="28613" y="102203"/>
                </a:lnTo>
                <a:lnTo>
                  <a:pt x="34338" y="122644"/>
                </a:lnTo>
                <a:lnTo>
                  <a:pt x="40062" y="143085"/>
                </a:lnTo>
                <a:lnTo>
                  <a:pt x="45787" y="163525"/>
                </a:lnTo>
                <a:lnTo>
                  <a:pt x="51511" y="183966"/>
                </a:lnTo>
                <a:lnTo>
                  <a:pt x="57226" y="204407"/>
                </a:lnTo>
                <a:lnTo>
                  <a:pt x="62951" y="224847"/>
                </a:lnTo>
                <a:lnTo>
                  <a:pt x="68675" y="245288"/>
                </a:lnTo>
                <a:lnTo>
                  <a:pt x="74400" y="265728"/>
                </a:lnTo>
                <a:lnTo>
                  <a:pt x="80124" y="286169"/>
                </a:lnTo>
                <a:lnTo>
                  <a:pt x="85849" y="306610"/>
                </a:lnTo>
                <a:lnTo>
                  <a:pt x="91573" y="327050"/>
                </a:lnTo>
                <a:lnTo>
                  <a:pt x="97288" y="347491"/>
                </a:lnTo>
                <a:lnTo>
                  <a:pt x="103013" y="367932"/>
                </a:lnTo>
                <a:lnTo>
                  <a:pt x="108737" y="388372"/>
                </a:lnTo>
                <a:lnTo>
                  <a:pt x="114462" y="408823"/>
                </a:lnTo>
                <a:lnTo>
                  <a:pt x="120186" y="429254"/>
                </a:lnTo>
                <a:lnTo>
                  <a:pt x="125911" y="449704"/>
                </a:lnTo>
                <a:lnTo>
                  <a:pt x="131626" y="470144"/>
                </a:lnTo>
                <a:lnTo>
                  <a:pt x="137351" y="490585"/>
                </a:lnTo>
                <a:lnTo>
                  <a:pt x="143075" y="511026"/>
                </a:lnTo>
                <a:lnTo>
                  <a:pt x="148800" y="531466"/>
                </a:lnTo>
                <a:lnTo>
                  <a:pt x="154524" y="551907"/>
                </a:lnTo>
                <a:lnTo>
                  <a:pt x="160249" y="572348"/>
                </a:lnTo>
                <a:lnTo>
                  <a:pt x="165973" y="592788"/>
                </a:lnTo>
                <a:lnTo>
                  <a:pt x="171688" y="613229"/>
                </a:lnTo>
                <a:lnTo>
                  <a:pt x="177413" y="633670"/>
                </a:lnTo>
                <a:lnTo>
                  <a:pt x="183137" y="654110"/>
                </a:lnTo>
                <a:lnTo>
                  <a:pt x="188862" y="674551"/>
                </a:lnTo>
                <a:lnTo>
                  <a:pt x="194586" y="694992"/>
                </a:lnTo>
                <a:lnTo>
                  <a:pt x="200311" y="715432"/>
                </a:lnTo>
                <a:lnTo>
                  <a:pt x="206026" y="735873"/>
                </a:lnTo>
                <a:lnTo>
                  <a:pt x="211750" y="756314"/>
                </a:lnTo>
                <a:lnTo>
                  <a:pt x="217475" y="776754"/>
                </a:lnTo>
                <a:lnTo>
                  <a:pt x="223199" y="797195"/>
                </a:lnTo>
                <a:lnTo>
                  <a:pt x="228924" y="817636"/>
                </a:lnTo>
                <a:lnTo>
                  <a:pt x="234648" y="838076"/>
                </a:lnTo>
                <a:lnTo>
                  <a:pt x="240373" y="858517"/>
                </a:lnTo>
                <a:lnTo>
                  <a:pt x="246088" y="878957"/>
                </a:lnTo>
                <a:lnTo>
                  <a:pt x="251812" y="899398"/>
                </a:lnTo>
                <a:lnTo>
                  <a:pt x="257537" y="919839"/>
                </a:lnTo>
                <a:lnTo>
                  <a:pt x="263261" y="940279"/>
                </a:lnTo>
                <a:lnTo>
                  <a:pt x="268986" y="960720"/>
                </a:lnTo>
                <a:lnTo>
                  <a:pt x="274711" y="981161"/>
                </a:lnTo>
                <a:lnTo>
                  <a:pt x="280435" y="1001601"/>
                </a:lnTo>
                <a:lnTo>
                  <a:pt x="286150" y="1022042"/>
                </a:lnTo>
                <a:lnTo>
                  <a:pt x="291875" y="1042483"/>
                </a:lnTo>
                <a:lnTo>
                  <a:pt x="297599" y="1062923"/>
                </a:lnTo>
                <a:lnTo>
                  <a:pt x="303324" y="1083364"/>
                </a:lnTo>
                <a:lnTo>
                  <a:pt x="309048" y="1103805"/>
                </a:lnTo>
                <a:lnTo>
                  <a:pt x="314773" y="1124245"/>
                </a:lnTo>
                <a:lnTo>
                  <a:pt x="320488" y="1144686"/>
                </a:lnTo>
                <a:lnTo>
                  <a:pt x="326212" y="1165127"/>
                </a:lnTo>
                <a:lnTo>
                  <a:pt x="331937" y="1185567"/>
                </a:lnTo>
                <a:lnTo>
                  <a:pt x="337661" y="1206008"/>
                </a:lnTo>
                <a:lnTo>
                  <a:pt x="343386" y="1226458"/>
                </a:lnTo>
                <a:lnTo>
                  <a:pt x="348434" y="1247023"/>
                </a:lnTo>
                <a:lnTo>
                  <a:pt x="361617" y="1263196"/>
                </a:lnTo>
                <a:lnTo>
                  <a:pt x="380095" y="1273578"/>
                </a:lnTo>
                <a:lnTo>
                  <a:pt x="399907" y="1281170"/>
                </a:lnTo>
                <a:lnTo>
                  <a:pt x="420253" y="1287189"/>
                </a:lnTo>
                <a:lnTo>
                  <a:pt x="440893" y="1292171"/>
                </a:lnTo>
                <a:lnTo>
                  <a:pt x="461686" y="1296391"/>
                </a:lnTo>
                <a:lnTo>
                  <a:pt x="482603" y="1300029"/>
                </a:lnTo>
                <a:lnTo>
                  <a:pt x="503596" y="1303191"/>
                </a:lnTo>
                <a:lnTo>
                  <a:pt x="524637" y="1305954"/>
                </a:lnTo>
                <a:lnTo>
                  <a:pt x="545725" y="1308383"/>
                </a:lnTo>
                <a:lnTo>
                  <a:pt x="566842" y="1310516"/>
                </a:lnTo>
                <a:lnTo>
                  <a:pt x="587988" y="1312383"/>
                </a:lnTo>
                <a:lnTo>
                  <a:pt x="609152" y="1314002"/>
                </a:lnTo>
                <a:lnTo>
                  <a:pt x="630336" y="1315403"/>
                </a:lnTo>
                <a:lnTo>
                  <a:pt x="651529" y="1316603"/>
                </a:lnTo>
                <a:lnTo>
                  <a:pt x="672732" y="1317603"/>
                </a:lnTo>
                <a:lnTo>
                  <a:pt x="693944" y="1318422"/>
                </a:lnTo>
                <a:lnTo>
                  <a:pt x="715156" y="1319060"/>
                </a:lnTo>
                <a:lnTo>
                  <a:pt x="736378" y="1319527"/>
                </a:lnTo>
                <a:lnTo>
                  <a:pt x="757609" y="1319822"/>
                </a:lnTo>
                <a:lnTo>
                  <a:pt x="778831" y="1319965"/>
                </a:lnTo>
                <a:lnTo>
                  <a:pt x="800062" y="1319936"/>
                </a:lnTo>
                <a:lnTo>
                  <a:pt x="821284" y="1319736"/>
                </a:lnTo>
                <a:lnTo>
                  <a:pt x="842505" y="1319384"/>
                </a:lnTo>
                <a:lnTo>
                  <a:pt x="863727" y="1318851"/>
                </a:lnTo>
                <a:lnTo>
                  <a:pt x="884949" y="1318155"/>
                </a:lnTo>
                <a:lnTo>
                  <a:pt x="906151" y="1317269"/>
                </a:lnTo>
                <a:lnTo>
                  <a:pt x="927354" y="1316203"/>
                </a:lnTo>
                <a:lnTo>
                  <a:pt x="948547" y="1314936"/>
                </a:lnTo>
                <a:lnTo>
                  <a:pt x="969721" y="1313450"/>
                </a:lnTo>
                <a:lnTo>
                  <a:pt x="990876" y="1311745"/>
                </a:lnTo>
                <a:lnTo>
                  <a:pt x="1012012" y="1309802"/>
                </a:lnTo>
                <a:lnTo>
                  <a:pt x="1033120" y="1307563"/>
                </a:lnTo>
                <a:lnTo>
                  <a:pt x="1054198" y="1305020"/>
                </a:lnTo>
                <a:lnTo>
                  <a:pt x="1075220" y="1302125"/>
                </a:lnTo>
                <a:lnTo>
                  <a:pt x="1096185" y="1298810"/>
                </a:lnTo>
                <a:lnTo>
                  <a:pt x="1117063" y="1294981"/>
                </a:lnTo>
                <a:lnTo>
                  <a:pt x="1137818" y="1290514"/>
                </a:lnTo>
                <a:lnTo>
                  <a:pt x="1158373" y="1285218"/>
                </a:lnTo>
                <a:lnTo>
                  <a:pt x="1178576" y="1278722"/>
                </a:lnTo>
                <a:lnTo>
                  <a:pt x="1198064" y="1270340"/>
                </a:lnTo>
                <a:lnTo>
                  <a:pt x="1215523" y="1258405"/>
                </a:lnTo>
                <a:lnTo>
                  <a:pt x="1224334" y="1239707"/>
                </a:lnTo>
                <a:lnTo>
                  <a:pt x="1230058" y="1219267"/>
                </a:lnTo>
                <a:lnTo>
                  <a:pt x="1235783" y="1198826"/>
                </a:lnTo>
                <a:lnTo>
                  <a:pt x="1241508" y="1178385"/>
                </a:lnTo>
                <a:lnTo>
                  <a:pt x="1247232" y="1157945"/>
                </a:lnTo>
                <a:lnTo>
                  <a:pt x="1252957" y="1137504"/>
                </a:lnTo>
                <a:lnTo>
                  <a:pt x="1258681" y="1117063"/>
                </a:lnTo>
                <a:lnTo>
                  <a:pt x="1264396" y="1096623"/>
                </a:lnTo>
                <a:lnTo>
                  <a:pt x="1270121" y="1076182"/>
                </a:lnTo>
                <a:lnTo>
                  <a:pt x="1275845" y="1055741"/>
                </a:lnTo>
                <a:lnTo>
                  <a:pt x="1281570" y="1035301"/>
                </a:lnTo>
                <a:lnTo>
                  <a:pt x="1287294" y="1014860"/>
                </a:lnTo>
                <a:lnTo>
                  <a:pt x="1293019" y="994420"/>
                </a:lnTo>
                <a:lnTo>
                  <a:pt x="1298734" y="973979"/>
                </a:lnTo>
                <a:lnTo>
                  <a:pt x="1304458" y="953538"/>
                </a:lnTo>
                <a:lnTo>
                  <a:pt x="1310183" y="933098"/>
                </a:lnTo>
                <a:lnTo>
                  <a:pt x="1315907" y="912657"/>
                </a:lnTo>
                <a:lnTo>
                  <a:pt x="1321632" y="892216"/>
                </a:lnTo>
                <a:lnTo>
                  <a:pt x="1327356" y="871776"/>
                </a:lnTo>
                <a:lnTo>
                  <a:pt x="1333081" y="851335"/>
                </a:lnTo>
                <a:lnTo>
                  <a:pt x="1338796" y="830894"/>
                </a:lnTo>
                <a:lnTo>
                  <a:pt x="1344520" y="810454"/>
                </a:lnTo>
                <a:lnTo>
                  <a:pt x="1350245" y="790013"/>
                </a:lnTo>
                <a:lnTo>
                  <a:pt x="1355969" y="769572"/>
                </a:lnTo>
                <a:lnTo>
                  <a:pt x="1361694" y="749132"/>
                </a:lnTo>
                <a:lnTo>
                  <a:pt x="1367419" y="728691"/>
                </a:lnTo>
                <a:lnTo>
                  <a:pt x="1373134" y="708250"/>
                </a:lnTo>
                <a:lnTo>
                  <a:pt x="1378858" y="687810"/>
                </a:lnTo>
                <a:lnTo>
                  <a:pt x="1384583" y="667369"/>
                </a:lnTo>
                <a:lnTo>
                  <a:pt x="1390307" y="646928"/>
                </a:lnTo>
                <a:lnTo>
                  <a:pt x="1396032" y="626488"/>
                </a:lnTo>
                <a:lnTo>
                  <a:pt x="1401756" y="606047"/>
                </a:lnTo>
                <a:lnTo>
                  <a:pt x="1407481" y="585607"/>
                </a:lnTo>
                <a:lnTo>
                  <a:pt x="1413196" y="565166"/>
                </a:lnTo>
                <a:lnTo>
                  <a:pt x="1418920" y="544725"/>
                </a:lnTo>
                <a:lnTo>
                  <a:pt x="1424645" y="524285"/>
                </a:lnTo>
                <a:lnTo>
                  <a:pt x="1430369" y="503844"/>
                </a:lnTo>
                <a:lnTo>
                  <a:pt x="1436094" y="483394"/>
                </a:lnTo>
                <a:lnTo>
                  <a:pt x="1441818" y="462953"/>
                </a:lnTo>
                <a:lnTo>
                  <a:pt x="1447533" y="442512"/>
                </a:lnTo>
                <a:lnTo>
                  <a:pt x="1453258" y="422072"/>
                </a:lnTo>
                <a:lnTo>
                  <a:pt x="1458982" y="401631"/>
                </a:lnTo>
                <a:lnTo>
                  <a:pt x="1464707" y="381191"/>
                </a:lnTo>
                <a:lnTo>
                  <a:pt x="1470431" y="360750"/>
                </a:lnTo>
                <a:lnTo>
                  <a:pt x="1476156" y="340309"/>
                </a:lnTo>
                <a:lnTo>
                  <a:pt x="1481880" y="319869"/>
                </a:lnTo>
                <a:lnTo>
                  <a:pt x="1487595" y="299428"/>
                </a:lnTo>
                <a:lnTo>
                  <a:pt x="1493320" y="278987"/>
                </a:lnTo>
                <a:lnTo>
                  <a:pt x="1499045" y="258547"/>
                </a:lnTo>
                <a:lnTo>
                  <a:pt x="1504769" y="238106"/>
                </a:lnTo>
                <a:lnTo>
                  <a:pt x="1510494" y="217665"/>
                </a:lnTo>
                <a:lnTo>
                  <a:pt x="1516218" y="197225"/>
                </a:lnTo>
                <a:lnTo>
                  <a:pt x="1521943" y="176784"/>
                </a:lnTo>
                <a:lnTo>
                  <a:pt x="1527658" y="156343"/>
                </a:lnTo>
                <a:lnTo>
                  <a:pt x="1533382" y="135903"/>
                </a:lnTo>
                <a:lnTo>
                  <a:pt x="1539107" y="115462"/>
                </a:lnTo>
                <a:lnTo>
                  <a:pt x="1544831" y="95021"/>
                </a:lnTo>
                <a:lnTo>
                  <a:pt x="1550556" y="74581"/>
                </a:lnTo>
                <a:lnTo>
                  <a:pt x="1556280" y="54140"/>
                </a:lnTo>
                <a:lnTo>
                  <a:pt x="1561995" y="33699"/>
                </a:lnTo>
                <a:lnTo>
                  <a:pt x="1567720" y="13259"/>
                </a:lnTo>
                <a:lnTo>
                  <a:pt x="1569063" y="6944"/>
                </a:lnTo>
                <a:lnTo>
                  <a:pt x="1552042" y="19260"/>
                </a:lnTo>
                <a:lnTo>
                  <a:pt x="1532220" y="26822"/>
                </a:lnTo>
                <a:lnTo>
                  <a:pt x="1511779" y="32509"/>
                </a:lnTo>
                <a:lnTo>
                  <a:pt x="1491063" y="37157"/>
                </a:lnTo>
                <a:lnTo>
                  <a:pt x="1470212" y="41110"/>
                </a:lnTo>
                <a:lnTo>
                  <a:pt x="1449267" y="44558"/>
                </a:lnTo>
                <a:lnTo>
                  <a:pt x="1428264" y="47625"/>
                </a:lnTo>
                <a:lnTo>
                  <a:pt x="1407214" y="50387"/>
                </a:lnTo>
                <a:lnTo>
                  <a:pt x="1386135" y="52892"/>
                </a:lnTo>
                <a:lnTo>
                  <a:pt x="1365028" y="55178"/>
                </a:lnTo>
                <a:lnTo>
                  <a:pt x="1343911" y="57274"/>
                </a:lnTo>
                <a:lnTo>
                  <a:pt x="1322775" y="59207"/>
                </a:lnTo>
                <a:lnTo>
                  <a:pt x="1301620" y="60998"/>
                </a:lnTo>
                <a:lnTo>
                  <a:pt x="1280455" y="62646"/>
                </a:lnTo>
                <a:lnTo>
                  <a:pt x="1259281" y="64179"/>
                </a:lnTo>
                <a:lnTo>
                  <a:pt x="1238107" y="65618"/>
                </a:lnTo>
                <a:lnTo>
                  <a:pt x="1216924" y="66932"/>
                </a:lnTo>
                <a:lnTo>
                  <a:pt x="1195730" y="68170"/>
                </a:lnTo>
                <a:lnTo>
                  <a:pt x="1174537" y="69313"/>
                </a:lnTo>
                <a:lnTo>
                  <a:pt x="1153335" y="70371"/>
                </a:lnTo>
                <a:lnTo>
                  <a:pt x="1132132" y="71352"/>
                </a:lnTo>
                <a:lnTo>
                  <a:pt x="1110920" y="72266"/>
                </a:lnTo>
                <a:lnTo>
                  <a:pt x="1089708" y="73095"/>
                </a:lnTo>
                <a:lnTo>
                  <a:pt x="1068495" y="73866"/>
                </a:lnTo>
                <a:lnTo>
                  <a:pt x="1047283" y="74571"/>
                </a:lnTo>
                <a:lnTo>
                  <a:pt x="1026062" y="75209"/>
                </a:lnTo>
                <a:lnTo>
                  <a:pt x="1004849" y="75800"/>
                </a:lnTo>
                <a:lnTo>
                  <a:pt x="983628" y="76324"/>
                </a:lnTo>
                <a:lnTo>
                  <a:pt x="962406" y="76781"/>
                </a:lnTo>
                <a:lnTo>
                  <a:pt x="941184" y="77191"/>
                </a:lnTo>
                <a:lnTo>
                  <a:pt x="919953" y="77553"/>
                </a:lnTo>
                <a:lnTo>
                  <a:pt x="898731" y="77848"/>
                </a:lnTo>
                <a:lnTo>
                  <a:pt x="877510" y="78105"/>
                </a:lnTo>
                <a:lnTo>
                  <a:pt x="856278" y="78296"/>
                </a:lnTo>
                <a:lnTo>
                  <a:pt x="835057" y="78438"/>
                </a:lnTo>
                <a:lnTo>
                  <a:pt x="813826" y="78534"/>
                </a:lnTo>
                <a:lnTo>
                  <a:pt x="792604" y="78572"/>
                </a:lnTo>
                <a:lnTo>
                  <a:pt x="771373" y="78562"/>
                </a:lnTo>
                <a:lnTo>
                  <a:pt x="750151" y="78505"/>
                </a:lnTo>
                <a:lnTo>
                  <a:pt x="728920" y="78400"/>
                </a:lnTo>
                <a:lnTo>
                  <a:pt x="707698" y="78229"/>
                </a:lnTo>
                <a:lnTo>
                  <a:pt x="686467" y="78019"/>
                </a:lnTo>
                <a:lnTo>
                  <a:pt x="665245" y="77753"/>
                </a:lnTo>
                <a:lnTo>
                  <a:pt x="644023" y="77429"/>
                </a:lnTo>
                <a:lnTo>
                  <a:pt x="622792" y="77057"/>
                </a:lnTo>
                <a:lnTo>
                  <a:pt x="601570" y="76629"/>
                </a:lnTo>
                <a:lnTo>
                  <a:pt x="580349" y="76143"/>
                </a:lnTo>
                <a:lnTo>
                  <a:pt x="559127" y="75600"/>
                </a:lnTo>
                <a:lnTo>
                  <a:pt x="537915" y="74990"/>
                </a:lnTo>
                <a:lnTo>
                  <a:pt x="516693" y="74333"/>
                </a:lnTo>
                <a:lnTo>
                  <a:pt x="495481" y="73609"/>
                </a:lnTo>
                <a:lnTo>
                  <a:pt x="474269" y="72809"/>
                </a:lnTo>
                <a:lnTo>
                  <a:pt x="453057" y="71952"/>
                </a:lnTo>
                <a:lnTo>
                  <a:pt x="431854" y="71018"/>
                </a:lnTo>
                <a:lnTo>
                  <a:pt x="410651" y="70009"/>
                </a:lnTo>
                <a:lnTo>
                  <a:pt x="389449" y="68913"/>
                </a:lnTo>
                <a:lnTo>
                  <a:pt x="368256" y="67742"/>
                </a:lnTo>
                <a:lnTo>
                  <a:pt x="347072" y="66485"/>
                </a:lnTo>
                <a:lnTo>
                  <a:pt x="325888" y="65122"/>
                </a:lnTo>
                <a:lnTo>
                  <a:pt x="304705" y="63665"/>
                </a:lnTo>
                <a:lnTo>
                  <a:pt x="283540" y="62084"/>
                </a:lnTo>
                <a:lnTo>
                  <a:pt x="262385" y="60379"/>
                </a:lnTo>
                <a:lnTo>
                  <a:pt x="241230" y="58550"/>
                </a:lnTo>
                <a:lnTo>
                  <a:pt x="220104" y="56559"/>
                </a:lnTo>
                <a:lnTo>
                  <a:pt x="198987" y="54397"/>
                </a:lnTo>
                <a:lnTo>
                  <a:pt x="177889" y="52035"/>
                </a:lnTo>
                <a:lnTo>
                  <a:pt x="156820" y="49454"/>
                </a:lnTo>
                <a:lnTo>
                  <a:pt x="135788" y="46587"/>
                </a:lnTo>
                <a:lnTo>
                  <a:pt x="114805" y="43396"/>
                </a:lnTo>
                <a:lnTo>
                  <a:pt x="93888" y="39786"/>
                </a:lnTo>
                <a:lnTo>
                  <a:pt x="73076" y="35614"/>
                </a:lnTo>
                <a:lnTo>
                  <a:pt x="52435" y="30661"/>
                </a:lnTo>
                <a:lnTo>
                  <a:pt x="32147" y="24451"/>
                </a:lnTo>
                <a:lnTo>
                  <a:pt x="12802" y="15792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78A8D5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12" name="funnel-step-cap-2">
            <a:extLst xmlns:a="http://schemas.openxmlformats.org/drawingml/2006/main">
              <a:ext uri="{FF2B5EF4-FFF2-40B4-BE49-F238E27FC236}">
                <a16:creationId xmlns:a16="http://schemas.microsoft.com/office/drawing/2014/main" id="{0680E733-D53E-4D8D-BEA9-D142F1E31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595792" y="4568828"/>
            <a:ext cx="1571406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8A8D5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13" name="funnel-flow-arrow">
            <a:extLst xmlns:a="http://schemas.openxmlformats.org/drawingml/2006/main">
              <a:ext uri="{FF2B5EF4-FFF2-40B4-BE49-F238E27FC236}">
                <a16:creationId xmlns:a16="http://schemas.microsoft.com/office/drawing/2014/main" id="{CBDF7587-07ED-4E28-AA7F-447C736E5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514725" y="1800225"/>
            <a:ext cx="1733550" cy="4264181"/>
          </a:xfrm>
          <a:custGeom xmlns:a="http://schemas.openxmlformats.org/drawingml/2006/main">
            <a:pathLst>
              <a:path w="1733550" h="4264181">
                <a:moveTo>
                  <a:pt x="0" y="0"/>
                </a:moveTo>
                <a:lnTo>
                  <a:pt x="57" y="47920"/>
                </a:lnTo>
                <a:lnTo>
                  <a:pt x="8868" y="95031"/>
                </a:lnTo>
                <a:lnTo>
                  <a:pt x="17678" y="142142"/>
                </a:lnTo>
                <a:lnTo>
                  <a:pt x="26489" y="189252"/>
                </a:lnTo>
                <a:lnTo>
                  <a:pt x="35290" y="236353"/>
                </a:lnTo>
                <a:lnTo>
                  <a:pt x="44101" y="283464"/>
                </a:lnTo>
                <a:lnTo>
                  <a:pt x="52911" y="330575"/>
                </a:lnTo>
                <a:lnTo>
                  <a:pt x="61722" y="377685"/>
                </a:lnTo>
                <a:lnTo>
                  <a:pt x="70533" y="424796"/>
                </a:lnTo>
                <a:lnTo>
                  <a:pt x="79343" y="471907"/>
                </a:lnTo>
                <a:lnTo>
                  <a:pt x="88154" y="519017"/>
                </a:lnTo>
                <a:lnTo>
                  <a:pt x="96965" y="566118"/>
                </a:lnTo>
                <a:lnTo>
                  <a:pt x="105775" y="613229"/>
                </a:lnTo>
                <a:lnTo>
                  <a:pt x="114586" y="660340"/>
                </a:lnTo>
                <a:lnTo>
                  <a:pt x="123396" y="707450"/>
                </a:lnTo>
                <a:lnTo>
                  <a:pt x="132207" y="754561"/>
                </a:lnTo>
                <a:lnTo>
                  <a:pt x="141018" y="801672"/>
                </a:lnTo>
                <a:lnTo>
                  <a:pt x="149819" y="848773"/>
                </a:lnTo>
                <a:lnTo>
                  <a:pt x="158629" y="895883"/>
                </a:lnTo>
                <a:lnTo>
                  <a:pt x="167440" y="942994"/>
                </a:lnTo>
                <a:lnTo>
                  <a:pt x="176251" y="990105"/>
                </a:lnTo>
                <a:lnTo>
                  <a:pt x="185061" y="1037215"/>
                </a:lnTo>
                <a:lnTo>
                  <a:pt x="193872" y="1084326"/>
                </a:lnTo>
                <a:lnTo>
                  <a:pt x="202682" y="1131437"/>
                </a:lnTo>
                <a:lnTo>
                  <a:pt x="211493" y="1178538"/>
                </a:lnTo>
                <a:lnTo>
                  <a:pt x="220304" y="1225648"/>
                </a:lnTo>
                <a:lnTo>
                  <a:pt x="229114" y="1272759"/>
                </a:lnTo>
                <a:lnTo>
                  <a:pt x="237925" y="1319870"/>
                </a:lnTo>
                <a:lnTo>
                  <a:pt x="246736" y="1366980"/>
                </a:lnTo>
                <a:lnTo>
                  <a:pt x="254860" y="1414205"/>
                </a:lnTo>
                <a:lnTo>
                  <a:pt x="262080" y="1461583"/>
                </a:lnTo>
                <a:lnTo>
                  <a:pt x="268919" y="1509017"/>
                </a:lnTo>
                <a:lnTo>
                  <a:pt x="275663" y="1556471"/>
                </a:lnTo>
                <a:lnTo>
                  <a:pt x="282407" y="1603915"/>
                </a:lnTo>
                <a:lnTo>
                  <a:pt x="289160" y="1651359"/>
                </a:lnTo>
                <a:lnTo>
                  <a:pt x="295904" y="1698812"/>
                </a:lnTo>
                <a:lnTo>
                  <a:pt x="302657" y="1746256"/>
                </a:lnTo>
                <a:lnTo>
                  <a:pt x="309401" y="1793710"/>
                </a:lnTo>
                <a:lnTo>
                  <a:pt x="316154" y="1841154"/>
                </a:lnTo>
                <a:lnTo>
                  <a:pt x="322898" y="1888607"/>
                </a:lnTo>
                <a:lnTo>
                  <a:pt x="329641" y="1936052"/>
                </a:lnTo>
                <a:lnTo>
                  <a:pt x="336394" y="1983505"/>
                </a:lnTo>
                <a:lnTo>
                  <a:pt x="343138" y="2030949"/>
                </a:lnTo>
                <a:lnTo>
                  <a:pt x="349891" y="2078403"/>
                </a:lnTo>
                <a:lnTo>
                  <a:pt x="356635" y="2125847"/>
                </a:lnTo>
                <a:lnTo>
                  <a:pt x="363379" y="2173300"/>
                </a:lnTo>
                <a:lnTo>
                  <a:pt x="370132" y="2220744"/>
                </a:lnTo>
                <a:lnTo>
                  <a:pt x="376876" y="2268198"/>
                </a:lnTo>
                <a:lnTo>
                  <a:pt x="383629" y="2315642"/>
                </a:lnTo>
                <a:lnTo>
                  <a:pt x="390373" y="2363095"/>
                </a:lnTo>
                <a:lnTo>
                  <a:pt x="397126" y="2410539"/>
                </a:lnTo>
                <a:lnTo>
                  <a:pt x="403870" y="2457983"/>
                </a:lnTo>
                <a:lnTo>
                  <a:pt x="410613" y="2505437"/>
                </a:lnTo>
                <a:lnTo>
                  <a:pt x="417366" y="2552881"/>
                </a:lnTo>
                <a:lnTo>
                  <a:pt x="424110" y="2600335"/>
                </a:lnTo>
                <a:lnTo>
                  <a:pt x="430863" y="2647779"/>
                </a:lnTo>
                <a:lnTo>
                  <a:pt x="437607" y="2695232"/>
                </a:lnTo>
                <a:lnTo>
                  <a:pt x="444351" y="2742676"/>
                </a:lnTo>
                <a:lnTo>
                  <a:pt x="451104" y="2790130"/>
                </a:lnTo>
                <a:lnTo>
                  <a:pt x="457676" y="2837602"/>
                </a:lnTo>
                <a:lnTo>
                  <a:pt x="464029" y="2885103"/>
                </a:lnTo>
                <a:lnTo>
                  <a:pt x="470287" y="2932614"/>
                </a:lnTo>
                <a:lnTo>
                  <a:pt x="476526" y="2980134"/>
                </a:lnTo>
                <a:lnTo>
                  <a:pt x="482765" y="3027655"/>
                </a:lnTo>
                <a:lnTo>
                  <a:pt x="489014" y="3075175"/>
                </a:lnTo>
                <a:lnTo>
                  <a:pt x="495252" y="3122686"/>
                </a:lnTo>
                <a:lnTo>
                  <a:pt x="501491" y="3170206"/>
                </a:lnTo>
                <a:lnTo>
                  <a:pt x="507730" y="3217726"/>
                </a:lnTo>
                <a:lnTo>
                  <a:pt x="513969" y="3265246"/>
                </a:lnTo>
                <a:lnTo>
                  <a:pt x="520217" y="3312757"/>
                </a:lnTo>
                <a:lnTo>
                  <a:pt x="526456" y="3360277"/>
                </a:lnTo>
                <a:lnTo>
                  <a:pt x="532695" y="3407797"/>
                </a:lnTo>
                <a:lnTo>
                  <a:pt x="538934" y="3455318"/>
                </a:lnTo>
                <a:lnTo>
                  <a:pt x="545182" y="3502828"/>
                </a:lnTo>
                <a:lnTo>
                  <a:pt x="551421" y="3550349"/>
                </a:lnTo>
                <a:lnTo>
                  <a:pt x="538886" y="3581400"/>
                </a:lnTo>
                <a:lnTo>
                  <a:pt x="490966" y="3581400"/>
                </a:lnTo>
                <a:lnTo>
                  <a:pt x="443036" y="3581400"/>
                </a:lnTo>
                <a:lnTo>
                  <a:pt x="395107" y="3581400"/>
                </a:lnTo>
                <a:lnTo>
                  <a:pt x="347186" y="3581400"/>
                </a:lnTo>
                <a:lnTo>
                  <a:pt x="299256" y="3581400"/>
                </a:lnTo>
                <a:lnTo>
                  <a:pt x="251336" y="3581400"/>
                </a:lnTo>
                <a:lnTo>
                  <a:pt x="250841" y="3602117"/>
                </a:lnTo>
                <a:lnTo>
                  <a:pt x="283397" y="3637283"/>
                </a:lnTo>
                <a:lnTo>
                  <a:pt x="315963" y="3672449"/>
                </a:lnTo>
                <a:lnTo>
                  <a:pt x="348529" y="3707606"/>
                </a:lnTo>
                <a:lnTo>
                  <a:pt x="381095" y="3742773"/>
                </a:lnTo>
                <a:lnTo>
                  <a:pt x="413661" y="3777939"/>
                </a:lnTo>
                <a:lnTo>
                  <a:pt x="446227" y="3813096"/>
                </a:lnTo>
                <a:lnTo>
                  <a:pt x="478793" y="3848262"/>
                </a:lnTo>
                <a:lnTo>
                  <a:pt x="511359" y="3883419"/>
                </a:lnTo>
                <a:lnTo>
                  <a:pt x="543916" y="3918585"/>
                </a:lnTo>
                <a:lnTo>
                  <a:pt x="576482" y="3953751"/>
                </a:lnTo>
                <a:lnTo>
                  <a:pt x="609048" y="3988908"/>
                </a:lnTo>
                <a:lnTo>
                  <a:pt x="641614" y="4024074"/>
                </a:lnTo>
                <a:lnTo>
                  <a:pt x="674180" y="4059241"/>
                </a:lnTo>
                <a:lnTo>
                  <a:pt x="706745" y="4094397"/>
                </a:lnTo>
                <a:lnTo>
                  <a:pt x="739311" y="4129564"/>
                </a:lnTo>
                <a:lnTo>
                  <a:pt x="771868" y="4164730"/>
                </a:lnTo>
                <a:lnTo>
                  <a:pt x="804434" y="4199887"/>
                </a:lnTo>
                <a:lnTo>
                  <a:pt x="837000" y="4235053"/>
                </a:lnTo>
                <a:lnTo>
                  <a:pt x="869566" y="4264181"/>
                </a:lnTo>
                <a:lnTo>
                  <a:pt x="902132" y="4229024"/>
                </a:lnTo>
                <a:lnTo>
                  <a:pt x="934698" y="4193858"/>
                </a:lnTo>
                <a:lnTo>
                  <a:pt x="967264" y="4158701"/>
                </a:lnTo>
                <a:lnTo>
                  <a:pt x="999830" y="4123534"/>
                </a:lnTo>
                <a:lnTo>
                  <a:pt x="1032396" y="4088368"/>
                </a:lnTo>
                <a:lnTo>
                  <a:pt x="1064952" y="4053211"/>
                </a:lnTo>
                <a:lnTo>
                  <a:pt x="1097518" y="4018045"/>
                </a:lnTo>
                <a:lnTo>
                  <a:pt x="1130084" y="3982879"/>
                </a:lnTo>
                <a:lnTo>
                  <a:pt x="1162650" y="3947722"/>
                </a:lnTo>
                <a:lnTo>
                  <a:pt x="1195216" y="3912556"/>
                </a:lnTo>
                <a:lnTo>
                  <a:pt x="1227782" y="3877389"/>
                </a:lnTo>
                <a:lnTo>
                  <a:pt x="1260348" y="3842233"/>
                </a:lnTo>
                <a:lnTo>
                  <a:pt x="1292904" y="3807066"/>
                </a:lnTo>
                <a:lnTo>
                  <a:pt x="1325470" y="3771900"/>
                </a:lnTo>
                <a:lnTo>
                  <a:pt x="1358036" y="3736743"/>
                </a:lnTo>
                <a:lnTo>
                  <a:pt x="1390602" y="3701577"/>
                </a:lnTo>
                <a:lnTo>
                  <a:pt x="1423168" y="3666420"/>
                </a:lnTo>
                <a:lnTo>
                  <a:pt x="1455734" y="3631254"/>
                </a:lnTo>
                <a:lnTo>
                  <a:pt x="1488300" y="3596088"/>
                </a:lnTo>
                <a:lnTo>
                  <a:pt x="1473994" y="3581400"/>
                </a:lnTo>
                <a:lnTo>
                  <a:pt x="1426073" y="3581400"/>
                </a:lnTo>
                <a:lnTo>
                  <a:pt x="1378144" y="3581400"/>
                </a:lnTo>
                <a:lnTo>
                  <a:pt x="1330223" y="3581400"/>
                </a:lnTo>
                <a:lnTo>
                  <a:pt x="1282294" y="3581400"/>
                </a:lnTo>
                <a:lnTo>
                  <a:pt x="1234373" y="3581400"/>
                </a:lnTo>
                <a:lnTo>
                  <a:pt x="1186444" y="3581400"/>
                </a:lnTo>
                <a:lnTo>
                  <a:pt x="1183205" y="3542205"/>
                </a:lnTo>
                <a:lnTo>
                  <a:pt x="1189444" y="3494684"/>
                </a:lnTo>
                <a:lnTo>
                  <a:pt x="1195683" y="3447164"/>
                </a:lnTo>
                <a:lnTo>
                  <a:pt x="1201922" y="3399644"/>
                </a:lnTo>
                <a:lnTo>
                  <a:pt x="1208161" y="3352133"/>
                </a:lnTo>
                <a:lnTo>
                  <a:pt x="1214409" y="3304613"/>
                </a:lnTo>
                <a:lnTo>
                  <a:pt x="1220648" y="3257093"/>
                </a:lnTo>
                <a:lnTo>
                  <a:pt x="1226887" y="3209573"/>
                </a:lnTo>
                <a:lnTo>
                  <a:pt x="1233126" y="3162062"/>
                </a:lnTo>
                <a:lnTo>
                  <a:pt x="1239374" y="3114542"/>
                </a:lnTo>
                <a:lnTo>
                  <a:pt x="1245613" y="3067021"/>
                </a:lnTo>
                <a:lnTo>
                  <a:pt x="1251852" y="3019511"/>
                </a:lnTo>
                <a:lnTo>
                  <a:pt x="1258091" y="2971991"/>
                </a:lnTo>
                <a:lnTo>
                  <a:pt x="1264339" y="2924470"/>
                </a:lnTo>
                <a:lnTo>
                  <a:pt x="1270616" y="2876960"/>
                </a:lnTo>
                <a:lnTo>
                  <a:pt x="1276969" y="2829458"/>
                </a:lnTo>
                <a:lnTo>
                  <a:pt x="1283608" y="2781995"/>
                </a:lnTo>
                <a:lnTo>
                  <a:pt x="1290352" y="2734542"/>
                </a:lnTo>
                <a:lnTo>
                  <a:pt x="1297095" y="2687098"/>
                </a:lnTo>
                <a:lnTo>
                  <a:pt x="1303849" y="2639644"/>
                </a:lnTo>
                <a:lnTo>
                  <a:pt x="1310592" y="2592200"/>
                </a:lnTo>
                <a:lnTo>
                  <a:pt x="1317346" y="2544747"/>
                </a:lnTo>
                <a:lnTo>
                  <a:pt x="1324089" y="2497303"/>
                </a:lnTo>
                <a:lnTo>
                  <a:pt x="1330843" y="2449849"/>
                </a:lnTo>
                <a:lnTo>
                  <a:pt x="1337586" y="2402405"/>
                </a:lnTo>
                <a:lnTo>
                  <a:pt x="1344330" y="2354951"/>
                </a:lnTo>
                <a:lnTo>
                  <a:pt x="1351083" y="2307507"/>
                </a:lnTo>
                <a:lnTo>
                  <a:pt x="1357827" y="2260054"/>
                </a:lnTo>
                <a:lnTo>
                  <a:pt x="1364580" y="2212610"/>
                </a:lnTo>
                <a:lnTo>
                  <a:pt x="1371324" y="2165156"/>
                </a:lnTo>
                <a:lnTo>
                  <a:pt x="1378067" y="2117712"/>
                </a:lnTo>
                <a:lnTo>
                  <a:pt x="1384821" y="2070259"/>
                </a:lnTo>
                <a:lnTo>
                  <a:pt x="1391564" y="2022815"/>
                </a:lnTo>
                <a:lnTo>
                  <a:pt x="1398318" y="1975371"/>
                </a:lnTo>
                <a:lnTo>
                  <a:pt x="1405061" y="1927917"/>
                </a:lnTo>
                <a:lnTo>
                  <a:pt x="1411805" y="1880473"/>
                </a:lnTo>
                <a:lnTo>
                  <a:pt x="1418558" y="1833020"/>
                </a:lnTo>
                <a:lnTo>
                  <a:pt x="1425302" y="1785576"/>
                </a:lnTo>
                <a:lnTo>
                  <a:pt x="1432055" y="1738122"/>
                </a:lnTo>
                <a:lnTo>
                  <a:pt x="1438799" y="1690678"/>
                </a:lnTo>
                <a:lnTo>
                  <a:pt x="1445552" y="1643224"/>
                </a:lnTo>
                <a:lnTo>
                  <a:pt x="1452296" y="1595780"/>
                </a:lnTo>
                <a:lnTo>
                  <a:pt x="1459040" y="1548327"/>
                </a:lnTo>
                <a:lnTo>
                  <a:pt x="1465793" y="1500883"/>
                </a:lnTo>
                <a:lnTo>
                  <a:pt x="1472708" y="1453458"/>
                </a:lnTo>
                <a:lnTo>
                  <a:pt x="1479928" y="1406081"/>
                </a:lnTo>
                <a:lnTo>
                  <a:pt x="1488329" y="1358903"/>
                </a:lnTo>
                <a:lnTo>
                  <a:pt x="1497140" y="1311793"/>
                </a:lnTo>
                <a:lnTo>
                  <a:pt x="1505950" y="1264682"/>
                </a:lnTo>
                <a:lnTo>
                  <a:pt x="1514761" y="1217571"/>
                </a:lnTo>
                <a:lnTo>
                  <a:pt x="1523571" y="1170461"/>
                </a:lnTo>
                <a:lnTo>
                  <a:pt x="1532382" y="1123350"/>
                </a:lnTo>
                <a:lnTo>
                  <a:pt x="1541193" y="1076249"/>
                </a:lnTo>
                <a:lnTo>
                  <a:pt x="1549994" y="1029138"/>
                </a:lnTo>
                <a:lnTo>
                  <a:pt x="1558804" y="982028"/>
                </a:lnTo>
                <a:lnTo>
                  <a:pt x="1567615" y="934917"/>
                </a:lnTo>
                <a:lnTo>
                  <a:pt x="1576426" y="887806"/>
                </a:lnTo>
                <a:lnTo>
                  <a:pt x="1585236" y="840696"/>
                </a:lnTo>
                <a:lnTo>
                  <a:pt x="1594047" y="793594"/>
                </a:lnTo>
                <a:lnTo>
                  <a:pt x="1602857" y="746484"/>
                </a:lnTo>
                <a:lnTo>
                  <a:pt x="1611668" y="699373"/>
                </a:lnTo>
                <a:lnTo>
                  <a:pt x="1620479" y="652262"/>
                </a:lnTo>
                <a:lnTo>
                  <a:pt x="1629289" y="605152"/>
                </a:lnTo>
                <a:lnTo>
                  <a:pt x="1638100" y="558041"/>
                </a:lnTo>
                <a:lnTo>
                  <a:pt x="1646911" y="510931"/>
                </a:lnTo>
                <a:lnTo>
                  <a:pt x="1655721" y="463829"/>
                </a:lnTo>
                <a:lnTo>
                  <a:pt x="1664522" y="416719"/>
                </a:lnTo>
                <a:lnTo>
                  <a:pt x="1673333" y="369608"/>
                </a:lnTo>
                <a:lnTo>
                  <a:pt x="1682144" y="322497"/>
                </a:lnTo>
                <a:lnTo>
                  <a:pt x="1690954" y="275387"/>
                </a:lnTo>
                <a:lnTo>
                  <a:pt x="1699765" y="228276"/>
                </a:lnTo>
                <a:lnTo>
                  <a:pt x="1708575" y="181166"/>
                </a:lnTo>
                <a:lnTo>
                  <a:pt x="1717386" y="134064"/>
                </a:lnTo>
                <a:lnTo>
                  <a:pt x="1726197" y="86954"/>
                </a:lnTo>
                <a:lnTo>
                  <a:pt x="1733550" y="39710"/>
                </a:lnTo>
                <a:lnTo>
                  <a:pt x="1725330" y="0"/>
                </a:lnTo>
                <a:lnTo>
                  <a:pt x="1677410" y="0"/>
                </a:lnTo>
                <a:lnTo>
                  <a:pt x="1629480" y="0"/>
                </a:lnTo>
                <a:lnTo>
                  <a:pt x="1581550" y="0"/>
                </a:lnTo>
                <a:lnTo>
                  <a:pt x="1533630" y="0"/>
                </a:lnTo>
                <a:lnTo>
                  <a:pt x="1485700" y="0"/>
                </a:lnTo>
                <a:lnTo>
                  <a:pt x="1437780" y="0"/>
                </a:lnTo>
                <a:lnTo>
                  <a:pt x="1389850" y="0"/>
                </a:lnTo>
                <a:lnTo>
                  <a:pt x="1341930" y="0"/>
                </a:lnTo>
                <a:lnTo>
                  <a:pt x="1294000" y="0"/>
                </a:lnTo>
                <a:lnTo>
                  <a:pt x="1246070" y="0"/>
                </a:lnTo>
                <a:lnTo>
                  <a:pt x="1198150" y="0"/>
                </a:lnTo>
                <a:lnTo>
                  <a:pt x="1150220" y="0"/>
                </a:lnTo>
                <a:lnTo>
                  <a:pt x="1102300" y="0"/>
                </a:lnTo>
                <a:lnTo>
                  <a:pt x="1054370" y="0"/>
                </a:lnTo>
                <a:lnTo>
                  <a:pt x="1006440" y="0"/>
                </a:lnTo>
                <a:lnTo>
                  <a:pt x="958520" y="0"/>
                </a:lnTo>
                <a:lnTo>
                  <a:pt x="910590" y="0"/>
                </a:lnTo>
                <a:lnTo>
                  <a:pt x="862670" y="0"/>
                </a:lnTo>
                <a:lnTo>
                  <a:pt x="814740" y="0"/>
                </a:lnTo>
                <a:lnTo>
                  <a:pt x="766810" y="0"/>
                </a:lnTo>
                <a:lnTo>
                  <a:pt x="718890" y="0"/>
                </a:lnTo>
                <a:lnTo>
                  <a:pt x="670960" y="0"/>
                </a:lnTo>
                <a:lnTo>
                  <a:pt x="623040" y="0"/>
                </a:lnTo>
                <a:lnTo>
                  <a:pt x="575110" y="0"/>
                </a:lnTo>
                <a:lnTo>
                  <a:pt x="527190" y="0"/>
                </a:lnTo>
                <a:lnTo>
                  <a:pt x="479260" y="0"/>
                </a:lnTo>
                <a:lnTo>
                  <a:pt x="431330" y="0"/>
                </a:lnTo>
                <a:lnTo>
                  <a:pt x="383410" y="0"/>
                </a:lnTo>
                <a:lnTo>
                  <a:pt x="335480" y="0"/>
                </a:lnTo>
                <a:lnTo>
                  <a:pt x="287560" y="0"/>
                </a:lnTo>
                <a:lnTo>
                  <a:pt x="239630" y="0"/>
                </a:lnTo>
                <a:lnTo>
                  <a:pt x="191700" y="0"/>
                </a:lnTo>
                <a:lnTo>
                  <a:pt x="143780" y="0"/>
                </a:lnTo>
                <a:lnTo>
                  <a:pt x="95850" y="0"/>
                </a:lnTo>
                <a:lnTo>
                  <a:pt x="47930" y="0"/>
                </a:lnTo>
                <a:lnTo>
                  <a:pt x="0" y="0"/>
                </a:lnTo>
                <a:close/>
              </a:path>
            </a:pathLst>
          </a:custGeom>
          <a:gradFill xmlns:a="http://schemas.openxmlformats.org/drawingml/2006/main">
            <a:gsLst>
              <a:gs pos="0">
                <a:srgbClr val="000000"/>
              </a:gs>
              <a:gs pos="42">
                <a:srgbClr val="B8D8F2">
                  <a:alpha val="16000"/>
                </a:srgbClr>
              </a:gs>
              <a:gs pos="76">
                <a:srgbClr val="8FC4EE">
                  <a:alpha val="32000"/>
                </a:srgbClr>
              </a:gs>
              <a:gs pos="100">
                <a:srgbClr val="72B3E8">
                  <a:alpha val="52000"/>
                </a:srgbClr>
              </a:gs>
            </a:gsLst>
            <a:lin ang="10800000"/>
          </a:gradFill>
          <a:ln xmlns:a="http://schemas.openxmlformats.org/drawingml/2006/main" w="9525">
            <a:noFill/>
            <a:prstDash val="solid"/>
          </a:ln>
        </p:spPr>
      </p:sp>
      <p:sp>
        <p:nvSpPr>
          <p:cNvPr id="14" name="phase-label-0">
            <a:extLst xmlns:a="http://schemas.openxmlformats.org/drawingml/2006/main">
              <a:ext uri="{FF2B5EF4-FFF2-40B4-BE49-F238E27FC236}">
                <a16:creationId xmlns:a16="http://schemas.microsoft.com/office/drawing/2014/main" id="{B1AEF491-93D3-46D5-9145-A0FD8A62E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1638300"/>
            <a:ext cx="228600" cy="159379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阶段一</a:t>
            </a:r>
          </a:p>
        </p:txBody>
      </p:sp>
      <p:sp>
        <p:nvSpPr>
          <p:cNvPr id="15" name="phase-guide-0">
            <a:extLst xmlns:a="http://schemas.openxmlformats.org/drawingml/2006/main">
              <a:ext uri="{FF2B5EF4-FFF2-40B4-BE49-F238E27FC236}">
                <a16:creationId xmlns:a16="http://schemas.microsoft.com/office/drawing/2014/main" id="{C65A6AE4-93E1-4889-AD2D-DE0C02BD2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476875" y="2435123"/>
            <a:ext cx="1123950" cy="9525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78A8D5">
                  <a:alpha val="8000"/>
                </a:srgbClr>
              </a:gs>
              <a:gs pos="100000">
                <a:srgbClr val="78A8D5">
                  <a:alpha val="75000"/>
                </a:srgbClr>
              </a:gs>
            </a:gsLst>
            <a:lin ang="5400000"/>
          </a:gradFill>
          <a:ln xmlns:a="http://schemas.openxmlformats.org/drawingml/2006/main" w="0">
            <a:noFill/>
            <a:prstDash val="solid"/>
          </a:ln>
        </p:spPr>
      </p:sp>
      <p:sp>
        <p:nvSpPr>
          <p:cNvPr id="16" name="phase-divider-0">
            <a:extLst xmlns:a="http://schemas.openxmlformats.org/drawingml/2006/main">
              <a:ext uri="{FF2B5EF4-FFF2-40B4-BE49-F238E27FC236}">
                <a16:creationId xmlns:a16="http://schemas.microsoft.com/office/drawing/2014/main" id="{F251B8E3-A79E-4A49-B0D5-DDD734F8F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753350" y="1877320"/>
            <a:ext cx="28575" cy="11156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phase-index-0">
            <a:extLst xmlns:a="http://schemas.openxmlformats.org/drawingml/2006/main">
              <a:ext uri="{FF2B5EF4-FFF2-40B4-BE49-F238E27FC236}">
                <a16:creationId xmlns:a16="http://schemas.microsoft.com/office/drawing/2014/main" id="{6585587B-37D8-4FCC-86DB-AFA1D4DF0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58000" y="2130323"/>
            <a:ext cx="8953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800" b="1" i="0">
                <a:solidFill>
                  <a:srgbClr val="2F5EA8">
                    <a:alpha val="18000"/>
                  </a:srgbClr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800" b="1" i="0">
                <a:solidFill>
                  <a:srgbClr val="2F5EA8">
                    <a:alpha val="18000"/>
                  </a:srgbClr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18" name="phase-content-title-0">
            <a:extLst xmlns:a="http://schemas.openxmlformats.org/drawingml/2006/main">
              <a:ext uri="{FF2B5EF4-FFF2-40B4-BE49-F238E27FC236}">
                <a16:creationId xmlns:a16="http://schemas.microsoft.com/office/drawing/2014/main" id="{B0354697-E752-4C1A-A929-675439A74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867650" y="2119913"/>
            <a:ext cx="34004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900"/>
              </a:lnSpc>
              <a:buNone/>
              <a:defRPr sz="23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精准触达</a:t>
            </a:r>
          </a:p>
        </p:txBody>
      </p:sp>
      <p:sp>
        <p:nvSpPr>
          <p:cNvPr id="19" name="phase-content-body-0">
            <a:extLst xmlns:a="http://schemas.openxmlformats.org/drawingml/2006/main">
              <a:ext uri="{FF2B5EF4-FFF2-40B4-BE49-F238E27FC236}">
                <a16:creationId xmlns:a16="http://schemas.microsoft.com/office/drawing/2014/main" id="{9D2AF3D0-EF47-41A8-A7A3-0CA833C82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867650" y="2443763"/>
            <a:ext cx="3400425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42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让目标对象进入体系</a:t>
            </a:r>
          </a:p>
        </p:txBody>
      </p:sp>
      <p:sp>
        <p:nvSpPr>
          <p:cNvPr id="20" name="phase-label-1">
            <a:extLst xmlns:a="http://schemas.openxmlformats.org/drawingml/2006/main">
              <a:ext uri="{FF2B5EF4-FFF2-40B4-BE49-F238E27FC236}">
                <a16:creationId xmlns:a16="http://schemas.microsoft.com/office/drawing/2014/main" id="{9949F889-C92F-4B68-A689-474CCE1EB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3232099"/>
            <a:ext cx="228600" cy="142234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阶段二</a:t>
            </a:r>
          </a:p>
        </p:txBody>
      </p:sp>
      <p:sp>
        <p:nvSpPr>
          <p:cNvPr id="21" name="phase-guide-1">
            <a:extLst xmlns:a="http://schemas.openxmlformats.org/drawingml/2006/main">
              <a:ext uri="{FF2B5EF4-FFF2-40B4-BE49-F238E27FC236}">
                <a16:creationId xmlns:a16="http://schemas.microsoft.com/office/drawing/2014/main" id="{1F5C410C-6B7E-49FC-9D9D-FBAEA67CF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476875" y="3943198"/>
            <a:ext cx="1123950" cy="9525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78A8D5">
                  <a:alpha val="8000"/>
                </a:srgbClr>
              </a:gs>
              <a:gs pos="100000">
                <a:srgbClr val="78A8D5">
                  <a:alpha val="75000"/>
                </a:srgbClr>
              </a:gs>
            </a:gsLst>
            <a:lin ang="5400000"/>
          </a:gradFill>
          <a:ln xmlns:a="http://schemas.openxmlformats.org/drawingml/2006/main" w="0">
            <a:noFill/>
            <a:prstDash val="solid"/>
          </a:ln>
        </p:spPr>
      </p:sp>
      <p:sp>
        <p:nvSpPr>
          <p:cNvPr id="22" name="phase-divider-1">
            <a:extLst xmlns:a="http://schemas.openxmlformats.org/drawingml/2006/main">
              <a:ext uri="{FF2B5EF4-FFF2-40B4-BE49-F238E27FC236}">
                <a16:creationId xmlns:a16="http://schemas.microsoft.com/office/drawing/2014/main" id="{6847C5A0-1624-45E9-9D5E-75B0E9CA5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753350" y="3445373"/>
            <a:ext cx="28575" cy="9955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F7EA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phase-index-1">
            <a:extLst xmlns:a="http://schemas.openxmlformats.org/drawingml/2006/main">
              <a:ext uri="{FF2B5EF4-FFF2-40B4-BE49-F238E27FC236}">
                <a16:creationId xmlns:a16="http://schemas.microsoft.com/office/drawing/2014/main" id="{45120465-B0BE-43B0-9906-8A880D5F0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58000" y="3638398"/>
            <a:ext cx="8953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800" b="1" i="0">
                <a:solidFill>
                  <a:srgbClr val="2F5EA8">
                    <a:alpha val="18000"/>
                  </a:srgbClr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800" b="1" i="0">
                <a:solidFill>
                  <a:srgbClr val="2F5EA8">
                    <a:alpha val="18000"/>
                  </a:srgbClr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24" name="phase-content-title-1">
            <a:extLst xmlns:a="http://schemas.openxmlformats.org/drawingml/2006/main">
              <a:ext uri="{FF2B5EF4-FFF2-40B4-BE49-F238E27FC236}">
                <a16:creationId xmlns:a16="http://schemas.microsoft.com/office/drawing/2014/main" id="{7EC97872-1171-4B87-BDAF-9682DA264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867650" y="3627987"/>
            <a:ext cx="34004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900"/>
              </a:lnSpc>
              <a:buNone/>
              <a:defRPr sz="23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意向培育</a:t>
            </a:r>
          </a:p>
        </p:txBody>
      </p:sp>
      <p:sp>
        <p:nvSpPr>
          <p:cNvPr id="25" name="phase-content-body-1">
            <a:extLst xmlns:a="http://schemas.openxmlformats.org/drawingml/2006/main">
              <a:ext uri="{FF2B5EF4-FFF2-40B4-BE49-F238E27FC236}">
                <a16:creationId xmlns:a16="http://schemas.microsoft.com/office/drawing/2014/main" id="{58F83217-7C54-44EC-8EAF-530B35A4E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867650" y="3951837"/>
            <a:ext cx="3400425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42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让有效关注形成意向</a:t>
            </a:r>
          </a:p>
        </p:txBody>
      </p:sp>
      <p:sp>
        <p:nvSpPr>
          <p:cNvPr id="26" name="phase-label-2">
            <a:extLst xmlns:a="http://schemas.openxmlformats.org/drawingml/2006/main">
              <a:ext uri="{FF2B5EF4-FFF2-40B4-BE49-F238E27FC236}">
                <a16:creationId xmlns:a16="http://schemas.microsoft.com/office/drawing/2014/main" id="{531F7A85-9CF5-4926-8F31-163BAA584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4654448"/>
            <a:ext cx="228600" cy="155569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阶段三</a:t>
            </a:r>
          </a:p>
        </p:txBody>
      </p:sp>
      <p:sp>
        <p:nvSpPr>
          <p:cNvPr id="27" name="phase-guide-2">
            <a:extLst xmlns:a="http://schemas.openxmlformats.org/drawingml/2006/main">
              <a:ext uri="{FF2B5EF4-FFF2-40B4-BE49-F238E27FC236}">
                <a16:creationId xmlns:a16="http://schemas.microsoft.com/office/drawing/2014/main" id="{C0EC5573-4F72-4298-A849-A0E2B521C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476875" y="5432231"/>
            <a:ext cx="1123950" cy="9525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78A8D5">
                  <a:alpha val="8000"/>
                </a:srgbClr>
              </a:gs>
              <a:gs pos="100000">
                <a:srgbClr val="78A8D5">
                  <a:alpha val="75000"/>
                </a:srgbClr>
              </a:gs>
            </a:gsLst>
            <a:lin ang="5400000"/>
          </a:gradFill>
          <a:ln xmlns:a="http://schemas.openxmlformats.org/drawingml/2006/main" w="0">
            <a:noFill/>
            <a:prstDash val="solid"/>
          </a:ln>
        </p:spPr>
      </p:sp>
      <p:sp>
        <p:nvSpPr>
          <p:cNvPr id="28" name="phase-divider-2">
            <a:extLst xmlns:a="http://schemas.openxmlformats.org/drawingml/2006/main">
              <a:ext uri="{FF2B5EF4-FFF2-40B4-BE49-F238E27FC236}">
                <a16:creationId xmlns:a16="http://schemas.microsoft.com/office/drawing/2014/main" id="{0596A61B-EE06-46A8-84DC-1FD075158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753350" y="4887668"/>
            <a:ext cx="28575" cy="108897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8A8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phase-index-2">
            <a:extLst xmlns:a="http://schemas.openxmlformats.org/drawingml/2006/main">
              <a:ext uri="{FF2B5EF4-FFF2-40B4-BE49-F238E27FC236}">
                <a16:creationId xmlns:a16="http://schemas.microsoft.com/office/drawing/2014/main" id="{8250E560-1B11-481A-AB15-1EC8EC650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58000" y="5127431"/>
            <a:ext cx="8953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800" b="1" i="0">
                <a:solidFill>
                  <a:srgbClr val="2F5EA8">
                    <a:alpha val="18000"/>
                  </a:srgbClr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800" b="1" i="0">
                <a:solidFill>
                  <a:srgbClr val="2F5EA8">
                    <a:alpha val="18000"/>
                  </a:srgbClr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30" name="phase-content-title-2">
            <a:extLst xmlns:a="http://schemas.openxmlformats.org/drawingml/2006/main">
              <a:ext uri="{FF2B5EF4-FFF2-40B4-BE49-F238E27FC236}">
                <a16:creationId xmlns:a16="http://schemas.microsoft.com/office/drawing/2014/main" id="{906E945D-60F3-4935-AB63-9686430FE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867650" y="5117011"/>
            <a:ext cx="34004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900"/>
              </a:lnSpc>
              <a:buNone/>
              <a:defRPr sz="23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持续转化</a:t>
            </a:r>
          </a:p>
        </p:txBody>
      </p:sp>
      <p:sp>
        <p:nvSpPr>
          <p:cNvPr id="31" name="phase-content-body-2">
            <a:extLst xmlns:a="http://schemas.openxmlformats.org/drawingml/2006/main">
              <a:ext uri="{FF2B5EF4-FFF2-40B4-BE49-F238E27FC236}">
                <a16:creationId xmlns:a16="http://schemas.microsoft.com/office/drawing/2014/main" id="{C3FAC112-5869-4F45-8E8B-3892F487B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867650" y="5440861"/>
            <a:ext cx="3400425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42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让行动沉淀为长期价值</a:t>
            </a:r>
          </a:p>
        </p:txBody>
      </p:sp>
      <p:sp>
        <p:nvSpPr>
          <p:cNvPr id="32" name="funnel-step-title-0">
            <a:extLst xmlns:a="http://schemas.openxmlformats.org/drawingml/2006/main">
              <a:ext uri="{FF2B5EF4-FFF2-40B4-BE49-F238E27FC236}">
                <a16:creationId xmlns:a16="http://schemas.microsoft.com/office/drawing/2014/main" id="{696585B1-0C34-4859-8E83-E966BC3ED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528117" y="2382736"/>
            <a:ext cx="2183016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3600"/>
              </a:lnSpc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广泛触达</a:t>
            </a:r>
          </a:p>
        </p:txBody>
      </p:sp>
      <p:sp>
        <p:nvSpPr>
          <p:cNvPr id="33" name="funnel-step-title-1">
            <a:extLst xmlns:a="http://schemas.openxmlformats.org/drawingml/2006/main">
              <a:ext uri="{FF2B5EF4-FFF2-40B4-BE49-F238E27FC236}">
                <a16:creationId xmlns:a16="http://schemas.microsoft.com/office/drawing/2014/main" id="{98C54AD8-563F-423A-ACF2-FAEE2C089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10165" y="3805238"/>
            <a:ext cx="141893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3600"/>
              </a:lnSpc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兴趣识别</a:t>
            </a:r>
          </a:p>
        </p:txBody>
      </p:sp>
      <p:sp>
        <p:nvSpPr>
          <p:cNvPr id="34" name="funnel-step-title-2">
            <a:extLst xmlns:a="http://schemas.openxmlformats.org/drawingml/2006/main">
              <a:ext uri="{FF2B5EF4-FFF2-40B4-BE49-F238E27FC236}">
                <a16:creationId xmlns:a16="http://schemas.microsoft.com/office/drawing/2014/main" id="{9C234625-1057-40A9-B8DF-EDE02DDB8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200525" y="5227587"/>
            <a:ext cx="8382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意向培育</a:t>
            </a:r>
          </a:p>
        </p:txBody>
      </p:sp>
    </p:spTree>
    <p:extLst>
      <p:ext uri="{BB962C8B-B14F-4D97-AF65-F5344CB8AC3E}">
        <p14:creationId xmlns:p14="http://schemas.microsoft.com/office/powerpoint/2010/main" val="1351908948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0" name="phase-band-0">
            <a:extLst xmlns:a="http://schemas.openxmlformats.org/drawingml/2006/main">
              <a:ext uri="{FF2B5EF4-FFF2-40B4-BE49-F238E27FC236}">
                <a16:creationId xmlns:a16="http://schemas.microsoft.com/office/drawing/2014/main" id="{37076C23-9D96-4267-A3D6-F42D4C12C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1638300"/>
            <a:ext cx="11144250" cy="205099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phase-band-1">
            <a:extLst xmlns:a="http://schemas.openxmlformats.org/drawingml/2006/main">
              <a:ext uri="{FF2B5EF4-FFF2-40B4-BE49-F238E27FC236}">
                <a16:creationId xmlns:a16="http://schemas.microsoft.com/office/drawing/2014/main" id="{791DBADC-679D-4D22-9EC0-263854CCA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3689299"/>
            <a:ext cx="11144250" cy="121279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38100">
            <a:solidFill>
              <a:srgbClr val="FFFFFF"/>
            </a:solidFill>
            <a:prstDash val="solid"/>
          </a:ln>
        </p:spPr>
      </p:sp>
      <p:sp>
        <p:nvSpPr>
          <p:cNvPr id="3" name="phase-band-2">
            <a:extLst xmlns:a="http://schemas.openxmlformats.org/drawingml/2006/main">
              <a:ext uri="{FF2B5EF4-FFF2-40B4-BE49-F238E27FC236}">
                <a16:creationId xmlns:a16="http://schemas.microsoft.com/office/drawing/2014/main" id="{C577BAB7-BD5D-4F24-A4A1-6F231D829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4902098"/>
            <a:ext cx="11144250" cy="130804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38100">
            <a:solidFill>
              <a:srgbClr val="FFFFFF"/>
            </a:solidFill>
            <a:prstDash val="solid"/>
          </a:ln>
        </p:spPr>
      </p:sp>
      <p:sp>
        <p:nvSpPr>
          <p:cNvPr id="4" name="phase-rail-0">
            <a:extLst xmlns:a="http://schemas.openxmlformats.org/drawingml/2006/main">
              <a:ext uri="{FF2B5EF4-FFF2-40B4-BE49-F238E27FC236}">
                <a16:creationId xmlns:a16="http://schemas.microsoft.com/office/drawing/2014/main" id="{2D6F4202-5F4F-4A8B-BBAB-6E51AA374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1638300"/>
            <a:ext cx="514350" cy="2046494"/>
          </a:xfrm>
          <a:custGeom xmlns:a="http://schemas.openxmlformats.org/drawingml/2006/main">
            <a:pathLst>
              <a:path w="514350" h="2046494">
                <a:moveTo>
                  <a:pt x="0" y="0"/>
                </a:moveTo>
                <a:lnTo>
                  <a:pt x="20498" y="0"/>
                </a:lnTo>
                <a:lnTo>
                  <a:pt x="40996" y="0"/>
                </a:lnTo>
                <a:lnTo>
                  <a:pt x="61493" y="0"/>
                </a:lnTo>
                <a:lnTo>
                  <a:pt x="81982" y="0"/>
                </a:lnTo>
                <a:lnTo>
                  <a:pt x="102479" y="0"/>
                </a:lnTo>
                <a:lnTo>
                  <a:pt x="122977" y="0"/>
                </a:lnTo>
                <a:lnTo>
                  <a:pt x="143475" y="0"/>
                </a:lnTo>
                <a:lnTo>
                  <a:pt x="163973" y="0"/>
                </a:lnTo>
                <a:lnTo>
                  <a:pt x="184471" y="0"/>
                </a:lnTo>
                <a:lnTo>
                  <a:pt x="204959" y="0"/>
                </a:lnTo>
                <a:lnTo>
                  <a:pt x="225457" y="0"/>
                </a:lnTo>
                <a:lnTo>
                  <a:pt x="245955" y="0"/>
                </a:lnTo>
                <a:lnTo>
                  <a:pt x="266452" y="0"/>
                </a:lnTo>
                <a:lnTo>
                  <a:pt x="286950" y="0"/>
                </a:lnTo>
                <a:lnTo>
                  <a:pt x="307448" y="0"/>
                </a:lnTo>
                <a:lnTo>
                  <a:pt x="327936" y="0"/>
                </a:lnTo>
                <a:lnTo>
                  <a:pt x="348434" y="0"/>
                </a:lnTo>
                <a:lnTo>
                  <a:pt x="368932" y="0"/>
                </a:lnTo>
                <a:lnTo>
                  <a:pt x="389430" y="0"/>
                </a:lnTo>
                <a:lnTo>
                  <a:pt x="409927" y="0"/>
                </a:lnTo>
                <a:lnTo>
                  <a:pt x="430425" y="0"/>
                </a:lnTo>
                <a:lnTo>
                  <a:pt x="450914" y="0"/>
                </a:lnTo>
                <a:lnTo>
                  <a:pt x="471411" y="0"/>
                </a:lnTo>
                <a:lnTo>
                  <a:pt x="491909" y="0"/>
                </a:lnTo>
                <a:lnTo>
                  <a:pt x="512407" y="0"/>
                </a:lnTo>
                <a:lnTo>
                  <a:pt x="514350" y="18555"/>
                </a:lnTo>
                <a:lnTo>
                  <a:pt x="514350" y="39043"/>
                </a:lnTo>
                <a:lnTo>
                  <a:pt x="514350" y="59541"/>
                </a:lnTo>
                <a:lnTo>
                  <a:pt x="514350" y="80039"/>
                </a:lnTo>
                <a:lnTo>
                  <a:pt x="514350" y="100536"/>
                </a:lnTo>
                <a:lnTo>
                  <a:pt x="514350" y="121034"/>
                </a:lnTo>
                <a:lnTo>
                  <a:pt x="514350" y="141522"/>
                </a:lnTo>
                <a:lnTo>
                  <a:pt x="514350" y="162020"/>
                </a:lnTo>
                <a:lnTo>
                  <a:pt x="514350" y="182518"/>
                </a:lnTo>
                <a:lnTo>
                  <a:pt x="514350" y="203016"/>
                </a:lnTo>
                <a:lnTo>
                  <a:pt x="514350" y="223504"/>
                </a:lnTo>
                <a:lnTo>
                  <a:pt x="514350" y="244002"/>
                </a:lnTo>
                <a:lnTo>
                  <a:pt x="514350" y="264500"/>
                </a:lnTo>
                <a:lnTo>
                  <a:pt x="514350" y="284998"/>
                </a:lnTo>
                <a:lnTo>
                  <a:pt x="514350" y="305495"/>
                </a:lnTo>
                <a:lnTo>
                  <a:pt x="514350" y="325984"/>
                </a:lnTo>
                <a:lnTo>
                  <a:pt x="514350" y="346481"/>
                </a:lnTo>
                <a:lnTo>
                  <a:pt x="514350" y="366979"/>
                </a:lnTo>
                <a:lnTo>
                  <a:pt x="514350" y="387477"/>
                </a:lnTo>
                <a:lnTo>
                  <a:pt x="514350" y="407975"/>
                </a:lnTo>
                <a:lnTo>
                  <a:pt x="514350" y="428463"/>
                </a:lnTo>
                <a:lnTo>
                  <a:pt x="514350" y="448961"/>
                </a:lnTo>
                <a:lnTo>
                  <a:pt x="514350" y="469459"/>
                </a:lnTo>
                <a:lnTo>
                  <a:pt x="514350" y="489956"/>
                </a:lnTo>
                <a:lnTo>
                  <a:pt x="514350" y="510445"/>
                </a:lnTo>
                <a:lnTo>
                  <a:pt x="514350" y="530943"/>
                </a:lnTo>
                <a:lnTo>
                  <a:pt x="514350" y="551440"/>
                </a:lnTo>
                <a:lnTo>
                  <a:pt x="514350" y="571938"/>
                </a:lnTo>
                <a:lnTo>
                  <a:pt x="514350" y="592436"/>
                </a:lnTo>
                <a:lnTo>
                  <a:pt x="514350" y="612924"/>
                </a:lnTo>
                <a:lnTo>
                  <a:pt x="514350" y="633422"/>
                </a:lnTo>
                <a:lnTo>
                  <a:pt x="514350" y="653920"/>
                </a:lnTo>
                <a:lnTo>
                  <a:pt x="514350" y="674418"/>
                </a:lnTo>
                <a:lnTo>
                  <a:pt x="514350" y="694915"/>
                </a:lnTo>
                <a:lnTo>
                  <a:pt x="514350" y="715404"/>
                </a:lnTo>
                <a:lnTo>
                  <a:pt x="514350" y="735902"/>
                </a:lnTo>
                <a:lnTo>
                  <a:pt x="514350" y="756399"/>
                </a:lnTo>
                <a:lnTo>
                  <a:pt x="514350" y="776897"/>
                </a:lnTo>
                <a:lnTo>
                  <a:pt x="514350" y="797385"/>
                </a:lnTo>
                <a:lnTo>
                  <a:pt x="514350" y="817883"/>
                </a:lnTo>
                <a:lnTo>
                  <a:pt x="514350" y="838381"/>
                </a:lnTo>
                <a:lnTo>
                  <a:pt x="514350" y="858879"/>
                </a:lnTo>
                <a:lnTo>
                  <a:pt x="514350" y="879377"/>
                </a:lnTo>
                <a:lnTo>
                  <a:pt x="514350" y="899865"/>
                </a:lnTo>
                <a:lnTo>
                  <a:pt x="514350" y="920363"/>
                </a:lnTo>
                <a:lnTo>
                  <a:pt x="514350" y="940860"/>
                </a:lnTo>
                <a:lnTo>
                  <a:pt x="514350" y="961358"/>
                </a:lnTo>
                <a:lnTo>
                  <a:pt x="514350" y="981847"/>
                </a:lnTo>
                <a:lnTo>
                  <a:pt x="514350" y="1002344"/>
                </a:lnTo>
                <a:lnTo>
                  <a:pt x="514350" y="1022842"/>
                </a:lnTo>
                <a:lnTo>
                  <a:pt x="514350" y="1043340"/>
                </a:lnTo>
                <a:lnTo>
                  <a:pt x="514350" y="1063838"/>
                </a:lnTo>
                <a:lnTo>
                  <a:pt x="514350" y="1084326"/>
                </a:lnTo>
                <a:lnTo>
                  <a:pt x="514350" y="1104824"/>
                </a:lnTo>
                <a:lnTo>
                  <a:pt x="514350" y="1125322"/>
                </a:lnTo>
                <a:lnTo>
                  <a:pt x="514350" y="1145819"/>
                </a:lnTo>
                <a:lnTo>
                  <a:pt x="514350" y="1166317"/>
                </a:lnTo>
                <a:lnTo>
                  <a:pt x="514350" y="1186805"/>
                </a:lnTo>
                <a:lnTo>
                  <a:pt x="514350" y="1207303"/>
                </a:lnTo>
                <a:lnTo>
                  <a:pt x="514350" y="1227801"/>
                </a:lnTo>
                <a:lnTo>
                  <a:pt x="514350" y="1248299"/>
                </a:lnTo>
                <a:lnTo>
                  <a:pt x="514350" y="1268787"/>
                </a:lnTo>
                <a:lnTo>
                  <a:pt x="514350" y="1289285"/>
                </a:lnTo>
                <a:lnTo>
                  <a:pt x="514350" y="1309783"/>
                </a:lnTo>
                <a:lnTo>
                  <a:pt x="514350" y="1330281"/>
                </a:lnTo>
                <a:lnTo>
                  <a:pt x="514350" y="1350778"/>
                </a:lnTo>
                <a:lnTo>
                  <a:pt x="514350" y="1371267"/>
                </a:lnTo>
                <a:lnTo>
                  <a:pt x="514350" y="1391764"/>
                </a:lnTo>
                <a:lnTo>
                  <a:pt x="514350" y="1412262"/>
                </a:lnTo>
                <a:lnTo>
                  <a:pt x="514350" y="1432760"/>
                </a:lnTo>
                <a:lnTo>
                  <a:pt x="514350" y="1453248"/>
                </a:lnTo>
                <a:lnTo>
                  <a:pt x="514350" y="1473746"/>
                </a:lnTo>
                <a:lnTo>
                  <a:pt x="514350" y="1494244"/>
                </a:lnTo>
                <a:lnTo>
                  <a:pt x="514350" y="1514742"/>
                </a:lnTo>
                <a:lnTo>
                  <a:pt x="514350" y="1535240"/>
                </a:lnTo>
                <a:lnTo>
                  <a:pt x="514350" y="1555728"/>
                </a:lnTo>
                <a:lnTo>
                  <a:pt x="514350" y="1576226"/>
                </a:lnTo>
                <a:lnTo>
                  <a:pt x="514350" y="1596723"/>
                </a:lnTo>
                <a:lnTo>
                  <a:pt x="514350" y="1617221"/>
                </a:lnTo>
                <a:lnTo>
                  <a:pt x="514350" y="1637719"/>
                </a:lnTo>
                <a:lnTo>
                  <a:pt x="514350" y="1658207"/>
                </a:lnTo>
                <a:lnTo>
                  <a:pt x="514350" y="1678705"/>
                </a:lnTo>
                <a:lnTo>
                  <a:pt x="514350" y="1699203"/>
                </a:lnTo>
                <a:lnTo>
                  <a:pt x="514350" y="1719701"/>
                </a:lnTo>
                <a:lnTo>
                  <a:pt x="514350" y="1740189"/>
                </a:lnTo>
                <a:lnTo>
                  <a:pt x="514350" y="1760687"/>
                </a:lnTo>
                <a:lnTo>
                  <a:pt x="514350" y="1781185"/>
                </a:lnTo>
                <a:lnTo>
                  <a:pt x="514350" y="1801682"/>
                </a:lnTo>
                <a:lnTo>
                  <a:pt x="514350" y="1822180"/>
                </a:lnTo>
                <a:lnTo>
                  <a:pt x="514350" y="1842668"/>
                </a:lnTo>
                <a:lnTo>
                  <a:pt x="514350" y="1863166"/>
                </a:lnTo>
                <a:lnTo>
                  <a:pt x="514350" y="1883664"/>
                </a:lnTo>
                <a:lnTo>
                  <a:pt x="514350" y="1904162"/>
                </a:lnTo>
                <a:lnTo>
                  <a:pt x="499901" y="1916154"/>
                </a:lnTo>
                <a:lnTo>
                  <a:pt x="481984" y="1926107"/>
                </a:lnTo>
                <a:lnTo>
                  <a:pt x="464068" y="1936061"/>
                </a:lnTo>
                <a:lnTo>
                  <a:pt x="446151" y="1946015"/>
                </a:lnTo>
                <a:lnTo>
                  <a:pt x="428234" y="1955968"/>
                </a:lnTo>
                <a:lnTo>
                  <a:pt x="410318" y="1965922"/>
                </a:lnTo>
                <a:lnTo>
                  <a:pt x="392401" y="1975876"/>
                </a:lnTo>
                <a:lnTo>
                  <a:pt x="374485" y="1985829"/>
                </a:lnTo>
                <a:lnTo>
                  <a:pt x="356568" y="1995783"/>
                </a:lnTo>
                <a:lnTo>
                  <a:pt x="338652" y="2005736"/>
                </a:lnTo>
                <a:lnTo>
                  <a:pt x="320735" y="2015690"/>
                </a:lnTo>
                <a:lnTo>
                  <a:pt x="302819" y="2025644"/>
                </a:lnTo>
                <a:lnTo>
                  <a:pt x="284902" y="2035597"/>
                </a:lnTo>
                <a:lnTo>
                  <a:pt x="266986" y="2045551"/>
                </a:lnTo>
                <a:lnTo>
                  <a:pt x="249069" y="2046494"/>
                </a:lnTo>
                <a:lnTo>
                  <a:pt x="231153" y="2036540"/>
                </a:lnTo>
                <a:lnTo>
                  <a:pt x="213236" y="2026587"/>
                </a:lnTo>
                <a:lnTo>
                  <a:pt x="195320" y="2016633"/>
                </a:lnTo>
                <a:lnTo>
                  <a:pt x="177403" y="2006679"/>
                </a:lnTo>
                <a:lnTo>
                  <a:pt x="159477" y="1996726"/>
                </a:lnTo>
                <a:lnTo>
                  <a:pt x="141561" y="1986772"/>
                </a:lnTo>
                <a:lnTo>
                  <a:pt x="123644" y="1976819"/>
                </a:lnTo>
                <a:lnTo>
                  <a:pt x="105728" y="1966865"/>
                </a:lnTo>
                <a:lnTo>
                  <a:pt x="87811" y="1956911"/>
                </a:lnTo>
                <a:lnTo>
                  <a:pt x="69894" y="1946958"/>
                </a:lnTo>
                <a:lnTo>
                  <a:pt x="51978" y="1937004"/>
                </a:lnTo>
                <a:lnTo>
                  <a:pt x="34061" y="1927050"/>
                </a:lnTo>
                <a:lnTo>
                  <a:pt x="16145" y="1917097"/>
                </a:lnTo>
                <a:lnTo>
                  <a:pt x="0" y="1906105"/>
                </a:lnTo>
                <a:lnTo>
                  <a:pt x="0" y="1885607"/>
                </a:lnTo>
                <a:lnTo>
                  <a:pt x="0" y="1865109"/>
                </a:lnTo>
                <a:lnTo>
                  <a:pt x="0" y="1844612"/>
                </a:lnTo>
                <a:lnTo>
                  <a:pt x="0" y="1824123"/>
                </a:lnTo>
                <a:lnTo>
                  <a:pt x="0" y="1803625"/>
                </a:lnTo>
                <a:lnTo>
                  <a:pt x="0" y="1783128"/>
                </a:lnTo>
                <a:lnTo>
                  <a:pt x="0" y="1762630"/>
                </a:lnTo>
                <a:lnTo>
                  <a:pt x="0" y="1742142"/>
                </a:lnTo>
                <a:lnTo>
                  <a:pt x="0" y="1721644"/>
                </a:lnTo>
                <a:lnTo>
                  <a:pt x="0" y="1701146"/>
                </a:lnTo>
                <a:lnTo>
                  <a:pt x="0" y="1680648"/>
                </a:lnTo>
                <a:lnTo>
                  <a:pt x="0" y="1660150"/>
                </a:lnTo>
                <a:lnTo>
                  <a:pt x="0" y="1639662"/>
                </a:lnTo>
                <a:lnTo>
                  <a:pt x="0" y="1619164"/>
                </a:lnTo>
                <a:lnTo>
                  <a:pt x="0" y="1598666"/>
                </a:lnTo>
                <a:lnTo>
                  <a:pt x="0" y="1578169"/>
                </a:lnTo>
                <a:lnTo>
                  <a:pt x="0" y="1557680"/>
                </a:lnTo>
                <a:lnTo>
                  <a:pt x="0" y="1537183"/>
                </a:lnTo>
                <a:lnTo>
                  <a:pt x="0" y="1516685"/>
                </a:lnTo>
                <a:lnTo>
                  <a:pt x="0" y="1496187"/>
                </a:lnTo>
                <a:lnTo>
                  <a:pt x="0" y="1475689"/>
                </a:lnTo>
                <a:lnTo>
                  <a:pt x="0" y="1455201"/>
                </a:lnTo>
                <a:lnTo>
                  <a:pt x="0" y="1434703"/>
                </a:lnTo>
                <a:lnTo>
                  <a:pt x="0" y="1414205"/>
                </a:lnTo>
                <a:lnTo>
                  <a:pt x="0" y="1393708"/>
                </a:lnTo>
                <a:lnTo>
                  <a:pt x="0" y="1373210"/>
                </a:lnTo>
                <a:lnTo>
                  <a:pt x="0" y="1352721"/>
                </a:lnTo>
                <a:lnTo>
                  <a:pt x="0" y="1332224"/>
                </a:lnTo>
                <a:lnTo>
                  <a:pt x="0" y="1311726"/>
                </a:lnTo>
                <a:lnTo>
                  <a:pt x="0" y="1291228"/>
                </a:lnTo>
                <a:lnTo>
                  <a:pt x="0" y="1270740"/>
                </a:lnTo>
                <a:lnTo>
                  <a:pt x="0" y="1250242"/>
                </a:lnTo>
                <a:lnTo>
                  <a:pt x="0" y="1229744"/>
                </a:lnTo>
                <a:lnTo>
                  <a:pt x="0" y="1209246"/>
                </a:lnTo>
                <a:lnTo>
                  <a:pt x="0" y="1188749"/>
                </a:lnTo>
                <a:lnTo>
                  <a:pt x="0" y="1168260"/>
                </a:lnTo>
                <a:lnTo>
                  <a:pt x="0" y="1147763"/>
                </a:lnTo>
                <a:lnTo>
                  <a:pt x="0" y="1127265"/>
                </a:lnTo>
                <a:lnTo>
                  <a:pt x="0" y="1106767"/>
                </a:lnTo>
                <a:lnTo>
                  <a:pt x="0" y="1086279"/>
                </a:lnTo>
                <a:lnTo>
                  <a:pt x="0" y="1065781"/>
                </a:lnTo>
                <a:lnTo>
                  <a:pt x="0" y="1045283"/>
                </a:lnTo>
                <a:lnTo>
                  <a:pt x="0" y="1024785"/>
                </a:lnTo>
                <a:lnTo>
                  <a:pt x="0" y="1004287"/>
                </a:lnTo>
                <a:lnTo>
                  <a:pt x="0" y="983799"/>
                </a:lnTo>
                <a:lnTo>
                  <a:pt x="0" y="963301"/>
                </a:lnTo>
                <a:lnTo>
                  <a:pt x="0" y="942804"/>
                </a:lnTo>
                <a:lnTo>
                  <a:pt x="0" y="922306"/>
                </a:lnTo>
                <a:lnTo>
                  <a:pt x="0" y="901808"/>
                </a:lnTo>
                <a:lnTo>
                  <a:pt x="0" y="881320"/>
                </a:lnTo>
                <a:lnTo>
                  <a:pt x="0" y="860822"/>
                </a:lnTo>
                <a:lnTo>
                  <a:pt x="0" y="840324"/>
                </a:lnTo>
                <a:lnTo>
                  <a:pt x="0" y="819826"/>
                </a:lnTo>
                <a:lnTo>
                  <a:pt x="0" y="799338"/>
                </a:lnTo>
                <a:lnTo>
                  <a:pt x="0" y="778840"/>
                </a:lnTo>
                <a:lnTo>
                  <a:pt x="0" y="758342"/>
                </a:lnTo>
                <a:lnTo>
                  <a:pt x="0" y="737845"/>
                </a:lnTo>
                <a:lnTo>
                  <a:pt x="0" y="717347"/>
                </a:lnTo>
                <a:lnTo>
                  <a:pt x="0" y="696859"/>
                </a:lnTo>
                <a:lnTo>
                  <a:pt x="0" y="676361"/>
                </a:lnTo>
                <a:lnTo>
                  <a:pt x="0" y="655863"/>
                </a:lnTo>
                <a:lnTo>
                  <a:pt x="0" y="635365"/>
                </a:lnTo>
                <a:lnTo>
                  <a:pt x="0" y="614867"/>
                </a:lnTo>
                <a:lnTo>
                  <a:pt x="0" y="594379"/>
                </a:lnTo>
                <a:lnTo>
                  <a:pt x="0" y="573881"/>
                </a:lnTo>
                <a:lnTo>
                  <a:pt x="0" y="553383"/>
                </a:lnTo>
                <a:lnTo>
                  <a:pt x="0" y="532886"/>
                </a:lnTo>
                <a:lnTo>
                  <a:pt x="0" y="512397"/>
                </a:lnTo>
                <a:lnTo>
                  <a:pt x="0" y="491900"/>
                </a:lnTo>
                <a:lnTo>
                  <a:pt x="0" y="471402"/>
                </a:lnTo>
                <a:lnTo>
                  <a:pt x="0" y="450904"/>
                </a:lnTo>
                <a:lnTo>
                  <a:pt x="0" y="430406"/>
                </a:lnTo>
                <a:lnTo>
                  <a:pt x="0" y="409918"/>
                </a:lnTo>
                <a:lnTo>
                  <a:pt x="0" y="389420"/>
                </a:lnTo>
                <a:lnTo>
                  <a:pt x="0" y="368922"/>
                </a:lnTo>
                <a:lnTo>
                  <a:pt x="0" y="348425"/>
                </a:lnTo>
                <a:lnTo>
                  <a:pt x="0" y="327936"/>
                </a:lnTo>
                <a:lnTo>
                  <a:pt x="0" y="307438"/>
                </a:lnTo>
                <a:lnTo>
                  <a:pt x="0" y="286941"/>
                </a:lnTo>
                <a:lnTo>
                  <a:pt x="0" y="266443"/>
                </a:lnTo>
                <a:lnTo>
                  <a:pt x="0" y="245945"/>
                </a:lnTo>
                <a:lnTo>
                  <a:pt x="0" y="225457"/>
                </a:lnTo>
                <a:lnTo>
                  <a:pt x="0" y="204959"/>
                </a:lnTo>
                <a:lnTo>
                  <a:pt x="0" y="184461"/>
                </a:lnTo>
                <a:lnTo>
                  <a:pt x="0" y="163963"/>
                </a:lnTo>
                <a:lnTo>
                  <a:pt x="0" y="143466"/>
                </a:lnTo>
                <a:lnTo>
                  <a:pt x="0" y="122977"/>
                </a:lnTo>
                <a:lnTo>
                  <a:pt x="0" y="102479"/>
                </a:lnTo>
                <a:lnTo>
                  <a:pt x="0" y="81982"/>
                </a:lnTo>
                <a:lnTo>
                  <a:pt x="0" y="61484"/>
                </a:lnTo>
                <a:lnTo>
                  <a:pt x="0" y="40996"/>
                </a:lnTo>
                <a:lnTo>
                  <a:pt x="0" y="20498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5" name="phase-title-0">
            <a:extLst xmlns:a="http://schemas.openxmlformats.org/drawingml/2006/main">
              <a:ext uri="{FF2B5EF4-FFF2-40B4-BE49-F238E27FC236}">
                <a16:creationId xmlns:a16="http://schemas.microsoft.com/office/drawing/2014/main" id="{F6FD9AFF-402B-4F1A-BA1F-D2AF661BF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2192979"/>
            <a:ext cx="1428750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精准触达</a:t>
            </a:r>
          </a:p>
        </p:txBody>
      </p:sp>
      <p:sp>
        <p:nvSpPr>
          <p:cNvPr id="6" name="phase-body-0">
            <a:extLst xmlns:a="http://schemas.openxmlformats.org/drawingml/2006/main">
              <a:ext uri="{FF2B5EF4-FFF2-40B4-BE49-F238E27FC236}">
                <a16:creationId xmlns:a16="http://schemas.microsoft.com/office/drawing/2014/main" id="{4339D0FF-953F-4A25-A74F-CDC1D5996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2547195"/>
            <a:ext cx="1428750" cy="587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让目标对象进</a:t>
            </a:r>
          </a:p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入体系</a:t>
            </a:r>
          </a:p>
        </p:txBody>
      </p:sp>
      <p:sp>
        <p:nvSpPr>
          <p:cNvPr id="7" name="action-icon-shell-0-0">
            <a:extLst xmlns:a="http://schemas.openxmlformats.org/drawingml/2006/main">
              <a:ext uri="{FF2B5EF4-FFF2-40B4-BE49-F238E27FC236}">
                <a16:creationId xmlns:a16="http://schemas.microsoft.com/office/drawing/2014/main" id="{AC73C7E1-C222-4451-833D-5C8F62834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2187473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6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c23c68f049543ff">
            <a:extLst>
              <a:ext uri="{96DAC541-7B7A-43D3-8B79-37D633B846F1}">
                <asvg:svgBlip xmlns:asvg="http://schemas.microsoft.com/office/drawing/2016/SVG/main" r:embed="R371a9758381a4b6b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2263673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9" name="action-title-0-0">
            <a:extLst xmlns:a="http://schemas.openxmlformats.org/drawingml/2006/main">
              <a:ext uri="{FF2B5EF4-FFF2-40B4-BE49-F238E27FC236}">
                <a16:creationId xmlns:a16="http://schemas.microsoft.com/office/drawing/2014/main" id="{470B3888-626F-4DD8-A234-54AD7C248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126456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标签体系</a:t>
            </a:r>
          </a:p>
        </p:txBody>
      </p:sp>
      <p:sp>
        <p:nvSpPr>
          <p:cNvPr id="10" name="action-body-0-0">
            <a:extLst xmlns:a="http://schemas.openxmlformats.org/drawingml/2006/main">
              <a:ext uri="{FF2B5EF4-FFF2-40B4-BE49-F238E27FC236}">
                <a16:creationId xmlns:a16="http://schemas.microsoft.com/office/drawing/2014/main" id="{F811A43C-7618-400C-AB9C-DA947992C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355056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形成可识别对象</a:t>
            </a:r>
          </a:p>
        </p:txBody>
      </p:sp>
      <p:sp>
        <p:nvSpPr>
          <p:cNvPr id="11" name="action-icon-shell-0-1">
            <a:extLst xmlns:a="http://schemas.openxmlformats.org/drawingml/2006/main">
              <a:ext uri="{FF2B5EF4-FFF2-40B4-BE49-F238E27FC236}">
                <a16:creationId xmlns:a16="http://schemas.microsoft.com/office/drawing/2014/main" id="{E975E439-E740-4E54-B269-9B36B6B1D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2187473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7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f8b896daff5483e">
            <a:extLst>
              <a:ext uri="{96DAC541-7B7A-43D3-8B79-37D633B846F1}">
                <asvg:svgBlip xmlns:asvg="http://schemas.microsoft.com/office/drawing/2016/SVG/main" r:embed="R69878692877e411f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2263673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13" name="action-title-0-1">
            <a:extLst xmlns:a="http://schemas.openxmlformats.org/drawingml/2006/main">
              <a:ext uri="{FF2B5EF4-FFF2-40B4-BE49-F238E27FC236}">
                <a16:creationId xmlns:a16="http://schemas.microsoft.com/office/drawing/2014/main" id="{C96BC292-CDCE-46CE-B72A-38D5A55E1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126456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渠道连接</a:t>
            </a:r>
          </a:p>
        </p:txBody>
      </p:sp>
      <p:sp>
        <p:nvSpPr>
          <p:cNvPr id="14" name="action-body-0-1">
            <a:extLst xmlns:a="http://schemas.openxmlformats.org/drawingml/2006/main">
              <a:ext uri="{FF2B5EF4-FFF2-40B4-BE49-F238E27FC236}">
                <a16:creationId xmlns:a16="http://schemas.microsoft.com/office/drawing/2014/main" id="{74DB182B-061B-4B09-8C01-8B9230E4C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355056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连接主要触点</a:t>
            </a:r>
          </a:p>
        </p:txBody>
      </p:sp>
      <p:sp>
        <p:nvSpPr>
          <p:cNvPr id="15" name="action-icon-shell-0-2">
            <a:extLst xmlns:a="http://schemas.openxmlformats.org/drawingml/2006/main">
              <a:ext uri="{FF2B5EF4-FFF2-40B4-BE49-F238E27FC236}">
                <a16:creationId xmlns:a16="http://schemas.microsoft.com/office/drawing/2014/main" id="{AF9AEDF3-DFCF-4B13-AE4B-C96D3F17A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2797073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7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df3306fdb9c4c48">
            <a:extLst>
              <a:ext uri="{96DAC541-7B7A-43D3-8B79-37D633B846F1}">
                <asvg:svgBlip xmlns:asvg="http://schemas.microsoft.com/office/drawing/2016/SVG/main" r:embed="R77c5a33abc6e4506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2873273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17" name="action-title-0-2">
            <a:extLst xmlns:a="http://schemas.openxmlformats.org/drawingml/2006/main">
              <a:ext uri="{FF2B5EF4-FFF2-40B4-BE49-F238E27FC236}">
                <a16:creationId xmlns:a16="http://schemas.microsoft.com/office/drawing/2014/main" id="{AD7986B5-C6AF-4CAE-808C-A570E7321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736056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内容优化</a:t>
            </a:r>
          </a:p>
        </p:txBody>
      </p:sp>
      <p:sp>
        <p:nvSpPr>
          <p:cNvPr id="18" name="action-body-0-2">
            <a:extLst xmlns:a="http://schemas.openxmlformats.org/drawingml/2006/main">
              <a:ext uri="{FF2B5EF4-FFF2-40B4-BE49-F238E27FC236}">
                <a16:creationId xmlns:a16="http://schemas.microsoft.com/office/drawing/2014/main" id="{8A1DD859-0B86-46E9-B035-2D7BC265E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964656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提高触达质量</a:t>
            </a:r>
          </a:p>
        </p:txBody>
      </p:sp>
      <p:sp>
        <p:nvSpPr>
          <p:cNvPr id="19" name="action-icon-shell-0-3">
            <a:extLst xmlns:a="http://schemas.openxmlformats.org/drawingml/2006/main">
              <a:ext uri="{FF2B5EF4-FFF2-40B4-BE49-F238E27FC236}">
                <a16:creationId xmlns:a16="http://schemas.microsoft.com/office/drawing/2014/main" id="{BBBF2CC8-DBA7-43BB-8A8F-FA0B0084D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2797073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7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3ec3ac6a67644e5">
            <a:extLst>
              <a:ext uri="{96DAC541-7B7A-43D3-8B79-37D633B846F1}">
                <asvg:svgBlip xmlns:asvg="http://schemas.microsoft.com/office/drawing/2016/SVG/main" r:embed="R6ebb87e77eee49d4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2873273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21" name="action-title-0-3">
            <a:extLst xmlns:a="http://schemas.openxmlformats.org/drawingml/2006/main">
              <a:ext uri="{FF2B5EF4-FFF2-40B4-BE49-F238E27FC236}">
                <a16:creationId xmlns:a16="http://schemas.microsoft.com/office/drawing/2014/main" id="{3AC28A94-6C07-47BD-A4EB-F0D479D40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736056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行为追踪</a:t>
            </a:r>
          </a:p>
        </p:txBody>
      </p:sp>
      <p:sp>
        <p:nvSpPr>
          <p:cNvPr id="22" name="action-body-0-3">
            <a:extLst xmlns:a="http://schemas.openxmlformats.org/drawingml/2006/main">
              <a:ext uri="{FF2B5EF4-FFF2-40B4-BE49-F238E27FC236}">
                <a16:creationId xmlns:a16="http://schemas.microsoft.com/office/drawing/2014/main" id="{046592B7-B7AD-4B52-B446-9DEC39518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964656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记录关键反馈</a:t>
            </a:r>
          </a:p>
        </p:txBody>
      </p:sp>
      <p:sp>
        <p:nvSpPr>
          <p:cNvPr id="23" name="phase-rail-1">
            <a:extLst xmlns:a="http://schemas.openxmlformats.org/drawingml/2006/main">
              <a:ext uri="{FF2B5EF4-FFF2-40B4-BE49-F238E27FC236}">
                <a16:creationId xmlns:a16="http://schemas.microsoft.com/office/drawing/2014/main" id="{64FF47A6-E7E4-4344-BB4E-AD7C3B5A8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3689299"/>
            <a:ext cx="514350" cy="1212590"/>
          </a:xfrm>
          <a:custGeom xmlns:a="http://schemas.openxmlformats.org/drawingml/2006/main">
            <a:pathLst>
              <a:path w="514350" h="1212590">
                <a:moveTo>
                  <a:pt x="0" y="0"/>
                </a:moveTo>
                <a:lnTo>
                  <a:pt x="16564" y="9201"/>
                </a:lnTo>
                <a:lnTo>
                  <a:pt x="33137" y="18412"/>
                </a:lnTo>
                <a:lnTo>
                  <a:pt x="49701" y="27613"/>
                </a:lnTo>
                <a:lnTo>
                  <a:pt x="66275" y="36814"/>
                </a:lnTo>
                <a:lnTo>
                  <a:pt x="82839" y="46015"/>
                </a:lnTo>
                <a:lnTo>
                  <a:pt x="99403" y="55226"/>
                </a:lnTo>
                <a:lnTo>
                  <a:pt x="115976" y="64427"/>
                </a:lnTo>
                <a:lnTo>
                  <a:pt x="132540" y="73628"/>
                </a:lnTo>
                <a:lnTo>
                  <a:pt x="149114" y="82839"/>
                </a:lnTo>
                <a:lnTo>
                  <a:pt x="165678" y="92040"/>
                </a:lnTo>
                <a:lnTo>
                  <a:pt x="182242" y="101241"/>
                </a:lnTo>
                <a:lnTo>
                  <a:pt x="198815" y="110442"/>
                </a:lnTo>
                <a:lnTo>
                  <a:pt x="215379" y="119653"/>
                </a:lnTo>
                <a:lnTo>
                  <a:pt x="231953" y="128854"/>
                </a:lnTo>
                <a:lnTo>
                  <a:pt x="248517" y="138055"/>
                </a:lnTo>
                <a:lnTo>
                  <a:pt x="265081" y="138474"/>
                </a:lnTo>
                <a:lnTo>
                  <a:pt x="281654" y="129273"/>
                </a:lnTo>
                <a:lnTo>
                  <a:pt x="298218" y="120072"/>
                </a:lnTo>
                <a:lnTo>
                  <a:pt x="314782" y="110861"/>
                </a:lnTo>
                <a:lnTo>
                  <a:pt x="331356" y="101660"/>
                </a:lnTo>
                <a:lnTo>
                  <a:pt x="347920" y="92459"/>
                </a:lnTo>
                <a:lnTo>
                  <a:pt x="364493" y="83249"/>
                </a:lnTo>
                <a:lnTo>
                  <a:pt x="381057" y="74047"/>
                </a:lnTo>
                <a:lnTo>
                  <a:pt x="397621" y="64846"/>
                </a:lnTo>
                <a:lnTo>
                  <a:pt x="414195" y="55645"/>
                </a:lnTo>
                <a:lnTo>
                  <a:pt x="430759" y="46434"/>
                </a:lnTo>
                <a:lnTo>
                  <a:pt x="447332" y="37233"/>
                </a:lnTo>
                <a:lnTo>
                  <a:pt x="463896" y="28032"/>
                </a:lnTo>
                <a:lnTo>
                  <a:pt x="480460" y="18821"/>
                </a:lnTo>
                <a:lnTo>
                  <a:pt x="497034" y="9620"/>
                </a:lnTo>
                <a:lnTo>
                  <a:pt x="513598" y="419"/>
                </a:lnTo>
                <a:lnTo>
                  <a:pt x="514350" y="18098"/>
                </a:lnTo>
                <a:lnTo>
                  <a:pt x="514350" y="37043"/>
                </a:lnTo>
                <a:lnTo>
                  <a:pt x="514350" y="55997"/>
                </a:lnTo>
                <a:lnTo>
                  <a:pt x="514350" y="74952"/>
                </a:lnTo>
                <a:lnTo>
                  <a:pt x="514350" y="93897"/>
                </a:lnTo>
                <a:lnTo>
                  <a:pt x="514350" y="112852"/>
                </a:lnTo>
                <a:lnTo>
                  <a:pt x="514350" y="131807"/>
                </a:lnTo>
                <a:lnTo>
                  <a:pt x="514350" y="150762"/>
                </a:lnTo>
                <a:lnTo>
                  <a:pt x="514350" y="169707"/>
                </a:lnTo>
                <a:lnTo>
                  <a:pt x="514350" y="188662"/>
                </a:lnTo>
                <a:lnTo>
                  <a:pt x="514350" y="207616"/>
                </a:lnTo>
                <a:lnTo>
                  <a:pt x="514350" y="226562"/>
                </a:lnTo>
                <a:lnTo>
                  <a:pt x="514350" y="245516"/>
                </a:lnTo>
                <a:lnTo>
                  <a:pt x="514350" y="264471"/>
                </a:lnTo>
                <a:lnTo>
                  <a:pt x="514350" y="283426"/>
                </a:lnTo>
                <a:lnTo>
                  <a:pt x="514350" y="302371"/>
                </a:lnTo>
                <a:lnTo>
                  <a:pt x="514350" y="321326"/>
                </a:lnTo>
                <a:lnTo>
                  <a:pt x="514350" y="340281"/>
                </a:lnTo>
                <a:lnTo>
                  <a:pt x="514350" y="359226"/>
                </a:lnTo>
                <a:lnTo>
                  <a:pt x="514350" y="378181"/>
                </a:lnTo>
                <a:lnTo>
                  <a:pt x="514350" y="397135"/>
                </a:lnTo>
                <a:lnTo>
                  <a:pt x="514350" y="416090"/>
                </a:lnTo>
                <a:lnTo>
                  <a:pt x="514350" y="435035"/>
                </a:lnTo>
                <a:lnTo>
                  <a:pt x="514350" y="453990"/>
                </a:lnTo>
                <a:lnTo>
                  <a:pt x="514350" y="472945"/>
                </a:lnTo>
                <a:lnTo>
                  <a:pt x="514350" y="491890"/>
                </a:lnTo>
                <a:lnTo>
                  <a:pt x="514350" y="510845"/>
                </a:lnTo>
                <a:lnTo>
                  <a:pt x="514350" y="529800"/>
                </a:lnTo>
                <a:lnTo>
                  <a:pt x="514350" y="548754"/>
                </a:lnTo>
                <a:lnTo>
                  <a:pt x="514350" y="567700"/>
                </a:lnTo>
                <a:lnTo>
                  <a:pt x="514350" y="586654"/>
                </a:lnTo>
                <a:lnTo>
                  <a:pt x="514350" y="605609"/>
                </a:lnTo>
                <a:lnTo>
                  <a:pt x="514350" y="624554"/>
                </a:lnTo>
                <a:lnTo>
                  <a:pt x="514350" y="643509"/>
                </a:lnTo>
                <a:lnTo>
                  <a:pt x="514350" y="662464"/>
                </a:lnTo>
                <a:lnTo>
                  <a:pt x="514350" y="681419"/>
                </a:lnTo>
                <a:lnTo>
                  <a:pt x="514350" y="700364"/>
                </a:lnTo>
                <a:lnTo>
                  <a:pt x="514350" y="719318"/>
                </a:lnTo>
                <a:lnTo>
                  <a:pt x="514350" y="738273"/>
                </a:lnTo>
                <a:lnTo>
                  <a:pt x="514350" y="757218"/>
                </a:lnTo>
                <a:lnTo>
                  <a:pt x="514350" y="776173"/>
                </a:lnTo>
                <a:lnTo>
                  <a:pt x="514350" y="795128"/>
                </a:lnTo>
                <a:lnTo>
                  <a:pt x="514350" y="814083"/>
                </a:lnTo>
                <a:lnTo>
                  <a:pt x="514350" y="833028"/>
                </a:lnTo>
                <a:lnTo>
                  <a:pt x="514350" y="851983"/>
                </a:lnTo>
                <a:lnTo>
                  <a:pt x="514350" y="870937"/>
                </a:lnTo>
                <a:lnTo>
                  <a:pt x="514350" y="889883"/>
                </a:lnTo>
                <a:lnTo>
                  <a:pt x="514350" y="908837"/>
                </a:lnTo>
                <a:lnTo>
                  <a:pt x="514350" y="927792"/>
                </a:lnTo>
                <a:lnTo>
                  <a:pt x="514350" y="946747"/>
                </a:lnTo>
                <a:lnTo>
                  <a:pt x="514350" y="965692"/>
                </a:lnTo>
                <a:lnTo>
                  <a:pt x="514350" y="984647"/>
                </a:lnTo>
                <a:lnTo>
                  <a:pt x="514350" y="1003602"/>
                </a:lnTo>
                <a:lnTo>
                  <a:pt x="514350" y="1022547"/>
                </a:lnTo>
                <a:lnTo>
                  <a:pt x="514350" y="1041502"/>
                </a:lnTo>
                <a:lnTo>
                  <a:pt x="514350" y="1060456"/>
                </a:lnTo>
                <a:lnTo>
                  <a:pt x="506063" y="1074534"/>
                </a:lnTo>
                <a:lnTo>
                  <a:pt x="489499" y="1083735"/>
                </a:lnTo>
                <a:lnTo>
                  <a:pt x="472935" y="1092937"/>
                </a:lnTo>
                <a:lnTo>
                  <a:pt x="456362" y="1102147"/>
                </a:lnTo>
                <a:lnTo>
                  <a:pt x="439798" y="1111348"/>
                </a:lnTo>
                <a:lnTo>
                  <a:pt x="423224" y="1120550"/>
                </a:lnTo>
                <a:lnTo>
                  <a:pt x="406660" y="1129760"/>
                </a:lnTo>
                <a:lnTo>
                  <a:pt x="390096" y="1138961"/>
                </a:lnTo>
                <a:lnTo>
                  <a:pt x="373523" y="1148163"/>
                </a:lnTo>
                <a:lnTo>
                  <a:pt x="356959" y="1157373"/>
                </a:lnTo>
                <a:lnTo>
                  <a:pt x="340385" y="1166574"/>
                </a:lnTo>
                <a:lnTo>
                  <a:pt x="323821" y="1175776"/>
                </a:lnTo>
                <a:lnTo>
                  <a:pt x="307257" y="1184977"/>
                </a:lnTo>
                <a:lnTo>
                  <a:pt x="290684" y="1194187"/>
                </a:lnTo>
                <a:lnTo>
                  <a:pt x="274120" y="1203389"/>
                </a:lnTo>
                <a:lnTo>
                  <a:pt x="257546" y="1212590"/>
                </a:lnTo>
                <a:lnTo>
                  <a:pt x="240983" y="1203808"/>
                </a:lnTo>
                <a:lnTo>
                  <a:pt x="224419" y="1194597"/>
                </a:lnTo>
                <a:lnTo>
                  <a:pt x="207845" y="1185396"/>
                </a:lnTo>
                <a:lnTo>
                  <a:pt x="191281" y="1176195"/>
                </a:lnTo>
                <a:lnTo>
                  <a:pt x="174708" y="1166993"/>
                </a:lnTo>
                <a:lnTo>
                  <a:pt x="158144" y="1157783"/>
                </a:lnTo>
                <a:lnTo>
                  <a:pt x="141580" y="1148582"/>
                </a:lnTo>
                <a:lnTo>
                  <a:pt x="125006" y="1139381"/>
                </a:lnTo>
                <a:lnTo>
                  <a:pt x="108442" y="1130170"/>
                </a:lnTo>
                <a:lnTo>
                  <a:pt x="91869" y="1120969"/>
                </a:lnTo>
                <a:lnTo>
                  <a:pt x="75305" y="1111768"/>
                </a:lnTo>
                <a:lnTo>
                  <a:pt x="58741" y="1102566"/>
                </a:lnTo>
                <a:lnTo>
                  <a:pt x="42167" y="1093356"/>
                </a:lnTo>
                <a:lnTo>
                  <a:pt x="25603" y="1084155"/>
                </a:lnTo>
                <a:lnTo>
                  <a:pt x="9030" y="1074953"/>
                </a:lnTo>
                <a:lnTo>
                  <a:pt x="0" y="1061314"/>
                </a:lnTo>
                <a:lnTo>
                  <a:pt x="0" y="1042359"/>
                </a:lnTo>
                <a:lnTo>
                  <a:pt x="0" y="1023414"/>
                </a:lnTo>
                <a:lnTo>
                  <a:pt x="0" y="1004459"/>
                </a:lnTo>
                <a:lnTo>
                  <a:pt x="0" y="985504"/>
                </a:lnTo>
                <a:lnTo>
                  <a:pt x="0" y="966549"/>
                </a:lnTo>
                <a:lnTo>
                  <a:pt x="0" y="947604"/>
                </a:lnTo>
                <a:lnTo>
                  <a:pt x="0" y="928649"/>
                </a:lnTo>
                <a:lnTo>
                  <a:pt x="0" y="909695"/>
                </a:lnTo>
                <a:lnTo>
                  <a:pt x="0" y="890749"/>
                </a:lnTo>
                <a:lnTo>
                  <a:pt x="0" y="871795"/>
                </a:lnTo>
                <a:lnTo>
                  <a:pt x="0" y="852840"/>
                </a:lnTo>
                <a:lnTo>
                  <a:pt x="0" y="833885"/>
                </a:lnTo>
                <a:lnTo>
                  <a:pt x="0" y="814940"/>
                </a:lnTo>
                <a:lnTo>
                  <a:pt x="0" y="795985"/>
                </a:lnTo>
                <a:lnTo>
                  <a:pt x="0" y="777030"/>
                </a:lnTo>
                <a:lnTo>
                  <a:pt x="0" y="758085"/>
                </a:lnTo>
                <a:lnTo>
                  <a:pt x="0" y="739130"/>
                </a:lnTo>
                <a:lnTo>
                  <a:pt x="0" y="720176"/>
                </a:lnTo>
                <a:lnTo>
                  <a:pt x="0" y="701221"/>
                </a:lnTo>
                <a:lnTo>
                  <a:pt x="0" y="682276"/>
                </a:lnTo>
                <a:lnTo>
                  <a:pt x="0" y="663321"/>
                </a:lnTo>
                <a:lnTo>
                  <a:pt x="0" y="644366"/>
                </a:lnTo>
                <a:lnTo>
                  <a:pt x="0" y="625421"/>
                </a:lnTo>
                <a:lnTo>
                  <a:pt x="0" y="606466"/>
                </a:lnTo>
                <a:lnTo>
                  <a:pt x="0" y="587512"/>
                </a:lnTo>
                <a:lnTo>
                  <a:pt x="0" y="568557"/>
                </a:lnTo>
                <a:lnTo>
                  <a:pt x="0" y="549612"/>
                </a:lnTo>
                <a:lnTo>
                  <a:pt x="0" y="530657"/>
                </a:lnTo>
                <a:lnTo>
                  <a:pt x="0" y="511702"/>
                </a:lnTo>
                <a:lnTo>
                  <a:pt x="0" y="492757"/>
                </a:lnTo>
                <a:lnTo>
                  <a:pt x="0" y="473802"/>
                </a:lnTo>
                <a:lnTo>
                  <a:pt x="0" y="454847"/>
                </a:lnTo>
                <a:lnTo>
                  <a:pt x="0" y="435893"/>
                </a:lnTo>
                <a:lnTo>
                  <a:pt x="0" y="416947"/>
                </a:lnTo>
                <a:lnTo>
                  <a:pt x="0" y="397993"/>
                </a:lnTo>
                <a:lnTo>
                  <a:pt x="0" y="379038"/>
                </a:lnTo>
                <a:lnTo>
                  <a:pt x="0" y="360093"/>
                </a:lnTo>
                <a:lnTo>
                  <a:pt x="0" y="341138"/>
                </a:lnTo>
                <a:lnTo>
                  <a:pt x="0" y="322183"/>
                </a:lnTo>
                <a:lnTo>
                  <a:pt x="0" y="303228"/>
                </a:lnTo>
                <a:lnTo>
                  <a:pt x="0" y="284283"/>
                </a:lnTo>
                <a:lnTo>
                  <a:pt x="0" y="265328"/>
                </a:lnTo>
                <a:lnTo>
                  <a:pt x="0" y="246374"/>
                </a:lnTo>
                <a:lnTo>
                  <a:pt x="0" y="227428"/>
                </a:lnTo>
                <a:lnTo>
                  <a:pt x="0" y="208474"/>
                </a:lnTo>
                <a:lnTo>
                  <a:pt x="0" y="189519"/>
                </a:lnTo>
                <a:lnTo>
                  <a:pt x="0" y="170564"/>
                </a:lnTo>
                <a:lnTo>
                  <a:pt x="0" y="151619"/>
                </a:lnTo>
                <a:lnTo>
                  <a:pt x="0" y="132664"/>
                </a:lnTo>
                <a:lnTo>
                  <a:pt x="0" y="113709"/>
                </a:lnTo>
                <a:lnTo>
                  <a:pt x="0" y="94764"/>
                </a:lnTo>
                <a:lnTo>
                  <a:pt x="0" y="75809"/>
                </a:lnTo>
                <a:lnTo>
                  <a:pt x="0" y="56855"/>
                </a:lnTo>
                <a:lnTo>
                  <a:pt x="0" y="37900"/>
                </a:lnTo>
                <a:lnTo>
                  <a:pt x="0" y="18955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24" name="phase-title-1">
            <a:extLst xmlns:a="http://schemas.openxmlformats.org/drawingml/2006/main">
              <a:ext uri="{FF2B5EF4-FFF2-40B4-BE49-F238E27FC236}">
                <a16:creationId xmlns:a16="http://schemas.microsoft.com/office/drawing/2014/main" id="{F16D8F5F-1C9F-4585-8D0F-58E67B4C9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3824888"/>
            <a:ext cx="1428750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意向培育</a:t>
            </a:r>
          </a:p>
        </p:txBody>
      </p:sp>
      <p:sp>
        <p:nvSpPr>
          <p:cNvPr id="25" name="phase-body-1">
            <a:extLst xmlns:a="http://schemas.openxmlformats.org/drawingml/2006/main">
              <a:ext uri="{FF2B5EF4-FFF2-40B4-BE49-F238E27FC236}">
                <a16:creationId xmlns:a16="http://schemas.microsoft.com/office/drawing/2014/main" id="{2AF93170-BB3A-4712-B376-1FD677A0F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4179094"/>
            <a:ext cx="1428750" cy="587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让有效关注形</a:t>
            </a:r>
          </a:p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成意向</a:t>
            </a:r>
          </a:p>
        </p:txBody>
      </p:sp>
      <p:sp>
        <p:nvSpPr>
          <p:cNvPr id="26" name="action-icon-shell-1-0">
            <a:extLst xmlns:a="http://schemas.openxmlformats.org/drawingml/2006/main">
              <a:ext uri="{FF2B5EF4-FFF2-40B4-BE49-F238E27FC236}">
                <a16:creationId xmlns:a16="http://schemas.microsoft.com/office/drawing/2014/main" id="{6058A01F-016A-4079-A277-0C58DDCD6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4124173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8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3903686d8434ae1">
            <a:extLst>
              <a:ext uri="{96DAC541-7B7A-43D3-8B79-37D633B846F1}">
                <asvg:svgBlip xmlns:asvg="http://schemas.microsoft.com/office/drawing/2016/SVG/main" r:embed="R1b85bb9ed9044937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4200373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28" name="action-title-1-0">
            <a:extLst xmlns:a="http://schemas.openxmlformats.org/drawingml/2006/main">
              <a:ext uri="{FF2B5EF4-FFF2-40B4-BE49-F238E27FC236}">
                <a16:creationId xmlns:a16="http://schemas.microsoft.com/office/drawing/2014/main" id="{E8AEBFEE-79B9-4CCE-85F7-BEA0CCC5A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4063155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规则触发</a:t>
            </a:r>
          </a:p>
        </p:txBody>
      </p:sp>
      <p:sp>
        <p:nvSpPr>
          <p:cNvPr id="29" name="action-body-1-0">
            <a:extLst xmlns:a="http://schemas.openxmlformats.org/drawingml/2006/main">
              <a:ext uri="{FF2B5EF4-FFF2-40B4-BE49-F238E27FC236}">
                <a16:creationId xmlns:a16="http://schemas.microsoft.com/office/drawing/2014/main" id="{D9038260-C915-4138-B3E8-1B37C4CD1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4291755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自动下发任务</a:t>
            </a:r>
          </a:p>
        </p:txBody>
      </p:sp>
      <p:sp>
        <p:nvSpPr>
          <p:cNvPr id="30" name="action-icon-shell-1-1">
            <a:extLst xmlns:a="http://schemas.openxmlformats.org/drawingml/2006/main">
              <a:ext uri="{FF2B5EF4-FFF2-40B4-BE49-F238E27FC236}">
                <a16:creationId xmlns:a16="http://schemas.microsoft.com/office/drawing/2014/main" id="{CBCAB82C-7079-4389-BA25-DFFEA3C40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4124173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9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1aa07e496a64452">
            <a:extLst>
              <a:ext uri="{96DAC541-7B7A-43D3-8B79-37D633B846F1}">
                <asvg:svgBlip xmlns:asvg="http://schemas.microsoft.com/office/drawing/2016/SVG/main" r:embed="Rb9256337738f4a5f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4200373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32" name="action-title-1-1">
            <a:extLst xmlns:a="http://schemas.openxmlformats.org/drawingml/2006/main">
              <a:ext uri="{FF2B5EF4-FFF2-40B4-BE49-F238E27FC236}">
                <a16:creationId xmlns:a16="http://schemas.microsoft.com/office/drawing/2014/main" id="{8D69E497-FA0E-4462-9AE4-789F3B904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4063155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热度评估</a:t>
            </a:r>
          </a:p>
        </p:txBody>
      </p:sp>
      <p:sp>
        <p:nvSpPr>
          <p:cNvPr id="33" name="action-body-1-1">
            <a:extLst xmlns:a="http://schemas.openxmlformats.org/drawingml/2006/main">
              <a:ext uri="{FF2B5EF4-FFF2-40B4-BE49-F238E27FC236}">
                <a16:creationId xmlns:a16="http://schemas.microsoft.com/office/drawing/2014/main" id="{2F3515E6-3A7F-4F56-91E0-605AB25B9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4291755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识别优先对象</a:t>
            </a:r>
          </a:p>
        </p:txBody>
      </p:sp>
      <p:sp>
        <p:nvSpPr>
          <p:cNvPr id="34" name="phase-rail-2">
            <a:extLst xmlns:a="http://schemas.openxmlformats.org/drawingml/2006/main">
              <a:ext uri="{FF2B5EF4-FFF2-40B4-BE49-F238E27FC236}">
                <a16:creationId xmlns:a16="http://schemas.microsoft.com/office/drawing/2014/main" id="{B16EBAC5-EDC6-4B2B-B2E2-9E906B821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4902098"/>
            <a:ext cx="514350" cy="1307878"/>
          </a:xfrm>
          <a:custGeom xmlns:a="http://schemas.openxmlformats.org/drawingml/2006/main">
            <a:pathLst>
              <a:path w="514350" h="1307878">
                <a:moveTo>
                  <a:pt x="0" y="0"/>
                </a:moveTo>
                <a:lnTo>
                  <a:pt x="16574" y="9211"/>
                </a:lnTo>
                <a:lnTo>
                  <a:pt x="33147" y="18412"/>
                </a:lnTo>
                <a:lnTo>
                  <a:pt x="49721" y="27623"/>
                </a:lnTo>
                <a:lnTo>
                  <a:pt x="66294" y="36824"/>
                </a:lnTo>
                <a:lnTo>
                  <a:pt x="82858" y="46034"/>
                </a:lnTo>
                <a:lnTo>
                  <a:pt x="99431" y="55235"/>
                </a:lnTo>
                <a:lnTo>
                  <a:pt x="116005" y="64446"/>
                </a:lnTo>
                <a:lnTo>
                  <a:pt x="132578" y="73647"/>
                </a:lnTo>
                <a:lnTo>
                  <a:pt x="149152" y="82858"/>
                </a:lnTo>
                <a:lnTo>
                  <a:pt x="165725" y="92069"/>
                </a:lnTo>
                <a:lnTo>
                  <a:pt x="182299" y="101270"/>
                </a:lnTo>
                <a:lnTo>
                  <a:pt x="198872" y="110480"/>
                </a:lnTo>
                <a:lnTo>
                  <a:pt x="215436" y="119682"/>
                </a:lnTo>
                <a:lnTo>
                  <a:pt x="232010" y="128892"/>
                </a:lnTo>
                <a:lnTo>
                  <a:pt x="248583" y="138093"/>
                </a:lnTo>
                <a:lnTo>
                  <a:pt x="265157" y="138436"/>
                </a:lnTo>
                <a:lnTo>
                  <a:pt x="281730" y="129226"/>
                </a:lnTo>
                <a:lnTo>
                  <a:pt x="298304" y="120025"/>
                </a:lnTo>
                <a:lnTo>
                  <a:pt x="314877" y="110814"/>
                </a:lnTo>
                <a:lnTo>
                  <a:pt x="331451" y="101613"/>
                </a:lnTo>
                <a:lnTo>
                  <a:pt x="348015" y="92402"/>
                </a:lnTo>
                <a:lnTo>
                  <a:pt x="364588" y="83201"/>
                </a:lnTo>
                <a:lnTo>
                  <a:pt x="381162" y="73990"/>
                </a:lnTo>
                <a:lnTo>
                  <a:pt x="397735" y="64780"/>
                </a:lnTo>
                <a:lnTo>
                  <a:pt x="414309" y="55578"/>
                </a:lnTo>
                <a:lnTo>
                  <a:pt x="430882" y="46368"/>
                </a:lnTo>
                <a:lnTo>
                  <a:pt x="447456" y="37167"/>
                </a:lnTo>
                <a:lnTo>
                  <a:pt x="464029" y="27956"/>
                </a:lnTo>
                <a:lnTo>
                  <a:pt x="480593" y="18755"/>
                </a:lnTo>
                <a:lnTo>
                  <a:pt x="497167" y="9544"/>
                </a:lnTo>
                <a:lnTo>
                  <a:pt x="513740" y="333"/>
                </a:lnTo>
                <a:lnTo>
                  <a:pt x="514350" y="18259"/>
                </a:lnTo>
                <a:lnTo>
                  <a:pt x="514350" y="37224"/>
                </a:lnTo>
                <a:lnTo>
                  <a:pt x="514350" y="56178"/>
                </a:lnTo>
                <a:lnTo>
                  <a:pt x="514350" y="75133"/>
                </a:lnTo>
                <a:lnTo>
                  <a:pt x="514350" y="94088"/>
                </a:lnTo>
                <a:lnTo>
                  <a:pt x="514350" y="113052"/>
                </a:lnTo>
                <a:lnTo>
                  <a:pt x="514350" y="132007"/>
                </a:lnTo>
                <a:lnTo>
                  <a:pt x="514350" y="150962"/>
                </a:lnTo>
                <a:lnTo>
                  <a:pt x="514350" y="169916"/>
                </a:lnTo>
                <a:lnTo>
                  <a:pt x="514350" y="188881"/>
                </a:lnTo>
                <a:lnTo>
                  <a:pt x="514350" y="207836"/>
                </a:lnTo>
                <a:lnTo>
                  <a:pt x="514350" y="226790"/>
                </a:lnTo>
                <a:lnTo>
                  <a:pt x="514350" y="245755"/>
                </a:lnTo>
                <a:lnTo>
                  <a:pt x="514350" y="264709"/>
                </a:lnTo>
                <a:lnTo>
                  <a:pt x="514350" y="283664"/>
                </a:lnTo>
                <a:lnTo>
                  <a:pt x="514350" y="302619"/>
                </a:lnTo>
                <a:lnTo>
                  <a:pt x="514350" y="321583"/>
                </a:lnTo>
                <a:lnTo>
                  <a:pt x="514350" y="340538"/>
                </a:lnTo>
                <a:lnTo>
                  <a:pt x="514350" y="359493"/>
                </a:lnTo>
                <a:lnTo>
                  <a:pt x="514350" y="378447"/>
                </a:lnTo>
                <a:lnTo>
                  <a:pt x="514350" y="397412"/>
                </a:lnTo>
                <a:lnTo>
                  <a:pt x="514350" y="416366"/>
                </a:lnTo>
                <a:lnTo>
                  <a:pt x="514350" y="435321"/>
                </a:lnTo>
                <a:lnTo>
                  <a:pt x="514350" y="454285"/>
                </a:lnTo>
                <a:lnTo>
                  <a:pt x="514350" y="473240"/>
                </a:lnTo>
                <a:lnTo>
                  <a:pt x="514350" y="492195"/>
                </a:lnTo>
                <a:lnTo>
                  <a:pt x="514350" y="511150"/>
                </a:lnTo>
                <a:lnTo>
                  <a:pt x="514350" y="530114"/>
                </a:lnTo>
                <a:lnTo>
                  <a:pt x="514350" y="549069"/>
                </a:lnTo>
                <a:lnTo>
                  <a:pt x="514350" y="568023"/>
                </a:lnTo>
                <a:lnTo>
                  <a:pt x="514350" y="586978"/>
                </a:lnTo>
                <a:lnTo>
                  <a:pt x="514350" y="605942"/>
                </a:lnTo>
                <a:lnTo>
                  <a:pt x="514350" y="624897"/>
                </a:lnTo>
                <a:lnTo>
                  <a:pt x="514350" y="643852"/>
                </a:lnTo>
                <a:lnTo>
                  <a:pt x="514350" y="662807"/>
                </a:lnTo>
                <a:lnTo>
                  <a:pt x="514350" y="681771"/>
                </a:lnTo>
                <a:lnTo>
                  <a:pt x="514350" y="700726"/>
                </a:lnTo>
                <a:lnTo>
                  <a:pt x="514350" y="719680"/>
                </a:lnTo>
                <a:lnTo>
                  <a:pt x="514350" y="738645"/>
                </a:lnTo>
                <a:lnTo>
                  <a:pt x="514350" y="757599"/>
                </a:lnTo>
                <a:lnTo>
                  <a:pt x="514350" y="776554"/>
                </a:lnTo>
                <a:lnTo>
                  <a:pt x="514350" y="795509"/>
                </a:lnTo>
                <a:lnTo>
                  <a:pt x="514350" y="814473"/>
                </a:lnTo>
                <a:lnTo>
                  <a:pt x="514350" y="833428"/>
                </a:lnTo>
                <a:lnTo>
                  <a:pt x="514350" y="852383"/>
                </a:lnTo>
                <a:lnTo>
                  <a:pt x="514350" y="871337"/>
                </a:lnTo>
                <a:lnTo>
                  <a:pt x="514350" y="890302"/>
                </a:lnTo>
                <a:lnTo>
                  <a:pt x="514350" y="909256"/>
                </a:lnTo>
                <a:lnTo>
                  <a:pt x="514350" y="928211"/>
                </a:lnTo>
                <a:lnTo>
                  <a:pt x="514350" y="947176"/>
                </a:lnTo>
                <a:lnTo>
                  <a:pt x="514350" y="966130"/>
                </a:lnTo>
                <a:lnTo>
                  <a:pt x="514350" y="985085"/>
                </a:lnTo>
                <a:lnTo>
                  <a:pt x="514350" y="1004040"/>
                </a:lnTo>
                <a:lnTo>
                  <a:pt x="514350" y="1023004"/>
                </a:lnTo>
                <a:lnTo>
                  <a:pt x="514350" y="1041959"/>
                </a:lnTo>
                <a:lnTo>
                  <a:pt x="514350" y="1060914"/>
                </a:lnTo>
                <a:lnTo>
                  <a:pt x="514350" y="1079868"/>
                </a:lnTo>
                <a:lnTo>
                  <a:pt x="514350" y="1098833"/>
                </a:lnTo>
                <a:lnTo>
                  <a:pt x="514350" y="1117787"/>
                </a:lnTo>
                <a:lnTo>
                  <a:pt x="514350" y="1136742"/>
                </a:lnTo>
                <a:lnTo>
                  <a:pt x="514350" y="1155706"/>
                </a:lnTo>
                <a:lnTo>
                  <a:pt x="506063" y="1169784"/>
                </a:lnTo>
                <a:lnTo>
                  <a:pt x="489490" y="1178995"/>
                </a:lnTo>
                <a:lnTo>
                  <a:pt x="472916" y="1188196"/>
                </a:lnTo>
                <a:lnTo>
                  <a:pt x="456343" y="1197407"/>
                </a:lnTo>
                <a:lnTo>
                  <a:pt x="439779" y="1206608"/>
                </a:lnTo>
                <a:lnTo>
                  <a:pt x="423205" y="1215819"/>
                </a:lnTo>
                <a:lnTo>
                  <a:pt x="406632" y="1225020"/>
                </a:lnTo>
                <a:lnTo>
                  <a:pt x="390058" y="1234230"/>
                </a:lnTo>
                <a:lnTo>
                  <a:pt x="373485" y="1243432"/>
                </a:lnTo>
                <a:lnTo>
                  <a:pt x="356911" y="1252642"/>
                </a:lnTo>
                <a:lnTo>
                  <a:pt x="340338" y="1261853"/>
                </a:lnTo>
                <a:lnTo>
                  <a:pt x="323764" y="1271054"/>
                </a:lnTo>
                <a:lnTo>
                  <a:pt x="307200" y="1280265"/>
                </a:lnTo>
                <a:lnTo>
                  <a:pt x="290627" y="1289466"/>
                </a:lnTo>
                <a:lnTo>
                  <a:pt x="274053" y="1298677"/>
                </a:lnTo>
                <a:lnTo>
                  <a:pt x="257480" y="1307878"/>
                </a:lnTo>
                <a:lnTo>
                  <a:pt x="240906" y="1299010"/>
                </a:lnTo>
                <a:lnTo>
                  <a:pt x="224333" y="1289809"/>
                </a:lnTo>
                <a:lnTo>
                  <a:pt x="207759" y="1280598"/>
                </a:lnTo>
                <a:lnTo>
                  <a:pt x="191186" y="1271397"/>
                </a:lnTo>
                <a:lnTo>
                  <a:pt x="174622" y="1262186"/>
                </a:lnTo>
                <a:lnTo>
                  <a:pt x="158048" y="1252976"/>
                </a:lnTo>
                <a:lnTo>
                  <a:pt x="141475" y="1243775"/>
                </a:lnTo>
                <a:lnTo>
                  <a:pt x="124901" y="1234564"/>
                </a:lnTo>
                <a:lnTo>
                  <a:pt x="108328" y="1225363"/>
                </a:lnTo>
                <a:lnTo>
                  <a:pt x="91754" y="1216152"/>
                </a:lnTo>
                <a:lnTo>
                  <a:pt x="75181" y="1206951"/>
                </a:lnTo>
                <a:lnTo>
                  <a:pt x="58607" y="1197740"/>
                </a:lnTo>
                <a:lnTo>
                  <a:pt x="42043" y="1188539"/>
                </a:lnTo>
                <a:lnTo>
                  <a:pt x="25470" y="1179328"/>
                </a:lnTo>
                <a:lnTo>
                  <a:pt x="8896" y="1170118"/>
                </a:lnTo>
                <a:lnTo>
                  <a:pt x="0" y="1156402"/>
                </a:lnTo>
                <a:lnTo>
                  <a:pt x="0" y="1137437"/>
                </a:lnTo>
                <a:lnTo>
                  <a:pt x="0" y="1118483"/>
                </a:lnTo>
                <a:lnTo>
                  <a:pt x="0" y="1099528"/>
                </a:lnTo>
                <a:lnTo>
                  <a:pt x="0" y="1080564"/>
                </a:lnTo>
                <a:lnTo>
                  <a:pt x="0" y="1061609"/>
                </a:lnTo>
                <a:lnTo>
                  <a:pt x="0" y="1042654"/>
                </a:lnTo>
                <a:lnTo>
                  <a:pt x="0" y="1023699"/>
                </a:lnTo>
                <a:lnTo>
                  <a:pt x="0" y="1004735"/>
                </a:lnTo>
                <a:lnTo>
                  <a:pt x="0" y="985780"/>
                </a:lnTo>
                <a:lnTo>
                  <a:pt x="0" y="966826"/>
                </a:lnTo>
                <a:lnTo>
                  <a:pt x="0" y="947871"/>
                </a:lnTo>
                <a:lnTo>
                  <a:pt x="0" y="928907"/>
                </a:lnTo>
                <a:lnTo>
                  <a:pt x="0" y="909952"/>
                </a:lnTo>
                <a:lnTo>
                  <a:pt x="0" y="890997"/>
                </a:lnTo>
                <a:lnTo>
                  <a:pt x="0" y="872042"/>
                </a:lnTo>
                <a:lnTo>
                  <a:pt x="0" y="853078"/>
                </a:lnTo>
                <a:lnTo>
                  <a:pt x="0" y="834123"/>
                </a:lnTo>
                <a:lnTo>
                  <a:pt x="0" y="815169"/>
                </a:lnTo>
                <a:lnTo>
                  <a:pt x="0" y="796204"/>
                </a:lnTo>
                <a:lnTo>
                  <a:pt x="0" y="777250"/>
                </a:lnTo>
                <a:lnTo>
                  <a:pt x="0" y="758295"/>
                </a:lnTo>
                <a:lnTo>
                  <a:pt x="0" y="739340"/>
                </a:lnTo>
                <a:lnTo>
                  <a:pt x="0" y="720376"/>
                </a:lnTo>
                <a:lnTo>
                  <a:pt x="0" y="701421"/>
                </a:lnTo>
                <a:lnTo>
                  <a:pt x="0" y="682466"/>
                </a:lnTo>
                <a:lnTo>
                  <a:pt x="0" y="663512"/>
                </a:lnTo>
                <a:lnTo>
                  <a:pt x="0" y="644547"/>
                </a:lnTo>
                <a:lnTo>
                  <a:pt x="0" y="625592"/>
                </a:lnTo>
                <a:lnTo>
                  <a:pt x="0" y="606638"/>
                </a:lnTo>
                <a:lnTo>
                  <a:pt x="0" y="587673"/>
                </a:lnTo>
                <a:lnTo>
                  <a:pt x="0" y="568719"/>
                </a:lnTo>
                <a:lnTo>
                  <a:pt x="0" y="549764"/>
                </a:lnTo>
                <a:lnTo>
                  <a:pt x="0" y="530809"/>
                </a:lnTo>
                <a:lnTo>
                  <a:pt x="0" y="511845"/>
                </a:lnTo>
                <a:lnTo>
                  <a:pt x="0" y="492890"/>
                </a:lnTo>
                <a:lnTo>
                  <a:pt x="0" y="473935"/>
                </a:lnTo>
                <a:lnTo>
                  <a:pt x="0" y="454981"/>
                </a:lnTo>
                <a:lnTo>
                  <a:pt x="0" y="436016"/>
                </a:lnTo>
                <a:lnTo>
                  <a:pt x="0" y="417062"/>
                </a:lnTo>
                <a:lnTo>
                  <a:pt x="0" y="398107"/>
                </a:lnTo>
                <a:lnTo>
                  <a:pt x="0" y="379143"/>
                </a:lnTo>
                <a:lnTo>
                  <a:pt x="0" y="360188"/>
                </a:lnTo>
                <a:lnTo>
                  <a:pt x="0" y="341233"/>
                </a:lnTo>
                <a:lnTo>
                  <a:pt x="0" y="322278"/>
                </a:lnTo>
                <a:lnTo>
                  <a:pt x="0" y="303314"/>
                </a:lnTo>
                <a:lnTo>
                  <a:pt x="0" y="284359"/>
                </a:lnTo>
                <a:lnTo>
                  <a:pt x="0" y="265405"/>
                </a:lnTo>
                <a:lnTo>
                  <a:pt x="0" y="246450"/>
                </a:lnTo>
                <a:lnTo>
                  <a:pt x="0" y="227486"/>
                </a:lnTo>
                <a:lnTo>
                  <a:pt x="0" y="208531"/>
                </a:lnTo>
                <a:lnTo>
                  <a:pt x="0" y="189576"/>
                </a:lnTo>
                <a:lnTo>
                  <a:pt x="0" y="170612"/>
                </a:lnTo>
                <a:lnTo>
                  <a:pt x="0" y="151657"/>
                </a:lnTo>
                <a:lnTo>
                  <a:pt x="0" y="132702"/>
                </a:lnTo>
                <a:lnTo>
                  <a:pt x="0" y="113748"/>
                </a:lnTo>
                <a:lnTo>
                  <a:pt x="0" y="94783"/>
                </a:lnTo>
                <a:lnTo>
                  <a:pt x="0" y="75829"/>
                </a:lnTo>
                <a:lnTo>
                  <a:pt x="0" y="56874"/>
                </a:lnTo>
                <a:lnTo>
                  <a:pt x="0" y="37919"/>
                </a:lnTo>
                <a:lnTo>
                  <a:pt x="0" y="18955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78A8D5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35" name="phase-title-2">
            <a:extLst xmlns:a="http://schemas.openxmlformats.org/drawingml/2006/main">
              <a:ext uri="{FF2B5EF4-FFF2-40B4-BE49-F238E27FC236}">
                <a16:creationId xmlns:a16="http://schemas.microsoft.com/office/drawing/2014/main" id="{A9D893EB-78C2-4375-A32E-233B0F3C8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5085312"/>
            <a:ext cx="1428750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持续转化</a:t>
            </a:r>
          </a:p>
        </p:txBody>
      </p:sp>
      <p:sp>
        <p:nvSpPr>
          <p:cNvPr id="36" name="phase-body-2">
            <a:extLst xmlns:a="http://schemas.openxmlformats.org/drawingml/2006/main">
              <a:ext uri="{FF2B5EF4-FFF2-40B4-BE49-F238E27FC236}">
                <a16:creationId xmlns:a16="http://schemas.microsoft.com/office/drawing/2014/main" id="{CD37CBA8-C26C-4795-A7CD-7E643E513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5439518"/>
            <a:ext cx="1428750" cy="587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让行动沉淀为</a:t>
            </a:r>
          </a:p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长期价值</a:t>
            </a:r>
          </a:p>
        </p:txBody>
      </p:sp>
      <p:sp>
        <p:nvSpPr>
          <p:cNvPr id="37" name="action-icon-shell-2-0">
            <a:extLst xmlns:a="http://schemas.openxmlformats.org/drawingml/2006/main">
              <a:ext uri="{FF2B5EF4-FFF2-40B4-BE49-F238E27FC236}">
                <a16:creationId xmlns:a16="http://schemas.microsoft.com/office/drawing/2014/main" id="{A88CB7B4-F711-4CB5-A4E5-343D98F44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5384606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9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13c3e3641324268">
            <a:extLst>
              <a:ext uri="{96DAC541-7B7A-43D3-8B79-37D633B846F1}">
                <asvg:svgBlip xmlns:asvg="http://schemas.microsoft.com/office/drawing/2016/SVG/main" r:embed="R6602b8be1b274dd6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5460806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39" name="action-title-2-0">
            <a:extLst xmlns:a="http://schemas.openxmlformats.org/drawingml/2006/main">
              <a:ext uri="{FF2B5EF4-FFF2-40B4-BE49-F238E27FC236}">
                <a16:creationId xmlns:a16="http://schemas.microsoft.com/office/drawing/2014/main" id="{52D00ED9-218F-4130-8B2E-970C5FE9F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5323580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数据打通</a:t>
            </a:r>
          </a:p>
        </p:txBody>
      </p:sp>
      <p:sp>
        <p:nvSpPr>
          <p:cNvPr id="40" name="action-body-2-0">
            <a:extLst xmlns:a="http://schemas.openxmlformats.org/drawingml/2006/main">
              <a:ext uri="{FF2B5EF4-FFF2-40B4-BE49-F238E27FC236}">
                <a16:creationId xmlns:a16="http://schemas.microsoft.com/office/drawing/2014/main" id="{D9680A7D-1086-4236-9C85-3F5330D7B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5552180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统一分析对象</a:t>
            </a:r>
          </a:p>
        </p:txBody>
      </p:sp>
      <p:sp>
        <p:nvSpPr>
          <p:cNvPr id="41" name="action-icon-shell-2-1">
            <a:extLst xmlns:a="http://schemas.openxmlformats.org/drawingml/2006/main">
              <a:ext uri="{FF2B5EF4-FFF2-40B4-BE49-F238E27FC236}">
                <a16:creationId xmlns:a16="http://schemas.microsoft.com/office/drawing/2014/main" id="{9454F0FD-E9BF-4F03-BDA7-E5A018D96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5384606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10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92e683f8aae461c">
            <a:extLst>
              <a:ext uri="{96DAC541-7B7A-43D3-8B79-37D633B846F1}">
                <asvg:svgBlip xmlns:asvg="http://schemas.microsoft.com/office/drawing/2016/SVG/main" r:embed="R00d7210236414707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5460806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43" name="action-title-2-1">
            <a:extLst xmlns:a="http://schemas.openxmlformats.org/drawingml/2006/main">
              <a:ext uri="{FF2B5EF4-FFF2-40B4-BE49-F238E27FC236}">
                <a16:creationId xmlns:a16="http://schemas.microsoft.com/office/drawing/2014/main" id="{C41A31ED-6832-43D5-9F46-495B055CF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5323580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自动分群</a:t>
            </a:r>
          </a:p>
        </p:txBody>
      </p:sp>
      <p:sp>
        <p:nvSpPr>
          <p:cNvPr id="44" name="action-body-2-1">
            <a:extLst xmlns:a="http://schemas.openxmlformats.org/drawingml/2006/main">
              <a:ext uri="{FF2B5EF4-FFF2-40B4-BE49-F238E27FC236}">
                <a16:creationId xmlns:a16="http://schemas.microsoft.com/office/drawing/2014/main" id="{7E567EE3-7895-42F9-BE40-768E4C9F8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5552180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指导持续运营</a:t>
            </a:r>
          </a:p>
        </p:txBody>
      </p:sp>
      <p:sp>
        <p:nvSpPr>
          <p:cNvPr id="45" name="funnel-step-body-0">
            <a:extLst xmlns:a="http://schemas.openxmlformats.org/drawingml/2006/main">
              <a:ext uri="{FF2B5EF4-FFF2-40B4-BE49-F238E27FC236}">
                <a16:creationId xmlns:a16="http://schemas.microsoft.com/office/drawing/2014/main" id="{916C7EAF-C3D3-48D2-A0A5-D11D6DF9D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52750" y="2514600"/>
            <a:ext cx="3326711" cy="1110415"/>
          </a:xfrm>
          <a:custGeom xmlns:a="http://schemas.openxmlformats.org/drawingml/2006/main">
            <a:pathLst>
              <a:path w="3326711" h="1110415">
                <a:moveTo>
                  <a:pt x="0" y="0"/>
                </a:moveTo>
                <a:lnTo>
                  <a:pt x="14516" y="30004"/>
                </a:lnTo>
                <a:lnTo>
                  <a:pt x="29032" y="60017"/>
                </a:lnTo>
                <a:lnTo>
                  <a:pt x="43548" y="90021"/>
                </a:lnTo>
                <a:lnTo>
                  <a:pt x="58055" y="120025"/>
                </a:lnTo>
                <a:lnTo>
                  <a:pt x="72571" y="150038"/>
                </a:lnTo>
                <a:lnTo>
                  <a:pt x="87087" y="180042"/>
                </a:lnTo>
                <a:lnTo>
                  <a:pt x="101603" y="210045"/>
                </a:lnTo>
                <a:lnTo>
                  <a:pt x="116119" y="240059"/>
                </a:lnTo>
                <a:lnTo>
                  <a:pt x="130635" y="270062"/>
                </a:lnTo>
                <a:lnTo>
                  <a:pt x="145142" y="300066"/>
                </a:lnTo>
                <a:lnTo>
                  <a:pt x="159658" y="330079"/>
                </a:lnTo>
                <a:lnTo>
                  <a:pt x="174174" y="360083"/>
                </a:lnTo>
                <a:lnTo>
                  <a:pt x="188690" y="390087"/>
                </a:lnTo>
                <a:lnTo>
                  <a:pt x="203206" y="420100"/>
                </a:lnTo>
                <a:lnTo>
                  <a:pt x="217722" y="450104"/>
                </a:lnTo>
                <a:lnTo>
                  <a:pt x="232229" y="480108"/>
                </a:lnTo>
                <a:lnTo>
                  <a:pt x="246745" y="510121"/>
                </a:lnTo>
                <a:lnTo>
                  <a:pt x="261261" y="540125"/>
                </a:lnTo>
                <a:lnTo>
                  <a:pt x="275777" y="570128"/>
                </a:lnTo>
                <a:lnTo>
                  <a:pt x="290293" y="600142"/>
                </a:lnTo>
                <a:lnTo>
                  <a:pt x="304810" y="630145"/>
                </a:lnTo>
                <a:lnTo>
                  <a:pt x="319316" y="660149"/>
                </a:lnTo>
                <a:lnTo>
                  <a:pt x="333832" y="690162"/>
                </a:lnTo>
                <a:lnTo>
                  <a:pt x="348348" y="720166"/>
                </a:lnTo>
                <a:lnTo>
                  <a:pt x="362864" y="750170"/>
                </a:lnTo>
                <a:lnTo>
                  <a:pt x="377381" y="780183"/>
                </a:lnTo>
                <a:lnTo>
                  <a:pt x="391897" y="810187"/>
                </a:lnTo>
                <a:lnTo>
                  <a:pt x="406413" y="840191"/>
                </a:lnTo>
                <a:lnTo>
                  <a:pt x="420919" y="870204"/>
                </a:lnTo>
                <a:lnTo>
                  <a:pt x="435435" y="900208"/>
                </a:lnTo>
                <a:lnTo>
                  <a:pt x="449951" y="930212"/>
                </a:lnTo>
                <a:lnTo>
                  <a:pt x="464468" y="960225"/>
                </a:lnTo>
                <a:lnTo>
                  <a:pt x="478984" y="990229"/>
                </a:lnTo>
                <a:lnTo>
                  <a:pt x="493500" y="1020232"/>
                </a:lnTo>
                <a:lnTo>
                  <a:pt x="513074" y="1045445"/>
                </a:lnTo>
                <a:lnTo>
                  <a:pt x="544716" y="1055770"/>
                </a:lnTo>
                <a:lnTo>
                  <a:pt x="577348" y="1062552"/>
                </a:lnTo>
                <a:lnTo>
                  <a:pt x="610257" y="1067829"/>
                </a:lnTo>
                <a:lnTo>
                  <a:pt x="643299" y="1072201"/>
                </a:lnTo>
                <a:lnTo>
                  <a:pt x="676418" y="1075954"/>
                </a:lnTo>
                <a:lnTo>
                  <a:pt x="709593" y="1079259"/>
                </a:lnTo>
                <a:lnTo>
                  <a:pt x="742788" y="1082202"/>
                </a:lnTo>
                <a:lnTo>
                  <a:pt x="776021" y="1084850"/>
                </a:lnTo>
                <a:lnTo>
                  <a:pt x="809263" y="1087250"/>
                </a:lnTo>
                <a:lnTo>
                  <a:pt x="842524" y="1089450"/>
                </a:lnTo>
                <a:lnTo>
                  <a:pt x="875795" y="1091460"/>
                </a:lnTo>
                <a:lnTo>
                  <a:pt x="909076" y="1093327"/>
                </a:lnTo>
                <a:lnTo>
                  <a:pt x="942365" y="1095032"/>
                </a:lnTo>
                <a:lnTo>
                  <a:pt x="975665" y="1096613"/>
                </a:lnTo>
                <a:lnTo>
                  <a:pt x="1008964" y="1098071"/>
                </a:lnTo>
                <a:lnTo>
                  <a:pt x="1042273" y="1099433"/>
                </a:lnTo>
                <a:lnTo>
                  <a:pt x="1075582" y="1100671"/>
                </a:lnTo>
                <a:lnTo>
                  <a:pt x="1108891" y="1101833"/>
                </a:lnTo>
                <a:lnTo>
                  <a:pt x="1142209" y="1102900"/>
                </a:lnTo>
                <a:lnTo>
                  <a:pt x="1175528" y="1103881"/>
                </a:lnTo>
                <a:lnTo>
                  <a:pt x="1208846" y="1104786"/>
                </a:lnTo>
                <a:lnTo>
                  <a:pt x="1242174" y="1105605"/>
                </a:lnTo>
                <a:lnTo>
                  <a:pt x="1275493" y="1106357"/>
                </a:lnTo>
                <a:lnTo>
                  <a:pt x="1308821" y="1107043"/>
                </a:lnTo>
                <a:lnTo>
                  <a:pt x="1342149" y="1107662"/>
                </a:lnTo>
                <a:lnTo>
                  <a:pt x="1375477" y="1108205"/>
                </a:lnTo>
                <a:lnTo>
                  <a:pt x="1408805" y="1108691"/>
                </a:lnTo>
                <a:lnTo>
                  <a:pt x="1442133" y="1109110"/>
                </a:lnTo>
                <a:lnTo>
                  <a:pt x="1475470" y="1109482"/>
                </a:lnTo>
                <a:lnTo>
                  <a:pt x="1508798" y="1109777"/>
                </a:lnTo>
                <a:lnTo>
                  <a:pt x="1542136" y="1110024"/>
                </a:lnTo>
                <a:lnTo>
                  <a:pt x="1575464" y="1110205"/>
                </a:lnTo>
                <a:lnTo>
                  <a:pt x="1608801" y="1110339"/>
                </a:lnTo>
                <a:lnTo>
                  <a:pt x="1642129" y="1110405"/>
                </a:lnTo>
                <a:lnTo>
                  <a:pt x="1675467" y="1110415"/>
                </a:lnTo>
                <a:lnTo>
                  <a:pt x="1708795" y="1110377"/>
                </a:lnTo>
                <a:lnTo>
                  <a:pt x="1742132" y="1110272"/>
                </a:lnTo>
                <a:lnTo>
                  <a:pt x="1775460" y="1110120"/>
                </a:lnTo>
                <a:lnTo>
                  <a:pt x="1808798" y="1109901"/>
                </a:lnTo>
                <a:lnTo>
                  <a:pt x="1842125" y="1109624"/>
                </a:lnTo>
                <a:lnTo>
                  <a:pt x="1875453" y="1109291"/>
                </a:lnTo>
                <a:lnTo>
                  <a:pt x="1908791" y="1108901"/>
                </a:lnTo>
                <a:lnTo>
                  <a:pt x="1942119" y="1108453"/>
                </a:lnTo>
                <a:lnTo>
                  <a:pt x="1975447" y="1107929"/>
                </a:lnTo>
                <a:lnTo>
                  <a:pt x="2008775" y="1107348"/>
                </a:lnTo>
                <a:lnTo>
                  <a:pt x="2042103" y="1106700"/>
                </a:lnTo>
                <a:lnTo>
                  <a:pt x="2075431" y="1105976"/>
                </a:lnTo>
                <a:lnTo>
                  <a:pt x="2108749" y="1105186"/>
                </a:lnTo>
                <a:lnTo>
                  <a:pt x="2142068" y="1104329"/>
                </a:lnTo>
                <a:lnTo>
                  <a:pt x="2175396" y="1103386"/>
                </a:lnTo>
                <a:lnTo>
                  <a:pt x="2208705" y="1102357"/>
                </a:lnTo>
                <a:lnTo>
                  <a:pt x="2242023" y="1101252"/>
                </a:lnTo>
                <a:lnTo>
                  <a:pt x="2275332" y="1100042"/>
                </a:lnTo>
                <a:lnTo>
                  <a:pt x="2308641" y="1098747"/>
                </a:lnTo>
                <a:lnTo>
                  <a:pt x="2341950" y="1097337"/>
                </a:lnTo>
                <a:lnTo>
                  <a:pt x="2375240" y="1095813"/>
                </a:lnTo>
                <a:lnTo>
                  <a:pt x="2408539" y="1094175"/>
                </a:lnTo>
                <a:lnTo>
                  <a:pt x="2441819" y="1092384"/>
                </a:lnTo>
                <a:lnTo>
                  <a:pt x="2475100" y="1090451"/>
                </a:lnTo>
                <a:lnTo>
                  <a:pt x="2508361" y="1088346"/>
                </a:lnTo>
                <a:lnTo>
                  <a:pt x="2541613" y="1086041"/>
                </a:lnTo>
                <a:lnTo>
                  <a:pt x="2574855" y="1083516"/>
                </a:lnTo>
                <a:lnTo>
                  <a:pt x="2608069" y="1080726"/>
                </a:lnTo>
                <a:lnTo>
                  <a:pt x="2641254" y="1077611"/>
                </a:lnTo>
                <a:lnTo>
                  <a:pt x="2674401" y="1074087"/>
                </a:lnTo>
                <a:lnTo>
                  <a:pt x="2707491" y="1070039"/>
                </a:lnTo>
                <a:lnTo>
                  <a:pt x="2740476" y="1065247"/>
                </a:lnTo>
                <a:lnTo>
                  <a:pt x="2773270" y="1059313"/>
                </a:lnTo>
                <a:lnTo>
                  <a:pt x="2805579" y="1051179"/>
                </a:lnTo>
                <a:lnTo>
                  <a:pt x="2833926" y="1034996"/>
                </a:lnTo>
                <a:lnTo>
                  <a:pt x="2847737" y="1004773"/>
                </a:lnTo>
                <a:lnTo>
                  <a:pt x="2862243" y="974769"/>
                </a:lnTo>
                <a:lnTo>
                  <a:pt x="2876760" y="944756"/>
                </a:lnTo>
                <a:lnTo>
                  <a:pt x="2891276" y="914752"/>
                </a:lnTo>
                <a:lnTo>
                  <a:pt x="2905792" y="884749"/>
                </a:lnTo>
                <a:lnTo>
                  <a:pt x="2920308" y="854735"/>
                </a:lnTo>
                <a:lnTo>
                  <a:pt x="2934824" y="824732"/>
                </a:lnTo>
                <a:lnTo>
                  <a:pt x="2949340" y="794728"/>
                </a:lnTo>
                <a:lnTo>
                  <a:pt x="2963847" y="764715"/>
                </a:lnTo>
                <a:lnTo>
                  <a:pt x="2978363" y="734711"/>
                </a:lnTo>
                <a:lnTo>
                  <a:pt x="2992879" y="704707"/>
                </a:lnTo>
                <a:lnTo>
                  <a:pt x="3007395" y="674694"/>
                </a:lnTo>
                <a:lnTo>
                  <a:pt x="3021911" y="644690"/>
                </a:lnTo>
                <a:lnTo>
                  <a:pt x="3036427" y="614686"/>
                </a:lnTo>
                <a:lnTo>
                  <a:pt x="3050934" y="584673"/>
                </a:lnTo>
                <a:lnTo>
                  <a:pt x="3065450" y="554669"/>
                </a:lnTo>
                <a:lnTo>
                  <a:pt x="3079966" y="524666"/>
                </a:lnTo>
                <a:lnTo>
                  <a:pt x="3094482" y="494652"/>
                </a:lnTo>
                <a:lnTo>
                  <a:pt x="3108998" y="464649"/>
                </a:lnTo>
                <a:lnTo>
                  <a:pt x="3123514" y="434645"/>
                </a:lnTo>
                <a:lnTo>
                  <a:pt x="3138021" y="404632"/>
                </a:lnTo>
                <a:lnTo>
                  <a:pt x="3152537" y="374628"/>
                </a:lnTo>
                <a:lnTo>
                  <a:pt x="3167053" y="344624"/>
                </a:lnTo>
                <a:lnTo>
                  <a:pt x="3181569" y="314611"/>
                </a:lnTo>
                <a:lnTo>
                  <a:pt x="3196085" y="284607"/>
                </a:lnTo>
                <a:lnTo>
                  <a:pt x="3210601" y="254603"/>
                </a:lnTo>
                <a:lnTo>
                  <a:pt x="3225108" y="224590"/>
                </a:lnTo>
                <a:lnTo>
                  <a:pt x="3239624" y="194586"/>
                </a:lnTo>
                <a:lnTo>
                  <a:pt x="3254140" y="164582"/>
                </a:lnTo>
                <a:lnTo>
                  <a:pt x="3268656" y="134569"/>
                </a:lnTo>
                <a:lnTo>
                  <a:pt x="3283172" y="104565"/>
                </a:lnTo>
                <a:lnTo>
                  <a:pt x="3297688" y="74562"/>
                </a:lnTo>
                <a:lnTo>
                  <a:pt x="3312204" y="44548"/>
                </a:lnTo>
                <a:lnTo>
                  <a:pt x="3326711" y="14545"/>
                </a:lnTo>
                <a:lnTo>
                  <a:pt x="3321415" y="10773"/>
                </a:lnTo>
                <a:lnTo>
                  <a:pt x="3289421" y="19955"/>
                </a:lnTo>
                <a:lnTo>
                  <a:pt x="3256626" y="25898"/>
                </a:lnTo>
                <a:lnTo>
                  <a:pt x="3223612" y="30518"/>
                </a:lnTo>
                <a:lnTo>
                  <a:pt x="3190504" y="34376"/>
                </a:lnTo>
                <a:lnTo>
                  <a:pt x="3157337" y="37719"/>
                </a:lnTo>
                <a:lnTo>
                  <a:pt x="3124143" y="40681"/>
                </a:lnTo>
                <a:lnTo>
                  <a:pt x="3090910" y="43339"/>
                </a:lnTo>
                <a:lnTo>
                  <a:pt x="3057668" y="45768"/>
                </a:lnTo>
                <a:lnTo>
                  <a:pt x="3024407" y="47996"/>
                </a:lnTo>
                <a:lnTo>
                  <a:pt x="2991136" y="50044"/>
                </a:lnTo>
                <a:lnTo>
                  <a:pt x="2957865" y="51949"/>
                </a:lnTo>
                <a:lnTo>
                  <a:pt x="2924575" y="53740"/>
                </a:lnTo>
                <a:lnTo>
                  <a:pt x="2891285" y="55397"/>
                </a:lnTo>
                <a:lnTo>
                  <a:pt x="2857986" y="56960"/>
                </a:lnTo>
                <a:lnTo>
                  <a:pt x="2824686" y="58426"/>
                </a:lnTo>
                <a:lnTo>
                  <a:pt x="2791387" y="59817"/>
                </a:lnTo>
                <a:lnTo>
                  <a:pt x="2758078" y="61122"/>
                </a:lnTo>
                <a:lnTo>
                  <a:pt x="2724769" y="62360"/>
                </a:lnTo>
                <a:lnTo>
                  <a:pt x="2691451" y="63522"/>
                </a:lnTo>
                <a:lnTo>
                  <a:pt x="2658142" y="64627"/>
                </a:lnTo>
                <a:lnTo>
                  <a:pt x="2624823" y="65665"/>
                </a:lnTo>
                <a:lnTo>
                  <a:pt x="2591505" y="66656"/>
                </a:lnTo>
                <a:lnTo>
                  <a:pt x="2558186" y="67589"/>
                </a:lnTo>
                <a:lnTo>
                  <a:pt x="2524858" y="68475"/>
                </a:lnTo>
                <a:lnTo>
                  <a:pt x="2491540" y="69323"/>
                </a:lnTo>
                <a:lnTo>
                  <a:pt x="2458222" y="70114"/>
                </a:lnTo>
                <a:lnTo>
                  <a:pt x="2424894" y="70856"/>
                </a:lnTo>
                <a:lnTo>
                  <a:pt x="2391566" y="71571"/>
                </a:lnTo>
                <a:lnTo>
                  <a:pt x="2358238" y="72228"/>
                </a:lnTo>
                <a:lnTo>
                  <a:pt x="2324910" y="72857"/>
                </a:lnTo>
                <a:lnTo>
                  <a:pt x="2291582" y="73447"/>
                </a:lnTo>
                <a:lnTo>
                  <a:pt x="2258254" y="74000"/>
                </a:lnTo>
                <a:lnTo>
                  <a:pt x="2224926" y="74524"/>
                </a:lnTo>
                <a:lnTo>
                  <a:pt x="2191598" y="75009"/>
                </a:lnTo>
                <a:lnTo>
                  <a:pt x="2158270" y="75457"/>
                </a:lnTo>
                <a:lnTo>
                  <a:pt x="2124942" y="75876"/>
                </a:lnTo>
                <a:lnTo>
                  <a:pt x="2091604" y="76267"/>
                </a:lnTo>
                <a:lnTo>
                  <a:pt x="2058276" y="76619"/>
                </a:lnTo>
                <a:lnTo>
                  <a:pt x="2024948" y="76943"/>
                </a:lnTo>
                <a:lnTo>
                  <a:pt x="1991611" y="77238"/>
                </a:lnTo>
                <a:lnTo>
                  <a:pt x="1958283" y="77495"/>
                </a:lnTo>
                <a:lnTo>
                  <a:pt x="1924945" y="77734"/>
                </a:lnTo>
                <a:lnTo>
                  <a:pt x="1891617" y="77943"/>
                </a:lnTo>
                <a:lnTo>
                  <a:pt x="1858280" y="78115"/>
                </a:lnTo>
                <a:lnTo>
                  <a:pt x="1824952" y="78267"/>
                </a:lnTo>
                <a:lnTo>
                  <a:pt x="1791614" y="78381"/>
                </a:lnTo>
                <a:lnTo>
                  <a:pt x="1758286" y="78476"/>
                </a:lnTo>
                <a:lnTo>
                  <a:pt x="1724949" y="78534"/>
                </a:lnTo>
                <a:lnTo>
                  <a:pt x="1691621" y="78572"/>
                </a:lnTo>
                <a:lnTo>
                  <a:pt x="1658283" y="78581"/>
                </a:lnTo>
                <a:lnTo>
                  <a:pt x="1624955" y="78562"/>
                </a:lnTo>
                <a:lnTo>
                  <a:pt x="1591618" y="78505"/>
                </a:lnTo>
                <a:lnTo>
                  <a:pt x="1558290" y="78429"/>
                </a:lnTo>
                <a:lnTo>
                  <a:pt x="1524953" y="78324"/>
                </a:lnTo>
                <a:lnTo>
                  <a:pt x="1491625" y="78191"/>
                </a:lnTo>
                <a:lnTo>
                  <a:pt x="1458287" y="78029"/>
                </a:lnTo>
                <a:lnTo>
                  <a:pt x="1424959" y="77838"/>
                </a:lnTo>
                <a:lnTo>
                  <a:pt x="1391622" y="77619"/>
                </a:lnTo>
                <a:lnTo>
                  <a:pt x="1358294" y="77372"/>
                </a:lnTo>
                <a:lnTo>
                  <a:pt x="1324966" y="77086"/>
                </a:lnTo>
                <a:lnTo>
                  <a:pt x="1291628" y="76781"/>
                </a:lnTo>
                <a:lnTo>
                  <a:pt x="1258300" y="76438"/>
                </a:lnTo>
                <a:lnTo>
                  <a:pt x="1224972" y="76067"/>
                </a:lnTo>
                <a:lnTo>
                  <a:pt x="1191635" y="75667"/>
                </a:lnTo>
                <a:lnTo>
                  <a:pt x="1158307" y="75228"/>
                </a:lnTo>
                <a:lnTo>
                  <a:pt x="1124979" y="74762"/>
                </a:lnTo>
                <a:lnTo>
                  <a:pt x="1091651" y="74266"/>
                </a:lnTo>
                <a:lnTo>
                  <a:pt x="1058323" y="73724"/>
                </a:lnTo>
                <a:lnTo>
                  <a:pt x="1024995" y="73152"/>
                </a:lnTo>
                <a:lnTo>
                  <a:pt x="991667" y="72542"/>
                </a:lnTo>
                <a:lnTo>
                  <a:pt x="958339" y="71895"/>
                </a:lnTo>
                <a:lnTo>
                  <a:pt x="925011" y="71199"/>
                </a:lnTo>
                <a:lnTo>
                  <a:pt x="891683" y="70475"/>
                </a:lnTo>
                <a:lnTo>
                  <a:pt x="858364" y="69704"/>
                </a:lnTo>
                <a:lnTo>
                  <a:pt x="825036" y="68885"/>
                </a:lnTo>
                <a:lnTo>
                  <a:pt x="791718" y="68028"/>
                </a:lnTo>
                <a:lnTo>
                  <a:pt x="758400" y="67113"/>
                </a:lnTo>
                <a:lnTo>
                  <a:pt x="725081" y="66151"/>
                </a:lnTo>
                <a:lnTo>
                  <a:pt x="691763" y="65132"/>
                </a:lnTo>
                <a:lnTo>
                  <a:pt x="658444" y="64056"/>
                </a:lnTo>
                <a:lnTo>
                  <a:pt x="625135" y="62922"/>
                </a:lnTo>
                <a:lnTo>
                  <a:pt x="591817" y="61722"/>
                </a:lnTo>
                <a:lnTo>
                  <a:pt x="558508" y="60455"/>
                </a:lnTo>
                <a:lnTo>
                  <a:pt x="525209" y="59112"/>
                </a:lnTo>
                <a:lnTo>
                  <a:pt x="491900" y="57693"/>
                </a:lnTo>
                <a:lnTo>
                  <a:pt x="458600" y="56169"/>
                </a:lnTo>
                <a:lnTo>
                  <a:pt x="425310" y="54550"/>
                </a:lnTo>
                <a:lnTo>
                  <a:pt x="392020" y="52826"/>
                </a:lnTo>
                <a:lnTo>
                  <a:pt x="358740" y="50987"/>
                </a:lnTo>
                <a:lnTo>
                  <a:pt x="325469" y="49006"/>
                </a:lnTo>
                <a:lnTo>
                  <a:pt x="292198" y="46873"/>
                </a:lnTo>
                <a:lnTo>
                  <a:pt x="258947" y="44548"/>
                </a:lnTo>
                <a:lnTo>
                  <a:pt x="225714" y="42005"/>
                </a:lnTo>
                <a:lnTo>
                  <a:pt x="192500" y="39195"/>
                </a:lnTo>
                <a:lnTo>
                  <a:pt x="159315" y="36052"/>
                </a:lnTo>
                <a:lnTo>
                  <a:pt x="126178" y="32471"/>
                </a:lnTo>
                <a:lnTo>
                  <a:pt x="93107" y="28251"/>
                </a:lnTo>
                <a:lnTo>
                  <a:pt x="60188" y="23060"/>
                </a:lnTo>
                <a:lnTo>
                  <a:pt x="27642" y="15926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46" name="funnel-step-cap-0">
            <a:extLst xmlns:a="http://schemas.openxmlformats.org/drawingml/2006/main">
              <a:ext uri="{FF2B5EF4-FFF2-40B4-BE49-F238E27FC236}">
                <a16:creationId xmlns:a16="http://schemas.microsoft.com/office/drawing/2014/main" id="{20425B68-672D-4CDF-83A3-896C15609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52750" y="2390775"/>
            <a:ext cx="33337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47" name="funnel-step-body-1">
            <a:extLst xmlns:a="http://schemas.openxmlformats.org/drawingml/2006/main">
              <a:ext uri="{FF2B5EF4-FFF2-40B4-BE49-F238E27FC236}">
                <a16:creationId xmlns:a16="http://schemas.microsoft.com/office/drawing/2014/main" id="{DCE1FE5D-53D8-4362-983F-30B1D1C40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451860" y="3727418"/>
            <a:ext cx="2334397" cy="1110520"/>
          </a:xfrm>
          <a:custGeom xmlns:a="http://schemas.openxmlformats.org/drawingml/2006/main">
            <a:pathLst>
              <a:path w="2334397" h="1110520">
                <a:moveTo>
                  <a:pt x="0" y="0"/>
                </a:moveTo>
                <a:lnTo>
                  <a:pt x="8906" y="24060"/>
                </a:lnTo>
                <a:lnTo>
                  <a:pt x="17812" y="48120"/>
                </a:lnTo>
                <a:lnTo>
                  <a:pt x="26718" y="72180"/>
                </a:lnTo>
                <a:lnTo>
                  <a:pt x="35633" y="96241"/>
                </a:lnTo>
                <a:lnTo>
                  <a:pt x="44539" y="120301"/>
                </a:lnTo>
                <a:lnTo>
                  <a:pt x="53445" y="144361"/>
                </a:lnTo>
                <a:lnTo>
                  <a:pt x="62351" y="168412"/>
                </a:lnTo>
                <a:lnTo>
                  <a:pt x="71257" y="192472"/>
                </a:lnTo>
                <a:lnTo>
                  <a:pt x="80162" y="216532"/>
                </a:lnTo>
                <a:lnTo>
                  <a:pt x="89078" y="240592"/>
                </a:lnTo>
                <a:lnTo>
                  <a:pt x="97984" y="264652"/>
                </a:lnTo>
                <a:lnTo>
                  <a:pt x="106890" y="288712"/>
                </a:lnTo>
                <a:lnTo>
                  <a:pt x="115795" y="312772"/>
                </a:lnTo>
                <a:lnTo>
                  <a:pt x="124701" y="336833"/>
                </a:lnTo>
                <a:lnTo>
                  <a:pt x="133607" y="360893"/>
                </a:lnTo>
                <a:lnTo>
                  <a:pt x="142513" y="384953"/>
                </a:lnTo>
                <a:lnTo>
                  <a:pt x="151428" y="409013"/>
                </a:lnTo>
                <a:lnTo>
                  <a:pt x="160334" y="433073"/>
                </a:lnTo>
                <a:lnTo>
                  <a:pt x="169240" y="457124"/>
                </a:lnTo>
                <a:lnTo>
                  <a:pt x="178146" y="481184"/>
                </a:lnTo>
                <a:lnTo>
                  <a:pt x="187052" y="505244"/>
                </a:lnTo>
                <a:lnTo>
                  <a:pt x="195958" y="529304"/>
                </a:lnTo>
                <a:lnTo>
                  <a:pt x="204873" y="553364"/>
                </a:lnTo>
                <a:lnTo>
                  <a:pt x="213779" y="577425"/>
                </a:lnTo>
                <a:lnTo>
                  <a:pt x="222685" y="601485"/>
                </a:lnTo>
                <a:lnTo>
                  <a:pt x="231591" y="625545"/>
                </a:lnTo>
                <a:lnTo>
                  <a:pt x="240497" y="649605"/>
                </a:lnTo>
                <a:lnTo>
                  <a:pt x="249403" y="673665"/>
                </a:lnTo>
                <a:lnTo>
                  <a:pt x="258308" y="697725"/>
                </a:lnTo>
                <a:lnTo>
                  <a:pt x="267224" y="721785"/>
                </a:lnTo>
                <a:lnTo>
                  <a:pt x="276130" y="745846"/>
                </a:lnTo>
                <a:lnTo>
                  <a:pt x="285036" y="769896"/>
                </a:lnTo>
                <a:lnTo>
                  <a:pt x="293942" y="793956"/>
                </a:lnTo>
                <a:lnTo>
                  <a:pt x="302847" y="818017"/>
                </a:lnTo>
                <a:lnTo>
                  <a:pt x="311753" y="842077"/>
                </a:lnTo>
                <a:lnTo>
                  <a:pt x="320669" y="866137"/>
                </a:lnTo>
                <a:lnTo>
                  <a:pt x="329575" y="890197"/>
                </a:lnTo>
                <a:lnTo>
                  <a:pt x="338480" y="914257"/>
                </a:lnTo>
                <a:lnTo>
                  <a:pt x="347386" y="938317"/>
                </a:lnTo>
                <a:lnTo>
                  <a:pt x="356292" y="962377"/>
                </a:lnTo>
                <a:lnTo>
                  <a:pt x="365198" y="986438"/>
                </a:lnTo>
                <a:lnTo>
                  <a:pt x="374113" y="1010498"/>
                </a:lnTo>
                <a:lnTo>
                  <a:pt x="382419" y="1034691"/>
                </a:lnTo>
                <a:lnTo>
                  <a:pt x="401222" y="1051093"/>
                </a:lnTo>
                <a:lnTo>
                  <a:pt x="425263" y="1059990"/>
                </a:lnTo>
                <a:lnTo>
                  <a:pt x="450094" y="1066438"/>
                </a:lnTo>
                <a:lnTo>
                  <a:pt x="475221" y="1071591"/>
                </a:lnTo>
                <a:lnTo>
                  <a:pt x="500510" y="1075925"/>
                </a:lnTo>
                <a:lnTo>
                  <a:pt x="525885" y="1079659"/>
                </a:lnTo>
                <a:lnTo>
                  <a:pt x="551326" y="1082954"/>
                </a:lnTo>
                <a:lnTo>
                  <a:pt x="576815" y="1085879"/>
                </a:lnTo>
                <a:lnTo>
                  <a:pt x="602332" y="1088517"/>
                </a:lnTo>
                <a:lnTo>
                  <a:pt x="627878" y="1090898"/>
                </a:lnTo>
                <a:lnTo>
                  <a:pt x="653444" y="1093060"/>
                </a:lnTo>
                <a:lnTo>
                  <a:pt x="679028" y="1095032"/>
                </a:lnTo>
                <a:lnTo>
                  <a:pt x="704612" y="1096842"/>
                </a:lnTo>
                <a:lnTo>
                  <a:pt x="730215" y="1098490"/>
                </a:lnTo>
                <a:lnTo>
                  <a:pt x="755828" y="1099995"/>
                </a:lnTo>
                <a:lnTo>
                  <a:pt x="781450" y="1101376"/>
                </a:lnTo>
                <a:lnTo>
                  <a:pt x="807072" y="1102633"/>
                </a:lnTo>
                <a:lnTo>
                  <a:pt x="832704" y="1103786"/>
                </a:lnTo>
                <a:lnTo>
                  <a:pt x="858336" y="1104824"/>
                </a:lnTo>
                <a:lnTo>
                  <a:pt x="883977" y="1105767"/>
                </a:lnTo>
                <a:lnTo>
                  <a:pt x="909618" y="1106615"/>
                </a:lnTo>
                <a:lnTo>
                  <a:pt x="935260" y="1107377"/>
                </a:lnTo>
                <a:lnTo>
                  <a:pt x="960901" y="1108043"/>
                </a:lnTo>
                <a:lnTo>
                  <a:pt x="986552" y="1108634"/>
                </a:lnTo>
                <a:lnTo>
                  <a:pt x="1012203" y="1109129"/>
                </a:lnTo>
                <a:lnTo>
                  <a:pt x="1037854" y="1109558"/>
                </a:lnTo>
                <a:lnTo>
                  <a:pt x="1063504" y="1109901"/>
                </a:lnTo>
                <a:lnTo>
                  <a:pt x="1089165" y="1110167"/>
                </a:lnTo>
                <a:lnTo>
                  <a:pt x="1114816" y="1110358"/>
                </a:lnTo>
                <a:lnTo>
                  <a:pt x="1140476" y="1110472"/>
                </a:lnTo>
                <a:lnTo>
                  <a:pt x="1166127" y="1110520"/>
                </a:lnTo>
                <a:lnTo>
                  <a:pt x="1191787" y="1110482"/>
                </a:lnTo>
                <a:lnTo>
                  <a:pt x="1217438" y="1110377"/>
                </a:lnTo>
                <a:lnTo>
                  <a:pt x="1243089" y="1110196"/>
                </a:lnTo>
                <a:lnTo>
                  <a:pt x="1268749" y="1109939"/>
                </a:lnTo>
                <a:lnTo>
                  <a:pt x="1294400" y="1109605"/>
                </a:lnTo>
                <a:lnTo>
                  <a:pt x="1320051" y="1109186"/>
                </a:lnTo>
                <a:lnTo>
                  <a:pt x="1345702" y="1108700"/>
                </a:lnTo>
                <a:lnTo>
                  <a:pt x="1371352" y="1108119"/>
                </a:lnTo>
                <a:lnTo>
                  <a:pt x="1396994" y="1107462"/>
                </a:lnTo>
                <a:lnTo>
                  <a:pt x="1422644" y="1106719"/>
                </a:lnTo>
                <a:lnTo>
                  <a:pt x="1448286" y="1105881"/>
                </a:lnTo>
                <a:lnTo>
                  <a:pt x="1473927" y="1104957"/>
                </a:lnTo>
                <a:lnTo>
                  <a:pt x="1499559" y="1103919"/>
                </a:lnTo>
                <a:lnTo>
                  <a:pt x="1525191" y="1102795"/>
                </a:lnTo>
                <a:lnTo>
                  <a:pt x="1550813" y="1101547"/>
                </a:lnTo>
                <a:lnTo>
                  <a:pt x="1576435" y="1100185"/>
                </a:lnTo>
                <a:lnTo>
                  <a:pt x="1602048" y="1098690"/>
                </a:lnTo>
                <a:lnTo>
                  <a:pt x="1627642" y="1097051"/>
                </a:lnTo>
                <a:lnTo>
                  <a:pt x="1653235" y="1095280"/>
                </a:lnTo>
                <a:lnTo>
                  <a:pt x="1678819" y="1093327"/>
                </a:lnTo>
                <a:lnTo>
                  <a:pt x="1704384" y="1091184"/>
                </a:lnTo>
                <a:lnTo>
                  <a:pt x="1729931" y="1088831"/>
                </a:lnTo>
                <a:lnTo>
                  <a:pt x="1755458" y="1086231"/>
                </a:lnTo>
                <a:lnTo>
                  <a:pt x="1780946" y="1083345"/>
                </a:lnTo>
                <a:lnTo>
                  <a:pt x="1806397" y="1080106"/>
                </a:lnTo>
                <a:lnTo>
                  <a:pt x="1831791" y="1076430"/>
                </a:lnTo>
                <a:lnTo>
                  <a:pt x="1857089" y="1072182"/>
                </a:lnTo>
                <a:lnTo>
                  <a:pt x="1882245" y="1067152"/>
                </a:lnTo>
                <a:lnTo>
                  <a:pt x="1907124" y="1060914"/>
                </a:lnTo>
                <a:lnTo>
                  <a:pt x="1931327" y="1052455"/>
                </a:lnTo>
                <a:lnTo>
                  <a:pt x="1951853" y="1037711"/>
                </a:lnTo>
                <a:lnTo>
                  <a:pt x="1960283" y="1013565"/>
                </a:lnTo>
                <a:lnTo>
                  <a:pt x="1969189" y="989505"/>
                </a:lnTo>
                <a:lnTo>
                  <a:pt x="1978095" y="965444"/>
                </a:lnTo>
                <a:lnTo>
                  <a:pt x="1987010" y="941384"/>
                </a:lnTo>
                <a:lnTo>
                  <a:pt x="1995916" y="917324"/>
                </a:lnTo>
                <a:lnTo>
                  <a:pt x="2004822" y="893274"/>
                </a:lnTo>
                <a:lnTo>
                  <a:pt x="2013728" y="869213"/>
                </a:lnTo>
                <a:lnTo>
                  <a:pt x="2022634" y="845153"/>
                </a:lnTo>
                <a:lnTo>
                  <a:pt x="2031540" y="821093"/>
                </a:lnTo>
                <a:lnTo>
                  <a:pt x="2040455" y="797033"/>
                </a:lnTo>
                <a:lnTo>
                  <a:pt x="2049361" y="772973"/>
                </a:lnTo>
                <a:lnTo>
                  <a:pt x="2058267" y="748913"/>
                </a:lnTo>
                <a:lnTo>
                  <a:pt x="2067173" y="724853"/>
                </a:lnTo>
                <a:lnTo>
                  <a:pt x="2076079" y="700792"/>
                </a:lnTo>
                <a:lnTo>
                  <a:pt x="2084984" y="676732"/>
                </a:lnTo>
                <a:lnTo>
                  <a:pt x="2093890" y="652672"/>
                </a:lnTo>
                <a:lnTo>
                  <a:pt x="2102806" y="628612"/>
                </a:lnTo>
                <a:lnTo>
                  <a:pt x="2111712" y="604552"/>
                </a:lnTo>
                <a:lnTo>
                  <a:pt x="2120617" y="580501"/>
                </a:lnTo>
                <a:lnTo>
                  <a:pt x="2129523" y="556441"/>
                </a:lnTo>
                <a:lnTo>
                  <a:pt x="2138429" y="532381"/>
                </a:lnTo>
                <a:lnTo>
                  <a:pt x="2147335" y="508321"/>
                </a:lnTo>
                <a:lnTo>
                  <a:pt x="2156250" y="484261"/>
                </a:lnTo>
                <a:lnTo>
                  <a:pt x="2165156" y="460200"/>
                </a:lnTo>
                <a:lnTo>
                  <a:pt x="2174062" y="436140"/>
                </a:lnTo>
                <a:lnTo>
                  <a:pt x="2182968" y="412080"/>
                </a:lnTo>
                <a:lnTo>
                  <a:pt x="2191874" y="388020"/>
                </a:lnTo>
                <a:lnTo>
                  <a:pt x="2200780" y="363960"/>
                </a:lnTo>
                <a:lnTo>
                  <a:pt x="2209686" y="339900"/>
                </a:lnTo>
                <a:lnTo>
                  <a:pt x="2218601" y="315839"/>
                </a:lnTo>
                <a:lnTo>
                  <a:pt x="2227507" y="291779"/>
                </a:lnTo>
                <a:lnTo>
                  <a:pt x="2236413" y="267729"/>
                </a:lnTo>
                <a:lnTo>
                  <a:pt x="2245319" y="243669"/>
                </a:lnTo>
                <a:lnTo>
                  <a:pt x="2254225" y="219608"/>
                </a:lnTo>
                <a:lnTo>
                  <a:pt x="2263130" y="195548"/>
                </a:lnTo>
                <a:lnTo>
                  <a:pt x="2272046" y="171488"/>
                </a:lnTo>
                <a:lnTo>
                  <a:pt x="2280952" y="147428"/>
                </a:lnTo>
                <a:lnTo>
                  <a:pt x="2289858" y="123368"/>
                </a:lnTo>
                <a:lnTo>
                  <a:pt x="2298764" y="99308"/>
                </a:lnTo>
                <a:lnTo>
                  <a:pt x="2307669" y="75248"/>
                </a:lnTo>
                <a:lnTo>
                  <a:pt x="2316575" y="51187"/>
                </a:lnTo>
                <a:lnTo>
                  <a:pt x="2325481" y="27127"/>
                </a:lnTo>
                <a:lnTo>
                  <a:pt x="2334397" y="3067"/>
                </a:lnTo>
                <a:lnTo>
                  <a:pt x="2319804" y="14411"/>
                </a:lnTo>
                <a:lnTo>
                  <a:pt x="2295487" y="22508"/>
                </a:lnTo>
                <a:lnTo>
                  <a:pt x="2270474" y="28223"/>
                </a:lnTo>
                <a:lnTo>
                  <a:pt x="2245233" y="32776"/>
                </a:lnTo>
                <a:lnTo>
                  <a:pt x="2219868" y="36624"/>
                </a:lnTo>
                <a:lnTo>
                  <a:pt x="2194427" y="39976"/>
                </a:lnTo>
                <a:lnTo>
                  <a:pt x="2168947" y="42958"/>
                </a:lnTo>
                <a:lnTo>
                  <a:pt x="2143430" y="45634"/>
                </a:lnTo>
                <a:lnTo>
                  <a:pt x="2117893" y="48073"/>
                </a:lnTo>
                <a:lnTo>
                  <a:pt x="2092338" y="50311"/>
                </a:lnTo>
                <a:lnTo>
                  <a:pt x="2066763" y="52378"/>
                </a:lnTo>
                <a:lnTo>
                  <a:pt x="2041179" y="54293"/>
                </a:lnTo>
                <a:lnTo>
                  <a:pt x="2015585" y="56074"/>
                </a:lnTo>
                <a:lnTo>
                  <a:pt x="1989992" y="57750"/>
                </a:lnTo>
                <a:lnTo>
                  <a:pt x="1964379" y="59303"/>
                </a:lnTo>
                <a:lnTo>
                  <a:pt x="1938766" y="60760"/>
                </a:lnTo>
                <a:lnTo>
                  <a:pt x="1913144" y="62132"/>
                </a:lnTo>
                <a:lnTo>
                  <a:pt x="1887522" y="63427"/>
                </a:lnTo>
                <a:lnTo>
                  <a:pt x="1861899" y="64637"/>
                </a:lnTo>
                <a:lnTo>
                  <a:pt x="1836268" y="65780"/>
                </a:lnTo>
                <a:lnTo>
                  <a:pt x="1810636" y="66856"/>
                </a:lnTo>
                <a:lnTo>
                  <a:pt x="1785004" y="67866"/>
                </a:lnTo>
                <a:lnTo>
                  <a:pt x="1759363" y="68818"/>
                </a:lnTo>
                <a:lnTo>
                  <a:pt x="1733721" y="69723"/>
                </a:lnTo>
                <a:lnTo>
                  <a:pt x="1708080" y="70561"/>
                </a:lnTo>
                <a:lnTo>
                  <a:pt x="1682439" y="71352"/>
                </a:lnTo>
                <a:lnTo>
                  <a:pt x="1656798" y="72104"/>
                </a:lnTo>
                <a:lnTo>
                  <a:pt x="1631147" y="72800"/>
                </a:lnTo>
                <a:lnTo>
                  <a:pt x="1605505" y="73447"/>
                </a:lnTo>
                <a:lnTo>
                  <a:pt x="1579855" y="74057"/>
                </a:lnTo>
                <a:lnTo>
                  <a:pt x="1554204" y="74619"/>
                </a:lnTo>
                <a:lnTo>
                  <a:pt x="1528553" y="75143"/>
                </a:lnTo>
                <a:lnTo>
                  <a:pt x="1502902" y="75629"/>
                </a:lnTo>
                <a:lnTo>
                  <a:pt x="1477251" y="76067"/>
                </a:lnTo>
                <a:lnTo>
                  <a:pt x="1451600" y="76476"/>
                </a:lnTo>
                <a:lnTo>
                  <a:pt x="1425950" y="76848"/>
                </a:lnTo>
                <a:lnTo>
                  <a:pt x="1400299" y="77172"/>
                </a:lnTo>
                <a:lnTo>
                  <a:pt x="1374638" y="77467"/>
                </a:lnTo>
                <a:lnTo>
                  <a:pt x="1348988" y="77734"/>
                </a:lnTo>
                <a:lnTo>
                  <a:pt x="1323337" y="77953"/>
                </a:lnTo>
                <a:lnTo>
                  <a:pt x="1297676" y="78143"/>
                </a:lnTo>
                <a:lnTo>
                  <a:pt x="1272026" y="78296"/>
                </a:lnTo>
                <a:lnTo>
                  <a:pt x="1246365" y="78419"/>
                </a:lnTo>
                <a:lnTo>
                  <a:pt x="1220714" y="78505"/>
                </a:lnTo>
                <a:lnTo>
                  <a:pt x="1195054" y="78562"/>
                </a:lnTo>
                <a:lnTo>
                  <a:pt x="1169403" y="78581"/>
                </a:lnTo>
                <a:lnTo>
                  <a:pt x="1143743" y="78562"/>
                </a:lnTo>
                <a:lnTo>
                  <a:pt x="1118092" y="78515"/>
                </a:lnTo>
                <a:lnTo>
                  <a:pt x="1092441" y="78429"/>
                </a:lnTo>
                <a:lnTo>
                  <a:pt x="1066781" y="78315"/>
                </a:lnTo>
                <a:lnTo>
                  <a:pt x="1041130" y="78162"/>
                </a:lnTo>
                <a:lnTo>
                  <a:pt x="1015470" y="77981"/>
                </a:lnTo>
                <a:lnTo>
                  <a:pt x="989819" y="77762"/>
                </a:lnTo>
                <a:lnTo>
                  <a:pt x="964168" y="77505"/>
                </a:lnTo>
                <a:lnTo>
                  <a:pt x="938508" y="77219"/>
                </a:lnTo>
                <a:lnTo>
                  <a:pt x="912857" y="76886"/>
                </a:lnTo>
                <a:lnTo>
                  <a:pt x="887206" y="76524"/>
                </a:lnTo>
                <a:lnTo>
                  <a:pt x="861555" y="76124"/>
                </a:lnTo>
                <a:lnTo>
                  <a:pt x="835904" y="75686"/>
                </a:lnTo>
                <a:lnTo>
                  <a:pt x="810254" y="75209"/>
                </a:lnTo>
                <a:lnTo>
                  <a:pt x="784603" y="74686"/>
                </a:lnTo>
                <a:lnTo>
                  <a:pt x="758952" y="74133"/>
                </a:lnTo>
                <a:lnTo>
                  <a:pt x="733301" y="73533"/>
                </a:lnTo>
                <a:lnTo>
                  <a:pt x="707650" y="72885"/>
                </a:lnTo>
                <a:lnTo>
                  <a:pt x="682009" y="72190"/>
                </a:lnTo>
                <a:lnTo>
                  <a:pt x="656368" y="71457"/>
                </a:lnTo>
                <a:lnTo>
                  <a:pt x="630717" y="70666"/>
                </a:lnTo>
                <a:lnTo>
                  <a:pt x="605076" y="69828"/>
                </a:lnTo>
                <a:lnTo>
                  <a:pt x="579444" y="68942"/>
                </a:lnTo>
                <a:lnTo>
                  <a:pt x="553803" y="67989"/>
                </a:lnTo>
                <a:lnTo>
                  <a:pt x="528171" y="66989"/>
                </a:lnTo>
                <a:lnTo>
                  <a:pt x="502529" y="65923"/>
                </a:lnTo>
                <a:lnTo>
                  <a:pt x="476907" y="64789"/>
                </a:lnTo>
                <a:lnTo>
                  <a:pt x="451275" y="63589"/>
                </a:lnTo>
                <a:lnTo>
                  <a:pt x="425653" y="62303"/>
                </a:lnTo>
                <a:lnTo>
                  <a:pt x="400031" y="60941"/>
                </a:lnTo>
                <a:lnTo>
                  <a:pt x="374418" y="59493"/>
                </a:lnTo>
                <a:lnTo>
                  <a:pt x="348815" y="57950"/>
                </a:lnTo>
                <a:lnTo>
                  <a:pt x="323212" y="56302"/>
                </a:lnTo>
                <a:lnTo>
                  <a:pt x="297618" y="54521"/>
                </a:lnTo>
                <a:lnTo>
                  <a:pt x="272024" y="52635"/>
                </a:lnTo>
                <a:lnTo>
                  <a:pt x="246459" y="50587"/>
                </a:lnTo>
                <a:lnTo>
                  <a:pt x="220894" y="48368"/>
                </a:lnTo>
                <a:lnTo>
                  <a:pt x="195358" y="45958"/>
                </a:lnTo>
                <a:lnTo>
                  <a:pt x="169840" y="43310"/>
                </a:lnTo>
                <a:lnTo>
                  <a:pt x="144351" y="40376"/>
                </a:lnTo>
                <a:lnTo>
                  <a:pt x="118910" y="37081"/>
                </a:lnTo>
                <a:lnTo>
                  <a:pt x="93536" y="33309"/>
                </a:lnTo>
                <a:lnTo>
                  <a:pt x="68266" y="28851"/>
                </a:lnTo>
                <a:lnTo>
                  <a:pt x="43215" y="23327"/>
                </a:lnTo>
                <a:lnTo>
                  <a:pt x="18745" y="15678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48" name="funnel-step-cap-1">
            <a:extLst xmlns:a="http://schemas.openxmlformats.org/drawingml/2006/main">
              <a:ext uri="{FF2B5EF4-FFF2-40B4-BE49-F238E27FC236}">
                <a16:creationId xmlns:a16="http://schemas.microsoft.com/office/drawing/2014/main" id="{B8762605-1E07-4930-895A-70BB03AAC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451879" y="3603622"/>
            <a:ext cx="2335482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7EAC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49" name="funnel-step-body-2">
            <a:extLst xmlns:a="http://schemas.openxmlformats.org/drawingml/2006/main">
              <a:ext uri="{FF2B5EF4-FFF2-40B4-BE49-F238E27FC236}">
                <a16:creationId xmlns:a16="http://schemas.microsoft.com/office/drawing/2014/main" id="{02E1B055-1DCA-4328-8CC6-ECC26B9D5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833908" y="4940332"/>
            <a:ext cx="1570082" cy="1110425"/>
          </a:xfrm>
          <a:custGeom xmlns:a="http://schemas.openxmlformats.org/drawingml/2006/main">
            <a:pathLst>
              <a:path w="1570082" h="1110425">
                <a:moveTo>
                  <a:pt x="0" y="0"/>
                </a:moveTo>
                <a:lnTo>
                  <a:pt x="6239" y="18536"/>
                </a:lnTo>
                <a:lnTo>
                  <a:pt x="12487" y="37071"/>
                </a:lnTo>
                <a:lnTo>
                  <a:pt x="18726" y="55607"/>
                </a:lnTo>
                <a:lnTo>
                  <a:pt x="24975" y="74133"/>
                </a:lnTo>
                <a:lnTo>
                  <a:pt x="31213" y="92669"/>
                </a:lnTo>
                <a:lnTo>
                  <a:pt x="37462" y="111204"/>
                </a:lnTo>
                <a:lnTo>
                  <a:pt x="43701" y="129740"/>
                </a:lnTo>
                <a:lnTo>
                  <a:pt x="49949" y="148276"/>
                </a:lnTo>
                <a:lnTo>
                  <a:pt x="56188" y="166811"/>
                </a:lnTo>
                <a:lnTo>
                  <a:pt x="62427" y="185347"/>
                </a:lnTo>
                <a:lnTo>
                  <a:pt x="68675" y="203883"/>
                </a:lnTo>
                <a:lnTo>
                  <a:pt x="74914" y="222409"/>
                </a:lnTo>
                <a:lnTo>
                  <a:pt x="81163" y="240944"/>
                </a:lnTo>
                <a:lnTo>
                  <a:pt x="87401" y="259480"/>
                </a:lnTo>
                <a:lnTo>
                  <a:pt x="93650" y="278016"/>
                </a:lnTo>
                <a:lnTo>
                  <a:pt x="99889" y="296551"/>
                </a:lnTo>
                <a:lnTo>
                  <a:pt x="106137" y="315087"/>
                </a:lnTo>
                <a:lnTo>
                  <a:pt x="112376" y="333623"/>
                </a:lnTo>
                <a:lnTo>
                  <a:pt x="118615" y="352149"/>
                </a:lnTo>
                <a:lnTo>
                  <a:pt x="124863" y="370684"/>
                </a:lnTo>
                <a:lnTo>
                  <a:pt x="131102" y="389220"/>
                </a:lnTo>
                <a:lnTo>
                  <a:pt x="137351" y="407756"/>
                </a:lnTo>
                <a:lnTo>
                  <a:pt x="143589" y="426291"/>
                </a:lnTo>
                <a:lnTo>
                  <a:pt x="149838" y="444827"/>
                </a:lnTo>
                <a:lnTo>
                  <a:pt x="156077" y="463363"/>
                </a:lnTo>
                <a:lnTo>
                  <a:pt x="162325" y="481889"/>
                </a:lnTo>
                <a:lnTo>
                  <a:pt x="168564" y="500424"/>
                </a:lnTo>
                <a:lnTo>
                  <a:pt x="174812" y="518960"/>
                </a:lnTo>
                <a:lnTo>
                  <a:pt x="181051" y="537496"/>
                </a:lnTo>
                <a:lnTo>
                  <a:pt x="187290" y="556031"/>
                </a:lnTo>
                <a:lnTo>
                  <a:pt x="193538" y="574567"/>
                </a:lnTo>
                <a:lnTo>
                  <a:pt x="199777" y="593103"/>
                </a:lnTo>
                <a:lnTo>
                  <a:pt x="206026" y="611638"/>
                </a:lnTo>
                <a:lnTo>
                  <a:pt x="212265" y="630164"/>
                </a:lnTo>
                <a:lnTo>
                  <a:pt x="218513" y="648700"/>
                </a:lnTo>
                <a:lnTo>
                  <a:pt x="224752" y="667236"/>
                </a:lnTo>
                <a:lnTo>
                  <a:pt x="231000" y="685771"/>
                </a:lnTo>
                <a:lnTo>
                  <a:pt x="237239" y="704307"/>
                </a:lnTo>
                <a:lnTo>
                  <a:pt x="243478" y="722843"/>
                </a:lnTo>
                <a:lnTo>
                  <a:pt x="249726" y="741378"/>
                </a:lnTo>
                <a:lnTo>
                  <a:pt x="255965" y="759905"/>
                </a:lnTo>
                <a:lnTo>
                  <a:pt x="262214" y="778440"/>
                </a:lnTo>
                <a:lnTo>
                  <a:pt x="268453" y="796976"/>
                </a:lnTo>
                <a:lnTo>
                  <a:pt x="274701" y="815511"/>
                </a:lnTo>
                <a:lnTo>
                  <a:pt x="280940" y="834047"/>
                </a:lnTo>
                <a:lnTo>
                  <a:pt x="287188" y="852583"/>
                </a:lnTo>
                <a:lnTo>
                  <a:pt x="293427" y="871118"/>
                </a:lnTo>
                <a:lnTo>
                  <a:pt x="299666" y="889654"/>
                </a:lnTo>
                <a:lnTo>
                  <a:pt x="305914" y="908180"/>
                </a:lnTo>
                <a:lnTo>
                  <a:pt x="312153" y="926716"/>
                </a:lnTo>
                <a:lnTo>
                  <a:pt x="318402" y="945251"/>
                </a:lnTo>
                <a:lnTo>
                  <a:pt x="324641" y="963787"/>
                </a:lnTo>
                <a:lnTo>
                  <a:pt x="330889" y="982323"/>
                </a:lnTo>
                <a:lnTo>
                  <a:pt x="337128" y="1000858"/>
                </a:lnTo>
                <a:lnTo>
                  <a:pt x="343376" y="1019394"/>
                </a:lnTo>
                <a:lnTo>
                  <a:pt x="348653" y="1038139"/>
                </a:lnTo>
                <a:lnTo>
                  <a:pt x="360845" y="1053074"/>
                </a:lnTo>
                <a:lnTo>
                  <a:pt x="377695" y="1062923"/>
                </a:lnTo>
                <a:lnTo>
                  <a:pt x="395830" y="1070229"/>
                </a:lnTo>
                <a:lnTo>
                  <a:pt x="414490" y="1076068"/>
                </a:lnTo>
                <a:lnTo>
                  <a:pt x="433435" y="1080926"/>
                </a:lnTo>
                <a:lnTo>
                  <a:pt x="452552" y="1085069"/>
                </a:lnTo>
                <a:lnTo>
                  <a:pt x="471773" y="1088660"/>
                </a:lnTo>
                <a:lnTo>
                  <a:pt x="491080" y="1091803"/>
                </a:lnTo>
                <a:lnTo>
                  <a:pt x="510435" y="1094575"/>
                </a:lnTo>
                <a:lnTo>
                  <a:pt x="529838" y="1097032"/>
                </a:lnTo>
                <a:lnTo>
                  <a:pt x="549278" y="1099214"/>
                </a:lnTo>
                <a:lnTo>
                  <a:pt x="568738" y="1101147"/>
                </a:lnTo>
                <a:lnTo>
                  <a:pt x="588216" y="1102843"/>
                </a:lnTo>
                <a:lnTo>
                  <a:pt x="607724" y="1104348"/>
                </a:lnTo>
                <a:lnTo>
                  <a:pt x="627231" y="1105662"/>
                </a:lnTo>
                <a:lnTo>
                  <a:pt x="646757" y="1106795"/>
                </a:lnTo>
                <a:lnTo>
                  <a:pt x="666293" y="1107767"/>
                </a:lnTo>
                <a:lnTo>
                  <a:pt x="685829" y="1108577"/>
                </a:lnTo>
                <a:lnTo>
                  <a:pt x="705374" y="1109234"/>
                </a:lnTo>
                <a:lnTo>
                  <a:pt x="724929" y="1109748"/>
                </a:lnTo>
                <a:lnTo>
                  <a:pt x="744484" y="1110110"/>
                </a:lnTo>
                <a:lnTo>
                  <a:pt x="764038" y="1110339"/>
                </a:lnTo>
                <a:lnTo>
                  <a:pt x="783593" y="1110425"/>
                </a:lnTo>
                <a:lnTo>
                  <a:pt x="803158" y="1110367"/>
                </a:lnTo>
                <a:lnTo>
                  <a:pt x="822712" y="1110167"/>
                </a:lnTo>
                <a:lnTo>
                  <a:pt x="842267" y="1109834"/>
                </a:lnTo>
                <a:lnTo>
                  <a:pt x="861812" y="1109358"/>
                </a:lnTo>
                <a:lnTo>
                  <a:pt x="881367" y="1108729"/>
                </a:lnTo>
                <a:lnTo>
                  <a:pt x="900903" y="1107958"/>
                </a:lnTo>
                <a:lnTo>
                  <a:pt x="920439" y="1107024"/>
                </a:lnTo>
                <a:lnTo>
                  <a:pt x="939965" y="1105919"/>
                </a:lnTo>
                <a:lnTo>
                  <a:pt x="959482" y="1104643"/>
                </a:lnTo>
                <a:lnTo>
                  <a:pt x="978989" y="1103186"/>
                </a:lnTo>
                <a:lnTo>
                  <a:pt x="998477" y="1101528"/>
                </a:lnTo>
                <a:lnTo>
                  <a:pt x="1017937" y="1099642"/>
                </a:lnTo>
                <a:lnTo>
                  <a:pt x="1037387" y="1097528"/>
                </a:lnTo>
                <a:lnTo>
                  <a:pt x="1056789" y="1095137"/>
                </a:lnTo>
                <a:lnTo>
                  <a:pt x="1076163" y="1092432"/>
                </a:lnTo>
                <a:lnTo>
                  <a:pt x="1095480" y="1089374"/>
                </a:lnTo>
                <a:lnTo>
                  <a:pt x="1114720" y="1085888"/>
                </a:lnTo>
                <a:lnTo>
                  <a:pt x="1133866" y="1081878"/>
                </a:lnTo>
                <a:lnTo>
                  <a:pt x="1152849" y="1077192"/>
                </a:lnTo>
                <a:lnTo>
                  <a:pt x="1171594" y="1071601"/>
                </a:lnTo>
                <a:lnTo>
                  <a:pt x="1189873" y="1064676"/>
                </a:lnTo>
                <a:lnTo>
                  <a:pt x="1207132" y="1055522"/>
                </a:lnTo>
                <a:lnTo>
                  <a:pt x="1221010" y="1041978"/>
                </a:lnTo>
                <a:lnTo>
                  <a:pt x="1226706" y="1023414"/>
                </a:lnTo>
                <a:lnTo>
                  <a:pt x="1232954" y="1004878"/>
                </a:lnTo>
                <a:lnTo>
                  <a:pt x="1239193" y="986342"/>
                </a:lnTo>
                <a:lnTo>
                  <a:pt x="1245441" y="967807"/>
                </a:lnTo>
                <a:lnTo>
                  <a:pt x="1251680" y="949271"/>
                </a:lnTo>
                <a:lnTo>
                  <a:pt x="1257919" y="930735"/>
                </a:lnTo>
                <a:lnTo>
                  <a:pt x="1264168" y="912200"/>
                </a:lnTo>
                <a:lnTo>
                  <a:pt x="1270406" y="893674"/>
                </a:lnTo>
                <a:lnTo>
                  <a:pt x="1276655" y="875138"/>
                </a:lnTo>
                <a:lnTo>
                  <a:pt x="1282894" y="856602"/>
                </a:lnTo>
                <a:lnTo>
                  <a:pt x="1289142" y="838067"/>
                </a:lnTo>
                <a:lnTo>
                  <a:pt x="1295381" y="819531"/>
                </a:lnTo>
                <a:lnTo>
                  <a:pt x="1301629" y="800995"/>
                </a:lnTo>
                <a:lnTo>
                  <a:pt x="1307868" y="782460"/>
                </a:lnTo>
                <a:lnTo>
                  <a:pt x="1314117" y="763924"/>
                </a:lnTo>
                <a:lnTo>
                  <a:pt x="1320356" y="745398"/>
                </a:lnTo>
                <a:lnTo>
                  <a:pt x="1326594" y="726862"/>
                </a:lnTo>
                <a:lnTo>
                  <a:pt x="1332843" y="708327"/>
                </a:lnTo>
                <a:lnTo>
                  <a:pt x="1339082" y="689791"/>
                </a:lnTo>
                <a:lnTo>
                  <a:pt x="1345330" y="671255"/>
                </a:lnTo>
                <a:lnTo>
                  <a:pt x="1351569" y="652720"/>
                </a:lnTo>
                <a:lnTo>
                  <a:pt x="1357817" y="634184"/>
                </a:lnTo>
                <a:lnTo>
                  <a:pt x="1364056" y="615658"/>
                </a:lnTo>
                <a:lnTo>
                  <a:pt x="1370305" y="597122"/>
                </a:lnTo>
                <a:lnTo>
                  <a:pt x="1376543" y="578587"/>
                </a:lnTo>
                <a:lnTo>
                  <a:pt x="1382782" y="560051"/>
                </a:lnTo>
                <a:lnTo>
                  <a:pt x="1389031" y="541515"/>
                </a:lnTo>
                <a:lnTo>
                  <a:pt x="1395270" y="522980"/>
                </a:lnTo>
                <a:lnTo>
                  <a:pt x="1401518" y="504444"/>
                </a:lnTo>
                <a:lnTo>
                  <a:pt x="1407757" y="485908"/>
                </a:lnTo>
                <a:lnTo>
                  <a:pt x="1414005" y="467382"/>
                </a:lnTo>
                <a:lnTo>
                  <a:pt x="1420244" y="448847"/>
                </a:lnTo>
                <a:lnTo>
                  <a:pt x="1426493" y="430311"/>
                </a:lnTo>
                <a:lnTo>
                  <a:pt x="1432731" y="411775"/>
                </a:lnTo>
                <a:lnTo>
                  <a:pt x="1438970" y="393240"/>
                </a:lnTo>
                <a:lnTo>
                  <a:pt x="1445219" y="374704"/>
                </a:lnTo>
                <a:lnTo>
                  <a:pt x="1451458" y="356168"/>
                </a:lnTo>
                <a:lnTo>
                  <a:pt x="1457706" y="337642"/>
                </a:lnTo>
                <a:lnTo>
                  <a:pt x="1463945" y="319107"/>
                </a:lnTo>
                <a:lnTo>
                  <a:pt x="1470193" y="300571"/>
                </a:lnTo>
                <a:lnTo>
                  <a:pt x="1476432" y="282035"/>
                </a:lnTo>
                <a:lnTo>
                  <a:pt x="1482681" y="263500"/>
                </a:lnTo>
                <a:lnTo>
                  <a:pt x="1488919" y="244964"/>
                </a:lnTo>
                <a:lnTo>
                  <a:pt x="1495158" y="226428"/>
                </a:lnTo>
                <a:lnTo>
                  <a:pt x="1501407" y="207902"/>
                </a:lnTo>
                <a:lnTo>
                  <a:pt x="1507646" y="189367"/>
                </a:lnTo>
                <a:lnTo>
                  <a:pt x="1513894" y="170831"/>
                </a:lnTo>
                <a:lnTo>
                  <a:pt x="1520133" y="152295"/>
                </a:lnTo>
                <a:lnTo>
                  <a:pt x="1526381" y="133760"/>
                </a:lnTo>
                <a:lnTo>
                  <a:pt x="1532620" y="115224"/>
                </a:lnTo>
                <a:lnTo>
                  <a:pt x="1538869" y="96688"/>
                </a:lnTo>
                <a:lnTo>
                  <a:pt x="1545107" y="78153"/>
                </a:lnTo>
                <a:lnTo>
                  <a:pt x="1551346" y="59627"/>
                </a:lnTo>
                <a:lnTo>
                  <a:pt x="1557595" y="41091"/>
                </a:lnTo>
                <a:lnTo>
                  <a:pt x="1563834" y="22555"/>
                </a:lnTo>
                <a:lnTo>
                  <a:pt x="1570082" y="4020"/>
                </a:lnTo>
                <a:lnTo>
                  <a:pt x="1563548" y="12497"/>
                </a:lnTo>
                <a:lnTo>
                  <a:pt x="1546374" y="21755"/>
                </a:lnTo>
                <a:lnTo>
                  <a:pt x="1527905" y="28146"/>
                </a:lnTo>
                <a:lnTo>
                  <a:pt x="1509008" y="33185"/>
                </a:lnTo>
                <a:lnTo>
                  <a:pt x="1489910" y="37386"/>
                </a:lnTo>
                <a:lnTo>
                  <a:pt x="1470689" y="41024"/>
                </a:lnTo>
                <a:lnTo>
                  <a:pt x="1451400" y="44225"/>
                </a:lnTo>
                <a:lnTo>
                  <a:pt x="1432055" y="47101"/>
                </a:lnTo>
                <a:lnTo>
                  <a:pt x="1412672" y="49701"/>
                </a:lnTo>
                <a:lnTo>
                  <a:pt x="1393260" y="52073"/>
                </a:lnTo>
                <a:lnTo>
                  <a:pt x="1373819" y="54254"/>
                </a:lnTo>
                <a:lnTo>
                  <a:pt x="1354369" y="56264"/>
                </a:lnTo>
                <a:lnTo>
                  <a:pt x="1334900" y="58112"/>
                </a:lnTo>
                <a:lnTo>
                  <a:pt x="1315412" y="59846"/>
                </a:lnTo>
                <a:lnTo>
                  <a:pt x="1295924" y="61455"/>
                </a:lnTo>
                <a:lnTo>
                  <a:pt x="1276426" y="62951"/>
                </a:lnTo>
                <a:lnTo>
                  <a:pt x="1256919" y="64351"/>
                </a:lnTo>
                <a:lnTo>
                  <a:pt x="1237402" y="65665"/>
                </a:lnTo>
                <a:lnTo>
                  <a:pt x="1217886" y="66875"/>
                </a:lnTo>
                <a:lnTo>
                  <a:pt x="1198359" y="68018"/>
                </a:lnTo>
                <a:lnTo>
                  <a:pt x="1178833" y="69085"/>
                </a:lnTo>
                <a:lnTo>
                  <a:pt x="1159297" y="70085"/>
                </a:lnTo>
                <a:lnTo>
                  <a:pt x="1139762" y="71009"/>
                </a:lnTo>
                <a:lnTo>
                  <a:pt x="1120226" y="71866"/>
                </a:lnTo>
                <a:lnTo>
                  <a:pt x="1100680" y="72676"/>
                </a:lnTo>
                <a:lnTo>
                  <a:pt x="1081145" y="73419"/>
                </a:lnTo>
                <a:lnTo>
                  <a:pt x="1061599" y="74105"/>
                </a:lnTo>
                <a:lnTo>
                  <a:pt x="1042045" y="74733"/>
                </a:lnTo>
                <a:lnTo>
                  <a:pt x="1022499" y="75324"/>
                </a:lnTo>
                <a:lnTo>
                  <a:pt x="1002944" y="75848"/>
                </a:lnTo>
                <a:lnTo>
                  <a:pt x="983399" y="76324"/>
                </a:lnTo>
                <a:lnTo>
                  <a:pt x="963844" y="76752"/>
                </a:lnTo>
                <a:lnTo>
                  <a:pt x="944289" y="77133"/>
                </a:lnTo>
                <a:lnTo>
                  <a:pt x="924735" y="77476"/>
                </a:lnTo>
                <a:lnTo>
                  <a:pt x="905180" y="77762"/>
                </a:lnTo>
                <a:lnTo>
                  <a:pt x="885625" y="78010"/>
                </a:lnTo>
                <a:lnTo>
                  <a:pt x="866070" y="78210"/>
                </a:lnTo>
                <a:lnTo>
                  <a:pt x="846506" y="78372"/>
                </a:lnTo>
                <a:lnTo>
                  <a:pt x="826951" y="78486"/>
                </a:lnTo>
                <a:lnTo>
                  <a:pt x="807396" y="78553"/>
                </a:lnTo>
                <a:lnTo>
                  <a:pt x="787841" y="78581"/>
                </a:lnTo>
                <a:lnTo>
                  <a:pt x="768277" y="78562"/>
                </a:lnTo>
                <a:lnTo>
                  <a:pt x="748722" y="78505"/>
                </a:lnTo>
                <a:lnTo>
                  <a:pt x="729167" y="78400"/>
                </a:lnTo>
                <a:lnTo>
                  <a:pt x="709613" y="78248"/>
                </a:lnTo>
                <a:lnTo>
                  <a:pt x="690048" y="78057"/>
                </a:lnTo>
                <a:lnTo>
                  <a:pt x="670493" y="77819"/>
                </a:lnTo>
                <a:lnTo>
                  <a:pt x="650939" y="77543"/>
                </a:lnTo>
                <a:lnTo>
                  <a:pt x="631384" y="77210"/>
                </a:lnTo>
                <a:lnTo>
                  <a:pt x="611829" y="76838"/>
                </a:lnTo>
                <a:lnTo>
                  <a:pt x="592274" y="76419"/>
                </a:lnTo>
                <a:lnTo>
                  <a:pt x="572729" y="75952"/>
                </a:lnTo>
                <a:lnTo>
                  <a:pt x="553174" y="75438"/>
                </a:lnTo>
                <a:lnTo>
                  <a:pt x="533629" y="74867"/>
                </a:lnTo>
                <a:lnTo>
                  <a:pt x="514083" y="74247"/>
                </a:lnTo>
                <a:lnTo>
                  <a:pt x="494528" y="73571"/>
                </a:lnTo>
                <a:lnTo>
                  <a:pt x="474993" y="72838"/>
                </a:lnTo>
                <a:lnTo>
                  <a:pt x="455447" y="72047"/>
                </a:lnTo>
                <a:lnTo>
                  <a:pt x="435912" y="71199"/>
                </a:lnTo>
                <a:lnTo>
                  <a:pt x="416376" y="70285"/>
                </a:lnTo>
                <a:lnTo>
                  <a:pt x="396840" y="69313"/>
                </a:lnTo>
                <a:lnTo>
                  <a:pt x="377314" y="68256"/>
                </a:lnTo>
                <a:lnTo>
                  <a:pt x="357788" y="67132"/>
                </a:lnTo>
                <a:lnTo>
                  <a:pt x="338261" y="65932"/>
                </a:lnTo>
                <a:lnTo>
                  <a:pt x="318745" y="64646"/>
                </a:lnTo>
                <a:lnTo>
                  <a:pt x="299237" y="63265"/>
                </a:lnTo>
                <a:lnTo>
                  <a:pt x="279740" y="61789"/>
                </a:lnTo>
                <a:lnTo>
                  <a:pt x="260242" y="60208"/>
                </a:lnTo>
                <a:lnTo>
                  <a:pt x="240763" y="58503"/>
                </a:lnTo>
                <a:lnTo>
                  <a:pt x="221294" y="56674"/>
                </a:lnTo>
                <a:lnTo>
                  <a:pt x="201835" y="54702"/>
                </a:lnTo>
                <a:lnTo>
                  <a:pt x="182394" y="52559"/>
                </a:lnTo>
                <a:lnTo>
                  <a:pt x="162973" y="50235"/>
                </a:lnTo>
                <a:lnTo>
                  <a:pt x="143580" y="47682"/>
                </a:lnTo>
                <a:lnTo>
                  <a:pt x="124225" y="44882"/>
                </a:lnTo>
                <a:lnTo>
                  <a:pt x="104918" y="41748"/>
                </a:lnTo>
                <a:lnTo>
                  <a:pt x="85687" y="38224"/>
                </a:lnTo>
                <a:lnTo>
                  <a:pt x="66561" y="34157"/>
                </a:lnTo>
                <a:lnTo>
                  <a:pt x="47606" y="29327"/>
                </a:lnTo>
                <a:lnTo>
                  <a:pt x="29004" y="23298"/>
                </a:lnTo>
                <a:lnTo>
                  <a:pt x="11373" y="14916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78A8D5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50" name="funnel-step-cap-2">
            <a:extLst xmlns:a="http://schemas.openxmlformats.org/drawingml/2006/main">
              <a:ext uri="{FF2B5EF4-FFF2-40B4-BE49-F238E27FC236}">
                <a16:creationId xmlns:a16="http://schemas.microsoft.com/office/drawing/2014/main" id="{32F75953-775E-437F-B1A9-36C77BD55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833917" y="4816478"/>
            <a:ext cx="1571406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8A8D5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51" name="funnel-flow-arrow">
            <a:extLst xmlns:a="http://schemas.openxmlformats.org/drawingml/2006/main">
              <a:ext uri="{FF2B5EF4-FFF2-40B4-BE49-F238E27FC236}">
                <a16:creationId xmlns:a16="http://schemas.microsoft.com/office/drawing/2014/main" id="{BD876D64-8DEE-41CA-B898-CF3AE7BA0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52850" y="2466975"/>
            <a:ext cx="1733550" cy="3631121"/>
          </a:xfrm>
          <a:custGeom xmlns:a="http://schemas.openxmlformats.org/drawingml/2006/main">
            <a:pathLst>
              <a:path w="1733550" h="3631121">
                <a:moveTo>
                  <a:pt x="0" y="0"/>
                </a:moveTo>
                <a:lnTo>
                  <a:pt x="0" y="42824"/>
                </a:lnTo>
                <a:lnTo>
                  <a:pt x="8182" y="84763"/>
                </a:lnTo>
                <a:lnTo>
                  <a:pt x="17393" y="126587"/>
                </a:lnTo>
                <a:lnTo>
                  <a:pt x="26613" y="168412"/>
                </a:lnTo>
                <a:lnTo>
                  <a:pt x="35824" y="210236"/>
                </a:lnTo>
                <a:lnTo>
                  <a:pt x="45044" y="252060"/>
                </a:lnTo>
                <a:lnTo>
                  <a:pt x="54254" y="293884"/>
                </a:lnTo>
                <a:lnTo>
                  <a:pt x="63465" y="335709"/>
                </a:lnTo>
                <a:lnTo>
                  <a:pt x="72685" y="377533"/>
                </a:lnTo>
                <a:lnTo>
                  <a:pt x="81896" y="419357"/>
                </a:lnTo>
                <a:lnTo>
                  <a:pt x="91116" y="461181"/>
                </a:lnTo>
                <a:lnTo>
                  <a:pt x="100327" y="503006"/>
                </a:lnTo>
                <a:lnTo>
                  <a:pt x="109538" y="544830"/>
                </a:lnTo>
                <a:lnTo>
                  <a:pt x="118758" y="586654"/>
                </a:lnTo>
                <a:lnTo>
                  <a:pt x="127968" y="628479"/>
                </a:lnTo>
                <a:lnTo>
                  <a:pt x="137189" y="670303"/>
                </a:lnTo>
                <a:lnTo>
                  <a:pt x="146399" y="712127"/>
                </a:lnTo>
                <a:lnTo>
                  <a:pt x="155610" y="753951"/>
                </a:lnTo>
                <a:lnTo>
                  <a:pt x="164830" y="795776"/>
                </a:lnTo>
                <a:lnTo>
                  <a:pt x="174041" y="837600"/>
                </a:lnTo>
                <a:lnTo>
                  <a:pt x="183261" y="879424"/>
                </a:lnTo>
                <a:lnTo>
                  <a:pt x="192472" y="921248"/>
                </a:lnTo>
                <a:lnTo>
                  <a:pt x="201682" y="963073"/>
                </a:lnTo>
                <a:lnTo>
                  <a:pt x="210903" y="1004897"/>
                </a:lnTo>
                <a:lnTo>
                  <a:pt x="220113" y="1046721"/>
                </a:lnTo>
                <a:lnTo>
                  <a:pt x="229324" y="1088546"/>
                </a:lnTo>
                <a:lnTo>
                  <a:pt x="238544" y="1130370"/>
                </a:lnTo>
                <a:lnTo>
                  <a:pt x="247755" y="1172194"/>
                </a:lnTo>
                <a:lnTo>
                  <a:pt x="255813" y="1214247"/>
                </a:lnTo>
                <a:lnTo>
                  <a:pt x="263404" y="1256395"/>
                </a:lnTo>
                <a:lnTo>
                  <a:pt x="270510" y="1298629"/>
                </a:lnTo>
                <a:lnTo>
                  <a:pt x="277578" y="1340872"/>
                </a:lnTo>
                <a:lnTo>
                  <a:pt x="284636" y="1383106"/>
                </a:lnTo>
                <a:lnTo>
                  <a:pt x="291694" y="1425350"/>
                </a:lnTo>
                <a:lnTo>
                  <a:pt x="298761" y="1467593"/>
                </a:lnTo>
                <a:lnTo>
                  <a:pt x="305819" y="1509836"/>
                </a:lnTo>
                <a:lnTo>
                  <a:pt x="312877" y="1552070"/>
                </a:lnTo>
                <a:lnTo>
                  <a:pt x="319945" y="1594314"/>
                </a:lnTo>
                <a:lnTo>
                  <a:pt x="327003" y="1636557"/>
                </a:lnTo>
                <a:lnTo>
                  <a:pt x="334061" y="1678800"/>
                </a:lnTo>
                <a:lnTo>
                  <a:pt x="341128" y="1721034"/>
                </a:lnTo>
                <a:lnTo>
                  <a:pt x="348186" y="1763278"/>
                </a:lnTo>
                <a:lnTo>
                  <a:pt x="355244" y="1805521"/>
                </a:lnTo>
                <a:lnTo>
                  <a:pt x="362312" y="1847764"/>
                </a:lnTo>
                <a:lnTo>
                  <a:pt x="369370" y="1889998"/>
                </a:lnTo>
                <a:lnTo>
                  <a:pt x="376438" y="1932242"/>
                </a:lnTo>
                <a:lnTo>
                  <a:pt x="383496" y="1974485"/>
                </a:lnTo>
                <a:lnTo>
                  <a:pt x="390554" y="2016728"/>
                </a:lnTo>
                <a:lnTo>
                  <a:pt x="397621" y="2058962"/>
                </a:lnTo>
                <a:lnTo>
                  <a:pt x="404679" y="2101205"/>
                </a:lnTo>
                <a:lnTo>
                  <a:pt x="411737" y="2143449"/>
                </a:lnTo>
                <a:lnTo>
                  <a:pt x="418805" y="2185692"/>
                </a:lnTo>
                <a:lnTo>
                  <a:pt x="425863" y="2227926"/>
                </a:lnTo>
                <a:lnTo>
                  <a:pt x="432921" y="2270169"/>
                </a:lnTo>
                <a:lnTo>
                  <a:pt x="439988" y="2312413"/>
                </a:lnTo>
                <a:lnTo>
                  <a:pt x="447046" y="2354656"/>
                </a:lnTo>
                <a:lnTo>
                  <a:pt x="454104" y="2396890"/>
                </a:lnTo>
                <a:lnTo>
                  <a:pt x="460829" y="2439191"/>
                </a:lnTo>
                <a:lnTo>
                  <a:pt x="467506" y="2481491"/>
                </a:lnTo>
                <a:lnTo>
                  <a:pt x="474069" y="2523811"/>
                </a:lnTo>
                <a:lnTo>
                  <a:pt x="480632" y="2566140"/>
                </a:lnTo>
                <a:lnTo>
                  <a:pt x="487185" y="2608459"/>
                </a:lnTo>
                <a:lnTo>
                  <a:pt x="493747" y="2650779"/>
                </a:lnTo>
                <a:lnTo>
                  <a:pt x="500301" y="2693099"/>
                </a:lnTo>
                <a:lnTo>
                  <a:pt x="506863" y="2735428"/>
                </a:lnTo>
                <a:lnTo>
                  <a:pt x="513426" y="2777747"/>
                </a:lnTo>
                <a:lnTo>
                  <a:pt x="519979" y="2820067"/>
                </a:lnTo>
                <a:lnTo>
                  <a:pt x="526542" y="2862386"/>
                </a:lnTo>
                <a:lnTo>
                  <a:pt x="533095" y="2904715"/>
                </a:lnTo>
                <a:lnTo>
                  <a:pt x="539658" y="2947035"/>
                </a:lnTo>
                <a:lnTo>
                  <a:pt x="503501" y="2952750"/>
                </a:lnTo>
                <a:lnTo>
                  <a:pt x="460677" y="2952750"/>
                </a:lnTo>
                <a:lnTo>
                  <a:pt x="417843" y="2952750"/>
                </a:lnTo>
                <a:lnTo>
                  <a:pt x="375018" y="2952750"/>
                </a:lnTo>
                <a:lnTo>
                  <a:pt x="332194" y="2952750"/>
                </a:lnTo>
                <a:lnTo>
                  <a:pt x="289370" y="2952750"/>
                </a:lnTo>
                <a:lnTo>
                  <a:pt x="246536" y="2952750"/>
                </a:lnTo>
                <a:lnTo>
                  <a:pt x="225628" y="2962170"/>
                </a:lnTo>
                <a:lnTo>
                  <a:pt x="255089" y="2993250"/>
                </a:lnTo>
                <a:lnTo>
                  <a:pt x="284550" y="3024340"/>
                </a:lnTo>
                <a:lnTo>
                  <a:pt x="314011" y="3055420"/>
                </a:lnTo>
                <a:lnTo>
                  <a:pt x="343481" y="3086500"/>
                </a:lnTo>
                <a:lnTo>
                  <a:pt x="372942" y="3117580"/>
                </a:lnTo>
                <a:lnTo>
                  <a:pt x="402403" y="3148660"/>
                </a:lnTo>
                <a:lnTo>
                  <a:pt x="431864" y="3179750"/>
                </a:lnTo>
                <a:lnTo>
                  <a:pt x="461334" y="3210830"/>
                </a:lnTo>
                <a:lnTo>
                  <a:pt x="490795" y="3241910"/>
                </a:lnTo>
                <a:lnTo>
                  <a:pt x="520256" y="3272990"/>
                </a:lnTo>
                <a:lnTo>
                  <a:pt x="549716" y="3304070"/>
                </a:lnTo>
                <a:lnTo>
                  <a:pt x="579187" y="3335160"/>
                </a:lnTo>
                <a:lnTo>
                  <a:pt x="608648" y="3366240"/>
                </a:lnTo>
                <a:lnTo>
                  <a:pt x="638108" y="3397320"/>
                </a:lnTo>
                <a:lnTo>
                  <a:pt x="667569" y="3428400"/>
                </a:lnTo>
                <a:lnTo>
                  <a:pt x="697040" y="3459480"/>
                </a:lnTo>
                <a:lnTo>
                  <a:pt x="726500" y="3490570"/>
                </a:lnTo>
                <a:lnTo>
                  <a:pt x="755961" y="3521650"/>
                </a:lnTo>
                <a:lnTo>
                  <a:pt x="785422" y="3552730"/>
                </a:lnTo>
                <a:lnTo>
                  <a:pt x="814892" y="3583810"/>
                </a:lnTo>
                <a:lnTo>
                  <a:pt x="844353" y="3614890"/>
                </a:lnTo>
                <a:lnTo>
                  <a:pt x="873814" y="3631121"/>
                </a:lnTo>
                <a:lnTo>
                  <a:pt x="903275" y="3600040"/>
                </a:lnTo>
                <a:lnTo>
                  <a:pt x="932736" y="3568960"/>
                </a:lnTo>
                <a:lnTo>
                  <a:pt x="962206" y="3537880"/>
                </a:lnTo>
                <a:lnTo>
                  <a:pt x="991667" y="3506800"/>
                </a:lnTo>
                <a:lnTo>
                  <a:pt x="1021128" y="3475711"/>
                </a:lnTo>
                <a:lnTo>
                  <a:pt x="1050588" y="3444631"/>
                </a:lnTo>
                <a:lnTo>
                  <a:pt x="1080059" y="3413550"/>
                </a:lnTo>
                <a:lnTo>
                  <a:pt x="1109520" y="3382470"/>
                </a:lnTo>
                <a:lnTo>
                  <a:pt x="1138980" y="3351390"/>
                </a:lnTo>
                <a:lnTo>
                  <a:pt x="1168441" y="3320301"/>
                </a:lnTo>
                <a:lnTo>
                  <a:pt x="1197912" y="3289221"/>
                </a:lnTo>
                <a:lnTo>
                  <a:pt x="1227372" y="3258141"/>
                </a:lnTo>
                <a:lnTo>
                  <a:pt x="1256833" y="3227060"/>
                </a:lnTo>
                <a:lnTo>
                  <a:pt x="1286294" y="3195980"/>
                </a:lnTo>
                <a:lnTo>
                  <a:pt x="1315764" y="3164891"/>
                </a:lnTo>
                <a:lnTo>
                  <a:pt x="1345225" y="3133811"/>
                </a:lnTo>
                <a:lnTo>
                  <a:pt x="1374686" y="3102731"/>
                </a:lnTo>
                <a:lnTo>
                  <a:pt x="1404147" y="3071651"/>
                </a:lnTo>
                <a:lnTo>
                  <a:pt x="1433617" y="3040571"/>
                </a:lnTo>
                <a:lnTo>
                  <a:pt x="1463078" y="3009481"/>
                </a:lnTo>
                <a:lnTo>
                  <a:pt x="1492539" y="2978401"/>
                </a:lnTo>
                <a:lnTo>
                  <a:pt x="1509379" y="2952750"/>
                </a:lnTo>
                <a:lnTo>
                  <a:pt x="1466545" y="2952750"/>
                </a:lnTo>
                <a:lnTo>
                  <a:pt x="1423721" y="2952750"/>
                </a:lnTo>
                <a:lnTo>
                  <a:pt x="1380896" y="2952750"/>
                </a:lnTo>
                <a:lnTo>
                  <a:pt x="1338062" y="2952750"/>
                </a:lnTo>
                <a:lnTo>
                  <a:pt x="1295238" y="2952750"/>
                </a:lnTo>
                <a:lnTo>
                  <a:pt x="1252414" y="2952750"/>
                </a:lnTo>
                <a:lnTo>
                  <a:pt x="1209589" y="2952750"/>
                </a:lnTo>
                <a:lnTo>
                  <a:pt x="1197026" y="2926813"/>
                </a:lnTo>
                <a:lnTo>
                  <a:pt x="1203589" y="2884494"/>
                </a:lnTo>
                <a:lnTo>
                  <a:pt x="1210142" y="2842165"/>
                </a:lnTo>
                <a:lnTo>
                  <a:pt x="1216704" y="2799845"/>
                </a:lnTo>
                <a:lnTo>
                  <a:pt x="1223258" y="2757526"/>
                </a:lnTo>
                <a:lnTo>
                  <a:pt x="1229820" y="2715206"/>
                </a:lnTo>
                <a:lnTo>
                  <a:pt x="1236383" y="2672877"/>
                </a:lnTo>
                <a:lnTo>
                  <a:pt x="1242936" y="2630557"/>
                </a:lnTo>
                <a:lnTo>
                  <a:pt x="1249499" y="2588238"/>
                </a:lnTo>
                <a:lnTo>
                  <a:pt x="1256052" y="2545918"/>
                </a:lnTo>
                <a:lnTo>
                  <a:pt x="1262615" y="2503589"/>
                </a:lnTo>
                <a:lnTo>
                  <a:pt x="1269216" y="2461279"/>
                </a:lnTo>
                <a:lnTo>
                  <a:pt x="1275931" y="2418979"/>
                </a:lnTo>
                <a:lnTo>
                  <a:pt x="1282817" y="2376707"/>
                </a:lnTo>
                <a:lnTo>
                  <a:pt x="1289875" y="2334473"/>
                </a:lnTo>
                <a:lnTo>
                  <a:pt x="1296943" y="2292229"/>
                </a:lnTo>
                <a:lnTo>
                  <a:pt x="1304001" y="2249986"/>
                </a:lnTo>
                <a:lnTo>
                  <a:pt x="1311059" y="2207743"/>
                </a:lnTo>
                <a:lnTo>
                  <a:pt x="1318127" y="2165509"/>
                </a:lnTo>
                <a:lnTo>
                  <a:pt x="1325185" y="2123265"/>
                </a:lnTo>
                <a:lnTo>
                  <a:pt x="1332243" y="2081022"/>
                </a:lnTo>
                <a:lnTo>
                  <a:pt x="1339310" y="2038779"/>
                </a:lnTo>
                <a:lnTo>
                  <a:pt x="1346368" y="1996545"/>
                </a:lnTo>
                <a:lnTo>
                  <a:pt x="1353426" y="1954301"/>
                </a:lnTo>
                <a:lnTo>
                  <a:pt x="1360494" y="1912058"/>
                </a:lnTo>
                <a:lnTo>
                  <a:pt x="1367552" y="1869815"/>
                </a:lnTo>
                <a:lnTo>
                  <a:pt x="1374610" y="1827581"/>
                </a:lnTo>
                <a:lnTo>
                  <a:pt x="1381677" y="1785337"/>
                </a:lnTo>
                <a:lnTo>
                  <a:pt x="1388735" y="1743094"/>
                </a:lnTo>
                <a:lnTo>
                  <a:pt x="1395803" y="1700851"/>
                </a:lnTo>
                <a:lnTo>
                  <a:pt x="1402861" y="1658617"/>
                </a:lnTo>
                <a:lnTo>
                  <a:pt x="1409919" y="1616373"/>
                </a:lnTo>
                <a:lnTo>
                  <a:pt x="1416987" y="1574130"/>
                </a:lnTo>
                <a:lnTo>
                  <a:pt x="1424045" y="1531887"/>
                </a:lnTo>
                <a:lnTo>
                  <a:pt x="1431103" y="1489653"/>
                </a:lnTo>
                <a:lnTo>
                  <a:pt x="1438170" y="1447409"/>
                </a:lnTo>
                <a:lnTo>
                  <a:pt x="1445228" y="1405166"/>
                </a:lnTo>
                <a:lnTo>
                  <a:pt x="1452286" y="1362923"/>
                </a:lnTo>
                <a:lnTo>
                  <a:pt x="1459354" y="1320689"/>
                </a:lnTo>
                <a:lnTo>
                  <a:pt x="1466412" y="1278446"/>
                </a:lnTo>
                <a:lnTo>
                  <a:pt x="1473775" y="1236259"/>
                </a:lnTo>
                <a:lnTo>
                  <a:pt x="1481366" y="1194102"/>
                </a:lnTo>
                <a:lnTo>
                  <a:pt x="1490196" y="1152201"/>
                </a:lnTo>
                <a:lnTo>
                  <a:pt x="1499406" y="1110377"/>
                </a:lnTo>
                <a:lnTo>
                  <a:pt x="1508627" y="1068562"/>
                </a:lnTo>
                <a:lnTo>
                  <a:pt x="1517837" y="1026738"/>
                </a:lnTo>
                <a:lnTo>
                  <a:pt x="1527058" y="984914"/>
                </a:lnTo>
                <a:lnTo>
                  <a:pt x="1536268" y="943089"/>
                </a:lnTo>
                <a:lnTo>
                  <a:pt x="1545479" y="901265"/>
                </a:lnTo>
                <a:lnTo>
                  <a:pt x="1554699" y="859441"/>
                </a:lnTo>
                <a:lnTo>
                  <a:pt x="1563910" y="817616"/>
                </a:lnTo>
                <a:lnTo>
                  <a:pt x="1573130" y="775792"/>
                </a:lnTo>
                <a:lnTo>
                  <a:pt x="1582341" y="733968"/>
                </a:lnTo>
                <a:lnTo>
                  <a:pt x="1591551" y="692144"/>
                </a:lnTo>
                <a:lnTo>
                  <a:pt x="1600772" y="650319"/>
                </a:lnTo>
                <a:lnTo>
                  <a:pt x="1609982" y="608495"/>
                </a:lnTo>
                <a:lnTo>
                  <a:pt x="1619202" y="566671"/>
                </a:lnTo>
                <a:lnTo>
                  <a:pt x="1628413" y="524847"/>
                </a:lnTo>
                <a:lnTo>
                  <a:pt x="1637624" y="483022"/>
                </a:lnTo>
                <a:lnTo>
                  <a:pt x="1646844" y="441198"/>
                </a:lnTo>
                <a:lnTo>
                  <a:pt x="1656055" y="399374"/>
                </a:lnTo>
                <a:lnTo>
                  <a:pt x="1665265" y="357549"/>
                </a:lnTo>
                <a:lnTo>
                  <a:pt x="1674485" y="315725"/>
                </a:lnTo>
                <a:lnTo>
                  <a:pt x="1683696" y="273901"/>
                </a:lnTo>
                <a:lnTo>
                  <a:pt x="1692916" y="232077"/>
                </a:lnTo>
                <a:lnTo>
                  <a:pt x="1702127" y="190252"/>
                </a:lnTo>
                <a:lnTo>
                  <a:pt x="1711338" y="148428"/>
                </a:lnTo>
                <a:lnTo>
                  <a:pt x="1720558" y="106604"/>
                </a:lnTo>
                <a:lnTo>
                  <a:pt x="1729769" y="64780"/>
                </a:lnTo>
                <a:lnTo>
                  <a:pt x="1733550" y="22365"/>
                </a:lnTo>
                <a:lnTo>
                  <a:pt x="1713090" y="0"/>
                </a:lnTo>
                <a:lnTo>
                  <a:pt x="1670256" y="0"/>
                </a:lnTo>
                <a:lnTo>
                  <a:pt x="1627432" y="0"/>
                </a:lnTo>
                <a:lnTo>
                  <a:pt x="1584608" y="0"/>
                </a:lnTo>
                <a:lnTo>
                  <a:pt x="1541774" y="0"/>
                </a:lnTo>
                <a:lnTo>
                  <a:pt x="1498949" y="0"/>
                </a:lnTo>
                <a:lnTo>
                  <a:pt x="1456125" y="0"/>
                </a:lnTo>
                <a:lnTo>
                  <a:pt x="1413291" y="0"/>
                </a:lnTo>
                <a:lnTo>
                  <a:pt x="1370467" y="0"/>
                </a:lnTo>
                <a:lnTo>
                  <a:pt x="1327642" y="0"/>
                </a:lnTo>
                <a:lnTo>
                  <a:pt x="1284818" y="0"/>
                </a:lnTo>
                <a:lnTo>
                  <a:pt x="1241984" y="0"/>
                </a:lnTo>
                <a:lnTo>
                  <a:pt x="1199159" y="0"/>
                </a:lnTo>
                <a:lnTo>
                  <a:pt x="1156335" y="0"/>
                </a:lnTo>
                <a:lnTo>
                  <a:pt x="1113501" y="0"/>
                </a:lnTo>
                <a:lnTo>
                  <a:pt x="1070677" y="0"/>
                </a:lnTo>
                <a:lnTo>
                  <a:pt x="1027852" y="0"/>
                </a:lnTo>
                <a:lnTo>
                  <a:pt x="985028" y="0"/>
                </a:lnTo>
                <a:lnTo>
                  <a:pt x="942194" y="0"/>
                </a:lnTo>
                <a:lnTo>
                  <a:pt x="899370" y="0"/>
                </a:lnTo>
                <a:lnTo>
                  <a:pt x="856545" y="0"/>
                </a:lnTo>
                <a:lnTo>
                  <a:pt x="813711" y="0"/>
                </a:lnTo>
                <a:lnTo>
                  <a:pt x="770887" y="0"/>
                </a:lnTo>
                <a:lnTo>
                  <a:pt x="728062" y="0"/>
                </a:lnTo>
                <a:lnTo>
                  <a:pt x="685238" y="0"/>
                </a:lnTo>
                <a:lnTo>
                  <a:pt x="642404" y="0"/>
                </a:lnTo>
                <a:lnTo>
                  <a:pt x="599580" y="0"/>
                </a:lnTo>
                <a:lnTo>
                  <a:pt x="556755" y="0"/>
                </a:lnTo>
                <a:lnTo>
                  <a:pt x="513921" y="0"/>
                </a:lnTo>
                <a:lnTo>
                  <a:pt x="471097" y="0"/>
                </a:lnTo>
                <a:lnTo>
                  <a:pt x="428273" y="0"/>
                </a:lnTo>
                <a:lnTo>
                  <a:pt x="385448" y="0"/>
                </a:lnTo>
                <a:lnTo>
                  <a:pt x="342614" y="0"/>
                </a:lnTo>
                <a:lnTo>
                  <a:pt x="299790" y="0"/>
                </a:lnTo>
                <a:lnTo>
                  <a:pt x="256965" y="0"/>
                </a:lnTo>
                <a:lnTo>
                  <a:pt x="214132" y="0"/>
                </a:lnTo>
                <a:lnTo>
                  <a:pt x="171307" y="0"/>
                </a:lnTo>
                <a:lnTo>
                  <a:pt x="128483" y="0"/>
                </a:lnTo>
                <a:lnTo>
                  <a:pt x="85658" y="0"/>
                </a:lnTo>
                <a:lnTo>
                  <a:pt x="42824" y="0"/>
                </a:lnTo>
                <a:lnTo>
                  <a:pt x="0" y="0"/>
                </a:lnTo>
                <a:close/>
              </a:path>
            </a:pathLst>
          </a:custGeom>
          <a:gradFill xmlns:a="http://schemas.openxmlformats.org/drawingml/2006/main">
            <a:gsLst>
              <a:gs pos="0">
                <a:srgbClr val="000000"/>
              </a:gs>
              <a:gs pos="42">
                <a:srgbClr val="B8D8F2">
                  <a:alpha val="16000"/>
                </a:srgbClr>
              </a:gs>
              <a:gs pos="76">
                <a:srgbClr val="8FC4EE">
                  <a:alpha val="32000"/>
                </a:srgbClr>
              </a:gs>
              <a:gs pos="100">
                <a:srgbClr val="72B3E8">
                  <a:alpha val="52000"/>
                </a:srgbClr>
              </a:gs>
            </a:gsLst>
            <a:lin ang="10800000"/>
          </a:gradFill>
          <a:ln xmlns:a="http://schemas.openxmlformats.org/drawingml/2006/main" w="9525">
            <a:noFill/>
            <a:prstDash val="solid"/>
          </a:ln>
        </p:spPr>
      </p:sp>
      <p:sp>
        <p:nvSpPr>
          <p:cNvPr id="52" name="phase-label-0">
            <a:extLst xmlns:a="http://schemas.openxmlformats.org/drawingml/2006/main">
              <a:ext uri="{FF2B5EF4-FFF2-40B4-BE49-F238E27FC236}">
                <a16:creationId xmlns:a16="http://schemas.microsoft.com/office/drawing/2014/main" id="{C16F781F-1FF4-4A90-AC15-FE413CCDB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1638300"/>
            <a:ext cx="228600" cy="205099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阶段一</a:t>
            </a:r>
          </a:p>
        </p:txBody>
      </p:sp>
      <p:sp>
        <p:nvSpPr>
          <p:cNvPr id="53" name="phase-label-1">
            <a:extLst xmlns:a="http://schemas.openxmlformats.org/drawingml/2006/main">
              <a:ext uri="{FF2B5EF4-FFF2-40B4-BE49-F238E27FC236}">
                <a16:creationId xmlns:a16="http://schemas.microsoft.com/office/drawing/2014/main" id="{E514AD30-4A20-40FF-A2E8-97A976A1C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3689299"/>
            <a:ext cx="228600" cy="121279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阶段二</a:t>
            </a:r>
          </a:p>
        </p:txBody>
      </p:sp>
      <p:sp>
        <p:nvSpPr>
          <p:cNvPr id="54" name="phase-label-2">
            <a:extLst xmlns:a="http://schemas.openxmlformats.org/drawingml/2006/main">
              <a:ext uri="{FF2B5EF4-FFF2-40B4-BE49-F238E27FC236}">
                <a16:creationId xmlns:a16="http://schemas.microsoft.com/office/drawing/2014/main" id="{196ACB82-40F4-4BE9-BE4A-C4D8DE5F1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4902098"/>
            <a:ext cx="228600" cy="130804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阶段三</a:t>
            </a:r>
          </a:p>
        </p:txBody>
      </p:sp>
      <p:sp>
        <p:nvSpPr>
          <p:cNvPr id="55" name="funnel-step-title-0">
            <a:extLst xmlns:a="http://schemas.openxmlformats.org/drawingml/2006/main">
              <a:ext uri="{FF2B5EF4-FFF2-40B4-BE49-F238E27FC236}">
                <a16:creationId xmlns:a16="http://schemas.microsoft.com/office/drawing/2014/main" id="{B904CA51-D864-4D98-AD92-2CA43EF9E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528117" y="2944711"/>
            <a:ext cx="2183016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3600"/>
              </a:lnSpc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广泛触达</a:t>
            </a:r>
          </a:p>
        </p:txBody>
      </p:sp>
      <p:sp>
        <p:nvSpPr>
          <p:cNvPr id="56" name="funnel-step-title-1">
            <a:extLst xmlns:a="http://schemas.openxmlformats.org/drawingml/2006/main">
              <a:ext uri="{FF2B5EF4-FFF2-40B4-BE49-F238E27FC236}">
                <a16:creationId xmlns:a16="http://schemas.microsoft.com/office/drawing/2014/main" id="{2BC29CA8-B5A7-499B-B532-9EAF6E13F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10165" y="4157663"/>
            <a:ext cx="141893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3600"/>
              </a:lnSpc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兴趣识别</a:t>
            </a:r>
          </a:p>
        </p:txBody>
      </p:sp>
      <p:sp>
        <p:nvSpPr>
          <p:cNvPr id="57" name="funnel-step-title-2">
            <a:extLst xmlns:a="http://schemas.openxmlformats.org/drawingml/2006/main">
              <a:ext uri="{FF2B5EF4-FFF2-40B4-BE49-F238E27FC236}">
                <a16:creationId xmlns:a16="http://schemas.microsoft.com/office/drawing/2014/main" id="{4019377F-0157-4F17-AF5F-F2DC75C12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200525" y="5370462"/>
            <a:ext cx="8382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意向培育</a:t>
            </a:r>
          </a:p>
        </p:txBody>
      </p:sp>
      <p:sp>
        <p:nvSpPr>
          <p:cNvPr id="58" name="input-core-0">
            <a:extLst xmlns:a="http://schemas.openxmlformats.org/drawingml/2006/main">
              <a:ext uri="{FF2B5EF4-FFF2-40B4-BE49-F238E27FC236}">
                <a16:creationId xmlns:a16="http://schemas.microsoft.com/office/drawing/2014/main" id="{A26D9C49-7CBD-4BDA-8EBB-69B1DB92B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391025" y="187642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23"/>
          <a:fontRef xmlns:a="http://schemas.openxmlformats.org/drawingml/2006/main" idx="major"/>
        </p:style>
      </p:sp>
      <p:pic>
        <p:nvPicPr>
          <p:cNvPr id="1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4c93be2cea44ac5">
            <a:extLst>
              <a:ext uri="{96DAC541-7B7A-43D3-8B79-37D633B846F1}">
                <asvg:svgBlip xmlns:asvg="http://schemas.microsoft.com/office/drawing/2016/SVG/main" r:embed="Rae8a7f7b18da41e1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4486275" y="1971675"/>
            <a:ext cx="266700" cy="2667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3772638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2" name="phase-band-0">
            <a:extLst xmlns:a="http://schemas.openxmlformats.org/drawingml/2006/main">
              <a:ext uri="{FF2B5EF4-FFF2-40B4-BE49-F238E27FC236}">
                <a16:creationId xmlns:a16="http://schemas.microsoft.com/office/drawing/2014/main" id="{F55676EE-6DFD-47D1-A24D-4F013DCD9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1638300"/>
            <a:ext cx="11144250" cy="205099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phase-band-1">
            <a:extLst xmlns:a="http://schemas.openxmlformats.org/drawingml/2006/main">
              <a:ext uri="{FF2B5EF4-FFF2-40B4-BE49-F238E27FC236}">
                <a16:creationId xmlns:a16="http://schemas.microsoft.com/office/drawing/2014/main" id="{DD001729-50CA-494A-A3D1-8026A3B10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3689299"/>
            <a:ext cx="11144250" cy="121279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38100">
            <a:solidFill>
              <a:srgbClr val="FFFFFF"/>
            </a:solidFill>
            <a:prstDash val="solid"/>
          </a:ln>
        </p:spPr>
      </p:sp>
      <p:sp>
        <p:nvSpPr>
          <p:cNvPr id="3" name="phase-band-2">
            <a:extLst xmlns:a="http://schemas.openxmlformats.org/drawingml/2006/main">
              <a:ext uri="{FF2B5EF4-FFF2-40B4-BE49-F238E27FC236}">
                <a16:creationId xmlns:a16="http://schemas.microsoft.com/office/drawing/2014/main" id="{3FCD92F7-687C-4484-A0D8-FC8D0548F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4902098"/>
            <a:ext cx="11144250" cy="130804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38100">
            <a:solidFill>
              <a:srgbClr val="FFFFFF"/>
            </a:solidFill>
            <a:prstDash val="solid"/>
          </a:ln>
        </p:spPr>
      </p:sp>
      <p:sp>
        <p:nvSpPr>
          <p:cNvPr id="4" name="phase-rail-0">
            <a:extLst xmlns:a="http://schemas.openxmlformats.org/drawingml/2006/main">
              <a:ext uri="{FF2B5EF4-FFF2-40B4-BE49-F238E27FC236}">
                <a16:creationId xmlns:a16="http://schemas.microsoft.com/office/drawing/2014/main" id="{8720C64F-02DE-4B1F-A9F4-8F0550D86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1638300"/>
            <a:ext cx="514350" cy="2046494"/>
          </a:xfrm>
          <a:custGeom xmlns:a="http://schemas.openxmlformats.org/drawingml/2006/main">
            <a:pathLst>
              <a:path w="514350" h="2046494">
                <a:moveTo>
                  <a:pt x="0" y="0"/>
                </a:moveTo>
                <a:lnTo>
                  <a:pt x="20498" y="0"/>
                </a:lnTo>
                <a:lnTo>
                  <a:pt x="40996" y="0"/>
                </a:lnTo>
                <a:lnTo>
                  <a:pt x="61493" y="0"/>
                </a:lnTo>
                <a:lnTo>
                  <a:pt x="81982" y="0"/>
                </a:lnTo>
                <a:lnTo>
                  <a:pt x="102479" y="0"/>
                </a:lnTo>
                <a:lnTo>
                  <a:pt x="122977" y="0"/>
                </a:lnTo>
                <a:lnTo>
                  <a:pt x="143475" y="0"/>
                </a:lnTo>
                <a:lnTo>
                  <a:pt x="163973" y="0"/>
                </a:lnTo>
                <a:lnTo>
                  <a:pt x="184471" y="0"/>
                </a:lnTo>
                <a:lnTo>
                  <a:pt x="204959" y="0"/>
                </a:lnTo>
                <a:lnTo>
                  <a:pt x="225457" y="0"/>
                </a:lnTo>
                <a:lnTo>
                  <a:pt x="245955" y="0"/>
                </a:lnTo>
                <a:lnTo>
                  <a:pt x="266452" y="0"/>
                </a:lnTo>
                <a:lnTo>
                  <a:pt x="286950" y="0"/>
                </a:lnTo>
                <a:lnTo>
                  <a:pt x="307448" y="0"/>
                </a:lnTo>
                <a:lnTo>
                  <a:pt x="327936" y="0"/>
                </a:lnTo>
                <a:lnTo>
                  <a:pt x="348434" y="0"/>
                </a:lnTo>
                <a:lnTo>
                  <a:pt x="368932" y="0"/>
                </a:lnTo>
                <a:lnTo>
                  <a:pt x="389430" y="0"/>
                </a:lnTo>
                <a:lnTo>
                  <a:pt x="409927" y="0"/>
                </a:lnTo>
                <a:lnTo>
                  <a:pt x="430425" y="0"/>
                </a:lnTo>
                <a:lnTo>
                  <a:pt x="450914" y="0"/>
                </a:lnTo>
                <a:lnTo>
                  <a:pt x="471411" y="0"/>
                </a:lnTo>
                <a:lnTo>
                  <a:pt x="491909" y="0"/>
                </a:lnTo>
                <a:lnTo>
                  <a:pt x="512407" y="0"/>
                </a:lnTo>
                <a:lnTo>
                  <a:pt x="514350" y="18555"/>
                </a:lnTo>
                <a:lnTo>
                  <a:pt x="514350" y="39043"/>
                </a:lnTo>
                <a:lnTo>
                  <a:pt x="514350" y="59541"/>
                </a:lnTo>
                <a:lnTo>
                  <a:pt x="514350" y="80039"/>
                </a:lnTo>
                <a:lnTo>
                  <a:pt x="514350" y="100536"/>
                </a:lnTo>
                <a:lnTo>
                  <a:pt x="514350" y="121034"/>
                </a:lnTo>
                <a:lnTo>
                  <a:pt x="514350" y="141522"/>
                </a:lnTo>
                <a:lnTo>
                  <a:pt x="514350" y="162020"/>
                </a:lnTo>
                <a:lnTo>
                  <a:pt x="514350" y="182518"/>
                </a:lnTo>
                <a:lnTo>
                  <a:pt x="514350" y="203016"/>
                </a:lnTo>
                <a:lnTo>
                  <a:pt x="514350" y="223504"/>
                </a:lnTo>
                <a:lnTo>
                  <a:pt x="514350" y="244002"/>
                </a:lnTo>
                <a:lnTo>
                  <a:pt x="514350" y="264500"/>
                </a:lnTo>
                <a:lnTo>
                  <a:pt x="514350" y="284998"/>
                </a:lnTo>
                <a:lnTo>
                  <a:pt x="514350" y="305495"/>
                </a:lnTo>
                <a:lnTo>
                  <a:pt x="514350" y="325984"/>
                </a:lnTo>
                <a:lnTo>
                  <a:pt x="514350" y="346481"/>
                </a:lnTo>
                <a:lnTo>
                  <a:pt x="514350" y="366979"/>
                </a:lnTo>
                <a:lnTo>
                  <a:pt x="514350" y="387477"/>
                </a:lnTo>
                <a:lnTo>
                  <a:pt x="514350" y="407975"/>
                </a:lnTo>
                <a:lnTo>
                  <a:pt x="514350" y="428463"/>
                </a:lnTo>
                <a:lnTo>
                  <a:pt x="514350" y="448961"/>
                </a:lnTo>
                <a:lnTo>
                  <a:pt x="514350" y="469459"/>
                </a:lnTo>
                <a:lnTo>
                  <a:pt x="514350" y="489956"/>
                </a:lnTo>
                <a:lnTo>
                  <a:pt x="514350" y="510445"/>
                </a:lnTo>
                <a:lnTo>
                  <a:pt x="514350" y="530943"/>
                </a:lnTo>
                <a:lnTo>
                  <a:pt x="514350" y="551440"/>
                </a:lnTo>
                <a:lnTo>
                  <a:pt x="514350" y="571938"/>
                </a:lnTo>
                <a:lnTo>
                  <a:pt x="514350" y="592436"/>
                </a:lnTo>
                <a:lnTo>
                  <a:pt x="514350" y="612924"/>
                </a:lnTo>
                <a:lnTo>
                  <a:pt x="514350" y="633422"/>
                </a:lnTo>
                <a:lnTo>
                  <a:pt x="514350" y="653920"/>
                </a:lnTo>
                <a:lnTo>
                  <a:pt x="514350" y="674418"/>
                </a:lnTo>
                <a:lnTo>
                  <a:pt x="514350" y="694915"/>
                </a:lnTo>
                <a:lnTo>
                  <a:pt x="514350" y="715404"/>
                </a:lnTo>
                <a:lnTo>
                  <a:pt x="514350" y="735902"/>
                </a:lnTo>
                <a:lnTo>
                  <a:pt x="514350" y="756399"/>
                </a:lnTo>
                <a:lnTo>
                  <a:pt x="514350" y="776897"/>
                </a:lnTo>
                <a:lnTo>
                  <a:pt x="514350" y="797385"/>
                </a:lnTo>
                <a:lnTo>
                  <a:pt x="514350" y="817883"/>
                </a:lnTo>
                <a:lnTo>
                  <a:pt x="514350" y="838381"/>
                </a:lnTo>
                <a:lnTo>
                  <a:pt x="514350" y="858879"/>
                </a:lnTo>
                <a:lnTo>
                  <a:pt x="514350" y="879377"/>
                </a:lnTo>
                <a:lnTo>
                  <a:pt x="514350" y="899865"/>
                </a:lnTo>
                <a:lnTo>
                  <a:pt x="514350" y="920363"/>
                </a:lnTo>
                <a:lnTo>
                  <a:pt x="514350" y="940860"/>
                </a:lnTo>
                <a:lnTo>
                  <a:pt x="514350" y="961358"/>
                </a:lnTo>
                <a:lnTo>
                  <a:pt x="514350" y="981847"/>
                </a:lnTo>
                <a:lnTo>
                  <a:pt x="514350" y="1002344"/>
                </a:lnTo>
                <a:lnTo>
                  <a:pt x="514350" y="1022842"/>
                </a:lnTo>
                <a:lnTo>
                  <a:pt x="514350" y="1043340"/>
                </a:lnTo>
                <a:lnTo>
                  <a:pt x="514350" y="1063838"/>
                </a:lnTo>
                <a:lnTo>
                  <a:pt x="514350" y="1084326"/>
                </a:lnTo>
                <a:lnTo>
                  <a:pt x="514350" y="1104824"/>
                </a:lnTo>
                <a:lnTo>
                  <a:pt x="514350" y="1125322"/>
                </a:lnTo>
                <a:lnTo>
                  <a:pt x="514350" y="1145819"/>
                </a:lnTo>
                <a:lnTo>
                  <a:pt x="514350" y="1166317"/>
                </a:lnTo>
                <a:lnTo>
                  <a:pt x="514350" y="1186805"/>
                </a:lnTo>
                <a:lnTo>
                  <a:pt x="514350" y="1207303"/>
                </a:lnTo>
                <a:lnTo>
                  <a:pt x="514350" y="1227801"/>
                </a:lnTo>
                <a:lnTo>
                  <a:pt x="514350" y="1248299"/>
                </a:lnTo>
                <a:lnTo>
                  <a:pt x="514350" y="1268787"/>
                </a:lnTo>
                <a:lnTo>
                  <a:pt x="514350" y="1289285"/>
                </a:lnTo>
                <a:lnTo>
                  <a:pt x="514350" y="1309783"/>
                </a:lnTo>
                <a:lnTo>
                  <a:pt x="514350" y="1330281"/>
                </a:lnTo>
                <a:lnTo>
                  <a:pt x="514350" y="1350778"/>
                </a:lnTo>
                <a:lnTo>
                  <a:pt x="514350" y="1371267"/>
                </a:lnTo>
                <a:lnTo>
                  <a:pt x="514350" y="1391764"/>
                </a:lnTo>
                <a:lnTo>
                  <a:pt x="514350" y="1412262"/>
                </a:lnTo>
                <a:lnTo>
                  <a:pt x="514350" y="1432760"/>
                </a:lnTo>
                <a:lnTo>
                  <a:pt x="514350" y="1453248"/>
                </a:lnTo>
                <a:lnTo>
                  <a:pt x="514350" y="1473746"/>
                </a:lnTo>
                <a:lnTo>
                  <a:pt x="514350" y="1494244"/>
                </a:lnTo>
                <a:lnTo>
                  <a:pt x="514350" y="1514742"/>
                </a:lnTo>
                <a:lnTo>
                  <a:pt x="514350" y="1535240"/>
                </a:lnTo>
                <a:lnTo>
                  <a:pt x="514350" y="1555728"/>
                </a:lnTo>
                <a:lnTo>
                  <a:pt x="514350" y="1576226"/>
                </a:lnTo>
                <a:lnTo>
                  <a:pt x="514350" y="1596723"/>
                </a:lnTo>
                <a:lnTo>
                  <a:pt x="514350" y="1617221"/>
                </a:lnTo>
                <a:lnTo>
                  <a:pt x="514350" y="1637719"/>
                </a:lnTo>
                <a:lnTo>
                  <a:pt x="514350" y="1658207"/>
                </a:lnTo>
                <a:lnTo>
                  <a:pt x="514350" y="1678705"/>
                </a:lnTo>
                <a:lnTo>
                  <a:pt x="514350" y="1699203"/>
                </a:lnTo>
                <a:lnTo>
                  <a:pt x="514350" y="1719701"/>
                </a:lnTo>
                <a:lnTo>
                  <a:pt x="514350" y="1740189"/>
                </a:lnTo>
                <a:lnTo>
                  <a:pt x="514350" y="1760687"/>
                </a:lnTo>
                <a:lnTo>
                  <a:pt x="514350" y="1781185"/>
                </a:lnTo>
                <a:lnTo>
                  <a:pt x="514350" y="1801682"/>
                </a:lnTo>
                <a:lnTo>
                  <a:pt x="514350" y="1822180"/>
                </a:lnTo>
                <a:lnTo>
                  <a:pt x="514350" y="1842668"/>
                </a:lnTo>
                <a:lnTo>
                  <a:pt x="514350" y="1863166"/>
                </a:lnTo>
                <a:lnTo>
                  <a:pt x="514350" y="1883664"/>
                </a:lnTo>
                <a:lnTo>
                  <a:pt x="514350" y="1904162"/>
                </a:lnTo>
                <a:lnTo>
                  <a:pt x="499901" y="1916154"/>
                </a:lnTo>
                <a:lnTo>
                  <a:pt x="481984" y="1926107"/>
                </a:lnTo>
                <a:lnTo>
                  <a:pt x="464068" y="1936061"/>
                </a:lnTo>
                <a:lnTo>
                  <a:pt x="446151" y="1946015"/>
                </a:lnTo>
                <a:lnTo>
                  <a:pt x="428234" y="1955968"/>
                </a:lnTo>
                <a:lnTo>
                  <a:pt x="410318" y="1965922"/>
                </a:lnTo>
                <a:lnTo>
                  <a:pt x="392401" y="1975876"/>
                </a:lnTo>
                <a:lnTo>
                  <a:pt x="374485" y="1985829"/>
                </a:lnTo>
                <a:lnTo>
                  <a:pt x="356568" y="1995783"/>
                </a:lnTo>
                <a:lnTo>
                  <a:pt x="338652" y="2005736"/>
                </a:lnTo>
                <a:lnTo>
                  <a:pt x="320735" y="2015690"/>
                </a:lnTo>
                <a:lnTo>
                  <a:pt x="302819" y="2025644"/>
                </a:lnTo>
                <a:lnTo>
                  <a:pt x="284902" y="2035597"/>
                </a:lnTo>
                <a:lnTo>
                  <a:pt x="266986" y="2045551"/>
                </a:lnTo>
                <a:lnTo>
                  <a:pt x="249069" y="2046494"/>
                </a:lnTo>
                <a:lnTo>
                  <a:pt x="231153" y="2036540"/>
                </a:lnTo>
                <a:lnTo>
                  <a:pt x="213236" y="2026587"/>
                </a:lnTo>
                <a:lnTo>
                  <a:pt x="195320" y="2016633"/>
                </a:lnTo>
                <a:lnTo>
                  <a:pt x="177403" y="2006679"/>
                </a:lnTo>
                <a:lnTo>
                  <a:pt x="159477" y="1996726"/>
                </a:lnTo>
                <a:lnTo>
                  <a:pt x="141561" y="1986772"/>
                </a:lnTo>
                <a:lnTo>
                  <a:pt x="123644" y="1976819"/>
                </a:lnTo>
                <a:lnTo>
                  <a:pt x="105728" y="1966865"/>
                </a:lnTo>
                <a:lnTo>
                  <a:pt x="87811" y="1956911"/>
                </a:lnTo>
                <a:lnTo>
                  <a:pt x="69894" y="1946958"/>
                </a:lnTo>
                <a:lnTo>
                  <a:pt x="51978" y="1937004"/>
                </a:lnTo>
                <a:lnTo>
                  <a:pt x="34061" y="1927050"/>
                </a:lnTo>
                <a:lnTo>
                  <a:pt x="16145" y="1917097"/>
                </a:lnTo>
                <a:lnTo>
                  <a:pt x="0" y="1906105"/>
                </a:lnTo>
                <a:lnTo>
                  <a:pt x="0" y="1885607"/>
                </a:lnTo>
                <a:lnTo>
                  <a:pt x="0" y="1865109"/>
                </a:lnTo>
                <a:lnTo>
                  <a:pt x="0" y="1844612"/>
                </a:lnTo>
                <a:lnTo>
                  <a:pt x="0" y="1824123"/>
                </a:lnTo>
                <a:lnTo>
                  <a:pt x="0" y="1803625"/>
                </a:lnTo>
                <a:lnTo>
                  <a:pt x="0" y="1783128"/>
                </a:lnTo>
                <a:lnTo>
                  <a:pt x="0" y="1762630"/>
                </a:lnTo>
                <a:lnTo>
                  <a:pt x="0" y="1742142"/>
                </a:lnTo>
                <a:lnTo>
                  <a:pt x="0" y="1721644"/>
                </a:lnTo>
                <a:lnTo>
                  <a:pt x="0" y="1701146"/>
                </a:lnTo>
                <a:lnTo>
                  <a:pt x="0" y="1680648"/>
                </a:lnTo>
                <a:lnTo>
                  <a:pt x="0" y="1660150"/>
                </a:lnTo>
                <a:lnTo>
                  <a:pt x="0" y="1639662"/>
                </a:lnTo>
                <a:lnTo>
                  <a:pt x="0" y="1619164"/>
                </a:lnTo>
                <a:lnTo>
                  <a:pt x="0" y="1598666"/>
                </a:lnTo>
                <a:lnTo>
                  <a:pt x="0" y="1578169"/>
                </a:lnTo>
                <a:lnTo>
                  <a:pt x="0" y="1557680"/>
                </a:lnTo>
                <a:lnTo>
                  <a:pt x="0" y="1537183"/>
                </a:lnTo>
                <a:lnTo>
                  <a:pt x="0" y="1516685"/>
                </a:lnTo>
                <a:lnTo>
                  <a:pt x="0" y="1496187"/>
                </a:lnTo>
                <a:lnTo>
                  <a:pt x="0" y="1475689"/>
                </a:lnTo>
                <a:lnTo>
                  <a:pt x="0" y="1455201"/>
                </a:lnTo>
                <a:lnTo>
                  <a:pt x="0" y="1434703"/>
                </a:lnTo>
                <a:lnTo>
                  <a:pt x="0" y="1414205"/>
                </a:lnTo>
                <a:lnTo>
                  <a:pt x="0" y="1393708"/>
                </a:lnTo>
                <a:lnTo>
                  <a:pt x="0" y="1373210"/>
                </a:lnTo>
                <a:lnTo>
                  <a:pt x="0" y="1352721"/>
                </a:lnTo>
                <a:lnTo>
                  <a:pt x="0" y="1332224"/>
                </a:lnTo>
                <a:lnTo>
                  <a:pt x="0" y="1311726"/>
                </a:lnTo>
                <a:lnTo>
                  <a:pt x="0" y="1291228"/>
                </a:lnTo>
                <a:lnTo>
                  <a:pt x="0" y="1270740"/>
                </a:lnTo>
                <a:lnTo>
                  <a:pt x="0" y="1250242"/>
                </a:lnTo>
                <a:lnTo>
                  <a:pt x="0" y="1229744"/>
                </a:lnTo>
                <a:lnTo>
                  <a:pt x="0" y="1209246"/>
                </a:lnTo>
                <a:lnTo>
                  <a:pt x="0" y="1188749"/>
                </a:lnTo>
                <a:lnTo>
                  <a:pt x="0" y="1168260"/>
                </a:lnTo>
                <a:lnTo>
                  <a:pt x="0" y="1147763"/>
                </a:lnTo>
                <a:lnTo>
                  <a:pt x="0" y="1127265"/>
                </a:lnTo>
                <a:lnTo>
                  <a:pt x="0" y="1106767"/>
                </a:lnTo>
                <a:lnTo>
                  <a:pt x="0" y="1086279"/>
                </a:lnTo>
                <a:lnTo>
                  <a:pt x="0" y="1065781"/>
                </a:lnTo>
                <a:lnTo>
                  <a:pt x="0" y="1045283"/>
                </a:lnTo>
                <a:lnTo>
                  <a:pt x="0" y="1024785"/>
                </a:lnTo>
                <a:lnTo>
                  <a:pt x="0" y="1004287"/>
                </a:lnTo>
                <a:lnTo>
                  <a:pt x="0" y="983799"/>
                </a:lnTo>
                <a:lnTo>
                  <a:pt x="0" y="963301"/>
                </a:lnTo>
                <a:lnTo>
                  <a:pt x="0" y="942804"/>
                </a:lnTo>
                <a:lnTo>
                  <a:pt x="0" y="922306"/>
                </a:lnTo>
                <a:lnTo>
                  <a:pt x="0" y="901808"/>
                </a:lnTo>
                <a:lnTo>
                  <a:pt x="0" y="881320"/>
                </a:lnTo>
                <a:lnTo>
                  <a:pt x="0" y="860822"/>
                </a:lnTo>
                <a:lnTo>
                  <a:pt x="0" y="840324"/>
                </a:lnTo>
                <a:lnTo>
                  <a:pt x="0" y="819826"/>
                </a:lnTo>
                <a:lnTo>
                  <a:pt x="0" y="799338"/>
                </a:lnTo>
                <a:lnTo>
                  <a:pt x="0" y="778840"/>
                </a:lnTo>
                <a:lnTo>
                  <a:pt x="0" y="758342"/>
                </a:lnTo>
                <a:lnTo>
                  <a:pt x="0" y="737845"/>
                </a:lnTo>
                <a:lnTo>
                  <a:pt x="0" y="717347"/>
                </a:lnTo>
                <a:lnTo>
                  <a:pt x="0" y="696859"/>
                </a:lnTo>
                <a:lnTo>
                  <a:pt x="0" y="676361"/>
                </a:lnTo>
                <a:lnTo>
                  <a:pt x="0" y="655863"/>
                </a:lnTo>
                <a:lnTo>
                  <a:pt x="0" y="635365"/>
                </a:lnTo>
                <a:lnTo>
                  <a:pt x="0" y="614867"/>
                </a:lnTo>
                <a:lnTo>
                  <a:pt x="0" y="594379"/>
                </a:lnTo>
                <a:lnTo>
                  <a:pt x="0" y="573881"/>
                </a:lnTo>
                <a:lnTo>
                  <a:pt x="0" y="553383"/>
                </a:lnTo>
                <a:lnTo>
                  <a:pt x="0" y="532886"/>
                </a:lnTo>
                <a:lnTo>
                  <a:pt x="0" y="512397"/>
                </a:lnTo>
                <a:lnTo>
                  <a:pt x="0" y="491900"/>
                </a:lnTo>
                <a:lnTo>
                  <a:pt x="0" y="471402"/>
                </a:lnTo>
                <a:lnTo>
                  <a:pt x="0" y="450904"/>
                </a:lnTo>
                <a:lnTo>
                  <a:pt x="0" y="430406"/>
                </a:lnTo>
                <a:lnTo>
                  <a:pt x="0" y="409918"/>
                </a:lnTo>
                <a:lnTo>
                  <a:pt x="0" y="389420"/>
                </a:lnTo>
                <a:lnTo>
                  <a:pt x="0" y="368922"/>
                </a:lnTo>
                <a:lnTo>
                  <a:pt x="0" y="348425"/>
                </a:lnTo>
                <a:lnTo>
                  <a:pt x="0" y="327936"/>
                </a:lnTo>
                <a:lnTo>
                  <a:pt x="0" y="307438"/>
                </a:lnTo>
                <a:lnTo>
                  <a:pt x="0" y="286941"/>
                </a:lnTo>
                <a:lnTo>
                  <a:pt x="0" y="266443"/>
                </a:lnTo>
                <a:lnTo>
                  <a:pt x="0" y="245945"/>
                </a:lnTo>
                <a:lnTo>
                  <a:pt x="0" y="225457"/>
                </a:lnTo>
                <a:lnTo>
                  <a:pt x="0" y="204959"/>
                </a:lnTo>
                <a:lnTo>
                  <a:pt x="0" y="184461"/>
                </a:lnTo>
                <a:lnTo>
                  <a:pt x="0" y="163963"/>
                </a:lnTo>
                <a:lnTo>
                  <a:pt x="0" y="143466"/>
                </a:lnTo>
                <a:lnTo>
                  <a:pt x="0" y="122977"/>
                </a:lnTo>
                <a:lnTo>
                  <a:pt x="0" y="102479"/>
                </a:lnTo>
                <a:lnTo>
                  <a:pt x="0" y="81982"/>
                </a:lnTo>
                <a:lnTo>
                  <a:pt x="0" y="61484"/>
                </a:lnTo>
                <a:lnTo>
                  <a:pt x="0" y="40996"/>
                </a:lnTo>
                <a:lnTo>
                  <a:pt x="0" y="20498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5" name="phase-title-0">
            <a:extLst xmlns:a="http://schemas.openxmlformats.org/drawingml/2006/main">
              <a:ext uri="{FF2B5EF4-FFF2-40B4-BE49-F238E27FC236}">
                <a16:creationId xmlns:a16="http://schemas.microsoft.com/office/drawing/2014/main" id="{087F0783-D17A-4CEC-8796-8650B0E3B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2192979"/>
            <a:ext cx="1428750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精准触达</a:t>
            </a:r>
          </a:p>
        </p:txBody>
      </p:sp>
      <p:sp>
        <p:nvSpPr>
          <p:cNvPr id="6" name="phase-body-0">
            <a:extLst xmlns:a="http://schemas.openxmlformats.org/drawingml/2006/main">
              <a:ext uri="{FF2B5EF4-FFF2-40B4-BE49-F238E27FC236}">
                <a16:creationId xmlns:a16="http://schemas.microsoft.com/office/drawing/2014/main" id="{4B5F78F0-113B-4D4B-B87A-668A137AE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2547195"/>
            <a:ext cx="1428750" cy="587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让目标对象进</a:t>
            </a:r>
          </a:p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入体系</a:t>
            </a:r>
          </a:p>
        </p:txBody>
      </p:sp>
      <p:sp>
        <p:nvSpPr>
          <p:cNvPr id="7" name="action-icon-shell-0-0">
            <a:extLst xmlns:a="http://schemas.openxmlformats.org/drawingml/2006/main">
              <a:ext uri="{FF2B5EF4-FFF2-40B4-BE49-F238E27FC236}">
                <a16:creationId xmlns:a16="http://schemas.microsoft.com/office/drawing/2014/main" id="{007A7B0E-2357-43CF-9A98-51BB0372C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2187473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6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5bc153b133248fe">
            <a:extLst>
              <a:ext uri="{96DAC541-7B7A-43D3-8B79-37D633B846F1}">
                <asvg:svgBlip xmlns:asvg="http://schemas.microsoft.com/office/drawing/2016/SVG/main" r:embed="R65361ce5c87c40d0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2263673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9" name="action-title-0-0">
            <a:extLst xmlns:a="http://schemas.openxmlformats.org/drawingml/2006/main">
              <a:ext uri="{FF2B5EF4-FFF2-40B4-BE49-F238E27FC236}">
                <a16:creationId xmlns:a16="http://schemas.microsoft.com/office/drawing/2014/main" id="{C3200CB0-B2E8-489F-806A-D4090A96E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126456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标签体系</a:t>
            </a:r>
          </a:p>
        </p:txBody>
      </p:sp>
      <p:sp>
        <p:nvSpPr>
          <p:cNvPr id="10" name="action-body-0-0">
            <a:extLst xmlns:a="http://schemas.openxmlformats.org/drawingml/2006/main">
              <a:ext uri="{FF2B5EF4-FFF2-40B4-BE49-F238E27FC236}">
                <a16:creationId xmlns:a16="http://schemas.microsoft.com/office/drawing/2014/main" id="{5E398D67-0AD2-4B73-91E8-8AA7BBCB8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355056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形成可识别对象</a:t>
            </a:r>
          </a:p>
        </p:txBody>
      </p:sp>
      <p:sp>
        <p:nvSpPr>
          <p:cNvPr id="11" name="action-icon-shell-0-1">
            <a:extLst xmlns:a="http://schemas.openxmlformats.org/drawingml/2006/main">
              <a:ext uri="{FF2B5EF4-FFF2-40B4-BE49-F238E27FC236}">
                <a16:creationId xmlns:a16="http://schemas.microsoft.com/office/drawing/2014/main" id="{4279FC58-61E1-43C2-AAFC-8CD98A51C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2187473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7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b90e1dbdba64fe9">
            <a:extLst>
              <a:ext uri="{96DAC541-7B7A-43D3-8B79-37D633B846F1}">
                <asvg:svgBlip xmlns:asvg="http://schemas.microsoft.com/office/drawing/2016/SVG/main" r:embed="R94d022cc16af45fd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2263673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13" name="action-title-0-1">
            <a:extLst xmlns:a="http://schemas.openxmlformats.org/drawingml/2006/main">
              <a:ext uri="{FF2B5EF4-FFF2-40B4-BE49-F238E27FC236}">
                <a16:creationId xmlns:a16="http://schemas.microsoft.com/office/drawing/2014/main" id="{7069C026-F83C-4B01-8DEA-0A2AB3442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126456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渠道连接</a:t>
            </a:r>
          </a:p>
        </p:txBody>
      </p:sp>
      <p:sp>
        <p:nvSpPr>
          <p:cNvPr id="14" name="action-body-0-1">
            <a:extLst xmlns:a="http://schemas.openxmlformats.org/drawingml/2006/main">
              <a:ext uri="{FF2B5EF4-FFF2-40B4-BE49-F238E27FC236}">
                <a16:creationId xmlns:a16="http://schemas.microsoft.com/office/drawing/2014/main" id="{6EFC18A6-A5E6-4B78-948D-8DA28E365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355056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连接主要触点</a:t>
            </a:r>
          </a:p>
        </p:txBody>
      </p:sp>
      <p:sp>
        <p:nvSpPr>
          <p:cNvPr id="15" name="action-icon-shell-0-2">
            <a:extLst xmlns:a="http://schemas.openxmlformats.org/drawingml/2006/main">
              <a:ext uri="{FF2B5EF4-FFF2-40B4-BE49-F238E27FC236}">
                <a16:creationId xmlns:a16="http://schemas.microsoft.com/office/drawing/2014/main" id="{E5CD75F1-D34E-41AF-8AD7-90750E236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2797073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7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049f81c99224d1b">
            <a:extLst>
              <a:ext uri="{96DAC541-7B7A-43D3-8B79-37D633B846F1}">
                <asvg:svgBlip xmlns:asvg="http://schemas.microsoft.com/office/drawing/2016/SVG/main" r:embed="Rf6b37a483b2140ae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2873273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17" name="action-title-0-2">
            <a:extLst xmlns:a="http://schemas.openxmlformats.org/drawingml/2006/main">
              <a:ext uri="{FF2B5EF4-FFF2-40B4-BE49-F238E27FC236}">
                <a16:creationId xmlns:a16="http://schemas.microsoft.com/office/drawing/2014/main" id="{A9335CA3-3626-46BA-8EE6-781B58712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736056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内容优化</a:t>
            </a:r>
          </a:p>
        </p:txBody>
      </p:sp>
      <p:sp>
        <p:nvSpPr>
          <p:cNvPr id="18" name="action-body-0-2">
            <a:extLst xmlns:a="http://schemas.openxmlformats.org/drawingml/2006/main">
              <a:ext uri="{FF2B5EF4-FFF2-40B4-BE49-F238E27FC236}">
                <a16:creationId xmlns:a16="http://schemas.microsoft.com/office/drawing/2014/main" id="{474BDABA-3CDC-40D7-BFE8-5B5FE4CF4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964656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提高触达质量</a:t>
            </a:r>
          </a:p>
        </p:txBody>
      </p:sp>
      <p:sp>
        <p:nvSpPr>
          <p:cNvPr id="19" name="action-icon-shell-0-3">
            <a:extLst xmlns:a="http://schemas.openxmlformats.org/drawingml/2006/main">
              <a:ext uri="{FF2B5EF4-FFF2-40B4-BE49-F238E27FC236}">
                <a16:creationId xmlns:a16="http://schemas.microsoft.com/office/drawing/2014/main" id="{BAA02314-EBD7-4FDE-9749-84A76167A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2797073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8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b05358e36b84174">
            <a:extLst>
              <a:ext uri="{96DAC541-7B7A-43D3-8B79-37D633B846F1}">
                <asvg:svgBlip xmlns:asvg="http://schemas.microsoft.com/office/drawing/2016/SVG/main" r:embed="Rd926b6f5214b4553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2873273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21" name="action-title-0-3">
            <a:extLst xmlns:a="http://schemas.openxmlformats.org/drawingml/2006/main">
              <a:ext uri="{FF2B5EF4-FFF2-40B4-BE49-F238E27FC236}">
                <a16:creationId xmlns:a16="http://schemas.microsoft.com/office/drawing/2014/main" id="{BD21DB7C-526A-455A-8E26-3C7DD346F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736056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行为追踪</a:t>
            </a:r>
          </a:p>
        </p:txBody>
      </p:sp>
      <p:sp>
        <p:nvSpPr>
          <p:cNvPr id="22" name="action-body-0-3">
            <a:extLst xmlns:a="http://schemas.openxmlformats.org/drawingml/2006/main">
              <a:ext uri="{FF2B5EF4-FFF2-40B4-BE49-F238E27FC236}">
                <a16:creationId xmlns:a16="http://schemas.microsoft.com/office/drawing/2014/main" id="{82B3AF1F-5721-48C2-B3C1-A2FE21388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964656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记录关键反馈</a:t>
            </a:r>
          </a:p>
        </p:txBody>
      </p:sp>
      <p:sp>
        <p:nvSpPr>
          <p:cNvPr id="23" name="phase-rail-1">
            <a:extLst xmlns:a="http://schemas.openxmlformats.org/drawingml/2006/main">
              <a:ext uri="{FF2B5EF4-FFF2-40B4-BE49-F238E27FC236}">
                <a16:creationId xmlns:a16="http://schemas.microsoft.com/office/drawing/2014/main" id="{ACAC8021-84D3-4483-8D70-4035A50D1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3689299"/>
            <a:ext cx="514350" cy="1212590"/>
          </a:xfrm>
          <a:custGeom xmlns:a="http://schemas.openxmlformats.org/drawingml/2006/main">
            <a:pathLst>
              <a:path w="514350" h="1212590">
                <a:moveTo>
                  <a:pt x="0" y="0"/>
                </a:moveTo>
                <a:lnTo>
                  <a:pt x="16564" y="9201"/>
                </a:lnTo>
                <a:lnTo>
                  <a:pt x="33137" y="18412"/>
                </a:lnTo>
                <a:lnTo>
                  <a:pt x="49701" y="27613"/>
                </a:lnTo>
                <a:lnTo>
                  <a:pt x="66275" y="36814"/>
                </a:lnTo>
                <a:lnTo>
                  <a:pt x="82839" y="46015"/>
                </a:lnTo>
                <a:lnTo>
                  <a:pt x="99403" y="55226"/>
                </a:lnTo>
                <a:lnTo>
                  <a:pt x="115976" y="64427"/>
                </a:lnTo>
                <a:lnTo>
                  <a:pt x="132540" y="73628"/>
                </a:lnTo>
                <a:lnTo>
                  <a:pt x="149114" y="82839"/>
                </a:lnTo>
                <a:lnTo>
                  <a:pt x="165678" y="92040"/>
                </a:lnTo>
                <a:lnTo>
                  <a:pt x="182242" y="101241"/>
                </a:lnTo>
                <a:lnTo>
                  <a:pt x="198815" y="110442"/>
                </a:lnTo>
                <a:lnTo>
                  <a:pt x="215379" y="119653"/>
                </a:lnTo>
                <a:lnTo>
                  <a:pt x="231953" y="128854"/>
                </a:lnTo>
                <a:lnTo>
                  <a:pt x="248517" y="138055"/>
                </a:lnTo>
                <a:lnTo>
                  <a:pt x="265081" y="138474"/>
                </a:lnTo>
                <a:lnTo>
                  <a:pt x="281654" y="129273"/>
                </a:lnTo>
                <a:lnTo>
                  <a:pt x="298218" y="120072"/>
                </a:lnTo>
                <a:lnTo>
                  <a:pt x="314782" y="110861"/>
                </a:lnTo>
                <a:lnTo>
                  <a:pt x="331356" y="101660"/>
                </a:lnTo>
                <a:lnTo>
                  <a:pt x="347920" y="92459"/>
                </a:lnTo>
                <a:lnTo>
                  <a:pt x="364493" y="83249"/>
                </a:lnTo>
                <a:lnTo>
                  <a:pt x="381057" y="74047"/>
                </a:lnTo>
                <a:lnTo>
                  <a:pt x="397621" y="64846"/>
                </a:lnTo>
                <a:lnTo>
                  <a:pt x="414195" y="55645"/>
                </a:lnTo>
                <a:lnTo>
                  <a:pt x="430759" y="46434"/>
                </a:lnTo>
                <a:lnTo>
                  <a:pt x="447332" y="37233"/>
                </a:lnTo>
                <a:lnTo>
                  <a:pt x="463896" y="28032"/>
                </a:lnTo>
                <a:lnTo>
                  <a:pt x="480460" y="18821"/>
                </a:lnTo>
                <a:lnTo>
                  <a:pt x="497034" y="9620"/>
                </a:lnTo>
                <a:lnTo>
                  <a:pt x="513598" y="419"/>
                </a:lnTo>
                <a:lnTo>
                  <a:pt x="514350" y="18098"/>
                </a:lnTo>
                <a:lnTo>
                  <a:pt x="514350" y="37043"/>
                </a:lnTo>
                <a:lnTo>
                  <a:pt x="514350" y="55997"/>
                </a:lnTo>
                <a:lnTo>
                  <a:pt x="514350" y="74952"/>
                </a:lnTo>
                <a:lnTo>
                  <a:pt x="514350" y="93897"/>
                </a:lnTo>
                <a:lnTo>
                  <a:pt x="514350" y="112852"/>
                </a:lnTo>
                <a:lnTo>
                  <a:pt x="514350" y="131807"/>
                </a:lnTo>
                <a:lnTo>
                  <a:pt x="514350" y="150762"/>
                </a:lnTo>
                <a:lnTo>
                  <a:pt x="514350" y="169707"/>
                </a:lnTo>
                <a:lnTo>
                  <a:pt x="514350" y="188662"/>
                </a:lnTo>
                <a:lnTo>
                  <a:pt x="514350" y="207616"/>
                </a:lnTo>
                <a:lnTo>
                  <a:pt x="514350" y="226562"/>
                </a:lnTo>
                <a:lnTo>
                  <a:pt x="514350" y="245516"/>
                </a:lnTo>
                <a:lnTo>
                  <a:pt x="514350" y="264471"/>
                </a:lnTo>
                <a:lnTo>
                  <a:pt x="514350" y="283426"/>
                </a:lnTo>
                <a:lnTo>
                  <a:pt x="514350" y="302371"/>
                </a:lnTo>
                <a:lnTo>
                  <a:pt x="514350" y="321326"/>
                </a:lnTo>
                <a:lnTo>
                  <a:pt x="514350" y="340281"/>
                </a:lnTo>
                <a:lnTo>
                  <a:pt x="514350" y="359226"/>
                </a:lnTo>
                <a:lnTo>
                  <a:pt x="514350" y="378181"/>
                </a:lnTo>
                <a:lnTo>
                  <a:pt x="514350" y="397135"/>
                </a:lnTo>
                <a:lnTo>
                  <a:pt x="514350" y="416090"/>
                </a:lnTo>
                <a:lnTo>
                  <a:pt x="514350" y="435035"/>
                </a:lnTo>
                <a:lnTo>
                  <a:pt x="514350" y="453990"/>
                </a:lnTo>
                <a:lnTo>
                  <a:pt x="514350" y="472945"/>
                </a:lnTo>
                <a:lnTo>
                  <a:pt x="514350" y="491890"/>
                </a:lnTo>
                <a:lnTo>
                  <a:pt x="514350" y="510845"/>
                </a:lnTo>
                <a:lnTo>
                  <a:pt x="514350" y="529800"/>
                </a:lnTo>
                <a:lnTo>
                  <a:pt x="514350" y="548754"/>
                </a:lnTo>
                <a:lnTo>
                  <a:pt x="514350" y="567700"/>
                </a:lnTo>
                <a:lnTo>
                  <a:pt x="514350" y="586654"/>
                </a:lnTo>
                <a:lnTo>
                  <a:pt x="514350" y="605609"/>
                </a:lnTo>
                <a:lnTo>
                  <a:pt x="514350" y="624554"/>
                </a:lnTo>
                <a:lnTo>
                  <a:pt x="514350" y="643509"/>
                </a:lnTo>
                <a:lnTo>
                  <a:pt x="514350" y="662464"/>
                </a:lnTo>
                <a:lnTo>
                  <a:pt x="514350" y="681419"/>
                </a:lnTo>
                <a:lnTo>
                  <a:pt x="514350" y="700364"/>
                </a:lnTo>
                <a:lnTo>
                  <a:pt x="514350" y="719318"/>
                </a:lnTo>
                <a:lnTo>
                  <a:pt x="514350" y="738273"/>
                </a:lnTo>
                <a:lnTo>
                  <a:pt x="514350" y="757218"/>
                </a:lnTo>
                <a:lnTo>
                  <a:pt x="514350" y="776173"/>
                </a:lnTo>
                <a:lnTo>
                  <a:pt x="514350" y="795128"/>
                </a:lnTo>
                <a:lnTo>
                  <a:pt x="514350" y="814083"/>
                </a:lnTo>
                <a:lnTo>
                  <a:pt x="514350" y="833028"/>
                </a:lnTo>
                <a:lnTo>
                  <a:pt x="514350" y="851983"/>
                </a:lnTo>
                <a:lnTo>
                  <a:pt x="514350" y="870937"/>
                </a:lnTo>
                <a:lnTo>
                  <a:pt x="514350" y="889883"/>
                </a:lnTo>
                <a:lnTo>
                  <a:pt x="514350" y="908837"/>
                </a:lnTo>
                <a:lnTo>
                  <a:pt x="514350" y="927792"/>
                </a:lnTo>
                <a:lnTo>
                  <a:pt x="514350" y="946747"/>
                </a:lnTo>
                <a:lnTo>
                  <a:pt x="514350" y="965692"/>
                </a:lnTo>
                <a:lnTo>
                  <a:pt x="514350" y="984647"/>
                </a:lnTo>
                <a:lnTo>
                  <a:pt x="514350" y="1003602"/>
                </a:lnTo>
                <a:lnTo>
                  <a:pt x="514350" y="1022547"/>
                </a:lnTo>
                <a:lnTo>
                  <a:pt x="514350" y="1041502"/>
                </a:lnTo>
                <a:lnTo>
                  <a:pt x="514350" y="1060456"/>
                </a:lnTo>
                <a:lnTo>
                  <a:pt x="506063" y="1074534"/>
                </a:lnTo>
                <a:lnTo>
                  <a:pt x="489499" y="1083735"/>
                </a:lnTo>
                <a:lnTo>
                  <a:pt x="472935" y="1092937"/>
                </a:lnTo>
                <a:lnTo>
                  <a:pt x="456362" y="1102147"/>
                </a:lnTo>
                <a:lnTo>
                  <a:pt x="439798" y="1111348"/>
                </a:lnTo>
                <a:lnTo>
                  <a:pt x="423224" y="1120550"/>
                </a:lnTo>
                <a:lnTo>
                  <a:pt x="406660" y="1129760"/>
                </a:lnTo>
                <a:lnTo>
                  <a:pt x="390096" y="1138961"/>
                </a:lnTo>
                <a:lnTo>
                  <a:pt x="373523" y="1148163"/>
                </a:lnTo>
                <a:lnTo>
                  <a:pt x="356959" y="1157373"/>
                </a:lnTo>
                <a:lnTo>
                  <a:pt x="340385" y="1166574"/>
                </a:lnTo>
                <a:lnTo>
                  <a:pt x="323821" y="1175776"/>
                </a:lnTo>
                <a:lnTo>
                  <a:pt x="307257" y="1184977"/>
                </a:lnTo>
                <a:lnTo>
                  <a:pt x="290684" y="1194187"/>
                </a:lnTo>
                <a:lnTo>
                  <a:pt x="274120" y="1203389"/>
                </a:lnTo>
                <a:lnTo>
                  <a:pt x="257546" y="1212590"/>
                </a:lnTo>
                <a:lnTo>
                  <a:pt x="240983" y="1203808"/>
                </a:lnTo>
                <a:lnTo>
                  <a:pt x="224419" y="1194597"/>
                </a:lnTo>
                <a:lnTo>
                  <a:pt x="207845" y="1185396"/>
                </a:lnTo>
                <a:lnTo>
                  <a:pt x="191281" y="1176195"/>
                </a:lnTo>
                <a:lnTo>
                  <a:pt x="174708" y="1166993"/>
                </a:lnTo>
                <a:lnTo>
                  <a:pt x="158144" y="1157783"/>
                </a:lnTo>
                <a:lnTo>
                  <a:pt x="141580" y="1148582"/>
                </a:lnTo>
                <a:lnTo>
                  <a:pt x="125006" y="1139381"/>
                </a:lnTo>
                <a:lnTo>
                  <a:pt x="108442" y="1130170"/>
                </a:lnTo>
                <a:lnTo>
                  <a:pt x="91869" y="1120969"/>
                </a:lnTo>
                <a:lnTo>
                  <a:pt x="75305" y="1111768"/>
                </a:lnTo>
                <a:lnTo>
                  <a:pt x="58741" y="1102566"/>
                </a:lnTo>
                <a:lnTo>
                  <a:pt x="42167" y="1093356"/>
                </a:lnTo>
                <a:lnTo>
                  <a:pt x="25603" y="1084155"/>
                </a:lnTo>
                <a:lnTo>
                  <a:pt x="9030" y="1074953"/>
                </a:lnTo>
                <a:lnTo>
                  <a:pt x="0" y="1061314"/>
                </a:lnTo>
                <a:lnTo>
                  <a:pt x="0" y="1042359"/>
                </a:lnTo>
                <a:lnTo>
                  <a:pt x="0" y="1023414"/>
                </a:lnTo>
                <a:lnTo>
                  <a:pt x="0" y="1004459"/>
                </a:lnTo>
                <a:lnTo>
                  <a:pt x="0" y="985504"/>
                </a:lnTo>
                <a:lnTo>
                  <a:pt x="0" y="966549"/>
                </a:lnTo>
                <a:lnTo>
                  <a:pt x="0" y="947604"/>
                </a:lnTo>
                <a:lnTo>
                  <a:pt x="0" y="928649"/>
                </a:lnTo>
                <a:lnTo>
                  <a:pt x="0" y="909695"/>
                </a:lnTo>
                <a:lnTo>
                  <a:pt x="0" y="890749"/>
                </a:lnTo>
                <a:lnTo>
                  <a:pt x="0" y="871795"/>
                </a:lnTo>
                <a:lnTo>
                  <a:pt x="0" y="852840"/>
                </a:lnTo>
                <a:lnTo>
                  <a:pt x="0" y="833885"/>
                </a:lnTo>
                <a:lnTo>
                  <a:pt x="0" y="814940"/>
                </a:lnTo>
                <a:lnTo>
                  <a:pt x="0" y="795985"/>
                </a:lnTo>
                <a:lnTo>
                  <a:pt x="0" y="777030"/>
                </a:lnTo>
                <a:lnTo>
                  <a:pt x="0" y="758085"/>
                </a:lnTo>
                <a:lnTo>
                  <a:pt x="0" y="739130"/>
                </a:lnTo>
                <a:lnTo>
                  <a:pt x="0" y="720176"/>
                </a:lnTo>
                <a:lnTo>
                  <a:pt x="0" y="701221"/>
                </a:lnTo>
                <a:lnTo>
                  <a:pt x="0" y="682276"/>
                </a:lnTo>
                <a:lnTo>
                  <a:pt x="0" y="663321"/>
                </a:lnTo>
                <a:lnTo>
                  <a:pt x="0" y="644366"/>
                </a:lnTo>
                <a:lnTo>
                  <a:pt x="0" y="625421"/>
                </a:lnTo>
                <a:lnTo>
                  <a:pt x="0" y="606466"/>
                </a:lnTo>
                <a:lnTo>
                  <a:pt x="0" y="587512"/>
                </a:lnTo>
                <a:lnTo>
                  <a:pt x="0" y="568557"/>
                </a:lnTo>
                <a:lnTo>
                  <a:pt x="0" y="549612"/>
                </a:lnTo>
                <a:lnTo>
                  <a:pt x="0" y="530657"/>
                </a:lnTo>
                <a:lnTo>
                  <a:pt x="0" y="511702"/>
                </a:lnTo>
                <a:lnTo>
                  <a:pt x="0" y="492757"/>
                </a:lnTo>
                <a:lnTo>
                  <a:pt x="0" y="473802"/>
                </a:lnTo>
                <a:lnTo>
                  <a:pt x="0" y="454847"/>
                </a:lnTo>
                <a:lnTo>
                  <a:pt x="0" y="435893"/>
                </a:lnTo>
                <a:lnTo>
                  <a:pt x="0" y="416947"/>
                </a:lnTo>
                <a:lnTo>
                  <a:pt x="0" y="397993"/>
                </a:lnTo>
                <a:lnTo>
                  <a:pt x="0" y="379038"/>
                </a:lnTo>
                <a:lnTo>
                  <a:pt x="0" y="360093"/>
                </a:lnTo>
                <a:lnTo>
                  <a:pt x="0" y="341138"/>
                </a:lnTo>
                <a:lnTo>
                  <a:pt x="0" y="322183"/>
                </a:lnTo>
                <a:lnTo>
                  <a:pt x="0" y="303228"/>
                </a:lnTo>
                <a:lnTo>
                  <a:pt x="0" y="284283"/>
                </a:lnTo>
                <a:lnTo>
                  <a:pt x="0" y="265328"/>
                </a:lnTo>
                <a:lnTo>
                  <a:pt x="0" y="246374"/>
                </a:lnTo>
                <a:lnTo>
                  <a:pt x="0" y="227428"/>
                </a:lnTo>
                <a:lnTo>
                  <a:pt x="0" y="208474"/>
                </a:lnTo>
                <a:lnTo>
                  <a:pt x="0" y="189519"/>
                </a:lnTo>
                <a:lnTo>
                  <a:pt x="0" y="170564"/>
                </a:lnTo>
                <a:lnTo>
                  <a:pt x="0" y="151619"/>
                </a:lnTo>
                <a:lnTo>
                  <a:pt x="0" y="132664"/>
                </a:lnTo>
                <a:lnTo>
                  <a:pt x="0" y="113709"/>
                </a:lnTo>
                <a:lnTo>
                  <a:pt x="0" y="94764"/>
                </a:lnTo>
                <a:lnTo>
                  <a:pt x="0" y="75809"/>
                </a:lnTo>
                <a:lnTo>
                  <a:pt x="0" y="56855"/>
                </a:lnTo>
                <a:lnTo>
                  <a:pt x="0" y="37900"/>
                </a:lnTo>
                <a:lnTo>
                  <a:pt x="0" y="18955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24" name="phase-title-1">
            <a:extLst xmlns:a="http://schemas.openxmlformats.org/drawingml/2006/main">
              <a:ext uri="{FF2B5EF4-FFF2-40B4-BE49-F238E27FC236}">
                <a16:creationId xmlns:a16="http://schemas.microsoft.com/office/drawing/2014/main" id="{09C6B409-A364-4885-A02B-A20A70E4B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3824888"/>
            <a:ext cx="1428750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意向培育</a:t>
            </a:r>
          </a:p>
        </p:txBody>
      </p:sp>
      <p:sp>
        <p:nvSpPr>
          <p:cNvPr id="25" name="phase-body-1">
            <a:extLst xmlns:a="http://schemas.openxmlformats.org/drawingml/2006/main">
              <a:ext uri="{FF2B5EF4-FFF2-40B4-BE49-F238E27FC236}">
                <a16:creationId xmlns:a16="http://schemas.microsoft.com/office/drawing/2014/main" id="{E18DFBA1-1463-4A1C-ABDE-9B1F17363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4179094"/>
            <a:ext cx="1428750" cy="587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让有效关注形</a:t>
            </a:r>
          </a:p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成意向</a:t>
            </a:r>
          </a:p>
        </p:txBody>
      </p:sp>
      <p:sp>
        <p:nvSpPr>
          <p:cNvPr id="26" name="action-icon-shell-1-0">
            <a:extLst xmlns:a="http://schemas.openxmlformats.org/drawingml/2006/main">
              <a:ext uri="{FF2B5EF4-FFF2-40B4-BE49-F238E27FC236}">
                <a16:creationId xmlns:a16="http://schemas.microsoft.com/office/drawing/2014/main" id="{3AC3EB43-33D4-4E95-8BB9-14B4B5B7C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4124173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8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7a2569aaa844a8c">
            <a:extLst>
              <a:ext uri="{96DAC541-7B7A-43D3-8B79-37D633B846F1}">
                <asvg:svgBlip xmlns:asvg="http://schemas.microsoft.com/office/drawing/2016/SVG/main" r:embed="R5ecfa200f55548b7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4200373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28" name="action-title-1-0">
            <a:extLst xmlns:a="http://schemas.openxmlformats.org/drawingml/2006/main">
              <a:ext uri="{FF2B5EF4-FFF2-40B4-BE49-F238E27FC236}">
                <a16:creationId xmlns:a16="http://schemas.microsoft.com/office/drawing/2014/main" id="{5EEE15E5-D564-415F-A285-9FB2AAC76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4063155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规则触发</a:t>
            </a:r>
          </a:p>
        </p:txBody>
      </p:sp>
      <p:sp>
        <p:nvSpPr>
          <p:cNvPr id="29" name="action-body-1-0">
            <a:extLst xmlns:a="http://schemas.openxmlformats.org/drawingml/2006/main">
              <a:ext uri="{FF2B5EF4-FFF2-40B4-BE49-F238E27FC236}">
                <a16:creationId xmlns:a16="http://schemas.microsoft.com/office/drawing/2014/main" id="{60097D9B-D2B4-44B5-9AE1-F862711B3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4291755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自动下发任务</a:t>
            </a:r>
          </a:p>
        </p:txBody>
      </p:sp>
      <p:sp>
        <p:nvSpPr>
          <p:cNvPr id="30" name="action-icon-shell-1-1">
            <a:extLst xmlns:a="http://schemas.openxmlformats.org/drawingml/2006/main">
              <a:ext uri="{FF2B5EF4-FFF2-40B4-BE49-F238E27FC236}">
                <a16:creationId xmlns:a16="http://schemas.microsoft.com/office/drawing/2014/main" id="{6E1ABB3B-5736-4901-9AAA-2DA4158D1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4124173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9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11ca92cfec04606">
            <a:extLst>
              <a:ext uri="{96DAC541-7B7A-43D3-8B79-37D633B846F1}">
                <asvg:svgBlip xmlns:asvg="http://schemas.microsoft.com/office/drawing/2016/SVG/main" r:embed="Re6e71599a5af4b6f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4200373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32" name="action-title-1-1">
            <a:extLst xmlns:a="http://schemas.openxmlformats.org/drawingml/2006/main">
              <a:ext uri="{FF2B5EF4-FFF2-40B4-BE49-F238E27FC236}">
                <a16:creationId xmlns:a16="http://schemas.microsoft.com/office/drawing/2014/main" id="{7826FA9D-F346-4315-9ADA-3CFCC62EC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4063155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热度评估</a:t>
            </a:r>
          </a:p>
        </p:txBody>
      </p:sp>
      <p:sp>
        <p:nvSpPr>
          <p:cNvPr id="33" name="action-body-1-1">
            <a:extLst xmlns:a="http://schemas.openxmlformats.org/drawingml/2006/main">
              <a:ext uri="{FF2B5EF4-FFF2-40B4-BE49-F238E27FC236}">
                <a16:creationId xmlns:a16="http://schemas.microsoft.com/office/drawing/2014/main" id="{A63981F9-ED60-4B3B-936B-0798DBC09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4291755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识别优先对象</a:t>
            </a:r>
          </a:p>
        </p:txBody>
      </p:sp>
      <p:sp>
        <p:nvSpPr>
          <p:cNvPr id="34" name="phase-rail-2">
            <a:extLst xmlns:a="http://schemas.openxmlformats.org/drawingml/2006/main">
              <a:ext uri="{FF2B5EF4-FFF2-40B4-BE49-F238E27FC236}">
                <a16:creationId xmlns:a16="http://schemas.microsoft.com/office/drawing/2014/main" id="{C3EE933F-1F31-40EB-AC68-099923845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4902098"/>
            <a:ext cx="514350" cy="1307878"/>
          </a:xfrm>
          <a:custGeom xmlns:a="http://schemas.openxmlformats.org/drawingml/2006/main">
            <a:pathLst>
              <a:path w="514350" h="1307878">
                <a:moveTo>
                  <a:pt x="0" y="0"/>
                </a:moveTo>
                <a:lnTo>
                  <a:pt x="16574" y="9211"/>
                </a:lnTo>
                <a:lnTo>
                  <a:pt x="33147" y="18412"/>
                </a:lnTo>
                <a:lnTo>
                  <a:pt x="49721" y="27623"/>
                </a:lnTo>
                <a:lnTo>
                  <a:pt x="66294" y="36824"/>
                </a:lnTo>
                <a:lnTo>
                  <a:pt x="82858" y="46034"/>
                </a:lnTo>
                <a:lnTo>
                  <a:pt x="99431" y="55235"/>
                </a:lnTo>
                <a:lnTo>
                  <a:pt x="116005" y="64446"/>
                </a:lnTo>
                <a:lnTo>
                  <a:pt x="132578" y="73647"/>
                </a:lnTo>
                <a:lnTo>
                  <a:pt x="149152" y="82858"/>
                </a:lnTo>
                <a:lnTo>
                  <a:pt x="165725" y="92069"/>
                </a:lnTo>
                <a:lnTo>
                  <a:pt x="182299" y="101270"/>
                </a:lnTo>
                <a:lnTo>
                  <a:pt x="198872" y="110480"/>
                </a:lnTo>
                <a:lnTo>
                  <a:pt x="215436" y="119682"/>
                </a:lnTo>
                <a:lnTo>
                  <a:pt x="232010" y="128892"/>
                </a:lnTo>
                <a:lnTo>
                  <a:pt x="248583" y="138093"/>
                </a:lnTo>
                <a:lnTo>
                  <a:pt x="265157" y="138436"/>
                </a:lnTo>
                <a:lnTo>
                  <a:pt x="281730" y="129226"/>
                </a:lnTo>
                <a:lnTo>
                  <a:pt x="298304" y="120025"/>
                </a:lnTo>
                <a:lnTo>
                  <a:pt x="314877" y="110814"/>
                </a:lnTo>
                <a:lnTo>
                  <a:pt x="331451" y="101613"/>
                </a:lnTo>
                <a:lnTo>
                  <a:pt x="348015" y="92402"/>
                </a:lnTo>
                <a:lnTo>
                  <a:pt x="364588" y="83201"/>
                </a:lnTo>
                <a:lnTo>
                  <a:pt x="381162" y="73990"/>
                </a:lnTo>
                <a:lnTo>
                  <a:pt x="397735" y="64780"/>
                </a:lnTo>
                <a:lnTo>
                  <a:pt x="414309" y="55578"/>
                </a:lnTo>
                <a:lnTo>
                  <a:pt x="430882" y="46368"/>
                </a:lnTo>
                <a:lnTo>
                  <a:pt x="447456" y="37167"/>
                </a:lnTo>
                <a:lnTo>
                  <a:pt x="464029" y="27956"/>
                </a:lnTo>
                <a:lnTo>
                  <a:pt x="480593" y="18755"/>
                </a:lnTo>
                <a:lnTo>
                  <a:pt x="497167" y="9544"/>
                </a:lnTo>
                <a:lnTo>
                  <a:pt x="513740" y="333"/>
                </a:lnTo>
                <a:lnTo>
                  <a:pt x="514350" y="18259"/>
                </a:lnTo>
                <a:lnTo>
                  <a:pt x="514350" y="37224"/>
                </a:lnTo>
                <a:lnTo>
                  <a:pt x="514350" y="56178"/>
                </a:lnTo>
                <a:lnTo>
                  <a:pt x="514350" y="75133"/>
                </a:lnTo>
                <a:lnTo>
                  <a:pt x="514350" y="94088"/>
                </a:lnTo>
                <a:lnTo>
                  <a:pt x="514350" y="113052"/>
                </a:lnTo>
                <a:lnTo>
                  <a:pt x="514350" y="132007"/>
                </a:lnTo>
                <a:lnTo>
                  <a:pt x="514350" y="150962"/>
                </a:lnTo>
                <a:lnTo>
                  <a:pt x="514350" y="169916"/>
                </a:lnTo>
                <a:lnTo>
                  <a:pt x="514350" y="188881"/>
                </a:lnTo>
                <a:lnTo>
                  <a:pt x="514350" y="207836"/>
                </a:lnTo>
                <a:lnTo>
                  <a:pt x="514350" y="226790"/>
                </a:lnTo>
                <a:lnTo>
                  <a:pt x="514350" y="245755"/>
                </a:lnTo>
                <a:lnTo>
                  <a:pt x="514350" y="264709"/>
                </a:lnTo>
                <a:lnTo>
                  <a:pt x="514350" y="283664"/>
                </a:lnTo>
                <a:lnTo>
                  <a:pt x="514350" y="302619"/>
                </a:lnTo>
                <a:lnTo>
                  <a:pt x="514350" y="321583"/>
                </a:lnTo>
                <a:lnTo>
                  <a:pt x="514350" y="340538"/>
                </a:lnTo>
                <a:lnTo>
                  <a:pt x="514350" y="359493"/>
                </a:lnTo>
                <a:lnTo>
                  <a:pt x="514350" y="378447"/>
                </a:lnTo>
                <a:lnTo>
                  <a:pt x="514350" y="397412"/>
                </a:lnTo>
                <a:lnTo>
                  <a:pt x="514350" y="416366"/>
                </a:lnTo>
                <a:lnTo>
                  <a:pt x="514350" y="435321"/>
                </a:lnTo>
                <a:lnTo>
                  <a:pt x="514350" y="454285"/>
                </a:lnTo>
                <a:lnTo>
                  <a:pt x="514350" y="473240"/>
                </a:lnTo>
                <a:lnTo>
                  <a:pt x="514350" y="492195"/>
                </a:lnTo>
                <a:lnTo>
                  <a:pt x="514350" y="511150"/>
                </a:lnTo>
                <a:lnTo>
                  <a:pt x="514350" y="530114"/>
                </a:lnTo>
                <a:lnTo>
                  <a:pt x="514350" y="549069"/>
                </a:lnTo>
                <a:lnTo>
                  <a:pt x="514350" y="568023"/>
                </a:lnTo>
                <a:lnTo>
                  <a:pt x="514350" y="586978"/>
                </a:lnTo>
                <a:lnTo>
                  <a:pt x="514350" y="605942"/>
                </a:lnTo>
                <a:lnTo>
                  <a:pt x="514350" y="624897"/>
                </a:lnTo>
                <a:lnTo>
                  <a:pt x="514350" y="643852"/>
                </a:lnTo>
                <a:lnTo>
                  <a:pt x="514350" y="662807"/>
                </a:lnTo>
                <a:lnTo>
                  <a:pt x="514350" y="681771"/>
                </a:lnTo>
                <a:lnTo>
                  <a:pt x="514350" y="700726"/>
                </a:lnTo>
                <a:lnTo>
                  <a:pt x="514350" y="719680"/>
                </a:lnTo>
                <a:lnTo>
                  <a:pt x="514350" y="738645"/>
                </a:lnTo>
                <a:lnTo>
                  <a:pt x="514350" y="757599"/>
                </a:lnTo>
                <a:lnTo>
                  <a:pt x="514350" y="776554"/>
                </a:lnTo>
                <a:lnTo>
                  <a:pt x="514350" y="795509"/>
                </a:lnTo>
                <a:lnTo>
                  <a:pt x="514350" y="814473"/>
                </a:lnTo>
                <a:lnTo>
                  <a:pt x="514350" y="833428"/>
                </a:lnTo>
                <a:lnTo>
                  <a:pt x="514350" y="852383"/>
                </a:lnTo>
                <a:lnTo>
                  <a:pt x="514350" y="871337"/>
                </a:lnTo>
                <a:lnTo>
                  <a:pt x="514350" y="890302"/>
                </a:lnTo>
                <a:lnTo>
                  <a:pt x="514350" y="909256"/>
                </a:lnTo>
                <a:lnTo>
                  <a:pt x="514350" y="928211"/>
                </a:lnTo>
                <a:lnTo>
                  <a:pt x="514350" y="947176"/>
                </a:lnTo>
                <a:lnTo>
                  <a:pt x="514350" y="966130"/>
                </a:lnTo>
                <a:lnTo>
                  <a:pt x="514350" y="985085"/>
                </a:lnTo>
                <a:lnTo>
                  <a:pt x="514350" y="1004040"/>
                </a:lnTo>
                <a:lnTo>
                  <a:pt x="514350" y="1023004"/>
                </a:lnTo>
                <a:lnTo>
                  <a:pt x="514350" y="1041959"/>
                </a:lnTo>
                <a:lnTo>
                  <a:pt x="514350" y="1060914"/>
                </a:lnTo>
                <a:lnTo>
                  <a:pt x="514350" y="1079868"/>
                </a:lnTo>
                <a:lnTo>
                  <a:pt x="514350" y="1098833"/>
                </a:lnTo>
                <a:lnTo>
                  <a:pt x="514350" y="1117787"/>
                </a:lnTo>
                <a:lnTo>
                  <a:pt x="514350" y="1136742"/>
                </a:lnTo>
                <a:lnTo>
                  <a:pt x="514350" y="1155706"/>
                </a:lnTo>
                <a:lnTo>
                  <a:pt x="506063" y="1169784"/>
                </a:lnTo>
                <a:lnTo>
                  <a:pt x="489490" y="1178995"/>
                </a:lnTo>
                <a:lnTo>
                  <a:pt x="472916" y="1188196"/>
                </a:lnTo>
                <a:lnTo>
                  <a:pt x="456343" y="1197407"/>
                </a:lnTo>
                <a:lnTo>
                  <a:pt x="439779" y="1206608"/>
                </a:lnTo>
                <a:lnTo>
                  <a:pt x="423205" y="1215819"/>
                </a:lnTo>
                <a:lnTo>
                  <a:pt x="406632" y="1225020"/>
                </a:lnTo>
                <a:lnTo>
                  <a:pt x="390058" y="1234230"/>
                </a:lnTo>
                <a:lnTo>
                  <a:pt x="373485" y="1243432"/>
                </a:lnTo>
                <a:lnTo>
                  <a:pt x="356911" y="1252642"/>
                </a:lnTo>
                <a:lnTo>
                  <a:pt x="340338" y="1261853"/>
                </a:lnTo>
                <a:lnTo>
                  <a:pt x="323764" y="1271054"/>
                </a:lnTo>
                <a:lnTo>
                  <a:pt x="307200" y="1280265"/>
                </a:lnTo>
                <a:lnTo>
                  <a:pt x="290627" y="1289466"/>
                </a:lnTo>
                <a:lnTo>
                  <a:pt x="274053" y="1298677"/>
                </a:lnTo>
                <a:lnTo>
                  <a:pt x="257480" y="1307878"/>
                </a:lnTo>
                <a:lnTo>
                  <a:pt x="240906" y="1299010"/>
                </a:lnTo>
                <a:lnTo>
                  <a:pt x="224333" y="1289809"/>
                </a:lnTo>
                <a:lnTo>
                  <a:pt x="207759" y="1280598"/>
                </a:lnTo>
                <a:lnTo>
                  <a:pt x="191186" y="1271397"/>
                </a:lnTo>
                <a:lnTo>
                  <a:pt x="174622" y="1262186"/>
                </a:lnTo>
                <a:lnTo>
                  <a:pt x="158048" y="1252976"/>
                </a:lnTo>
                <a:lnTo>
                  <a:pt x="141475" y="1243775"/>
                </a:lnTo>
                <a:lnTo>
                  <a:pt x="124901" y="1234564"/>
                </a:lnTo>
                <a:lnTo>
                  <a:pt x="108328" y="1225363"/>
                </a:lnTo>
                <a:lnTo>
                  <a:pt x="91754" y="1216152"/>
                </a:lnTo>
                <a:lnTo>
                  <a:pt x="75181" y="1206951"/>
                </a:lnTo>
                <a:lnTo>
                  <a:pt x="58607" y="1197740"/>
                </a:lnTo>
                <a:lnTo>
                  <a:pt x="42043" y="1188539"/>
                </a:lnTo>
                <a:lnTo>
                  <a:pt x="25470" y="1179328"/>
                </a:lnTo>
                <a:lnTo>
                  <a:pt x="8896" y="1170118"/>
                </a:lnTo>
                <a:lnTo>
                  <a:pt x="0" y="1156402"/>
                </a:lnTo>
                <a:lnTo>
                  <a:pt x="0" y="1137437"/>
                </a:lnTo>
                <a:lnTo>
                  <a:pt x="0" y="1118483"/>
                </a:lnTo>
                <a:lnTo>
                  <a:pt x="0" y="1099528"/>
                </a:lnTo>
                <a:lnTo>
                  <a:pt x="0" y="1080564"/>
                </a:lnTo>
                <a:lnTo>
                  <a:pt x="0" y="1061609"/>
                </a:lnTo>
                <a:lnTo>
                  <a:pt x="0" y="1042654"/>
                </a:lnTo>
                <a:lnTo>
                  <a:pt x="0" y="1023699"/>
                </a:lnTo>
                <a:lnTo>
                  <a:pt x="0" y="1004735"/>
                </a:lnTo>
                <a:lnTo>
                  <a:pt x="0" y="985780"/>
                </a:lnTo>
                <a:lnTo>
                  <a:pt x="0" y="966826"/>
                </a:lnTo>
                <a:lnTo>
                  <a:pt x="0" y="947871"/>
                </a:lnTo>
                <a:lnTo>
                  <a:pt x="0" y="928907"/>
                </a:lnTo>
                <a:lnTo>
                  <a:pt x="0" y="909952"/>
                </a:lnTo>
                <a:lnTo>
                  <a:pt x="0" y="890997"/>
                </a:lnTo>
                <a:lnTo>
                  <a:pt x="0" y="872042"/>
                </a:lnTo>
                <a:lnTo>
                  <a:pt x="0" y="853078"/>
                </a:lnTo>
                <a:lnTo>
                  <a:pt x="0" y="834123"/>
                </a:lnTo>
                <a:lnTo>
                  <a:pt x="0" y="815169"/>
                </a:lnTo>
                <a:lnTo>
                  <a:pt x="0" y="796204"/>
                </a:lnTo>
                <a:lnTo>
                  <a:pt x="0" y="777250"/>
                </a:lnTo>
                <a:lnTo>
                  <a:pt x="0" y="758295"/>
                </a:lnTo>
                <a:lnTo>
                  <a:pt x="0" y="739340"/>
                </a:lnTo>
                <a:lnTo>
                  <a:pt x="0" y="720376"/>
                </a:lnTo>
                <a:lnTo>
                  <a:pt x="0" y="701421"/>
                </a:lnTo>
                <a:lnTo>
                  <a:pt x="0" y="682466"/>
                </a:lnTo>
                <a:lnTo>
                  <a:pt x="0" y="663512"/>
                </a:lnTo>
                <a:lnTo>
                  <a:pt x="0" y="644547"/>
                </a:lnTo>
                <a:lnTo>
                  <a:pt x="0" y="625592"/>
                </a:lnTo>
                <a:lnTo>
                  <a:pt x="0" y="606638"/>
                </a:lnTo>
                <a:lnTo>
                  <a:pt x="0" y="587673"/>
                </a:lnTo>
                <a:lnTo>
                  <a:pt x="0" y="568719"/>
                </a:lnTo>
                <a:lnTo>
                  <a:pt x="0" y="549764"/>
                </a:lnTo>
                <a:lnTo>
                  <a:pt x="0" y="530809"/>
                </a:lnTo>
                <a:lnTo>
                  <a:pt x="0" y="511845"/>
                </a:lnTo>
                <a:lnTo>
                  <a:pt x="0" y="492890"/>
                </a:lnTo>
                <a:lnTo>
                  <a:pt x="0" y="473935"/>
                </a:lnTo>
                <a:lnTo>
                  <a:pt x="0" y="454981"/>
                </a:lnTo>
                <a:lnTo>
                  <a:pt x="0" y="436016"/>
                </a:lnTo>
                <a:lnTo>
                  <a:pt x="0" y="417062"/>
                </a:lnTo>
                <a:lnTo>
                  <a:pt x="0" y="398107"/>
                </a:lnTo>
                <a:lnTo>
                  <a:pt x="0" y="379143"/>
                </a:lnTo>
                <a:lnTo>
                  <a:pt x="0" y="360188"/>
                </a:lnTo>
                <a:lnTo>
                  <a:pt x="0" y="341233"/>
                </a:lnTo>
                <a:lnTo>
                  <a:pt x="0" y="322278"/>
                </a:lnTo>
                <a:lnTo>
                  <a:pt x="0" y="303314"/>
                </a:lnTo>
                <a:lnTo>
                  <a:pt x="0" y="284359"/>
                </a:lnTo>
                <a:lnTo>
                  <a:pt x="0" y="265405"/>
                </a:lnTo>
                <a:lnTo>
                  <a:pt x="0" y="246450"/>
                </a:lnTo>
                <a:lnTo>
                  <a:pt x="0" y="227486"/>
                </a:lnTo>
                <a:lnTo>
                  <a:pt x="0" y="208531"/>
                </a:lnTo>
                <a:lnTo>
                  <a:pt x="0" y="189576"/>
                </a:lnTo>
                <a:lnTo>
                  <a:pt x="0" y="170612"/>
                </a:lnTo>
                <a:lnTo>
                  <a:pt x="0" y="151657"/>
                </a:lnTo>
                <a:lnTo>
                  <a:pt x="0" y="132702"/>
                </a:lnTo>
                <a:lnTo>
                  <a:pt x="0" y="113748"/>
                </a:lnTo>
                <a:lnTo>
                  <a:pt x="0" y="94783"/>
                </a:lnTo>
                <a:lnTo>
                  <a:pt x="0" y="75829"/>
                </a:lnTo>
                <a:lnTo>
                  <a:pt x="0" y="56874"/>
                </a:lnTo>
                <a:lnTo>
                  <a:pt x="0" y="37919"/>
                </a:lnTo>
                <a:lnTo>
                  <a:pt x="0" y="18955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78A8D5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35" name="phase-title-2">
            <a:extLst xmlns:a="http://schemas.openxmlformats.org/drawingml/2006/main">
              <a:ext uri="{FF2B5EF4-FFF2-40B4-BE49-F238E27FC236}">
                <a16:creationId xmlns:a16="http://schemas.microsoft.com/office/drawing/2014/main" id="{CE9418E6-CD72-40BA-BFD5-AF3264E1CA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5085312"/>
            <a:ext cx="1428750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持续转化</a:t>
            </a:r>
          </a:p>
        </p:txBody>
      </p:sp>
      <p:sp>
        <p:nvSpPr>
          <p:cNvPr id="36" name="phase-body-2">
            <a:extLst xmlns:a="http://schemas.openxmlformats.org/drawingml/2006/main">
              <a:ext uri="{FF2B5EF4-FFF2-40B4-BE49-F238E27FC236}">
                <a16:creationId xmlns:a16="http://schemas.microsoft.com/office/drawing/2014/main" id="{98EAA8E7-8F06-467B-A44E-8B9A2AF80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5439518"/>
            <a:ext cx="1428750" cy="587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让行动沉淀为</a:t>
            </a:r>
          </a:p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长期价值</a:t>
            </a:r>
          </a:p>
        </p:txBody>
      </p:sp>
      <p:sp>
        <p:nvSpPr>
          <p:cNvPr id="37" name="action-icon-shell-2-0">
            <a:extLst xmlns:a="http://schemas.openxmlformats.org/drawingml/2006/main">
              <a:ext uri="{FF2B5EF4-FFF2-40B4-BE49-F238E27FC236}">
                <a16:creationId xmlns:a16="http://schemas.microsoft.com/office/drawing/2014/main" id="{AA9C8E95-C7C8-4288-B159-52AF2C9E2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5384606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9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21ea051865147d9">
            <a:extLst>
              <a:ext uri="{96DAC541-7B7A-43D3-8B79-37D633B846F1}">
                <asvg:svgBlip xmlns:asvg="http://schemas.microsoft.com/office/drawing/2016/SVG/main" r:embed="R3e622b0d35c34e49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5460806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39" name="action-title-2-0">
            <a:extLst xmlns:a="http://schemas.openxmlformats.org/drawingml/2006/main">
              <a:ext uri="{FF2B5EF4-FFF2-40B4-BE49-F238E27FC236}">
                <a16:creationId xmlns:a16="http://schemas.microsoft.com/office/drawing/2014/main" id="{995839ED-27F9-40FC-AE48-D58334A1B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5323580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数据打通</a:t>
            </a:r>
          </a:p>
        </p:txBody>
      </p:sp>
      <p:sp>
        <p:nvSpPr>
          <p:cNvPr id="40" name="action-body-2-0">
            <a:extLst xmlns:a="http://schemas.openxmlformats.org/drawingml/2006/main">
              <a:ext uri="{FF2B5EF4-FFF2-40B4-BE49-F238E27FC236}">
                <a16:creationId xmlns:a16="http://schemas.microsoft.com/office/drawing/2014/main" id="{1907EE0F-35CD-4F1B-BC5B-C6F8D611A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5552180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统一分析对象</a:t>
            </a:r>
          </a:p>
        </p:txBody>
      </p:sp>
      <p:sp>
        <p:nvSpPr>
          <p:cNvPr id="41" name="action-icon-shell-2-1">
            <a:extLst xmlns:a="http://schemas.openxmlformats.org/drawingml/2006/main">
              <a:ext uri="{FF2B5EF4-FFF2-40B4-BE49-F238E27FC236}">
                <a16:creationId xmlns:a16="http://schemas.microsoft.com/office/drawing/2014/main" id="{AAA1DD2A-D4B9-484E-A213-99332F0BC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5384606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10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3ab5455ef3d4ef7">
            <a:extLst>
              <a:ext uri="{96DAC541-7B7A-43D3-8B79-37D633B846F1}">
                <asvg:svgBlip xmlns:asvg="http://schemas.microsoft.com/office/drawing/2016/SVG/main" r:embed="R52702151eaa44ca5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5460806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43" name="action-title-2-1">
            <a:extLst xmlns:a="http://schemas.openxmlformats.org/drawingml/2006/main">
              <a:ext uri="{FF2B5EF4-FFF2-40B4-BE49-F238E27FC236}">
                <a16:creationId xmlns:a16="http://schemas.microsoft.com/office/drawing/2014/main" id="{B7E1EF89-662A-4C78-83AF-4C9EBCAD5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5323580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自动分群</a:t>
            </a:r>
          </a:p>
        </p:txBody>
      </p:sp>
      <p:sp>
        <p:nvSpPr>
          <p:cNvPr id="44" name="action-body-2-1">
            <a:extLst xmlns:a="http://schemas.openxmlformats.org/drawingml/2006/main">
              <a:ext uri="{FF2B5EF4-FFF2-40B4-BE49-F238E27FC236}">
                <a16:creationId xmlns:a16="http://schemas.microsoft.com/office/drawing/2014/main" id="{5FA22E0F-1FA7-4D26-A174-1E0B029EC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5552180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指导持续运营</a:t>
            </a:r>
          </a:p>
        </p:txBody>
      </p:sp>
      <p:sp>
        <p:nvSpPr>
          <p:cNvPr id="45" name="funnel-step-body-0">
            <a:extLst xmlns:a="http://schemas.openxmlformats.org/drawingml/2006/main">
              <a:ext uri="{FF2B5EF4-FFF2-40B4-BE49-F238E27FC236}">
                <a16:creationId xmlns:a16="http://schemas.microsoft.com/office/drawing/2014/main" id="{BDC7B326-C786-43C0-99FF-935CFD2B3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52750" y="2514600"/>
            <a:ext cx="3326711" cy="1110415"/>
          </a:xfrm>
          <a:custGeom xmlns:a="http://schemas.openxmlformats.org/drawingml/2006/main">
            <a:pathLst>
              <a:path w="3326711" h="1110415">
                <a:moveTo>
                  <a:pt x="0" y="0"/>
                </a:moveTo>
                <a:lnTo>
                  <a:pt x="14516" y="30004"/>
                </a:lnTo>
                <a:lnTo>
                  <a:pt x="29032" y="60017"/>
                </a:lnTo>
                <a:lnTo>
                  <a:pt x="43548" y="90021"/>
                </a:lnTo>
                <a:lnTo>
                  <a:pt x="58055" y="120025"/>
                </a:lnTo>
                <a:lnTo>
                  <a:pt x="72571" y="150038"/>
                </a:lnTo>
                <a:lnTo>
                  <a:pt x="87087" y="180042"/>
                </a:lnTo>
                <a:lnTo>
                  <a:pt x="101603" y="210045"/>
                </a:lnTo>
                <a:lnTo>
                  <a:pt x="116119" y="240059"/>
                </a:lnTo>
                <a:lnTo>
                  <a:pt x="130635" y="270062"/>
                </a:lnTo>
                <a:lnTo>
                  <a:pt x="145142" y="300066"/>
                </a:lnTo>
                <a:lnTo>
                  <a:pt x="159658" y="330079"/>
                </a:lnTo>
                <a:lnTo>
                  <a:pt x="174174" y="360083"/>
                </a:lnTo>
                <a:lnTo>
                  <a:pt x="188690" y="390087"/>
                </a:lnTo>
                <a:lnTo>
                  <a:pt x="203206" y="420100"/>
                </a:lnTo>
                <a:lnTo>
                  <a:pt x="217722" y="450104"/>
                </a:lnTo>
                <a:lnTo>
                  <a:pt x="232229" y="480108"/>
                </a:lnTo>
                <a:lnTo>
                  <a:pt x="246745" y="510121"/>
                </a:lnTo>
                <a:lnTo>
                  <a:pt x="261261" y="540125"/>
                </a:lnTo>
                <a:lnTo>
                  <a:pt x="275777" y="570128"/>
                </a:lnTo>
                <a:lnTo>
                  <a:pt x="290293" y="600142"/>
                </a:lnTo>
                <a:lnTo>
                  <a:pt x="304810" y="630145"/>
                </a:lnTo>
                <a:lnTo>
                  <a:pt x="319316" y="660149"/>
                </a:lnTo>
                <a:lnTo>
                  <a:pt x="333832" y="690162"/>
                </a:lnTo>
                <a:lnTo>
                  <a:pt x="348348" y="720166"/>
                </a:lnTo>
                <a:lnTo>
                  <a:pt x="362864" y="750170"/>
                </a:lnTo>
                <a:lnTo>
                  <a:pt x="377381" y="780183"/>
                </a:lnTo>
                <a:lnTo>
                  <a:pt x="391897" y="810187"/>
                </a:lnTo>
                <a:lnTo>
                  <a:pt x="406413" y="840191"/>
                </a:lnTo>
                <a:lnTo>
                  <a:pt x="420919" y="870204"/>
                </a:lnTo>
                <a:lnTo>
                  <a:pt x="435435" y="900208"/>
                </a:lnTo>
                <a:lnTo>
                  <a:pt x="449951" y="930212"/>
                </a:lnTo>
                <a:lnTo>
                  <a:pt x="464468" y="960225"/>
                </a:lnTo>
                <a:lnTo>
                  <a:pt x="478984" y="990229"/>
                </a:lnTo>
                <a:lnTo>
                  <a:pt x="493500" y="1020232"/>
                </a:lnTo>
                <a:lnTo>
                  <a:pt x="513074" y="1045445"/>
                </a:lnTo>
                <a:lnTo>
                  <a:pt x="544716" y="1055770"/>
                </a:lnTo>
                <a:lnTo>
                  <a:pt x="577348" y="1062552"/>
                </a:lnTo>
                <a:lnTo>
                  <a:pt x="610257" y="1067829"/>
                </a:lnTo>
                <a:lnTo>
                  <a:pt x="643299" y="1072201"/>
                </a:lnTo>
                <a:lnTo>
                  <a:pt x="676418" y="1075954"/>
                </a:lnTo>
                <a:lnTo>
                  <a:pt x="709593" y="1079259"/>
                </a:lnTo>
                <a:lnTo>
                  <a:pt x="742788" y="1082202"/>
                </a:lnTo>
                <a:lnTo>
                  <a:pt x="776021" y="1084850"/>
                </a:lnTo>
                <a:lnTo>
                  <a:pt x="809263" y="1087250"/>
                </a:lnTo>
                <a:lnTo>
                  <a:pt x="842524" y="1089450"/>
                </a:lnTo>
                <a:lnTo>
                  <a:pt x="875795" y="1091460"/>
                </a:lnTo>
                <a:lnTo>
                  <a:pt x="909076" y="1093327"/>
                </a:lnTo>
                <a:lnTo>
                  <a:pt x="942365" y="1095032"/>
                </a:lnTo>
                <a:lnTo>
                  <a:pt x="975665" y="1096613"/>
                </a:lnTo>
                <a:lnTo>
                  <a:pt x="1008964" y="1098071"/>
                </a:lnTo>
                <a:lnTo>
                  <a:pt x="1042273" y="1099433"/>
                </a:lnTo>
                <a:lnTo>
                  <a:pt x="1075582" y="1100671"/>
                </a:lnTo>
                <a:lnTo>
                  <a:pt x="1108891" y="1101833"/>
                </a:lnTo>
                <a:lnTo>
                  <a:pt x="1142209" y="1102900"/>
                </a:lnTo>
                <a:lnTo>
                  <a:pt x="1175528" y="1103881"/>
                </a:lnTo>
                <a:lnTo>
                  <a:pt x="1208846" y="1104786"/>
                </a:lnTo>
                <a:lnTo>
                  <a:pt x="1242174" y="1105605"/>
                </a:lnTo>
                <a:lnTo>
                  <a:pt x="1275493" y="1106357"/>
                </a:lnTo>
                <a:lnTo>
                  <a:pt x="1308821" y="1107043"/>
                </a:lnTo>
                <a:lnTo>
                  <a:pt x="1342149" y="1107662"/>
                </a:lnTo>
                <a:lnTo>
                  <a:pt x="1375477" y="1108205"/>
                </a:lnTo>
                <a:lnTo>
                  <a:pt x="1408805" y="1108691"/>
                </a:lnTo>
                <a:lnTo>
                  <a:pt x="1442133" y="1109110"/>
                </a:lnTo>
                <a:lnTo>
                  <a:pt x="1475470" y="1109482"/>
                </a:lnTo>
                <a:lnTo>
                  <a:pt x="1508798" y="1109777"/>
                </a:lnTo>
                <a:lnTo>
                  <a:pt x="1542136" y="1110024"/>
                </a:lnTo>
                <a:lnTo>
                  <a:pt x="1575464" y="1110205"/>
                </a:lnTo>
                <a:lnTo>
                  <a:pt x="1608801" y="1110339"/>
                </a:lnTo>
                <a:lnTo>
                  <a:pt x="1642129" y="1110405"/>
                </a:lnTo>
                <a:lnTo>
                  <a:pt x="1675467" y="1110415"/>
                </a:lnTo>
                <a:lnTo>
                  <a:pt x="1708795" y="1110377"/>
                </a:lnTo>
                <a:lnTo>
                  <a:pt x="1742132" y="1110272"/>
                </a:lnTo>
                <a:lnTo>
                  <a:pt x="1775460" y="1110120"/>
                </a:lnTo>
                <a:lnTo>
                  <a:pt x="1808798" y="1109901"/>
                </a:lnTo>
                <a:lnTo>
                  <a:pt x="1842125" y="1109624"/>
                </a:lnTo>
                <a:lnTo>
                  <a:pt x="1875453" y="1109291"/>
                </a:lnTo>
                <a:lnTo>
                  <a:pt x="1908791" y="1108901"/>
                </a:lnTo>
                <a:lnTo>
                  <a:pt x="1942119" y="1108453"/>
                </a:lnTo>
                <a:lnTo>
                  <a:pt x="1975447" y="1107929"/>
                </a:lnTo>
                <a:lnTo>
                  <a:pt x="2008775" y="1107348"/>
                </a:lnTo>
                <a:lnTo>
                  <a:pt x="2042103" y="1106700"/>
                </a:lnTo>
                <a:lnTo>
                  <a:pt x="2075431" y="1105976"/>
                </a:lnTo>
                <a:lnTo>
                  <a:pt x="2108749" y="1105186"/>
                </a:lnTo>
                <a:lnTo>
                  <a:pt x="2142068" y="1104329"/>
                </a:lnTo>
                <a:lnTo>
                  <a:pt x="2175396" y="1103386"/>
                </a:lnTo>
                <a:lnTo>
                  <a:pt x="2208705" y="1102357"/>
                </a:lnTo>
                <a:lnTo>
                  <a:pt x="2242023" y="1101252"/>
                </a:lnTo>
                <a:lnTo>
                  <a:pt x="2275332" y="1100042"/>
                </a:lnTo>
                <a:lnTo>
                  <a:pt x="2308641" y="1098747"/>
                </a:lnTo>
                <a:lnTo>
                  <a:pt x="2341950" y="1097337"/>
                </a:lnTo>
                <a:lnTo>
                  <a:pt x="2375240" y="1095813"/>
                </a:lnTo>
                <a:lnTo>
                  <a:pt x="2408539" y="1094175"/>
                </a:lnTo>
                <a:lnTo>
                  <a:pt x="2441819" y="1092384"/>
                </a:lnTo>
                <a:lnTo>
                  <a:pt x="2475100" y="1090451"/>
                </a:lnTo>
                <a:lnTo>
                  <a:pt x="2508361" y="1088346"/>
                </a:lnTo>
                <a:lnTo>
                  <a:pt x="2541613" y="1086041"/>
                </a:lnTo>
                <a:lnTo>
                  <a:pt x="2574855" y="1083516"/>
                </a:lnTo>
                <a:lnTo>
                  <a:pt x="2608069" y="1080726"/>
                </a:lnTo>
                <a:lnTo>
                  <a:pt x="2641254" y="1077611"/>
                </a:lnTo>
                <a:lnTo>
                  <a:pt x="2674401" y="1074087"/>
                </a:lnTo>
                <a:lnTo>
                  <a:pt x="2707491" y="1070039"/>
                </a:lnTo>
                <a:lnTo>
                  <a:pt x="2740476" y="1065247"/>
                </a:lnTo>
                <a:lnTo>
                  <a:pt x="2773270" y="1059313"/>
                </a:lnTo>
                <a:lnTo>
                  <a:pt x="2805579" y="1051179"/>
                </a:lnTo>
                <a:lnTo>
                  <a:pt x="2833926" y="1034996"/>
                </a:lnTo>
                <a:lnTo>
                  <a:pt x="2847737" y="1004773"/>
                </a:lnTo>
                <a:lnTo>
                  <a:pt x="2862243" y="974769"/>
                </a:lnTo>
                <a:lnTo>
                  <a:pt x="2876760" y="944756"/>
                </a:lnTo>
                <a:lnTo>
                  <a:pt x="2891276" y="914752"/>
                </a:lnTo>
                <a:lnTo>
                  <a:pt x="2905792" y="884749"/>
                </a:lnTo>
                <a:lnTo>
                  <a:pt x="2920308" y="854735"/>
                </a:lnTo>
                <a:lnTo>
                  <a:pt x="2934824" y="824732"/>
                </a:lnTo>
                <a:lnTo>
                  <a:pt x="2949340" y="794728"/>
                </a:lnTo>
                <a:lnTo>
                  <a:pt x="2963847" y="764715"/>
                </a:lnTo>
                <a:lnTo>
                  <a:pt x="2978363" y="734711"/>
                </a:lnTo>
                <a:lnTo>
                  <a:pt x="2992879" y="704707"/>
                </a:lnTo>
                <a:lnTo>
                  <a:pt x="3007395" y="674694"/>
                </a:lnTo>
                <a:lnTo>
                  <a:pt x="3021911" y="644690"/>
                </a:lnTo>
                <a:lnTo>
                  <a:pt x="3036427" y="614686"/>
                </a:lnTo>
                <a:lnTo>
                  <a:pt x="3050934" y="584673"/>
                </a:lnTo>
                <a:lnTo>
                  <a:pt x="3065450" y="554669"/>
                </a:lnTo>
                <a:lnTo>
                  <a:pt x="3079966" y="524666"/>
                </a:lnTo>
                <a:lnTo>
                  <a:pt x="3094482" y="494652"/>
                </a:lnTo>
                <a:lnTo>
                  <a:pt x="3108998" y="464649"/>
                </a:lnTo>
                <a:lnTo>
                  <a:pt x="3123514" y="434645"/>
                </a:lnTo>
                <a:lnTo>
                  <a:pt x="3138021" y="404632"/>
                </a:lnTo>
                <a:lnTo>
                  <a:pt x="3152537" y="374628"/>
                </a:lnTo>
                <a:lnTo>
                  <a:pt x="3167053" y="344624"/>
                </a:lnTo>
                <a:lnTo>
                  <a:pt x="3181569" y="314611"/>
                </a:lnTo>
                <a:lnTo>
                  <a:pt x="3196085" y="284607"/>
                </a:lnTo>
                <a:lnTo>
                  <a:pt x="3210601" y="254603"/>
                </a:lnTo>
                <a:lnTo>
                  <a:pt x="3225108" y="224590"/>
                </a:lnTo>
                <a:lnTo>
                  <a:pt x="3239624" y="194586"/>
                </a:lnTo>
                <a:lnTo>
                  <a:pt x="3254140" y="164582"/>
                </a:lnTo>
                <a:lnTo>
                  <a:pt x="3268656" y="134569"/>
                </a:lnTo>
                <a:lnTo>
                  <a:pt x="3283172" y="104565"/>
                </a:lnTo>
                <a:lnTo>
                  <a:pt x="3297688" y="74562"/>
                </a:lnTo>
                <a:lnTo>
                  <a:pt x="3312204" y="44548"/>
                </a:lnTo>
                <a:lnTo>
                  <a:pt x="3326711" y="14545"/>
                </a:lnTo>
                <a:lnTo>
                  <a:pt x="3321415" y="10773"/>
                </a:lnTo>
                <a:lnTo>
                  <a:pt x="3289421" y="19955"/>
                </a:lnTo>
                <a:lnTo>
                  <a:pt x="3256626" y="25898"/>
                </a:lnTo>
                <a:lnTo>
                  <a:pt x="3223612" y="30518"/>
                </a:lnTo>
                <a:lnTo>
                  <a:pt x="3190504" y="34376"/>
                </a:lnTo>
                <a:lnTo>
                  <a:pt x="3157337" y="37719"/>
                </a:lnTo>
                <a:lnTo>
                  <a:pt x="3124143" y="40681"/>
                </a:lnTo>
                <a:lnTo>
                  <a:pt x="3090910" y="43339"/>
                </a:lnTo>
                <a:lnTo>
                  <a:pt x="3057668" y="45768"/>
                </a:lnTo>
                <a:lnTo>
                  <a:pt x="3024407" y="47996"/>
                </a:lnTo>
                <a:lnTo>
                  <a:pt x="2991136" y="50044"/>
                </a:lnTo>
                <a:lnTo>
                  <a:pt x="2957865" y="51949"/>
                </a:lnTo>
                <a:lnTo>
                  <a:pt x="2924575" y="53740"/>
                </a:lnTo>
                <a:lnTo>
                  <a:pt x="2891285" y="55397"/>
                </a:lnTo>
                <a:lnTo>
                  <a:pt x="2857986" y="56960"/>
                </a:lnTo>
                <a:lnTo>
                  <a:pt x="2824686" y="58426"/>
                </a:lnTo>
                <a:lnTo>
                  <a:pt x="2791387" y="59817"/>
                </a:lnTo>
                <a:lnTo>
                  <a:pt x="2758078" y="61122"/>
                </a:lnTo>
                <a:lnTo>
                  <a:pt x="2724769" y="62360"/>
                </a:lnTo>
                <a:lnTo>
                  <a:pt x="2691451" y="63522"/>
                </a:lnTo>
                <a:lnTo>
                  <a:pt x="2658142" y="64627"/>
                </a:lnTo>
                <a:lnTo>
                  <a:pt x="2624823" y="65665"/>
                </a:lnTo>
                <a:lnTo>
                  <a:pt x="2591505" y="66656"/>
                </a:lnTo>
                <a:lnTo>
                  <a:pt x="2558186" y="67589"/>
                </a:lnTo>
                <a:lnTo>
                  <a:pt x="2524858" y="68475"/>
                </a:lnTo>
                <a:lnTo>
                  <a:pt x="2491540" y="69323"/>
                </a:lnTo>
                <a:lnTo>
                  <a:pt x="2458222" y="70114"/>
                </a:lnTo>
                <a:lnTo>
                  <a:pt x="2424894" y="70856"/>
                </a:lnTo>
                <a:lnTo>
                  <a:pt x="2391566" y="71571"/>
                </a:lnTo>
                <a:lnTo>
                  <a:pt x="2358238" y="72228"/>
                </a:lnTo>
                <a:lnTo>
                  <a:pt x="2324910" y="72857"/>
                </a:lnTo>
                <a:lnTo>
                  <a:pt x="2291582" y="73447"/>
                </a:lnTo>
                <a:lnTo>
                  <a:pt x="2258254" y="74000"/>
                </a:lnTo>
                <a:lnTo>
                  <a:pt x="2224926" y="74524"/>
                </a:lnTo>
                <a:lnTo>
                  <a:pt x="2191598" y="75009"/>
                </a:lnTo>
                <a:lnTo>
                  <a:pt x="2158270" y="75457"/>
                </a:lnTo>
                <a:lnTo>
                  <a:pt x="2124942" y="75876"/>
                </a:lnTo>
                <a:lnTo>
                  <a:pt x="2091604" y="76267"/>
                </a:lnTo>
                <a:lnTo>
                  <a:pt x="2058276" y="76619"/>
                </a:lnTo>
                <a:lnTo>
                  <a:pt x="2024948" y="76943"/>
                </a:lnTo>
                <a:lnTo>
                  <a:pt x="1991611" y="77238"/>
                </a:lnTo>
                <a:lnTo>
                  <a:pt x="1958283" y="77495"/>
                </a:lnTo>
                <a:lnTo>
                  <a:pt x="1924945" y="77734"/>
                </a:lnTo>
                <a:lnTo>
                  <a:pt x="1891617" y="77943"/>
                </a:lnTo>
                <a:lnTo>
                  <a:pt x="1858280" y="78115"/>
                </a:lnTo>
                <a:lnTo>
                  <a:pt x="1824952" y="78267"/>
                </a:lnTo>
                <a:lnTo>
                  <a:pt x="1791614" y="78381"/>
                </a:lnTo>
                <a:lnTo>
                  <a:pt x="1758286" y="78476"/>
                </a:lnTo>
                <a:lnTo>
                  <a:pt x="1724949" y="78534"/>
                </a:lnTo>
                <a:lnTo>
                  <a:pt x="1691621" y="78572"/>
                </a:lnTo>
                <a:lnTo>
                  <a:pt x="1658283" y="78581"/>
                </a:lnTo>
                <a:lnTo>
                  <a:pt x="1624955" y="78562"/>
                </a:lnTo>
                <a:lnTo>
                  <a:pt x="1591618" y="78505"/>
                </a:lnTo>
                <a:lnTo>
                  <a:pt x="1558290" y="78429"/>
                </a:lnTo>
                <a:lnTo>
                  <a:pt x="1524953" y="78324"/>
                </a:lnTo>
                <a:lnTo>
                  <a:pt x="1491625" y="78191"/>
                </a:lnTo>
                <a:lnTo>
                  <a:pt x="1458287" y="78029"/>
                </a:lnTo>
                <a:lnTo>
                  <a:pt x="1424959" y="77838"/>
                </a:lnTo>
                <a:lnTo>
                  <a:pt x="1391622" y="77619"/>
                </a:lnTo>
                <a:lnTo>
                  <a:pt x="1358294" y="77372"/>
                </a:lnTo>
                <a:lnTo>
                  <a:pt x="1324966" y="77086"/>
                </a:lnTo>
                <a:lnTo>
                  <a:pt x="1291628" y="76781"/>
                </a:lnTo>
                <a:lnTo>
                  <a:pt x="1258300" y="76438"/>
                </a:lnTo>
                <a:lnTo>
                  <a:pt x="1224972" y="76067"/>
                </a:lnTo>
                <a:lnTo>
                  <a:pt x="1191635" y="75667"/>
                </a:lnTo>
                <a:lnTo>
                  <a:pt x="1158307" y="75228"/>
                </a:lnTo>
                <a:lnTo>
                  <a:pt x="1124979" y="74762"/>
                </a:lnTo>
                <a:lnTo>
                  <a:pt x="1091651" y="74266"/>
                </a:lnTo>
                <a:lnTo>
                  <a:pt x="1058323" y="73724"/>
                </a:lnTo>
                <a:lnTo>
                  <a:pt x="1024995" y="73152"/>
                </a:lnTo>
                <a:lnTo>
                  <a:pt x="991667" y="72542"/>
                </a:lnTo>
                <a:lnTo>
                  <a:pt x="958339" y="71895"/>
                </a:lnTo>
                <a:lnTo>
                  <a:pt x="925011" y="71199"/>
                </a:lnTo>
                <a:lnTo>
                  <a:pt x="891683" y="70475"/>
                </a:lnTo>
                <a:lnTo>
                  <a:pt x="858364" y="69704"/>
                </a:lnTo>
                <a:lnTo>
                  <a:pt x="825036" y="68885"/>
                </a:lnTo>
                <a:lnTo>
                  <a:pt x="791718" y="68028"/>
                </a:lnTo>
                <a:lnTo>
                  <a:pt x="758400" y="67113"/>
                </a:lnTo>
                <a:lnTo>
                  <a:pt x="725081" y="66151"/>
                </a:lnTo>
                <a:lnTo>
                  <a:pt x="691763" y="65132"/>
                </a:lnTo>
                <a:lnTo>
                  <a:pt x="658444" y="64056"/>
                </a:lnTo>
                <a:lnTo>
                  <a:pt x="625135" y="62922"/>
                </a:lnTo>
                <a:lnTo>
                  <a:pt x="591817" y="61722"/>
                </a:lnTo>
                <a:lnTo>
                  <a:pt x="558508" y="60455"/>
                </a:lnTo>
                <a:lnTo>
                  <a:pt x="525209" y="59112"/>
                </a:lnTo>
                <a:lnTo>
                  <a:pt x="491900" y="57693"/>
                </a:lnTo>
                <a:lnTo>
                  <a:pt x="458600" y="56169"/>
                </a:lnTo>
                <a:lnTo>
                  <a:pt x="425310" y="54550"/>
                </a:lnTo>
                <a:lnTo>
                  <a:pt x="392020" y="52826"/>
                </a:lnTo>
                <a:lnTo>
                  <a:pt x="358740" y="50987"/>
                </a:lnTo>
                <a:lnTo>
                  <a:pt x="325469" y="49006"/>
                </a:lnTo>
                <a:lnTo>
                  <a:pt x="292198" y="46873"/>
                </a:lnTo>
                <a:lnTo>
                  <a:pt x="258947" y="44548"/>
                </a:lnTo>
                <a:lnTo>
                  <a:pt x="225714" y="42005"/>
                </a:lnTo>
                <a:lnTo>
                  <a:pt x="192500" y="39195"/>
                </a:lnTo>
                <a:lnTo>
                  <a:pt x="159315" y="36052"/>
                </a:lnTo>
                <a:lnTo>
                  <a:pt x="126178" y="32471"/>
                </a:lnTo>
                <a:lnTo>
                  <a:pt x="93107" y="28251"/>
                </a:lnTo>
                <a:lnTo>
                  <a:pt x="60188" y="23060"/>
                </a:lnTo>
                <a:lnTo>
                  <a:pt x="27642" y="15926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46" name="funnel-step-cap-0">
            <a:extLst xmlns:a="http://schemas.openxmlformats.org/drawingml/2006/main">
              <a:ext uri="{FF2B5EF4-FFF2-40B4-BE49-F238E27FC236}">
                <a16:creationId xmlns:a16="http://schemas.microsoft.com/office/drawing/2014/main" id="{2C57EC73-B79A-4D31-BE90-A04998E6F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52750" y="2390775"/>
            <a:ext cx="33337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47" name="funnel-step-body-1">
            <a:extLst xmlns:a="http://schemas.openxmlformats.org/drawingml/2006/main">
              <a:ext uri="{FF2B5EF4-FFF2-40B4-BE49-F238E27FC236}">
                <a16:creationId xmlns:a16="http://schemas.microsoft.com/office/drawing/2014/main" id="{D396B577-2D86-4FEE-8652-4D9B86955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451860" y="3727418"/>
            <a:ext cx="2334397" cy="1110520"/>
          </a:xfrm>
          <a:custGeom xmlns:a="http://schemas.openxmlformats.org/drawingml/2006/main">
            <a:pathLst>
              <a:path w="2334397" h="1110520">
                <a:moveTo>
                  <a:pt x="0" y="0"/>
                </a:moveTo>
                <a:lnTo>
                  <a:pt x="8906" y="24060"/>
                </a:lnTo>
                <a:lnTo>
                  <a:pt x="17812" y="48120"/>
                </a:lnTo>
                <a:lnTo>
                  <a:pt x="26718" y="72180"/>
                </a:lnTo>
                <a:lnTo>
                  <a:pt x="35633" y="96241"/>
                </a:lnTo>
                <a:lnTo>
                  <a:pt x="44539" y="120301"/>
                </a:lnTo>
                <a:lnTo>
                  <a:pt x="53445" y="144361"/>
                </a:lnTo>
                <a:lnTo>
                  <a:pt x="62351" y="168412"/>
                </a:lnTo>
                <a:lnTo>
                  <a:pt x="71257" y="192472"/>
                </a:lnTo>
                <a:lnTo>
                  <a:pt x="80162" y="216532"/>
                </a:lnTo>
                <a:lnTo>
                  <a:pt x="89078" y="240592"/>
                </a:lnTo>
                <a:lnTo>
                  <a:pt x="97984" y="264652"/>
                </a:lnTo>
                <a:lnTo>
                  <a:pt x="106890" y="288712"/>
                </a:lnTo>
                <a:lnTo>
                  <a:pt x="115795" y="312772"/>
                </a:lnTo>
                <a:lnTo>
                  <a:pt x="124701" y="336833"/>
                </a:lnTo>
                <a:lnTo>
                  <a:pt x="133607" y="360893"/>
                </a:lnTo>
                <a:lnTo>
                  <a:pt x="142513" y="384953"/>
                </a:lnTo>
                <a:lnTo>
                  <a:pt x="151428" y="409013"/>
                </a:lnTo>
                <a:lnTo>
                  <a:pt x="160334" y="433073"/>
                </a:lnTo>
                <a:lnTo>
                  <a:pt x="169240" y="457124"/>
                </a:lnTo>
                <a:lnTo>
                  <a:pt x="178146" y="481184"/>
                </a:lnTo>
                <a:lnTo>
                  <a:pt x="187052" y="505244"/>
                </a:lnTo>
                <a:lnTo>
                  <a:pt x="195958" y="529304"/>
                </a:lnTo>
                <a:lnTo>
                  <a:pt x="204873" y="553364"/>
                </a:lnTo>
                <a:lnTo>
                  <a:pt x="213779" y="577425"/>
                </a:lnTo>
                <a:lnTo>
                  <a:pt x="222685" y="601485"/>
                </a:lnTo>
                <a:lnTo>
                  <a:pt x="231591" y="625545"/>
                </a:lnTo>
                <a:lnTo>
                  <a:pt x="240497" y="649605"/>
                </a:lnTo>
                <a:lnTo>
                  <a:pt x="249403" y="673665"/>
                </a:lnTo>
                <a:lnTo>
                  <a:pt x="258308" y="697725"/>
                </a:lnTo>
                <a:lnTo>
                  <a:pt x="267224" y="721785"/>
                </a:lnTo>
                <a:lnTo>
                  <a:pt x="276130" y="745846"/>
                </a:lnTo>
                <a:lnTo>
                  <a:pt x="285036" y="769896"/>
                </a:lnTo>
                <a:lnTo>
                  <a:pt x="293942" y="793956"/>
                </a:lnTo>
                <a:lnTo>
                  <a:pt x="302847" y="818017"/>
                </a:lnTo>
                <a:lnTo>
                  <a:pt x="311753" y="842077"/>
                </a:lnTo>
                <a:lnTo>
                  <a:pt x="320669" y="866137"/>
                </a:lnTo>
                <a:lnTo>
                  <a:pt x="329575" y="890197"/>
                </a:lnTo>
                <a:lnTo>
                  <a:pt x="338480" y="914257"/>
                </a:lnTo>
                <a:lnTo>
                  <a:pt x="347386" y="938317"/>
                </a:lnTo>
                <a:lnTo>
                  <a:pt x="356292" y="962377"/>
                </a:lnTo>
                <a:lnTo>
                  <a:pt x="365198" y="986438"/>
                </a:lnTo>
                <a:lnTo>
                  <a:pt x="374113" y="1010498"/>
                </a:lnTo>
                <a:lnTo>
                  <a:pt x="382419" y="1034691"/>
                </a:lnTo>
                <a:lnTo>
                  <a:pt x="401222" y="1051093"/>
                </a:lnTo>
                <a:lnTo>
                  <a:pt x="425263" y="1059990"/>
                </a:lnTo>
                <a:lnTo>
                  <a:pt x="450094" y="1066438"/>
                </a:lnTo>
                <a:lnTo>
                  <a:pt x="475221" y="1071591"/>
                </a:lnTo>
                <a:lnTo>
                  <a:pt x="500510" y="1075925"/>
                </a:lnTo>
                <a:lnTo>
                  <a:pt x="525885" y="1079659"/>
                </a:lnTo>
                <a:lnTo>
                  <a:pt x="551326" y="1082954"/>
                </a:lnTo>
                <a:lnTo>
                  <a:pt x="576815" y="1085879"/>
                </a:lnTo>
                <a:lnTo>
                  <a:pt x="602332" y="1088517"/>
                </a:lnTo>
                <a:lnTo>
                  <a:pt x="627878" y="1090898"/>
                </a:lnTo>
                <a:lnTo>
                  <a:pt x="653444" y="1093060"/>
                </a:lnTo>
                <a:lnTo>
                  <a:pt x="679028" y="1095032"/>
                </a:lnTo>
                <a:lnTo>
                  <a:pt x="704612" y="1096842"/>
                </a:lnTo>
                <a:lnTo>
                  <a:pt x="730215" y="1098490"/>
                </a:lnTo>
                <a:lnTo>
                  <a:pt x="755828" y="1099995"/>
                </a:lnTo>
                <a:lnTo>
                  <a:pt x="781450" y="1101376"/>
                </a:lnTo>
                <a:lnTo>
                  <a:pt x="807072" y="1102633"/>
                </a:lnTo>
                <a:lnTo>
                  <a:pt x="832704" y="1103786"/>
                </a:lnTo>
                <a:lnTo>
                  <a:pt x="858336" y="1104824"/>
                </a:lnTo>
                <a:lnTo>
                  <a:pt x="883977" y="1105767"/>
                </a:lnTo>
                <a:lnTo>
                  <a:pt x="909618" y="1106615"/>
                </a:lnTo>
                <a:lnTo>
                  <a:pt x="935260" y="1107377"/>
                </a:lnTo>
                <a:lnTo>
                  <a:pt x="960901" y="1108043"/>
                </a:lnTo>
                <a:lnTo>
                  <a:pt x="986552" y="1108634"/>
                </a:lnTo>
                <a:lnTo>
                  <a:pt x="1012203" y="1109129"/>
                </a:lnTo>
                <a:lnTo>
                  <a:pt x="1037854" y="1109558"/>
                </a:lnTo>
                <a:lnTo>
                  <a:pt x="1063504" y="1109901"/>
                </a:lnTo>
                <a:lnTo>
                  <a:pt x="1089165" y="1110167"/>
                </a:lnTo>
                <a:lnTo>
                  <a:pt x="1114816" y="1110358"/>
                </a:lnTo>
                <a:lnTo>
                  <a:pt x="1140476" y="1110472"/>
                </a:lnTo>
                <a:lnTo>
                  <a:pt x="1166127" y="1110520"/>
                </a:lnTo>
                <a:lnTo>
                  <a:pt x="1191787" y="1110482"/>
                </a:lnTo>
                <a:lnTo>
                  <a:pt x="1217438" y="1110377"/>
                </a:lnTo>
                <a:lnTo>
                  <a:pt x="1243089" y="1110196"/>
                </a:lnTo>
                <a:lnTo>
                  <a:pt x="1268749" y="1109939"/>
                </a:lnTo>
                <a:lnTo>
                  <a:pt x="1294400" y="1109605"/>
                </a:lnTo>
                <a:lnTo>
                  <a:pt x="1320051" y="1109186"/>
                </a:lnTo>
                <a:lnTo>
                  <a:pt x="1345702" y="1108700"/>
                </a:lnTo>
                <a:lnTo>
                  <a:pt x="1371352" y="1108119"/>
                </a:lnTo>
                <a:lnTo>
                  <a:pt x="1396994" y="1107462"/>
                </a:lnTo>
                <a:lnTo>
                  <a:pt x="1422644" y="1106719"/>
                </a:lnTo>
                <a:lnTo>
                  <a:pt x="1448286" y="1105881"/>
                </a:lnTo>
                <a:lnTo>
                  <a:pt x="1473927" y="1104957"/>
                </a:lnTo>
                <a:lnTo>
                  <a:pt x="1499559" y="1103919"/>
                </a:lnTo>
                <a:lnTo>
                  <a:pt x="1525191" y="1102795"/>
                </a:lnTo>
                <a:lnTo>
                  <a:pt x="1550813" y="1101547"/>
                </a:lnTo>
                <a:lnTo>
                  <a:pt x="1576435" y="1100185"/>
                </a:lnTo>
                <a:lnTo>
                  <a:pt x="1602048" y="1098690"/>
                </a:lnTo>
                <a:lnTo>
                  <a:pt x="1627642" y="1097051"/>
                </a:lnTo>
                <a:lnTo>
                  <a:pt x="1653235" y="1095280"/>
                </a:lnTo>
                <a:lnTo>
                  <a:pt x="1678819" y="1093327"/>
                </a:lnTo>
                <a:lnTo>
                  <a:pt x="1704384" y="1091184"/>
                </a:lnTo>
                <a:lnTo>
                  <a:pt x="1729931" y="1088831"/>
                </a:lnTo>
                <a:lnTo>
                  <a:pt x="1755458" y="1086231"/>
                </a:lnTo>
                <a:lnTo>
                  <a:pt x="1780946" y="1083345"/>
                </a:lnTo>
                <a:lnTo>
                  <a:pt x="1806397" y="1080106"/>
                </a:lnTo>
                <a:lnTo>
                  <a:pt x="1831791" y="1076430"/>
                </a:lnTo>
                <a:lnTo>
                  <a:pt x="1857089" y="1072182"/>
                </a:lnTo>
                <a:lnTo>
                  <a:pt x="1882245" y="1067152"/>
                </a:lnTo>
                <a:lnTo>
                  <a:pt x="1907124" y="1060914"/>
                </a:lnTo>
                <a:lnTo>
                  <a:pt x="1931327" y="1052455"/>
                </a:lnTo>
                <a:lnTo>
                  <a:pt x="1951853" y="1037711"/>
                </a:lnTo>
                <a:lnTo>
                  <a:pt x="1960283" y="1013565"/>
                </a:lnTo>
                <a:lnTo>
                  <a:pt x="1969189" y="989505"/>
                </a:lnTo>
                <a:lnTo>
                  <a:pt x="1978095" y="965444"/>
                </a:lnTo>
                <a:lnTo>
                  <a:pt x="1987010" y="941384"/>
                </a:lnTo>
                <a:lnTo>
                  <a:pt x="1995916" y="917324"/>
                </a:lnTo>
                <a:lnTo>
                  <a:pt x="2004822" y="893274"/>
                </a:lnTo>
                <a:lnTo>
                  <a:pt x="2013728" y="869213"/>
                </a:lnTo>
                <a:lnTo>
                  <a:pt x="2022634" y="845153"/>
                </a:lnTo>
                <a:lnTo>
                  <a:pt x="2031540" y="821093"/>
                </a:lnTo>
                <a:lnTo>
                  <a:pt x="2040455" y="797033"/>
                </a:lnTo>
                <a:lnTo>
                  <a:pt x="2049361" y="772973"/>
                </a:lnTo>
                <a:lnTo>
                  <a:pt x="2058267" y="748913"/>
                </a:lnTo>
                <a:lnTo>
                  <a:pt x="2067173" y="724853"/>
                </a:lnTo>
                <a:lnTo>
                  <a:pt x="2076079" y="700792"/>
                </a:lnTo>
                <a:lnTo>
                  <a:pt x="2084984" y="676732"/>
                </a:lnTo>
                <a:lnTo>
                  <a:pt x="2093890" y="652672"/>
                </a:lnTo>
                <a:lnTo>
                  <a:pt x="2102806" y="628612"/>
                </a:lnTo>
                <a:lnTo>
                  <a:pt x="2111712" y="604552"/>
                </a:lnTo>
                <a:lnTo>
                  <a:pt x="2120617" y="580501"/>
                </a:lnTo>
                <a:lnTo>
                  <a:pt x="2129523" y="556441"/>
                </a:lnTo>
                <a:lnTo>
                  <a:pt x="2138429" y="532381"/>
                </a:lnTo>
                <a:lnTo>
                  <a:pt x="2147335" y="508321"/>
                </a:lnTo>
                <a:lnTo>
                  <a:pt x="2156250" y="484261"/>
                </a:lnTo>
                <a:lnTo>
                  <a:pt x="2165156" y="460200"/>
                </a:lnTo>
                <a:lnTo>
                  <a:pt x="2174062" y="436140"/>
                </a:lnTo>
                <a:lnTo>
                  <a:pt x="2182968" y="412080"/>
                </a:lnTo>
                <a:lnTo>
                  <a:pt x="2191874" y="388020"/>
                </a:lnTo>
                <a:lnTo>
                  <a:pt x="2200780" y="363960"/>
                </a:lnTo>
                <a:lnTo>
                  <a:pt x="2209686" y="339900"/>
                </a:lnTo>
                <a:lnTo>
                  <a:pt x="2218601" y="315839"/>
                </a:lnTo>
                <a:lnTo>
                  <a:pt x="2227507" y="291779"/>
                </a:lnTo>
                <a:lnTo>
                  <a:pt x="2236413" y="267729"/>
                </a:lnTo>
                <a:lnTo>
                  <a:pt x="2245319" y="243669"/>
                </a:lnTo>
                <a:lnTo>
                  <a:pt x="2254225" y="219608"/>
                </a:lnTo>
                <a:lnTo>
                  <a:pt x="2263130" y="195548"/>
                </a:lnTo>
                <a:lnTo>
                  <a:pt x="2272046" y="171488"/>
                </a:lnTo>
                <a:lnTo>
                  <a:pt x="2280952" y="147428"/>
                </a:lnTo>
                <a:lnTo>
                  <a:pt x="2289858" y="123368"/>
                </a:lnTo>
                <a:lnTo>
                  <a:pt x="2298764" y="99308"/>
                </a:lnTo>
                <a:lnTo>
                  <a:pt x="2307669" y="75248"/>
                </a:lnTo>
                <a:lnTo>
                  <a:pt x="2316575" y="51187"/>
                </a:lnTo>
                <a:lnTo>
                  <a:pt x="2325481" y="27127"/>
                </a:lnTo>
                <a:lnTo>
                  <a:pt x="2334397" y="3067"/>
                </a:lnTo>
                <a:lnTo>
                  <a:pt x="2319804" y="14411"/>
                </a:lnTo>
                <a:lnTo>
                  <a:pt x="2295487" y="22508"/>
                </a:lnTo>
                <a:lnTo>
                  <a:pt x="2270474" y="28223"/>
                </a:lnTo>
                <a:lnTo>
                  <a:pt x="2245233" y="32776"/>
                </a:lnTo>
                <a:lnTo>
                  <a:pt x="2219868" y="36624"/>
                </a:lnTo>
                <a:lnTo>
                  <a:pt x="2194427" y="39976"/>
                </a:lnTo>
                <a:lnTo>
                  <a:pt x="2168947" y="42958"/>
                </a:lnTo>
                <a:lnTo>
                  <a:pt x="2143430" y="45634"/>
                </a:lnTo>
                <a:lnTo>
                  <a:pt x="2117893" y="48073"/>
                </a:lnTo>
                <a:lnTo>
                  <a:pt x="2092338" y="50311"/>
                </a:lnTo>
                <a:lnTo>
                  <a:pt x="2066763" y="52378"/>
                </a:lnTo>
                <a:lnTo>
                  <a:pt x="2041179" y="54293"/>
                </a:lnTo>
                <a:lnTo>
                  <a:pt x="2015585" y="56074"/>
                </a:lnTo>
                <a:lnTo>
                  <a:pt x="1989992" y="57750"/>
                </a:lnTo>
                <a:lnTo>
                  <a:pt x="1964379" y="59303"/>
                </a:lnTo>
                <a:lnTo>
                  <a:pt x="1938766" y="60760"/>
                </a:lnTo>
                <a:lnTo>
                  <a:pt x="1913144" y="62132"/>
                </a:lnTo>
                <a:lnTo>
                  <a:pt x="1887522" y="63427"/>
                </a:lnTo>
                <a:lnTo>
                  <a:pt x="1861899" y="64637"/>
                </a:lnTo>
                <a:lnTo>
                  <a:pt x="1836268" y="65780"/>
                </a:lnTo>
                <a:lnTo>
                  <a:pt x="1810636" y="66856"/>
                </a:lnTo>
                <a:lnTo>
                  <a:pt x="1785004" y="67866"/>
                </a:lnTo>
                <a:lnTo>
                  <a:pt x="1759363" y="68818"/>
                </a:lnTo>
                <a:lnTo>
                  <a:pt x="1733721" y="69723"/>
                </a:lnTo>
                <a:lnTo>
                  <a:pt x="1708080" y="70561"/>
                </a:lnTo>
                <a:lnTo>
                  <a:pt x="1682439" y="71352"/>
                </a:lnTo>
                <a:lnTo>
                  <a:pt x="1656798" y="72104"/>
                </a:lnTo>
                <a:lnTo>
                  <a:pt x="1631147" y="72800"/>
                </a:lnTo>
                <a:lnTo>
                  <a:pt x="1605505" y="73447"/>
                </a:lnTo>
                <a:lnTo>
                  <a:pt x="1579855" y="74057"/>
                </a:lnTo>
                <a:lnTo>
                  <a:pt x="1554204" y="74619"/>
                </a:lnTo>
                <a:lnTo>
                  <a:pt x="1528553" y="75143"/>
                </a:lnTo>
                <a:lnTo>
                  <a:pt x="1502902" y="75629"/>
                </a:lnTo>
                <a:lnTo>
                  <a:pt x="1477251" y="76067"/>
                </a:lnTo>
                <a:lnTo>
                  <a:pt x="1451600" y="76476"/>
                </a:lnTo>
                <a:lnTo>
                  <a:pt x="1425950" y="76848"/>
                </a:lnTo>
                <a:lnTo>
                  <a:pt x="1400299" y="77172"/>
                </a:lnTo>
                <a:lnTo>
                  <a:pt x="1374638" y="77467"/>
                </a:lnTo>
                <a:lnTo>
                  <a:pt x="1348988" y="77734"/>
                </a:lnTo>
                <a:lnTo>
                  <a:pt x="1323337" y="77953"/>
                </a:lnTo>
                <a:lnTo>
                  <a:pt x="1297676" y="78143"/>
                </a:lnTo>
                <a:lnTo>
                  <a:pt x="1272026" y="78296"/>
                </a:lnTo>
                <a:lnTo>
                  <a:pt x="1246365" y="78419"/>
                </a:lnTo>
                <a:lnTo>
                  <a:pt x="1220714" y="78505"/>
                </a:lnTo>
                <a:lnTo>
                  <a:pt x="1195054" y="78562"/>
                </a:lnTo>
                <a:lnTo>
                  <a:pt x="1169403" y="78581"/>
                </a:lnTo>
                <a:lnTo>
                  <a:pt x="1143743" y="78562"/>
                </a:lnTo>
                <a:lnTo>
                  <a:pt x="1118092" y="78515"/>
                </a:lnTo>
                <a:lnTo>
                  <a:pt x="1092441" y="78429"/>
                </a:lnTo>
                <a:lnTo>
                  <a:pt x="1066781" y="78315"/>
                </a:lnTo>
                <a:lnTo>
                  <a:pt x="1041130" y="78162"/>
                </a:lnTo>
                <a:lnTo>
                  <a:pt x="1015470" y="77981"/>
                </a:lnTo>
                <a:lnTo>
                  <a:pt x="989819" y="77762"/>
                </a:lnTo>
                <a:lnTo>
                  <a:pt x="964168" y="77505"/>
                </a:lnTo>
                <a:lnTo>
                  <a:pt x="938508" y="77219"/>
                </a:lnTo>
                <a:lnTo>
                  <a:pt x="912857" y="76886"/>
                </a:lnTo>
                <a:lnTo>
                  <a:pt x="887206" y="76524"/>
                </a:lnTo>
                <a:lnTo>
                  <a:pt x="861555" y="76124"/>
                </a:lnTo>
                <a:lnTo>
                  <a:pt x="835904" y="75686"/>
                </a:lnTo>
                <a:lnTo>
                  <a:pt x="810254" y="75209"/>
                </a:lnTo>
                <a:lnTo>
                  <a:pt x="784603" y="74686"/>
                </a:lnTo>
                <a:lnTo>
                  <a:pt x="758952" y="74133"/>
                </a:lnTo>
                <a:lnTo>
                  <a:pt x="733301" y="73533"/>
                </a:lnTo>
                <a:lnTo>
                  <a:pt x="707650" y="72885"/>
                </a:lnTo>
                <a:lnTo>
                  <a:pt x="682009" y="72190"/>
                </a:lnTo>
                <a:lnTo>
                  <a:pt x="656368" y="71457"/>
                </a:lnTo>
                <a:lnTo>
                  <a:pt x="630717" y="70666"/>
                </a:lnTo>
                <a:lnTo>
                  <a:pt x="605076" y="69828"/>
                </a:lnTo>
                <a:lnTo>
                  <a:pt x="579444" y="68942"/>
                </a:lnTo>
                <a:lnTo>
                  <a:pt x="553803" y="67989"/>
                </a:lnTo>
                <a:lnTo>
                  <a:pt x="528171" y="66989"/>
                </a:lnTo>
                <a:lnTo>
                  <a:pt x="502529" y="65923"/>
                </a:lnTo>
                <a:lnTo>
                  <a:pt x="476907" y="64789"/>
                </a:lnTo>
                <a:lnTo>
                  <a:pt x="451275" y="63589"/>
                </a:lnTo>
                <a:lnTo>
                  <a:pt x="425653" y="62303"/>
                </a:lnTo>
                <a:lnTo>
                  <a:pt x="400031" y="60941"/>
                </a:lnTo>
                <a:lnTo>
                  <a:pt x="374418" y="59493"/>
                </a:lnTo>
                <a:lnTo>
                  <a:pt x="348815" y="57950"/>
                </a:lnTo>
                <a:lnTo>
                  <a:pt x="323212" y="56302"/>
                </a:lnTo>
                <a:lnTo>
                  <a:pt x="297618" y="54521"/>
                </a:lnTo>
                <a:lnTo>
                  <a:pt x="272024" y="52635"/>
                </a:lnTo>
                <a:lnTo>
                  <a:pt x="246459" y="50587"/>
                </a:lnTo>
                <a:lnTo>
                  <a:pt x="220894" y="48368"/>
                </a:lnTo>
                <a:lnTo>
                  <a:pt x="195358" y="45958"/>
                </a:lnTo>
                <a:lnTo>
                  <a:pt x="169840" y="43310"/>
                </a:lnTo>
                <a:lnTo>
                  <a:pt x="144351" y="40376"/>
                </a:lnTo>
                <a:lnTo>
                  <a:pt x="118910" y="37081"/>
                </a:lnTo>
                <a:lnTo>
                  <a:pt x="93536" y="33309"/>
                </a:lnTo>
                <a:lnTo>
                  <a:pt x="68266" y="28851"/>
                </a:lnTo>
                <a:lnTo>
                  <a:pt x="43215" y="23327"/>
                </a:lnTo>
                <a:lnTo>
                  <a:pt x="18745" y="15678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48" name="funnel-step-cap-1">
            <a:extLst xmlns:a="http://schemas.openxmlformats.org/drawingml/2006/main">
              <a:ext uri="{FF2B5EF4-FFF2-40B4-BE49-F238E27FC236}">
                <a16:creationId xmlns:a16="http://schemas.microsoft.com/office/drawing/2014/main" id="{E13BDA2E-5868-4820-B6DB-96EB6CBD6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451879" y="3603622"/>
            <a:ext cx="2335482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7EAC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49" name="funnel-step-body-2">
            <a:extLst xmlns:a="http://schemas.openxmlformats.org/drawingml/2006/main">
              <a:ext uri="{FF2B5EF4-FFF2-40B4-BE49-F238E27FC236}">
                <a16:creationId xmlns:a16="http://schemas.microsoft.com/office/drawing/2014/main" id="{0593ACD5-4E9C-4D20-A8CD-5058BBC5B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833908" y="4940332"/>
            <a:ext cx="1570082" cy="1110425"/>
          </a:xfrm>
          <a:custGeom xmlns:a="http://schemas.openxmlformats.org/drawingml/2006/main">
            <a:pathLst>
              <a:path w="1570082" h="1110425">
                <a:moveTo>
                  <a:pt x="0" y="0"/>
                </a:moveTo>
                <a:lnTo>
                  <a:pt x="6239" y="18536"/>
                </a:lnTo>
                <a:lnTo>
                  <a:pt x="12487" y="37071"/>
                </a:lnTo>
                <a:lnTo>
                  <a:pt x="18726" y="55607"/>
                </a:lnTo>
                <a:lnTo>
                  <a:pt x="24975" y="74133"/>
                </a:lnTo>
                <a:lnTo>
                  <a:pt x="31213" y="92669"/>
                </a:lnTo>
                <a:lnTo>
                  <a:pt x="37462" y="111204"/>
                </a:lnTo>
                <a:lnTo>
                  <a:pt x="43701" y="129740"/>
                </a:lnTo>
                <a:lnTo>
                  <a:pt x="49949" y="148276"/>
                </a:lnTo>
                <a:lnTo>
                  <a:pt x="56188" y="166811"/>
                </a:lnTo>
                <a:lnTo>
                  <a:pt x="62427" y="185347"/>
                </a:lnTo>
                <a:lnTo>
                  <a:pt x="68675" y="203883"/>
                </a:lnTo>
                <a:lnTo>
                  <a:pt x="74914" y="222409"/>
                </a:lnTo>
                <a:lnTo>
                  <a:pt x="81163" y="240944"/>
                </a:lnTo>
                <a:lnTo>
                  <a:pt x="87401" y="259480"/>
                </a:lnTo>
                <a:lnTo>
                  <a:pt x="93650" y="278016"/>
                </a:lnTo>
                <a:lnTo>
                  <a:pt x="99889" y="296551"/>
                </a:lnTo>
                <a:lnTo>
                  <a:pt x="106137" y="315087"/>
                </a:lnTo>
                <a:lnTo>
                  <a:pt x="112376" y="333623"/>
                </a:lnTo>
                <a:lnTo>
                  <a:pt x="118615" y="352149"/>
                </a:lnTo>
                <a:lnTo>
                  <a:pt x="124863" y="370684"/>
                </a:lnTo>
                <a:lnTo>
                  <a:pt x="131102" y="389220"/>
                </a:lnTo>
                <a:lnTo>
                  <a:pt x="137351" y="407756"/>
                </a:lnTo>
                <a:lnTo>
                  <a:pt x="143589" y="426291"/>
                </a:lnTo>
                <a:lnTo>
                  <a:pt x="149838" y="444827"/>
                </a:lnTo>
                <a:lnTo>
                  <a:pt x="156077" y="463363"/>
                </a:lnTo>
                <a:lnTo>
                  <a:pt x="162325" y="481889"/>
                </a:lnTo>
                <a:lnTo>
                  <a:pt x="168564" y="500424"/>
                </a:lnTo>
                <a:lnTo>
                  <a:pt x="174812" y="518960"/>
                </a:lnTo>
                <a:lnTo>
                  <a:pt x="181051" y="537496"/>
                </a:lnTo>
                <a:lnTo>
                  <a:pt x="187290" y="556031"/>
                </a:lnTo>
                <a:lnTo>
                  <a:pt x="193538" y="574567"/>
                </a:lnTo>
                <a:lnTo>
                  <a:pt x="199777" y="593103"/>
                </a:lnTo>
                <a:lnTo>
                  <a:pt x="206026" y="611638"/>
                </a:lnTo>
                <a:lnTo>
                  <a:pt x="212265" y="630164"/>
                </a:lnTo>
                <a:lnTo>
                  <a:pt x="218513" y="648700"/>
                </a:lnTo>
                <a:lnTo>
                  <a:pt x="224752" y="667236"/>
                </a:lnTo>
                <a:lnTo>
                  <a:pt x="231000" y="685771"/>
                </a:lnTo>
                <a:lnTo>
                  <a:pt x="237239" y="704307"/>
                </a:lnTo>
                <a:lnTo>
                  <a:pt x="243478" y="722843"/>
                </a:lnTo>
                <a:lnTo>
                  <a:pt x="249726" y="741378"/>
                </a:lnTo>
                <a:lnTo>
                  <a:pt x="255965" y="759905"/>
                </a:lnTo>
                <a:lnTo>
                  <a:pt x="262214" y="778440"/>
                </a:lnTo>
                <a:lnTo>
                  <a:pt x="268453" y="796976"/>
                </a:lnTo>
                <a:lnTo>
                  <a:pt x="274701" y="815511"/>
                </a:lnTo>
                <a:lnTo>
                  <a:pt x="280940" y="834047"/>
                </a:lnTo>
                <a:lnTo>
                  <a:pt x="287188" y="852583"/>
                </a:lnTo>
                <a:lnTo>
                  <a:pt x="293427" y="871118"/>
                </a:lnTo>
                <a:lnTo>
                  <a:pt x="299666" y="889654"/>
                </a:lnTo>
                <a:lnTo>
                  <a:pt x="305914" y="908180"/>
                </a:lnTo>
                <a:lnTo>
                  <a:pt x="312153" y="926716"/>
                </a:lnTo>
                <a:lnTo>
                  <a:pt x="318402" y="945251"/>
                </a:lnTo>
                <a:lnTo>
                  <a:pt x="324641" y="963787"/>
                </a:lnTo>
                <a:lnTo>
                  <a:pt x="330889" y="982323"/>
                </a:lnTo>
                <a:lnTo>
                  <a:pt x="337128" y="1000858"/>
                </a:lnTo>
                <a:lnTo>
                  <a:pt x="343376" y="1019394"/>
                </a:lnTo>
                <a:lnTo>
                  <a:pt x="348653" y="1038139"/>
                </a:lnTo>
                <a:lnTo>
                  <a:pt x="360845" y="1053074"/>
                </a:lnTo>
                <a:lnTo>
                  <a:pt x="377695" y="1062923"/>
                </a:lnTo>
                <a:lnTo>
                  <a:pt x="395830" y="1070229"/>
                </a:lnTo>
                <a:lnTo>
                  <a:pt x="414490" y="1076068"/>
                </a:lnTo>
                <a:lnTo>
                  <a:pt x="433435" y="1080926"/>
                </a:lnTo>
                <a:lnTo>
                  <a:pt x="452552" y="1085069"/>
                </a:lnTo>
                <a:lnTo>
                  <a:pt x="471773" y="1088660"/>
                </a:lnTo>
                <a:lnTo>
                  <a:pt x="491080" y="1091803"/>
                </a:lnTo>
                <a:lnTo>
                  <a:pt x="510435" y="1094575"/>
                </a:lnTo>
                <a:lnTo>
                  <a:pt x="529838" y="1097032"/>
                </a:lnTo>
                <a:lnTo>
                  <a:pt x="549278" y="1099214"/>
                </a:lnTo>
                <a:lnTo>
                  <a:pt x="568738" y="1101147"/>
                </a:lnTo>
                <a:lnTo>
                  <a:pt x="588216" y="1102843"/>
                </a:lnTo>
                <a:lnTo>
                  <a:pt x="607724" y="1104348"/>
                </a:lnTo>
                <a:lnTo>
                  <a:pt x="627231" y="1105662"/>
                </a:lnTo>
                <a:lnTo>
                  <a:pt x="646757" y="1106795"/>
                </a:lnTo>
                <a:lnTo>
                  <a:pt x="666293" y="1107767"/>
                </a:lnTo>
                <a:lnTo>
                  <a:pt x="685829" y="1108577"/>
                </a:lnTo>
                <a:lnTo>
                  <a:pt x="705374" y="1109234"/>
                </a:lnTo>
                <a:lnTo>
                  <a:pt x="724929" y="1109748"/>
                </a:lnTo>
                <a:lnTo>
                  <a:pt x="744484" y="1110110"/>
                </a:lnTo>
                <a:lnTo>
                  <a:pt x="764038" y="1110339"/>
                </a:lnTo>
                <a:lnTo>
                  <a:pt x="783593" y="1110425"/>
                </a:lnTo>
                <a:lnTo>
                  <a:pt x="803158" y="1110367"/>
                </a:lnTo>
                <a:lnTo>
                  <a:pt x="822712" y="1110167"/>
                </a:lnTo>
                <a:lnTo>
                  <a:pt x="842267" y="1109834"/>
                </a:lnTo>
                <a:lnTo>
                  <a:pt x="861812" y="1109358"/>
                </a:lnTo>
                <a:lnTo>
                  <a:pt x="881367" y="1108729"/>
                </a:lnTo>
                <a:lnTo>
                  <a:pt x="900903" y="1107958"/>
                </a:lnTo>
                <a:lnTo>
                  <a:pt x="920439" y="1107024"/>
                </a:lnTo>
                <a:lnTo>
                  <a:pt x="939965" y="1105919"/>
                </a:lnTo>
                <a:lnTo>
                  <a:pt x="959482" y="1104643"/>
                </a:lnTo>
                <a:lnTo>
                  <a:pt x="978989" y="1103186"/>
                </a:lnTo>
                <a:lnTo>
                  <a:pt x="998477" y="1101528"/>
                </a:lnTo>
                <a:lnTo>
                  <a:pt x="1017937" y="1099642"/>
                </a:lnTo>
                <a:lnTo>
                  <a:pt x="1037387" y="1097528"/>
                </a:lnTo>
                <a:lnTo>
                  <a:pt x="1056789" y="1095137"/>
                </a:lnTo>
                <a:lnTo>
                  <a:pt x="1076163" y="1092432"/>
                </a:lnTo>
                <a:lnTo>
                  <a:pt x="1095480" y="1089374"/>
                </a:lnTo>
                <a:lnTo>
                  <a:pt x="1114720" y="1085888"/>
                </a:lnTo>
                <a:lnTo>
                  <a:pt x="1133866" y="1081878"/>
                </a:lnTo>
                <a:lnTo>
                  <a:pt x="1152849" y="1077192"/>
                </a:lnTo>
                <a:lnTo>
                  <a:pt x="1171594" y="1071601"/>
                </a:lnTo>
                <a:lnTo>
                  <a:pt x="1189873" y="1064676"/>
                </a:lnTo>
                <a:lnTo>
                  <a:pt x="1207132" y="1055522"/>
                </a:lnTo>
                <a:lnTo>
                  <a:pt x="1221010" y="1041978"/>
                </a:lnTo>
                <a:lnTo>
                  <a:pt x="1226706" y="1023414"/>
                </a:lnTo>
                <a:lnTo>
                  <a:pt x="1232954" y="1004878"/>
                </a:lnTo>
                <a:lnTo>
                  <a:pt x="1239193" y="986342"/>
                </a:lnTo>
                <a:lnTo>
                  <a:pt x="1245441" y="967807"/>
                </a:lnTo>
                <a:lnTo>
                  <a:pt x="1251680" y="949271"/>
                </a:lnTo>
                <a:lnTo>
                  <a:pt x="1257919" y="930735"/>
                </a:lnTo>
                <a:lnTo>
                  <a:pt x="1264168" y="912200"/>
                </a:lnTo>
                <a:lnTo>
                  <a:pt x="1270406" y="893674"/>
                </a:lnTo>
                <a:lnTo>
                  <a:pt x="1276655" y="875138"/>
                </a:lnTo>
                <a:lnTo>
                  <a:pt x="1282894" y="856602"/>
                </a:lnTo>
                <a:lnTo>
                  <a:pt x="1289142" y="838067"/>
                </a:lnTo>
                <a:lnTo>
                  <a:pt x="1295381" y="819531"/>
                </a:lnTo>
                <a:lnTo>
                  <a:pt x="1301629" y="800995"/>
                </a:lnTo>
                <a:lnTo>
                  <a:pt x="1307868" y="782460"/>
                </a:lnTo>
                <a:lnTo>
                  <a:pt x="1314117" y="763924"/>
                </a:lnTo>
                <a:lnTo>
                  <a:pt x="1320356" y="745398"/>
                </a:lnTo>
                <a:lnTo>
                  <a:pt x="1326594" y="726862"/>
                </a:lnTo>
                <a:lnTo>
                  <a:pt x="1332843" y="708327"/>
                </a:lnTo>
                <a:lnTo>
                  <a:pt x="1339082" y="689791"/>
                </a:lnTo>
                <a:lnTo>
                  <a:pt x="1345330" y="671255"/>
                </a:lnTo>
                <a:lnTo>
                  <a:pt x="1351569" y="652720"/>
                </a:lnTo>
                <a:lnTo>
                  <a:pt x="1357817" y="634184"/>
                </a:lnTo>
                <a:lnTo>
                  <a:pt x="1364056" y="615658"/>
                </a:lnTo>
                <a:lnTo>
                  <a:pt x="1370305" y="597122"/>
                </a:lnTo>
                <a:lnTo>
                  <a:pt x="1376543" y="578587"/>
                </a:lnTo>
                <a:lnTo>
                  <a:pt x="1382782" y="560051"/>
                </a:lnTo>
                <a:lnTo>
                  <a:pt x="1389031" y="541515"/>
                </a:lnTo>
                <a:lnTo>
                  <a:pt x="1395270" y="522980"/>
                </a:lnTo>
                <a:lnTo>
                  <a:pt x="1401518" y="504444"/>
                </a:lnTo>
                <a:lnTo>
                  <a:pt x="1407757" y="485908"/>
                </a:lnTo>
                <a:lnTo>
                  <a:pt x="1414005" y="467382"/>
                </a:lnTo>
                <a:lnTo>
                  <a:pt x="1420244" y="448847"/>
                </a:lnTo>
                <a:lnTo>
                  <a:pt x="1426493" y="430311"/>
                </a:lnTo>
                <a:lnTo>
                  <a:pt x="1432731" y="411775"/>
                </a:lnTo>
                <a:lnTo>
                  <a:pt x="1438970" y="393240"/>
                </a:lnTo>
                <a:lnTo>
                  <a:pt x="1445219" y="374704"/>
                </a:lnTo>
                <a:lnTo>
                  <a:pt x="1451458" y="356168"/>
                </a:lnTo>
                <a:lnTo>
                  <a:pt x="1457706" y="337642"/>
                </a:lnTo>
                <a:lnTo>
                  <a:pt x="1463945" y="319107"/>
                </a:lnTo>
                <a:lnTo>
                  <a:pt x="1470193" y="300571"/>
                </a:lnTo>
                <a:lnTo>
                  <a:pt x="1476432" y="282035"/>
                </a:lnTo>
                <a:lnTo>
                  <a:pt x="1482681" y="263500"/>
                </a:lnTo>
                <a:lnTo>
                  <a:pt x="1488919" y="244964"/>
                </a:lnTo>
                <a:lnTo>
                  <a:pt x="1495158" y="226428"/>
                </a:lnTo>
                <a:lnTo>
                  <a:pt x="1501407" y="207902"/>
                </a:lnTo>
                <a:lnTo>
                  <a:pt x="1507646" y="189367"/>
                </a:lnTo>
                <a:lnTo>
                  <a:pt x="1513894" y="170831"/>
                </a:lnTo>
                <a:lnTo>
                  <a:pt x="1520133" y="152295"/>
                </a:lnTo>
                <a:lnTo>
                  <a:pt x="1526381" y="133760"/>
                </a:lnTo>
                <a:lnTo>
                  <a:pt x="1532620" y="115224"/>
                </a:lnTo>
                <a:lnTo>
                  <a:pt x="1538869" y="96688"/>
                </a:lnTo>
                <a:lnTo>
                  <a:pt x="1545107" y="78153"/>
                </a:lnTo>
                <a:lnTo>
                  <a:pt x="1551346" y="59627"/>
                </a:lnTo>
                <a:lnTo>
                  <a:pt x="1557595" y="41091"/>
                </a:lnTo>
                <a:lnTo>
                  <a:pt x="1563834" y="22555"/>
                </a:lnTo>
                <a:lnTo>
                  <a:pt x="1570082" y="4020"/>
                </a:lnTo>
                <a:lnTo>
                  <a:pt x="1563548" y="12497"/>
                </a:lnTo>
                <a:lnTo>
                  <a:pt x="1546374" y="21755"/>
                </a:lnTo>
                <a:lnTo>
                  <a:pt x="1527905" y="28146"/>
                </a:lnTo>
                <a:lnTo>
                  <a:pt x="1509008" y="33185"/>
                </a:lnTo>
                <a:lnTo>
                  <a:pt x="1489910" y="37386"/>
                </a:lnTo>
                <a:lnTo>
                  <a:pt x="1470689" y="41024"/>
                </a:lnTo>
                <a:lnTo>
                  <a:pt x="1451400" y="44225"/>
                </a:lnTo>
                <a:lnTo>
                  <a:pt x="1432055" y="47101"/>
                </a:lnTo>
                <a:lnTo>
                  <a:pt x="1412672" y="49701"/>
                </a:lnTo>
                <a:lnTo>
                  <a:pt x="1393260" y="52073"/>
                </a:lnTo>
                <a:lnTo>
                  <a:pt x="1373819" y="54254"/>
                </a:lnTo>
                <a:lnTo>
                  <a:pt x="1354369" y="56264"/>
                </a:lnTo>
                <a:lnTo>
                  <a:pt x="1334900" y="58112"/>
                </a:lnTo>
                <a:lnTo>
                  <a:pt x="1315412" y="59846"/>
                </a:lnTo>
                <a:lnTo>
                  <a:pt x="1295924" y="61455"/>
                </a:lnTo>
                <a:lnTo>
                  <a:pt x="1276426" y="62951"/>
                </a:lnTo>
                <a:lnTo>
                  <a:pt x="1256919" y="64351"/>
                </a:lnTo>
                <a:lnTo>
                  <a:pt x="1237402" y="65665"/>
                </a:lnTo>
                <a:lnTo>
                  <a:pt x="1217886" y="66875"/>
                </a:lnTo>
                <a:lnTo>
                  <a:pt x="1198359" y="68018"/>
                </a:lnTo>
                <a:lnTo>
                  <a:pt x="1178833" y="69085"/>
                </a:lnTo>
                <a:lnTo>
                  <a:pt x="1159297" y="70085"/>
                </a:lnTo>
                <a:lnTo>
                  <a:pt x="1139762" y="71009"/>
                </a:lnTo>
                <a:lnTo>
                  <a:pt x="1120226" y="71866"/>
                </a:lnTo>
                <a:lnTo>
                  <a:pt x="1100680" y="72676"/>
                </a:lnTo>
                <a:lnTo>
                  <a:pt x="1081145" y="73419"/>
                </a:lnTo>
                <a:lnTo>
                  <a:pt x="1061599" y="74105"/>
                </a:lnTo>
                <a:lnTo>
                  <a:pt x="1042045" y="74733"/>
                </a:lnTo>
                <a:lnTo>
                  <a:pt x="1022499" y="75324"/>
                </a:lnTo>
                <a:lnTo>
                  <a:pt x="1002944" y="75848"/>
                </a:lnTo>
                <a:lnTo>
                  <a:pt x="983399" y="76324"/>
                </a:lnTo>
                <a:lnTo>
                  <a:pt x="963844" y="76752"/>
                </a:lnTo>
                <a:lnTo>
                  <a:pt x="944289" y="77133"/>
                </a:lnTo>
                <a:lnTo>
                  <a:pt x="924735" y="77476"/>
                </a:lnTo>
                <a:lnTo>
                  <a:pt x="905180" y="77762"/>
                </a:lnTo>
                <a:lnTo>
                  <a:pt x="885625" y="78010"/>
                </a:lnTo>
                <a:lnTo>
                  <a:pt x="866070" y="78210"/>
                </a:lnTo>
                <a:lnTo>
                  <a:pt x="846506" y="78372"/>
                </a:lnTo>
                <a:lnTo>
                  <a:pt x="826951" y="78486"/>
                </a:lnTo>
                <a:lnTo>
                  <a:pt x="807396" y="78553"/>
                </a:lnTo>
                <a:lnTo>
                  <a:pt x="787841" y="78581"/>
                </a:lnTo>
                <a:lnTo>
                  <a:pt x="768277" y="78562"/>
                </a:lnTo>
                <a:lnTo>
                  <a:pt x="748722" y="78505"/>
                </a:lnTo>
                <a:lnTo>
                  <a:pt x="729167" y="78400"/>
                </a:lnTo>
                <a:lnTo>
                  <a:pt x="709613" y="78248"/>
                </a:lnTo>
                <a:lnTo>
                  <a:pt x="690048" y="78057"/>
                </a:lnTo>
                <a:lnTo>
                  <a:pt x="670493" y="77819"/>
                </a:lnTo>
                <a:lnTo>
                  <a:pt x="650939" y="77543"/>
                </a:lnTo>
                <a:lnTo>
                  <a:pt x="631384" y="77210"/>
                </a:lnTo>
                <a:lnTo>
                  <a:pt x="611829" y="76838"/>
                </a:lnTo>
                <a:lnTo>
                  <a:pt x="592274" y="76419"/>
                </a:lnTo>
                <a:lnTo>
                  <a:pt x="572729" y="75952"/>
                </a:lnTo>
                <a:lnTo>
                  <a:pt x="553174" y="75438"/>
                </a:lnTo>
                <a:lnTo>
                  <a:pt x="533629" y="74867"/>
                </a:lnTo>
                <a:lnTo>
                  <a:pt x="514083" y="74247"/>
                </a:lnTo>
                <a:lnTo>
                  <a:pt x="494528" y="73571"/>
                </a:lnTo>
                <a:lnTo>
                  <a:pt x="474993" y="72838"/>
                </a:lnTo>
                <a:lnTo>
                  <a:pt x="455447" y="72047"/>
                </a:lnTo>
                <a:lnTo>
                  <a:pt x="435912" y="71199"/>
                </a:lnTo>
                <a:lnTo>
                  <a:pt x="416376" y="70285"/>
                </a:lnTo>
                <a:lnTo>
                  <a:pt x="396840" y="69313"/>
                </a:lnTo>
                <a:lnTo>
                  <a:pt x="377314" y="68256"/>
                </a:lnTo>
                <a:lnTo>
                  <a:pt x="357788" y="67132"/>
                </a:lnTo>
                <a:lnTo>
                  <a:pt x="338261" y="65932"/>
                </a:lnTo>
                <a:lnTo>
                  <a:pt x="318745" y="64646"/>
                </a:lnTo>
                <a:lnTo>
                  <a:pt x="299237" y="63265"/>
                </a:lnTo>
                <a:lnTo>
                  <a:pt x="279740" y="61789"/>
                </a:lnTo>
                <a:lnTo>
                  <a:pt x="260242" y="60208"/>
                </a:lnTo>
                <a:lnTo>
                  <a:pt x="240763" y="58503"/>
                </a:lnTo>
                <a:lnTo>
                  <a:pt x="221294" y="56674"/>
                </a:lnTo>
                <a:lnTo>
                  <a:pt x="201835" y="54702"/>
                </a:lnTo>
                <a:lnTo>
                  <a:pt x="182394" y="52559"/>
                </a:lnTo>
                <a:lnTo>
                  <a:pt x="162973" y="50235"/>
                </a:lnTo>
                <a:lnTo>
                  <a:pt x="143580" y="47682"/>
                </a:lnTo>
                <a:lnTo>
                  <a:pt x="124225" y="44882"/>
                </a:lnTo>
                <a:lnTo>
                  <a:pt x="104918" y="41748"/>
                </a:lnTo>
                <a:lnTo>
                  <a:pt x="85687" y="38224"/>
                </a:lnTo>
                <a:lnTo>
                  <a:pt x="66561" y="34157"/>
                </a:lnTo>
                <a:lnTo>
                  <a:pt x="47606" y="29327"/>
                </a:lnTo>
                <a:lnTo>
                  <a:pt x="29004" y="23298"/>
                </a:lnTo>
                <a:lnTo>
                  <a:pt x="11373" y="14916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78A8D5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50" name="funnel-step-cap-2">
            <a:extLst xmlns:a="http://schemas.openxmlformats.org/drawingml/2006/main">
              <a:ext uri="{FF2B5EF4-FFF2-40B4-BE49-F238E27FC236}">
                <a16:creationId xmlns:a16="http://schemas.microsoft.com/office/drawing/2014/main" id="{011F576F-F821-4E90-A7EE-B64D0B39C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833917" y="4816478"/>
            <a:ext cx="1571406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8A8D5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51" name="funnel-flow-arrow">
            <a:extLst xmlns:a="http://schemas.openxmlformats.org/drawingml/2006/main">
              <a:ext uri="{FF2B5EF4-FFF2-40B4-BE49-F238E27FC236}">
                <a16:creationId xmlns:a16="http://schemas.microsoft.com/office/drawing/2014/main" id="{0DB5C296-47D2-4FFB-A992-FF2D9C466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52850" y="2466975"/>
            <a:ext cx="1733550" cy="3631121"/>
          </a:xfrm>
          <a:custGeom xmlns:a="http://schemas.openxmlformats.org/drawingml/2006/main">
            <a:pathLst>
              <a:path w="1733550" h="3631121">
                <a:moveTo>
                  <a:pt x="0" y="0"/>
                </a:moveTo>
                <a:lnTo>
                  <a:pt x="0" y="42824"/>
                </a:lnTo>
                <a:lnTo>
                  <a:pt x="8182" y="84763"/>
                </a:lnTo>
                <a:lnTo>
                  <a:pt x="17393" y="126587"/>
                </a:lnTo>
                <a:lnTo>
                  <a:pt x="26613" y="168412"/>
                </a:lnTo>
                <a:lnTo>
                  <a:pt x="35824" y="210236"/>
                </a:lnTo>
                <a:lnTo>
                  <a:pt x="45044" y="252060"/>
                </a:lnTo>
                <a:lnTo>
                  <a:pt x="54254" y="293884"/>
                </a:lnTo>
                <a:lnTo>
                  <a:pt x="63465" y="335709"/>
                </a:lnTo>
                <a:lnTo>
                  <a:pt x="72685" y="377533"/>
                </a:lnTo>
                <a:lnTo>
                  <a:pt x="81896" y="419357"/>
                </a:lnTo>
                <a:lnTo>
                  <a:pt x="91116" y="461181"/>
                </a:lnTo>
                <a:lnTo>
                  <a:pt x="100327" y="503006"/>
                </a:lnTo>
                <a:lnTo>
                  <a:pt x="109538" y="544830"/>
                </a:lnTo>
                <a:lnTo>
                  <a:pt x="118758" y="586654"/>
                </a:lnTo>
                <a:lnTo>
                  <a:pt x="127968" y="628479"/>
                </a:lnTo>
                <a:lnTo>
                  <a:pt x="137189" y="670303"/>
                </a:lnTo>
                <a:lnTo>
                  <a:pt x="146399" y="712127"/>
                </a:lnTo>
                <a:lnTo>
                  <a:pt x="155610" y="753951"/>
                </a:lnTo>
                <a:lnTo>
                  <a:pt x="164830" y="795776"/>
                </a:lnTo>
                <a:lnTo>
                  <a:pt x="174041" y="837600"/>
                </a:lnTo>
                <a:lnTo>
                  <a:pt x="183261" y="879424"/>
                </a:lnTo>
                <a:lnTo>
                  <a:pt x="192472" y="921248"/>
                </a:lnTo>
                <a:lnTo>
                  <a:pt x="201682" y="963073"/>
                </a:lnTo>
                <a:lnTo>
                  <a:pt x="210903" y="1004897"/>
                </a:lnTo>
                <a:lnTo>
                  <a:pt x="220113" y="1046721"/>
                </a:lnTo>
                <a:lnTo>
                  <a:pt x="229324" y="1088546"/>
                </a:lnTo>
                <a:lnTo>
                  <a:pt x="238544" y="1130370"/>
                </a:lnTo>
                <a:lnTo>
                  <a:pt x="247755" y="1172194"/>
                </a:lnTo>
                <a:lnTo>
                  <a:pt x="255813" y="1214247"/>
                </a:lnTo>
                <a:lnTo>
                  <a:pt x="263404" y="1256395"/>
                </a:lnTo>
                <a:lnTo>
                  <a:pt x="270510" y="1298629"/>
                </a:lnTo>
                <a:lnTo>
                  <a:pt x="277578" y="1340872"/>
                </a:lnTo>
                <a:lnTo>
                  <a:pt x="284636" y="1383106"/>
                </a:lnTo>
                <a:lnTo>
                  <a:pt x="291694" y="1425350"/>
                </a:lnTo>
                <a:lnTo>
                  <a:pt x="298761" y="1467593"/>
                </a:lnTo>
                <a:lnTo>
                  <a:pt x="305819" y="1509836"/>
                </a:lnTo>
                <a:lnTo>
                  <a:pt x="312877" y="1552070"/>
                </a:lnTo>
                <a:lnTo>
                  <a:pt x="319945" y="1594314"/>
                </a:lnTo>
                <a:lnTo>
                  <a:pt x="327003" y="1636557"/>
                </a:lnTo>
                <a:lnTo>
                  <a:pt x="334061" y="1678800"/>
                </a:lnTo>
                <a:lnTo>
                  <a:pt x="341128" y="1721034"/>
                </a:lnTo>
                <a:lnTo>
                  <a:pt x="348186" y="1763278"/>
                </a:lnTo>
                <a:lnTo>
                  <a:pt x="355244" y="1805521"/>
                </a:lnTo>
                <a:lnTo>
                  <a:pt x="362312" y="1847764"/>
                </a:lnTo>
                <a:lnTo>
                  <a:pt x="369370" y="1889998"/>
                </a:lnTo>
                <a:lnTo>
                  <a:pt x="376438" y="1932242"/>
                </a:lnTo>
                <a:lnTo>
                  <a:pt x="383496" y="1974485"/>
                </a:lnTo>
                <a:lnTo>
                  <a:pt x="390554" y="2016728"/>
                </a:lnTo>
                <a:lnTo>
                  <a:pt x="397621" y="2058962"/>
                </a:lnTo>
                <a:lnTo>
                  <a:pt x="404679" y="2101205"/>
                </a:lnTo>
                <a:lnTo>
                  <a:pt x="411737" y="2143449"/>
                </a:lnTo>
                <a:lnTo>
                  <a:pt x="418805" y="2185692"/>
                </a:lnTo>
                <a:lnTo>
                  <a:pt x="425863" y="2227926"/>
                </a:lnTo>
                <a:lnTo>
                  <a:pt x="432921" y="2270169"/>
                </a:lnTo>
                <a:lnTo>
                  <a:pt x="439988" y="2312413"/>
                </a:lnTo>
                <a:lnTo>
                  <a:pt x="447046" y="2354656"/>
                </a:lnTo>
                <a:lnTo>
                  <a:pt x="454104" y="2396890"/>
                </a:lnTo>
                <a:lnTo>
                  <a:pt x="460829" y="2439191"/>
                </a:lnTo>
                <a:lnTo>
                  <a:pt x="467506" y="2481491"/>
                </a:lnTo>
                <a:lnTo>
                  <a:pt x="474069" y="2523811"/>
                </a:lnTo>
                <a:lnTo>
                  <a:pt x="480632" y="2566140"/>
                </a:lnTo>
                <a:lnTo>
                  <a:pt x="487185" y="2608459"/>
                </a:lnTo>
                <a:lnTo>
                  <a:pt x="493747" y="2650779"/>
                </a:lnTo>
                <a:lnTo>
                  <a:pt x="500301" y="2693099"/>
                </a:lnTo>
                <a:lnTo>
                  <a:pt x="506863" y="2735428"/>
                </a:lnTo>
                <a:lnTo>
                  <a:pt x="513426" y="2777747"/>
                </a:lnTo>
                <a:lnTo>
                  <a:pt x="519979" y="2820067"/>
                </a:lnTo>
                <a:lnTo>
                  <a:pt x="526542" y="2862386"/>
                </a:lnTo>
                <a:lnTo>
                  <a:pt x="533095" y="2904715"/>
                </a:lnTo>
                <a:lnTo>
                  <a:pt x="539658" y="2947035"/>
                </a:lnTo>
                <a:lnTo>
                  <a:pt x="503501" y="2952750"/>
                </a:lnTo>
                <a:lnTo>
                  <a:pt x="460677" y="2952750"/>
                </a:lnTo>
                <a:lnTo>
                  <a:pt x="417843" y="2952750"/>
                </a:lnTo>
                <a:lnTo>
                  <a:pt x="375018" y="2952750"/>
                </a:lnTo>
                <a:lnTo>
                  <a:pt x="332194" y="2952750"/>
                </a:lnTo>
                <a:lnTo>
                  <a:pt x="289370" y="2952750"/>
                </a:lnTo>
                <a:lnTo>
                  <a:pt x="246536" y="2952750"/>
                </a:lnTo>
                <a:lnTo>
                  <a:pt x="225628" y="2962170"/>
                </a:lnTo>
                <a:lnTo>
                  <a:pt x="255089" y="2993250"/>
                </a:lnTo>
                <a:lnTo>
                  <a:pt x="284550" y="3024340"/>
                </a:lnTo>
                <a:lnTo>
                  <a:pt x="314011" y="3055420"/>
                </a:lnTo>
                <a:lnTo>
                  <a:pt x="343481" y="3086500"/>
                </a:lnTo>
                <a:lnTo>
                  <a:pt x="372942" y="3117580"/>
                </a:lnTo>
                <a:lnTo>
                  <a:pt x="402403" y="3148660"/>
                </a:lnTo>
                <a:lnTo>
                  <a:pt x="431864" y="3179750"/>
                </a:lnTo>
                <a:lnTo>
                  <a:pt x="461334" y="3210830"/>
                </a:lnTo>
                <a:lnTo>
                  <a:pt x="490795" y="3241910"/>
                </a:lnTo>
                <a:lnTo>
                  <a:pt x="520256" y="3272990"/>
                </a:lnTo>
                <a:lnTo>
                  <a:pt x="549716" y="3304070"/>
                </a:lnTo>
                <a:lnTo>
                  <a:pt x="579187" y="3335160"/>
                </a:lnTo>
                <a:lnTo>
                  <a:pt x="608648" y="3366240"/>
                </a:lnTo>
                <a:lnTo>
                  <a:pt x="638108" y="3397320"/>
                </a:lnTo>
                <a:lnTo>
                  <a:pt x="667569" y="3428400"/>
                </a:lnTo>
                <a:lnTo>
                  <a:pt x="697040" y="3459480"/>
                </a:lnTo>
                <a:lnTo>
                  <a:pt x="726500" y="3490570"/>
                </a:lnTo>
                <a:lnTo>
                  <a:pt x="755961" y="3521650"/>
                </a:lnTo>
                <a:lnTo>
                  <a:pt x="785422" y="3552730"/>
                </a:lnTo>
                <a:lnTo>
                  <a:pt x="814892" y="3583810"/>
                </a:lnTo>
                <a:lnTo>
                  <a:pt x="844353" y="3614890"/>
                </a:lnTo>
                <a:lnTo>
                  <a:pt x="873814" y="3631121"/>
                </a:lnTo>
                <a:lnTo>
                  <a:pt x="903275" y="3600040"/>
                </a:lnTo>
                <a:lnTo>
                  <a:pt x="932736" y="3568960"/>
                </a:lnTo>
                <a:lnTo>
                  <a:pt x="962206" y="3537880"/>
                </a:lnTo>
                <a:lnTo>
                  <a:pt x="991667" y="3506800"/>
                </a:lnTo>
                <a:lnTo>
                  <a:pt x="1021128" y="3475711"/>
                </a:lnTo>
                <a:lnTo>
                  <a:pt x="1050588" y="3444631"/>
                </a:lnTo>
                <a:lnTo>
                  <a:pt x="1080059" y="3413550"/>
                </a:lnTo>
                <a:lnTo>
                  <a:pt x="1109520" y="3382470"/>
                </a:lnTo>
                <a:lnTo>
                  <a:pt x="1138980" y="3351390"/>
                </a:lnTo>
                <a:lnTo>
                  <a:pt x="1168441" y="3320301"/>
                </a:lnTo>
                <a:lnTo>
                  <a:pt x="1197912" y="3289221"/>
                </a:lnTo>
                <a:lnTo>
                  <a:pt x="1227372" y="3258141"/>
                </a:lnTo>
                <a:lnTo>
                  <a:pt x="1256833" y="3227060"/>
                </a:lnTo>
                <a:lnTo>
                  <a:pt x="1286294" y="3195980"/>
                </a:lnTo>
                <a:lnTo>
                  <a:pt x="1315764" y="3164891"/>
                </a:lnTo>
                <a:lnTo>
                  <a:pt x="1345225" y="3133811"/>
                </a:lnTo>
                <a:lnTo>
                  <a:pt x="1374686" y="3102731"/>
                </a:lnTo>
                <a:lnTo>
                  <a:pt x="1404147" y="3071651"/>
                </a:lnTo>
                <a:lnTo>
                  <a:pt x="1433617" y="3040571"/>
                </a:lnTo>
                <a:lnTo>
                  <a:pt x="1463078" y="3009481"/>
                </a:lnTo>
                <a:lnTo>
                  <a:pt x="1492539" y="2978401"/>
                </a:lnTo>
                <a:lnTo>
                  <a:pt x="1509379" y="2952750"/>
                </a:lnTo>
                <a:lnTo>
                  <a:pt x="1466545" y="2952750"/>
                </a:lnTo>
                <a:lnTo>
                  <a:pt x="1423721" y="2952750"/>
                </a:lnTo>
                <a:lnTo>
                  <a:pt x="1380896" y="2952750"/>
                </a:lnTo>
                <a:lnTo>
                  <a:pt x="1338062" y="2952750"/>
                </a:lnTo>
                <a:lnTo>
                  <a:pt x="1295238" y="2952750"/>
                </a:lnTo>
                <a:lnTo>
                  <a:pt x="1252414" y="2952750"/>
                </a:lnTo>
                <a:lnTo>
                  <a:pt x="1209589" y="2952750"/>
                </a:lnTo>
                <a:lnTo>
                  <a:pt x="1197026" y="2926813"/>
                </a:lnTo>
                <a:lnTo>
                  <a:pt x="1203589" y="2884494"/>
                </a:lnTo>
                <a:lnTo>
                  <a:pt x="1210142" y="2842165"/>
                </a:lnTo>
                <a:lnTo>
                  <a:pt x="1216704" y="2799845"/>
                </a:lnTo>
                <a:lnTo>
                  <a:pt x="1223258" y="2757526"/>
                </a:lnTo>
                <a:lnTo>
                  <a:pt x="1229820" y="2715206"/>
                </a:lnTo>
                <a:lnTo>
                  <a:pt x="1236383" y="2672877"/>
                </a:lnTo>
                <a:lnTo>
                  <a:pt x="1242936" y="2630557"/>
                </a:lnTo>
                <a:lnTo>
                  <a:pt x="1249499" y="2588238"/>
                </a:lnTo>
                <a:lnTo>
                  <a:pt x="1256052" y="2545918"/>
                </a:lnTo>
                <a:lnTo>
                  <a:pt x="1262615" y="2503589"/>
                </a:lnTo>
                <a:lnTo>
                  <a:pt x="1269216" y="2461279"/>
                </a:lnTo>
                <a:lnTo>
                  <a:pt x="1275931" y="2418979"/>
                </a:lnTo>
                <a:lnTo>
                  <a:pt x="1282817" y="2376707"/>
                </a:lnTo>
                <a:lnTo>
                  <a:pt x="1289875" y="2334473"/>
                </a:lnTo>
                <a:lnTo>
                  <a:pt x="1296943" y="2292229"/>
                </a:lnTo>
                <a:lnTo>
                  <a:pt x="1304001" y="2249986"/>
                </a:lnTo>
                <a:lnTo>
                  <a:pt x="1311059" y="2207743"/>
                </a:lnTo>
                <a:lnTo>
                  <a:pt x="1318127" y="2165509"/>
                </a:lnTo>
                <a:lnTo>
                  <a:pt x="1325185" y="2123265"/>
                </a:lnTo>
                <a:lnTo>
                  <a:pt x="1332243" y="2081022"/>
                </a:lnTo>
                <a:lnTo>
                  <a:pt x="1339310" y="2038779"/>
                </a:lnTo>
                <a:lnTo>
                  <a:pt x="1346368" y="1996545"/>
                </a:lnTo>
                <a:lnTo>
                  <a:pt x="1353426" y="1954301"/>
                </a:lnTo>
                <a:lnTo>
                  <a:pt x="1360494" y="1912058"/>
                </a:lnTo>
                <a:lnTo>
                  <a:pt x="1367552" y="1869815"/>
                </a:lnTo>
                <a:lnTo>
                  <a:pt x="1374610" y="1827581"/>
                </a:lnTo>
                <a:lnTo>
                  <a:pt x="1381677" y="1785337"/>
                </a:lnTo>
                <a:lnTo>
                  <a:pt x="1388735" y="1743094"/>
                </a:lnTo>
                <a:lnTo>
                  <a:pt x="1395803" y="1700851"/>
                </a:lnTo>
                <a:lnTo>
                  <a:pt x="1402861" y="1658617"/>
                </a:lnTo>
                <a:lnTo>
                  <a:pt x="1409919" y="1616373"/>
                </a:lnTo>
                <a:lnTo>
                  <a:pt x="1416987" y="1574130"/>
                </a:lnTo>
                <a:lnTo>
                  <a:pt x="1424045" y="1531887"/>
                </a:lnTo>
                <a:lnTo>
                  <a:pt x="1431103" y="1489653"/>
                </a:lnTo>
                <a:lnTo>
                  <a:pt x="1438170" y="1447409"/>
                </a:lnTo>
                <a:lnTo>
                  <a:pt x="1445228" y="1405166"/>
                </a:lnTo>
                <a:lnTo>
                  <a:pt x="1452286" y="1362923"/>
                </a:lnTo>
                <a:lnTo>
                  <a:pt x="1459354" y="1320689"/>
                </a:lnTo>
                <a:lnTo>
                  <a:pt x="1466412" y="1278446"/>
                </a:lnTo>
                <a:lnTo>
                  <a:pt x="1473775" y="1236259"/>
                </a:lnTo>
                <a:lnTo>
                  <a:pt x="1481366" y="1194102"/>
                </a:lnTo>
                <a:lnTo>
                  <a:pt x="1490196" y="1152201"/>
                </a:lnTo>
                <a:lnTo>
                  <a:pt x="1499406" y="1110377"/>
                </a:lnTo>
                <a:lnTo>
                  <a:pt x="1508627" y="1068562"/>
                </a:lnTo>
                <a:lnTo>
                  <a:pt x="1517837" y="1026738"/>
                </a:lnTo>
                <a:lnTo>
                  <a:pt x="1527058" y="984914"/>
                </a:lnTo>
                <a:lnTo>
                  <a:pt x="1536268" y="943089"/>
                </a:lnTo>
                <a:lnTo>
                  <a:pt x="1545479" y="901265"/>
                </a:lnTo>
                <a:lnTo>
                  <a:pt x="1554699" y="859441"/>
                </a:lnTo>
                <a:lnTo>
                  <a:pt x="1563910" y="817616"/>
                </a:lnTo>
                <a:lnTo>
                  <a:pt x="1573130" y="775792"/>
                </a:lnTo>
                <a:lnTo>
                  <a:pt x="1582341" y="733968"/>
                </a:lnTo>
                <a:lnTo>
                  <a:pt x="1591551" y="692144"/>
                </a:lnTo>
                <a:lnTo>
                  <a:pt x="1600772" y="650319"/>
                </a:lnTo>
                <a:lnTo>
                  <a:pt x="1609982" y="608495"/>
                </a:lnTo>
                <a:lnTo>
                  <a:pt x="1619202" y="566671"/>
                </a:lnTo>
                <a:lnTo>
                  <a:pt x="1628413" y="524847"/>
                </a:lnTo>
                <a:lnTo>
                  <a:pt x="1637624" y="483022"/>
                </a:lnTo>
                <a:lnTo>
                  <a:pt x="1646844" y="441198"/>
                </a:lnTo>
                <a:lnTo>
                  <a:pt x="1656055" y="399374"/>
                </a:lnTo>
                <a:lnTo>
                  <a:pt x="1665265" y="357549"/>
                </a:lnTo>
                <a:lnTo>
                  <a:pt x="1674485" y="315725"/>
                </a:lnTo>
                <a:lnTo>
                  <a:pt x="1683696" y="273901"/>
                </a:lnTo>
                <a:lnTo>
                  <a:pt x="1692916" y="232077"/>
                </a:lnTo>
                <a:lnTo>
                  <a:pt x="1702127" y="190252"/>
                </a:lnTo>
                <a:lnTo>
                  <a:pt x="1711338" y="148428"/>
                </a:lnTo>
                <a:lnTo>
                  <a:pt x="1720558" y="106604"/>
                </a:lnTo>
                <a:lnTo>
                  <a:pt x="1729769" y="64780"/>
                </a:lnTo>
                <a:lnTo>
                  <a:pt x="1733550" y="22365"/>
                </a:lnTo>
                <a:lnTo>
                  <a:pt x="1713090" y="0"/>
                </a:lnTo>
                <a:lnTo>
                  <a:pt x="1670256" y="0"/>
                </a:lnTo>
                <a:lnTo>
                  <a:pt x="1627432" y="0"/>
                </a:lnTo>
                <a:lnTo>
                  <a:pt x="1584608" y="0"/>
                </a:lnTo>
                <a:lnTo>
                  <a:pt x="1541774" y="0"/>
                </a:lnTo>
                <a:lnTo>
                  <a:pt x="1498949" y="0"/>
                </a:lnTo>
                <a:lnTo>
                  <a:pt x="1456125" y="0"/>
                </a:lnTo>
                <a:lnTo>
                  <a:pt x="1413291" y="0"/>
                </a:lnTo>
                <a:lnTo>
                  <a:pt x="1370467" y="0"/>
                </a:lnTo>
                <a:lnTo>
                  <a:pt x="1327642" y="0"/>
                </a:lnTo>
                <a:lnTo>
                  <a:pt x="1284818" y="0"/>
                </a:lnTo>
                <a:lnTo>
                  <a:pt x="1241984" y="0"/>
                </a:lnTo>
                <a:lnTo>
                  <a:pt x="1199159" y="0"/>
                </a:lnTo>
                <a:lnTo>
                  <a:pt x="1156335" y="0"/>
                </a:lnTo>
                <a:lnTo>
                  <a:pt x="1113501" y="0"/>
                </a:lnTo>
                <a:lnTo>
                  <a:pt x="1070677" y="0"/>
                </a:lnTo>
                <a:lnTo>
                  <a:pt x="1027852" y="0"/>
                </a:lnTo>
                <a:lnTo>
                  <a:pt x="985028" y="0"/>
                </a:lnTo>
                <a:lnTo>
                  <a:pt x="942194" y="0"/>
                </a:lnTo>
                <a:lnTo>
                  <a:pt x="899370" y="0"/>
                </a:lnTo>
                <a:lnTo>
                  <a:pt x="856545" y="0"/>
                </a:lnTo>
                <a:lnTo>
                  <a:pt x="813711" y="0"/>
                </a:lnTo>
                <a:lnTo>
                  <a:pt x="770887" y="0"/>
                </a:lnTo>
                <a:lnTo>
                  <a:pt x="728062" y="0"/>
                </a:lnTo>
                <a:lnTo>
                  <a:pt x="685238" y="0"/>
                </a:lnTo>
                <a:lnTo>
                  <a:pt x="642404" y="0"/>
                </a:lnTo>
                <a:lnTo>
                  <a:pt x="599580" y="0"/>
                </a:lnTo>
                <a:lnTo>
                  <a:pt x="556755" y="0"/>
                </a:lnTo>
                <a:lnTo>
                  <a:pt x="513921" y="0"/>
                </a:lnTo>
                <a:lnTo>
                  <a:pt x="471097" y="0"/>
                </a:lnTo>
                <a:lnTo>
                  <a:pt x="428273" y="0"/>
                </a:lnTo>
                <a:lnTo>
                  <a:pt x="385448" y="0"/>
                </a:lnTo>
                <a:lnTo>
                  <a:pt x="342614" y="0"/>
                </a:lnTo>
                <a:lnTo>
                  <a:pt x="299790" y="0"/>
                </a:lnTo>
                <a:lnTo>
                  <a:pt x="256965" y="0"/>
                </a:lnTo>
                <a:lnTo>
                  <a:pt x="214132" y="0"/>
                </a:lnTo>
                <a:lnTo>
                  <a:pt x="171307" y="0"/>
                </a:lnTo>
                <a:lnTo>
                  <a:pt x="128483" y="0"/>
                </a:lnTo>
                <a:lnTo>
                  <a:pt x="85658" y="0"/>
                </a:lnTo>
                <a:lnTo>
                  <a:pt x="42824" y="0"/>
                </a:lnTo>
                <a:lnTo>
                  <a:pt x="0" y="0"/>
                </a:lnTo>
                <a:close/>
              </a:path>
            </a:pathLst>
          </a:custGeom>
          <a:gradFill xmlns:a="http://schemas.openxmlformats.org/drawingml/2006/main">
            <a:gsLst>
              <a:gs pos="0">
                <a:srgbClr val="000000"/>
              </a:gs>
              <a:gs pos="42">
                <a:srgbClr val="B8D8F2">
                  <a:alpha val="16000"/>
                </a:srgbClr>
              </a:gs>
              <a:gs pos="76">
                <a:srgbClr val="8FC4EE">
                  <a:alpha val="32000"/>
                </a:srgbClr>
              </a:gs>
              <a:gs pos="100">
                <a:srgbClr val="72B3E8">
                  <a:alpha val="52000"/>
                </a:srgbClr>
              </a:gs>
            </a:gsLst>
            <a:lin ang="10800000"/>
          </a:gradFill>
          <a:ln xmlns:a="http://schemas.openxmlformats.org/drawingml/2006/main" w="9525">
            <a:noFill/>
            <a:prstDash val="solid"/>
          </a:ln>
        </p:spPr>
      </p:sp>
      <p:sp>
        <p:nvSpPr>
          <p:cNvPr id="52" name="phase-label-0">
            <a:extLst xmlns:a="http://schemas.openxmlformats.org/drawingml/2006/main">
              <a:ext uri="{FF2B5EF4-FFF2-40B4-BE49-F238E27FC236}">
                <a16:creationId xmlns:a16="http://schemas.microsoft.com/office/drawing/2014/main" id="{D032A098-175C-4A82-93F3-2113D0F3E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1638300"/>
            <a:ext cx="228600" cy="205099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阶段一</a:t>
            </a:r>
          </a:p>
        </p:txBody>
      </p:sp>
      <p:sp>
        <p:nvSpPr>
          <p:cNvPr id="53" name="phase-label-1">
            <a:extLst xmlns:a="http://schemas.openxmlformats.org/drawingml/2006/main">
              <a:ext uri="{FF2B5EF4-FFF2-40B4-BE49-F238E27FC236}">
                <a16:creationId xmlns:a16="http://schemas.microsoft.com/office/drawing/2014/main" id="{F3968844-2989-4044-B507-4E4F980D1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3689299"/>
            <a:ext cx="228600" cy="121279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阶段二</a:t>
            </a:r>
          </a:p>
        </p:txBody>
      </p:sp>
      <p:sp>
        <p:nvSpPr>
          <p:cNvPr id="54" name="phase-label-2">
            <a:extLst xmlns:a="http://schemas.openxmlformats.org/drawingml/2006/main">
              <a:ext uri="{FF2B5EF4-FFF2-40B4-BE49-F238E27FC236}">
                <a16:creationId xmlns:a16="http://schemas.microsoft.com/office/drawing/2014/main" id="{875CE115-80D5-4CD3-A5FA-50F75D3DC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4902098"/>
            <a:ext cx="228600" cy="130804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阶段三</a:t>
            </a:r>
          </a:p>
        </p:txBody>
      </p:sp>
      <p:sp>
        <p:nvSpPr>
          <p:cNvPr id="55" name="funnel-step-title-0">
            <a:extLst xmlns:a="http://schemas.openxmlformats.org/drawingml/2006/main">
              <a:ext uri="{FF2B5EF4-FFF2-40B4-BE49-F238E27FC236}">
                <a16:creationId xmlns:a16="http://schemas.microsoft.com/office/drawing/2014/main" id="{F9520F9F-2D1E-45AE-9534-EA4E4A7CE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528117" y="2944711"/>
            <a:ext cx="2183016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3600"/>
              </a:lnSpc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广泛触达</a:t>
            </a:r>
          </a:p>
        </p:txBody>
      </p:sp>
      <p:sp>
        <p:nvSpPr>
          <p:cNvPr id="56" name="funnel-step-title-1">
            <a:extLst xmlns:a="http://schemas.openxmlformats.org/drawingml/2006/main">
              <a:ext uri="{FF2B5EF4-FFF2-40B4-BE49-F238E27FC236}">
                <a16:creationId xmlns:a16="http://schemas.microsoft.com/office/drawing/2014/main" id="{5D79D893-B516-4C72-AF92-45A5C49A3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10165" y="4157663"/>
            <a:ext cx="141893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3600"/>
              </a:lnSpc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兴趣识别</a:t>
            </a:r>
          </a:p>
        </p:txBody>
      </p:sp>
      <p:sp>
        <p:nvSpPr>
          <p:cNvPr id="57" name="funnel-step-title-2">
            <a:extLst xmlns:a="http://schemas.openxmlformats.org/drawingml/2006/main">
              <a:ext uri="{FF2B5EF4-FFF2-40B4-BE49-F238E27FC236}">
                <a16:creationId xmlns:a16="http://schemas.microsoft.com/office/drawing/2014/main" id="{39D21294-151B-4D3B-ADF3-2234BEEE6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200525" y="5370462"/>
            <a:ext cx="8382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意向培育</a:t>
            </a:r>
          </a:p>
        </p:txBody>
      </p:sp>
      <p:sp>
        <p:nvSpPr>
          <p:cNvPr id="58" name="input-core-0">
            <a:extLst xmlns:a="http://schemas.openxmlformats.org/drawingml/2006/main">
              <a:ext uri="{FF2B5EF4-FFF2-40B4-BE49-F238E27FC236}">
                <a16:creationId xmlns:a16="http://schemas.microsoft.com/office/drawing/2014/main" id="{ED663970-F39F-4CBB-9118-1D3C4BE45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676650" y="190500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23"/>
          <a:fontRef xmlns:a="http://schemas.openxmlformats.org/drawingml/2006/main" idx="major"/>
        </p:style>
      </p:sp>
      <p:pic>
        <p:nvPicPr>
          <p:cNvPr id="1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6a5b87de0e14c7d">
            <a:extLst>
              <a:ext uri="{96DAC541-7B7A-43D3-8B79-37D633B846F1}">
                <asvg:svgBlip xmlns:asvg="http://schemas.microsoft.com/office/drawing/2016/SVG/main" r:embed="Rbbdc76a46b2141a3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3771900" y="2000250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60" name="input-core-1">
            <a:extLst xmlns:a="http://schemas.openxmlformats.org/drawingml/2006/main">
              <a:ext uri="{FF2B5EF4-FFF2-40B4-BE49-F238E27FC236}">
                <a16:creationId xmlns:a16="http://schemas.microsoft.com/office/drawing/2014/main" id="{85D90523-4908-4D0F-97A0-8AD023A39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133975" y="1743075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23"/>
          <a:fontRef xmlns:a="http://schemas.openxmlformats.org/drawingml/2006/main" idx="major"/>
        </p:style>
      </p:sp>
      <p:pic>
        <p:nvPicPr>
          <p:cNvPr id="1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787ddb2cdbc4db5">
            <a:extLst>
              <a:ext uri="{96DAC541-7B7A-43D3-8B79-37D633B846F1}">
                <asvg:svgBlip xmlns:asvg="http://schemas.microsoft.com/office/drawing/2016/SVG/main" r:embed="R9dc9492817054728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5229225" y="1838325"/>
            <a:ext cx="209550" cy="2095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3681640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4" name="phase-band-0">
            <a:extLst xmlns:a="http://schemas.openxmlformats.org/drawingml/2006/main">
              <a:ext uri="{FF2B5EF4-FFF2-40B4-BE49-F238E27FC236}">
                <a16:creationId xmlns:a16="http://schemas.microsoft.com/office/drawing/2014/main" id="{B0F0CC35-F28C-497B-A1E0-CBEC3411F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1638300"/>
            <a:ext cx="11144250" cy="205099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phase-band-1">
            <a:extLst xmlns:a="http://schemas.openxmlformats.org/drawingml/2006/main">
              <a:ext uri="{FF2B5EF4-FFF2-40B4-BE49-F238E27FC236}">
                <a16:creationId xmlns:a16="http://schemas.microsoft.com/office/drawing/2014/main" id="{0FF97A3C-6E81-464E-9269-9E50E218C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3689299"/>
            <a:ext cx="11144250" cy="121279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38100">
            <a:solidFill>
              <a:srgbClr val="FFFFFF"/>
            </a:solidFill>
            <a:prstDash val="solid"/>
          </a:ln>
        </p:spPr>
      </p:sp>
      <p:sp>
        <p:nvSpPr>
          <p:cNvPr id="3" name="phase-band-2">
            <a:extLst xmlns:a="http://schemas.openxmlformats.org/drawingml/2006/main">
              <a:ext uri="{FF2B5EF4-FFF2-40B4-BE49-F238E27FC236}">
                <a16:creationId xmlns:a16="http://schemas.microsoft.com/office/drawing/2014/main" id="{42D61C84-5471-4608-9D4B-59FC3E195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4902098"/>
            <a:ext cx="11144250" cy="130804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38100">
            <a:solidFill>
              <a:srgbClr val="FFFFFF"/>
            </a:solidFill>
            <a:prstDash val="solid"/>
          </a:ln>
        </p:spPr>
      </p:sp>
      <p:sp>
        <p:nvSpPr>
          <p:cNvPr id="4" name="phase-rail-0">
            <a:extLst xmlns:a="http://schemas.openxmlformats.org/drawingml/2006/main">
              <a:ext uri="{FF2B5EF4-FFF2-40B4-BE49-F238E27FC236}">
                <a16:creationId xmlns:a16="http://schemas.microsoft.com/office/drawing/2014/main" id="{C5E60AA3-71DB-4F7F-BE32-8AD4D8C6B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1638300"/>
            <a:ext cx="514350" cy="2046494"/>
          </a:xfrm>
          <a:custGeom xmlns:a="http://schemas.openxmlformats.org/drawingml/2006/main">
            <a:pathLst>
              <a:path w="514350" h="2046494">
                <a:moveTo>
                  <a:pt x="0" y="0"/>
                </a:moveTo>
                <a:lnTo>
                  <a:pt x="20498" y="0"/>
                </a:lnTo>
                <a:lnTo>
                  <a:pt x="40996" y="0"/>
                </a:lnTo>
                <a:lnTo>
                  <a:pt x="61493" y="0"/>
                </a:lnTo>
                <a:lnTo>
                  <a:pt x="81982" y="0"/>
                </a:lnTo>
                <a:lnTo>
                  <a:pt x="102479" y="0"/>
                </a:lnTo>
                <a:lnTo>
                  <a:pt x="122977" y="0"/>
                </a:lnTo>
                <a:lnTo>
                  <a:pt x="143475" y="0"/>
                </a:lnTo>
                <a:lnTo>
                  <a:pt x="163973" y="0"/>
                </a:lnTo>
                <a:lnTo>
                  <a:pt x="184471" y="0"/>
                </a:lnTo>
                <a:lnTo>
                  <a:pt x="204959" y="0"/>
                </a:lnTo>
                <a:lnTo>
                  <a:pt x="225457" y="0"/>
                </a:lnTo>
                <a:lnTo>
                  <a:pt x="245955" y="0"/>
                </a:lnTo>
                <a:lnTo>
                  <a:pt x="266452" y="0"/>
                </a:lnTo>
                <a:lnTo>
                  <a:pt x="286950" y="0"/>
                </a:lnTo>
                <a:lnTo>
                  <a:pt x="307448" y="0"/>
                </a:lnTo>
                <a:lnTo>
                  <a:pt x="327936" y="0"/>
                </a:lnTo>
                <a:lnTo>
                  <a:pt x="348434" y="0"/>
                </a:lnTo>
                <a:lnTo>
                  <a:pt x="368932" y="0"/>
                </a:lnTo>
                <a:lnTo>
                  <a:pt x="389430" y="0"/>
                </a:lnTo>
                <a:lnTo>
                  <a:pt x="409927" y="0"/>
                </a:lnTo>
                <a:lnTo>
                  <a:pt x="430425" y="0"/>
                </a:lnTo>
                <a:lnTo>
                  <a:pt x="450914" y="0"/>
                </a:lnTo>
                <a:lnTo>
                  <a:pt x="471411" y="0"/>
                </a:lnTo>
                <a:lnTo>
                  <a:pt x="491909" y="0"/>
                </a:lnTo>
                <a:lnTo>
                  <a:pt x="512407" y="0"/>
                </a:lnTo>
                <a:lnTo>
                  <a:pt x="514350" y="18555"/>
                </a:lnTo>
                <a:lnTo>
                  <a:pt x="514350" y="39043"/>
                </a:lnTo>
                <a:lnTo>
                  <a:pt x="514350" y="59541"/>
                </a:lnTo>
                <a:lnTo>
                  <a:pt x="514350" y="80039"/>
                </a:lnTo>
                <a:lnTo>
                  <a:pt x="514350" y="100536"/>
                </a:lnTo>
                <a:lnTo>
                  <a:pt x="514350" y="121034"/>
                </a:lnTo>
                <a:lnTo>
                  <a:pt x="514350" y="141522"/>
                </a:lnTo>
                <a:lnTo>
                  <a:pt x="514350" y="162020"/>
                </a:lnTo>
                <a:lnTo>
                  <a:pt x="514350" y="182518"/>
                </a:lnTo>
                <a:lnTo>
                  <a:pt x="514350" y="203016"/>
                </a:lnTo>
                <a:lnTo>
                  <a:pt x="514350" y="223504"/>
                </a:lnTo>
                <a:lnTo>
                  <a:pt x="514350" y="244002"/>
                </a:lnTo>
                <a:lnTo>
                  <a:pt x="514350" y="264500"/>
                </a:lnTo>
                <a:lnTo>
                  <a:pt x="514350" y="284998"/>
                </a:lnTo>
                <a:lnTo>
                  <a:pt x="514350" y="305495"/>
                </a:lnTo>
                <a:lnTo>
                  <a:pt x="514350" y="325984"/>
                </a:lnTo>
                <a:lnTo>
                  <a:pt x="514350" y="346481"/>
                </a:lnTo>
                <a:lnTo>
                  <a:pt x="514350" y="366979"/>
                </a:lnTo>
                <a:lnTo>
                  <a:pt x="514350" y="387477"/>
                </a:lnTo>
                <a:lnTo>
                  <a:pt x="514350" y="407975"/>
                </a:lnTo>
                <a:lnTo>
                  <a:pt x="514350" y="428463"/>
                </a:lnTo>
                <a:lnTo>
                  <a:pt x="514350" y="448961"/>
                </a:lnTo>
                <a:lnTo>
                  <a:pt x="514350" y="469459"/>
                </a:lnTo>
                <a:lnTo>
                  <a:pt x="514350" y="489956"/>
                </a:lnTo>
                <a:lnTo>
                  <a:pt x="514350" y="510445"/>
                </a:lnTo>
                <a:lnTo>
                  <a:pt x="514350" y="530943"/>
                </a:lnTo>
                <a:lnTo>
                  <a:pt x="514350" y="551440"/>
                </a:lnTo>
                <a:lnTo>
                  <a:pt x="514350" y="571938"/>
                </a:lnTo>
                <a:lnTo>
                  <a:pt x="514350" y="592436"/>
                </a:lnTo>
                <a:lnTo>
                  <a:pt x="514350" y="612924"/>
                </a:lnTo>
                <a:lnTo>
                  <a:pt x="514350" y="633422"/>
                </a:lnTo>
                <a:lnTo>
                  <a:pt x="514350" y="653920"/>
                </a:lnTo>
                <a:lnTo>
                  <a:pt x="514350" y="674418"/>
                </a:lnTo>
                <a:lnTo>
                  <a:pt x="514350" y="694915"/>
                </a:lnTo>
                <a:lnTo>
                  <a:pt x="514350" y="715404"/>
                </a:lnTo>
                <a:lnTo>
                  <a:pt x="514350" y="735902"/>
                </a:lnTo>
                <a:lnTo>
                  <a:pt x="514350" y="756399"/>
                </a:lnTo>
                <a:lnTo>
                  <a:pt x="514350" y="776897"/>
                </a:lnTo>
                <a:lnTo>
                  <a:pt x="514350" y="797385"/>
                </a:lnTo>
                <a:lnTo>
                  <a:pt x="514350" y="817883"/>
                </a:lnTo>
                <a:lnTo>
                  <a:pt x="514350" y="838381"/>
                </a:lnTo>
                <a:lnTo>
                  <a:pt x="514350" y="858879"/>
                </a:lnTo>
                <a:lnTo>
                  <a:pt x="514350" y="879377"/>
                </a:lnTo>
                <a:lnTo>
                  <a:pt x="514350" y="899865"/>
                </a:lnTo>
                <a:lnTo>
                  <a:pt x="514350" y="920363"/>
                </a:lnTo>
                <a:lnTo>
                  <a:pt x="514350" y="940860"/>
                </a:lnTo>
                <a:lnTo>
                  <a:pt x="514350" y="961358"/>
                </a:lnTo>
                <a:lnTo>
                  <a:pt x="514350" y="981847"/>
                </a:lnTo>
                <a:lnTo>
                  <a:pt x="514350" y="1002344"/>
                </a:lnTo>
                <a:lnTo>
                  <a:pt x="514350" y="1022842"/>
                </a:lnTo>
                <a:lnTo>
                  <a:pt x="514350" y="1043340"/>
                </a:lnTo>
                <a:lnTo>
                  <a:pt x="514350" y="1063838"/>
                </a:lnTo>
                <a:lnTo>
                  <a:pt x="514350" y="1084326"/>
                </a:lnTo>
                <a:lnTo>
                  <a:pt x="514350" y="1104824"/>
                </a:lnTo>
                <a:lnTo>
                  <a:pt x="514350" y="1125322"/>
                </a:lnTo>
                <a:lnTo>
                  <a:pt x="514350" y="1145819"/>
                </a:lnTo>
                <a:lnTo>
                  <a:pt x="514350" y="1166317"/>
                </a:lnTo>
                <a:lnTo>
                  <a:pt x="514350" y="1186805"/>
                </a:lnTo>
                <a:lnTo>
                  <a:pt x="514350" y="1207303"/>
                </a:lnTo>
                <a:lnTo>
                  <a:pt x="514350" y="1227801"/>
                </a:lnTo>
                <a:lnTo>
                  <a:pt x="514350" y="1248299"/>
                </a:lnTo>
                <a:lnTo>
                  <a:pt x="514350" y="1268787"/>
                </a:lnTo>
                <a:lnTo>
                  <a:pt x="514350" y="1289285"/>
                </a:lnTo>
                <a:lnTo>
                  <a:pt x="514350" y="1309783"/>
                </a:lnTo>
                <a:lnTo>
                  <a:pt x="514350" y="1330281"/>
                </a:lnTo>
                <a:lnTo>
                  <a:pt x="514350" y="1350778"/>
                </a:lnTo>
                <a:lnTo>
                  <a:pt x="514350" y="1371267"/>
                </a:lnTo>
                <a:lnTo>
                  <a:pt x="514350" y="1391764"/>
                </a:lnTo>
                <a:lnTo>
                  <a:pt x="514350" y="1412262"/>
                </a:lnTo>
                <a:lnTo>
                  <a:pt x="514350" y="1432760"/>
                </a:lnTo>
                <a:lnTo>
                  <a:pt x="514350" y="1453248"/>
                </a:lnTo>
                <a:lnTo>
                  <a:pt x="514350" y="1473746"/>
                </a:lnTo>
                <a:lnTo>
                  <a:pt x="514350" y="1494244"/>
                </a:lnTo>
                <a:lnTo>
                  <a:pt x="514350" y="1514742"/>
                </a:lnTo>
                <a:lnTo>
                  <a:pt x="514350" y="1535240"/>
                </a:lnTo>
                <a:lnTo>
                  <a:pt x="514350" y="1555728"/>
                </a:lnTo>
                <a:lnTo>
                  <a:pt x="514350" y="1576226"/>
                </a:lnTo>
                <a:lnTo>
                  <a:pt x="514350" y="1596723"/>
                </a:lnTo>
                <a:lnTo>
                  <a:pt x="514350" y="1617221"/>
                </a:lnTo>
                <a:lnTo>
                  <a:pt x="514350" y="1637719"/>
                </a:lnTo>
                <a:lnTo>
                  <a:pt x="514350" y="1658207"/>
                </a:lnTo>
                <a:lnTo>
                  <a:pt x="514350" y="1678705"/>
                </a:lnTo>
                <a:lnTo>
                  <a:pt x="514350" y="1699203"/>
                </a:lnTo>
                <a:lnTo>
                  <a:pt x="514350" y="1719701"/>
                </a:lnTo>
                <a:lnTo>
                  <a:pt x="514350" y="1740189"/>
                </a:lnTo>
                <a:lnTo>
                  <a:pt x="514350" y="1760687"/>
                </a:lnTo>
                <a:lnTo>
                  <a:pt x="514350" y="1781185"/>
                </a:lnTo>
                <a:lnTo>
                  <a:pt x="514350" y="1801682"/>
                </a:lnTo>
                <a:lnTo>
                  <a:pt x="514350" y="1822180"/>
                </a:lnTo>
                <a:lnTo>
                  <a:pt x="514350" y="1842668"/>
                </a:lnTo>
                <a:lnTo>
                  <a:pt x="514350" y="1863166"/>
                </a:lnTo>
                <a:lnTo>
                  <a:pt x="514350" y="1883664"/>
                </a:lnTo>
                <a:lnTo>
                  <a:pt x="514350" y="1904162"/>
                </a:lnTo>
                <a:lnTo>
                  <a:pt x="499901" y="1916154"/>
                </a:lnTo>
                <a:lnTo>
                  <a:pt x="481984" y="1926107"/>
                </a:lnTo>
                <a:lnTo>
                  <a:pt x="464068" y="1936061"/>
                </a:lnTo>
                <a:lnTo>
                  <a:pt x="446151" y="1946015"/>
                </a:lnTo>
                <a:lnTo>
                  <a:pt x="428234" y="1955968"/>
                </a:lnTo>
                <a:lnTo>
                  <a:pt x="410318" y="1965922"/>
                </a:lnTo>
                <a:lnTo>
                  <a:pt x="392401" y="1975876"/>
                </a:lnTo>
                <a:lnTo>
                  <a:pt x="374485" y="1985829"/>
                </a:lnTo>
                <a:lnTo>
                  <a:pt x="356568" y="1995783"/>
                </a:lnTo>
                <a:lnTo>
                  <a:pt x="338652" y="2005736"/>
                </a:lnTo>
                <a:lnTo>
                  <a:pt x="320735" y="2015690"/>
                </a:lnTo>
                <a:lnTo>
                  <a:pt x="302819" y="2025644"/>
                </a:lnTo>
                <a:lnTo>
                  <a:pt x="284902" y="2035597"/>
                </a:lnTo>
                <a:lnTo>
                  <a:pt x="266986" y="2045551"/>
                </a:lnTo>
                <a:lnTo>
                  <a:pt x="249069" y="2046494"/>
                </a:lnTo>
                <a:lnTo>
                  <a:pt x="231153" y="2036540"/>
                </a:lnTo>
                <a:lnTo>
                  <a:pt x="213236" y="2026587"/>
                </a:lnTo>
                <a:lnTo>
                  <a:pt x="195320" y="2016633"/>
                </a:lnTo>
                <a:lnTo>
                  <a:pt x="177403" y="2006679"/>
                </a:lnTo>
                <a:lnTo>
                  <a:pt x="159477" y="1996726"/>
                </a:lnTo>
                <a:lnTo>
                  <a:pt x="141561" y="1986772"/>
                </a:lnTo>
                <a:lnTo>
                  <a:pt x="123644" y="1976819"/>
                </a:lnTo>
                <a:lnTo>
                  <a:pt x="105728" y="1966865"/>
                </a:lnTo>
                <a:lnTo>
                  <a:pt x="87811" y="1956911"/>
                </a:lnTo>
                <a:lnTo>
                  <a:pt x="69894" y="1946958"/>
                </a:lnTo>
                <a:lnTo>
                  <a:pt x="51978" y="1937004"/>
                </a:lnTo>
                <a:lnTo>
                  <a:pt x="34061" y="1927050"/>
                </a:lnTo>
                <a:lnTo>
                  <a:pt x="16145" y="1917097"/>
                </a:lnTo>
                <a:lnTo>
                  <a:pt x="0" y="1906105"/>
                </a:lnTo>
                <a:lnTo>
                  <a:pt x="0" y="1885607"/>
                </a:lnTo>
                <a:lnTo>
                  <a:pt x="0" y="1865109"/>
                </a:lnTo>
                <a:lnTo>
                  <a:pt x="0" y="1844612"/>
                </a:lnTo>
                <a:lnTo>
                  <a:pt x="0" y="1824123"/>
                </a:lnTo>
                <a:lnTo>
                  <a:pt x="0" y="1803625"/>
                </a:lnTo>
                <a:lnTo>
                  <a:pt x="0" y="1783128"/>
                </a:lnTo>
                <a:lnTo>
                  <a:pt x="0" y="1762630"/>
                </a:lnTo>
                <a:lnTo>
                  <a:pt x="0" y="1742142"/>
                </a:lnTo>
                <a:lnTo>
                  <a:pt x="0" y="1721644"/>
                </a:lnTo>
                <a:lnTo>
                  <a:pt x="0" y="1701146"/>
                </a:lnTo>
                <a:lnTo>
                  <a:pt x="0" y="1680648"/>
                </a:lnTo>
                <a:lnTo>
                  <a:pt x="0" y="1660150"/>
                </a:lnTo>
                <a:lnTo>
                  <a:pt x="0" y="1639662"/>
                </a:lnTo>
                <a:lnTo>
                  <a:pt x="0" y="1619164"/>
                </a:lnTo>
                <a:lnTo>
                  <a:pt x="0" y="1598666"/>
                </a:lnTo>
                <a:lnTo>
                  <a:pt x="0" y="1578169"/>
                </a:lnTo>
                <a:lnTo>
                  <a:pt x="0" y="1557680"/>
                </a:lnTo>
                <a:lnTo>
                  <a:pt x="0" y="1537183"/>
                </a:lnTo>
                <a:lnTo>
                  <a:pt x="0" y="1516685"/>
                </a:lnTo>
                <a:lnTo>
                  <a:pt x="0" y="1496187"/>
                </a:lnTo>
                <a:lnTo>
                  <a:pt x="0" y="1475689"/>
                </a:lnTo>
                <a:lnTo>
                  <a:pt x="0" y="1455201"/>
                </a:lnTo>
                <a:lnTo>
                  <a:pt x="0" y="1434703"/>
                </a:lnTo>
                <a:lnTo>
                  <a:pt x="0" y="1414205"/>
                </a:lnTo>
                <a:lnTo>
                  <a:pt x="0" y="1393708"/>
                </a:lnTo>
                <a:lnTo>
                  <a:pt x="0" y="1373210"/>
                </a:lnTo>
                <a:lnTo>
                  <a:pt x="0" y="1352721"/>
                </a:lnTo>
                <a:lnTo>
                  <a:pt x="0" y="1332224"/>
                </a:lnTo>
                <a:lnTo>
                  <a:pt x="0" y="1311726"/>
                </a:lnTo>
                <a:lnTo>
                  <a:pt x="0" y="1291228"/>
                </a:lnTo>
                <a:lnTo>
                  <a:pt x="0" y="1270740"/>
                </a:lnTo>
                <a:lnTo>
                  <a:pt x="0" y="1250242"/>
                </a:lnTo>
                <a:lnTo>
                  <a:pt x="0" y="1229744"/>
                </a:lnTo>
                <a:lnTo>
                  <a:pt x="0" y="1209246"/>
                </a:lnTo>
                <a:lnTo>
                  <a:pt x="0" y="1188749"/>
                </a:lnTo>
                <a:lnTo>
                  <a:pt x="0" y="1168260"/>
                </a:lnTo>
                <a:lnTo>
                  <a:pt x="0" y="1147763"/>
                </a:lnTo>
                <a:lnTo>
                  <a:pt x="0" y="1127265"/>
                </a:lnTo>
                <a:lnTo>
                  <a:pt x="0" y="1106767"/>
                </a:lnTo>
                <a:lnTo>
                  <a:pt x="0" y="1086279"/>
                </a:lnTo>
                <a:lnTo>
                  <a:pt x="0" y="1065781"/>
                </a:lnTo>
                <a:lnTo>
                  <a:pt x="0" y="1045283"/>
                </a:lnTo>
                <a:lnTo>
                  <a:pt x="0" y="1024785"/>
                </a:lnTo>
                <a:lnTo>
                  <a:pt x="0" y="1004287"/>
                </a:lnTo>
                <a:lnTo>
                  <a:pt x="0" y="983799"/>
                </a:lnTo>
                <a:lnTo>
                  <a:pt x="0" y="963301"/>
                </a:lnTo>
                <a:lnTo>
                  <a:pt x="0" y="942804"/>
                </a:lnTo>
                <a:lnTo>
                  <a:pt x="0" y="922306"/>
                </a:lnTo>
                <a:lnTo>
                  <a:pt x="0" y="901808"/>
                </a:lnTo>
                <a:lnTo>
                  <a:pt x="0" y="881320"/>
                </a:lnTo>
                <a:lnTo>
                  <a:pt x="0" y="860822"/>
                </a:lnTo>
                <a:lnTo>
                  <a:pt x="0" y="840324"/>
                </a:lnTo>
                <a:lnTo>
                  <a:pt x="0" y="819826"/>
                </a:lnTo>
                <a:lnTo>
                  <a:pt x="0" y="799338"/>
                </a:lnTo>
                <a:lnTo>
                  <a:pt x="0" y="778840"/>
                </a:lnTo>
                <a:lnTo>
                  <a:pt x="0" y="758342"/>
                </a:lnTo>
                <a:lnTo>
                  <a:pt x="0" y="737845"/>
                </a:lnTo>
                <a:lnTo>
                  <a:pt x="0" y="717347"/>
                </a:lnTo>
                <a:lnTo>
                  <a:pt x="0" y="696859"/>
                </a:lnTo>
                <a:lnTo>
                  <a:pt x="0" y="676361"/>
                </a:lnTo>
                <a:lnTo>
                  <a:pt x="0" y="655863"/>
                </a:lnTo>
                <a:lnTo>
                  <a:pt x="0" y="635365"/>
                </a:lnTo>
                <a:lnTo>
                  <a:pt x="0" y="614867"/>
                </a:lnTo>
                <a:lnTo>
                  <a:pt x="0" y="594379"/>
                </a:lnTo>
                <a:lnTo>
                  <a:pt x="0" y="573881"/>
                </a:lnTo>
                <a:lnTo>
                  <a:pt x="0" y="553383"/>
                </a:lnTo>
                <a:lnTo>
                  <a:pt x="0" y="532886"/>
                </a:lnTo>
                <a:lnTo>
                  <a:pt x="0" y="512397"/>
                </a:lnTo>
                <a:lnTo>
                  <a:pt x="0" y="491900"/>
                </a:lnTo>
                <a:lnTo>
                  <a:pt x="0" y="471402"/>
                </a:lnTo>
                <a:lnTo>
                  <a:pt x="0" y="450904"/>
                </a:lnTo>
                <a:lnTo>
                  <a:pt x="0" y="430406"/>
                </a:lnTo>
                <a:lnTo>
                  <a:pt x="0" y="409918"/>
                </a:lnTo>
                <a:lnTo>
                  <a:pt x="0" y="389420"/>
                </a:lnTo>
                <a:lnTo>
                  <a:pt x="0" y="368922"/>
                </a:lnTo>
                <a:lnTo>
                  <a:pt x="0" y="348425"/>
                </a:lnTo>
                <a:lnTo>
                  <a:pt x="0" y="327936"/>
                </a:lnTo>
                <a:lnTo>
                  <a:pt x="0" y="307438"/>
                </a:lnTo>
                <a:lnTo>
                  <a:pt x="0" y="286941"/>
                </a:lnTo>
                <a:lnTo>
                  <a:pt x="0" y="266443"/>
                </a:lnTo>
                <a:lnTo>
                  <a:pt x="0" y="245945"/>
                </a:lnTo>
                <a:lnTo>
                  <a:pt x="0" y="225457"/>
                </a:lnTo>
                <a:lnTo>
                  <a:pt x="0" y="204959"/>
                </a:lnTo>
                <a:lnTo>
                  <a:pt x="0" y="184461"/>
                </a:lnTo>
                <a:lnTo>
                  <a:pt x="0" y="163963"/>
                </a:lnTo>
                <a:lnTo>
                  <a:pt x="0" y="143466"/>
                </a:lnTo>
                <a:lnTo>
                  <a:pt x="0" y="122977"/>
                </a:lnTo>
                <a:lnTo>
                  <a:pt x="0" y="102479"/>
                </a:lnTo>
                <a:lnTo>
                  <a:pt x="0" y="81982"/>
                </a:lnTo>
                <a:lnTo>
                  <a:pt x="0" y="61484"/>
                </a:lnTo>
                <a:lnTo>
                  <a:pt x="0" y="40996"/>
                </a:lnTo>
                <a:lnTo>
                  <a:pt x="0" y="20498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5" name="phase-title-0">
            <a:extLst xmlns:a="http://schemas.openxmlformats.org/drawingml/2006/main">
              <a:ext uri="{FF2B5EF4-FFF2-40B4-BE49-F238E27FC236}">
                <a16:creationId xmlns:a16="http://schemas.microsoft.com/office/drawing/2014/main" id="{98D10881-53EF-4AAE-A11F-57DB21107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2192979"/>
            <a:ext cx="1428750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精准触达</a:t>
            </a:r>
          </a:p>
        </p:txBody>
      </p:sp>
      <p:sp>
        <p:nvSpPr>
          <p:cNvPr id="6" name="phase-body-0">
            <a:extLst xmlns:a="http://schemas.openxmlformats.org/drawingml/2006/main">
              <a:ext uri="{FF2B5EF4-FFF2-40B4-BE49-F238E27FC236}">
                <a16:creationId xmlns:a16="http://schemas.microsoft.com/office/drawing/2014/main" id="{975040E9-7015-4C27-9FDD-FB10E3498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2547195"/>
            <a:ext cx="1428750" cy="587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让目标对象进</a:t>
            </a:r>
          </a:p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入体系</a:t>
            </a:r>
          </a:p>
        </p:txBody>
      </p:sp>
      <p:sp>
        <p:nvSpPr>
          <p:cNvPr id="7" name="action-icon-shell-0-0">
            <a:extLst xmlns:a="http://schemas.openxmlformats.org/drawingml/2006/main">
              <a:ext uri="{FF2B5EF4-FFF2-40B4-BE49-F238E27FC236}">
                <a16:creationId xmlns:a16="http://schemas.microsoft.com/office/drawing/2014/main" id="{D5A76817-D83E-4CB1-B3AF-2D1CD5DDF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2187473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7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ad786ee7ea0478a">
            <a:extLst>
              <a:ext uri="{96DAC541-7B7A-43D3-8B79-37D633B846F1}">
                <asvg:svgBlip xmlns:asvg="http://schemas.microsoft.com/office/drawing/2016/SVG/main" r:embed="R2285c040cc894d3b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2263673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9" name="action-title-0-0">
            <a:extLst xmlns:a="http://schemas.openxmlformats.org/drawingml/2006/main">
              <a:ext uri="{FF2B5EF4-FFF2-40B4-BE49-F238E27FC236}">
                <a16:creationId xmlns:a16="http://schemas.microsoft.com/office/drawing/2014/main" id="{8C679F41-114D-4529-B7DE-22CE74430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126456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标签体系</a:t>
            </a:r>
          </a:p>
        </p:txBody>
      </p:sp>
      <p:sp>
        <p:nvSpPr>
          <p:cNvPr id="10" name="action-body-0-0">
            <a:extLst xmlns:a="http://schemas.openxmlformats.org/drawingml/2006/main">
              <a:ext uri="{FF2B5EF4-FFF2-40B4-BE49-F238E27FC236}">
                <a16:creationId xmlns:a16="http://schemas.microsoft.com/office/drawing/2014/main" id="{7007BB81-2388-4358-82B6-5AFE87CD7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355056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形成可识别对象</a:t>
            </a:r>
          </a:p>
        </p:txBody>
      </p:sp>
      <p:sp>
        <p:nvSpPr>
          <p:cNvPr id="11" name="action-icon-shell-0-1">
            <a:extLst xmlns:a="http://schemas.openxmlformats.org/drawingml/2006/main">
              <a:ext uri="{FF2B5EF4-FFF2-40B4-BE49-F238E27FC236}">
                <a16:creationId xmlns:a16="http://schemas.microsoft.com/office/drawing/2014/main" id="{988F8479-7EDF-44C9-BAED-020605E12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2187473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7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6f63bfeb5194d5d">
            <a:extLst>
              <a:ext uri="{96DAC541-7B7A-43D3-8B79-37D633B846F1}">
                <asvg:svgBlip xmlns:asvg="http://schemas.microsoft.com/office/drawing/2016/SVG/main" r:embed="Rff619b97a5364895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2263673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13" name="action-title-0-1">
            <a:extLst xmlns:a="http://schemas.openxmlformats.org/drawingml/2006/main">
              <a:ext uri="{FF2B5EF4-FFF2-40B4-BE49-F238E27FC236}">
                <a16:creationId xmlns:a16="http://schemas.microsoft.com/office/drawing/2014/main" id="{C48A4E8D-DA85-4397-83FE-EA9B3A2A7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126456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渠道连接</a:t>
            </a:r>
          </a:p>
        </p:txBody>
      </p:sp>
      <p:sp>
        <p:nvSpPr>
          <p:cNvPr id="14" name="action-body-0-1">
            <a:extLst xmlns:a="http://schemas.openxmlformats.org/drawingml/2006/main">
              <a:ext uri="{FF2B5EF4-FFF2-40B4-BE49-F238E27FC236}">
                <a16:creationId xmlns:a16="http://schemas.microsoft.com/office/drawing/2014/main" id="{0989B180-F413-4E01-BAF3-CEEF4EE5D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355056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连接主要触点</a:t>
            </a:r>
          </a:p>
        </p:txBody>
      </p:sp>
      <p:sp>
        <p:nvSpPr>
          <p:cNvPr id="15" name="action-icon-shell-0-2">
            <a:extLst xmlns:a="http://schemas.openxmlformats.org/drawingml/2006/main">
              <a:ext uri="{FF2B5EF4-FFF2-40B4-BE49-F238E27FC236}">
                <a16:creationId xmlns:a16="http://schemas.microsoft.com/office/drawing/2014/main" id="{9DC3154F-8792-491A-AFE6-59681ECB1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2797073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7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7bc5496ce224502">
            <a:extLst>
              <a:ext uri="{96DAC541-7B7A-43D3-8B79-37D633B846F1}">
                <asvg:svgBlip xmlns:asvg="http://schemas.microsoft.com/office/drawing/2016/SVG/main" r:embed="Re1bfe644164c4b0d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2873273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17" name="action-title-0-2">
            <a:extLst xmlns:a="http://schemas.openxmlformats.org/drawingml/2006/main">
              <a:ext uri="{FF2B5EF4-FFF2-40B4-BE49-F238E27FC236}">
                <a16:creationId xmlns:a16="http://schemas.microsoft.com/office/drawing/2014/main" id="{99CFBCDB-65C9-4F16-9FEB-8A2C34997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736056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内容优化</a:t>
            </a:r>
          </a:p>
        </p:txBody>
      </p:sp>
      <p:sp>
        <p:nvSpPr>
          <p:cNvPr id="18" name="action-body-0-2">
            <a:extLst xmlns:a="http://schemas.openxmlformats.org/drawingml/2006/main">
              <a:ext uri="{FF2B5EF4-FFF2-40B4-BE49-F238E27FC236}">
                <a16:creationId xmlns:a16="http://schemas.microsoft.com/office/drawing/2014/main" id="{6827EAF7-2107-4858-91D4-528F1861F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964656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提高触达质量</a:t>
            </a:r>
          </a:p>
        </p:txBody>
      </p:sp>
      <p:sp>
        <p:nvSpPr>
          <p:cNvPr id="19" name="action-icon-shell-0-3">
            <a:extLst xmlns:a="http://schemas.openxmlformats.org/drawingml/2006/main">
              <a:ext uri="{FF2B5EF4-FFF2-40B4-BE49-F238E27FC236}">
                <a16:creationId xmlns:a16="http://schemas.microsoft.com/office/drawing/2014/main" id="{1559BD40-EA8F-4EF3-8CDE-119EA931F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2797073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8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075d6fe89584c1b">
            <a:extLst>
              <a:ext uri="{96DAC541-7B7A-43D3-8B79-37D633B846F1}">
                <asvg:svgBlip xmlns:asvg="http://schemas.microsoft.com/office/drawing/2016/SVG/main" r:embed="R6bf3f7e684e84944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2873273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21" name="action-title-0-3">
            <a:extLst xmlns:a="http://schemas.openxmlformats.org/drawingml/2006/main">
              <a:ext uri="{FF2B5EF4-FFF2-40B4-BE49-F238E27FC236}">
                <a16:creationId xmlns:a16="http://schemas.microsoft.com/office/drawing/2014/main" id="{6A2E97D9-3605-43CC-88EA-A82063D53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736056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行为追踪</a:t>
            </a:r>
          </a:p>
        </p:txBody>
      </p:sp>
      <p:sp>
        <p:nvSpPr>
          <p:cNvPr id="22" name="action-body-0-3">
            <a:extLst xmlns:a="http://schemas.openxmlformats.org/drawingml/2006/main">
              <a:ext uri="{FF2B5EF4-FFF2-40B4-BE49-F238E27FC236}">
                <a16:creationId xmlns:a16="http://schemas.microsoft.com/office/drawing/2014/main" id="{467F7FC3-FAEC-48B4-9103-540CD1041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964656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记录关键反馈</a:t>
            </a:r>
          </a:p>
        </p:txBody>
      </p:sp>
      <p:sp>
        <p:nvSpPr>
          <p:cNvPr id="23" name="phase-rail-1">
            <a:extLst xmlns:a="http://schemas.openxmlformats.org/drawingml/2006/main">
              <a:ext uri="{FF2B5EF4-FFF2-40B4-BE49-F238E27FC236}">
                <a16:creationId xmlns:a16="http://schemas.microsoft.com/office/drawing/2014/main" id="{B134796C-E692-4FD3-8502-03B72AA81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3689299"/>
            <a:ext cx="514350" cy="1212590"/>
          </a:xfrm>
          <a:custGeom xmlns:a="http://schemas.openxmlformats.org/drawingml/2006/main">
            <a:pathLst>
              <a:path w="514350" h="1212590">
                <a:moveTo>
                  <a:pt x="0" y="0"/>
                </a:moveTo>
                <a:lnTo>
                  <a:pt x="16564" y="9201"/>
                </a:lnTo>
                <a:lnTo>
                  <a:pt x="33137" y="18412"/>
                </a:lnTo>
                <a:lnTo>
                  <a:pt x="49701" y="27613"/>
                </a:lnTo>
                <a:lnTo>
                  <a:pt x="66275" y="36814"/>
                </a:lnTo>
                <a:lnTo>
                  <a:pt x="82839" y="46015"/>
                </a:lnTo>
                <a:lnTo>
                  <a:pt x="99403" y="55226"/>
                </a:lnTo>
                <a:lnTo>
                  <a:pt x="115976" y="64427"/>
                </a:lnTo>
                <a:lnTo>
                  <a:pt x="132540" y="73628"/>
                </a:lnTo>
                <a:lnTo>
                  <a:pt x="149114" y="82839"/>
                </a:lnTo>
                <a:lnTo>
                  <a:pt x="165678" y="92040"/>
                </a:lnTo>
                <a:lnTo>
                  <a:pt x="182242" y="101241"/>
                </a:lnTo>
                <a:lnTo>
                  <a:pt x="198815" y="110442"/>
                </a:lnTo>
                <a:lnTo>
                  <a:pt x="215379" y="119653"/>
                </a:lnTo>
                <a:lnTo>
                  <a:pt x="231953" y="128854"/>
                </a:lnTo>
                <a:lnTo>
                  <a:pt x="248517" y="138055"/>
                </a:lnTo>
                <a:lnTo>
                  <a:pt x="265081" y="138474"/>
                </a:lnTo>
                <a:lnTo>
                  <a:pt x="281654" y="129273"/>
                </a:lnTo>
                <a:lnTo>
                  <a:pt x="298218" y="120072"/>
                </a:lnTo>
                <a:lnTo>
                  <a:pt x="314782" y="110861"/>
                </a:lnTo>
                <a:lnTo>
                  <a:pt x="331356" y="101660"/>
                </a:lnTo>
                <a:lnTo>
                  <a:pt x="347920" y="92459"/>
                </a:lnTo>
                <a:lnTo>
                  <a:pt x="364493" y="83249"/>
                </a:lnTo>
                <a:lnTo>
                  <a:pt x="381057" y="74047"/>
                </a:lnTo>
                <a:lnTo>
                  <a:pt x="397621" y="64846"/>
                </a:lnTo>
                <a:lnTo>
                  <a:pt x="414195" y="55645"/>
                </a:lnTo>
                <a:lnTo>
                  <a:pt x="430759" y="46434"/>
                </a:lnTo>
                <a:lnTo>
                  <a:pt x="447332" y="37233"/>
                </a:lnTo>
                <a:lnTo>
                  <a:pt x="463896" y="28032"/>
                </a:lnTo>
                <a:lnTo>
                  <a:pt x="480460" y="18821"/>
                </a:lnTo>
                <a:lnTo>
                  <a:pt x="497034" y="9620"/>
                </a:lnTo>
                <a:lnTo>
                  <a:pt x="513598" y="419"/>
                </a:lnTo>
                <a:lnTo>
                  <a:pt x="514350" y="18098"/>
                </a:lnTo>
                <a:lnTo>
                  <a:pt x="514350" y="37043"/>
                </a:lnTo>
                <a:lnTo>
                  <a:pt x="514350" y="55997"/>
                </a:lnTo>
                <a:lnTo>
                  <a:pt x="514350" y="74952"/>
                </a:lnTo>
                <a:lnTo>
                  <a:pt x="514350" y="93897"/>
                </a:lnTo>
                <a:lnTo>
                  <a:pt x="514350" y="112852"/>
                </a:lnTo>
                <a:lnTo>
                  <a:pt x="514350" y="131807"/>
                </a:lnTo>
                <a:lnTo>
                  <a:pt x="514350" y="150762"/>
                </a:lnTo>
                <a:lnTo>
                  <a:pt x="514350" y="169707"/>
                </a:lnTo>
                <a:lnTo>
                  <a:pt x="514350" y="188662"/>
                </a:lnTo>
                <a:lnTo>
                  <a:pt x="514350" y="207616"/>
                </a:lnTo>
                <a:lnTo>
                  <a:pt x="514350" y="226562"/>
                </a:lnTo>
                <a:lnTo>
                  <a:pt x="514350" y="245516"/>
                </a:lnTo>
                <a:lnTo>
                  <a:pt x="514350" y="264471"/>
                </a:lnTo>
                <a:lnTo>
                  <a:pt x="514350" y="283426"/>
                </a:lnTo>
                <a:lnTo>
                  <a:pt x="514350" y="302371"/>
                </a:lnTo>
                <a:lnTo>
                  <a:pt x="514350" y="321326"/>
                </a:lnTo>
                <a:lnTo>
                  <a:pt x="514350" y="340281"/>
                </a:lnTo>
                <a:lnTo>
                  <a:pt x="514350" y="359226"/>
                </a:lnTo>
                <a:lnTo>
                  <a:pt x="514350" y="378181"/>
                </a:lnTo>
                <a:lnTo>
                  <a:pt x="514350" y="397135"/>
                </a:lnTo>
                <a:lnTo>
                  <a:pt x="514350" y="416090"/>
                </a:lnTo>
                <a:lnTo>
                  <a:pt x="514350" y="435035"/>
                </a:lnTo>
                <a:lnTo>
                  <a:pt x="514350" y="453990"/>
                </a:lnTo>
                <a:lnTo>
                  <a:pt x="514350" y="472945"/>
                </a:lnTo>
                <a:lnTo>
                  <a:pt x="514350" y="491890"/>
                </a:lnTo>
                <a:lnTo>
                  <a:pt x="514350" y="510845"/>
                </a:lnTo>
                <a:lnTo>
                  <a:pt x="514350" y="529800"/>
                </a:lnTo>
                <a:lnTo>
                  <a:pt x="514350" y="548754"/>
                </a:lnTo>
                <a:lnTo>
                  <a:pt x="514350" y="567700"/>
                </a:lnTo>
                <a:lnTo>
                  <a:pt x="514350" y="586654"/>
                </a:lnTo>
                <a:lnTo>
                  <a:pt x="514350" y="605609"/>
                </a:lnTo>
                <a:lnTo>
                  <a:pt x="514350" y="624554"/>
                </a:lnTo>
                <a:lnTo>
                  <a:pt x="514350" y="643509"/>
                </a:lnTo>
                <a:lnTo>
                  <a:pt x="514350" y="662464"/>
                </a:lnTo>
                <a:lnTo>
                  <a:pt x="514350" y="681419"/>
                </a:lnTo>
                <a:lnTo>
                  <a:pt x="514350" y="700364"/>
                </a:lnTo>
                <a:lnTo>
                  <a:pt x="514350" y="719318"/>
                </a:lnTo>
                <a:lnTo>
                  <a:pt x="514350" y="738273"/>
                </a:lnTo>
                <a:lnTo>
                  <a:pt x="514350" y="757218"/>
                </a:lnTo>
                <a:lnTo>
                  <a:pt x="514350" y="776173"/>
                </a:lnTo>
                <a:lnTo>
                  <a:pt x="514350" y="795128"/>
                </a:lnTo>
                <a:lnTo>
                  <a:pt x="514350" y="814083"/>
                </a:lnTo>
                <a:lnTo>
                  <a:pt x="514350" y="833028"/>
                </a:lnTo>
                <a:lnTo>
                  <a:pt x="514350" y="851983"/>
                </a:lnTo>
                <a:lnTo>
                  <a:pt x="514350" y="870937"/>
                </a:lnTo>
                <a:lnTo>
                  <a:pt x="514350" y="889883"/>
                </a:lnTo>
                <a:lnTo>
                  <a:pt x="514350" y="908837"/>
                </a:lnTo>
                <a:lnTo>
                  <a:pt x="514350" y="927792"/>
                </a:lnTo>
                <a:lnTo>
                  <a:pt x="514350" y="946747"/>
                </a:lnTo>
                <a:lnTo>
                  <a:pt x="514350" y="965692"/>
                </a:lnTo>
                <a:lnTo>
                  <a:pt x="514350" y="984647"/>
                </a:lnTo>
                <a:lnTo>
                  <a:pt x="514350" y="1003602"/>
                </a:lnTo>
                <a:lnTo>
                  <a:pt x="514350" y="1022547"/>
                </a:lnTo>
                <a:lnTo>
                  <a:pt x="514350" y="1041502"/>
                </a:lnTo>
                <a:lnTo>
                  <a:pt x="514350" y="1060456"/>
                </a:lnTo>
                <a:lnTo>
                  <a:pt x="506063" y="1074534"/>
                </a:lnTo>
                <a:lnTo>
                  <a:pt x="489499" y="1083735"/>
                </a:lnTo>
                <a:lnTo>
                  <a:pt x="472935" y="1092937"/>
                </a:lnTo>
                <a:lnTo>
                  <a:pt x="456362" y="1102147"/>
                </a:lnTo>
                <a:lnTo>
                  <a:pt x="439798" y="1111348"/>
                </a:lnTo>
                <a:lnTo>
                  <a:pt x="423224" y="1120550"/>
                </a:lnTo>
                <a:lnTo>
                  <a:pt x="406660" y="1129760"/>
                </a:lnTo>
                <a:lnTo>
                  <a:pt x="390096" y="1138961"/>
                </a:lnTo>
                <a:lnTo>
                  <a:pt x="373523" y="1148163"/>
                </a:lnTo>
                <a:lnTo>
                  <a:pt x="356959" y="1157373"/>
                </a:lnTo>
                <a:lnTo>
                  <a:pt x="340385" y="1166574"/>
                </a:lnTo>
                <a:lnTo>
                  <a:pt x="323821" y="1175776"/>
                </a:lnTo>
                <a:lnTo>
                  <a:pt x="307257" y="1184977"/>
                </a:lnTo>
                <a:lnTo>
                  <a:pt x="290684" y="1194187"/>
                </a:lnTo>
                <a:lnTo>
                  <a:pt x="274120" y="1203389"/>
                </a:lnTo>
                <a:lnTo>
                  <a:pt x="257546" y="1212590"/>
                </a:lnTo>
                <a:lnTo>
                  <a:pt x="240983" y="1203808"/>
                </a:lnTo>
                <a:lnTo>
                  <a:pt x="224419" y="1194597"/>
                </a:lnTo>
                <a:lnTo>
                  <a:pt x="207845" y="1185396"/>
                </a:lnTo>
                <a:lnTo>
                  <a:pt x="191281" y="1176195"/>
                </a:lnTo>
                <a:lnTo>
                  <a:pt x="174708" y="1166993"/>
                </a:lnTo>
                <a:lnTo>
                  <a:pt x="158144" y="1157783"/>
                </a:lnTo>
                <a:lnTo>
                  <a:pt x="141580" y="1148582"/>
                </a:lnTo>
                <a:lnTo>
                  <a:pt x="125006" y="1139381"/>
                </a:lnTo>
                <a:lnTo>
                  <a:pt x="108442" y="1130170"/>
                </a:lnTo>
                <a:lnTo>
                  <a:pt x="91869" y="1120969"/>
                </a:lnTo>
                <a:lnTo>
                  <a:pt x="75305" y="1111768"/>
                </a:lnTo>
                <a:lnTo>
                  <a:pt x="58741" y="1102566"/>
                </a:lnTo>
                <a:lnTo>
                  <a:pt x="42167" y="1093356"/>
                </a:lnTo>
                <a:lnTo>
                  <a:pt x="25603" y="1084155"/>
                </a:lnTo>
                <a:lnTo>
                  <a:pt x="9030" y="1074953"/>
                </a:lnTo>
                <a:lnTo>
                  <a:pt x="0" y="1061314"/>
                </a:lnTo>
                <a:lnTo>
                  <a:pt x="0" y="1042359"/>
                </a:lnTo>
                <a:lnTo>
                  <a:pt x="0" y="1023414"/>
                </a:lnTo>
                <a:lnTo>
                  <a:pt x="0" y="1004459"/>
                </a:lnTo>
                <a:lnTo>
                  <a:pt x="0" y="985504"/>
                </a:lnTo>
                <a:lnTo>
                  <a:pt x="0" y="966549"/>
                </a:lnTo>
                <a:lnTo>
                  <a:pt x="0" y="947604"/>
                </a:lnTo>
                <a:lnTo>
                  <a:pt x="0" y="928649"/>
                </a:lnTo>
                <a:lnTo>
                  <a:pt x="0" y="909695"/>
                </a:lnTo>
                <a:lnTo>
                  <a:pt x="0" y="890749"/>
                </a:lnTo>
                <a:lnTo>
                  <a:pt x="0" y="871795"/>
                </a:lnTo>
                <a:lnTo>
                  <a:pt x="0" y="852840"/>
                </a:lnTo>
                <a:lnTo>
                  <a:pt x="0" y="833885"/>
                </a:lnTo>
                <a:lnTo>
                  <a:pt x="0" y="814940"/>
                </a:lnTo>
                <a:lnTo>
                  <a:pt x="0" y="795985"/>
                </a:lnTo>
                <a:lnTo>
                  <a:pt x="0" y="777030"/>
                </a:lnTo>
                <a:lnTo>
                  <a:pt x="0" y="758085"/>
                </a:lnTo>
                <a:lnTo>
                  <a:pt x="0" y="739130"/>
                </a:lnTo>
                <a:lnTo>
                  <a:pt x="0" y="720176"/>
                </a:lnTo>
                <a:lnTo>
                  <a:pt x="0" y="701221"/>
                </a:lnTo>
                <a:lnTo>
                  <a:pt x="0" y="682276"/>
                </a:lnTo>
                <a:lnTo>
                  <a:pt x="0" y="663321"/>
                </a:lnTo>
                <a:lnTo>
                  <a:pt x="0" y="644366"/>
                </a:lnTo>
                <a:lnTo>
                  <a:pt x="0" y="625421"/>
                </a:lnTo>
                <a:lnTo>
                  <a:pt x="0" y="606466"/>
                </a:lnTo>
                <a:lnTo>
                  <a:pt x="0" y="587512"/>
                </a:lnTo>
                <a:lnTo>
                  <a:pt x="0" y="568557"/>
                </a:lnTo>
                <a:lnTo>
                  <a:pt x="0" y="549612"/>
                </a:lnTo>
                <a:lnTo>
                  <a:pt x="0" y="530657"/>
                </a:lnTo>
                <a:lnTo>
                  <a:pt x="0" y="511702"/>
                </a:lnTo>
                <a:lnTo>
                  <a:pt x="0" y="492757"/>
                </a:lnTo>
                <a:lnTo>
                  <a:pt x="0" y="473802"/>
                </a:lnTo>
                <a:lnTo>
                  <a:pt x="0" y="454847"/>
                </a:lnTo>
                <a:lnTo>
                  <a:pt x="0" y="435893"/>
                </a:lnTo>
                <a:lnTo>
                  <a:pt x="0" y="416947"/>
                </a:lnTo>
                <a:lnTo>
                  <a:pt x="0" y="397993"/>
                </a:lnTo>
                <a:lnTo>
                  <a:pt x="0" y="379038"/>
                </a:lnTo>
                <a:lnTo>
                  <a:pt x="0" y="360093"/>
                </a:lnTo>
                <a:lnTo>
                  <a:pt x="0" y="341138"/>
                </a:lnTo>
                <a:lnTo>
                  <a:pt x="0" y="322183"/>
                </a:lnTo>
                <a:lnTo>
                  <a:pt x="0" y="303228"/>
                </a:lnTo>
                <a:lnTo>
                  <a:pt x="0" y="284283"/>
                </a:lnTo>
                <a:lnTo>
                  <a:pt x="0" y="265328"/>
                </a:lnTo>
                <a:lnTo>
                  <a:pt x="0" y="246374"/>
                </a:lnTo>
                <a:lnTo>
                  <a:pt x="0" y="227428"/>
                </a:lnTo>
                <a:lnTo>
                  <a:pt x="0" y="208474"/>
                </a:lnTo>
                <a:lnTo>
                  <a:pt x="0" y="189519"/>
                </a:lnTo>
                <a:lnTo>
                  <a:pt x="0" y="170564"/>
                </a:lnTo>
                <a:lnTo>
                  <a:pt x="0" y="151619"/>
                </a:lnTo>
                <a:lnTo>
                  <a:pt x="0" y="132664"/>
                </a:lnTo>
                <a:lnTo>
                  <a:pt x="0" y="113709"/>
                </a:lnTo>
                <a:lnTo>
                  <a:pt x="0" y="94764"/>
                </a:lnTo>
                <a:lnTo>
                  <a:pt x="0" y="75809"/>
                </a:lnTo>
                <a:lnTo>
                  <a:pt x="0" y="56855"/>
                </a:lnTo>
                <a:lnTo>
                  <a:pt x="0" y="37900"/>
                </a:lnTo>
                <a:lnTo>
                  <a:pt x="0" y="18955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24" name="phase-title-1">
            <a:extLst xmlns:a="http://schemas.openxmlformats.org/drawingml/2006/main">
              <a:ext uri="{FF2B5EF4-FFF2-40B4-BE49-F238E27FC236}">
                <a16:creationId xmlns:a16="http://schemas.microsoft.com/office/drawing/2014/main" id="{F1AA8E66-1330-459A-A74E-7DE94F0C0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3824888"/>
            <a:ext cx="1428750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意向培育</a:t>
            </a:r>
          </a:p>
        </p:txBody>
      </p:sp>
      <p:sp>
        <p:nvSpPr>
          <p:cNvPr id="25" name="phase-body-1">
            <a:extLst xmlns:a="http://schemas.openxmlformats.org/drawingml/2006/main">
              <a:ext uri="{FF2B5EF4-FFF2-40B4-BE49-F238E27FC236}">
                <a16:creationId xmlns:a16="http://schemas.microsoft.com/office/drawing/2014/main" id="{8F23231B-3BC6-4C73-81C6-6F0967673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4179094"/>
            <a:ext cx="1428750" cy="587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让有效关注形</a:t>
            </a:r>
          </a:p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成意向</a:t>
            </a:r>
          </a:p>
        </p:txBody>
      </p:sp>
      <p:sp>
        <p:nvSpPr>
          <p:cNvPr id="26" name="action-icon-shell-1-0">
            <a:extLst xmlns:a="http://schemas.openxmlformats.org/drawingml/2006/main">
              <a:ext uri="{FF2B5EF4-FFF2-40B4-BE49-F238E27FC236}">
                <a16:creationId xmlns:a16="http://schemas.microsoft.com/office/drawing/2014/main" id="{D77F9EE1-3310-4B4B-8274-7A0F7DF03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4124173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9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7082fe340c04821">
            <a:extLst>
              <a:ext uri="{96DAC541-7B7A-43D3-8B79-37D633B846F1}">
                <asvg:svgBlip xmlns:asvg="http://schemas.microsoft.com/office/drawing/2016/SVG/main" r:embed="R452814b6a5714a5c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4200373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28" name="action-title-1-0">
            <a:extLst xmlns:a="http://schemas.openxmlformats.org/drawingml/2006/main">
              <a:ext uri="{FF2B5EF4-FFF2-40B4-BE49-F238E27FC236}">
                <a16:creationId xmlns:a16="http://schemas.microsoft.com/office/drawing/2014/main" id="{BF3CE6F5-F433-44FB-AF02-6BA4A0D1C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4063155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规则触发</a:t>
            </a:r>
          </a:p>
        </p:txBody>
      </p:sp>
      <p:sp>
        <p:nvSpPr>
          <p:cNvPr id="29" name="action-body-1-0">
            <a:extLst xmlns:a="http://schemas.openxmlformats.org/drawingml/2006/main">
              <a:ext uri="{FF2B5EF4-FFF2-40B4-BE49-F238E27FC236}">
                <a16:creationId xmlns:a16="http://schemas.microsoft.com/office/drawing/2014/main" id="{B873C75F-B94B-40EE-B769-89D1A68E4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4291755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自动下发任务</a:t>
            </a:r>
          </a:p>
        </p:txBody>
      </p:sp>
      <p:sp>
        <p:nvSpPr>
          <p:cNvPr id="30" name="action-icon-shell-1-1">
            <a:extLst xmlns:a="http://schemas.openxmlformats.org/drawingml/2006/main">
              <a:ext uri="{FF2B5EF4-FFF2-40B4-BE49-F238E27FC236}">
                <a16:creationId xmlns:a16="http://schemas.microsoft.com/office/drawing/2014/main" id="{6322F739-54FF-4787-9965-126EFA4A7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4124173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9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2912737c04444f1">
            <a:extLst>
              <a:ext uri="{96DAC541-7B7A-43D3-8B79-37D633B846F1}">
                <asvg:svgBlip xmlns:asvg="http://schemas.microsoft.com/office/drawing/2016/SVG/main" r:embed="Rf3753333ef0e4b5b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4200373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32" name="action-title-1-1">
            <a:extLst xmlns:a="http://schemas.openxmlformats.org/drawingml/2006/main">
              <a:ext uri="{FF2B5EF4-FFF2-40B4-BE49-F238E27FC236}">
                <a16:creationId xmlns:a16="http://schemas.microsoft.com/office/drawing/2014/main" id="{A898506A-482D-4364-B241-D1753CD85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4063155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热度评估</a:t>
            </a:r>
          </a:p>
        </p:txBody>
      </p:sp>
      <p:sp>
        <p:nvSpPr>
          <p:cNvPr id="33" name="action-body-1-1">
            <a:extLst xmlns:a="http://schemas.openxmlformats.org/drawingml/2006/main">
              <a:ext uri="{FF2B5EF4-FFF2-40B4-BE49-F238E27FC236}">
                <a16:creationId xmlns:a16="http://schemas.microsoft.com/office/drawing/2014/main" id="{C0278277-CED6-44E3-B8BD-93156149F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4291755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识别优先对象</a:t>
            </a:r>
          </a:p>
        </p:txBody>
      </p:sp>
      <p:sp>
        <p:nvSpPr>
          <p:cNvPr id="34" name="phase-rail-2">
            <a:extLst xmlns:a="http://schemas.openxmlformats.org/drawingml/2006/main">
              <a:ext uri="{FF2B5EF4-FFF2-40B4-BE49-F238E27FC236}">
                <a16:creationId xmlns:a16="http://schemas.microsoft.com/office/drawing/2014/main" id="{A771179B-B3FC-4DC0-9CEC-010BB0481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4902098"/>
            <a:ext cx="514350" cy="1307878"/>
          </a:xfrm>
          <a:custGeom xmlns:a="http://schemas.openxmlformats.org/drawingml/2006/main">
            <a:pathLst>
              <a:path w="514350" h="1307878">
                <a:moveTo>
                  <a:pt x="0" y="0"/>
                </a:moveTo>
                <a:lnTo>
                  <a:pt x="16574" y="9211"/>
                </a:lnTo>
                <a:lnTo>
                  <a:pt x="33147" y="18412"/>
                </a:lnTo>
                <a:lnTo>
                  <a:pt x="49721" y="27623"/>
                </a:lnTo>
                <a:lnTo>
                  <a:pt x="66294" y="36824"/>
                </a:lnTo>
                <a:lnTo>
                  <a:pt x="82858" y="46034"/>
                </a:lnTo>
                <a:lnTo>
                  <a:pt x="99431" y="55235"/>
                </a:lnTo>
                <a:lnTo>
                  <a:pt x="116005" y="64446"/>
                </a:lnTo>
                <a:lnTo>
                  <a:pt x="132578" y="73647"/>
                </a:lnTo>
                <a:lnTo>
                  <a:pt x="149152" y="82858"/>
                </a:lnTo>
                <a:lnTo>
                  <a:pt x="165725" y="92069"/>
                </a:lnTo>
                <a:lnTo>
                  <a:pt x="182299" y="101270"/>
                </a:lnTo>
                <a:lnTo>
                  <a:pt x="198872" y="110480"/>
                </a:lnTo>
                <a:lnTo>
                  <a:pt x="215436" y="119682"/>
                </a:lnTo>
                <a:lnTo>
                  <a:pt x="232010" y="128892"/>
                </a:lnTo>
                <a:lnTo>
                  <a:pt x="248583" y="138093"/>
                </a:lnTo>
                <a:lnTo>
                  <a:pt x="265157" y="138436"/>
                </a:lnTo>
                <a:lnTo>
                  <a:pt x="281730" y="129226"/>
                </a:lnTo>
                <a:lnTo>
                  <a:pt x="298304" y="120025"/>
                </a:lnTo>
                <a:lnTo>
                  <a:pt x="314877" y="110814"/>
                </a:lnTo>
                <a:lnTo>
                  <a:pt x="331451" y="101613"/>
                </a:lnTo>
                <a:lnTo>
                  <a:pt x="348015" y="92402"/>
                </a:lnTo>
                <a:lnTo>
                  <a:pt x="364588" y="83201"/>
                </a:lnTo>
                <a:lnTo>
                  <a:pt x="381162" y="73990"/>
                </a:lnTo>
                <a:lnTo>
                  <a:pt x="397735" y="64780"/>
                </a:lnTo>
                <a:lnTo>
                  <a:pt x="414309" y="55578"/>
                </a:lnTo>
                <a:lnTo>
                  <a:pt x="430882" y="46368"/>
                </a:lnTo>
                <a:lnTo>
                  <a:pt x="447456" y="37167"/>
                </a:lnTo>
                <a:lnTo>
                  <a:pt x="464029" y="27956"/>
                </a:lnTo>
                <a:lnTo>
                  <a:pt x="480593" y="18755"/>
                </a:lnTo>
                <a:lnTo>
                  <a:pt x="497167" y="9544"/>
                </a:lnTo>
                <a:lnTo>
                  <a:pt x="513740" y="333"/>
                </a:lnTo>
                <a:lnTo>
                  <a:pt x="514350" y="18259"/>
                </a:lnTo>
                <a:lnTo>
                  <a:pt x="514350" y="37224"/>
                </a:lnTo>
                <a:lnTo>
                  <a:pt x="514350" y="56178"/>
                </a:lnTo>
                <a:lnTo>
                  <a:pt x="514350" y="75133"/>
                </a:lnTo>
                <a:lnTo>
                  <a:pt x="514350" y="94088"/>
                </a:lnTo>
                <a:lnTo>
                  <a:pt x="514350" y="113052"/>
                </a:lnTo>
                <a:lnTo>
                  <a:pt x="514350" y="132007"/>
                </a:lnTo>
                <a:lnTo>
                  <a:pt x="514350" y="150962"/>
                </a:lnTo>
                <a:lnTo>
                  <a:pt x="514350" y="169916"/>
                </a:lnTo>
                <a:lnTo>
                  <a:pt x="514350" y="188881"/>
                </a:lnTo>
                <a:lnTo>
                  <a:pt x="514350" y="207836"/>
                </a:lnTo>
                <a:lnTo>
                  <a:pt x="514350" y="226790"/>
                </a:lnTo>
                <a:lnTo>
                  <a:pt x="514350" y="245755"/>
                </a:lnTo>
                <a:lnTo>
                  <a:pt x="514350" y="264709"/>
                </a:lnTo>
                <a:lnTo>
                  <a:pt x="514350" y="283664"/>
                </a:lnTo>
                <a:lnTo>
                  <a:pt x="514350" y="302619"/>
                </a:lnTo>
                <a:lnTo>
                  <a:pt x="514350" y="321583"/>
                </a:lnTo>
                <a:lnTo>
                  <a:pt x="514350" y="340538"/>
                </a:lnTo>
                <a:lnTo>
                  <a:pt x="514350" y="359493"/>
                </a:lnTo>
                <a:lnTo>
                  <a:pt x="514350" y="378447"/>
                </a:lnTo>
                <a:lnTo>
                  <a:pt x="514350" y="397412"/>
                </a:lnTo>
                <a:lnTo>
                  <a:pt x="514350" y="416366"/>
                </a:lnTo>
                <a:lnTo>
                  <a:pt x="514350" y="435321"/>
                </a:lnTo>
                <a:lnTo>
                  <a:pt x="514350" y="454285"/>
                </a:lnTo>
                <a:lnTo>
                  <a:pt x="514350" y="473240"/>
                </a:lnTo>
                <a:lnTo>
                  <a:pt x="514350" y="492195"/>
                </a:lnTo>
                <a:lnTo>
                  <a:pt x="514350" y="511150"/>
                </a:lnTo>
                <a:lnTo>
                  <a:pt x="514350" y="530114"/>
                </a:lnTo>
                <a:lnTo>
                  <a:pt x="514350" y="549069"/>
                </a:lnTo>
                <a:lnTo>
                  <a:pt x="514350" y="568023"/>
                </a:lnTo>
                <a:lnTo>
                  <a:pt x="514350" y="586978"/>
                </a:lnTo>
                <a:lnTo>
                  <a:pt x="514350" y="605942"/>
                </a:lnTo>
                <a:lnTo>
                  <a:pt x="514350" y="624897"/>
                </a:lnTo>
                <a:lnTo>
                  <a:pt x="514350" y="643852"/>
                </a:lnTo>
                <a:lnTo>
                  <a:pt x="514350" y="662807"/>
                </a:lnTo>
                <a:lnTo>
                  <a:pt x="514350" y="681771"/>
                </a:lnTo>
                <a:lnTo>
                  <a:pt x="514350" y="700726"/>
                </a:lnTo>
                <a:lnTo>
                  <a:pt x="514350" y="719680"/>
                </a:lnTo>
                <a:lnTo>
                  <a:pt x="514350" y="738645"/>
                </a:lnTo>
                <a:lnTo>
                  <a:pt x="514350" y="757599"/>
                </a:lnTo>
                <a:lnTo>
                  <a:pt x="514350" y="776554"/>
                </a:lnTo>
                <a:lnTo>
                  <a:pt x="514350" y="795509"/>
                </a:lnTo>
                <a:lnTo>
                  <a:pt x="514350" y="814473"/>
                </a:lnTo>
                <a:lnTo>
                  <a:pt x="514350" y="833428"/>
                </a:lnTo>
                <a:lnTo>
                  <a:pt x="514350" y="852383"/>
                </a:lnTo>
                <a:lnTo>
                  <a:pt x="514350" y="871337"/>
                </a:lnTo>
                <a:lnTo>
                  <a:pt x="514350" y="890302"/>
                </a:lnTo>
                <a:lnTo>
                  <a:pt x="514350" y="909256"/>
                </a:lnTo>
                <a:lnTo>
                  <a:pt x="514350" y="928211"/>
                </a:lnTo>
                <a:lnTo>
                  <a:pt x="514350" y="947176"/>
                </a:lnTo>
                <a:lnTo>
                  <a:pt x="514350" y="966130"/>
                </a:lnTo>
                <a:lnTo>
                  <a:pt x="514350" y="985085"/>
                </a:lnTo>
                <a:lnTo>
                  <a:pt x="514350" y="1004040"/>
                </a:lnTo>
                <a:lnTo>
                  <a:pt x="514350" y="1023004"/>
                </a:lnTo>
                <a:lnTo>
                  <a:pt x="514350" y="1041959"/>
                </a:lnTo>
                <a:lnTo>
                  <a:pt x="514350" y="1060914"/>
                </a:lnTo>
                <a:lnTo>
                  <a:pt x="514350" y="1079868"/>
                </a:lnTo>
                <a:lnTo>
                  <a:pt x="514350" y="1098833"/>
                </a:lnTo>
                <a:lnTo>
                  <a:pt x="514350" y="1117787"/>
                </a:lnTo>
                <a:lnTo>
                  <a:pt x="514350" y="1136742"/>
                </a:lnTo>
                <a:lnTo>
                  <a:pt x="514350" y="1155706"/>
                </a:lnTo>
                <a:lnTo>
                  <a:pt x="506063" y="1169784"/>
                </a:lnTo>
                <a:lnTo>
                  <a:pt x="489490" y="1178995"/>
                </a:lnTo>
                <a:lnTo>
                  <a:pt x="472916" y="1188196"/>
                </a:lnTo>
                <a:lnTo>
                  <a:pt x="456343" y="1197407"/>
                </a:lnTo>
                <a:lnTo>
                  <a:pt x="439779" y="1206608"/>
                </a:lnTo>
                <a:lnTo>
                  <a:pt x="423205" y="1215819"/>
                </a:lnTo>
                <a:lnTo>
                  <a:pt x="406632" y="1225020"/>
                </a:lnTo>
                <a:lnTo>
                  <a:pt x="390058" y="1234230"/>
                </a:lnTo>
                <a:lnTo>
                  <a:pt x="373485" y="1243432"/>
                </a:lnTo>
                <a:lnTo>
                  <a:pt x="356911" y="1252642"/>
                </a:lnTo>
                <a:lnTo>
                  <a:pt x="340338" y="1261853"/>
                </a:lnTo>
                <a:lnTo>
                  <a:pt x="323764" y="1271054"/>
                </a:lnTo>
                <a:lnTo>
                  <a:pt x="307200" y="1280265"/>
                </a:lnTo>
                <a:lnTo>
                  <a:pt x="290627" y="1289466"/>
                </a:lnTo>
                <a:lnTo>
                  <a:pt x="274053" y="1298677"/>
                </a:lnTo>
                <a:lnTo>
                  <a:pt x="257480" y="1307878"/>
                </a:lnTo>
                <a:lnTo>
                  <a:pt x="240906" y="1299010"/>
                </a:lnTo>
                <a:lnTo>
                  <a:pt x="224333" y="1289809"/>
                </a:lnTo>
                <a:lnTo>
                  <a:pt x="207759" y="1280598"/>
                </a:lnTo>
                <a:lnTo>
                  <a:pt x="191186" y="1271397"/>
                </a:lnTo>
                <a:lnTo>
                  <a:pt x="174622" y="1262186"/>
                </a:lnTo>
                <a:lnTo>
                  <a:pt x="158048" y="1252976"/>
                </a:lnTo>
                <a:lnTo>
                  <a:pt x="141475" y="1243775"/>
                </a:lnTo>
                <a:lnTo>
                  <a:pt x="124901" y="1234564"/>
                </a:lnTo>
                <a:lnTo>
                  <a:pt x="108328" y="1225363"/>
                </a:lnTo>
                <a:lnTo>
                  <a:pt x="91754" y="1216152"/>
                </a:lnTo>
                <a:lnTo>
                  <a:pt x="75181" y="1206951"/>
                </a:lnTo>
                <a:lnTo>
                  <a:pt x="58607" y="1197740"/>
                </a:lnTo>
                <a:lnTo>
                  <a:pt x="42043" y="1188539"/>
                </a:lnTo>
                <a:lnTo>
                  <a:pt x="25470" y="1179328"/>
                </a:lnTo>
                <a:lnTo>
                  <a:pt x="8896" y="1170118"/>
                </a:lnTo>
                <a:lnTo>
                  <a:pt x="0" y="1156402"/>
                </a:lnTo>
                <a:lnTo>
                  <a:pt x="0" y="1137437"/>
                </a:lnTo>
                <a:lnTo>
                  <a:pt x="0" y="1118483"/>
                </a:lnTo>
                <a:lnTo>
                  <a:pt x="0" y="1099528"/>
                </a:lnTo>
                <a:lnTo>
                  <a:pt x="0" y="1080564"/>
                </a:lnTo>
                <a:lnTo>
                  <a:pt x="0" y="1061609"/>
                </a:lnTo>
                <a:lnTo>
                  <a:pt x="0" y="1042654"/>
                </a:lnTo>
                <a:lnTo>
                  <a:pt x="0" y="1023699"/>
                </a:lnTo>
                <a:lnTo>
                  <a:pt x="0" y="1004735"/>
                </a:lnTo>
                <a:lnTo>
                  <a:pt x="0" y="985780"/>
                </a:lnTo>
                <a:lnTo>
                  <a:pt x="0" y="966826"/>
                </a:lnTo>
                <a:lnTo>
                  <a:pt x="0" y="947871"/>
                </a:lnTo>
                <a:lnTo>
                  <a:pt x="0" y="928907"/>
                </a:lnTo>
                <a:lnTo>
                  <a:pt x="0" y="909952"/>
                </a:lnTo>
                <a:lnTo>
                  <a:pt x="0" y="890997"/>
                </a:lnTo>
                <a:lnTo>
                  <a:pt x="0" y="872042"/>
                </a:lnTo>
                <a:lnTo>
                  <a:pt x="0" y="853078"/>
                </a:lnTo>
                <a:lnTo>
                  <a:pt x="0" y="834123"/>
                </a:lnTo>
                <a:lnTo>
                  <a:pt x="0" y="815169"/>
                </a:lnTo>
                <a:lnTo>
                  <a:pt x="0" y="796204"/>
                </a:lnTo>
                <a:lnTo>
                  <a:pt x="0" y="777250"/>
                </a:lnTo>
                <a:lnTo>
                  <a:pt x="0" y="758295"/>
                </a:lnTo>
                <a:lnTo>
                  <a:pt x="0" y="739340"/>
                </a:lnTo>
                <a:lnTo>
                  <a:pt x="0" y="720376"/>
                </a:lnTo>
                <a:lnTo>
                  <a:pt x="0" y="701421"/>
                </a:lnTo>
                <a:lnTo>
                  <a:pt x="0" y="682466"/>
                </a:lnTo>
                <a:lnTo>
                  <a:pt x="0" y="663512"/>
                </a:lnTo>
                <a:lnTo>
                  <a:pt x="0" y="644547"/>
                </a:lnTo>
                <a:lnTo>
                  <a:pt x="0" y="625592"/>
                </a:lnTo>
                <a:lnTo>
                  <a:pt x="0" y="606638"/>
                </a:lnTo>
                <a:lnTo>
                  <a:pt x="0" y="587673"/>
                </a:lnTo>
                <a:lnTo>
                  <a:pt x="0" y="568719"/>
                </a:lnTo>
                <a:lnTo>
                  <a:pt x="0" y="549764"/>
                </a:lnTo>
                <a:lnTo>
                  <a:pt x="0" y="530809"/>
                </a:lnTo>
                <a:lnTo>
                  <a:pt x="0" y="511845"/>
                </a:lnTo>
                <a:lnTo>
                  <a:pt x="0" y="492890"/>
                </a:lnTo>
                <a:lnTo>
                  <a:pt x="0" y="473935"/>
                </a:lnTo>
                <a:lnTo>
                  <a:pt x="0" y="454981"/>
                </a:lnTo>
                <a:lnTo>
                  <a:pt x="0" y="436016"/>
                </a:lnTo>
                <a:lnTo>
                  <a:pt x="0" y="417062"/>
                </a:lnTo>
                <a:lnTo>
                  <a:pt x="0" y="398107"/>
                </a:lnTo>
                <a:lnTo>
                  <a:pt x="0" y="379143"/>
                </a:lnTo>
                <a:lnTo>
                  <a:pt x="0" y="360188"/>
                </a:lnTo>
                <a:lnTo>
                  <a:pt x="0" y="341233"/>
                </a:lnTo>
                <a:lnTo>
                  <a:pt x="0" y="322278"/>
                </a:lnTo>
                <a:lnTo>
                  <a:pt x="0" y="303314"/>
                </a:lnTo>
                <a:lnTo>
                  <a:pt x="0" y="284359"/>
                </a:lnTo>
                <a:lnTo>
                  <a:pt x="0" y="265405"/>
                </a:lnTo>
                <a:lnTo>
                  <a:pt x="0" y="246450"/>
                </a:lnTo>
                <a:lnTo>
                  <a:pt x="0" y="227486"/>
                </a:lnTo>
                <a:lnTo>
                  <a:pt x="0" y="208531"/>
                </a:lnTo>
                <a:lnTo>
                  <a:pt x="0" y="189576"/>
                </a:lnTo>
                <a:lnTo>
                  <a:pt x="0" y="170612"/>
                </a:lnTo>
                <a:lnTo>
                  <a:pt x="0" y="151657"/>
                </a:lnTo>
                <a:lnTo>
                  <a:pt x="0" y="132702"/>
                </a:lnTo>
                <a:lnTo>
                  <a:pt x="0" y="113748"/>
                </a:lnTo>
                <a:lnTo>
                  <a:pt x="0" y="94783"/>
                </a:lnTo>
                <a:lnTo>
                  <a:pt x="0" y="75829"/>
                </a:lnTo>
                <a:lnTo>
                  <a:pt x="0" y="56874"/>
                </a:lnTo>
                <a:lnTo>
                  <a:pt x="0" y="37919"/>
                </a:lnTo>
                <a:lnTo>
                  <a:pt x="0" y="18955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78A8D5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35" name="phase-title-2">
            <a:extLst xmlns:a="http://schemas.openxmlformats.org/drawingml/2006/main">
              <a:ext uri="{FF2B5EF4-FFF2-40B4-BE49-F238E27FC236}">
                <a16:creationId xmlns:a16="http://schemas.microsoft.com/office/drawing/2014/main" id="{177CFCD9-A024-48A4-BED6-C99E75D0C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5085312"/>
            <a:ext cx="1428750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持续转化</a:t>
            </a:r>
          </a:p>
        </p:txBody>
      </p:sp>
      <p:sp>
        <p:nvSpPr>
          <p:cNvPr id="36" name="phase-body-2">
            <a:extLst xmlns:a="http://schemas.openxmlformats.org/drawingml/2006/main">
              <a:ext uri="{FF2B5EF4-FFF2-40B4-BE49-F238E27FC236}">
                <a16:creationId xmlns:a16="http://schemas.microsoft.com/office/drawing/2014/main" id="{94AC901F-2764-47A9-B796-FD96AB1E1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5439518"/>
            <a:ext cx="1428750" cy="587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让行动沉淀为</a:t>
            </a:r>
          </a:p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长期价值</a:t>
            </a:r>
          </a:p>
        </p:txBody>
      </p:sp>
      <p:sp>
        <p:nvSpPr>
          <p:cNvPr id="37" name="action-icon-shell-2-0">
            <a:extLst xmlns:a="http://schemas.openxmlformats.org/drawingml/2006/main">
              <a:ext uri="{FF2B5EF4-FFF2-40B4-BE49-F238E27FC236}">
                <a16:creationId xmlns:a16="http://schemas.microsoft.com/office/drawing/2014/main" id="{9A2959C1-1D08-4FE0-BA01-13B589FA2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5384606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10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f4e1136c4664a30">
            <a:extLst>
              <a:ext uri="{96DAC541-7B7A-43D3-8B79-37D633B846F1}">
                <asvg:svgBlip xmlns:asvg="http://schemas.microsoft.com/office/drawing/2016/SVG/main" r:embed="Rf8f00b9a4e264423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5460806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39" name="action-title-2-0">
            <a:extLst xmlns:a="http://schemas.openxmlformats.org/drawingml/2006/main">
              <a:ext uri="{FF2B5EF4-FFF2-40B4-BE49-F238E27FC236}">
                <a16:creationId xmlns:a16="http://schemas.microsoft.com/office/drawing/2014/main" id="{5A80D23A-C448-438A-87A6-5A2A69730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5323580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数据打通</a:t>
            </a:r>
          </a:p>
        </p:txBody>
      </p:sp>
      <p:sp>
        <p:nvSpPr>
          <p:cNvPr id="40" name="action-body-2-0">
            <a:extLst xmlns:a="http://schemas.openxmlformats.org/drawingml/2006/main">
              <a:ext uri="{FF2B5EF4-FFF2-40B4-BE49-F238E27FC236}">
                <a16:creationId xmlns:a16="http://schemas.microsoft.com/office/drawing/2014/main" id="{0EEF54FF-99E9-49F9-82EF-075F09991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5552180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统一分析对象</a:t>
            </a:r>
          </a:p>
        </p:txBody>
      </p:sp>
      <p:sp>
        <p:nvSpPr>
          <p:cNvPr id="41" name="action-icon-shell-2-1">
            <a:extLst xmlns:a="http://schemas.openxmlformats.org/drawingml/2006/main">
              <a:ext uri="{FF2B5EF4-FFF2-40B4-BE49-F238E27FC236}">
                <a16:creationId xmlns:a16="http://schemas.microsoft.com/office/drawing/2014/main" id="{08D18916-A625-4987-B6F3-49A7B39BD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5384606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10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ef1ba8988574780">
            <a:extLst>
              <a:ext uri="{96DAC541-7B7A-43D3-8B79-37D633B846F1}">
                <asvg:svgBlip xmlns:asvg="http://schemas.microsoft.com/office/drawing/2016/SVG/main" r:embed="Ra8eb329231494515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5460806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43" name="action-title-2-1">
            <a:extLst xmlns:a="http://schemas.openxmlformats.org/drawingml/2006/main">
              <a:ext uri="{FF2B5EF4-FFF2-40B4-BE49-F238E27FC236}">
                <a16:creationId xmlns:a16="http://schemas.microsoft.com/office/drawing/2014/main" id="{D9B2A299-59BF-4A5D-85B2-82DCD1928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5323580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自动分群</a:t>
            </a:r>
          </a:p>
        </p:txBody>
      </p:sp>
      <p:sp>
        <p:nvSpPr>
          <p:cNvPr id="44" name="action-body-2-1">
            <a:extLst xmlns:a="http://schemas.openxmlformats.org/drawingml/2006/main">
              <a:ext uri="{FF2B5EF4-FFF2-40B4-BE49-F238E27FC236}">
                <a16:creationId xmlns:a16="http://schemas.microsoft.com/office/drawing/2014/main" id="{87A4F943-797D-4862-9587-8A1CC7A57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5552180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指导持续运营</a:t>
            </a:r>
          </a:p>
        </p:txBody>
      </p:sp>
      <p:sp>
        <p:nvSpPr>
          <p:cNvPr id="45" name="funnel-step-body-0">
            <a:extLst xmlns:a="http://schemas.openxmlformats.org/drawingml/2006/main">
              <a:ext uri="{FF2B5EF4-FFF2-40B4-BE49-F238E27FC236}">
                <a16:creationId xmlns:a16="http://schemas.microsoft.com/office/drawing/2014/main" id="{5AE010F9-78F6-43D5-B5E0-B6527727B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52750" y="2514600"/>
            <a:ext cx="3326711" cy="1110415"/>
          </a:xfrm>
          <a:custGeom xmlns:a="http://schemas.openxmlformats.org/drawingml/2006/main">
            <a:pathLst>
              <a:path w="3326711" h="1110415">
                <a:moveTo>
                  <a:pt x="0" y="0"/>
                </a:moveTo>
                <a:lnTo>
                  <a:pt x="14516" y="30004"/>
                </a:lnTo>
                <a:lnTo>
                  <a:pt x="29032" y="60017"/>
                </a:lnTo>
                <a:lnTo>
                  <a:pt x="43548" y="90021"/>
                </a:lnTo>
                <a:lnTo>
                  <a:pt x="58055" y="120025"/>
                </a:lnTo>
                <a:lnTo>
                  <a:pt x="72571" y="150038"/>
                </a:lnTo>
                <a:lnTo>
                  <a:pt x="87087" y="180042"/>
                </a:lnTo>
                <a:lnTo>
                  <a:pt x="101603" y="210045"/>
                </a:lnTo>
                <a:lnTo>
                  <a:pt x="116119" y="240059"/>
                </a:lnTo>
                <a:lnTo>
                  <a:pt x="130635" y="270062"/>
                </a:lnTo>
                <a:lnTo>
                  <a:pt x="145142" y="300066"/>
                </a:lnTo>
                <a:lnTo>
                  <a:pt x="159658" y="330079"/>
                </a:lnTo>
                <a:lnTo>
                  <a:pt x="174174" y="360083"/>
                </a:lnTo>
                <a:lnTo>
                  <a:pt x="188690" y="390087"/>
                </a:lnTo>
                <a:lnTo>
                  <a:pt x="203206" y="420100"/>
                </a:lnTo>
                <a:lnTo>
                  <a:pt x="217722" y="450104"/>
                </a:lnTo>
                <a:lnTo>
                  <a:pt x="232229" y="480108"/>
                </a:lnTo>
                <a:lnTo>
                  <a:pt x="246745" y="510121"/>
                </a:lnTo>
                <a:lnTo>
                  <a:pt x="261261" y="540125"/>
                </a:lnTo>
                <a:lnTo>
                  <a:pt x="275777" y="570128"/>
                </a:lnTo>
                <a:lnTo>
                  <a:pt x="290293" y="600142"/>
                </a:lnTo>
                <a:lnTo>
                  <a:pt x="304810" y="630145"/>
                </a:lnTo>
                <a:lnTo>
                  <a:pt x="319316" y="660149"/>
                </a:lnTo>
                <a:lnTo>
                  <a:pt x="333832" y="690162"/>
                </a:lnTo>
                <a:lnTo>
                  <a:pt x="348348" y="720166"/>
                </a:lnTo>
                <a:lnTo>
                  <a:pt x="362864" y="750170"/>
                </a:lnTo>
                <a:lnTo>
                  <a:pt x="377381" y="780183"/>
                </a:lnTo>
                <a:lnTo>
                  <a:pt x="391897" y="810187"/>
                </a:lnTo>
                <a:lnTo>
                  <a:pt x="406413" y="840191"/>
                </a:lnTo>
                <a:lnTo>
                  <a:pt x="420919" y="870204"/>
                </a:lnTo>
                <a:lnTo>
                  <a:pt x="435435" y="900208"/>
                </a:lnTo>
                <a:lnTo>
                  <a:pt x="449951" y="930212"/>
                </a:lnTo>
                <a:lnTo>
                  <a:pt x="464468" y="960225"/>
                </a:lnTo>
                <a:lnTo>
                  <a:pt x="478984" y="990229"/>
                </a:lnTo>
                <a:lnTo>
                  <a:pt x="493500" y="1020232"/>
                </a:lnTo>
                <a:lnTo>
                  <a:pt x="513074" y="1045445"/>
                </a:lnTo>
                <a:lnTo>
                  <a:pt x="544716" y="1055770"/>
                </a:lnTo>
                <a:lnTo>
                  <a:pt x="577348" y="1062552"/>
                </a:lnTo>
                <a:lnTo>
                  <a:pt x="610257" y="1067829"/>
                </a:lnTo>
                <a:lnTo>
                  <a:pt x="643299" y="1072201"/>
                </a:lnTo>
                <a:lnTo>
                  <a:pt x="676418" y="1075954"/>
                </a:lnTo>
                <a:lnTo>
                  <a:pt x="709593" y="1079259"/>
                </a:lnTo>
                <a:lnTo>
                  <a:pt x="742788" y="1082202"/>
                </a:lnTo>
                <a:lnTo>
                  <a:pt x="776021" y="1084850"/>
                </a:lnTo>
                <a:lnTo>
                  <a:pt x="809263" y="1087250"/>
                </a:lnTo>
                <a:lnTo>
                  <a:pt x="842524" y="1089450"/>
                </a:lnTo>
                <a:lnTo>
                  <a:pt x="875795" y="1091460"/>
                </a:lnTo>
                <a:lnTo>
                  <a:pt x="909076" y="1093327"/>
                </a:lnTo>
                <a:lnTo>
                  <a:pt x="942365" y="1095032"/>
                </a:lnTo>
                <a:lnTo>
                  <a:pt x="975665" y="1096613"/>
                </a:lnTo>
                <a:lnTo>
                  <a:pt x="1008964" y="1098071"/>
                </a:lnTo>
                <a:lnTo>
                  <a:pt x="1042273" y="1099433"/>
                </a:lnTo>
                <a:lnTo>
                  <a:pt x="1075582" y="1100671"/>
                </a:lnTo>
                <a:lnTo>
                  <a:pt x="1108891" y="1101833"/>
                </a:lnTo>
                <a:lnTo>
                  <a:pt x="1142209" y="1102900"/>
                </a:lnTo>
                <a:lnTo>
                  <a:pt x="1175528" y="1103881"/>
                </a:lnTo>
                <a:lnTo>
                  <a:pt x="1208846" y="1104786"/>
                </a:lnTo>
                <a:lnTo>
                  <a:pt x="1242174" y="1105605"/>
                </a:lnTo>
                <a:lnTo>
                  <a:pt x="1275493" y="1106357"/>
                </a:lnTo>
                <a:lnTo>
                  <a:pt x="1308821" y="1107043"/>
                </a:lnTo>
                <a:lnTo>
                  <a:pt x="1342149" y="1107662"/>
                </a:lnTo>
                <a:lnTo>
                  <a:pt x="1375477" y="1108205"/>
                </a:lnTo>
                <a:lnTo>
                  <a:pt x="1408805" y="1108691"/>
                </a:lnTo>
                <a:lnTo>
                  <a:pt x="1442133" y="1109110"/>
                </a:lnTo>
                <a:lnTo>
                  <a:pt x="1475470" y="1109482"/>
                </a:lnTo>
                <a:lnTo>
                  <a:pt x="1508798" y="1109777"/>
                </a:lnTo>
                <a:lnTo>
                  <a:pt x="1542136" y="1110024"/>
                </a:lnTo>
                <a:lnTo>
                  <a:pt x="1575464" y="1110205"/>
                </a:lnTo>
                <a:lnTo>
                  <a:pt x="1608801" y="1110339"/>
                </a:lnTo>
                <a:lnTo>
                  <a:pt x="1642129" y="1110405"/>
                </a:lnTo>
                <a:lnTo>
                  <a:pt x="1675467" y="1110415"/>
                </a:lnTo>
                <a:lnTo>
                  <a:pt x="1708795" y="1110377"/>
                </a:lnTo>
                <a:lnTo>
                  <a:pt x="1742132" y="1110272"/>
                </a:lnTo>
                <a:lnTo>
                  <a:pt x="1775460" y="1110120"/>
                </a:lnTo>
                <a:lnTo>
                  <a:pt x="1808798" y="1109901"/>
                </a:lnTo>
                <a:lnTo>
                  <a:pt x="1842125" y="1109624"/>
                </a:lnTo>
                <a:lnTo>
                  <a:pt x="1875453" y="1109291"/>
                </a:lnTo>
                <a:lnTo>
                  <a:pt x="1908791" y="1108901"/>
                </a:lnTo>
                <a:lnTo>
                  <a:pt x="1942119" y="1108453"/>
                </a:lnTo>
                <a:lnTo>
                  <a:pt x="1975447" y="1107929"/>
                </a:lnTo>
                <a:lnTo>
                  <a:pt x="2008775" y="1107348"/>
                </a:lnTo>
                <a:lnTo>
                  <a:pt x="2042103" y="1106700"/>
                </a:lnTo>
                <a:lnTo>
                  <a:pt x="2075431" y="1105976"/>
                </a:lnTo>
                <a:lnTo>
                  <a:pt x="2108749" y="1105186"/>
                </a:lnTo>
                <a:lnTo>
                  <a:pt x="2142068" y="1104329"/>
                </a:lnTo>
                <a:lnTo>
                  <a:pt x="2175396" y="1103386"/>
                </a:lnTo>
                <a:lnTo>
                  <a:pt x="2208705" y="1102357"/>
                </a:lnTo>
                <a:lnTo>
                  <a:pt x="2242023" y="1101252"/>
                </a:lnTo>
                <a:lnTo>
                  <a:pt x="2275332" y="1100042"/>
                </a:lnTo>
                <a:lnTo>
                  <a:pt x="2308641" y="1098747"/>
                </a:lnTo>
                <a:lnTo>
                  <a:pt x="2341950" y="1097337"/>
                </a:lnTo>
                <a:lnTo>
                  <a:pt x="2375240" y="1095813"/>
                </a:lnTo>
                <a:lnTo>
                  <a:pt x="2408539" y="1094175"/>
                </a:lnTo>
                <a:lnTo>
                  <a:pt x="2441819" y="1092384"/>
                </a:lnTo>
                <a:lnTo>
                  <a:pt x="2475100" y="1090451"/>
                </a:lnTo>
                <a:lnTo>
                  <a:pt x="2508361" y="1088346"/>
                </a:lnTo>
                <a:lnTo>
                  <a:pt x="2541613" y="1086041"/>
                </a:lnTo>
                <a:lnTo>
                  <a:pt x="2574855" y="1083516"/>
                </a:lnTo>
                <a:lnTo>
                  <a:pt x="2608069" y="1080726"/>
                </a:lnTo>
                <a:lnTo>
                  <a:pt x="2641254" y="1077611"/>
                </a:lnTo>
                <a:lnTo>
                  <a:pt x="2674401" y="1074087"/>
                </a:lnTo>
                <a:lnTo>
                  <a:pt x="2707491" y="1070039"/>
                </a:lnTo>
                <a:lnTo>
                  <a:pt x="2740476" y="1065247"/>
                </a:lnTo>
                <a:lnTo>
                  <a:pt x="2773270" y="1059313"/>
                </a:lnTo>
                <a:lnTo>
                  <a:pt x="2805579" y="1051179"/>
                </a:lnTo>
                <a:lnTo>
                  <a:pt x="2833926" y="1034996"/>
                </a:lnTo>
                <a:lnTo>
                  <a:pt x="2847737" y="1004773"/>
                </a:lnTo>
                <a:lnTo>
                  <a:pt x="2862243" y="974769"/>
                </a:lnTo>
                <a:lnTo>
                  <a:pt x="2876760" y="944756"/>
                </a:lnTo>
                <a:lnTo>
                  <a:pt x="2891276" y="914752"/>
                </a:lnTo>
                <a:lnTo>
                  <a:pt x="2905792" y="884749"/>
                </a:lnTo>
                <a:lnTo>
                  <a:pt x="2920308" y="854735"/>
                </a:lnTo>
                <a:lnTo>
                  <a:pt x="2934824" y="824732"/>
                </a:lnTo>
                <a:lnTo>
                  <a:pt x="2949340" y="794728"/>
                </a:lnTo>
                <a:lnTo>
                  <a:pt x="2963847" y="764715"/>
                </a:lnTo>
                <a:lnTo>
                  <a:pt x="2978363" y="734711"/>
                </a:lnTo>
                <a:lnTo>
                  <a:pt x="2992879" y="704707"/>
                </a:lnTo>
                <a:lnTo>
                  <a:pt x="3007395" y="674694"/>
                </a:lnTo>
                <a:lnTo>
                  <a:pt x="3021911" y="644690"/>
                </a:lnTo>
                <a:lnTo>
                  <a:pt x="3036427" y="614686"/>
                </a:lnTo>
                <a:lnTo>
                  <a:pt x="3050934" y="584673"/>
                </a:lnTo>
                <a:lnTo>
                  <a:pt x="3065450" y="554669"/>
                </a:lnTo>
                <a:lnTo>
                  <a:pt x="3079966" y="524666"/>
                </a:lnTo>
                <a:lnTo>
                  <a:pt x="3094482" y="494652"/>
                </a:lnTo>
                <a:lnTo>
                  <a:pt x="3108998" y="464649"/>
                </a:lnTo>
                <a:lnTo>
                  <a:pt x="3123514" y="434645"/>
                </a:lnTo>
                <a:lnTo>
                  <a:pt x="3138021" y="404632"/>
                </a:lnTo>
                <a:lnTo>
                  <a:pt x="3152537" y="374628"/>
                </a:lnTo>
                <a:lnTo>
                  <a:pt x="3167053" y="344624"/>
                </a:lnTo>
                <a:lnTo>
                  <a:pt x="3181569" y="314611"/>
                </a:lnTo>
                <a:lnTo>
                  <a:pt x="3196085" y="284607"/>
                </a:lnTo>
                <a:lnTo>
                  <a:pt x="3210601" y="254603"/>
                </a:lnTo>
                <a:lnTo>
                  <a:pt x="3225108" y="224590"/>
                </a:lnTo>
                <a:lnTo>
                  <a:pt x="3239624" y="194586"/>
                </a:lnTo>
                <a:lnTo>
                  <a:pt x="3254140" y="164582"/>
                </a:lnTo>
                <a:lnTo>
                  <a:pt x="3268656" y="134569"/>
                </a:lnTo>
                <a:lnTo>
                  <a:pt x="3283172" y="104565"/>
                </a:lnTo>
                <a:lnTo>
                  <a:pt x="3297688" y="74562"/>
                </a:lnTo>
                <a:lnTo>
                  <a:pt x="3312204" y="44548"/>
                </a:lnTo>
                <a:lnTo>
                  <a:pt x="3326711" y="14545"/>
                </a:lnTo>
                <a:lnTo>
                  <a:pt x="3321415" y="10773"/>
                </a:lnTo>
                <a:lnTo>
                  <a:pt x="3289421" y="19955"/>
                </a:lnTo>
                <a:lnTo>
                  <a:pt x="3256626" y="25898"/>
                </a:lnTo>
                <a:lnTo>
                  <a:pt x="3223612" y="30518"/>
                </a:lnTo>
                <a:lnTo>
                  <a:pt x="3190504" y="34376"/>
                </a:lnTo>
                <a:lnTo>
                  <a:pt x="3157337" y="37719"/>
                </a:lnTo>
                <a:lnTo>
                  <a:pt x="3124143" y="40681"/>
                </a:lnTo>
                <a:lnTo>
                  <a:pt x="3090910" y="43339"/>
                </a:lnTo>
                <a:lnTo>
                  <a:pt x="3057668" y="45768"/>
                </a:lnTo>
                <a:lnTo>
                  <a:pt x="3024407" y="47996"/>
                </a:lnTo>
                <a:lnTo>
                  <a:pt x="2991136" y="50044"/>
                </a:lnTo>
                <a:lnTo>
                  <a:pt x="2957865" y="51949"/>
                </a:lnTo>
                <a:lnTo>
                  <a:pt x="2924575" y="53740"/>
                </a:lnTo>
                <a:lnTo>
                  <a:pt x="2891285" y="55397"/>
                </a:lnTo>
                <a:lnTo>
                  <a:pt x="2857986" y="56960"/>
                </a:lnTo>
                <a:lnTo>
                  <a:pt x="2824686" y="58426"/>
                </a:lnTo>
                <a:lnTo>
                  <a:pt x="2791387" y="59817"/>
                </a:lnTo>
                <a:lnTo>
                  <a:pt x="2758078" y="61122"/>
                </a:lnTo>
                <a:lnTo>
                  <a:pt x="2724769" y="62360"/>
                </a:lnTo>
                <a:lnTo>
                  <a:pt x="2691451" y="63522"/>
                </a:lnTo>
                <a:lnTo>
                  <a:pt x="2658142" y="64627"/>
                </a:lnTo>
                <a:lnTo>
                  <a:pt x="2624823" y="65665"/>
                </a:lnTo>
                <a:lnTo>
                  <a:pt x="2591505" y="66656"/>
                </a:lnTo>
                <a:lnTo>
                  <a:pt x="2558186" y="67589"/>
                </a:lnTo>
                <a:lnTo>
                  <a:pt x="2524858" y="68475"/>
                </a:lnTo>
                <a:lnTo>
                  <a:pt x="2491540" y="69323"/>
                </a:lnTo>
                <a:lnTo>
                  <a:pt x="2458222" y="70114"/>
                </a:lnTo>
                <a:lnTo>
                  <a:pt x="2424894" y="70856"/>
                </a:lnTo>
                <a:lnTo>
                  <a:pt x="2391566" y="71571"/>
                </a:lnTo>
                <a:lnTo>
                  <a:pt x="2358238" y="72228"/>
                </a:lnTo>
                <a:lnTo>
                  <a:pt x="2324910" y="72857"/>
                </a:lnTo>
                <a:lnTo>
                  <a:pt x="2291582" y="73447"/>
                </a:lnTo>
                <a:lnTo>
                  <a:pt x="2258254" y="74000"/>
                </a:lnTo>
                <a:lnTo>
                  <a:pt x="2224926" y="74524"/>
                </a:lnTo>
                <a:lnTo>
                  <a:pt x="2191598" y="75009"/>
                </a:lnTo>
                <a:lnTo>
                  <a:pt x="2158270" y="75457"/>
                </a:lnTo>
                <a:lnTo>
                  <a:pt x="2124942" y="75876"/>
                </a:lnTo>
                <a:lnTo>
                  <a:pt x="2091604" y="76267"/>
                </a:lnTo>
                <a:lnTo>
                  <a:pt x="2058276" y="76619"/>
                </a:lnTo>
                <a:lnTo>
                  <a:pt x="2024948" y="76943"/>
                </a:lnTo>
                <a:lnTo>
                  <a:pt x="1991611" y="77238"/>
                </a:lnTo>
                <a:lnTo>
                  <a:pt x="1958283" y="77495"/>
                </a:lnTo>
                <a:lnTo>
                  <a:pt x="1924945" y="77734"/>
                </a:lnTo>
                <a:lnTo>
                  <a:pt x="1891617" y="77943"/>
                </a:lnTo>
                <a:lnTo>
                  <a:pt x="1858280" y="78115"/>
                </a:lnTo>
                <a:lnTo>
                  <a:pt x="1824952" y="78267"/>
                </a:lnTo>
                <a:lnTo>
                  <a:pt x="1791614" y="78381"/>
                </a:lnTo>
                <a:lnTo>
                  <a:pt x="1758286" y="78476"/>
                </a:lnTo>
                <a:lnTo>
                  <a:pt x="1724949" y="78534"/>
                </a:lnTo>
                <a:lnTo>
                  <a:pt x="1691621" y="78572"/>
                </a:lnTo>
                <a:lnTo>
                  <a:pt x="1658283" y="78581"/>
                </a:lnTo>
                <a:lnTo>
                  <a:pt x="1624955" y="78562"/>
                </a:lnTo>
                <a:lnTo>
                  <a:pt x="1591618" y="78505"/>
                </a:lnTo>
                <a:lnTo>
                  <a:pt x="1558290" y="78429"/>
                </a:lnTo>
                <a:lnTo>
                  <a:pt x="1524953" y="78324"/>
                </a:lnTo>
                <a:lnTo>
                  <a:pt x="1491625" y="78191"/>
                </a:lnTo>
                <a:lnTo>
                  <a:pt x="1458287" y="78029"/>
                </a:lnTo>
                <a:lnTo>
                  <a:pt x="1424959" y="77838"/>
                </a:lnTo>
                <a:lnTo>
                  <a:pt x="1391622" y="77619"/>
                </a:lnTo>
                <a:lnTo>
                  <a:pt x="1358294" y="77372"/>
                </a:lnTo>
                <a:lnTo>
                  <a:pt x="1324966" y="77086"/>
                </a:lnTo>
                <a:lnTo>
                  <a:pt x="1291628" y="76781"/>
                </a:lnTo>
                <a:lnTo>
                  <a:pt x="1258300" y="76438"/>
                </a:lnTo>
                <a:lnTo>
                  <a:pt x="1224972" y="76067"/>
                </a:lnTo>
                <a:lnTo>
                  <a:pt x="1191635" y="75667"/>
                </a:lnTo>
                <a:lnTo>
                  <a:pt x="1158307" y="75228"/>
                </a:lnTo>
                <a:lnTo>
                  <a:pt x="1124979" y="74762"/>
                </a:lnTo>
                <a:lnTo>
                  <a:pt x="1091651" y="74266"/>
                </a:lnTo>
                <a:lnTo>
                  <a:pt x="1058323" y="73724"/>
                </a:lnTo>
                <a:lnTo>
                  <a:pt x="1024995" y="73152"/>
                </a:lnTo>
                <a:lnTo>
                  <a:pt x="991667" y="72542"/>
                </a:lnTo>
                <a:lnTo>
                  <a:pt x="958339" y="71895"/>
                </a:lnTo>
                <a:lnTo>
                  <a:pt x="925011" y="71199"/>
                </a:lnTo>
                <a:lnTo>
                  <a:pt x="891683" y="70475"/>
                </a:lnTo>
                <a:lnTo>
                  <a:pt x="858364" y="69704"/>
                </a:lnTo>
                <a:lnTo>
                  <a:pt x="825036" y="68885"/>
                </a:lnTo>
                <a:lnTo>
                  <a:pt x="791718" y="68028"/>
                </a:lnTo>
                <a:lnTo>
                  <a:pt x="758400" y="67113"/>
                </a:lnTo>
                <a:lnTo>
                  <a:pt x="725081" y="66151"/>
                </a:lnTo>
                <a:lnTo>
                  <a:pt x="691763" y="65132"/>
                </a:lnTo>
                <a:lnTo>
                  <a:pt x="658444" y="64056"/>
                </a:lnTo>
                <a:lnTo>
                  <a:pt x="625135" y="62922"/>
                </a:lnTo>
                <a:lnTo>
                  <a:pt x="591817" y="61722"/>
                </a:lnTo>
                <a:lnTo>
                  <a:pt x="558508" y="60455"/>
                </a:lnTo>
                <a:lnTo>
                  <a:pt x="525209" y="59112"/>
                </a:lnTo>
                <a:lnTo>
                  <a:pt x="491900" y="57693"/>
                </a:lnTo>
                <a:lnTo>
                  <a:pt x="458600" y="56169"/>
                </a:lnTo>
                <a:lnTo>
                  <a:pt x="425310" y="54550"/>
                </a:lnTo>
                <a:lnTo>
                  <a:pt x="392020" y="52826"/>
                </a:lnTo>
                <a:lnTo>
                  <a:pt x="358740" y="50987"/>
                </a:lnTo>
                <a:lnTo>
                  <a:pt x="325469" y="49006"/>
                </a:lnTo>
                <a:lnTo>
                  <a:pt x="292198" y="46873"/>
                </a:lnTo>
                <a:lnTo>
                  <a:pt x="258947" y="44548"/>
                </a:lnTo>
                <a:lnTo>
                  <a:pt x="225714" y="42005"/>
                </a:lnTo>
                <a:lnTo>
                  <a:pt x="192500" y="39195"/>
                </a:lnTo>
                <a:lnTo>
                  <a:pt x="159315" y="36052"/>
                </a:lnTo>
                <a:lnTo>
                  <a:pt x="126178" y="32471"/>
                </a:lnTo>
                <a:lnTo>
                  <a:pt x="93107" y="28251"/>
                </a:lnTo>
                <a:lnTo>
                  <a:pt x="60188" y="23060"/>
                </a:lnTo>
                <a:lnTo>
                  <a:pt x="27642" y="15926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46" name="funnel-step-cap-0">
            <a:extLst xmlns:a="http://schemas.openxmlformats.org/drawingml/2006/main">
              <a:ext uri="{FF2B5EF4-FFF2-40B4-BE49-F238E27FC236}">
                <a16:creationId xmlns:a16="http://schemas.microsoft.com/office/drawing/2014/main" id="{EF6B5EFE-D44D-4630-A5C8-B922C6854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52750" y="2390775"/>
            <a:ext cx="33337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47" name="funnel-step-body-1">
            <a:extLst xmlns:a="http://schemas.openxmlformats.org/drawingml/2006/main">
              <a:ext uri="{FF2B5EF4-FFF2-40B4-BE49-F238E27FC236}">
                <a16:creationId xmlns:a16="http://schemas.microsoft.com/office/drawing/2014/main" id="{C915E759-1A6C-4DA3-98DE-ED90FBC28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451860" y="3727418"/>
            <a:ext cx="2334397" cy="1110520"/>
          </a:xfrm>
          <a:custGeom xmlns:a="http://schemas.openxmlformats.org/drawingml/2006/main">
            <a:pathLst>
              <a:path w="2334397" h="1110520">
                <a:moveTo>
                  <a:pt x="0" y="0"/>
                </a:moveTo>
                <a:lnTo>
                  <a:pt x="8906" y="24060"/>
                </a:lnTo>
                <a:lnTo>
                  <a:pt x="17812" y="48120"/>
                </a:lnTo>
                <a:lnTo>
                  <a:pt x="26718" y="72180"/>
                </a:lnTo>
                <a:lnTo>
                  <a:pt x="35633" y="96241"/>
                </a:lnTo>
                <a:lnTo>
                  <a:pt x="44539" y="120301"/>
                </a:lnTo>
                <a:lnTo>
                  <a:pt x="53445" y="144361"/>
                </a:lnTo>
                <a:lnTo>
                  <a:pt x="62351" y="168412"/>
                </a:lnTo>
                <a:lnTo>
                  <a:pt x="71257" y="192472"/>
                </a:lnTo>
                <a:lnTo>
                  <a:pt x="80162" y="216532"/>
                </a:lnTo>
                <a:lnTo>
                  <a:pt x="89078" y="240592"/>
                </a:lnTo>
                <a:lnTo>
                  <a:pt x="97984" y="264652"/>
                </a:lnTo>
                <a:lnTo>
                  <a:pt x="106890" y="288712"/>
                </a:lnTo>
                <a:lnTo>
                  <a:pt x="115795" y="312772"/>
                </a:lnTo>
                <a:lnTo>
                  <a:pt x="124701" y="336833"/>
                </a:lnTo>
                <a:lnTo>
                  <a:pt x="133607" y="360893"/>
                </a:lnTo>
                <a:lnTo>
                  <a:pt x="142513" y="384953"/>
                </a:lnTo>
                <a:lnTo>
                  <a:pt x="151428" y="409013"/>
                </a:lnTo>
                <a:lnTo>
                  <a:pt x="160334" y="433073"/>
                </a:lnTo>
                <a:lnTo>
                  <a:pt x="169240" y="457124"/>
                </a:lnTo>
                <a:lnTo>
                  <a:pt x="178146" y="481184"/>
                </a:lnTo>
                <a:lnTo>
                  <a:pt x="187052" y="505244"/>
                </a:lnTo>
                <a:lnTo>
                  <a:pt x="195958" y="529304"/>
                </a:lnTo>
                <a:lnTo>
                  <a:pt x="204873" y="553364"/>
                </a:lnTo>
                <a:lnTo>
                  <a:pt x="213779" y="577425"/>
                </a:lnTo>
                <a:lnTo>
                  <a:pt x="222685" y="601485"/>
                </a:lnTo>
                <a:lnTo>
                  <a:pt x="231591" y="625545"/>
                </a:lnTo>
                <a:lnTo>
                  <a:pt x="240497" y="649605"/>
                </a:lnTo>
                <a:lnTo>
                  <a:pt x="249403" y="673665"/>
                </a:lnTo>
                <a:lnTo>
                  <a:pt x="258308" y="697725"/>
                </a:lnTo>
                <a:lnTo>
                  <a:pt x="267224" y="721785"/>
                </a:lnTo>
                <a:lnTo>
                  <a:pt x="276130" y="745846"/>
                </a:lnTo>
                <a:lnTo>
                  <a:pt x="285036" y="769896"/>
                </a:lnTo>
                <a:lnTo>
                  <a:pt x="293942" y="793956"/>
                </a:lnTo>
                <a:lnTo>
                  <a:pt x="302847" y="818017"/>
                </a:lnTo>
                <a:lnTo>
                  <a:pt x="311753" y="842077"/>
                </a:lnTo>
                <a:lnTo>
                  <a:pt x="320669" y="866137"/>
                </a:lnTo>
                <a:lnTo>
                  <a:pt x="329575" y="890197"/>
                </a:lnTo>
                <a:lnTo>
                  <a:pt x="338480" y="914257"/>
                </a:lnTo>
                <a:lnTo>
                  <a:pt x="347386" y="938317"/>
                </a:lnTo>
                <a:lnTo>
                  <a:pt x="356292" y="962377"/>
                </a:lnTo>
                <a:lnTo>
                  <a:pt x="365198" y="986438"/>
                </a:lnTo>
                <a:lnTo>
                  <a:pt x="374113" y="1010498"/>
                </a:lnTo>
                <a:lnTo>
                  <a:pt x="382419" y="1034691"/>
                </a:lnTo>
                <a:lnTo>
                  <a:pt x="401222" y="1051093"/>
                </a:lnTo>
                <a:lnTo>
                  <a:pt x="425263" y="1059990"/>
                </a:lnTo>
                <a:lnTo>
                  <a:pt x="450094" y="1066438"/>
                </a:lnTo>
                <a:lnTo>
                  <a:pt x="475221" y="1071591"/>
                </a:lnTo>
                <a:lnTo>
                  <a:pt x="500510" y="1075925"/>
                </a:lnTo>
                <a:lnTo>
                  <a:pt x="525885" y="1079659"/>
                </a:lnTo>
                <a:lnTo>
                  <a:pt x="551326" y="1082954"/>
                </a:lnTo>
                <a:lnTo>
                  <a:pt x="576815" y="1085879"/>
                </a:lnTo>
                <a:lnTo>
                  <a:pt x="602332" y="1088517"/>
                </a:lnTo>
                <a:lnTo>
                  <a:pt x="627878" y="1090898"/>
                </a:lnTo>
                <a:lnTo>
                  <a:pt x="653444" y="1093060"/>
                </a:lnTo>
                <a:lnTo>
                  <a:pt x="679028" y="1095032"/>
                </a:lnTo>
                <a:lnTo>
                  <a:pt x="704612" y="1096842"/>
                </a:lnTo>
                <a:lnTo>
                  <a:pt x="730215" y="1098490"/>
                </a:lnTo>
                <a:lnTo>
                  <a:pt x="755828" y="1099995"/>
                </a:lnTo>
                <a:lnTo>
                  <a:pt x="781450" y="1101376"/>
                </a:lnTo>
                <a:lnTo>
                  <a:pt x="807072" y="1102633"/>
                </a:lnTo>
                <a:lnTo>
                  <a:pt x="832704" y="1103786"/>
                </a:lnTo>
                <a:lnTo>
                  <a:pt x="858336" y="1104824"/>
                </a:lnTo>
                <a:lnTo>
                  <a:pt x="883977" y="1105767"/>
                </a:lnTo>
                <a:lnTo>
                  <a:pt x="909618" y="1106615"/>
                </a:lnTo>
                <a:lnTo>
                  <a:pt x="935260" y="1107377"/>
                </a:lnTo>
                <a:lnTo>
                  <a:pt x="960901" y="1108043"/>
                </a:lnTo>
                <a:lnTo>
                  <a:pt x="986552" y="1108634"/>
                </a:lnTo>
                <a:lnTo>
                  <a:pt x="1012203" y="1109129"/>
                </a:lnTo>
                <a:lnTo>
                  <a:pt x="1037854" y="1109558"/>
                </a:lnTo>
                <a:lnTo>
                  <a:pt x="1063504" y="1109901"/>
                </a:lnTo>
                <a:lnTo>
                  <a:pt x="1089165" y="1110167"/>
                </a:lnTo>
                <a:lnTo>
                  <a:pt x="1114816" y="1110358"/>
                </a:lnTo>
                <a:lnTo>
                  <a:pt x="1140476" y="1110472"/>
                </a:lnTo>
                <a:lnTo>
                  <a:pt x="1166127" y="1110520"/>
                </a:lnTo>
                <a:lnTo>
                  <a:pt x="1191787" y="1110482"/>
                </a:lnTo>
                <a:lnTo>
                  <a:pt x="1217438" y="1110377"/>
                </a:lnTo>
                <a:lnTo>
                  <a:pt x="1243089" y="1110196"/>
                </a:lnTo>
                <a:lnTo>
                  <a:pt x="1268749" y="1109939"/>
                </a:lnTo>
                <a:lnTo>
                  <a:pt x="1294400" y="1109605"/>
                </a:lnTo>
                <a:lnTo>
                  <a:pt x="1320051" y="1109186"/>
                </a:lnTo>
                <a:lnTo>
                  <a:pt x="1345702" y="1108700"/>
                </a:lnTo>
                <a:lnTo>
                  <a:pt x="1371352" y="1108119"/>
                </a:lnTo>
                <a:lnTo>
                  <a:pt x="1396994" y="1107462"/>
                </a:lnTo>
                <a:lnTo>
                  <a:pt x="1422644" y="1106719"/>
                </a:lnTo>
                <a:lnTo>
                  <a:pt x="1448286" y="1105881"/>
                </a:lnTo>
                <a:lnTo>
                  <a:pt x="1473927" y="1104957"/>
                </a:lnTo>
                <a:lnTo>
                  <a:pt x="1499559" y="1103919"/>
                </a:lnTo>
                <a:lnTo>
                  <a:pt x="1525191" y="1102795"/>
                </a:lnTo>
                <a:lnTo>
                  <a:pt x="1550813" y="1101547"/>
                </a:lnTo>
                <a:lnTo>
                  <a:pt x="1576435" y="1100185"/>
                </a:lnTo>
                <a:lnTo>
                  <a:pt x="1602048" y="1098690"/>
                </a:lnTo>
                <a:lnTo>
                  <a:pt x="1627642" y="1097051"/>
                </a:lnTo>
                <a:lnTo>
                  <a:pt x="1653235" y="1095280"/>
                </a:lnTo>
                <a:lnTo>
                  <a:pt x="1678819" y="1093327"/>
                </a:lnTo>
                <a:lnTo>
                  <a:pt x="1704384" y="1091184"/>
                </a:lnTo>
                <a:lnTo>
                  <a:pt x="1729931" y="1088831"/>
                </a:lnTo>
                <a:lnTo>
                  <a:pt x="1755458" y="1086231"/>
                </a:lnTo>
                <a:lnTo>
                  <a:pt x="1780946" y="1083345"/>
                </a:lnTo>
                <a:lnTo>
                  <a:pt x="1806397" y="1080106"/>
                </a:lnTo>
                <a:lnTo>
                  <a:pt x="1831791" y="1076430"/>
                </a:lnTo>
                <a:lnTo>
                  <a:pt x="1857089" y="1072182"/>
                </a:lnTo>
                <a:lnTo>
                  <a:pt x="1882245" y="1067152"/>
                </a:lnTo>
                <a:lnTo>
                  <a:pt x="1907124" y="1060914"/>
                </a:lnTo>
                <a:lnTo>
                  <a:pt x="1931327" y="1052455"/>
                </a:lnTo>
                <a:lnTo>
                  <a:pt x="1951853" y="1037711"/>
                </a:lnTo>
                <a:lnTo>
                  <a:pt x="1960283" y="1013565"/>
                </a:lnTo>
                <a:lnTo>
                  <a:pt x="1969189" y="989505"/>
                </a:lnTo>
                <a:lnTo>
                  <a:pt x="1978095" y="965444"/>
                </a:lnTo>
                <a:lnTo>
                  <a:pt x="1987010" y="941384"/>
                </a:lnTo>
                <a:lnTo>
                  <a:pt x="1995916" y="917324"/>
                </a:lnTo>
                <a:lnTo>
                  <a:pt x="2004822" y="893274"/>
                </a:lnTo>
                <a:lnTo>
                  <a:pt x="2013728" y="869213"/>
                </a:lnTo>
                <a:lnTo>
                  <a:pt x="2022634" y="845153"/>
                </a:lnTo>
                <a:lnTo>
                  <a:pt x="2031540" y="821093"/>
                </a:lnTo>
                <a:lnTo>
                  <a:pt x="2040455" y="797033"/>
                </a:lnTo>
                <a:lnTo>
                  <a:pt x="2049361" y="772973"/>
                </a:lnTo>
                <a:lnTo>
                  <a:pt x="2058267" y="748913"/>
                </a:lnTo>
                <a:lnTo>
                  <a:pt x="2067173" y="724853"/>
                </a:lnTo>
                <a:lnTo>
                  <a:pt x="2076079" y="700792"/>
                </a:lnTo>
                <a:lnTo>
                  <a:pt x="2084984" y="676732"/>
                </a:lnTo>
                <a:lnTo>
                  <a:pt x="2093890" y="652672"/>
                </a:lnTo>
                <a:lnTo>
                  <a:pt x="2102806" y="628612"/>
                </a:lnTo>
                <a:lnTo>
                  <a:pt x="2111712" y="604552"/>
                </a:lnTo>
                <a:lnTo>
                  <a:pt x="2120617" y="580501"/>
                </a:lnTo>
                <a:lnTo>
                  <a:pt x="2129523" y="556441"/>
                </a:lnTo>
                <a:lnTo>
                  <a:pt x="2138429" y="532381"/>
                </a:lnTo>
                <a:lnTo>
                  <a:pt x="2147335" y="508321"/>
                </a:lnTo>
                <a:lnTo>
                  <a:pt x="2156250" y="484261"/>
                </a:lnTo>
                <a:lnTo>
                  <a:pt x="2165156" y="460200"/>
                </a:lnTo>
                <a:lnTo>
                  <a:pt x="2174062" y="436140"/>
                </a:lnTo>
                <a:lnTo>
                  <a:pt x="2182968" y="412080"/>
                </a:lnTo>
                <a:lnTo>
                  <a:pt x="2191874" y="388020"/>
                </a:lnTo>
                <a:lnTo>
                  <a:pt x="2200780" y="363960"/>
                </a:lnTo>
                <a:lnTo>
                  <a:pt x="2209686" y="339900"/>
                </a:lnTo>
                <a:lnTo>
                  <a:pt x="2218601" y="315839"/>
                </a:lnTo>
                <a:lnTo>
                  <a:pt x="2227507" y="291779"/>
                </a:lnTo>
                <a:lnTo>
                  <a:pt x="2236413" y="267729"/>
                </a:lnTo>
                <a:lnTo>
                  <a:pt x="2245319" y="243669"/>
                </a:lnTo>
                <a:lnTo>
                  <a:pt x="2254225" y="219608"/>
                </a:lnTo>
                <a:lnTo>
                  <a:pt x="2263130" y="195548"/>
                </a:lnTo>
                <a:lnTo>
                  <a:pt x="2272046" y="171488"/>
                </a:lnTo>
                <a:lnTo>
                  <a:pt x="2280952" y="147428"/>
                </a:lnTo>
                <a:lnTo>
                  <a:pt x="2289858" y="123368"/>
                </a:lnTo>
                <a:lnTo>
                  <a:pt x="2298764" y="99308"/>
                </a:lnTo>
                <a:lnTo>
                  <a:pt x="2307669" y="75248"/>
                </a:lnTo>
                <a:lnTo>
                  <a:pt x="2316575" y="51187"/>
                </a:lnTo>
                <a:lnTo>
                  <a:pt x="2325481" y="27127"/>
                </a:lnTo>
                <a:lnTo>
                  <a:pt x="2334397" y="3067"/>
                </a:lnTo>
                <a:lnTo>
                  <a:pt x="2319804" y="14411"/>
                </a:lnTo>
                <a:lnTo>
                  <a:pt x="2295487" y="22508"/>
                </a:lnTo>
                <a:lnTo>
                  <a:pt x="2270474" y="28223"/>
                </a:lnTo>
                <a:lnTo>
                  <a:pt x="2245233" y="32776"/>
                </a:lnTo>
                <a:lnTo>
                  <a:pt x="2219868" y="36624"/>
                </a:lnTo>
                <a:lnTo>
                  <a:pt x="2194427" y="39976"/>
                </a:lnTo>
                <a:lnTo>
                  <a:pt x="2168947" y="42958"/>
                </a:lnTo>
                <a:lnTo>
                  <a:pt x="2143430" y="45634"/>
                </a:lnTo>
                <a:lnTo>
                  <a:pt x="2117893" y="48073"/>
                </a:lnTo>
                <a:lnTo>
                  <a:pt x="2092338" y="50311"/>
                </a:lnTo>
                <a:lnTo>
                  <a:pt x="2066763" y="52378"/>
                </a:lnTo>
                <a:lnTo>
                  <a:pt x="2041179" y="54293"/>
                </a:lnTo>
                <a:lnTo>
                  <a:pt x="2015585" y="56074"/>
                </a:lnTo>
                <a:lnTo>
                  <a:pt x="1989992" y="57750"/>
                </a:lnTo>
                <a:lnTo>
                  <a:pt x="1964379" y="59303"/>
                </a:lnTo>
                <a:lnTo>
                  <a:pt x="1938766" y="60760"/>
                </a:lnTo>
                <a:lnTo>
                  <a:pt x="1913144" y="62132"/>
                </a:lnTo>
                <a:lnTo>
                  <a:pt x="1887522" y="63427"/>
                </a:lnTo>
                <a:lnTo>
                  <a:pt x="1861899" y="64637"/>
                </a:lnTo>
                <a:lnTo>
                  <a:pt x="1836268" y="65780"/>
                </a:lnTo>
                <a:lnTo>
                  <a:pt x="1810636" y="66856"/>
                </a:lnTo>
                <a:lnTo>
                  <a:pt x="1785004" y="67866"/>
                </a:lnTo>
                <a:lnTo>
                  <a:pt x="1759363" y="68818"/>
                </a:lnTo>
                <a:lnTo>
                  <a:pt x="1733721" y="69723"/>
                </a:lnTo>
                <a:lnTo>
                  <a:pt x="1708080" y="70561"/>
                </a:lnTo>
                <a:lnTo>
                  <a:pt x="1682439" y="71352"/>
                </a:lnTo>
                <a:lnTo>
                  <a:pt x="1656798" y="72104"/>
                </a:lnTo>
                <a:lnTo>
                  <a:pt x="1631147" y="72800"/>
                </a:lnTo>
                <a:lnTo>
                  <a:pt x="1605505" y="73447"/>
                </a:lnTo>
                <a:lnTo>
                  <a:pt x="1579855" y="74057"/>
                </a:lnTo>
                <a:lnTo>
                  <a:pt x="1554204" y="74619"/>
                </a:lnTo>
                <a:lnTo>
                  <a:pt x="1528553" y="75143"/>
                </a:lnTo>
                <a:lnTo>
                  <a:pt x="1502902" y="75629"/>
                </a:lnTo>
                <a:lnTo>
                  <a:pt x="1477251" y="76067"/>
                </a:lnTo>
                <a:lnTo>
                  <a:pt x="1451600" y="76476"/>
                </a:lnTo>
                <a:lnTo>
                  <a:pt x="1425950" y="76848"/>
                </a:lnTo>
                <a:lnTo>
                  <a:pt x="1400299" y="77172"/>
                </a:lnTo>
                <a:lnTo>
                  <a:pt x="1374638" y="77467"/>
                </a:lnTo>
                <a:lnTo>
                  <a:pt x="1348988" y="77734"/>
                </a:lnTo>
                <a:lnTo>
                  <a:pt x="1323337" y="77953"/>
                </a:lnTo>
                <a:lnTo>
                  <a:pt x="1297676" y="78143"/>
                </a:lnTo>
                <a:lnTo>
                  <a:pt x="1272026" y="78296"/>
                </a:lnTo>
                <a:lnTo>
                  <a:pt x="1246365" y="78419"/>
                </a:lnTo>
                <a:lnTo>
                  <a:pt x="1220714" y="78505"/>
                </a:lnTo>
                <a:lnTo>
                  <a:pt x="1195054" y="78562"/>
                </a:lnTo>
                <a:lnTo>
                  <a:pt x="1169403" y="78581"/>
                </a:lnTo>
                <a:lnTo>
                  <a:pt x="1143743" y="78562"/>
                </a:lnTo>
                <a:lnTo>
                  <a:pt x="1118092" y="78515"/>
                </a:lnTo>
                <a:lnTo>
                  <a:pt x="1092441" y="78429"/>
                </a:lnTo>
                <a:lnTo>
                  <a:pt x="1066781" y="78315"/>
                </a:lnTo>
                <a:lnTo>
                  <a:pt x="1041130" y="78162"/>
                </a:lnTo>
                <a:lnTo>
                  <a:pt x="1015470" y="77981"/>
                </a:lnTo>
                <a:lnTo>
                  <a:pt x="989819" y="77762"/>
                </a:lnTo>
                <a:lnTo>
                  <a:pt x="964168" y="77505"/>
                </a:lnTo>
                <a:lnTo>
                  <a:pt x="938508" y="77219"/>
                </a:lnTo>
                <a:lnTo>
                  <a:pt x="912857" y="76886"/>
                </a:lnTo>
                <a:lnTo>
                  <a:pt x="887206" y="76524"/>
                </a:lnTo>
                <a:lnTo>
                  <a:pt x="861555" y="76124"/>
                </a:lnTo>
                <a:lnTo>
                  <a:pt x="835904" y="75686"/>
                </a:lnTo>
                <a:lnTo>
                  <a:pt x="810254" y="75209"/>
                </a:lnTo>
                <a:lnTo>
                  <a:pt x="784603" y="74686"/>
                </a:lnTo>
                <a:lnTo>
                  <a:pt x="758952" y="74133"/>
                </a:lnTo>
                <a:lnTo>
                  <a:pt x="733301" y="73533"/>
                </a:lnTo>
                <a:lnTo>
                  <a:pt x="707650" y="72885"/>
                </a:lnTo>
                <a:lnTo>
                  <a:pt x="682009" y="72190"/>
                </a:lnTo>
                <a:lnTo>
                  <a:pt x="656368" y="71457"/>
                </a:lnTo>
                <a:lnTo>
                  <a:pt x="630717" y="70666"/>
                </a:lnTo>
                <a:lnTo>
                  <a:pt x="605076" y="69828"/>
                </a:lnTo>
                <a:lnTo>
                  <a:pt x="579444" y="68942"/>
                </a:lnTo>
                <a:lnTo>
                  <a:pt x="553803" y="67989"/>
                </a:lnTo>
                <a:lnTo>
                  <a:pt x="528171" y="66989"/>
                </a:lnTo>
                <a:lnTo>
                  <a:pt x="502529" y="65923"/>
                </a:lnTo>
                <a:lnTo>
                  <a:pt x="476907" y="64789"/>
                </a:lnTo>
                <a:lnTo>
                  <a:pt x="451275" y="63589"/>
                </a:lnTo>
                <a:lnTo>
                  <a:pt x="425653" y="62303"/>
                </a:lnTo>
                <a:lnTo>
                  <a:pt x="400031" y="60941"/>
                </a:lnTo>
                <a:lnTo>
                  <a:pt x="374418" y="59493"/>
                </a:lnTo>
                <a:lnTo>
                  <a:pt x="348815" y="57950"/>
                </a:lnTo>
                <a:lnTo>
                  <a:pt x="323212" y="56302"/>
                </a:lnTo>
                <a:lnTo>
                  <a:pt x="297618" y="54521"/>
                </a:lnTo>
                <a:lnTo>
                  <a:pt x="272024" y="52635"/>
                </a:lnTo>
                <a:lnTo>
                  <a:pt x="246459" y="50587"/>
                </a:lnTo>
                <a:lnTo>
                  <a:pt x="220894" y="48368"/>
                </a:lnTo>
                <a:lnTo>
                  <a:pt x="195358" y="45958"/>
                </a:lnTo>
                <a:lnTo>
                  <a:pt x="169840" y="43310"/>
                </a:lnTo>
                <a:lnTo>
                  <a:pt x="144351" y="40376"/>
                </a:lnTo>
                <a:lnTo>
                  <a:pt x="118910" y="37081"/>
                </a:lnTo>
                <a:lnTo>
                  <a:pt x="93536" y="33309"/>
                </a:lnTo>
                <a:lnTo>
                  <a:pt x="68266" y="28851"/>
                </a:lnTo>
                <a:lnTo>
                  <a:pt x="43215" y="23327"/>
                </a:lnTo>
                <a:lnTo>
                  <a:pt x="18745" y="15678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48" name="funnel-step-cap-1">
            <a:extLst xmlns:a="http://schemas.openxmlformats.org/drawingml/2006/main">
              <a:ext uri="{FF2B5EF4-FFF2-40B4-BE49-F238E27FC236}">
                <a16:creationId xmlns:a16="http://schemas.microsoft.com/office/drawing/2014/main" id="{99145170-81EE-4448-9F3C-B448510AB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451879" y="3603622"/>
            <a:ext cx="2335482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7EAC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49" name="funnel-step-body-2">
            <a:extLst xmlns:a="http://schemas.openxmlformats.org/drawingml/2006/main">
              <a:ext uri="{FF2B5EF4-FFF2-40B4-BE49-F238E27FC236}">
                <a16:creationId xmlns:a16="http://schemas.microsoft.com/office/drawing/2014/main" id="{DFBCC869-BBD0-4681-915D-54793276B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833908" y="4940332"/>
            <a:ext cx="1570082" cy="1110425"/>
          </a:xfrm>
          <a:custGeom xmlns:a="http://schemas.openxmlformats.org/drawingml/2006/main">
            <a:pathLst>
              <a:path w="1570082" h="1110425">
                <a:moveTo>
                  <a:pt x="0" y="0"/>
                </a:moveTo>
                <a:lnTo>
                  <a:pt x="6239" y="18536"/>
                </a:lnTo>
                <a:lnTo>
                  <a:pt x="12487" y="37071"/>
                </a:lnTo>
                <a:lnTo>
                  <a:pt x="18726" y="55607"/>
                </a:lnTo>
                <a:lnTo>
                  <a:pt x="24975" y="74133"/>
                </a:lnTo>
                <a:lnTo>
                  <a:pt x="31213" y="92669"/>
                </a:lnTo>
                <a:lnTo>
                  <a:pt x="37462" y="111204"/>
                </a:lnTo>
                <a:lnTo>
                  <a:pt x="43701" y="129740"/>
                </a:lnTo>
                <a:lnTo>
                  <a:pt x="49949" y="148276"/>
                </a:lnTo>
                <a:lnTo>
                  <a:pt x="56188" y="166811"/>
                </a:lnTo>
                <a:lnTo>
                  <a:pt x="62427" y="185347"/>
                </a:lnTo>
                <a:lnTo>
                  <a:pt x="68675" y="203883"/>
                </a:lnTo>
                <a:lnTo>
                  <a:pt x="74914" y="222409"/>
                </a:lnTo>
                <a:lnTo>
                  <a:pt x="81163" y="240944"/>
                </a:lnTo>
                <a:lnTo>
                  <a:pt x="87401" y="259480"/>
                </a:lnTo>
                <a:lnTo>
                  <a:pt x="93650" y="278016"/>
                </a:lnTo>
                <a:lnTo>
                  <a:pt x="99889" y="296551"/>
                </a:lnTo>
                <a:lnTo>
                  <a:pt x="106137" y="315087"/>
                </a:lnTo>
                <a:lnTo>
                  <a:pt x="112376" y="333623"/>
                </a:lnTo>
                <a:lnTo>
                  <a:pt x="118615" y="352149"/>
                </a:lnTo>
                <a:lnTo>
                  <a:pt x="124863" y="370684"/>
                </a:lnTo>
                <a:lnTo>
                  <a:pt x="131102" y="389220"/>
                </a:lnTo>
                <a:lnTo>
                  <a:pt x="137351" y="407756"/>
                </a:lnTo>
                <a:lnTo>
                  <a:pt x="143589" y="426291"/>
                </a:lnTo>
                <a:lnTo>
                  <a:pt x="149838" y="444827"/>
                </a:lnTo>
                <a:lnTo>
                  <a:pt x="156077" y="463363"/>
                </a:lnTo>
                <a:lnTo>
                  <a:pt x="162325" y="481889"/>
                </a:lnTo>
                <a:lnTo>
                  <a:pt x="168564" y="500424"/>
                </a:lnTo>
                <a:lnTo>
                  <a:pt x="174812" y="518960"/>
                </a:lnTo>
                <a:lnTo>
                  <a:pt x="181051" y="537496"/>
                </a:lnTo>
                <a:lnTo>
                  <a:pt x="187290" y="556031"/>
                </a:lnTo>
                <a:lnTo>
                  <a:pt x="193538" y="574567"/>
                </a:lnTo>
                <a:lnTo>
                  <a:pt x="199777" y="593103"/>
                </a:lnTo>
                <a:lnTo>
                  <a:pt x="206026" y="611638"/>
                </a:lnTo>
                <a:lnTo>
                  <a:pt x="212265" y="630164"/>
                </a:lnTo>
                <a:lnTo>
                  <a:pt x="218513" y="648700"/>
                </a:lnTo>
                <a:lnTo>
                  <a:pt x="224752" y="667236"/>
                </a:lnTo>
                <a:lnTo>
                  <a:pt x="231000" y="685771"/>
                </a:lnTo>
                <a:lnTo>
                  <a:pt x="237239" y="704307"/>
                </a:lnTo>
                <a:lnTo>
                  <a:pt x="243478" y="722843"/>
                </a:lnTo>
                <a:lnTo>
                  <a:pt x="249726" y="741378"/>
                </a:lnTo>
                <a:lnTo>
                  <a:pt x="255965" y="759905"/>
                </a:lnTo>
                <a:lnTo>
                  <a:pt x="262214" y="778440"/>
                </a:lnTo>
                <a:lnTo>
                  <a:pt x="268453" y="796976"/>
                </a:lnTo>
                <a:lnTo>
                  <a:pt x="274701" y="815511"/>
                </a:lnTo>
                <a:lnTo>
                  <a:pt x="280940" y="834047"/>
                </a:lnTo>
                <a:lnTo>
                  <a:pt x="287188" y="852583"/>
                </a:lnTo>
                <a:lnTo>
                  <a:pt x="293427" y="871118"/>
                </a:lnTo>
                <a:lnTo>
                  <a:pt x="299666" y="889654"/>
                </a:lnTo>
                <a:lnTo>
                  <a:pt x="305914" y="908180"/>
                </a:lnTo>
                <a:lnTo>
                  <a:pt x="312153" y="926716"/>
                </a:lnTo>
                <a:lnTo>
                  <a:pt x="318402" y="945251"/>
                </a:lnTo>
                <a:lnTo>
                  <a:pt x="324641" y="963787"/>
                </a:lnTo>
                <a:lnTo>
                  <a:pt x="330889" y="982323"/>
                </a:lnTo>
                <a:lnTo>
                  <a:pt x="337128" y="1000858"/>
                </a:lnTo>
                <a:lnTo>
                  <a:pt x="343376" y="1019394"/>
                </a:lnTo>
                <a:lnTo>
                  <a:pt x="348653" y="1038139"/>
                </a:lnTo>
                <a:lnTo>
                  <a:pt x="360845" y="1053074"/>
                </a:lnTo>
                <a:lnTo>
                  <a:pt x="377695" y="1062923"/>
                </a:lnTo>
                <a:lnTo>
                  <a:pt x="395830" y="1070229"/>
                </a:lnTo>
                <a:lnTo>
                  <a:pt x="414490" y="1076068"/>
                </a:lnTo>
                <a:lnTo>
                  <a:pt x="433435" y="1080926"/>
                </a:lnTo>
                <a:lnTo>
                  <a:pt x="452552" y="1085069"/>
                </a:lnTo>
                <a:lnTo>
                  <a:pt x="471773" y="1088660"/>
                </a:lnTo>
                <a:lnTo>
                  <a:pt x="491080" y="1091803"/>
                </a:lnTo>
                <a:lnTo>
                  <a:pt x="510435" y="1094575"/>
                </a:lnTo>
                <a:lnTo>
                  <a:pt x="529838" y="1097032"/>
                </a:lnTo>
                <a:lnTo>
                  <a:pt x="549278" y="1099214"/>
                </a:lnTo>
                <a:lnTo>
                  <a:pt x="568738" y="1101147"/>
                </a:lnTo>
                <a:lnTo>
                  <a:pt x="588216" y="1102843"/>
                </a:lnTo>
                <a:lnTo>
                  <a:pt x="607724" y="1104348"/>
                </a:lnTo>
                <a:lnTo>
                  <a:pt x="627231" y="1105662"/>
                </a:lnTo>
                <a:lnTo>
                  <a:pt x="646757" y="1106795"/>
                </a:lnTo>
                <a:lnTo>
                  <a:pt x="666293" y="1107767"/>
                </a:lnTo>
                <a:lnTo>
                  <a:pt x="685829" y="1108577"/>
                </a:lnTo>
                <a:lnTo>
                  <a:pt x="705374" y="1109234"/>
                </a:lnTo>
                <a:lnTo>
                  <a:pt x="724929" y="1109748"/>
                </a:lnTo>
                <a:lnTo>
                  <a:pt x="744484" y="1110110"/>
                </a:lnTo>
                <a:lnTo>
                  <a:pt x="764038" y="1110339"/>
                </a:lnTo>
                <a:lnTo>
                  <a:pt x="783593" y="1110425"/>
                </a:lnTo>
                <a:lnTo>
                  <a:pt x="803158" y="1110367"/>
                </a:lnTo>
                <a:lnTo>
                  <a:pt x="822712" y="1110167"/>
                </a:lnTo>
                <a:lnTo>
                  <a:pt x="842267" y="1109834"/>
                </a:lnTo>
                <a:lnTo>
                  <a:pt x="861812" y="1109358"/>
                </a:lnTo>
                <a:lnTo>
                  <a:pt x="881367" y="1108729"/>
                </a:lnTo>
                <a:lnTo>
                  <a:pt x="900903" y="1107958"/>
                </a:lnTo>
                <a:lnTo>
                  <a:pt x="920439" y="1107024"/>
                </a:lnTo>
                <a:lnTo>
                  <a:pt x="939965" y="1105919"/>
                </a:lnTo>
                <a:lnTo>
                  <a:pt x="959482" y="1104643"/>
                </a:lnTo>
                <a:lnTo>
                  <a:pt x="978989" y="1103186"/>
                </a:lnTo>
                <a:lnTo>
                  <a:pt x="998477" y="1101528"/>
                </a:lnTo>
                <a:lnTo>
                  <a:pt x="1017937" y="1099642"/>
                </a:lnTo>
                <a:lnTo>
                  <a:pt x="1037387" y="1097528"/>
                </a:lnTo>
                <a:lnTo>
                  <a:pt x="1056789" y="1095137"/>
                </a:lnTo>
                <a:lnTo>
                  <a:pt x="1076163" y="1092432"/>
                </a:lnTo>
                <a:lnTo>
                  <a:pt x="1095480" y="1089374"/>
                </a:lnTo>
                <a:lnTo>
                  <a:pt x="1114720" y="1085888"/>
                </a:lnTo>
                <a:lnTo>
                  <a:pt x="1133866" y="1081878"/>
                </a:lnTo>
                <a:lnTo>
                  <a:pt x="1152849" y="1077192"/>
                </a:lnTo>
                <a:lnTo>
                  <a:pt x="1171594" y="1071601"/>
                </a:lnTo>
                <a:lnTo>
                  <a:pt x="1189873" y="1064676"/>
                </a:lnTo>
                <a:lnTo>
                  <a:pt x="1207132" y="1055522"/>
                </a:lnTo>
                <a:lnTo>
                  <a:pt x="1221010" y="1041978"/>
                </a:lnTo>
                <a:lnTo>
                  <a:pt x="1226706" y="1023414"/>
                </a:lnTo>
                <a:lnTo>
                  <a:pt x="1232954" y="1004878"/>
                </a:lnTo>
                <a:lnTo>
                  <a:pt x="1239193" y="986342"/>
                </a:lnTo>
                <a:lnTo>
                  <a:pt x="1245441" y="967807"/>
                </a:lnTo>
                <a:lnTo>
                  <a:pt x="1251680" y="949271"/>
                </a:lnTo>
                <a:lnTo>
                  <a:pt x="1257919" y="930735"/>
                </a:lnTo>
                <a:lnTo>
                  <a:pt x="1264168" y="912200"/>
                </a:lnTo>
                <a:lnTo>
                  <a:pt x="1270406" y="893674"/>
                </a:lnTo>
                <a:lnTo>
                  <a:pt x="1276655" y="875138"/>
                </a:lnTo>
                <a:lnTo>
                  <a:pt x="1282894" y="856602"/>
                </a:lnTo>
                <a:lnTo>
                  <a:pt x="1289142" y="838067"/>
                </a:lnTo>
                <a:lnTo>
                  <a:pt x="1295381" y="819531"/>
                </a:lnTo>
                <a:lnTo>
                  <a:pt x="1301629" y="800995"/>
                </a:lnTo>
                <a:lnTo>
                  <a:pt x="1307868" y="782460"/>
                </a:lnTo>
                <a:lnTo>
                  <a:pt x="1314117" y="763924"/>
                </a:lnTo>
                <a:lnTo>
                  <a:pt x="1320356" y="745398"/>
                </a:lnTo>
                <a:lnTo>
                  <a:pt x="1326594" y="726862"/>
                </a:lnTo>
                <a:lnTo>
                  <a:pt x="1332843" y="708327"/>
                </a:lnTo>
                <a:lnTo>
                  <a:pt x="1339082" y="689791"/>
                </a:lnTo>
                <a:lnTo>
                  <a:pt x="1345330" y="671255"/>
                </a:lnTo>
                <a:lnTo>
                  <a:pt x="1351569" y="652720"/>
                </a:lnTo>
                <a:lnTo>
                  <a:pt x="1357817" y="634184"/>
                </a:lnTo>
                <a:lnTo>
                  <a:pt x="1364056" y="615658"/>
                </a:lnTo>
                <a:lnTo>
                  <a:pt x="1370305" y="597122"/>
                </a:lnTo>
                <a:lnTo>
                  <a:pt x="1376543" y="578587"/>
                </a:lnTo>
                <a:lnTo>
                  <a:pt x="1382782" y="560051"/>
                </a:lnTo>
                <a:lnTo>
                  <a:pt x="1389031" y="541515"/>
                </a:lnTo>
                <a:lnTo>
                  <a:pt x="1395270" y="522980"/>
                </a:lnTo>
                <a:lnTo>
                  <a:pt x="1401518" y="504444"/>
                </a:lnTo>
                <a:lnTo>
                  <a:pt x="1407757" y="485908"/>
                </a:lnTo>
                <a:lnTo>
                  <a:pt x="1414005" y="467382"/>
                </a:lnTo>
                <a:lnTo>
                  <a:pt x="1420244" y="448847"/>
                </a:lnTo>
                <a:lnTo>
                  <a:pt x="1426493" y="430311"/>
                </a:lnTo>
                <a:lnTo>
                  <a:pt x="1432731" y="411775"/>
                </a:lnTo>
                <a:lnTo>
                  <a:pt x="1438970" y="393240"/>
                </a:lnTo>
                <a:lnTo>
                  <a:pt x="1445219" y="374704"/>
                </a:lnTo>
                <a:lnTo>
                  <a:pt x="1451458" y="356168"/>
                </a:lnTo>
                <a:lnTo>
                  <a:pt x="1457706" y="337642"/>
                </a:lnTo>
                <a:lnTo>
                  <a:pt x="1463945" y="319107"/>
                </a:lnTo>
                <a:lnTo>
                  <a:pt x="1470193" y="300571"/>
                </a:lnTo>
                <a:lnTo>
                  <a:pt x="1476432" y="282035"/>
                </a:lnTo>
                <a:lnTo>
                  <a:pt x="1482681" y="263500"/>
                </a:lnTo>
                <a:lnTo>
                  <a:pt x="1488919" y="244964"/>
                </a:lnTo>
                <a:lnTo>
                  <a:pt x="1495158" y="226428"/>
                </a:lnTo>
                <a:lnTo>
                  <a:pt x="1501407" y="207902"/>
                </a:lnTo>
                <a:lnTo>
                  <a:pt x="1507646" y="189367"/>
                </a:lnTo>
                <a:lnTo>
                  <a:pt x="1513894" y="170831"/>
                </a:lnTo>
                <a:lnTo>
                  <a:pt x="1520133" y="152295"/>
                </a:lnTo>
                <a:lnTo>
                  <a:pt x="1526381" y="133760"/>
                </a:lnTo>
                <a:lnTo>
                  <a:pt x="1532620" y="115224"/>
                </a:lnTo>
                <a:lnTo>
                  <a:pt x="1538869" y="96688"/>
                </a:lnTo>
                <a:lnTo>
                  <a:pt x="1545107" y="78153"/>
                </a:lnTo>
                <a:lnTo>
                  <a:pt x="1551346" y="59627"/>
                </a:lnTo>
                <a:lnTo>
                  <a:pt x="1557595" y="41091"/>
                </a:lnTo>
                <a:lnTo>
                  <a:pt x="1563834" y="22555"/>
                </a:lnTo>
                <a:lnTo>
                  <a:pt x="1570082" y="4020"/>
                </a:lnTo>
                <a:lnTo>
                  <a:pt x="1563548" y="12497"/>
                </a:lnTo>
                <a:lnTo>
                  <a:pt x="1546374" y="21755"/>
                </a:lnTo>
                <a:lnTo>
                  <a:pt x="1527905" y="28146"/>
                </a:lnTo>
                <a:lnTo>
                  <a:pt x="1509008" y="33185"/>
                </a:lnTo>
                <a:lnTo>
                  <a:pt x="1489910" y="37386"/>
                </a:lnTo>
                <a:lnTo>
                  <a:pt x="1470689" y="41024"/>
                </a:lnTo>
                <a:lnTo>
                  <a:pt x="1451400" y="44225"/>
                </a:lnTo>
                <a:lnTo>
                  <a:pt x="1432055" y="47101"/>
                </a:lnTo>
                <a:lnTo>
                  <a:pt x="1412672" y="49701"/>
                </a:lnTo>
                <a:lnTo>
                  <a:pt x="1393260" y="52073"/>
                </a:lnTo>
                <a:lnTo>
                  <a:pt x="1373819" y="54254"/>
                </a:lnTo>
                <a:lnTo>
                  <a:pt x="1354369" y="56264"/>
                </a:lnTo>
                <a:lnTo>
                  <a:pt x="1334900" y="58112"/>
                </a:lnTo>
                <a:lnTo>
                  <a:pt x="1315412" y="59846"/>
                </a:lnTo>
                <a:lnTo>
                  <a:pt x="1295924" y="61455"/>
                </a:lnTo>
                <a:lnTo>
                  <a:pt x="1276426" y="62951"/>
                </a:lnTo>
                <a:lnTo>
                  <a:pt x="1256919" y="64351"/>
                </a:lnTo>
                <a:lnTo>
                  <a:pt x="1237402" y="65665"/>
                </a:lnTo>
                <a:lnTo>
                  <a:pt x="1217886" y="66875"/>
                </a:lnTo>
                <a:lnTo>
                  <a:pt x="1198359" y="68018"/>
                </a:lnTo>
                <a:lnTo>
                  <a:pt x="1178833" y="69085"/>
                </a:lnTo>
                <a:lnTo>
                  <a:pt x="1159297" y="70085"/>
                </a:lnTo>
                <a:lnTo>
                  <a:pt x="1139762" y="71009"/>
                </a:lnTo>
                <a:lnTo>
                  <a:pt x="1120226" y="71866"/>
                </a:lnTo>
                <a:lnTo>
                  <a:pt x="1100680" y="72676"/>
                </a:lnTo>
                <a:lnTo>
                  <a:pt x="1081145" y="73419"/>
                </a:lnTo>
                <a:lnTo>
                  <a:pt x="1061599" y="74105"/>
                </a:lnTo>
                <a:lnTo>
                  <a:pt x="1042045" y="74733"/>
                </a:lnTo>
                <a:lnTo>
                  <a:pt x="1022499" y="75324"/>
                </a:lnTo>
                <a:lnTo>
                  <a:pt x="1002944" y="75848"/>
                </a:lnTo>
                <a:lnTo>
                  <a:pt x="983399" y="76324"/>
                </a:lnTo>
                <a:lnTo>
                  <a:pt x="963844" y="76752"/>
                </a:lnTo>
                <a:lnTo>
                  <a:pt x="944289" y="77133"/>
                </a:lnTo>
                <a:lnTo>
                  <a:pt x="924735" y="77476"/>
                </a:lnTo>
                <a:lnTo>
                  <a:pt x="905180" y="77762"/>
                </a:lnTo>
                <a:lnTo>
                  <a:pt x="885625" y="78010"/>
                </a:lnTo>
                <a:lnTo>
                  <a:pt x="866070" y="78210"/>
                </a:lnTo>
                <a:lnTo>
                  <a:pt x="846506" y="78372"/>
                </a:lnTo>
                <a:lnTo>
                  <a:pt x="826951" y="78486"/>
                </a:lnTo>
                <a:lnTo>
                  <a:pt x="807396" y="78553"/>
                </a:lnTo>
                <a:lnTo>
                  <a:pt x="787841" y="78581"/>
                </a:lnTo>
                <a:lnTo>
                  <a:pt x="768277" y="78562"/>
                </a:lnTo>
                <a:lnTo>
                  <a:pt x="748722" y="78505"/>
                </a:lnTo>
                <a:lnTo>
                  <a:pt x="729167" y="78400"/>
                </a:lnTo>
                <a:lnTo>
                  <a:pt x="709613" y="78248"/>
                </a:lnTo>
                <a:lnTo>
                  <a:pt x="690048" y="78057"/>
                </a:lnTo>
                <a:lnTo>
                  <a:pt x="670493" y="77819"/>
                </a:lnTo>
                <a:lnTo>
                  <a:pt x="650939" y="77543"/>
                </a:lnTo>
                <a:lnTo>
                  <a:pt x="631384" y="77210"/>
                </a:lnTo>
                <a:lnTo>
                  <a:pt x="611829" y="76838"/>
                </a:lnTo>
                <a:lnTo>
                  <a:pt x="592274" y="76419"/>
                </a:lnTo>
                <a:lnTo>
                  <a:pt x="572729" y="75952"/>
                </a:lnTo>
                <a:lnTo>
                  <a:pt x="553174" y="75438"/>
                </a:lnTo>
                <a:lnTo>
                  <a:pt x="533629" y="74867"/>
                </a:lnTo>
                <a:lnTo>
                  <a:pt x="514083" y="74247"/>
                </a:lnTo>
                <a:lnTo>
                  <a:pt x="494528" y="73571"/>
                </a:lnTo>
                <a:lnTo>
                  <a:pt x="474993" y="72838"/>
                </a:lnTo>
                <a:lnTo>
                  <a:pt x="455447" y="72047"/>
                </a:lnTo>
                <a:lnTo>
                  <a:pt x="435912" y="71199"/>
                </a:lnTo>
                <a:lnTo>
                  <a:pt x="416376" y="70285"/>
                </a:lnTo>
                <a:lnTo>
                  <a:pt x="396840" y="69313"/>
                </a:lnTo>
                <a:lnTo>
                  <a:pt x="377314" y="68256"/>
                </a:lnTo>
                <a:lnTo>
                  <a:pt x="357788" y="67132"/>
                </a:lnTo>
                <a:lnTo>
                  <a:pt x="338261" y="65932"/>
                </a:lnTo>
                <a:lnTo>
                  <a:pt x="318745" y="64646"/>
                </a:lnTo>
                <a:lnTo>
                  <a:pt x="299237" y="63265"/>
                </a:lnTo>
                <a:lnTo>
                  <a:pt x="279740" y="61789"/>
                </a:lnTo>
                <a:lnTo>
                  <a:pt x="260242" y="60208"/>
                </a:lnTo>
                <a:lnTo>
                  <a:pt x="240763" y="58503"/>
                </a:lnTo>
                <a:lnTo>
                  <a:pt x="221294" y="56674"/>
                </a:lnTo>
                <a:lnTo>
                  <a:pt x="201835" y="54702"/>
                </a:lnTo>
                <a:lnTo>
                  <a:pt x="182394" y="52559"/>
                </a:lnTo>
                <a:lnTo>
                  <a:pt x="162973" y="50235"/>
                </a:lnTo>
                <a:lnTo>
                  <a:pt x="143580" y="47682"/>
                </a:lnTo>
                <a:lnTo>
                  <a:pt x="124225" y="44882"/>
                </a:lnTo>
                <a:lnTo>
                  <a:pt x="104918" y="41748"/>
                </a:lnTo>
                <a:lnTo>
                  <a:pt x="85687" y="38224"/>
                </a:lnTo>
                <a:lnTo>
                  <a:pt x="66561" y="34157"/>
                </a:lnTo>
                <a:lnTo>
                  <a:pt x="47606" y="29327"/>
                </a:lnTo>
                <a:lnTo>
                  <a:pt x="29004" y="23298"/>
                </a:lnTo>
                <a:lnTo>
                  <a:pt x="11373" y="14916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78A8D5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50" name="funnel-step-cap-2">
            <a:extLst xmlns:a="http://schemas.openxmlformats.org/drawingml/2006/main">
              <a:ext uri="{FF2B5EF4-FFF2-40B4-BE49-F238E27FC236}">
                <a16:creationId xmlns:a16="http://schemas.microsoft.com/office/drawing/2014/main" id="{68A5100E-1E96-4864-84D5-460341CDD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833917" y="4816478"/>
            <a:ext cx="1571406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8A8D5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51" name="funnel-flow-arrow">
            <a:extLst xmlns:a="http://schemas.openxmlformats.org/drawingml/2006/main">
              <a:ext uri="{FF2B5EF4-FFF2-40B4-BE49-F238E27FC236}">
                <a16:creationId xmlns:a16="http://schemas.microsoft.com/office/drawing/2014/main" id="{BE45DC43-EF2E-4B26-8786-0A70E3EAB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52850" y="2466975"/>
            <a:ext cx="1733550" cy="3631121"/>
          </a:xfrm>
          <a:custGeom xmlns:a="http://schemas.openxmlformats.org/drawingml/2006/main">
            <a:pathLst>
              <a:path w="1733550" h="3631121">
                <a:moveTo>
                  <a:pt x="0" y="0"/>
                </a:moveTo>
                <a:lnTo>
                  <a:pt x="0" y="42824"/>
                </a:lnTo>
                <a:lnTo>
                  <a:pt x="8182" y="84763"/>
                </a:lnTo>
                <a:lnTo>
                  <a:pt x="17393" y="126587"/>
                </a:lnTo>
                <a:lnTo>
                  <a:pt x="26613" y="168412"/>
                </a:lnTo>
                <a:lnTo>
                  <a:pt x="35824" y="210236"/>
                </a:lnTo>
                <a:lnTo>
                  <a:pt x="45044" y="252060"/>
                </a:lnTo>
                <a:lnTo>
                  <a:pt x="54254" y="293884"/>
                </a:lnTo>
                <a:lnTo>
                  <a:pt x="63465" y="335709"/>
                </a:lnTo>
                <a:lnTo>
                  <a:pt x="72685" y="377533"/>
                </a:lnTo>
                <a:lnTo>
                  <a:pt x="81896" y="419357"/>
                </a:lnTo>
                <a:lnTo>
                  <a:pt x="91116" y="461181"/>
                </a:lnTo>
                <a:lnTo>
                  <a:pt x="100327" y="503006"/>
                </a:lnTo>
                <a:lnTo>
                  <a:pt x="109538" y="544830"/>
                </a:lnTo>
                <a:lnTo>
                  <a:pt x="118758" y="586654"/>
                </a:lnTo>
                <a:lnTo>
                  <a:pt x="127968" y="628479"/>
                </a:lnTo>
                <a:lnTo>
                  <a:pt x="137189" y="670303"/>
                </a:lnTo>
                <a:lnTo>
                  <a:pt x="146399" y="712127"/>
                </a:lnTo>
                <a:lnTo>
                  <a:pt x="155610" y="753951"/>
                </a:lnTo>
                <a:lnTo>
                  <a:pt x="164830" y="795776"/>
                </a:lnTo>
                <a:lnTo>
                  <a:pt x="174041" y="837600"/>
                </a:lnTo>
                <a:lnTo>
                  <a:pt x="183261" y="879424"/>
                </a:lnTo>
                <a:lnTo>
                  <a:pt x="192472" y="921248"/>
                </a:lnTo>
                <a:lnTo>
                  <a:pt x="201682" y="963073"/>
                </a:lnTo>
                <a:lnTo>
                  <a:pt x="210903" y="1004897"/>
                </a:lnTo>
                <a:lnTo>
                  <a:pt x="220113" y="1046721"/>
                </a:lnTo>
                <a:lnTo>
                  <a:pt x="229324" y="1088546"/>
                </a:lnTo>
                <a:lnTo>
                  <a:pt x="238544" y="1130370"/>
                </a:lnTo>
                <a:lnTo>
                  <a:pt x="247755" y="1172194"/>
                </a:lnTo>
                <a:lnTo>
                  <a:pt x="255813" y="1214247"/>
                </a:lnTo>
                <a:lnTo>
                  <a:pt x="263404" y="1256395"/>
                </a:lnTo>
                <a:lnTo>
                  <a:pt x="270510" y="1298629"/>
                </a:lnTo>
                <a:lnTo>
                  <a:pt x="277578" y="1340872"/>
                </a:lnTo>
                <a:lnTo>
                  <a:pt x="284636" y="1383106"/>
                </a:lnTo>
                <a:lnTo>
                  <a:pt x="291694" y="1425350"/>
                </a:lnTo>
                <a:lnTo>
                  <a:pt x="298761" y="1467593"/>
                </a:lnTo>
                <a:lnTo>
                  <a:pt x="305819" y="1509836"/>
                </a:lnTo>
                <a:lnTo>
                  <a:pt x="312877" y="1552070"/>
                </a:lnTo>
                <a:lnTo>
                  <a:pt x="319945" y="1594314"/>
                </a:lnTo>
                <a:lnTo>
                  <a:pt x="327003" y="1636557"/>
                </a:lnTo>
                <a:lnTo>
                  <a:pt x="334061" y="1678800"/>
                </a:lnTo>
                <a:lnTo>
                  <a:pt x="341128" y="1721034"/>
                </a:lnTo>
                <a:lnTo>
                  <a:pt x="348186" y="1763278"/>
                </a:lnTo>
                <a:lnTo>
                  <a:pt x="355244" y="1805521"/>
                </a:lnTo>
                <a:lnTo>
                  <a:pt x="362312" y="1847764"/>
                </a:lnTo>
                <a:lnTo>
                  <a:pt x="369370" y="1889998"/>
                </a:lnTo>
                <a:lnTo>
                  <a:pt x="376438" y="1932242"/>
                </a:lnTo>
                <a:lnTo>
                  <a:pt x="383496" y="1974485"/>
                </a:lnTo>
                <a:lnTo>
                  <a:pt x="390554" y="2016728"/>
                </a:lnTo>
                <a:lnTo>
                  <a:pt x="397621" y="2058962"/>
                </a:lnTo>
                <a:lnTo>
                  <a:pt x="404679" y="2101205"/>
                </a:lnTo>
                <a:lnTo>
                  <a:pt x="411737" y="2143449"/>
                </a:lnTo>
                <a:lnTo>
                  <a:pt x="418805" y="2185692"/>
                </a:lnTo>
                <a:lnTo>
                  <a:pt x="425863" y="2227926"/>
                </a:lnTo>
                <a:lnTo>
                  <a:pt x="432921" y="2270169"/>
                </a:lnTo>
                <a:lnTo>
                  <a:pt x="439988" y="2312413"/>
                </a:lnTo>
                <a:lnTo>
                  <a:pt x="447046" y="2354656"/>
                </a:lnTo>
                <a:lnTo>
                  <a:pt x="454104" y="2396890"/>
                </a:lnTo>
                <a:lnTo>
                  <a:pt x="460829" y="2439191"/>
                </a:lnTo>
                <a:lnTo>
                  <a:pt x="467506" y="2481491"/>
                </a:lnTo>
                <a:lnTo>
                  <a:pt x="474069" y="2523811"/>
                </a:lnTo>
                <a:lnTo>
                  <a:pt x="480632" y="2566140"/>
                </a:lnTo>
                <a:lnTo>
                  <a:pt x="487185" y="2608459"/>
                </a:lnTo>
                <a:lnTo>
                  <a:pt x="493747" y="2650779"/>
                </a:lnTo>
                <a:lnTo>
                  <a:pt x="500301" y="2693099"/>
                </a:lnTo>
                <a:lnTo>
                  <a:pt x="506863" y="2735428"/>
                </a:lnTo>
                <a:lnTo>
                  <a:pt x="513426" y="2777747"/>
                </a:lnTo>
                <a:lnTo>
                  <a:pt x="519979" y="2820067"/>
                </a:lnTo>
                <a:lnTo>
                  <a:pt x="526542" y="2862386"/>
                </a:lnTo>
                <a:lnTo>
                  <a:pt x="533095" y="2904715"/>
                </a:lnTo>
                <a:lnTo>
                  <a:pt x="539658" y="2947035"/>
                </a:lnTo>
                <a:lnTo>
                  <a:pt x="503501" y="2952750"/>
                </a:lnTo>
                <a:lnTo>
                  <a:pt x="460677" y="2952750"/>
                </a:lnTo>
                <a:lnTo>
                  <a:pt x="417843" y="2952750"/>
                </a:lnTo>
                <a:lnTo>
                  <a:pt x="375018" y="2952750"/>
                </a:lnTo>
                <a:lnTo>
                  <a:pt x="332194" y="2952750"/>
                </a:lnTo>
                <a:lnTo>
                  <a:pt x="289370" y="2952750"/>
                </a:lnTo>
                <a:lnTo>
                  <a:pt x="246536" y="2952750"/>
                </a:lnTo>
                <a:lnTo>
                  <a:pt x="225628" y="2962170"/>
                </a:lnTo>
                <a:lnTo>
                  <a:pt x="255089" y="2993250"/>
                </a:lnTo>
                <a:lnTo>
                  <a:pt x="284550" y="3024340"/>
                </a:lnTo>
                <a:lnTo>
                  <a:pt x="314011" y="3055420"/>
                </a:lnTo>
                <a:lnTo>
                  <a:pt x="343481" y="3086500"/>
                </a:lnTo>
                <a:lnTo>
                  <a:pt x="372942" y="3117580"/>
                </a:lnTo>
                <a:lnTo>
                  <a:pt x="402403" y="3148660"/>
                </a:lnTo>
                <a:lnTo>
                  <a:pt x="431864" y="3179750"/>
                </a:lnTo>
                <a:lnTo>
                  <a:pt x="461334" y="3210830"/>
                </a:lnTo>
                <a:lnTo>
                  <a:pt x="490795" y="3241910"/>
                </a:lnTo>
                <a:lnTo>
                  <a:pt x="520256" y="3272990"/>
                </a:lnTo>
                <a:lnTo>
                  <a:pt x="549716" y="3304070"/>
                </a:lnTo>
                <a:lnTo>
                  <a:pt x="579187" y="3335160"/>
                </a:lnTo>
                <a:lnTo>
                  <a:pt x="608648" y="3366240"/>
                </a:lnTo>
                <a:lnTo>
                  <a:pt x="638108" y="3397320"/>
                </a:lnTo>
                <a:lnTo>
                  <a:pt x="667569" y="3428400"/>
                </a:lnTo>
                <a:lnTo>
                  <a:pt x="697040" y="3459480"/>
                </a:lnTo>
                <a:lnTo>
                  <a:pt x="726500" y="3490570"/>
                </a:lnTo>
                <a:lnTo>
                  <a:pt x="755961" y="3521650"/>
                </a:lnTo>
                <a:lnTo>
                  <a:pt x="785422" y="3552730"/>
                </a:lnTo>
                <a:lnTo>
                  <a:pt x="814892" y="3583810"/>
                </a:lnTo>
                <a:lnTo>
                  <a:pt x="844353" y="3614890"/>
                </a:lnTo>
                <a:lnTo>
                  <a:pt x="873814" y="3631121"/>
                </a:lnTo>
                <a:lnTo>
                  <a:pt x="903275" y="3600040"/>
                </a:lnTo>
                <a:lnTo>
                  <a:pt x="932736" y="3568960"/>
                </a:lnTo>
                <a:lnTo>
                  <a:pt x="962206" y="3537880"/>
                </a:lnTo>
                <a:lnTo>
                  <a:pt x="991667" y="3506800"/>
                </a:lnTo>
                <a:lnTo>
                  <a:pt x="1021128" y="3475711"/>
                </a:lnTo>
                <a:lnTo>
                  <a:pt x="1050588" y="3444631"/>
                </a:lnTo>
                <a:lnTo>
                  <a:pt x="1080059" y="3413550"/>
                </a:lnTo>
                <a:lnTo>
                  <a:pt x="1109520" y="3382470"/>
                </a:lnTo>
                <a:lnTo>
                  <a:pt x="1138980" y="3351390"/>
                </a:lnTo>
                <a:lnTo>
                  <a:pt x="1168441" y="3320301"/>
                </a:lnTo>
                <a:lnTo>
                  <a:pt x="1197912" y="3289221"/>
                </a:lnTo>
                <a:lnTo>
                  <a:pt x="1227372" y="3258141"/>
                </a:lnTo>
                <a:lnTo>
                  <a:pt x="1256833" y="3227060"/>
                </a:lnTo>
                <a:lnTo>
                  <a:pt x="1286294" y="3195980"/>
                </a:lnTo>
                <a:lnTo>
                  <a:pt x="1315764" y="3164891"/>
                </a:lnTo>
                <a:lnTo>
                  <a:pt x="1345225" y="3133811"/>
                </a:lnTo>
                <a:lnTo>
                  <a:pt x="1374686" y="3102731"/>
                </a:lnTo>
                <a:lnTo>
                  <a:pt x="1404147" y="3071651"/>
                </a:lnTo>
                <a:lnTo>
                  <a:pt x="1433617" y="3040571"/>
                </a:lnTo>
                <a:lnTo>
                  <a:pt x="1463078" y="3009481"/>
                </a:lnTo>
                <a:lnTo>
                  <a:pt x="1492539" y="2978401"/>
                </a:lnTo>
                <a:lnTo>
                  <a:pt x="1509379" y="2952750"/>
                </a:lnTo>
                <a:lnTo>
                  <a:pt x="1466545" y="2952750"/>
                </a:lnTo>
                <a:lnTo>
                  <a:pt x="1423721" y="2952750"/>
                </a:lnTo>
                <a:lnTo>
                  <a:pt x="1380896" y="2952750"/>
                </a:lnTo>
                <a:lnTo>
                  <a:pt x="1338062" y="2952750"/>
                </a:lnTo>
                <a:lnTo>
                  <a:pt x="1295238" y="2952750"/>
                </a:lnTo>
                <a:lnTo>
                  <a:pt x="1252414" y="2952750"/>
                </a:lnTo>
                <a:lnTo>
                  <a:pt x="1209589" y="2952750"/>
                </a:lnTo>
                <a:lnTo>
                  <a:pt x="1197026" y="2926813"/>
                </a:lnTo>
                <a:lnTo>
                  <a:pt x="1203589" y="2884494"/>
                </a:lnTo>
                <a:lnTo>
                  <a:pt x="1210142" y="2842165"/>
                </a:lnTo>
                <a:lnTo>
                  <a:pt x="1216704" y="2799845"/>
                </a:lnTo>
                <a:lnTo>
                  <a:pt x="1223258" y="2757526"/>
                </a:lnTo>
                <a:lnTo>
                  <a:pt x="1229820" y="2715206"/>
                </a:lnTo>
                <a:lnTo>
                  <a:pt x="1236383" y="2672877"/>
                </a:lnTo>
                <a:lnTo>
                  <a:pt x="1242936" y="2630557"/>
                </a:lnTo>
                <a:lnTo>
                  <a:pt x="1249499" y="2588238"/>
                </a:lnTo>
                <a:lnTo>
                  <a:pt x="1256052" y="2545918"/>
                </a:lnTo>
                <a:lnTo>
                  <a:pt x="1262615" y="2503589"/>
                </a:lnTo>
                <a:lnTo>
                  <a:pt x="1269216" y="2461279"/>
                </a:lnTo>
                <a:lnTo>
                  <a:pt x="1275931" y="2418979"/>
                </a:lnTo>
                <a:lnTo>
                  <a:pt x="1282817" y="2376707"/>
                </a:lnTo>
                <a:lnTo>
                  <a:pt x="1289875" y="2334473"/>
                </a:lnTo>
                <a:lnTo>
                  <a:pt x="1296943" y="2292229"/>
                </a:lnTo>
                <a:lnTo>
                  <a:pt x="1304001" y="2249986"/>
                </a:lnTo>
                <a:lnTo>
                  <a:pt x="1311059" y="2207743"/>
                </a:lnTo>
                <a:lnTo>
                  <a:pt x="1318127" y="2165509"/>
                </a:lnTo>
                <a:lnTo>
                  <a:pt x="1325185" y="2123265"/>
                </a:lnTo>
                <a:lnTo>
                  <a:pt x="1332243" y="2081022"/>
                </a:lnTo>
                <a:lnTo>
                  <a:pt x="1339310" y="2038779"/>
                </a:lnTo>
                <a:lnTo>
                  <a:pt x="1346368" y="1996545"/>
                </a:lnTo>
                <a:lnTo>
                  <a:pt x="1353426" y="1954301"/>
                </a:lnTo>
                <a:lnTo>
                  <a:pt x="1360494" y="1912058"/>
                </a:lnTo>
                <a:lnTo>
                  <a:pt x="1367552" y="1869815"/>
                </a:lnTo>
                <a:lnTo>
                  <a:pt x="1374610" y="1827581"/>
                </a:lnTo>
                <a:lnTo>
                  <a:pt x="1381677" y="1785337"/>
                </a:lnTo>
                <a:lnTo>
                  <a:pt x="1388735" y="1743094"/>
                </a:lnTo>
                <a:lnTo>
                  <a:pt x="1395803" y="1700851"/>
                </a:lnTo>
                <a:lnTo>
                  <a:pt x="1402861" y="1658617"/>
                </a:lnTo>
                <a:lnTo>
                  <a:pt x="1409919" y="1616373"/>
                </a:lnTo>
                <a:lnTo>
                  <a:pt x="1416987" y="1574130"/>
                </a:lnTo>
                <a:lnTo>
                  <a:pt x="1424045" y="1531887"/>
                </a:lnTo>
                <a:lnTo>
                  <a:pt x="1431103" y="1489653"/>
                </a:lnTo>
                <a:lnTo>
                  <a:pt x="1438170" y="1447409"/>
                </a:lnTo>
                <a:lnTo>
                  <a:pt x="1445228" y="1405166"/>
                </a:lnTo>
                <a:lnTo>
                  <a:pt x="1452286" y="1362923"/>
                </a:lnTo>
                <a:lnTo>
                  <a:pt x="1459354" y="1320689"/>
                </a:lnTo>
                <a:lnTo>
                  <a:pt x="1466412" y="1278446"/>
                </a:lnTo>
                <a:lnTo>
                  <a:pt x="1473775" y="1236259"/>
                </a:lnTo>
                <a:lnTo>
                  <a:pt x="1481366" y="1194102"/>
                </a:lnTo>
                <a:lnTo>
                  <a:pt x="1490196" y="1152201"/>
                </a:lnTo>
                <a:lnTo>
                  <a:pt x="1499406" y="1110377"/>
                </a:lnTo>
                <a:lnTo>
                  <a:pt x="1508627" y="1068562"/>
                </a:lnTo>
                <a:lnTo>
                  <a:pt x="1517837" y="1026738"/>
                </a:lnTo>
                <a:lnTo>
                  <a:pt x="1527058" y="984914"/>
                </a:lnTo>
                <a:lnTo>
                  <a:pt x="1536268" y="943089"/>
                </a:lnTo>
                <a:lnTo>
                  <a:pt x="1545479" y="901265"/>
                </a:lnTo>
                <a:lnTo>
                  <a:pt x="1554699" y="859441"/>
                </a:lnTo>
                <a:lnTo>
                  <a:pt x="1563910" y="817616"/>
                </a:lnTo>
                <a:lnTo>
                  <a:pt x="1573130" y="775792"/>
                </a:lnTo>
                <a:lnTo>
                  <a:pt x="1582341" y="733968"/>
                </a:lnTo>
                <a:lnTo>
                  <a:pt x="1591551" y="692144"/>
                </a:lnTo>
                <a:lnTo>
                  <a:pt x="1600772" y="650319"/>
                </a:lnTo>
                <a:lnTo>
                  <a:pt x="1609982" y="608495"/>
                </a:lnTo>
                <a:lnTo>
                  <a:pt x="1619202" y="566671"/>
                </a:lnTo>
                <a:lnTo>
                  <a:pt x="1628413" y="524847"/>
                </a:lnTo>
                <a:lnTo>
                  <a:pt x="1637624" y="483022"/>
                </a:lnTo>
                <a:lnTo>
                  <a:pt x="1646844" y="441198"/>
                </a:lnTo>
                <a:lnTo>
                  <a:pt x="1656055" y="399374"/>
                </a:lnTo>
                <a:lnTo>
                  <a:pt x="1665265" y="357549"/>
                </a:lnTo>
                <a:lnTo>
                  <a:pt x="1674485" y="315725"/>
                </a:lnTo>
                <a:lnTo>
                  <a:pt x="1683696" y="273901"/>
                </a:lnTo>
                <a:lnTo>
                  <a:pt x="1692916" y="232077"/>
                </a:lnTo>
                <a:lnTo>
                  <a:pt x="1702127" y="190252"/>
                </a:lnTo>
                <a:lnTo>
                  <a:pt x="1711338" y="148428"/>
                </a:lnTo>
                <a:lnTo>
                  <a:pt x="1720558" y="106604"/>
                </a:lnTo>
                <a:lnTo>
                  <a:pt x="1729769" y="64780"/>
                </a:lnTo>
                <a:lnTo>
                  <a:pt x="1733550" y="22365"/>
                </a:lnTo>
                <a:lnTo>
                  <a:pt x="1713090" y="0"/>
                </a:lnTo>
                <a:lnTo>
                  <a:pt x="1670256" y="0"/>
                </a:lnTo>
                <a:lnTo>
                  <a:pt x="1627432" y="0"/>
                </a:lnTo>
                <a:lnTo>
                  <a:pt x="1584608" y="0"/>
                </a:lnTo>
                <a:lnTo>
                  <a:pt x="1541774" y="0"/>
                </a:lnTo>
                <a:lnTo>
                  <a:pt x="1498949" y="0"/>
                </a:lnTo>
                <a:lnTo>
                  <a:pt x="1456125" y="0"/>
                </a:lnTo>
                <a:lnTo>
                  <a:pt x="1413291" y="0"/>
                </a:lnTo>
                <a:lnTo>
                  <a:pt x="1370467" y="0"/>
                </a:lnTo>
                <a:lnTo>
                  <a:pt x="1327642" y="0"/>
                </a:lnTo>
                <a:lnTo>
                  <a:pt x="1284818" y="0"/>
                </a:lnTo>
                <a:lnTo>
                  <a:pt x="1241984" y="0"/>
                </a:lnTo>
                <a:lnTo>
                  <a:pt x="1199159" y="0"/>
                </a:lnTo>
                <a:lnTo>
                  <a:pt x="1156335" y="0"/>
                </a:lnTo>
                <a:lnTo>
                  <a:pt x="1113501" y="0"/>
                </a:lnTo>
                <a:lnTo>
                  <a:pt x="1070677" y="0"/>
                </a:lnTo>
                <a:lnTo>
                  <a:pt x="1027852" y="0"/>
                </a:lnTo>
                <a:lnTo>
                  <a:pt x="985028" y="0"/>
                </a:lnTo>
                <a:lnTo>
                  <a:pt x="942194" y="0"/>
                </a:lnTo>
                <a:lnTo>
                  <a:pt x="899370" y="0"/>
                </a:lnTo>
                <a:lnTo>
                  <a:pt x="856545" y="0"/>
                </a:lnTo>
                <a:lnTo>
                  <a:pt x="813711" y="0"/>
                </a:lnTo>
                <a:lnTo>
                  <a:pt x="770887" y="0"/>
                </a:lnTo>
                <a:lnTo>
                  <a:pt x="728062" y="0"/>
                </a:lnTo>
                <a:lnTo>
                  <a:pt x="685238" y="0"/>
                </a:lnTo>
                <a:lnTo>
                  <a:pt x="642404" y="0"/>
                </a:lnTo>
                <a:lnTo>
                  <a:pt x="599580" y="0"/>
                </a:lnTo>
                <a:lnTo>
                  <a:pt x="556755" y="0"/>
                </a:lnTo>
                <a:lnTo>
                  <a:pt x="513921" y="0"/>
                </a:lnTo>
                <a:lnTo>
                  <a:pt x="471097" y="0"/>
                </a:lnTo>
                <a:lnTo>
                  <a:pt x="428273" y="0"/>
                </a:lnTo>
                <a:lnTo>
                  <a:pt x="385448" y="0"/>
                </a:lnTo>
                <a:lnTo>
                  <a:pt x="342614" y="0"/>
                </a:lnTo>
                <a:lnTo>
                  <a:pt x="299790" y="0"/>
                </a:lnTo>
                <a:lnTo>
                  <a:pt x="256965" y="0"/>
                </a:lnTo>
                <a:lnTo>
                  <a:pt x="214132" y="0"/>
                </a:lnTo>
                <a:lnTo>
                  <a:pt x="171307" y="0"/>
                </a:lnTo>
                <a:lnTo>
                  <a:pt x="128483" y="0"/>
                </a:lnTo>
                <a:lnTo>
                  <a:pt x="85658" y="0"/>
                </a:lnTo>
                <a:lnTo>
                  <a:pt x="42824" y="0"/>
                </a:lnTo>
                <a:lnTo>
                  <a:pt x="0" y="0"/>
                </a:lnTo>
                <a:close/>
              </a:path>
            </a:pathLst>
          </a:custGeom>
          <a:gradFill xmlns:a="http://schemas.openxmlformats.org/drawingml/2006/main">
            <a:gsLst>
              <a:gs pos="0">
                <a:srgbClr val="000000"/>
              </a:gs>
              <a:gs pos="42">
                <a:srgbClr val="B8D8F2">
                  <a:alpha val="16000"/>
                </a:srgbClr>
              </a:gs>
              <a:gs pos="76">
                <a:srgbClr val="8FC4EE">
                  <a:alpha val="32000"/>
                </a:srgbClr>
              </a:gs>
              <a:gs pos="100">
                <a:srgbClr val="72B3E8">
                  <a:alpha val="52000"/>
                </a:srgbClr>
              </a:gs>
            </a:gsLst>
            <a:lin ang="10800000"/>
          </a:gradFill>
          <a:ln xmlns:a="http://schemas.openxmlformats.org/drawingml/2006/main" w="9525">
            <a:noFill/>
            <a:prstDash val="solid"/>
          </a:ln>
        </p:spPr>
      </p:sp>
      <p:sp>
        <p:nvSpPr>
          <p:cNvPr id="52" name="phase-label-0">
            <a:extLst xmlns:a="http://schemas.openxmlformats.org/drawingml/2006/main">
              <a:ext uri="{FF2B5EF4-FFF2-40B4-BE49-F238E27FC236}">
                <a16:creationId xmlns:a16="http://schemas.microsoft.com/office/drawing/2014/main" id="{01F66C2C-4C65-4ACC-AB3F-4141B25DC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1638300"/>
            <a:ext cx="228600" cy="205099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阶段一</a:t>
            </a:r>
          </a:p>
        </p:txBody>
      </p:sp>
      <p:sp>
        <p:nvSpPr>
          <p:cNvPr id="53" name="phase-label-1">
            <a:extLst xmlns:a="http://schemas.openxmlformats.org/drawingml/2006/main">
              <a:ext uri="{FF2B5EF4-FFF2-40B4-BE49-F238E27FC236}">
                <a16:creationId xmlns:a16="http://schemas.microsoft.com/office/drawing/2014/main" id="{D4BF1AFD-CA90-4BC4-A711-84C46F1C0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3689299"/>
            <a:ext cx="228600" cy="121279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阶段二</a:t>
            </a:r>
          </a:p>
        </p:txBody>
      </p:sp>
      <p:sp>
        <p:nvSpPr>
          <p:cNvPr id="54" name="phase-label-2">
            <a:extLst xmlns:a="http://schemas.openxmlformats.org/drawingml/2006/main">
              <a:ext uri="{FF2B5EF4-FFF2-40B4-BE49-F238E27FC236}">
                <a16:creationId xmlns:a16="http://schemas.microsoft.com/office/drawing/2014/main" id="{34C2C6E3-8882-47F9-A2F8-74F18F0B0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4902098"/>
            <a:ext cx="228600" cy="130804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阶段三</a:t>
            </a:r>
          </a:p>
        </p:txBody>
      </p:sp>
      <p:sp>
        <p:nvSpPr>
          <p:cNvPr id="55" name="funnel-step-title-0">
            <a:extLst xmlns:a="http://schemas.openxmlformats.org/drawingml/2006/main">
              <a:ext uri="{FF2B5EF4-FFF2-40B4-BE49-F238E27FC236}">
                <a16:creationId xmlns:a16="http://schemas.microsoft.com/office/drawing/2014/main" id="{A996F254-F114-4234-B56F-F94584203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528117" y="2944711"/>
            <a:ext cx="2183016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3600"/>
              </a:lnSpc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广泛触达</a:t>
            </a:r>
          </a:p>
        </p:txBody>
      </p:sp>
      <p:sp>
        <p:nvSpPr>
          <p:cNvPr id="56" name="funnel-step-title-1">
            <a:extLst xmlns:a="http://schemas.openxmlformats.org/drawingml/2006/main">
              <a:ext uri="{FF2B5EF4-FFF2-40B4-BE49-F238E27FC236}">
                <a16:creationId xmlns:a16="http://schemas.microsoft.com/office/drawing/2014/main" id="{8FE43FF0-4DED-456D-9F2E-36000BC58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10165" y="4157663"/>
            <a:ext cx="141893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3600"/>
              </a:lnSpc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兴趣识别</a:t>
            </a:r>
          </a:p>
        </p:txBody>
      </p:sp>
      <p:sp>
        <p:nvSpPr>
          <p:cNvPr id="57" name="funnel-step-title-2">
            <a:extLst xmlns:a="http://schemas.openxmlformats.org/drawingml/2006/main">
              <a:ext uri="{FF2B5EF4-FFF2-40B4-BE49-F238E27FC236}">
                <a16:creationId xmlns:a16="http://schemas.microsoft.com/office/drawing/2014/main" id="{ED7003A8-CBD1-4FCB-A763-D6B7FA2A7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200525" y="5370462"/>
            <a:ext cx="8382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意向培育</a:t>
            </a:r>
          </a:p>
        </p:txBody>
      </p:sp>
      <p:sp>
        <p:nvSpPr>
          <p:cNvPr id="58" name="input-core-0">
            <a:extLst xmlns:a="http://schemas.openxmlformats.org/drawingml/2006/main">
              <a:ext uri="{FF2B5EF4-FFF2-40B4-BE49-F238E27FC236}">
                <a16:creationId xmlns:a16="http://schemas.microsoft.com/office/drawing/2014/main" id="{6FD09BE3-A3FD-4E15-93C0-A12C7266F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343275" y="190500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23"/>
          <a:fontRef xmlns:a="http://schemas.openxmlformats.org/drawingml/2006/main" idx="major"/>
        </p:style>
      </p:sp>
      <p:pic>
        <p:nvPicPr>
          <p:cNvPr id="1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e93d62ee3274be3">
            <a:extLst>
              <a:ext uri="{96DAC541-7B7A-43D3-8B79-37D633B846F1}">
                <asvg:svgBlip xmlns:asvg="http://schemas.microsoft.com/office/drawing/2016/SVG/main" r:embed="R581eac5952c94be5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3438525" y="2000250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60" name="input-core-1">
            <a:extLst xmlns:a="http://schemas.openxmlformats.org/drawingml/2006/main">
              <a:ext uri="{FF2B5EF4-FFF2-40B4-BE49-F238E27FC236}">
                <a16:creationId xmlns:a16="http://schemas.microsoft.com/office/drawing/2014/main" id="{1BA3CA23-1F18-4DB1-8BAE-BCA411211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419600" y="1704975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23"/>
          <a:fontRef xmlns:a="http://schemas.openxmlformats.org/drawingml/2006/main" idx="major"/>
        </p:style>
      </p:sp>
      <p:pic>
        <p:nvPicPr>
          <p:cNvPr id="1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9938a4ae592492e">
            <a:extLst>
              <a:ext uri="{96DAC541-7B7A-43D3-8B79-37D633B846F1}">
                <asvg:svgBlip xmlns:asvg="http://schemas.microsoft.com/office/drawing/2016/SVG/main" r:embed="R73f47857be8d4eae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4514850" y="1800225"/>
            <a:ext cx="209550" cy="209550"/>
          </a:xfrm>
          <a:prstGeom xmlns:a="http://schemas.openxmlformats.org/drawingml/2006/main" prst="rect">
            <a:avLst/>
          </a:prstGeom>
        </p:spPr>
      </p:pic>
      <p:sp>
        <p:nvSpPr>
          <p:cNvPr id="62" name="input-core-2">
            <a:extLst xmlns:a="http://schemas.openxmlformats.org/drawingml/2006/main">
              <a:ext uri="{FF2B5EF4-FFF2-40B4-BE49-F238E27FC236}">
                <a16:creationId xmlns:a16="http://schemas.microsoft.com/office/drawing/2014/main" id="{9BECF5EA-55D8-41B7-829B-884B1FF54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438775" y="18478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23"/>
          <a:fontRef xmlns:a="http://schemas.openxmlformats.org/drawingml/2006/main" idx="major"/>
        </p:style>
      </p:sp>
      <p:pic>
        <p:nvPicPr>
          <p:cNvPr id="1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8369b3fd11a4c37">
            <a:extLst>
              <a:ext uri="{96DAC541-7B7A-43D3-8B79-37D633B846F1}">
                <asvg:svgBlip xmlns:asvg="http://schemas.microsoft.com/office/drawing/2016/SVG/main" r:embed="Ra5624139993d4b38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5534025" y="1943100"/>
            <a:ext cx="266700" cy="2667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437031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6" name="phase-band-0">
            <a:extLst xmlns:a="http://schemas.openxmlformats.org/drawingml/2006/main">
              <a:ext uri="{FF2B5EF4-FFF2-40B4-BE49-F238E27FC236}">
                <a16:creationId xmlns:a16="http://schemas.microsoft.com/office/drawing/2014/main" id="{5A4932F9-1682-4592-8A9D-DC044CC86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1638300"/>
            <a:ext cx="11144250" cy="205099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phase-band-1">
            <a:extLst xmlns:a="http://schemas.openxmlformats.org/drawingml/2006/main">
              <a:ext uri="{FF2B5EF4-FFF2-40B4-BE49-F238E27FC236}">
                <a16:creationId xmlns:a16="http://schemas.microsoft.com/office/drawing/2014/main" id="{94CE76AD-B005-462A-BB67-787E2FD35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3689299"/>
            <a:ext cx="11144250" cy="121279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38100">
            <a:solidFill>
              <a:srgbClr val="FFFFFF"/>
            </a:solidFill>
            <a:prstDash val="solid"/>
          </a:ln>
        </p:spPr>
      </p:sp>
      <p:sp>
        <p:nvSpPr>
          <p:cNvPr id="3" name="phase-band-2">
            <a:extLst xmlns:a="http://schemas.openxmlformats.org/drawingml/2006/main">
              <a:ext uri="{FF2B5EF4-FFF2-40B4-BE49-F238E27FC236}">
                <a16:creationId xmlns:a16="http://schemas.microsoft.com/office/drawing/2014/main" id="{D680E84D-B558-4081-9D0D-D851C44CB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4902098"/>
            <a:ext cx="11144250" cy="130804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38100">
            <a:solidFill>
              <a:srgbClr val="FFFFFF"/>
            </a:solidFill>
            <a:prstDash val="solid"/>
          </a:ln>
        </p:spPr>
      </p:sp>
      <p:sp>
        <p:nvSpPr>
          <p:cNvPr id="4" name="phase-rail-0">
            <a:extLst xmlns:a="http://schemas.openxmlformats.org/drawingml/2006/main">
              <a:ext uri="{FF2B5EF4-FFF2-40B4-BE49-F238E27FC236}">
                <a16:creationId xmlns:a16="http://schemas.microsoft.com/office/drawing/2014/main" id="{83A5DC65-1F40-4A38-BE7E-B2076AD6E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1638300"/>
            <a:ext cx="514350" cy="2046494"/>
          </a:xfrm>
          <a:custGeom xmlns:a="http://schemas.openxmlformats.org/drawingml/2006/main">
            <a:pathLst>
              <a:path w="514350" h="2046494">
                <a:moveTo>
                  <a:pt x="0" y="0"/>
                </a:moveTo>
                <a:lnTo>
                  <a:pt x="20498" y="0"/>
                </a:lnTo>
                <a:lnTo>
                  <a:pt x="40996" y="0"/>
                </a:lnTo>
                <a:lnTo>
                  <a:pt x="61493" y="0"/>
                </a:lnTo>
                <a:lnTo>
                  <a:pt x="81982" y="0"/>
                </a:lnTo>
                <a:lnTo>
                  <a:pt x="102479" y="0"/>
                </a:lnTo>
                <a:lnTo>
                  <a:pt x="122977" y="0"/>
                </a:lnTo>
                <a:lnTo>
                  <a:pt x="143475" y="0"/>
                </a:lnTo>
                <a:lnTo>
                  <a:pt x="163973" y="0"/>
                </a:lnTo>
                <a:lnTo>
                  <a:pt x="184471" y="0"/>
                </a:lnTo>
                <a:lnTo>
                  <a:pt x="204959" y="0"/>
                </a:lnTo>
                <a:lnTo>
                  <a:pt x="225457" y="0"/>
                </a:lnTo>
                <a:lnTo>
                  <a:pt x="245955" y="0"/>
                </a:lnTo>
                <a:lnTo>
                  <a:pt x="266452" y="0"/>
                </a:lnTo>
                <a:lnTo>
                  <a:pt x="286950" y="0"/>
                </a:lnTo>
                <a:lnTo>
                  <a:pt x="307448" y="0"/>
                </a:lnTo>
                <a:lnTo>
                  <a:pt x="327936" y="0"/>
                </a:lnTo>
                <a:lnTo>
                  <a:pt x="348434" y="0"/>
                </a:lnTo>
                <a:lnTo>
                  <a:pt x="368932" y="0"/>
                </a:lnTo>
                <a:lnTo>
                  <a:pt x="389430" y="0"/>
                </a:lnTo>
                <a:lnTo>
                  <a:pt x="409927" y="0"/>
                </a:lnTo>
                <a:lnTo>
                  <a:pt x="430425" y="0"/>
                </a:lnTo>
                <a:lnTo>
                  <a:pt x="450914" y="0"/>
                </a:lnTo>
                <a:lnTo>
                  <a:pt x="471411" y="0"/>
                </a:lnTo>
                <a:lnTo>
                  <a:pt x="491909" y="0"/>
                </a:lnTo>
                <a:lnTo>
                  <a:pt x="512407" y="0"/>
                </a:lnTo>
                <a:lnTo>
                  <a:pt x="514350" y="18555"/>
                </a:lnTo>
                <a:lnTo>
                  <a:pt x="514350" y="39043"/>
                </a:lnTo>
                <a:lnTo>
                  <a:pt x="514350" y="59541"/>
                </a:lnTo>
                <a:lnTo>
                  <a:pt x="514350" y="80039"/>
                </a:lnTo>
                <a:lnTo>
                  <a:pt x="514350" y="100536"/>
                </a:lnTo>
                <a:lnTo>
                  <a:pt x="514350" y="121034"/>
                </a:lnTo>
                <a:lnTo>
                  <a:pt x="514350" y="141522"/>
                </a:lnTo>
                <a:lnTo>
                  <a:pt x="514350" y="162020"/>
                </a:lnTo>
                <a:lnTo>
                  <a:pt x="514350" y="182518"/>
                </a:lnTo>
                <a:lnTo>
                  <a:pt x="514350" y="203016"/>
                </a:lnTo>
                <a:lnTo>
                  <a:pt x="514350" y="223504"/>
                </a:lnTo>
                <a:lnTo>
                  <a:pt x="514350" y="244002"/>
                </a:lnTo>
                <a:lnTo>
                  <a:pt x="514350" y="264500"/>
                </a:lnTo>
                <a:lnTo>
                  <a:pt x="514350" y="284998"/>
                </a:lnTo>
                <a:lnTo>
                  <a:pt x="514350" y="305495"/>
                </a:lnTo>
                <a:lnTo>
                  <a:pt x="514350" y="325984"/>
                </a:lnTo>
                <a:lnTo>
                  <a:pt x="514350" y="346481"/>
                </a:lnTo>
                <a:lnTo>
                  <a:pt x="514350" y="366979"/>
                </a:lnTo>
                <a:lnTo>
                  <a:pt x="514350" y="387477"/>
                </a:lnTo>
                <a:lnTo>
                  <a:pt x="514350" y="407975"/>
                </a:lnTo>
                <a:lnTo>
                  <a:pt x="514350" y="428463"/>
                </a:lnTo>
                <a:lnTo>
                  <a:pt x="514350" y="448961"/>
                </a:lnTo>
                <a:lnTo>
                  <a:pt x="514350" y="469459"/>
                </a:lnTo>
                <a:lnTo>
                  <a:pt x="514350" y="489956"/>
                </a:lnTo>
                <a:lnTo>
                  <a:pt x="514350" y="510445"/>
                </a:lnTo>
                <a:lnTo>
                  <a:pt x="514350" y="530943"/>
                </a:lnTo>
                <a:lnTo>
                  <a:pt x="514350" y="551440"/>
                </a:lnTo>
                <a:lnTo>
                  <a:pt x="514350" y="571938"/>
                </a:lnTo>
                <a:lnTo>
                  <a:pt x="514350" y="592436"/>
                </a:lnTo>
                <a:lnTo>
                  <a:pt x="514350" y="612924"/>
                </a:lnTo>
                <a:lnTo>
                  <a:pt x="514350" y="633422"/>
                </a:lnTo>
                <a:lnTo>
                  <a:pt x="514350" y="653920"/>
                </a:lnTo>
                <a:lnTo>
                  <a:pt x="514350" y="674418"/>
                </a:lnTo>
                <a:lnTo>
                  <a:pt x="514350" y="694915"/>
                </a:lnTo>
                <a:lnTo>
                  <a:pt x="514350" y="715404"/>
                </a:lnTo>
                <a:lnTo>
                  <a:pt x="514350" y="735902"/>
                </a:lnTo>
                <a:lnTo>
                  <a:pt x="514350" y="756399"/>
                </a:lnTo>
                <a:lnTo>
                  <a:pt x="514350" y="776897"/>
                </a:lnTo>
                <a:lnTo>
                  <a:pt x="514350" y="797385"/>
                </a:lnTo>
                <a:lnTo>
                  <a:pt x="514350" y="817883"/>
                </a:lnTo>
                <a:lnTo>
                  <a:pt x="514350" y="838381"/>
                </a:lnTo>
                <a:lnTo>
                  <a:pt x="514350" y="858879"/>
                </a:lnTo>
                <a:lnTo>
                  <a:pt x="514350" y="879377"/>
                </a:lnTo>
                <a:lnTo>
                  <a:pt x="514350" y="899865"/>
                </a:lnTo>
                <a:lnTo>
                  <a:pt x="514350" y="920363"/>
                </a:lnTo>
                <a:lnTo>
                  <a:pt x="514350" y="940860"/>
                </a:lnTo>
                <a:lnTo>
                  <a:pt x="514350" y="961358"/>
                </a:lnTo>
                <a:lnTo>
                  <a:pt x="514350" y="981847"/>
                </a:lnTo>
                <a:lnTo>
                  <a:pt x="514350" y="1002344"/>
                </a:lnTo>
                <a:lnTo>
                  <a:pt x="514350" y="1022842"/>
                </a:lnTo>
                <a:lnTo>
                  <a:pt x="514350" y="1043340"/>
                </a:lnTo>
                <a:lnTo>
                  <a:pt x="514350" y="1063838"/>
                </a:lnTo>
                <a:lnTo>
                  <a:pt x="514350" y="1084326"/>
                </a:lnTo>
                <a:lnTo>
                  <a:pt x="514350" y="1104824"/>
                </a:lnTo>
                <a:lnTo>
                  <a:pt x="514350" y="1125322"/>
                </a:lnTo>
                <a:lnTo>
                  <a:pt x="514350" y="1145819"/>
                </a:lnTo>
                <a:lnTo>
                  <a:pt x="514350" y="1166317"/>
                </a:lnTo>
                <a:lnTo>
                  <a:pt x="514350" y="1186805"/>
                </a:lnTo>
                <a:lnTo>
                  <a:pt x="514350" y="1207303"/>
                </a:lnTo>
                <a:lnTo>
                  <a:pt x="514350" y="1227801"/>
                </a:lnTo>
                <a:lnTo>
                  <a:pt x="514350" y="1248299"/>
                </a:lnTo>
                <a:lnTo>
                  <a:pt x="514350" y="1268787"/>
                </a:lnTo>
                <a:lnTo>
                  <a:pt x="514350" y="1289285"/>
                </a:lnTo>
                <a:lnTo>
                  <a:pt x="514350" y="1309783"/>
                </a:lnTo>
                <a:lnTo>
                  <a:pt x="514350" y="1330281"/>
                </a:lnTo>
                <a:lnTo>
                  <a:pt x="514350" y="1350778"/>
                </a:lnTo>
                <a:lnTo>
                  <a:pt x="514350" y="1371267"/>
                </a:lnTo>
                <a:lnTo>
                  <a:pt x="514350" y="1391764"/>
                </a:lnTo>
                <a:lnTo>
                  <a:pt x="514350" y="1412262"/>
                </a:lnTo>
                <a:lnTo>
                  <a:pt x="514350" y="1432760"/>
                </a:lnTo>
                <a:lnTo>
                  <a:pt x="514350" y="1453248"/>
                </a:lnTo>
                <a:lnTo>
                  <a:pt x="514350" y="1473746"/>
                </a:lnTo>
                <a:lnTo>
                  <a:pt x="514350" y="1494244"/>
                </a:lnTo>
                <a:lnTo>
                  <a:pt x="514350" y="1514742"/>
                </a:lnTo>
                <a:lnTo>
                  <a:pt x="514350" y="1535240"/>
                </a:lnTo>
                <a:lnTo>
                  <a:pt x="514350" y="1555728"/>
                </a:lnTo>
                <a:lnTo>
                  <a:pt x="514350" y="1576226"/>
                </a:lnTo>
                <a:lnTo>
                  <a:pt x="514350" y="1596723"/>
                </a:lnTo>
                <a:lnTo>
                  <a:pt x="514350" y="1617221"/>
                </a:lnTo>
                <a:lnTo>
                  <a:pt x="514350" y="1637719"/>
                </a:lnTo>
                <a:lnTo>
                  <a:pt x="514350" y="1658207"/>
                </a:lnTo>
                <a:lnTo>
                  <a:pt x="514350" y="1678705"/>
                </a:lnTo>
                <a:lnTo>
                  <a:pt x="514350" y="1699203"/>
                </a:lnTo>
                <a:lnTo>
                  <a:pt x="514350" y="1719701"/>
                </a:lnTo>
                <a:lnTo>
                  <a:pt x="514350" y="1740189"/>
                </a:lnTo>
                <a:lnTo>
                  <a:pt x="514350" y="1760687"/>
                </a:lnTo>
                <a:lnTo>
                  <a:pt x="514350" y="1781185"/>
                </a:lnTo>
                <a:lnTo>
                  <a:pt x="514350" y="1801682"/>
                </a:lnTo>
                <a:lnTo>
                  <a:pt x="514350" y="1822180"/>
                </a:lnTo>
                <a:lnTo>
                  <a:pt x="514350" y="1842668"/>
                </a:lnTo>
                <a:lnTo>
                  <a:pt x="514350" y="1863166"/>
                </a:lnTo>
                <a:lnTo>
                  <a:pt x="514350" y="1883664"/>
                </a:lnTo>
                <a:lnTo>
                  <a:pt x="514350" y="1904162"/>
                </a:lnTo>
                <a:lnTo>
                  <a:pt x="499901" y="1916154"/>
                </a:lnTo>
                <a:lnTo>
                  <a:pt x="481984" y="1926107"/>
                </a:lnTo>
                <a:lnTo>
                  <a:pt x="464068" y="1936061"/>
                </a:lnTo>
                <a:lnTo>
                  <a:pt x="446151" y="1946015"/>
                </a:lnTo>
                <a:lnTo>
                  <a:pt x="428234" y="1955968"/>
                </a:lnTo>
                <a:lnTo>
                  <a:pt x="410318" y="1965922"/>
                </a:lnTo>
                <a:lnTo>
                  <a:pt x="392401" y="1975876"/>
                </a:lnTo>
                <a:lnTo>
                  <a:pt x="374485" y="1985829"/>
                </a:lnTo>
                <a:lnTo>
                  <a:pt x="356568" y="1995783"/>
                </a:lnTo>
                <a:lnTo>
                  <a:pt x="338652" y="2005736"/>
                </a:lnTo>
                <a:lnTo>
                  <a:pt x="320735" y="2015690"/>
                </a:lnTo>
                <a:lnTo>
                  <a:pt x="302819" y="2025644"/>
                </a:lnTo>
                <a:lnTo>
                  <a:pt x="284902" y="2035597"/>
                </a:lnTo>
                <a:lnTo>
                  <a:pt x="266986" y="2045551"/>
                </a:lnTo>
                <a:lnTo>
                  <a:pt x="249069" y="2046494"/>
                </a:lnTo>
                <a:lnTo>
                  <a:pt x="231153" y="2036540"/>
                </a:lnTo>
                <a:lnTo>
                  <a:pt x="213236" y="2026587"/>
                </a:lnTo>
                <a:lnTo>
                  <a:pt x="195320" y="2016633"/>
                </a:lnTo>
                <a:lnTo>
                  <a:pt x="177403" y="2006679"/>
                </a:lnTo>
                <a:lnTo>
                  <a:pt x="159477" y="1996726"/>
                </a:lnTo>
                <a:lnTo>
                  <a:pt x="141561" y="1986772"/>
                </a:lnTo>
                <a:lnTo>
                  <a:pt x="123644" y="1976819"/>
                </a:lnTo>
                <a:lnTo>
                  <a:pt x="105728" y="1966865"/>
                </a:lnTo>
                <a:lnTo>
                  <a:pt x="87811" y="1956911"/>
                </a:lnTo>
                <a:lnTo>
                  <a:pt x="69894" y="1946958"/>
                </a:lnTo>
                <a:lnTo>
                  <a:pt x="51978" y="1937004"/>
                </a:lnTo>
                <a:lnTo>
                  <a:pt x="34061" y="1927050"/>
                </a:lnTo>
                <a:lnTo>
                  <a:pt x="16145" y="1917097"/>
                </a:lnTo>
                <a:lnTo>
                  <a:pt x="0" y="1906105"/>
                </a:lnTo>
                <a:lnTo>
                  <a:pt x="0" y="1885607"/>
                </a:lnTo>
                <a:lnTo>
                  <a:pt x="0" y="1865109"/>
                </a:lnTo>
                <a:lnTo>
                  <a:pt x="0" y="1844612"/>
                </a:lnTo>
                <a:lnTo>
                  <a:pt x="0" y="1824123"/>
                </a:lnTo>
                <a:lnTo>
                  <a:pt x="0" y="1803625"/>
                </a:lnTo>
                <a:lnTo>
                  <a:pt x="0" y="1783128"/>
                </a:lnTo>
                <a:lnTo>
                  <a:pt x="0" y="1762630"/>
                </a:lnTo>
                <a:lnTo>
                  <a:pt x="0" y="1742142"/>
                </a:lnTo>
                <a:lnTo>
                  <a:pt x="0" y="1721644"/>
                </a:lnTo>
                <a:lnTo>
                  <a:pt x="0" y="1701146"/>
                </a:lnTo>
                <a:lnTo>
                  <a:pt x="0" y="1680648"/>
                </a:lnTo>
                <a:lnTo>
                  <a:pt x="0" y="1660150"/>
                </a:lnTo>
                <a:lnTo>
                  <a:pt x="0" y="1639662"/>
                </a:lnTo>
                <a:lnTo>
                  <a:pt x="0" y="1619164"/>
                </a:lnTo>
                <a:lnTo>
                  <a:pt x="0" y="1598666"/>
                </a:lnTo>
                <a:lnTo>
                  <a:pt x="0" y="1578169"/>
                </a:lnTo>
                <a:lnTo>
                  <a:pt x="0" y="1557680"/>
                </a:lnTo>
                <a:lnTo>
                  <a:pt x="0" y="1537183"/>
                </a:lnTo>
                <a:lnTo>
                  <a:pt x="0" y="1516685"/>
                </a:lnTo>
                <a:lnTo>
                  <a:pt x="0" y="1496187"/>
                </a:lnTo>
                <a:lnTo>
                  <a:pt x="0" y="1475689"/>
                </a:lnTo>
                <a:lnTo>
                  <a:pt x="0" y="1455201"/>
                </a:lnTo>
                <a:lnTo>
                  <a:pt x="0" y="1434703"/>
                </a:lnTo>
                <a:lnTo>
                  <a:pt x="0" y="1414205"/>
                </a:lnTo>
                <a:lnTo>
                  <a:pt x="0" y="1393708"/>
                </a:lnTo>
                <a:lnTo>
                  <a:pt x="0" y="1373210"/>
                </a:lnTo>
                <a:lnTo>
                  <a:pt x="0" y="1352721"/>
                </a:lnTo>
                <a:lnTo>
                  <a:pt x="0" y="1332224"/>
                </a:lnTo>
                <a:lnTo>
                  <a:pt x="0" y="1311726"/>
                </a:lnTo>
                <a:lnTo>
                  <a:pt x="0" y="1291228"/>
                </a:lnTo>
                <a:lnTo>
                  <a:pt x="0" y="1270740"/>
                </a:lnTo>
                <a:lnTo>
                  <a:pt x="0" y="1250242"/>
                </a:lnTo>
                <a:lnTo>
                  <a:pt x="0" y="1229744"/>
                </a:lnTo>
                <a:lnTo>
                  <a:pt x="0" y="1209246"/>
                </a:lnTo>
                <a:lnTo>
                  <a:pt x="0" y="1188749"/>
                </a:lnTo>
                <a:lnTo>
                  <a:pt x="0" y="1168260"/>
                </a:lnTo>
                <a:lnTo>
                  <a:pt x="0" y="1147763"/>
                </a:lnTo>
                <a:lnTo>
                  <a:pt x="0" y="1127265"/>
                </a:lnTo>
                <a:lnTo>
                  <a:pt x="0" y="1106767"/>
                </a:lnTo>
                <a:lnTo>
                  <a:pt x="0" y="1086279"/>
                </a:lnTo>
                <a:lnTo>
                  <a:pt x="0" y="1065781"/>
                </a:lnTo>
                <a:lnTo>
                  <a:pt x="0" y="1045283"/>
                </a:lnTo>
                <a:lnTo>
                  <a:pt x="0" y="1024785"/>
                </a:lnTo>
                <a:lnTo>
                  <a:pt x="0" y="1004287"/>
                </a:lnTo>
                <a:lnTo>
                  <a:pt x="0" y="983799"/>
                </a:lnTo>
                <a:lnTo>
                  <a:pt x="0" y="963301"/>
                </a:lnTo>
                <a:lnTo>
                  <a:pt x="0" y="942804"/>
                </a:lnTo>
                <a:lnTo>
                  <a:pt x="0" y="922306"/>
                </a:lnTo>
                <a:lnTo>
                  <a:pt x="0" y="901808"/>
                </a:lnTo>
                <a:lnTo>
                  <a:pt x="0" y="881320"/>
                </a:lnTo>
                <a:lnTo>
                  <a:pt x="0" y="860822"/>
                </a:lnTo>
                <a:lnTo>
                  <a:pt x="0" y="840324"/>
                </a:lnTo>
                <a:lnTo>
                  <a:pt x="0" y="819826"/>
                </a:lnTo>
                <a:lnTo>
                  <a:pt x="0" y="799338"/>
                </a:lnTo>
                <a:lnTo>
                  <a:pt x="0" y="778840"/>
                </a:lnTo>
                <a:lnTo>
                  <a:pt x="0" y="758342"/>
                </a:lnTo>
                <a:lnTo>
                  <a:pt x="0" y="737845"/>
                </a:lnTo>
                <a:lnTo>
                  <a:pt x="0" y="717347"/>
                </a:lnTo>
                <a:lnTo>
                  <a:pt x="0" y="696859"/>
                </a:lnTo>
                <a:lnTo>
                  <a:pt x="0" y="676361"/>
                </a:lnTo>
                <a:lnTo>
                  <a:pt x="0" y="655863"/>
                </a:lnTo>
                <a:lnTo>
                  <a:pt x="0" y="635365"/>
                </a:lnTo>
                <a:lnTo>
                  <a:pt x="0" y="614867"/>
                </a:lnTo>
                <a:lnTo>
                  <a:pt x="0" y="594379"/>
                </a:lnTo>
                <a:lnTo>
                  <a:pt x="0" y="573881"/>
                </a:lnTo>
                <a:lnTo>
                  <a:pt x="0" y="553383"/>
                </a:lnTo>
                <a:lnTo>
                  <a:pt x="0" y="532886"/>
                </a:lnTo>
                <a:lnTo>
                  <a:pt x="0" y="512397"/>
                </a:lnTo>
                <a:lnTo>
                  <a:pt x="0" y="491900"/>
                </a:lnTo>
                <a:lnTo>
                  <a:pt x="0" y="471402"/>
                </a:lnTo>
                <a:lnTo>
                  <a:pt x="0" y="450904"/>
                </a:lnTo>
                <a:lnTo>
                  <a:pt x="0" y="430406"/>
                </a:lnTo>
                <a:lnTo>
                  <a:pt x="0" y="409918"/>
                </a:lnTo>
                <a:lnTo>
                  <a:pt x="0" y="389420"/>
                </a:lnTo>
                <a:lnTo>
                  <a:pt x="0" y="368922"/>
                </a:lnTo>
                <a:lnTo>
                  <a:pt x="0" y="348425"/>
                </a:lnTo>
                <a:lnTo>
                  <a:pt x="0" y="327936"/>
                </a:lnTo>
                <a:lnTo>
                  <a:pt x="0" y="307438"/>
                </a:lnTo>
                <a:lnTo>
                  <a:pt x="0" y="286941"/>
                </a:lnTo>
                <a:lnTo>
                  <a:pt x="0" y="266443"/>
                </a:lnTo>
                <a:lnTo>
                  <a:pt x="0" y="245945"/>
                </a:lnTo>
                <a:lnTo>
                  <a:pt x="0" y="225457"/>
                </a:lnTo>
                <a:lnTo>
                  <a:pt x="0" y="204959"/>
                </a:lnTo>
                <a:lnTo>
                  <a:pt x="0" y="184461"/>
                </a:lnTo>
                <a:lnTo>
                  <a:pt x="0" y="163963"/>
                </a:lnTo>
                <a:lnTo>
                  <a:pt x="0" y="143466"/>
                </a:lnTo>
                <a:lnTo>
                  <a:pt x="0" y="122977"/>
                </a:lnTo>
                <a:lnTo>
                  <a:pt x="0" y="102479"/>
                </a:lnTo>
                <a:lnTo>
                  <a:pt x="0" y="81982"/>
                </a:lnTo>
                <a:lnTo>
                  <a:pt x="0" y="61484"/>
                </a:lnTo>
                <a:lnTo>
                  <a:pt x="0" y="40996"/>
                </a:lnTo>
                <a:lnTo>
                  <a:pt x="0" y="20498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5" name="phase-title-0">
            <a:extLst xmlns:a="http://schemas.openxmlformats.org/drawingml/2006/main">
              <a:ext uri="{FF2B5EF4-FFF2-40B4-BE49-F238E27FC236}">
                <a16:creationId xmlns:a16="http://schemas.microsoft.com/office/drawing/2014/main" id="{E5191C3F-9AE4-4109-870E-42E603A20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2192979"/>
            <a:ext cx="1428750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精准触达</a:t>
            </a:r>
          </a:p>
        </p:txBody>
      </p:sp>
      <p:sp>
        <p:nvSpPr>
          <p:cNvPr id="6" name="phase-body-0">
            <a:extLst xmlns:a="http://schemas.openxmlformats.org/drawingml/2006/main">
              <a:ext uri="{FF2B5EF4-FFF2-40B4-BE49-F238E27FC236}">
                <a16:creationId xmlns:a16="http://schemas.microsoft.com/office/drawing/2014/main" id="{4D2B2F65-C63D-4BFD-933F-49A767F9F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2547195"/>
            <a:ext cx="1428750" cy="587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让目标对象进</a:t>
            </a:r>
          </a:p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入体系</a:t>
            </a:r>
          </a:p>
        </p:txBody>
      </p:sp>
      <p:sp>
        <p:nvSpPr>
          <p:cNvPr id="7" name="action-icon-shell-0-0">
            <a:extLst xmlns:a="http://schemas.openxmlformats.org/drawingml/2006/main">
              <a:ext uri="{FF2B5EF4-FFF2-40B4-BE49-F238E27FC236}">
                <a16:creationId xmlns:a16="http://schemas.microsoft.com/office/drawing/2014/main" id="{4E4AE8CA-6749-4775-A1BA-563D02B8E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2187473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7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1b49f4f9fbb4170">
            <a:extLst>
              <a:ext uri="{96DAC541-7B7A-43D3-8B79-37D633B846F1}">
                <asvg:svgBlip xmlns:asvg="http://schemas.microsoft.com/office/drawing/2016/SVG/main" r:embed="R717e7efdd18c4242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2263673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9" name="action-title-0-0">
            <a:extLst xmlns:a="http://schemas.openxmlformats.org/drawingml/2006/main">
              <a:ext uri="{FF2B5EF4-FFF2-40B4-BE49-F238E27FC236}">
                <a16:creationId xmlns:a16="http://schemas.microsoft.com/office/drawing/2014/main" id="{BE244A1A-85E9-4886-8299-72048720B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126456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标签体系</a:t>
            </a:r>
          </a:p>
        </p:txBody>
      </p:sp>
      <p:sp>
        <p:nvSpPr>
          <p:cNvPr id="10" name="action-body-0-0">
            <a:extLst xmlns:a="http://schemas.openxmlformats.org/drawingml/2006/main">
              <a:ext uri="{FF2B5EF4-FFF2-40B4-BE49-F238E27FC236}">
                <a16:creationId xmlns:a16="http://schemas.microsoft.com/office/drawing/2014/main" id="{CB7BD7B3-BFF3-4CBF-AD71-423CE2221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355056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形成可识别对象</a:t>
            </a:r>
          </a:p>
        </p:txBody>
      </p:sp>
      <p:sp>
        <p:nvSpPr>
          <p:cNvPr id="11" name="action-icon-shell-0-1">
            <a:extLst xmlns:a="http://schemas.openxmlformats.org/drawingml/2006/main">
              <a:ext uri="{FF2B5EF4-FFF2-40B4-BE49-F238E27FC236}">
                <a16:creationId xmlns:a16="http://schemas.microsoft.com/office/drawing/2014/main" id="{018879F2-A971-4CD5-A246-2C9A139F9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2187473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7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bc9c8d3b0e844f0">
            <a:extLst>
              <a:ext uri="{96DAC541-7B7A-43D3-8B79-37D633B846F1}">
                <asvg:svgBlip xmlns:asvg="http://schemas.microsoft.com/office/drawing/2016/SVG/main" r:embed="R3b9350c385594629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2263673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13" name="action-title-0-1">
            <a:extLst xmlns:a="http://schemas.openxmlformats.org/drawingml/2006/main">
              <a:ext uri="{FF2B5EF4-FFF2-40B4-BE49-F238E27FC236}">
                <a16:creationId xmlns:a16="http://schemas.microsoft.com/office/drawing/2014/main" id="{FE435864-55F3-4AA0-9E51-5946C2CBF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126456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渠道连接</a:t>
            </a:r>
          </a:p>
        </p:txBody>
      </p:sp>
      <p:sp>
        <p:nvSpPr>
          <p:cNvPr id="14" name="action-body-0-1">
            <a:extLst xmlns:a="http://schemas.openxmlformats.org/drawingml/2006/main">
              <a:ext uri="{FF2B5EF4-FFF2-40B4-BE49-F238E27FC236}">
                <a16:creationId xmlns:a16="http://schemas.microsoft.com/office/drawing/2014/main" id="{351A6F33-907D-4777-9438-A731FF216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355056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连接主要触点</a:t>
            </a:r>
          </a:p>
        </p:txBody>
      </p:sp>
      <p:sp>
        <p:nvSpPr>
          <p:cNvPr id="15" name="action-icon-shell-0-2">
            <a:extLst xmlns:a="http://schemas.openxmlformats.org/drawingml/2006/main">
              <a:ext uri="{FF2B5EF4-FFF2-40B4-BE49-F238E27FC236}">
                <a16:creationId xmlns:a16="http://schemas.microsoft.com/office/drawing/2014/main" id="{BCA0DC3E-86B4-4C87-9AF3-DAC5BC329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2797073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8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d052f41c324498b">
            <a:extLst>
              <a:ext uri="{96DAC541-7B7A-43D3-8B79-37D633B846F1}">
                <asvg:svgBlip xmlns:asvg="http://schemas.microsoft.com/office/drawing/2016/SVG/main" r:embed="Re7d63a44f64341de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2873273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17" name="action-title-0-2">
            <a:extLst xmlns:a="http://schemas.openxmlformats.org/drawingml/2006/main">
              <a:ext uri="{FF2B5EF4-FFF2-40B4-BE49-F238E27FC236}">
                <a16:creationId xmlns:a16="http://schemas.microsoft.com/office/drawing/2014/main" id="{CDBDFE5A-A667-4829-A671-FEF4BDD27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736056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内容优化</a:t>
            </a:r>
          </a:p>
        </p:txBody>
      </p:sp>
      <p:sp>
        <p:nvSpPr>
          <p:cNvPr id="18" name="action-body-0-2">
            <a:extLst xmlns:a="http://schemas.openxmlformats.org/drawingml/2006/main">
              <a:ext uri="{FF2B5EF4-FFF2-40B4-BE49-F238E27FC236}">
                <a16:creationId xmlns:a16="http://schemas.microsoft.com/office/drawing/2014/main" id="{5AC9C420-8859-4F3F-881C-A4D613111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964656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提高触达质量</a:t>
            </a:r>
          </a:p>
        </p:txBody>
      </p:sp>
      <p:sp>
        <p:nvSpPr>
          <p:cNvPr id="19" name="action-icon-shell-0-3">
            <a:extLst xmlns:a="http://schemas.openxmlformats.org/drawingml/2006/main">
              <a:ext uri="{FF2B5EF4-FFF2-40B4-BE49-F238E27FC236}">
                <a16:creationId xmlns:a16="http://schemas.microsoft.com/office/drawing/2014/main" id="{7C7B102F-F0D9-4286-82C9-C2DFFED07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2797073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8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09f61ad83264422">
            <a:extLst>
              <a:ext uri="{96DAC541-7B7A-43D3-8B79-37D633B846F1}">
                <asvg:svgBlip xmlns:asvg="http://schemas.microsoft.com/office/drawing/2016/SVG/main" r:embed="Rb281d21094864054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2873273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21" name="action-title-0-3">
            <a:extLst xmlns:a="http://schemas.openxmlformats.org/drawingml/2006/main">
              <a:ext uri="{FF2B5EF4-FFF2-40B4-BE49-F238E27FC236}">
                <a16:creationId xmlns:a16="http://schemas.microsoft.com/office/drawing/2014/main" id="{D81994B6-2FB0-48BC-ADDD-717478371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736056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行为追踪</a:t>
            </a:r>
          </a:p>
        </p:txBody>
      </p:sp>
      <p:sp>
        <p:nvSpPr>
          <p:cNvPr id="22" name="action-body-0-3">
            <a:extLst xmlns:a="http://schemas.openxmlformats.org/drawingml/2006/main">
              <a:ext uri="{FF2B5EF4-FFF2-40B4-BE49-F238E27FC236}">
                <a16:creationId xmlns:a16="http://schemas.microsoft.com/office/drawing/2014/main" id="{F265DD64-F07D-4F66-A7FE-7183AE204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964656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记录关键反馈</a:t>
            </a:r>
          </a:p>
        </p:txBody>
      </p:sp>
      <p:sp>
        <p:nvSpPr>
          <p:cNvPr id="23" name="phase-rail-1">
            <a:extLst xmlns:a="http://schemas.openxmlformats.org/drawingml/2006/main">
              <a:ext uri="{FF2B5EF4-FFF2-40B4-BE49-F238E27FC236}">
                <a16:creationId xmlns:a16="http://schemas.microsoft.com/office/drawing/2014/main" id="{12C22F38-F564-4C5B-928B-777D051EB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3689299"/>
            <a:ext cx="514350" cy="1212590"/>
          </a:xfrm>
          <a:custGeom xmlns:a="http://schemas.openxmlformats.org/drawingml/2006/main">
            <a:pathLst>
              <a:path w="514350" h="1212590">
                <a:moveTo>
                  <a:pt x="0" y="0"/>
                </a:moveTo>
                <a:lnTo>
                  <a:pt x="16564" y="9201"/>
                </a:lnTo>
                <a:lnTo>
                  <a:pt x="33137" y="18412"/>
                </a:lnTo>
                <a:lnTo>
                  <a:pt x="49701" y="27613"/>
                </a:lnTo>
                <a:lnTo>
                  <a:pt x="66275" y="36814"/>
                </a:lnTo>
                <a:lnTo>
                  <a:pt x="82839" y="46015"/>
                </a:lnTo>
                <a:lnTo>
                  <a:pt x="99403" y="55226"/>
                </a:lnTo>
                <a:lnTo>
                  <a:pt x="115976" y="64427"/>
                </a:lnTo>
                <a:lnTo>
                  <a:pt x="132540" y="73628"/>
                </a:lnTo>
                <a:lnTo>
                  <a:pt x="149114" y="82839"/>
                </a:lnTo>
                <a:lnTo>
                  <a:pt x="165678" y="92040"/>
                </a:lnTo>
                <a:lnTo>
                  <a:pt x="182242" y="101241"/>
                </a:lnTo>
                <a:lnTo>
                  <a:pt x="198815" y="110442"/>
                </a:lnTo>
                <a:lnTo>
                  <a:pt x="215379" y="119653"/>
                </a:lnTo>
                <a:lnTo>
                  <a:pt x="231953" y="128854"/>
                </a:lnTo>
                <a:lnTo>
                  <a:pt x="248517" y="138055"/>
                </a:lnTo>
                <a:lnTo>
                  <a:pt x="265081" y="138474"/>
                </a:lnTo>
                <a:lnTo>
                  <a:pt x="281654" y="129273"/>
                </a:lnTo>
                <a:lnTo>
                  <a:pt x="298218" y="120072"/>
                </a:lnTo>
                <a:lnTo>
                  <a:pt x="314782" y="110861"/>
                </a:lnTo>
                <a:lnTo>
                  <a:pt x="331356" y="101660"/>
                </a:lnTo>
                <a:lnTo>
                  <a:pt x="347920" y="92459"/>
                </a:lnTo>
                <a:lnTo>
                  <a:pt x="364493" y="83249"/>
                </a:lnTo>
                <a:lnTo>
                  <a:pt x="381057" y="74047"/>
                </a:lnTo>
                <a:lnTo>
                  <a:pt x="397621" y="64846"/>
                </a:lnTo>
                <a:lnTo>
                  <a:pt x="414195" y="55645"/>
                </a:lnTo>
                <a:lnTo>
                  <a:pt x="430759" y="46434"/>
                </a:lnTo>
                <a:lnTo>
                  <a:pt x="447332" y="37233"/>
                </a:lnTo>
                <a:lnTo>
                  <a:pt x="463896" y="28032"/>
                </a:lnTo>
                <a:lnTo>
                  <a:pt x="480460" y="18821"/>
                </a:lnTo>
                <a:lnTo>
                  <a:pt x="497034" y="9620"/>
                </a:lnTo>
                <a:lnTo>
                  <a:pt x="513598" y="419"/>
                </a:lnTo>
                <a:lnTo>
                  <a:pt x="514350" y="18098"/>
                </a:lnTo>
                <a:lnTo>
                  <a:pt x="514350" y="37043"/>
                </a:lnTo>
                <a:lnTo>
                  <a:pt x="514350" y="55997"/>
                </a:lnTo>
                <a:lnTo>
                  <a:pt x="514350" y="74952"/>
                </a:lnTo>
                <a:lnTo>
                  <a:pt x="514350" y="93897"/>
                </a:lnTo>
                <a:lnTo>
                  <a:pt x="514350" y="112852"/>
                </a:lnTo>
                <a:lnTo>
                  <a:pt x="514350" y="131807"/>
                </a:lnTo>
                <a:lnTo>
                  <a:pt x="514350" y="150762"/>
                </a:lnTo>
                <a:lnTo>
                  <a:pt x="514350" y="169707"/>
                </a:lnTo>
                <a:lnTo>
                  <a:pt x="514350" y="188662"/>
                </a:lnTo>
                <a:lnTo>
                  <a:pt x="514350" y="207616"/>
                </a:lnTo>
                <a:lnTo>
                  <a:pt x="514350" y="226562"/>
                </a:lnTo>
                <a:lnTo>
                  <a:pt x="514350" y="245516"/>
                </a:lnTo>
                <a:lnTo>
                  <a:pt x="514350" y="264471"/>
                </a:lnTo>
                <a:lnTo>
                  <a:pt x="514350" y="283426"/>
                </a:lnTo>
                <a:lnTo>
                  <a:pt x="514350" y="302371"/>
                </a:lnTo>
                <a:lnTo>
                  <a:pt x="514350" y="321326"/>
                </a:lnTo>
                <a:lnTo>
                  <a:pt x="514350" y="340281"/>
                </a:lnTo>
                <a:lnTo>
                  <a:pt x="514350" y="359226"/>
                </a:lnTo>
                <a:lnTo>
                  <a:pt x="514350" y="378181"/>
                </a:lnTo>
                <a:lnTo>
                  <a:pt x="514350" y="397135"/>
                </a:lnTo>
                <a:lnTo>
                  <a:pt x="514350" y="416090"/>
                </a:lnTo>
                <a:lnTo>
                  <a:pt x="514350" y="435035"/>
                </a:lnTo>
                <a:lnTo>
                  <a:pt x="514350" y="453990"/>
                </a:lnTo>
                <a:lnTo>
                  <a:pt x="514350" y="472945"/>
                </a:lnTo>
                <a:lnTo>
                  <a:pt x="514350" y="491890"/>
                </a:lnTo>
                <a:lnTo>
                  <a:pt x="514350" y="510845"/>
                </a:lnTo>
                <a:lnTo>
                  <a:pt x="514350" y="529800"/>
                </a:lnTo>
                <a:lnTo>
                  <a:pt x="514350" y="548754"/>
                </a:lnTo>
                <a:lnTo>
                  <a:pt x="514350" y="567700"/>
                </a:lnTo>
                <a:lnTo>
                  <a:pt x="514350" y="586654"/>
                </a:lnTo>
                <a:lnTo>
                  <a:pt x="514350" y="605609"/>
                </a:lnTo>
                <a:lnTo>
                  <a:pt x="514350" y="624554"/>
                </a:lnTo>
                <a:lnTo>
                  <a:pt x="514350" y="643509"/>
                </a:lnTo>
                <a:lnTo>
                  <a:pt x="514350" y="662464"/>
                </a:lnTo>
                <a:lnTo>
                  <a:pt x="514350" y="681419"/>
                </a:lnTo>
                <a:lnTo>
                  <a:pt x="514350" y="700364"/>
                </a:lnTo>
                <a:lnTo>
                  <a:pt x="514350" y="719318"/>
                </a:lnTo>
                <a:lnTo>
                  <a:pt x="514350" y="738273"/>
                </a:lnTo>
                <a:lnTo>
                  <a:pt x="514350" y="757218"/>
                </a:lnTo>
                <a:lnTo>
                  <a:pt x="514350" y="776173"/>
                </a:lnTo>
                <a:lnTo>
                  <a:pt x="514350" y="795128"/>
                </a:lnTo>
                <a:lnTo>
                  <a:pt x="514350" y="814083"/>
                </a:lnTo>
                <a:lnTo>
                  <a:pt x="514350" y="833028"/>
                </a:lnTo>
                <a:lnTo>
                  <a:pt x="514350" y="851983"/>
                </a:lnTo>
                <a:lnTo>
                  <a:pt x="514350" y="870937"/>
                </a:lnTo>
                <a:lnTo>
                  <a:pt x="514350" y="889883"/>
                </a:lnTo>
                <a:lnTo>
                  <a:pt x="514350" y="908837"/>
                </a:lnTo>
                <a:lnTo>
                  <a:pt x="514350" y="927792"/>
                </a:lnTo>
                <a:lnTo>
                  <a:pt x="514350" y="946747"/>
                </a:lnTo>
                <a:lnTo>
                  <a:pt x="514350" y="965692"/>
                </a:lnTo>
                <a:lnTo>
                  <a:pt x="514350" y="984647"/>
                </a:lnTo>
                <a:lnTo>
                  <a:pt x="514350" y="1003602"/>
                </a:lnTo>
                <a:lnTo>
                  <a:pt x="514350" y="1022547"/>
                </a:lnTo>
                <a:lnTo>
                  <a:pt x="514350" y="1041502"/>
                </a:lnTo>
                <a:lnTo>
                  <a:pt x="514350" y="1060456"/>
                </a:lnTo>
                <a:lnTo>
                  <a:pt x="506063" y="1074534"/>
                </a:lnTo>
                <a:lnTo>
                  <a:pt x="489499" y="1083735"/>
                </a:lnTo>
                <a:lnTo>
                  <a:pt x="472935" y="1092937"/>
                </a:lnTo>
                <a:lnTo>
                  <a:pt x="456362" y="1102147"/>
                </a:lnTo>
                <a:lnTo>
                  <a:pt x="439798" y="1111348"/>
                </a:lnTo>
                <a:lnTo>
                  <a:pt x="423224" y="1120550"/>
                </a:lnTo>
                <a:lnTo>
                  <a:pt x="406660" y="1129760"/>
                </a:lnTo>
                <a:lnTo>
                  <a:pt x="390096" y="1138961"/>
                </a:lnTo>
                <a:lnTo>
                  <a:pt x="373523" y="1148163"/>
                </a:lnTo>
                <a:lnTo>
                  <a:pt x="356959" y="1157373"/>
                </a:lnTo>
                <a:lnTo>
                  <a:pt x="340385" y="1166574"/>
                </a:lnTo>
                <a:lnTo>
                  <a:pt x="323821" y="1175776"/>
                </a:lnTo>
                <a:lnTo>
                  <a:pt x="307257" y="1184977"/>
                </a:lnTo>
                <a:lnTo>
                  <a:pt x="290684" y="1194187"/>
                </a:lnTo>
                <a:lnTo>
                  <a:pt x="274120" y="1203389"/>
                </a:lnTo>
                <a:lnTo>
                  <a:pt x="257546" y="1212590"/>
                </a:lnTo>
                <a:lnTo>
                  <a:pt x="240983" y="1203808"/>
                </a:lnTo>
                <a:lnTo>
                  <a:pt x="224419" y="1194597"/>
                </a:lnTo>
                <a:lnTo>
                  <a:pt x="207845" y="1185396"/>
                </a:lnTo>
                <a:lnTo>
                  <a:pt x="191281" y="1176195"/>
                </a:lnTo>
                <a:lnTo>
                  <a:pt x="174708" y="1166993"/>
                </a:lnTo>
                <a:lnTo>
                  <a:pt x="158144" y="1157783"/>
                </a:lnTo>
                <a:lnTo>
                  <a:pt x="141580" y="1148582"/>
                </a:lnTo>
                <a:lnTo>
                  <a:pt x="125006" y="1139381"/>
                </a:lnTo>
                <a:lnTo>
                  <a:pt x="108442" y="1130170"/>
                </a:lnTo>
                <a:lnTo>
                  <a:pt x="91869" y="1120969"/>
                </a:lnTo>
                <a:lnTo>
                  <a:pt x="75305" y="1111768"/>
                </a:lnTo>
                <a:lnTo>
                  <a:pt x="58741" y="1102566"/>
                </a:lnTo>
                <a:lnTo>
                  <a:pt x="42167" y="1093356"/>
                </a:lnTo>
                <a:lnTo>
                  <a:pt x="25603" y="1084155"/>
                </a:lnTo>
                <a:lnTo>
                  <a:pt x="9030" y="1074953"/>
                </a:lnTo>
                <a:lnTo>
                  <a:pt x="0" y="1061314"/>
                </a:lnTo>
                <a:lnTo>
                  <a:pt x="0" y="1042359"/>
                </a:lnTo>
                <a:lnTo>
                  <a:pt x="0" y="1023414"/>
                </a:lnTo>
                <a:lnTo>
                  <a:pt x="0" y="1004459"/>
                </a:lnTo>
                <a:lnTo>
                  <a:pt x="0" y="985504"/>
                </a:lnTo>
                <a:lnTo>
                  <a:pt x="0" y="966549"/>
                </a:lnTo>
                <a:lnTo>
                  <a:pt x="0" y="947604"/>
                </a:lnTo>
                <a:lnTo>
                  <a:pt x="0" y="928649"/>
                </a:lnTo>
                <a:lnTo>
                  <a:pt x="0" y="909695"/>
                </a:lnTo>
                <a:lnTo>
                  <a:pt x="0" y="890749"/>
                </a:lnTo>
                <a:lnTo>
                  <a:pt x="0" y="871795"/>
                </a:lnTo>
                <a:lnTo>
                  <a:pt x="0" y="852840"/>
                </a:lnTo>
                <a:lnTo>
                  <a:pt x="0" y="833885"/>
                </a:lnTo>
                <a:lnTo>
                  <a:pt x="0" y="814940"/>
                </a:lnTo>
                <a:lnTo>
                  <a:pt x="0" y="795985"/>
                </a:lnTo>
                <a:lnTo>
                  <a:pt x="0" y="777030"/>
                </a:lnTo>
                <a:lnTo>
                  <a:pt x="0" y="758085"/>
                </a:lnTo>
                <a:lnTo>
                  <a:pt x="0" y="739130"/>
                </a:lnTo>
                <a:lnTo>
                  <a:pt x="0" y="720176"/>
                </a:lnTo>
                <a:lnTo>
                  <a:pt x="0" y="701221"/>
                </a:lnTo>
                <a:lnTo>
                  <a:pt x="0" y="682276"/>
                </a:lnTo>
                <a:lnTo>
                  <a:pt x="0" y="663321"/>
                </a:lnTo>
                <a:lnTo>
                  <a:pt x="0" y="644366"/>
                </a:lnTo>
                <a:lnTo>
                  <a:pt x="0" y="625421"/>
                </a:lnTo>
                <a:lnTo>
                  <a:pt x="0" y="606466"/>
                </a:lnTo>
                <a:lnTo>
                  <a:pt x="0" y="587512"/>
                </a:lnTo>
                <a:lnTo>
                  <a:pt x="0" y="568557"/>
                </a:lnTo>
                <a:lnTo>
                  <a:pt x="0" y="549612"/>
                </a:lnTo>
                <a:lnTo>
                  <a:pt x="0" y="530657"/>
                </a:lnTo>
                <a:lnTo>
                  <a:pt x="0" y="511702"/>
                </a:lnTo>
                <a:lnTo>
                  <a:pt x="0" y="492757"/>
                </a:lnTo>
                <a:lnTo>
                  <a:pt x="0" y="473802"/>
                </a:lnTo>
                <a:lnTo>
                  <a:pt x="0" y="454847"/>
                </a:lnTo>
                <a:lnTo>
                  <a:pt x="0" y="435893"/>
                </a:lnTo>
                <a:lnTo>
                  <a:pt x="0" y="416947"/>
                </a:lnTo>
                <a:lnTo>
                  <a:pt x="0" y="397993"/>
                </a:lnTo>
                <a:lnTo>
                  <a:pt x="0" y="379038"/>
                </a:lnTo>
                <a:lnTo>
                  <a:pt x="0" y="360093"/>
                </a:lnTo>
                <a:lnTo>
                  <a:pt x="0" y="341138"/>
                </a:lnTo>
                <a:lnTo>
                  <a:pt x="0" y="322183"/>
                </a:lnTo>
                <a:lnTo>
                  <a:pt x="0" y="303228"/>
                </a:lnTo>
                <a:lnTo>
                  <a:pt x="0" y="284283"/>
                </a:lnTo>
                <a:lnTo>
                  <a:pt x="0" y="265328"/>
                </a:lnTo>
                <a:lnTo>
                  <a:pt x="0" y="246374"/>
                </a:lnTo>
                <a:lnTo>
                  <a:pt x="0" y="227428"/>
                </a:lnTo>
                <a:lnTo>
                  <a:pt x="0" y="208474"/>
                </a:lnTo>
                <a:lnTo>
                  <a:pt x="0" y="189519"/>
                </a:lnTo>
                <a:lnTo>
                  <a:pt x="0" y="170564"/>
                </a:lnTo>
                <a:lnTo>
                  <a:pt x="0" y="151619"/>
                </a:lnTo>
                <a:lnTo>
                  <a:pt x="0" y="132664"/>
                </a:lnTo>
                <a:lnTo>
                  <a:pt x="0" y="113709"/>
                </a:lnTo>
                <a:lnTo>
                  <a:pt x="0" y="94764"/>
                </a:lnTo>
                <a:lnTo>
                  <a:pt x="0" y="75809"/>
                </a:lnTo>
                <a:lnTo>
                  <a:pt x="0" y="56855"/>
                </a:lnTo>
                <a:lnTo>
                  <a:pt x="0" y="37900"/>
                </a:lnTo>
                <a:lnTo>
                  <a:pt x="0" y="18955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24" name="phase-title-1">
            <a:extLst xmlns:a="http://schemas.openxmlformats.org/drawingml/2006/main">
              <a:ext uri="{FF2B5EF4-FFF2-40B4-BE49-F238E27FC236}">
                <a16:creationId xmlns:a16="http://schemas.microsoft.com/office/drawing/2014/main" id="{0AB0158F-A83C-47B4-BDB2-9EA37DF66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3824888"/>
            <a:ext cx="1428750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意向培育</a:t>
            </a:r>
          </a:p>
        </p:txBody>
      </p:sp>
      <p:sp>
        <p:nvSpPr>
          <p:cNvPr id="25" name="phase-body-1">
            <a:extLst xmlns:a="http://schemas.openxmlformats.org/drawingml/2006/main">
              <a:ext uri="{FF2B5EF4-FFF2-40B4-BE49-F238E27FC236}">
                <a16:creationId xmlns:a16="http://schemas.microsoft.com/office/drawing/2014/main" id="{139EA407-86F2-490D-9AFD-AA6CD8812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4179094"/>
            <a:ext cx="1428750" cy="587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让有效关注形</a:t>
            </a:r>
          </a:p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成意向</a:t>
            </a:r>
          </a:p>
        </p:txBody>
      </p:sp>
      <p:sp>
        <p:nvSpPr>
          <p:cNvPr id="26" name="action-icon-shell-1-0">
            <a:extLst xmlns:a="http://schemas.openxmlformats.org/drawingml/2006/main">
              <a:ext uri="{FF2B5EF4-FFF2-40B4-BE49-F238E27FC236}">
                <a16:creationId xmlns:a16="http://schemas.microsoft.com/office/drawing/2014/main" id="{ACE1341C-777B-4DCB-AFBE-29C0FEBEF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4124173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9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93c5c713498467a">
            <a:extLst>
              <a:ext uri="{96DAC541-7B7A-43D3-8B79-37D633B846F1}">
                <asvg:svgBlip xmlns:asvg="http://schemas.microsoft.com/office/drawing/2016/SVG/main" r:embed="R5c08c3f380804789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4200373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28" name="action-title-1-0">
            <a:extLst xmlns:a="http://schemas.openxmlformats.org/drawingml/2006/main">
              <a:ext uri="{FF2B5EF4-FFF2-40B4-BE49-F238E27FC236}">
                <a16:creationId xmlns:a16="http://schemas.microsoft.com/office/drawing/2014/main" id="{163A296C-7625-4ACA-9300-8702585E8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4063155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规则触发</a:t>
            </a:r>
          </a:p>
        </p:txBody>
      </p:sp>
      <p:sp>
        <p:nvSpPr>
          <p:cNvPr id="29" name="action-body-1-0">
            <a:extLst xmlns:a="http://schemas.openxmlformats.org/drawingml/2006/main">
              <a:ext uri="{FF2B5EF4-FFF2-40B4-BE49-F238E27FC236}">
                <a16:creationId xmlns:a16="http://schemas.microsoft.com/office/drawing/2014/main" id="{B6EC5465-5D57-4169-9A51-429B5302E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4291755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自动下发任务</a:t>
            </a:r>
          </a:p>
        </p:txBody>
      </p:sp>
      <p:sp>
        <p:nvSpPr>
          <p:cNvPr id="30" name="action-icon-shell-1-1">
            <a:extLst xmlns:a="http://schemas.openxmlformats.org/drawingml/2006/main">
              <a:ext uri="{FF2B5EF4-FFF2-40B4-BE49-F238E27FC236}">
                <a16:creationId xmlns:a16="http://schemas.microsoft.com/office/drawing/2014/main" id="{BFD4AD69-7095-4FC7-BFED-1131D5C6F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4124173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9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447db9267984ac1">
            <a:extLst>
              <a:ext uri="{96DAC541-7B7A-43D3-8B79-37D633B846F1}">
                <asvg:svgBlip xmlns:asvg="http://schemas.microsoft.com/office/drawing/2016/SVG/main" r:embed="Raab80de701bc4f64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4200373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32" name="action-title-1-1">
            <a:extLst xmlns:a="http://schemas.openxmlformats.org/drawingml/2006/main">
              <a:ext uri="{FF2B5EF4-FFF2-40B4-BE49-F238E27FC236}">
                <a16:creationId xmlns:a16="http://schemas.microsoft.com/office/drawing/2014/main" id="{FD630974-EFC6-42B9-B471-27ADE6E99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4063155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热度评估</a:t>
            </a:r>
          </a:p>
        </p:txBody>
      </p:sp>
      <p:sp>
        <p:nvSpPr>
          <p:cNvPr id="33" name="action-body-1-1">
            <a:extLst xmlns:a="http://schemas.openxmlformats.org/drawingml/2006/main">
              <a:ext uri="{FF2B5EF4-FFF2-40B4-BE49-F238E27FC236}">
                <a16:creationId xmlns:a16="http://schemas.microsoft.com/office/drawing/2014/main" id="{E5B3E305-B06E-48C8-BA76-1D68FBADB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4291755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识别优先对象</a:t>
            </a:r>
          </a:p>
        </p:txBody>
      </p:sp>
      <p:sp>
        <p:nvSpPr>
          <p:cNvPr id="34" name="phase-rail-2">
            <a:extLst xmlns:a="http://schemas.openxmlformats.org/drawingml/2006/main">
              <a:ext uri="{FF2B5EF4-FFF2-40B4-BE49-F238E27FC236}">
                <a16:creationId xmlns:a16="http://schemas.microsoft.com/office/drawing/2014/main" id="{4504BD73-43B3-43EA-85C3-34A2807D5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4902098"/>
            <a:ext cx="514350" cy="1307878"/>
          </a:xfrm>
          <a:custGeom xmlns:a="http://schemas.openxmlformats.org/drawingml/2006/main">
            <a:pathLst>
              <a:path w="514350" h="1307878">
                <a:moveTo>
                  <a:pt x="0" y="0"/>
                </a:moveTo>
                <a:lnTo>
                  <a:pt x="16574" y="9211"/>
                </a:lnTo>
                <a:lnTo>
                  <a:pt x="33147" y="18412"/>
                </a:lnTo>
                <a:lnTo>
                  <a:pt x="49721" y="27623"/>
                </a:lnTo>
                <a:lnTo>
                  <a:pt x="66294" y="36824"/>
                </a:lnTo>
                <a:lnTo>
                  <a:pt x="82858" y="46034"/>
                </a:lnTo>
                <a:lnTo>
                  <a:pt x="99431" y="55235"/>
                </a:lnTo>
                <a:lnTo>
                  <a:pt x="116005" y="64446"/>
                </a:lnTo>
                <a:lnTo>
                  <a:pt x="132578" y="73647"/>
                </a:lnTo>
                <a:lnTo>
                  <a:pt x="149152" y="82858"/>
                </a:lnTo>
                <a:lnTo>
                  <a:pt x="165725" y="92069"/>
                </a:lnTo>
                <a:lnTo>
                  <a:pt x="182299" y="101270"/>
                </a:lnTo>
                <a:lnTo>
                  <a:pt x="198872" y="110480"/>
                </a:lnTo>
                <a:lnTo>
                  <a:pt x="215436" y="119682"/>
                </a:lnTo>
                <a:lnTo>
                  <a:pt x="232010" y="128892"/>
                </a:lnTo>
                <a:lnTo>
                  <a:pt x="248583" y="138093"/>
                </a:lnTo>
                <a:lnTo>
                  <a:pt x="265157" y="138436"/>
                </a:lnTo>
                <a:lnTo>
                  <a:pt x="281730" y="129226"/>
                </a:lnTo>
                <a:lnTo>
                  <a:pt x="298304" y="120025"/>
                </a:lnTo>
                <a:lnTo>
                  <a:pt x="314877" y="110814"/>
                </a:lnTo>
                <a:lnTo>
                  <a:pt x="331451" y="101613"/>
                </a:lnTo>
                <a:lnTo>
                  <a:pt x="348015" y="92402"/>
                </a:lnTo>
                <a:lnTo>
                  <a:pt x="364588" y="83201"/>
                </a:lnTo>
                <a:lnTo>
                  <a:pt x="381162" y="73990"/>
                </a:lnTo>
                <a:lnTo>
                  <a:pt x="397735" y="64780"/>
                </a:lnTo>
                <a:lnTo>
                  <a:pt x="414309" y="55578"/>
                </a:lnTo>
                <a:lnTo>
                  <a:pt x="430882" y="46368"/>
                </a:lnTo>
                <a:lnTo>
                  <a:pt x="447456" y="37167"/>
                </a:lnTo>
                <a:lnTo>
                  <a:pt x="464029" y="27956"/>
                </a:lnTo>
                <a:lnTo>
                  <a:pt x="480593" y="18755"/>
                </a:lnTo>
                <a:lnTo>
                  <a:pt x="497167" y="9544"/>
                </a:lnTo>
                <a:lnTo>
                  <a:pt x="513740" y="333"/>
                </a:lnTo>
                <a:lnTo>
                  <a:pt x="514350" y="18259"/>
                </a:lnTo>
                <a:lnTo>
                  <a:pt x="514350" y="37224"/>
                </a:lnTo>
                <a:lnTo>
                  <a:pt x="514350" y="56178"/>
                </a:lnTo>
                <a:lnTo>
                  <a:pt x="514350" y="75133"/>
                </a:lnTo>
                <a:lnTo>
                  <a:pt x="514350" y="94088"/>
                </a:lnTo>
                <a:lnTo>
                  <a:pt x="514350" y="113052"/>
                </a:lnTo>
                <a:lnTo>
                  <a:pt x="514350" y="132007"/>
                </a:lnTo>
                <a:lnTo>
                  <a:pt x="514350" y="150962"/>
                </a:lnTo>
                <a:lnTo>
                  <a:pt x="514350" y="169916"/>
                </a:lnTo>
                <a:lnTo>
                  <a:pt x="514350" y="188881"/>
                </a:lnTo>
                <a:lnTo>
                  <a:pt x="514350" y="207836"/>
                </a:lnTo>
                <a:lnTo>
                  <a:pt x="514350" y="226790"/>
                </a:lnTo>
                <a:lnTo>
                  <a:pt x="514350" y="245755"/>
                </a:lnTo>
                <a:lnTo>
                  <a:pt x="514350" y="264709"/>
                </a:lnTo>
                <a:lnTo>
                  <a:pt x="514350" y="283664"/>
                </a:lnTo>
                <a:lnTo>
                  <a:pt x="514350" y="302619"/>
                </a:lnTo>
                <a:lnTo>
                  <a:pt x="514350" y="321583"/>
                </a:lnTo>
                <a:lnTo>
                  <a:pt x="514350" y="340538"/>
                </a:lnTo>
                <a:lnTo>
                  <a:pt x="514350" y="359493"/>
                </a:lnTo>
                <a:lnTo>
                  <a:pt x="514350" y="378447"/>
                </a:lnTo>
                <a:lnTo>
                  <a:pt x="514350" y="397412"/>
                </a:lnTo>
                <a:lnTo>
                  <a:pt x="514350" y="416366"/>
                </a:lnTo>
                <a:lnTo>
                  <a:pt x="514350" y="435321"/>
                </a:lnTo>
                <a:lnTo>
                  <a:pt x="514350" y="454285"/>
                </a:lnTo>
                <a:lnTo>
                  <a:pt x="514350" y="473240"/>
                </a:lnTo>
                <a:lnTo>
                  <a:pt x="514350" y="492195"/>
                </a:lnTo>
                <a:lnTo>
                  <a:pt x="514350" y="511150"/>
                </a:lnTo>
                <a:lnTo>
                  <a:pt x="514350" y="530114"/>
                </a:lnTo>
                <a:lnTo>
                  <a:pt x="514350" y="549069"/>
                </a:lnTo>
                <a:lnTo>
                  <a:pt x="514350" y="568023"/>
                </a:lnTo>
                <a:lnTo>
                  <a:pt x="514350" y="586978"/>
                </a:lnTo>
                <a:lnTo>
                  <a:pt x="514350" y="605942"/>
                </a:lnTo>
                <a:lnTo>
                  <a:pt x="514350" y="624897"/>
                </a:lnTo>
                <a:lnTo>
                  <a:pt x="514350" y="643852"/>
                </a:lnTo>
                <a:lnTo>
                  <a:pt x="514350" y="662807"/>
                </a:lnTo>
                <a:lnTo>
                  <a:pt x="514350" y="681771"/>
                </a:lnTo>
                <a:lnTo>
                  <a:pt x="514350" y="700726"/>
                </a:lnTo>
                <a:lnTo>
                  <a:pt x="514350" y="719680"/>
                </a:lnTo>
                <a:lnTo>
                  <a:pt x="514350" y="738645"/>
                </a:lnTo>
                <a:lnTo>
                  <a:pt x="514350" y="757599"/>
                </a:lnTo>
                <a:lnTo>
                  <a:pt x="514350" y="776554"/>
                </a:lnTo>
                <a:lnTo>
                  <a:pt x="514350" y="795509"/>
                </a:lnTo>
                <a:lnTo>
                  <a:pt x="514350" y="814473"/>
                </a:lnTo>
                <a:lnTo>
                  <a:pt x="514350" y="833428"/>
                </a:lnTo>
                <a:lnTo>
                  <a:pt x="514350" y="852383"/>
                </a:lnTo>
                <a:lnTo>
                  <a:pt x="514350" y="871337"/>
                </a:lnTo>
                <a:lnTo>
                  <a:pt x="514350" y="890302"/>
                </a:lnTo>
                <a:lnTo>
                  <a:pt x="514350" y="909256"/>
                </a:lnTo>
                <a:lnTo>
                  <a:pt x="514350" y="928211"/>
                </a:lnTo>
                <a:lnTo>
                  <a:pt x="514350" y="947176"/>
                </a:lnTo>
                <a:lnTo>
                  <a:pt x="514350" y="966130"/>
                </a:lnTo>
                <a:lnTo>
                  <a:pt x="514350" y="985085"/>
                </a:lnTo>
                <a:lnTo>
                  <a:pt x="514350" y="1004040"/>
                </a:lnTo>
                <a:lnTo>
                  <a:pt x="514350" y="1023004"/>
                </a:lnTo>
                <a:lnTo>
                  <a:pt x="514350" y="1041959"/>
                </a:lnTo>
                <a:lnTo>
                  <a:pt x="514350" y="1060914"/>
                </a:lnTo>
                <a:lnTo>
                  <a:pt x="514350" y="1079868"/>
                </a:lnTo>
                <a:lnTo>
                  <a:pt x="514350" y="1098833"/>
                </a:lnTo>
                <a:lnTo>
                  <a:pt x="514350" y="1117787"/>
                </a:lnTo>
                <a:lnTo>
                  <a:pt x="514350" y="1136742"/>
                </a:lnTo>
                <a:lnTo>
                  <a:pt x="514350" y="1155706"/>
                </a:lnTo>
                <a:lnTo>
                  <a:pt x="506063" y="1169784"/>
                </a:lnTo>
                <a:lnTo>
                  <a:pt x="489490" y="1178995"/>
                </a:lnTo>
                <a:lnTo>
                  <a:pt x="472916" y="1188196"/>
                </a:lnTo>
                <a:lnTo>
                  <a:pt x="456343" y="1197407"/>
                </a:lnTo>
                <a:lnTo>
                  <a:pt x="439779" y="1206608"/>
                </a:lnTo>
                <a:lnTo>
                  <a:pt x="423205" y="1215819"/>
                </a:lnTo>
                <a:lnTo>
                  <a:pt x="406632" y="1225020"/>
                </a:lnTo>
                <a:lnTo>
                  <a:pt x="390058" y="1234230"/>
                </a:lnTo>
                <a:lnTo>
                  <a:pt x="373485" y="1243432"/>
                </a:lnTo>
                <a:lnTo>
                  <a:pt x="356911" y="1252642"/>
                </a:lnTo>
                <a:lnTo>
                  <a:pt x="340338" y="1261853"/>
                </a:lnTo>
                <a:lnTo>
                  <a:pt x="323764" y="1271054"/>
                </a:lnTo>
                <a:lnTo>
                  <a:pt x="307200" y="1280265"/>
                </a:lnTo>
                <a:lnTo>
                  <a:pt x="290627" y="1289466"/>
                </a:lnTo>
                <a:lnTo>
                  <a:pt x="274053" y="1298677"/>
                </a:lnTo>
                <a:lnTo>
                  <a:pt x="257480" y="1307878"/>
                </a:lnTo>
                <a:lnTo>
                  <a:pt x="240906" y="1299010"/>
                </a:lnTo>
                <a:lnTo>
                  <a:pt x="224333" y="1289809"/>
                </a:lnTo>
                <a:lnTo>
                  <a:pt x="207759" y="1280598"/>
                </a:lnTo>
                <a:lnTo>
                  <a:pt x="191186" y="1271397"/>
                </a:lnTo>
                <a:lnTo>
                  <a:pt x="174622" y="1262186"/>
                </a:lnTo>
                <a:lnTo>
                  <a:pt x="158048" y="1252976"/>
                </a:lnTo>
                <a:lnTo>
                  <a:pt x="141475" y="1243775"/>
                </a:lnTo>
                <a:lnTo>
                  <a:pt x="124901" y="1234564"/>
                </a:lnTo>
                <a:lnTo>
                  <a:pt x="108328" y="1225363"/>
                </a:lnTo>
                <a:lnTo>
                  <a:pt x="91754" y="1216152"/>
                </a:lnTo>
                <a:lnTo>
                  <a:pt x="75181" y="1206951"/>
                </a:lnTo>
                <a:lnTo>
                  <a:pt x="58607" y="1197740"/>
                </a:lnTo>
                <a:lnTo>
                  <a:pt x="42043" y="1188539"/>
                </a:lnTo>
                <a:lnTo>
                  <a:pt x="25470" y="1179328"/>
                </a:lnTo>
                <a:lnTo>
                  <a:pt x="8896" y="1170118"/>
                </a:lnTo>
                <a:lnTo>
                  <a:pt x="0" y="1156402"/>
                </a:lnTo>
                <a:lnTo>
                  <a:pt x="0" y="1137437"/>
                </a:lnTo>
                <a:lnTo>
                  <a:pt x="0" y="1118483"/>
                </a:lnTo>
                <a:lnTo>
                  <a:pt x="0" y="1099528"/>
                </a:lnTo>
                <a:lnTo>
                  <a:pt x="0" y="1080564"/>
                </a:lnTo>
                <a:lnTo>
                  <a:pt x="0" y="1061609"/>
                </a:lnTo>
                <a:lnTo>
                  <a:pt x="0" y="1042654"/>
                </a:lnTo>
                <a:lnTo>
                  <a:pt x="0" y="1023699"/>
                </a:lnTo>
                <a:lnTo>
                  <a:pt x="0" y="1004735"/>
                </a:lnTo>
                <a:lnTo>
                  <a:pt x="0" y="985780"/>
                </a:lnTo>
                <a:lnTo>
                  <a:pt x="0" y="966826"/>
                </a:lnTo>
                <a:lnTo>
                  <a:pt x="0" y="947871"/>
                </a:lnTo>
                <a:lnTo>
                  <a:pt x="0" y="928907"/>
                </a:lnTo>
                <a:lnTo>
                  <a:pt x="0" y="909952"/>
                </a:lnTo>
                <a:lnTo>
                  <a:pt x="0" y="890997"/>
                </a:lnTo>
                <a:lnTo>
                  <a:pt x="0" y="872042"/>
                </a:lnTo>
                <a:lnTo>
                  <a:pt x="0" y="853078"/>
                </a:lnTo>
                <a:lnTo>
                  <a:pt x="0" y="834123"/>
                </a:lnTo>
                <a:lnTo>
                  <a:pt x="0" y="815169"/>
                </a:lnTo>
                <a:lnTo>
                  <a:pt x="0" y="796204"/>
                </a:lnTo>
                <a:lnTo>
                  <a:pt x="0" y="777250"/>
                </a:lnTo>
                <a:lnTo>
                  <a:pt x="0" y="758295"/>
                </a:lnTo>
                <a:lnTo>
                  <a:pt x="0" y="739340"/>
                </a:lnTo>
                <a:lnTo>
                  <a:pt x="0" y="720376"/>
                </a:lnTo>
                <a:lnTo>
                  <a:pt x="0" y="701421"/>
                </a:lnTo>
                <a:lnTo>
                  <a:pt x="0" y="682466"/>
                </a:lnTo>
                <a:lnTo>
                  <a:pt x="0" y="663512"/>
                </a:lnTo>
                <a:lnTo>
                  <a:pt x="0" y="644547"/>
                </a:lnTo>
                <a:lnTo>
                  <a:pt x="0" y="625592"/>
                </a:lnTo>
                <a:lnTo>
                  <a:pt x="0" y="606638"/>
                </a:lnTo>
                <a:lnTo>
                  <a:pt x="0" y="587673"/>
                </a:lnTo>
                <a:lnTo>
                  <a:pt x="0" y="568719"/>
                </a:lnTo>
                <a:lnTo>
                  <a:pt x="0" y="549764"/>
                </a:lnTo>
                <a:lnTo>
                  <a:pt x="0" y="530809"/>
                </a:lnTo>
                <a:lnTo>
                  <a:pt x="0" y="511845"/>
                </a:lnTo>
                <a:lnTo>
                  <a:pt x="0" y="492890"/>
                </a:lnTo>
                <a:lnTo>
                  <a:pt x="0" y="473935"/>
                </a:lnTo>
                <a:lnTo>
                  <a:pt x="0" y="454981"/>
                </a:lnTo>
                <a:lnTo>
                  <a:pt x="0" y="436016"/>
                </a:lnTo>
                <a:lnTo>
                  <a:pt x="0" y="417062"/>
                </a:lnTo>
                <a:lnTo>
                  <a:pt x="0" y="398107"/>
                </a:lnTo>
                <a:lnTo>
                  <a:pt x="0" y="379143"/>
                </a:lnTo>
                <a:lnTo>
                  <a:pt x="0" y="360188"/>
                </a:lnTo>
                <a:lnTo>
                  <a:pt x="0" y="341233"/>
                </a:lnTo>
                <a:lnTo>
                  <a:pt x="0" y="322278"/>
                </a:lnTo>
                <a:lnTo>
                  <a:pt x="0" y="303314"/>
                </a:lnTo>
                <a:lnTo>
                  <a:pt x="0" y="284359"/>
                </a:lnTo>
                <a:lnTo>
                  <a:pt x="0" y="265405"/>
                </a:lnTo>
                <a:lnTo>
                  <a:pt x="0" y="246450"/>
                </a:lnTo>
                <a:lnTo>
                  <a:pt x="0" y="227486"/>
                </a:lnTo>
                <a:lnTo>
                  <a:pt x="0" y="208531"/>
                </a:lnTo>
                <a:lnTo>
                  <a:pt x="0" y="189576"/>
                </a:lnTo>
                <a:lnTo>
                  <a:pt x="0" y="170612"/>
                </a:lnTo>
                <a:lnTo>
                  <a:pt x="0" y="151657"/>
                </a:lnTo>
                <a:lnTo>
                  <a:pt x="0" y="132702"/>
                </a:lnTo>
                <a:lnTo>
                  <a:pt x="0" y="113748"/>
                </a:lnTo>
                <a:lnTo>
                  <a:pt x="0" y="94783"/>
                </a:lnTo>
                <a:lnTo>
                  <a:pt x="0" y="75829"/>
                </a:lnTo>
                <a:lnTo>
                  <a:pt x="0" y="56874"/>
                </a:lnTo>
                <a:lnTo>
                  <a:pt x="0" y="37919"/>
                </a:lnTo>
                <a:lnTo>
                  <a:pt x="0" y="18955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78A8D5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35" name="phase-title-2">
            <a:extLst xmlns:a="http://schemas.openxmlformats.org/drawingml/2006/main">
              <a:ext uri="{FF2B5EF4-FFF2-40B4-BE49-F238E27FC236}">
                <a16:creationId xmlns:a16="http://schemas.microsoft.com/office/drawing/2014/main" id="{95DE0B02-E5C8-4879-AB53-54CA25D94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5085312"/>
            <a:ext cx="1428750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持续转化</a:t>
            </a:r>
          </a:p>
        </p:txBody>
      </p:sp>
      <p:sp>
        <p:nvSpPr>
          <p:cNvPr id="36" name="phase-body-2">
            <a:extLst xmlns:a="http://schemas.openxmlformats.org/drawingml/2006/main">
              <a:ext uri="{FF2B5EF4-FFF2-40B4-BE49-F238E27FC236}">
                <a16:creationId xmlns:a16="http://schemas.microsoft.com/office/drawing/2014/main" id="{FB0BF5F7-5D2B-4274-9E2C-6259CCD73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5439518"/>
            <a:ext cx="1428750" cy="587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让行动沉淀为</a:t>
            </a:r>
          </a:p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长期价值</a:t>
            </a:r>
          </a:p>
        </p:txBody>
      </p:sp>
      <p:sp>
        <p:nvSpPr>
          <p:cNvPr id="37" name="action-icon-shell-2-0">
            <a:extLst xmlns:a="http://schemas.openxmlformats.org/drawingml/2006/main">
              <a:ext uri="{FF2B5EF4-FFF2-40B4-BE49-F238E27FC236}">
                <a16:creationId xmlns:a16="http://schemas.microsoft.com/office/drawing/2014/main" id="{BE8E42BF-0C37-4E25-8F17-802FF0053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5384606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10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00b96c5a74a4669">
            <a:extLst>
              <a:ext uri="{96DAC541-7B7A-43D3-8B79-37D633B846F1}">
                <asvg:svgBlip xmlns:asvg="http://schemas.microsoft.com/office/drawing/2016/SVG/main" r:embed="R6fe4bf81756e4991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5460806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39" name="action-title-2-0">
            <a:extLst xmlns:a="http://schemas.openxmlformats.org/drawingml/2006/main">
              <a:ext uri="{FF2B5EF4-FFF2-40B4-BE49-F238E27FC236}">
                <a16:creationId xmlns:a16="http://schemas.microsoft.com/office/drawing/2014/main" id="{E261F7F6-0B65-451E-8426-73661FE3C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5323580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数据打通</a:t>
            </a:r>
          </a:p>
        </p:txBody>
      </p:sp>
      <p:sp>
        <p:nvSpPr>
          <p:cNvPr id="40" name="action-body-2-0">
            <a:extLst xmlns:a="http://schemas.openxmlformats.org/drawingml/2006/main">
              <a:ext uri="{FF2B5EF4-FFF2-40B4-BE49-F238E27FC236}">
                <a16:creationId xmlns:a16="http://schemas.microsoft.com/office/drawing/2014/main" id="{EA25E3CA-327F-42D0-8178-330F3146F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5552180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统一分析对象</a:t>
            </a:r>
          </a:p>
        </p:txBody>
      </p:sp>
      <p:sp>
        <p:nvSpPr>
          <p:cNvPr id="41" name="action-icon-shell-2-1">
            <a:extLst xmlns:a="http://schemas.openxmlformats.org/drawingml/2006/main">
              <a:ext uri="{FF2B5EF4-FFF2-40B4-BE49-F238E27FC236}">
                <a16:creationId xmlns:a16="http://schemas.microsoft.com/office/drawing/2014/main" id="{DD883999-3445-4D0B-8719-C7A06ACFD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5384606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10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42c1d9b5d12442e">
            <a:extLst>
              <a:ext uri="{96DAC541-7B7A-43D3-8B79-37D633B846F1}">
                <asvg:svgBlip xmlns:asvg="http://schemas.microsoft.com/office/drawing/2016/SVG/main" r:embed="Raafea924d1344544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5460806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43" name="action-title-2-1">
            <a:extLst xmlns:a="http://schemas.openxmlformats.org/drawingml/2006/main">
              <a:ext uri="{FF2B5EF4-FFF2-40B4-BE49-F238E27FC236}">
                <a16:creationId xmlns:a16="http://schemas.microsoft.com/office/drawing/2014/main" id="{FF29D3D1-1300-4968-93F6-0414ABE94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5323580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自动分群</a:t>
            </a:r>
          </a:p>
        </p:txBody>
      </p:sp>
      <p:sp>
        <p:nvSpPr>
          <p:cNvPr id="44" name="action-body-2-1">
            <a:extLst xmlns:a="http://schemas.openxmlformats.org/drawingml/2006/main">
              <a:ext uri="{FF2B5EF4-FFF2-40B4-BE49-F238E27FC236}">
                <a16:creationId xmlns:a16="http://schemas.microsoft.com/office/drawing/2014/main" id="{5D066531-668A-44E9-AA9A-002FA901E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5552180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指导持续运营</a:t>
            </a:r>
          </a:p>
        </p:txBody>
      </p:sp>
      <p:sp>
        <p:nvSpPr>
          <p:cNvPr id="45" name="funnel-step-body-0">
            <a:extLst xmlns:a="http://schemas.openxmlformats.org/drawingml/2006/main">
              <a:ext uri="{FF2B5EF4-FFF2-40B4-BE49-F238E27FC236}">
                <a16:creationId xmlns:a16="http://schemas.microsoft.com/office/drawing/2014/main" id="{8242AC5E-038C-40B0-A3F6-F7BF89871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52750" y="2514600"/>
            <a:ext cx="3326711" cy="1110415"/>
          </a:xfrm>
          <a:custGeom xmlns:a="http://schemas.openxmlformats.org/drawingml/2006/main">
            <a:pathLst>
              <a:path w="3326711" h="1110415">
                <a:moveTo>
                  <a:pt x="0" y="0"/>
                </a:moveTo>
                <a:lnTo>
                  <a:pt x="14516" y="30004"/>
                </a:lnTo>
                <a:lnTo>
                  <a:pt x="29032" y="60017"/>
                </a:lnTo>
                <a:lnTo>
                  <a:pt x="43548" y="90021"/>
                </a:lnTo>
                <a:lnTo>
                  <a:pt x="58055" y="120025"/>
                </a:lnTo>
                <a:lnTo>
                  <a:pt x="72571" y="150038"/>
                </a:lnTo>
                <a:lnTo>
                  <a:pt x="87087" y="180042"/>
                </a:lnTo>
                <a:lnTo>
                  <a:pt x="101603" y="210045"/>
                </a:lnTo>
                <a:lnTo>
                  <a:pt x="116119" y="240059"/>
                </a:lnTo>
                <a:lnTo>
                  <a:pt x="130635" y="270062"/>
                </a:lnTo>
                <a:lnTo>
                  <a:pt x="145142" y="300066"/>
                </a:lnTo>
                <a:lnTo>
                  <a:pt x="159658" y="330079"/>
                </a:lnTo>
                <a:lnTo>
                  <a:pt x="174174" y="360083"/>
                </a:lnTo>
                <a:lnTo>
                  <a:pt x="188690" y="390087"/>
                </a:lnTo>
                <a:lnTo>
                  <a:pt x="203206" y="420100"/>
                </a:lnTo>
                <a:lnTo>
                  <a:pt x="217722" y="450104"/>
                </a:lnTo>
                <a:lnTo>
                  <a:pt x="232229" y="480108"/>
                </a:lnTo>
                <a:lnTo>
                  <a:pt x="246745" y="510121"/>
                </a:lnTo>
                <a:lnTo>
                  <a:pt x="261261" y="540125"/>
                </a:lnTo>
                <a:lnTo>
                  <a:pt x="275777" y="570128"/>
                </a:lnTo>
                <a:lnTo>
                  <a:pt x="290293" y="600142"/>
                </a:lnTo>
                <a:lnTo>
                  <a:pt x="304810" y="630145"/>
                </a:lnTo>
                <a:lnTo>
                  <a:pt x="319316" y="660149"/>
                </a:lnTo>
                <a:lnTo>
                  <a:pt x="333832" y="690162"/>
                </a:lnTo>
                <a:lnTo>
                  <a:pt x="348348" y="720166"/>
                </a:lnTo>
                <a:lnTo>
                  <a:pt x="362864" y="750170"/>
                </a:lnTo>
                <a:lnTo>
                  <a:pt x="377381" y="780183"/>
                </a:lnTo>
                <a:lnTo>
                  <a:pt x="391897" y="810187"/>
                </a:lnTo>
                <a:lnTo>
                  <a:pt x="406413" y="840191"/>
                </a:lnTo>
                <a:lnTo>
                  <a:pt x="420919" y="870204"/>
                </a:lnTo>
                <a:lnTo>
                  <a:pt x="435435" y="900208"/>
                </a:lnTo>
                <a:lnTo>
                  <a:pt x="449951" y="930212"/>
                </a:lnTo>
                <a:lnTo>
                  <a:pt x="464468" y="960225"/>
                </a:lnTo>
                <a:lnTo>
                  <a:pt x="478984" y="990229"/>
                </a:lnTo>
                <a:lnTo>
                  <a:pt x="493500" y="1020232"/>
                </a:lnTo>
                <a:lnTo>
                  <a:pt x="513074" y="1045445"/>
                </a:lnTo>
                <a:lnTo>
                  <a:pt x="544716" y="1055770"/>
                </a:lnTo>
                <a:lnTo>
                  <a:pt x="577348" y="1062552"/>
                </a:lnTo>
                <a:lnTo>
                  <a:pt x="610257" y="1067829"/>
                </a:lnTo>
                <a:lnTo>
                  <a:pt x="643299" y="1072201"/>
                </a:lnTo>
                <a:lnTo>
                  <a:pt x="676418" y="1075954"/>
                </a:lnTo>
                <a:lnTo>
                  <a:pt x="709593" y="1079259"/>
                </a:lnTo>
                <a:lnTo>
                  <a:pt x="742788" y="1082202"/>
                </a:lnTo>
                <a:lnTo>
                  <a:pt x="776021" y="1084850"/>
                </a:lnTo>
                <a:lnTo>
                  <a:pt x="809263" y="1087250"/>
                </a:lnTo>
                <a:lnTo>
                  <a:pt x="842524" y="1089450"/>
                </a:lnTo>
                <a:lnTo>
                  <a:pt x="875795" y="1091460"/>
                </a:lnTo>
                <a:lnTo>
                  <a:pt x="909076" y="1093327"/>
                </a:lnTo>
                <a:lnTo>
                  <a:pt x="942365" y="1095032"/>
                </a:lnTo>
                <a:lnTo>
                  <a:pt x="975665" y="1096613"/>
                </a:lnTo>
                <a:lnTo>
                  <a:pt x="1008964" y="1098071"/>
                </a:lnTo>
                <a:lnTo>
                  <a:pt x="1042273" y="1099433"/>
                </a:lnTo>
                <a:lnTo>
                  <a:pt x="1075582" y="1100671"/>
                </a:lnTo>
                <a:lnTo>
                  <a:pt x="1108891" y="1101833"/>
                </a:lnTo>
                <a:lnTo>
                  <a:pt x="1142209" y="1102900"/>
                </a:lnTo>
                <a:lnTo>
                  <a:pt x="1175528" y="1103881"/>
                </a:lnTo>
                <a:lnTo>
                  <a:pt x="1208846" y="1104786"/>
                </a:lnTo>
                <a:lnTo>
                  <a:pt x="1242174" y="1105605"/>
                </a:lnTo>
                <a:lnTo>
                  <a:pt x="1275493" y="1106357"/>
                </a:lnTo>
                <a:lnTo>
                  <a:pt x="1308821" y="1107043"/>
                </a:lnTo>
                <a:lnTo>
                  <a:pt x="1342149" y="1107662"/>
                </a:lnTo>
                <a:lnTo>
                  <a:pt x="1375477" y="1108205"/>
                </a:lnTo>
                <a:lnTo>
                  <a:pt x="1408805" y="1108691"/>
                </a:lnTo>
                <a:lnTo>
                  <a:pt x="1442133" y="1109110"/>
                </a:lnTo>
                <a:lnTo>
                  <a:pt x="1475470" y="1109482"/>
                </a:lnTo>
                <a:lnTo>
                  <a:pt x="1508798" y="1109777"/>
                </a:lnTo>
                <a:lnTo>
                  <a:pt x="1542136" y="1110024"/>
                </a:lnTo>
                <a:lnTo>
                  <a:pt x="1575464" y="1110205"/>
                </a:lnTo>
                <a:lnTo>
                  <a:pt x="1608801" y="1110339"/>
                </a:lnTo>
                <a:lnTo>
                  <a:pt x="1642129" y="1110405"/>
                </a:lnTo>
                <a:lnTo>
                  <a:pt x="1675467" y="1110415"/>
                </a:lnTo>
                <a:lnTo>
                  <a:pt x="1708795" y="1110377"/>
                </a:lnTo>
                <a:lnTo>
                  <a:pt x="1742132" y="1110272"/>
                </a:lnTo>
                <a:lnTo>
                  <a:pt x="1775460" y="1110120"/>
                </a:lnTo>
                <a:lnTo>
                  <a:pt x="1808798" y="1109901"/>
                </a:lnTo>
                <a:lnTo>
                  <a:pt x="1842125" y="1109624"/>
                </a:lnTo>
                <a:lnTo>
                  <a:pt x="1875453" y="1109291"/>
                </a:lnTo>
                <a:lnTo>
                  <a:pt x="1908791" y="1108901"/>
                </a:lnTo>
                <a:lnTo>
                  <a:pt x="1942119" y="1108453"/>
                </a:lnTo>
                <a:lnTo>
                  <a:pt x="1975447" y="1107929"/>
                </a:lnTo>
                <a:lnTo>
                  <a:pt x="2008775" y="1107348"/>
                </a:lnTo>
                <a:lnTo>
                  <a:pt x="2042103" y="1106700"/>
                </a:lnTo>
                <a:lnTo>
                  <a:pt x="2075431" y="1105976"/>
                </a:lnTo>
                <a:lnTo>
                  <a:pt x="2108749" y="1105186"/>
                </a:lnTo>
                <a:lnTo>
                  <a:pt x="2142068" y="1104329"/>
                </a:lnTo>
                <a:lnTo>
                  <a:pt x="2175396" y="1103386"/>
                </a:lnTo>
                <a:lnTo>
                  <a:pt x="2208705" y="1102357"/>
                </a:lnTo>
                <a:lnTo>
                  <a:pt x="2242023" y="1101252"/>
                </a:lnTo>
                <a:lnTo>
                  <a:pt x="2275332" y="1100042"/>
                </a:lnTo>
                <a:lnTo>
                  <a:pt x="2308641" y="1098747"/>
                </a:lnTo>
                <a:lnTo>
                  <a:pt x="2341950" y="1097337"/>
                </a:lnTo>
                <a:lnTo>
                  <a:pt x="2375240" y="1095813"/>
                </a:lnTo>
                <a:lnTo>
                  <a:pt x="2408539" y="1094175"/>
                </a:lnTo>
                <a:lnTo>
                  <a:pt x="2441819" y="1092384"/>
                </a:lnTo>
                <a:lnTo>
                  <a:pt x="2475100" y="1090451"/>
                </a:lnTo>
                <a:lnTo>
                  <a:pt x="2508361" y="1088346"/>
                </a:lnTo>
                <a:lnTo>
                  <a:pt x="2541613" y="1086041"/>
                </a:lnTo>
                <a:lnTo>
                  <a:pt x="2574855" y="1083516"/>
                </a:lnTo>
                <a:lnTo>
                  <a:pt x="2608069" y="1080726"/>
                </a:lnTo>
                <a:lnTo>
                  <a:pt x="2641254" y="1077611"/>
                </a:lnTo>
                <a:lnTo>
                  <a:pt x="2674401" y="1074087"/>
                </a:lnTo>
                <a:lnTo>
                  <a:pt x="2707491" y="1070039"/>
                </a:lnTo>
                <a:lnTo>
                  <a:pt x="2740476" y="1065247"/>
                </a:lnTo>
                <a:lnTo>
                  <a:pt x="2773270" y="1059313"/>
                </a:lnTo>
                <a:lnTo>
                  <a:pt x="2805579" y="1051179"/>
                </a:lnTo>
                <a:lnTo>
                  <a:pt x="2833926" y="1034996"/>
                </a:lnTo>
                <a:lnTo>
                  <a:pt x="2847737" y="1004773"/>
                </a:lnTo>
                <a:lnTo>
                  <a:pt x="2862243" y="974769"/>
                </a:lnTo>
                <a:lnTo>
                  <a:pt x="2876760" y="944756"/>
                </a:lnTo>
                <a:lnTo>
                  <a:pt x="2891276" y="914752"/>
                </a:lnTo>
                <a:lnTo>
                  <a:pt x="2905792" y="884749"/>
                </a:lnTo>
                <a:lnTo>
                  <a:pt x="2920308" y="854735"/>
                </a:lnTo>
                <a:lnTo>
                  <a:pt x="2934824" y="824732"/>
                </a:lnTo>
                <a:lnTo>
                  <a:pt x="2949340" y="794728"/>
                </a:lnTo>
                <a:lnTo>
                  <a:pt x="2963847" y="764715"/>
                </a:lnTo>
                <a:lnTo>
                  <a:pt x="2978363" y="734711"/>
                </a:lnTo>
                <a:lnTo>
                  <a:pt x="2992879" y="704707"/>
                </a:lnTo>
                <a:lnTo>
                  <a:pt x="3007395" y="674694"/>
                </a:lnTo>
                <a:lnTo>
                  <a:pt x="3021911" y="644690"/>
                </a:lnTo>
                <a:lnTo>
                  <a:pt x="3036427" y="614686"/>
                </a:lnTo>
                <a:lnTo>
                  <a:pt x="3050934" y="584673"/>
                </a:lnTo>
                <a:lnTo>
                  <a:pt x="3065450" y="554669"/>
                </a:lnTo>
                <a:lnTo>
                  <a:pt x="3079966" y="524666"/>
                </a:lnTo>
                <a:lnTo>
                  <a:pt x="3094482" y="494652"/>
                </a:lnTo>
                <a:lnTo>
                  <a:pt x="3108998" y="464649"/>
                </a:lnTo>
                <a:lnTo>
                  <a:pt x="3123514" y="434645"/>
                </a:lnTo>
                <a:lnTo>
                  <a:pt x="3138021" y="404632"/>
                </a:lnTo>
                <a:lnTo>
                  <a:pt x="3152537" y="374628"/>
                </a:lnTo>
                <a:lnTo>
                  <a:pt x="3167053" y="344624"/>
                </a:lnTo>
                <a:lnTo>
                  <a:pt x="3181569" y="314611"/>
                </a:lnTo>
                <a:lnTo>
                  <a:pt x="3196085" y="284607"/>
                </a:lnTo>
                <a:lnTo>
                  <a:pt x="3210601" y="254603"/>
                </a:lnTo>
                <a:lnTo>
                  <a:pt x="3225108" y="224590"/>
                </a:lnTo>
                <a:lnTo>
                  <a:pt x="3239624" y="194586"/>
                </a:lnTo>
                <a:lnTo>
                  <a:pt x="3254140" y="164582"/>
                </a:lnTo>
                <a:lnTo>
                  <a:pt x="3268656" y="134569"/>
                </a:lnTo>
                <a:lnTo>
                  <a:pt x="3283172" y="104565"/>
                </a:lnTo>
                <a:lnTo>
                  <a:pt x="3297688" y="74562"/>
                </a:lnTo>
                <a:lnTo>
                  <a:pt x="3312204" y="44548"/>
                </a:lnTo>
                <a:lnTo>
                  <a:pt x="3326711" y="14545"/>
                </a:lnTo>
                <a:lnTo>
                  <a:pt x="3321415" y="10773"/>
                </a:lnTo>
                <a:lnTo>
                  <a:pt x="3289421" y="19955"/>
                </a:lnTo>
                <a:lnTo>
                  <a:pt x="3256626" y="25898"/>
                </a:lnTo>
                <a:lnTo>
                  <a:pt x="3223612" y="30518"/>
                </a:lnTo>
                <a:lnTo>
                  <a:pt x="3190504" y="34376"/>
                </a:lnTo>
                <a:lnTo>
                  <a:pt x="3157337" y="37719"/>
                </a:lnTo>
                <a:lnTo>
                  <a:pt x="3124143" y="40681"/>
                </a:lnTo>
                <a:lnTo>
                  <a:pt x="3090910" y="43339"/>
                </a:lnTo>
                <a:lnTo>
                  <a:pt x="3057668" y="45768"/>
                </a:lnTo>
                <a:lnTo>
                  <a:pt x="3024407" y="47996"/>
                </a:lnTo>
                <a:lnTo>
                  <a:pt x="2991136" y="50044"/>
                </a:lnTo>
                <a:lnTo>
                  <a:pt x="2957865" y="51949"/>
                </a:lnTo>
                <a:lnTo>
                  <a:pt x="2924575" y="53740"/>
                </a:lnTo>
                <a:lnTo>
                  <a:pt x="2891285" y="55397"/>
                </a:lnTo>
                <a:lnTo>
                  <a:pt x="2857986" y="56960"/>
                </a:lnTo>
                <a:lnTo>
                  <a:pt x="2824686" y="58426"/>
                </a:lnTo>
                <a:lnTo>
                  <a:pt x="2791387" y="59817"/>
                </a:lnTo>
                <a:lnTo>
                  <a:pt x="2758078" y="61122"/>
                </a:lnTo>
                <a:lnTo>
                  <a:pt x="2724769" y="62360"/>
                </a:lnTo>
                <a:lnTo>
                  <a:pt x="2691451" y="63522"/>
                </a:lnTo>
                <a:lnTo>
                  <a:pt x="2658142" y="64627"/>
                </a:lnTo>
                <a:lnTo>
                  <a:pt x="2624823" y="65665"/>
                </a:lnTo>
                <a:lnTo>
                  <a:pt x="2591505" y="66656"/>
                </a:lnTo>
                <a:lnTo>
                  <a:pt x="2558186" y="67589"/>
                </a:lnTo>
                <a:lnTo>
                  <a:pt x="2524858" y="68475"/>
                </a:lnTo>
                <a:lnTo>
                  <a:pt x="2491540" y="69323"/>
                </a:lnTo>
                <a:lnTo>
                  <a:pt x="2458222" y="70114"/>
                </a:lnTo>
                <a:lnTo>
                  <a:pt x="2424894" y="70856"/>
                </a:lnTo>
                <a:lnTo>
                  <a:pt x="2391566" y="71571"/>
                </a:lnTo>
                <a:lnTo>
                  <a:pt x="2358238" y="72228"/>
                </a:lnTo>
                <a:lnTo>
                  <a:pt x="2324910" y="72857"/>
                </a:lnTo>
                <a:lnTo>
                  <a:pt x="2291582" y="73447"/>
                </a:lnTo>
                <a:lnTo>
                  <a:pt x="2258254" y="74000"/>
                </a:lnTo>
                <a:lnTo>
                  <a:pt x="2224926" y="74524"/>
                </a:lnTo>
                <a:lnTo>
                  <a:pt x="2191598" y="75009"/>
                </a:lnTo>
                <a:lnTo>
                  <a:pt x="2158270" y="75457"/>
                </a:lnTo>
                <a:lnTo>
                  <a:pt x="2124942" y="75876"/>
                </a:lnTo>
                <a:lnTo>
                  <a:pt x="2091604" y="76267"/>
                </a:lnTo>
                <a:lnTo>
                  <a:pt x="2058276" y="76619"/>
                </a:lnTo>
                <a:lnTo>
                  <a:pt x="2024948" y="76943"/>
                </a:lnTo>
                <a:lnTo>
                  <a:pt x="1991611" y="77238"/>
                </a:lnTo>
                <a:lnTo>
                  <a:pt x="1958283" y="77495"/>
                </a:lnTo>
                <a:lnTo>
                  <a:pt x="1924945" y="77734"/>
                </a:lnTo>
                <a:lnTo>
                  <a:pt x="1891617" y="77943"/>
                </a:lnTo>
                <a:lnTo>
                  <a:pt x="1858280" y="78115"/>
                </a:lnTo>
                <a:lnTo>
                  <a:pt x="1824952" y="78267"/>
                </a:lnTo>
                <a:lnTo>
                  <a:pt x="1791614" y="78381"/>
                </a:lnTo>
                <a:lnTo>
                  <a:pt x="1758286" y="78476"/>
                </a:lnTo>
                <a:lnTo>
                  <a:pt x="1724949" y="78534"/>
                </a:lnTo>
                <a:lnTo>
                  <a:pt x="1691621" y="78572"/>
                </a:lnTo>
                <a:lnTo>
                  <a:pt x="1658283" y="78581"/>
                </a:lnTo>
                <a:lnTo>
                  <a:pt x="1624955" y="78562"/>
                </a:lnTo>
                <a:lnTo>
                  <a:pt x="1591618" y="78505"/>
                </a:lnTo>
                <a:lnTo>
                  <a:pt x="1558290" y="78429"/>
                </a:lnTo>
                <a:lnTo>
                  <a:pt x="1524953" y="78324"/>
                </a:lnTo>
                <a:lnTo>
                  <a:pt x="1491625" y="78191"/>
                </a:lnTo>
                <a:lnTo>
                  <a:pt x="1458287" y="78029"/>
                </a:lnTo>
                <a:lnTo>
                  <a:pt x="1424959" y="77838"/>
                </a:lnTo>
                <a:lnTo>
                  <a:pt x="1391622" y="77619"/>
                </a:lnTo>
                <a:lnTo>
                  <a:pt x="1358294" y="77372"/>
                </a:lnTo>
                <a:lnTo>
                  <a:pt x="1324966" y="77086"/>
                </a:lnTo>
                <a:lnTo>
                  <a:pt x="1291628" y="76781"/>
                </a:lnTo>
                <a:lnTo>
                  <a:pt x="1258300" y="76438"/>
                </a:lnTo>
                <a:lnTo>
                  <a:pt x="1224972" y="76067"/>
                </a:lnTo>
                <a:lnTo>
                  <a:pt x="1191635" y="75667"/>
                </a:lnTo>
                <a:lnTo>
                  <a:pt x="1158307" y="75228"/>
                </a:lnTo>
                <a:lnTo>
                  <a:pt x="1124979" y="74762"/>
                </a:lnTo>
                <a:lnTo>
                  <a:pt x="1091651" y="74266"/>
                </a:lnTo>
                <a:lnTo>
                  <a:pt x="1058323" y="73724"/>
                </a:lnTo>
                <a:lnTo>
                  <a:pt x="1024995" y="73152"/>
                </a:lnTo>
                <a:lnTo>
                  <a:pt x="991667" y="72542"/>
                </a:lnTo>
                <a:lnTo>
                  <a:pt x="958339" y="71895"/>
                </a:lnTo>
                <a:lnTo>
                  <a:pt x="925011" y="71199"/>
                </a:lnTo>
                <a:lnTo>
                  <a:pt x="891683" y="70475"/>
                </a:lnTo>
                <a:lnTo>
                  <a:pt x="858364" y="69704"/>
                </a:lnTo>
                <a:lnTo>
                  <a:pt x="825036" y="68885"/>
                </a:lnTo>
                <a:lnTo>
                  <a:pt x="791718" y="68028"/>
                </a:lnTo>
                <a:lnTo>
                  <a:pt x="758400" y="67113"/>
                </a:lnTo>
                <a:lnTo>
                  <a:pt x="725081" y="66151"/>
                </a:lnTo>
                <a:lnTo>
                  <a:pt x="691763" y="65132"/>
                </a:lnTo>
                <a:lnTo>
                  <a:pt x="658444" y="64056"/>
                </a:lnTo>
                <a:lnTo>
                  <a:pt x="625135" y="62922"/>
                </a:lnTo>
                <a:lnTo>
                  <a:pt x="591817" y="61722"/>
                </a:lnTo>
                <a:lnTo>
                  <a:pt x="558508" y="60455"/>
                </a:lnTo>
                <a:lnTo>
                  <a:pt x="525209" y="59112"/>
                </a:lnTo>
                <a:lnTo>
                  <a:pt x="491900" y="57693"/>
                </a:lnTo>
                <a:lnTo>
                  <a:pt x="458600" y="56169"/>
                </a:lnTo>
                <a:lnTo>
                  <a:pt x="425310" y="54550"/>
                </a:lnTo>
                <a:lnTo>
                  <a:pt x="392020" y="52826"/>
                </a:lnTo>
                <a:lnTo>
                  <a:pt x="358740" y="50987"/>
                </a:lnTo>
                <a:lnTo>
                  <a:pt x="325469" y="49006"/>
                </a:lnTo>
                <a:lnTo>
                  <a:pt x="292198" y="46873"/>
                </a:lnTo>
                <a:lnTo>
                  <a:pt x="258947" y="44548"/>
                </a:lnTo>
                <a:lnTo>
                  <a:pt x="225714" y="42005"/>
                </a:lnTo>
                <a:lnTo>
                  <a:pt x="192500" y="39195"/>
                </a:lnTo>
                <a:lnTo>
                  <a:pt x="159315" y="36052"/>
                </a:lnTo>
                <a:lnTo>
                  <a:pt x="126178" y="32471"/>
                </a:lnTo>
                <a:lnTo>
                  <a:pt x="93107" y="28251"/>
                </a:lnTo>
                <a:lnTo>
                  <a:pt x="60188" y="23060"/>
                </a:lnTo>
                <a:lnTo>
                  <a:pt x="27642" y="15926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46" name="funnel-step-cap-0">
            <a:extLst xmlns:a="http://schemas.openxmlformats.org/drawingml/2006/main">
              <a:ext uri="{FF2B5EF4-FFF2-40B4-BE49-F238E27FC236}">
                <a16:creationId xmlns:a16="http://schemas.microsoft.com/office/drawing/2014/main" id="{1F53D489-9D06-41B6-A08D-6B8F5A85D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52750" y="2390775"/>
            <a:ext cx="33337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47" name="funnel-step-body-1">
            <a:extLst xmlns:a="http://schemas.openxmlformats.org/drawingml/2006/main">
              <a:ext uri="{FF2B5EF4-FFF2-40B4-BE49-F238E27FC236}">
                <a16:creationId xmlns:a16="http://schemas.microsoft.com/office/drawing/2014/main" id="{5525E949-89DD-4352-87D6-D4591E48F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451860" y="3727418"/>
            <a:ext cx="2334397" cy="1110520"/>
          </a:xfrm>
          <a:custGeom xmlns:a="http://schemas.openxmlformats.org/drawingml/2006/main">
            <a:pathLst>
              <a:path w="2334397" h="1110520">
                <a:moveTo>
                  <a:pt x="0" y="0"/>
                </a:moveTo>
                <a:lnTo>
                  <a:pt x="8906" y="24060"/>
                </a:lnTo>
                <a:lnTo>
                  <a:pt x="17812" y="48120"/>
                </a:lnTo>
                <a:lnTo>
                  <a:pt x="26718" y="72180"/>
                </a:lnTo>
                <a:lnTo>
                  <a:pt x="35633" y="96241"/>
                </a:lnTo>
                <a:lnTo>
                  <a:pt x="44539" y="120301"/>
                </a:lnTo>
                <a:lnTo>
                  <a:pt x="53445" y="144361"/>
                </a:lnTo>
                <a:lnTo>
                  <a:pt x="62351" y="168412"/>
                </a:lnTo>
                <a:lnTo>
                  <a:pt x="71257" y="192472"/>
                </a:lnTo>
                <a:lnTo>
                  <a:pt x="80162" y="216532"/>
                </a:lnTo>
                <a:lnTo>
                  <a:pt x="89078" y="240592"/>
                </a:lnTo>
                <a:lnTo>
                  <a:pt x="97984" y="264652"/>
                </a:lnTo>
                <a:lnTo>
                  <a:pt x="106890" y="288712"/>
                </a:lnTo>
                <a:lnTo>
                  <a:pt x="115795" y="312772"/>
                </a:lnTo>
                <a:lnTo>
                  <a:pt x="124701" y="336833"/>
                </a:lnTo>
                <a:lnTo>
                  <a:pt x="133607" y="360893"/>
                </a:lnTo>
                <a:lnTo>
                  <a:pt x="142513" y="384953"/>
                </a:lnTo>
                <a:lnTo>
                  <a:pt x="151428" y="409013"/>
                </a:lnTo>
                <a:lnTo>
                  <a:pt x="160334" y="433073"/>
                </a:lnTo>
                <a:lnTo>
                  <a:pt x="169240" y="457124"/>
                </a:lnTo>
                <a:lnTo>
                  <a:pt x="178146" y="481184"/>
                </a:lnTo>
                <a:lnTo>
                  <a:pt x="187052" y="505244"/>
                </a:lnTo>
                <a:lnTo>
                  <a:pt x="195958" y="529304"/>
                </a:lnTo>
                <a:lnTo>
                  <a:pt x="204873" y="553364"/>
                </a:lnTo>
                <a:lnTo>
                  <a:pt x="213779" y="577425"/>
                </a:lnTo>
                <a:lnTo>
                  <a:pt x="222685" y="601485"/>
                </a:lnTo>
                <a:lnTo>
                  <a:pt x="231591" y="625545"/>
                </a:lnTo>
                <a:lnTo>
                  <a:pt x="240497" y="649605"/>
                </a:lnTo>
                <a:lnTo>
                  <a:pt x="249403" y="673665"/>
                </a:lnTo>
                <a:lnTo>
                  <a:pt x="258308" y="697725"/>
                </a:lnTo>
                <a:lnTo>
                  <a:pt x="267224" y="721785"/>
                </a:lnTo>
                <a:lnTo>
                  <a:pt x="276130" y="745846"/>
                </a:lnTo>
                <a:lnTo>
                  <a:pt x="285036" y="769896"/>
                </a:lnTo>
                <a:lnTo>
                  <a:pt x="293942" y="793956"/>
                </a:lnTo>
                <a:lnTo>
                  <a:pt x="302847" y="818017"/>
                </a:lnTo>
                <a:lnTo>
                  <a:pt x="311753" y="842077"/>
                </a:lnTo>
                <a:lnTo>
                  <a:pt x="320669" y="866137"/>
                </a:lnTo>
                <a:lnTo>
                  <a:pt x="329575" y="890197"/>
                </a:lnTo>
                <a:lnTo>
                  <a:pt x="338480" y="914257"/>
                </a:lnTo>
                <a:lnTo>
                  <a:pt x="347386" y="938317"/>
                </a:lnTo>
                <a:lnTo>
                  <a:pt x="356292" y="962377"/>
                </a:lnTo>
                <a:lnTo>
                  <a:pt x="365198" y="986438"/>
                </a:lnTo>
                <a:lnTo>
                  <a:pt x="374113" y="1010498"/>
                </a:lnTo>
                <a:lnTo>
                  <a:pt x="382419" y="1034691"/>
                </a:lnTo>
                <a:lnTo>
                  <a:pt x="401222" y="1051093"/>
                </a:lnTo>
                <a:lnTo>
                  <a:pt x="425263" y="1059990"/>
                </a:lnTo>
                <a:lnTo>
                  <a:pt x="450094" y="1066438"/>
                </a:lnTo>
                <a:lnTo>
                  <a:pt x="475221" y="1071591"/>
                </a:lnTo>
                <a:lnTo>
                  <a:pt x="500510" y="1075925"/>
                </a:lnTo>
                <a:lnTo>
                  <a:pt x="525885" y="1079659"/>
                </a:lnTo>
                <a:lnTo>
                  <a:pt x="551326" y="1082954"/>
                </a:lnTo>
                <a:lnTo>
                  <a:pt x="576815" y="1085879"/>
                </a:lnTo>
                <a:lnTo>
                  <a:pt x="602332" y="1088517"/>
                </a:lnTo>
                <a:lnTo>
                  <a:pt x="627878" y="1090898"/>
                </a:lnTo>
                <a:lnTo>
                  <a:pt x="653444" y="1093060"/>
                </a:lnTo>
                <a:lnTo>
                  <a:pt x="679028" y="1095032"/>
                </a:lnTo>
                <a:lnTo>
                  <a:pt x="704612" y="1096842"/>
                </a:lnTo>
                <a:lnTo>
                  <a:pt x="730215" y="1098490"/>
                </a:lnTo>
                <a:lnTo>
                  <a:pt x="755828" y="1099995"/>
                </a:lnTo>
                <a:lnTo>
                  <a:pt x="781450" y="1101376"/>
                </a:lnTo>
                <a:lnTo>
                  <a:pt x="807072" y="1102633"/>
                </a:lnTo>
                <a:lnTo>
                  <a:pt x="832704" y="1103786"/>
                </a:lnTo>
                <a:lnTo>
                  <a:pt x="858336" y="1104824"/>
                </a:lnTo>
                <a:lnTo>
                  <a:pt x="883977" y="1105767"/>
                </a:lnTo>
                <a:lnTo>
                  <a:pt x="909618" y="1106615"/>
                </a:lnTo>
                <a:lnTo>
                  <a:pt x="935260" y="1107377"/>
                </a:lnTo>
                <a:lnTo>
                  <a:pt x="960901" y="1108043"/>
                </a:lnTo>
                <a:lnTo>
                  <a:pt x="986552" y="1108634"/>
                </a:lnTo>
                <a:lnTo>
                  <a:pt x="1012203" y="1109129"/>
                </a:lnTo>
                <a:lnTo>
                  <a:pt x="1037854" y="1109558"/>
                </a:lnTo>
                <a:lnTo>
                  <a:pt x="1063504" y="1109901"/>
                </a:lnTo>
                <a:lnTo>
                  <a:pt x="1089165" y="1110167"/>
                </a:lnTo>
                <a:lnTo>
                  <a:pt x="1114816" y="1110358"/>
                </a:lnTo>
                <a:lnTo>
                  <a:pt x="1140476" y="1110472"/>
                </a:lnTo>
                <a:lnTo>
                  <a:pt x="1166127" y="1110520"/>
                </a:lnTo>
                <a:lnTo>
                  <a:pt x="1191787" y="1110482"/>
                </a:lnTo>
                <a:lnTo>
                  <a:pt x="1217438" y="1110377"/>
                </a:lnTo>
                <a:lnTo>
                  <a:pt x="1243089" y="1110196"/>
                </a:lnTo>
                <a:lnTo>
                  <a:pt x="1268749" y="1109939"/>
                </a:lnTo>
                <a:lnTo>
                  <a:pt x="1294400" y="1109605"/>
                </a:lnTo>
                <a:lnTo>
                  <a:pt x="1320051" y="1109186"/>
                </a:lnTo>
                <a:lnTo>
                  <a:pt x="1345702" y="1108700"/>
                </a:lnTo>
                <a:lnTo>
                  <a:pt x="1371352" y="1108119"/>
                </a:lnTo>
                <a:lnTo>
                  <a:pt x="1396994" y="1107462"/>
                </a:lnTo>
                <a:lnTo>
                  <a:pt x="1422644" y="1106719"/>
                </a:lnTo>
                <a:lnTo>
                  <a:pt x="1448286" y="1105881"/>
                </a:lnTo>
                <a:lnTo>
                  <a:pt x="1473927" y="1104957"/>
                </a:lnTo>
                <a:lnTo>
                  <a:pt x="1499559" y="1103919"/>
                </a:lnTo>
                <a:lnTo>
                  <a:pt x="1525191" y="1102795"/>
                </a:lnTo>
                <a:lnTo>
                  <a:pt x="1550813" y="1101547"/>
                </a:lnTo>
                <a:lnTo>
                  <a:pt x="1576435" y="1100185"/>
                </a:lnTo>
                <a:lnTo>
                  <a:pt x="1602048" y="1098690"/>
                </a:lnTo>
                <a:lnTo>
                  <a:pt x="1627642" y="1097051"/>
                </a:lnTo>
                <a:lnTo>
                  <a:pt x="1653235" y="1095280"/>
                </a:lnTo>
                <a:lnTo>
                  <a:pt x="1678819" y="1093327"/>
                </a:lnTo>
                <a:lnTo>
                  <a:pt x="1704384" y="1091184"/>
                </a:lnTo>
                <a:lnTo>
                  <a:pt x="1729931" y="1088831"/>
                </a:lnTo>
                <a:lnTo>
                  <a:pt x="1755458" y="1086231"/>
                </a:lnTo>
                <a:lnTo>
                  <a:pt x="1780946" y="1083345"/>
                </a:lnTo>
                <a:lnTo>
                  <a:pt x="1806397" y="1080106"/>
                </a:lnTo>
                <a:lnTo>
                  <a:pt x="1831791" y="1076430"/>
                </a:lnTo>
                <a:lnTo>
                  <a:pt x="1857089" y="1072182"/>
                </a:lnTo>
                <a:lnTo>
                  <a:pt x="1882245" y="1067152"/>
                </a:lnTo>
                <a:lnTo>
                  <a:pt x="1907124" y="1060914"/>
                </a:lnTo>
                <a:lnTo>
                  <a:pt x="1931327" y="1052455"/>
                </a:lnTo>
                <a:lnTo>
                  <a:pt x="1951853" y="1037711"/>
                </a:lnTo>
                <a:lnTo>
                  <a:pt x="1960283" y="1013565"/>
                </a:lnTo>
                <a:lnTo>
                  <a:pt x="1969189" y="989505"/>
                </a:lnTo>
                <a:lnTo>
                  <a:pt x="1978095" y="965444"/>
                </a:lnTo>
                <a:lnTo>
                  <a:pt x="1987010" y="941384"/>
                </a:lnTo>
                <a:lnTo>
                  <a:pt x="1995916" y="917324"/>
                </a:lnTo>
                <a:lnTo>
                  <a:pt x="2004822" y="893274"/>
                </a:lnTo>
                <a:lnTo>
                  <a:pt x="2013728" y="869213"/>
                </a:lnTo>
                <a:lnTo>
                  <a:pt x="2022634" y="845153"/>
                </a:lnTo>
                <a:lnTo>
                  <a:pt x="2031540" y="821093"/>
                </a:lnTo>
                <a:lnTo>
                  <a:pt x="2040455" y="797033"/>
                </a:lnTo>
                <a:lnTo>
                  <a:pt x="2049361" y="772973"/>
                </a:lnTo>
                <a:lnTo>
                  <a:pt x="2058267" y="748913"/>
                </a:lnTo>
                <a:lnTo>
                  <a:pt x="2067173" y="724853"/>
                </a:lnTo>
                <a:lnTo>
                  <a:pt x="2076079" y="700792"/>
                </a:lnTo>
                <a:lnTo>
                  <a:pt x="2084984" y="676732"/>
                </a:lnTo>
                <a:lnTo>
                  <a:pt x="2093890" y="652672"/>
                </a:lnTo>
                <a:lnTo>
                  <a:pt x="2102806" y="628612"/>
                </a:lnTo>
                <a:lnTo>
                  <a:pt x="2111712" y="604552"/>
                </a:lnTo>
                <a:lnTo>
                  <a:pt x="2120617" y="580501"/>
                </a:lnTo>
                <a:lnTo>
                  <a:pt x="2129523" y="556441"/>
                </a:lnTo>
                <a:lnTo>
                  <a:pt x="2138429" y="532381"/>
                </a:lnTo>
                <a:lnTo>
                  <a:pt x="2147335" y="508321"/>
                </a:lnTo>
                <a:lnTo>
                  <a:pt x="2156250" y="484261"/>
                </a:lnTo>
                <a:lnTo>
                  <a:pt x="2165156" y="460200"/>
                </a:lnTo>
                <a:lnTo>
                  <a:pt x="2174062" y="436140"/>
                </a:lnTo>
                <a:lnTo>
                  <a:pt x="2182968" y="412080"/>
                </a:lnTo>
                <a:lnTo>
                  <a:pt x="2191874" y="388020"/>
                </a:lnTo>
                <a:lnTo>
                  <a:pt x="2200780" y="363960"/>
                </a:lnTo>
                <a:lnTo>
                  <a:pt x="2209686" y="339900"/>
                </a:lnTo>
                <a:lnTo>
                  <a:pt x="2218601" y="315839"/>
                </a:lnTo>
                <a:lnTo>
                  <a:pt x="2227507" y="291779"/>
                </a:lnTo>
                <a:lnTo>
                  <a:pt x="2236413" y="267729"/>
                </a:lnTo>
                <a:lnTo>
                  <a:pt x="2245319" y="243669"/>
                </a:lnTo>
                <a:lnTo>
                  <a:pt x="2254225" y="219608"/>
                </a:lnTo>
                <a:lnTo>
                  <a:pt x="2263130" y="195548"/>
                </a:lnTo>
                <a:lnTo>
                  <a:pt x="2272046" y="171488"/>
                </a:lnTo>
                <a:lnTo>
                  <a:pt x="2280952" y="147428"/>
                </a:lnTo>
                <a:lnTo>
                  <a:pt x="2289858" y="123368"/>
                </a:lnTo>
                <a:lnTo>
                  <a:pt x="2298764" y="99308"/>
                </a:lnTo>
                <a:lnTo>
                  <a:pt x="2307669" y="75248"/>
                </a:lnTo>
                <a:lnTo>
                  <a:pt x="2316575" y="51187"/>
                </a:lnTo>
                <a:lnTo>
                  <a:pt x="2325481" y="27127"/>
                </a:lnTo>
                <a:lnTo>
                  <a:pt x="2334397" y="3067"/>
                </a:lnTo>
                <a:lnTo>
                  <a:pt x="2319804" y="14411"/>
                </a:lnTo>
                <a:lnTo>
                  <a:pt x="2295487" y="22508"/>
                </a:lnTo>
                <a:lnTo>
                  <a:pt x="2270474" y="28223"/>
                </a:lnTo>
                <a:lnTo>
                  <a:pt x="2245233" y="32776"/>
                </a:lnTo>
                <a:lnTo>
                  <a:pt x="2219868" y="36624"/>
                </a:lnTo>
                <a:lnTo>
                  <a:pt x="2194427" y="39976"/>
                </a:lnTo>
                <a:lnTo>
                  <a:pt x="2168947" y="42958"/>
                </a:lnTo>
                <a:lnTo>
                  <a:pt x="2143430" y="45634"/>
                </a:lnTo>
                <a:lnTo>
                  <a:pt x="2117893" y="48073"/>
                </a:lnTo>
                <a:lnTo>
                  <a:pt x="2092338" y="50311"/>
                </a:lnTo>
                <a:lnTo>
                  <a:pt x="2066763" y="52378"/>
                </a:lnTo>
                <a:lnTo>
                  <a:pt x="2041179" y="54293"/>
                </a:lnTo>
                <a:lnTo>
                  <a:pt x="2015585" y="56074"/>
                </a:lnTo>
                <a:lnTo>
                  <a:pt x="1989992" y="57750"/>
                </a:lnTo>
                <a:lnTo>
                  <a:pt x="1964379" y="59303"/>
                </a:lnTo>
                <a:lnTo>
                  <a:pt x="1938766" y="60760"/>
                </a:lnTo>
                <a:lnTo>
                  <a:pt x="1913144" y="62132"/>
                </a:lnTo>
                <a:lnTo>
                  <a:pt x="1887522" y="63427"/>
                </a:lnTo>
                <a:lnTo>
                  <a:pt x="1861899" y="64637"/>
                </a:lnTo>
                <a:lnTo>
                  <a:pt x="1836268" y="65780"/>
                </a:lnTo>
                <a:lnTo>
                  <a:pt x="1810636" y="66856"/>
                </a:lnTo>
                <a:lnTo>
                  <a:pt x="1785004" y="67866"/>
                </a:lnTo>
                <a:lnTo>
                  <a:pt x="1759363" y="68818"/>
                </a:lnTo>
                <a:lnTo>
                  <a:pt x="1733721" y="69723"/>
                </a:lnTo>
                <a:lnTo>
                  <a:pt x="1708080" y="70561"/>
                </a:lnTo>
                <a:lnTo>
                  <a:pt x="1682439" y="71352"/>
                </a:lnTo>
                <a:lnTo>
                  <a:pt x="1656798" y="72104"/>
                </a:lnTo>
                <a:lnTo>
                  <a:pt x="1631147" y="72800"/>
                </a:lnTo>
                <a:lnTo>
                  <a:pt x="1605505" y="73447"/>
                </a:lnTo>
                <a:lnTo>
                  <a:pt x="1579855" y="74057"/>
                </a:lnTo>
                <a:lnTo>
                  <a:pt x="1554204" y="74619"/>
                </a:lnTo>
                <a:lnTo>
                  <a:pt x="1528553" y="75143"/>
                </a:lnTo>
                <a:lnTo>
                  <a:pt x="1502902" y="75629"/>
                </a:lnTo>
                <a:lnTo>
                  <a:pt x="1477251" y="76067"/>
                </a:lnTo>
                <a:lnTo>
                  <a:pt x="1451600" y="76476"/>
                </a:lnTo>
                <a:lnTo>
                  <a:pt x="1425950" y="76848"/>
                </a:lnTo>
                <a:lnTo>
                  <a:pt x="1400299" y="77172"/>
                </a:lnTo>
                <a:lnTo>
                  <a:pt x="1374638" y="77467"/>
                </a:lnTo>
                <a:lnTo>
                  <a:pt x="1348988" y="77734"/>
                </a:lnTo>
                <a:lnTo>
                  <a:pt x="1323337" y="77953"/>
                </a:lnTo>
                <a:lnTo>
                  <a:pt x="1297676" y="78143"/>
                </a:lnTo>
                <a:lnTo>
                  <a:pt x="1272026" y="78296"/>
                </a:lnTo>
                <a:lnTo>
                  <a:pt x="1246365" y="78419"/>
                </a:lnTo>
                <a:lnTo>
                  <a:pt x="1220714" y="78505"/>
                </a:lnTo>
                <a:lnTo>
                  <a:pt x="1195054" y="78562"/>
                </a:lnTo>
                <a:lnTo>
                  <a:pt x="1169403" y="78581"/>
                </a:lnTo>
                <a:lnTo>
                  <a:pt x="1143743" y="78562"/>
                </a:lnTo>
                <a:lnTo>
                  <a:pt x="1118092" y="78515"/>
                </a:lnTo>
                <a:lnTo>
                  <a:pt x="1092441" y="78429"/>
                </a:lnTo>
                <a:lnTo>
                  <a:pt x="1066781" y="78315"/>
                </a:lnTo>
                <a:lnTo>
                  <a:pt x="1041130" y="78162"/>
                </a:lnTo>
                <a:lnTo>
                  <a:pt x="1015470" y="77981"/>
                </a:lnTo>
                <a:lnTo>
                  <a:pt x="989819" y="77762"/>
                </a:lnTo>
                <a:lnTo>
                  <a:pt x="964168" y="77505"/>
                </a:lnTo>
                <a:lnTo>
                  <a:pt x="938508" y="77219"/>
                </a:lnTo>
                <a:lnTo>
                  <a:pt x="912857" y="76886"/>
                </a:lnTo>
                <a:lnTo>
                  <a:pt x="887206" y="76524"/>
                </a:lnTo>
                <a:lnTo>
                  <a:pt x="861555" y="76124"/>
                </a:lnTo>
                <a:lnTo>
                  <a:pt x="835904" y="75686"/>
                </a:lnTo>
                <a:lnTo>
                  <a:pt x="810254" y="75209"/>
                </a:lnTo>
                <a:lnTo>
                  <a:pt x="784603" y="74686"/>
                </a:lnTo>
                <a:lnTo>
                  <a:pt x="758952" y="74133"/>
                </a:lnTo>
                <a:lnTo>
                  <a:pt x="733301" y="73533"/>
                </a:lnTo>
                <a:lnTo>
                  <a:pt x="707650" y="72885"/>
                </a:lnTo>
                <a:lnTo>
                  <a:pt x="682009" y="72190"/>
                </a:lnTo>
                <a:lnTo>
                  <a:pt x="656368" y="71457"/>
                </a:lnTo>
                <a:lnTo>
                  <a:pt x="630717" y="70666"/>
                </a:lnTo>
                <a:lnTo>
                  <a:pt x="605076" y="69828"/>
                </a:lnTo>
                <a:lnTo>
                  <a:pt x="579444" y="68942"/>
                </a:lnTo>
                <a:lnTo>
                  <a:pt x="553803" y="67989"/>
                </a:lnTo>
                <a:lnTo>
                  <a:pt x="528171" y="66989"/>
                </a:lnTo>
                <a:lnTo>
                  <a:pt x="502529" y="65923"/>
                </a:lnTo>
                <a:lnTo>
                  <a:pt x="476907" y="64789"/>
                </a:lnTo>
                <a:lnTo>
                  <a:pt x="451275" y="63589"/>
                </a:lnTo>
                <a:lnTo>
                  <a:pt x="425653" y="62303"/>
                </a:lnTo>
                <a:lnTo>
                  <a:pt x="400031" y="60941"/>
                </a:lnTo>
                <a:lnTo>
                  <a:pt x="374418" y="59493"/>
                </a:lnTo>
                <a:lnTo>
                  <a:pt x="348815" y="57950"/>
                </a:lnTo>
                <a:lnTo>
                  <a:pt x="323212" y="56302"/>
                </a:lnTo>
                <a:lnTo>
                  <a:pt x="297618" y="54521"/>
                </a:lnTo>
                <a:lnTo>
                  <a:pt x="272024" y="52635"/>
                </a:lnTo>
                <a:lnTo>
                  <a:pt x="246459" y="50587"/>
                </a:lnTo>
                <a:lnTo>
                  <a:pt x="220894" y="48368"/>
                </a:lnTo>
                <a:lnTo>
                  <a:pt x="195358" y="45958"/>
                </a:lnTo>
                <a:lnTo>
                  <a:pt x="169840" y="43310"/>
                </a:lnTo>
                <a:lnTo>
                  <a:pt x="144351" y="40376"/>
                </a:lnTo>
                <a:lnTo>
                  <a:pt x="118910" y="37081"/>
                </a:lnTo>
                <a:lnTo>
                  <a:pt x="93536" y="33309"/>
                </a:lnTo>
                <a:lnTo>
                  <a:pt x="68266" y="28851"/>
                </a:lnTo>
                <a:lnTo>
                  <a:pt x="43215" y="23327"/>
                </a:lnTo>
                <a:lnTo>
                  <a:pt x="18745" y="15678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48" name="funnel-step-cap-1">
            <a:extLst xmlns:a="http://schemas.openxmlformats.org/drawingml/2006/main">
              <a:ext uri="{FF2B5EF4-FFF2-40B4-BE49-F238E27FC236}">
                <a16:creationId xmlns:a16="http://schemas.microsoft.com/office/drawing/2014/main" id="{EEBB8A1B-D508-43F6-986D-54AA8C64D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451879" y="3603622"/>
            <a:ext cx="2335482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7EAC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49" name="funnel-step-body-2">
            <a:extLst xmlns:a="http://schemas.openxmlformats.org/drawingml/2006/main">
              <a:ext uri="{FF2B5EF4-FFF2-40B4-BE49-F238E27FC236}">
                <a16:creationId xmlns:a16="http://schemas.microsoft.com/office/drawing/2014/main" id="{32520C0C-F67C-4F47-8854-22E629F03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833908" y="4940332"/>
            <a:ext cx="1570082" cy="1110425"/>
          </a:xfrm>
          <a:custGeom xmlns:a="http://schemas.openxmlformats.org/drawingml/2006/main">
            <a:pathLst>
              <a:path w="1570082" h="1110425">
                <a:moveTo>
                  <a:pt x="0" y="0"/>
                </a:moveTo>
                <a:lnTo>
                  <a:pt x="6239" y="18536"/>
                </a:lnTo>
                <a:lnTo>
                  <a:pt x="12487" y="37071"/>
                </a:lnTo>
                <a:lnTo>
                  <a:pt x="18726" y="55607"/>
                </a:lnTo>
                <a:lnTo>
                  <a:pt x="24975" y="74133"/>
                </a:lnTo>
                <a:lnTo>
                  <a:pt x="31213" y="92669"/>
                </a:lnTo>
                <a:lnTo>
                  <a:pt x="37462" y="111204"/>
                </a:lnTo>
                <a:lnTo>
                  <a:pt x="43701" y="129740"/>
                </a:lnTo>
                <a:lnTo>
                  <a:pt x="49949" y="148276"/>
                </a:lnTo>
                <a:lnTo>
                  <a:pt x="56188" y="166811"/>
                </a:lnTo>
                <a:lnTo>
                  <a:pt x="62427" y="185347"/>
                </a:lnTo>
                <a:lnTo>
                  <a:pt x="68675" y="203883"/>
                </a:lnTo>
                <a:lnTo>
                  <a:pt x="74914" y="222409"/>
                </a:lnTo>
                <a:lnTo>
                  <a:pt x="81163" y="240944"/>
                </a:lnTo>
                <a:lnTo>
                  <a:pt x="87401" y="259480"/>
                </a:lnTo>
                <a:lnTo>
                  <a:pt x="93650" y="278016"/>
                </a:lnTo>
                <a:lnTo>
                  <a:pt x="99889" y="296551"/>
                </a:lnTo>
                <a:lnTo>
                  <a:pt x="106137" y="315087"/>
                </a:lnTo>
                <a:lnTo>
                  <a:pt x="112376" y="333623"/>
                </a:lnTo>
                <a:lnTo>
                  <a:pt x="118615" y="352149"/>
                </a:lnTo>
                <a:lnTo>
                  <a:pt x="124863" y="370684"/>
                </a:lnTo>
                <a:lnTo>
                  <a:pt x="131102" y="389220"/>
                </a:lnTo>
                <a:lnTo>
                  <a:pt x="137351" y="407756"/>
                </a:lnTo>
                <a:lnTo>
                  <a:pt x="143589" y="426291"/>
                </a:lnTo>
                <a:lnTo>
                  <a:pt x="149838" y="444827"/>
                </a:lnTo>
                <a:lnTo>
                  <a:pt x="156077" y="463363"/>
                </a:lnTo>
                <a:lnTo>
                  <a:pt x="162325" y="481889"/>
                </a:lnTo>
                <a:lnTo>
                  <a:pt x="168564" y="500424"/>
                </a:lnTo>
                <a:lnTo>
                  <a:pt x="174812" y="518960"/>
                </a:lnTo>
                <a:lnTo>
                  <a:pt x="181051" y="537496"/>
                </a:lnTo>
                <a:lnTo>
                  <a:pt x="187290" y="556031"/>
                </a:lnTo>
                <a:lnTo>
                  <a:pt x="193538" y="574567"/>
                </a:lnTo>
                <a:lnTo>
                  <a:pt x="199777" y="593103"/>
                </a:lnTo>
                <a:lnTo>
                  <a:pt x="206026" y="611638"/>
                </a:lnTo>
                <a:lnTo>
                  <a:pt x="212265" y="630164"/>
                </a:lnTo>
                <a:lnTo>
                  <a:pt x="218513" y="648700"/>
                </a:lnTo>
                <a:lnTo>
                  <a:pt x="224752" y="667236"/>
                </a:lnTo>
                <a:lnTo>
                  <a:pt x="231000" y="685771"/>
                </a:lnTo>
                <a:lnTo>
                  <a:pt x="237239" y="704307"/>
                </a:lnTo>
                <a:lnTo>
                  <a:pt x="243478" y="722843"/>
                </a:lnTo>
                <a:lnTo>
                  <a:pt x="249726" y="741378"/>
                </a:lnTo>
                <a:lnTo>
                  <a:pt x="255965" y="759905"/>
                </a:lnTo>
                <a:lnTo>
                  <a:pt x="262214" y="778440"/>
                </a:lnTo>
                <a:lnTo>
                  <a:pt x="268453" y="796976"/>
                </a:lnTo>
                <a:lnTo>
                  <a:pt x="274701" y="815511"/>
                </a:lnTo>
                <a:lnTo>
                  <a:pt x="280940" y="834047"/>
                </a:lnTo>
                <a:lnTo>
                  <a:pt x="287188" y="852583"/>
                </a:lnTo>
                <a:lnTo>
                  <a:pt x="293427" y="871118"/>
                </a:lnTo>
                <a:lnTo>
                  <a:pt x="299666" y="889654"/>
                </a:lnTo>
                <a:lnTo>
                  <a:pt x="305914" y="908180"/>
                </a:lnTo>
                <a:lnTo>
                  <a:pt x="312153" y="926716"/>
                </a:lnTo>
                <a:lnTo>
                  <a:pt x="318402" y="945251"/>
                </a:lnTo>
                <a:lnTo>
                  <a:pt x="324641" y="963787"/>
                </a:lnTo>
                <a:lnTo>
                  <a:pt x="330889" y="982323"/>
                </a:lnTo>
                <a:lnTo>
                  <a:pt x="337128" y="1000858"/>
                </a:lnTo>
                <a:lnTo>
                  <a:pt x="343376" y="1019394"/>
                </a:lnTo>
                <a:lnTo>
                  <a:pt x="348653" y="1038139"/>
                </a:lnTo>
                <a:lnTo>
                  <a:pt x="360845" y="1053074"/>
                </a:lnTo>
                <a:lnTo>
                  <a:pt x="377695" y="1062923"/>
                </a:lnTo>
                <a:lnTo>
                  <a:pt x="395830" y="1070229"/>
                </a:lnTo>
                <a:lnTo>
                  <a:pt x="414490" y="1076068"/>
                </a:lnTo>
                <a:lnTo>
                  <a:pt x="433435" y="1080926"/>
                </a:lnTo>
                <a:lnTo>
                  <a:pt x="452552" y="1085069"/>
                </a:lnTo>
                <a:lnTo>
                  <a:pt x="471773" y="1088660"/>
                </a:lnTo>
                <a:lnTo>
                  <a:pt x="491080" y="1091803"/>
                </a:lnTo>
                <a:lnTo>
                  <a:pt x="510435" y="1094575"/>
                </a:lnTo>
                <a:lnTo>
                  <a:pt x="529838" y="1097032"/>
                </a:lnTo>
                <a:lnTo>
                  <a:pt x="549278" y="1099214"/>
                </a:lnTo>
                <a:lnTo>
                  <a:pt x="568738" y="1101147"/>
                </a:lnTo>
                <a:lnTo>
                  <a:pt x="588216" y="1102843"/>
                </a:lnTo>
                <a:lnTo>
                  <a:pt x="607724" y="1104348"/>
                </a:lnTo>
                <a:lnTo>
                  <a:pt x="627231" y="1105662"/>
                </a:lnTo>
                <a:lnTo>
                  <a:pt x="646757" y="1106795"/>
                </a:lnTo>
                <a:lnTo>
                  <a:pt x="666293" y="1107767"/>
                </a:lnTo>
                <a:lnTo>
                  <a:pt x="685829" y="1108577"/>
                </a:lnTo>
                <a:lnTo>
                  <a:pt x="705374" y="1109234"/>
                </a:lnTo>
                <a:lnTo>
                  <a:pt x="724929" y="1109748"/>
                </a:lnTo>
                <a:lnTo>
                  <a:pt x="744484" y="1110110"/>
                </a:lnTo>
                <a:lnTo>
                  <a:pt x="764038" y="1110339"/>
                </a:lnTo>
                <a:lnTo>
                  <a:pt x="783593" y="1110425"/>
                </a:lnTo>
                <a:lnTo>
                  <a:pt x="803158" y="1110367"/>
                </a:lnTo>
                <a:lnTo>
                  <a:pt x="822712" y="1110167"/>
                </a:lnTo>
                <a:lnTo>
                  <a:pt x="842267" y="1109834"/>
                </a:lnTo>
                <a:lnTo>
                  <a:pt x="861812" y="1109358"/>
                </a:lnTo>
                <a:lnTo>
                  <a:pt x="881367" y="1108729"/>
                </a:lnTo>
                <a:lnTo>
                  <a:pt x="900903" y="1107958"/>
                </a:lnTo>
                <a:lnTo>
                  <a:pt x="920439" y="1107024"/>
                </a:lnTo>
                <a:lnTo>
                  <a:pt x="939965" y="1105919"/>
                </a:lnTo>
                <a:lnTo>
                  <a:pt x="959482" y="1104643"/>
                </a:lnTo>
                <a:lnTo>
                  <a:pt x="978989" y="1103186"/>
                </a:lnTo>
                <a:lnTo>
                  <a:pt x="998477" y="1101528"/>
                </a:lnTo>
                <a:lnTo>
                  <a:pt x="1017937" y="1099642"/>
                </a:lnTo>
                <a:lnTo>
                  <a:pt x="1037387" y="1097528"/>
                </a:lnTo>
                <a:lnTo>
                  <a:pt x="1056789" y="1095137"/>
                </a:lnTo>
                <a:lnTo>
                  <a:pt x="1076163" y="1092432"/>
                </a:lnTo>
                <a:lnTo>
                  <a:pt x="1095480" y="1089374"/>
                </a:lnTo>
                <a:lnTo>
                  <a:pt x="1114720" y="1085888"/>
                </a:lnTo>
                <a:lnTo>
                  <a:pt x="1133866" y="1081878"/>
                </a:lnTo>
                <a:lnTo>
                  <a:pt x="1152849" y="1077192"/>
                </a:lnTo>
                <a:lnTo>
                  <a:pt x="1171594" y="1071601"/>
                </a:lnTo>
                <a:lnTo>
                  <a:pt x="1189873" y="1064676"/>
                </a:lnTo>
                <a:lnTo>
                  <a:pt x="1207132" y="1055522"/>
                </a:lnTo>
                <a:lnTo>
                  <a:pt x="1221010" y="1041978"/>
                </a:lnTo>
                <a:lnTo>
                  <a:pt x="1226706" y="1023414"/>
                </a:lnTo>
                <a:lnTo>
                  <a:pt x="1232954" y="1004878"/>
                </a:lnTo>
                <a:lnTo>
                  <a:pt x="1239193" y="986342"/>
                </a:lnTo>
                <a:lnTo>
                  <a:pt x="1245441" y="967807"/>
                </a:lnTo>
                <a:lnTo>
                  <a:pt x="1251680" y="949271"/>
                </a:lnTo>
                <a:lnTo>
                  <a:pt x="1257919" y="930735"/>
                </a:lnTo>
                <a:lnTo>
                  <a:pt x="1264168" y="912200"/>
                </a:lnTo>
                <a:lnTo>
                  <a:pt x="1270406" y="893674"/>
                </a:lnTo>
                <a:lnTo>
                  <a:pt x="1276655" y="875138"/>
                </a:lnTo>
                <a:lnTo>
                  <a:pt x="1282894" y="856602"/>
                </a:lnTo>
                <a:lnTo>
                  <a:pt x="1289142" y="838067"/>
                </a:lnTo>
                <a:lnTo>
                  <a:pt x="1295381" y="819531"/>
                </a:lnTo>
                <a:lnTo>
                  <a:pt x="1301629" y="800995"/>
                </a:lnTo>
                <a:lnTo>
                  <a:pt x="1307868" y="782460"/>
                </a:lnTo>
                <a:lnTo>
                  <a:pt x="1314117" y="763924"/>
                </a:lnTo>
                <a:lnTo>
                  <a:pt x="1320356" y="745398"/>
                </a:lnTo>
                <a:lnTo>
                  <a:pt x="1326594" y="726862"/>
                </a:lnTo>
                <a:lnTo>
                  <a:pt x="1332843" y="708327"/>
                </a:lnTo>
                <a:lnTo>
                  <a:pt x="1339082" y="689791"/>
                </a:lnTo>
                <a:lnTo>
                  <a:pt x="1345330" y="671255"/>
                </a:lnTo>
                <a:lnTo>
                  <a:pt x="1351569" y="652720"/>
                </a:lnTo>
                <a:lnTo>
                  <a:pt x="1357817" y="634184"/>
                </a:lnTo>
                <a:lnTo>
                  <a:pt x="1364056" y="615658"/>
                </a:lnTo>
                <a:lnTo>
                  <a:pt x="1370305" y="597122"/>
                </a:lnTo>
                <a:lnTo>
                  <a:pt x="1376543" y="578587"/>
                </a:lnTo>
                <a:lnTo>
                  <a:pt x="1382782" y="560051"/>
                </a:lnTo>
                <a:lnTo>
                  <a:pt x="1389031" y="541515"/>
                </a:lnTo>
                <a:lnTo>
                  <a:pt x="1395270" y="522980"/>
                </a:lnTo>
                <a:lnTo>
                  <a:pt x="1401518" y="504444"/>
                </a:lnTo>
                <a:lnTo>
                  <a:pt x="1407757" y="485908"/>
                </a:lnTo>
                <a:lnTo>
                  <a:pt x="1414005" y="467382"/>
                </a:lnTo>
                <a:lnTo>
                  <a:pt x="1420244" y="448847"/>
                </a:lnTo>
                <a:lnTo>
                  <a:pt x="1426493" y="430311"/>
                </a:lnTo>
                <a:lnTo>
                  <a:pt x="1432731" y="411775"/>
                </a:lnTo>
                <a:lnTo>
                  <a:pt x="1438970" y="393240"/>
                </a:lnTo>
                <a:lnTo>
                  <a:pt x="1445219" y="374704"/>
                </a:lnTo>
                <a:lnTo>
                  <a:pt x="1451458" y="356168"/>
                </a:lnTo>
                <a:lnTo>
                  <a:pt x="1457706" y="337642"/>
                </a:lnTo>
                <a:lnTo>
                  <a:pt x="1463945" y="319107"/>
                </a:lnTo>
                <a:lnTo>
                  <a:pt x="1470193" y="300571"/>
                </a:lnTo>
                <a:lnTo>
                  <a:pt x="1476432" y="282035"/>
                </a:lnTo>
                <a:lnTo>
                  <a:pt x="1482681" y="263500"/>
                </a:lnTo>
                <a:lnTo>
                  <a:pt x="1488919" y="244964"/>
                </a:lnTo>
                <a:lnTo>
                  <a:pt x="1495158" y="226428"/>
                </a:lnTo>
                <a:lnTo>
                  <a:pt x="1501407" y="207902"/>
                </a:lnTo>
                <a:lnTo>
                  <a:pt x="1507646" y="189367"/>
                </a:lnTo>
                <a:lnTo>
                  <a:pt x="1513894" y="170831"/>
                </a:lnTo>
                <a:lnTo>
                  <a:pt x="1520133" y="152295"/>
                </a:lnTo>
                <a:lnTo>
                  <a:pt x="1526381" y="133760"/>
                </a:lnTo>
                <a:lnTo>
                  <a:pt x="1532620" y="115224"/>
                </a:lnTo>
                <a:lnTo>
                  <a:pt x="1538869" y="96688"/>
                </a:lnTo>
                <a:lnTo>
                  <a:pt x="1545107" y="78153"/>
                </a:lnTo>
                <a:lnTo>
                  <a:pt x="1551346" y="59627"/>
                </a:lnTo>
                <a:lnTo>
                  <a:pt x="1557595" y="41091"/>
                </a:lnTo>
                <a:lnTo>
                  <a:pt x="1563834" y="22555"/>
                </a:lnTo>
                <a:lnTo>
                  <a:pt x="1570082" y="4020"/>
                </a:lnTo>
                <a:lnTo>
                  <a:pt x="1563548" y="12497"/>
                </a:lnTo>
                <a:lnTo>
                  <a:pt x="1546374" y="21755"/>
                </a:lnTo>
                <a:lnTo>
                  <a:pt x="1527905" y="28146"/>
                </a:lnTo>
                <a:lnTo>
                  <a:pt x="1509008" y="33185"/>
                </a:lnTo>
                <a:lnTo>
                  <a:pt x="1489910" y="37386"/>
                </a:lnTo>
                <a:lnTo>
                  <a:pt x="1470689" y="41024"/>
                </a:lnTo>
                <a:lnTo>
                  <a:pt x="1451400" y="44225"/>
                </a:lnTo>
                <a:lnTo>
                  <a:pt x="1432055" y="47101"/>
                </a:lnTo>
                <a:lnTo>
                  <a:pt x="1412672" y="49701"/>
                </a:lnTo>
                <a:lnTo>
                  <a:pt x="1393260" y="52073"/>
                </a:lnTo>
                <a:lnTo>
                  <a:pt x="1373819" y="54254"/>
                </a:lnTo>
                <a:lnTo>
                  <a:pt x="1354369" y="56264"/>
                </a:lnTo>
                <a:lnTo>
                  <a:pt x="1334900" y="58112"/>
                </a:lnTo>
                <a:lnTo>
                  <a:pt x="1315412" y="59846"/>
                </a:lnTo>
                <a:lnTo>
                  <a:pt x="1295924" y="61455"/>
                </a:lnTo>
                <a:lnTo>
                  <a:pt x="1276426" y="62951"/>
                </a:lnTo>
                <a:lnTo>
                  <a:pt x="1256919" y="64351"/>
                </a:lnTo>
                <a:lnTo>
                  <a:pt x="1237402" y="65665"/>
                </a:lnTo>
                <a:lnTo>
                  <a:pt x="1217886" y="66875"/>
                </a:lnTo>
                <a:lnTo>
                  <a:pt x="1198359" y="68018"/>
                </a:lnTo>
                <a:lnTo>
                  <a:pt x="1178833" y="69085"/>
                </a:lnTo>
                <a:lnTo>
                  <a:pt x="1159297" y="70085"/>
                </a:lnTo>
                <a:lnTo>
                  <a:pt x="1139762" y="71009"/>
                </a:lnTo>
                <a:lnTo>
                  <a:pt x="1120226" y="71866"/>
                </a:lnTo>
                <a:lnTo>
                  <a:pt x="1100680" y="72676"/>
                </a:lnTo>
                <a:lnTo>
                  <a:pt x="1081145" y="73419"/>
                </a:lnTo>
                <a:lnTo>
                  <a:pt x="1061599" y="74105"/>
                </a:lnTo>
                <a:lnTo>
                  <a:pt x="1042045" y="74733"/>
                </a:lnTo>
                <a:lnTo>
                  <a:pt x="1022499" y="75324"/>
                </a:lnTo>
                <a:lnTo>
                  <a:pt x="1002944" y="75848"/>
                </a:lnTo>
                <a:lnTo>
                  <a:pt x="983399" y="76324"/>
                </a:lnTo>
                <a:lnTo>
                  <a:pt x="963844" y="76752"/>
                </a:lnTo>
                <a:lnTo>
                  <a:pt x="944289" y="77133"/>
                </a:lnTo>
                <a:lnTo>
                  <a:pt x="924735" y="77476"/>
                </a:lnTo>
                <a:lnTo>
                  <a:pt x="905180" y="77762"/>
                </a:lnTo>
                <a:lnTo>
                  <a:pt x="885625" y="78010"/>
                </a:lnTo>
                <a:lnTo>
                  <a:pt x="866070" y="78210"/>
                </a:lnTo>
                <a:lnTo>
                  <a:pt x="846506" y="78372"/>
                </a:lnTo>
                <a:lnTo>
                  <a:pt x="826951" y="78486"/>
                </a:lnTo>
                <a:lnTo>
                  <a:pt x="807396" y="78553"/>
                </a:lnTo>
                <a:lnTo>
                  <a:pt x="787841" y="78581"/>
                </a:lnTo>
                <a:lnTo>
                  <a:pt x="768277" y="78562"/>
                </a:lnTo>
                <a:lnTo>
                  <a:pt x="748722" y="78505"/>
                </a:lnTo>
                <a:lnTo>
                  <a:pt x="729167" y="78400"/>
                </a:lnTo>
                <a:lnTo>
                  <a:pt x="709613" y="78248"/>
                </a:lnTo>
                <a:lnTo>
                  <a:pt x="690048" y="78057"/>
                </a:lnTo>
                <a:lnTo>
                  <a:pt x="670493" y="77819"/>
                </a:lnTo>
                <a:lnTo>
                  <a:pt x="650939" y="77543"/>
                </a:lnTo>
                <a:lnTo>
                  <a:pt x="631384" y="77210"/>
                </a:lnTo>
                <a:lnTo>
                  <a:pt x="611829" y="76838"/>
                </a:lnTo>
                <a:lnTo>
                  <a:pt x="592274" y="76419"/>
                </a:lnTo>
                <a:lnTo>
                  <a:pt x="572729" y="75952"/>
                </a:lnTo>
                <a:lnTo>
                  <a:pt x="553174" y="75438"/>
                </a:lnTo>
                <a:lnTo>
                  <a:pt x="533629" y="74867"/>
                </a:lnTo>
                <a:lnTo>
                  <a:pt x="514083" y="74247"/>
                </a:lnTo>
                <a:lnTo>
                  <a:pt x="494528" y="73571"/>
                </a:lnTo>
                <a:lnTo>
                  <a:pt x="474993" y="72838"/>
                </a:lnTo>
                <a:lnTo>
                  <a:pt x="455447" y="72047"/>
                </a:lnTo>
                <a:lnTo>
                  <a:pt x="435912" y="71199"/>
                </a:lnTo>
                <a:lnTo>
                  <a:pt x="416376" y="70285"/>
                </a:lnTo>
                <a:lnTo>
                  <a:pt x="396840" y="69313"/>
                </a:lnTo>
                <a:lnTo>
                  <a:pt x="377314" y="68256"/>
                </a:lnTo>
                <a:lnTo>
                  <a:pt x="357788" y="67132"/>
                </a:lnTo>
                <a:lnTo>
                  <a:pt x="338261" y="65932"/>
                </a:lnTo>
                <a:lnTo>
                  <a:pt x="318745" y="64646"/>
                </a:lnTo>
                <a:lnTo>
                  <a:pt x="299237" y="63265"/>
                </a:lnTo>
                <a:lnTo>
                  <a:pt x="279740" y="61789"/>
                </a:lnTo>
                <a:lnTo>
                  <a:pt x="260242" y="60208"/>
                </a:lnTo>
                <a:lnTo>
                  <a:pt x="240763" y="58503"/>
                </a:lnTo>
                <a:lnTo>
                  <a:pt x="221294" y="56674"/>
                </a:lnTo>
                <a:lnTo>
                  <a:pt x="201835" y="54702"/>
                </a:lnTo>
                <a:lnTo>
                  <a:pt x="182394" y="52559"/>
                </a:lnTo>
                <a:lnTo>
                  <a:pt x="162973" y="50235"/>
                </a:lnTo>
                <a:lnTo>
                  <a:pt x="143580" y="47682"/>
                </a:lnTo>
                <a:lnTo>
                  <a:pt x="124225" y="44882"/>
                </a:lnTo>
                <a:lnTo>
                  <a:pt x="104918" y="41748"/>
                </a:lnTo>
                <a:lnTo>
                  <a:pt x="85687" y="38224"/>
                </a:lnTo>
                <a:lnTo>
                  <a:pt x="66561" y="34157"/>
                </a:lnTo>
                <a:lnTo>
                  <a:pt x="47606" y="29327"/>
                </a:lnTo>
                <a:lnTo>
                  <a:pt x="29004" y="23298"/>
                </a:lnTo>
                <a:lnTo>
                  <a:pt x="11373" y="14916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78A8D5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50" name="funnel-step-cap-2">
            <a:extLst xmlns:a="http://schemas.openxmlformats.org/drawingml/2006/main">
              <a:ext uri="{FF2B5EF4-FFF2-40B4-BE49-F238E27FC236}">
                <a16:creationId xmlns:a16="http://schemas.microsoft.com/office/drawing/2014/main" id="{F54661B2-20BC-4574-A82D-D0C99E9D0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833917" y="4816478"/>
            <a:ext cx="1571406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8A8D5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51" name="funnel-flow-arrow">
            <a:extLst xmlns:a="http://schemas.openxmlformats.org/drawingml/2006/main">
              <a:ext uri="{FF2B5EF4-FFF2-40B4-BE49-F238E27FC236}">
                <a16:creationId xmlns:a16="http://schemas.microsoft.com/office/drawing/2014/main" id="{502326D2-CBD4-46FC-A934-2872D5CF7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52850" y="2466975"/>
            <a:ext cx="1733550" cy="3631121"/>
          </a:xfrm>
          <a:custGeom xmlns:a="http://schemas.openxmlformats.org/drawingml/2006/main">
            <a:pathLst>
              <a:path w="1733550" h="3631121">
                <a:moveTo>
                  <a:pt x="0" y="0"/>
                </a:moveTo>
                <a:lnTo>
                  <a:pt x="0" y="42824"/>
                </a:lnTo>
                <a:lnTo>
                  <a:pt x="8182" y="84763"/>
                </a:lnTo>
                <a:lnTo>
                  <a:pt x="17393" y="126587"/>
                </a:lnTo>
                <a:lnTo>
                  <a:pt x="26613" y="168412"/>
                </a:lnTo>
                <a:lnTo>
                  <a:pt x="35824" y="210236"/>
                </a:lnTo>
                <a:lnTo>
                  <a:pt x="45044" y="252060"/>
                </a:lnTo>
                <a:lnTo>
                  <a:pt x="54254" y="293884"/>
                </a:lnTo>
                <a:lnTo>
                  <a:pt x="63465" y="335709"/>
                </a:lnTo>
                <a:lnTo>
                  <a:pt x="72685" y="377533"/>
                </a:lnTo>
                <a:lnTo>
                  <a:pt x="81896" y="419357"/>
                </a:lnTo>
                <a:lnTo>
                  <a:pt x="91116" y="461181"/>
                </a:lnTo>
                <a:lnTo>
                  <a:pt x="100327" y="503006"/>
                </a:lnTo>
                <a:lnTo>
                  <a:pt x="109538" y="544830"/>
                </a:lnTo>
                <a:lnTo>
                  <a:pt x="118758" y="586654"/>
                </a:lnTo>
                <a:lnTo>
                  <a:pt x="127968" y="628479"/>
                </a:lnTo>
                <a:lnTo>
                  <a:pt x="137189" y="670303"/>
                </a:lnTo>
                <a:lnTo>
                  <a:pt x="146399" y="712127"/>
                </a:lnTo>
                <a:lnTo>
                  <a:pt x="155610" y="753951"/>
                </a:lnTo>
                <a:lnTo>
                  <a:pt x="164830" y="795776"/>
                </a:lnTo>
                <a:lnTo>
                  <a:pt x="174041" y="837600"/>
                </a:lnTo>
                <a:lnTo>
                  <a:pt x="183261" y="879424"/>
                </a:lnTo>
                <a:lnTo>
                  <a:pt x="192472" y="921248"/>
                </a:lnTo>
                <a:lnTo>
                  <a:pt x="201682" y="963073"/>
                </a:lnTo>
                <a:lnTo>
                  <a:pt x="210903" y="1004897"/>
                </a:lnTo>
                <a:lnTo>
                  <a:pt x="220113" y="1046721"/>
                </a:lnTo>
                <a:lnTo>
                  <a:pt x="229324" y="1088546"/>
                </a:lnTo>
                <a:lnTo>
                  <a:pt x="238544" y="1130370"/>
                </a:lnTo>
                <a:lnTo>
                  <a:pt x="247755" y="1172194"/>
                </a:lnTo>
                <a:lnTo>
                  <a:pt x="255813" y="1214247"/>
                </a:lnTo>
                <a:lnTo>
                  <a:pt x="263404" y="1256395"/>
                </a:lnTo>
                <a:lnTo>
                  <a:pt x="270510" y="1298629"/>
                </a:lnTo>
                <a:lnTo>
                  <a:pt x="277578" y="1340872"/>
                </a:lnTo>
                <a:lnTo>
                  <a:pt x="284636" y="1383106"/>
                </a:lnTo>
                <a:lnTo>
                  <a:pt x="291694" y="1425350"/>
                </a:lnTo>
                <a:lnTo>
                  <a:pt x="298761" y="1467593"/>
                </a:lnTo>
                <a:lnTo>
                  <a:pt x="305819" y="1509836"/>
                </a:lnTo>
                <a:lnTo>
                  <a:pt x="312877" y="1552070"/>
                </a:lnTo>
                <a:lnTo>
                  <a:pt x="319945" y="1594314"/>
                </a:lnTo>
                <a:lnTo>
                  <a:pt x="327003" y="1636557"/>
                </a:lnTo>
                <a:lnTo>
                  <a:pt x="334061" y="1678800"/>
                </a:lnTo>
                <a:lnTo>
                  <a:pt x="341128" y="1721034"/>
                </a:lnTo>
                <a:lnTo>
                  <a:pt x="348186" y="1763278"/>
                </a:lnTo>
                <a:lnTo>
                  <a:pt x="355244" y="1805521"/>
                </a:lnTo>
                <a:lnTo>
                  <a:pt x="362312" y="1847764"/>
                </a:lnTo>
                <a:lnTo>
                  <a:pt x="369370" y="1889998"/>
                </a:lnTo>
                <a:lnTo>
                  <a:pt x="376438" y="1932242"/>
                </a:lnTo>
                <a:lnTo>
                  <a:pt x="383496" y="1974485"/>
                </a:lnTo>
                <a:lnTo>
                  <a:pt x="390554" y="2016728"/>
                </a:lnTo>
                <a:lnTo>
                  <a:pt x="397621" y="2058962"/>
                </a:lnTo>
                <a:lnTo>
                  <a:pt x="404679" y="2101205"/>
                </a:lnTo>
                <a:lnTo>
                  <a:pt x="411737" y="2143449"/>
                </a:lnTo>
                <a:lnTo>
                  <a:pt x="418805" y="2185692"/>
                </a:lnTo>
                <a:lnTo>
                  <a:pt x="425863" y="2227926"/>
                </a:lnTo>
                <a:lnTo>
                  <a:pt x="432921" y="2270169"/>
                </a:lnTo>
                <a:lnTo>
                  <a:pt x="439988" y="2312413"/>
                </a:lnTo>
                <a:lnTo>
                  <a:pt x="447046" y="2354656"/>
                </a:lnTo>
                <a:lnTo>
                  <a:pt x="454104" y="2396890"/>
                </a:lnTo>
                <a:lnTo>
                  <a:pt x="460829" y="2439191"/>
                </a:lnTo>
                <a:lnTo>
                  <a:pt x="467506" y="2481491"/>
                </a:lnTo>
                <a:lnTo>
                  <a:pt x="474069" y="2523811"/>
                </a:lnTo>
                <a:lnTo>
                  <a:pt x="480632" y="2566140"/>
                </a:lnTo>
                <a:lnTo>
                  <a:pt x="487185" y="2608459"/>
                </a:lnTo>
                <a:lnTo>
                  <a:pt x="493747" y="2650779"/>
                </a:lnTo>
                <a:lnTo>
                  <a:pt x="500301" y="2693099"/>
                </a:lnTo>
                <a:lnTo>
                  <a:pt x="506863" y="2735428"/>
                </a:lnTo>
                <a:lnTo>
                  <a:pt x="513426" y="2777747"/>
                </a:lnTo>
                <a:lnTo>
                  <a:pt x="519979" y="2820067"/>
                </a:lnTo>
                <a:lnTo>
                  <a:pt x="526542" y="2862386"/>
                </a:lnTo>
                <a:lnTo>
                  <a:pt x="533095" y="2904715"/>
                </a:lnTo>
                <a:lnTo>
                  <a:pt x="539658" y="2947035"/>
                </a:lnTo>
                <a:lnTo>
                  <a:pt x="503501" y="2952750"/>
                </a:lnTo>
                <a:lnTo>
                  <a:pt x="460677" y="2952750"/>
                </a:lnTo>
                <a:lnTo>
                  <a:pt x="417843" y="2952750"/>
                </a:lnTo>
                <a:lnTo>
                  <a:pt x="375018" y="2952750"/>
                </a:lnTo>
                <a:lnTo>
                  <a:pt x="332194" y="2952750"/>
                </a:lnTo>
                <a:lnTo>
                  <a:pt x="289370" y="2952750"/>
                </a:lnTo>
                <a:lnTo>
                  <a:pt x="246536" y="2952750"/>
                </a:lnTo>
                <a:lnTo>
                  <a:pt x="225628" y="2962170"/>
                </a:lnTo>
                <a:lnTo>
                  <a:pt x="255089" y="2993250"/>
                </a:lnTo>
                <a:lnTo>
                  <a:pt x="284550" y="3024340"/>
                </a:lnTo>
                <a:lnTo>
                  <a:pt x="314011" y="3055420"/>
                </a:lnTo>
                <a:lnTo>
                  <a:pt x="343481" y="3086500"/>
                </a:lnTo>
                <a:lnTo>
                  <a:pt x="372942" y="3117580"/>
                </a:lnTo>
                <a:lnTo>
                  <a:pt x="402403" y="3148660"/>
                </a:lnTo>
                <a:lnTo>
                  <a:pt x="431864" y="3179750"/>
                </a:lnTo>
                <a:lnTo>
                  <a:pt x="461334" y="3210830"/>
                </a:lnTo>
                <a:lnTo>
                  <a:pt x="490795" y="3241910"/>
                </a:lnTo>
                <a:lnTo>
                  <a:pt x="520256" y="3272990"/>
                </a:lnTo>
                <a:lnTo>
                  <a:pt x="549716" y="3304070"/>
                </a:lnTo>
                <a:lnTo>
                  <a:pt x="579187" y="3335160"/>
                </a:lnTo>
                <a:lnTo>
                  <a:pt x="608648" y="3366240"/>
                </a:lnTo>
                <a:lnTo>
                  <a:pt x="638108" y="3397320"/>
                </a:lnTo>
                <a:lnTo>
                  <a:pt x="667569" y="3428400"/>
                </a:lnTo>
                <a:lnTo>
                  <a:pt x="697040" y="3459480"/>
                </a:lnTo>
                <a:lnTo>
                  <a:pt x="726500" y="3490570"/>
                </a:lnTo>
                <a:lnTo>
                  <a:pt x="755961" y="3521650"/>
                </a:lnTo>
                <a:lnTo>
                  <a:pt x="785422" y="3552730"/>
                </a:lnTo>
                <a:lnTo>
                  <a:pt x="814892" y="3583810"/>
                </a:lnTo>
                <a:lnTo>
                  <a:pt x="844353" y="3614890"/>
                </a:lnTo>
                <a:lnTo>
                  <a:pt x="873814" y="3631121"/>
                </a:lnTo>
                <a:lnTo>
                  <a:pt x="903275" y="3600040"/>
                </a:lnTo>
                <a:lnTo>
                  <a:pt x="932736" y="3568960"/>
                </a:lnTo>
                <a:lnTo>
                  <a:pt x="962206" y="3537880"/>
                </a:lnTo>
                <a:lnTo>
                  <a:pt x="991667" y="3506800"/>
                </a:lnTo>
                <a:lnTo>
                  <a:pt x="1021128" y="3475711"/>
                </a:lnTo>
                <a:lnTo>
                  <a:pt x="1050588" y="3444631"/>
                </a:lnTo>
                <a:lnTo>
                  <a:pt x="1080059" y="3413550"/>
                </a:lnTo>
                <a:lnTo>
                  <a:pt x="1109520" y="3382470"/>
                </a:lnTo>
                <a:lnTo>
                  <a:pt x="1138980" y="3351390"/>
                </a:lnTo>
                <a:lnTo>
                  <a:pt x="1168441" y="3320301"/>
                </a:lnTo>
                <a:lnTo>
                  <a:pt x="1197912" y="3289221"/>
                </a:lnTo>
                <a:lnTo>
                  <a:pt x="1227372" y="3258141"/>
                </a:lnTo>
                <a:lnTo>
                  <a:pt x="1256833" y="3227060"/>
                </a:lnTo>
                <a:lnTo>
                  <a:pt x="1286294" y="3195980"/>
                </a:lnTo>
                <a:lnTo>
                  <a:pt x="1315764" y="3164891"/>
                </a:lnTo>
                <a:lnTo>
                  <a:pt x="1345225" y="3133811"/>
                </a:lnTo>
                <a:lnTo>
                  <a:pt x="1374686" y="3102731"/>
                </a:lnTo>
                <a:lnTo>
                  <a:pt x="1404147" y="3071651"/>
                </a:lnTo>
                <a:lnTo>
                  <a:pt x="1433617" y="3040571"/>
                </a:lnTo>
                <a:lnTo>
                  <a:pt x="1463078" y="3009481"/>
                </a:lnTo>
                <a:lnTo>
                  <a:pt x="1492539" y="2978401"/>
                </a:lnTo>
                <a:lnTo>
                  <a:pt x="1509379" y="2952750"/>
                </a:lnTo>
                <a:lnTo>
                  <a:pt x="1466545" y="2952750"/>
                </a:lnTo>
                <a:lnTo>
                  <a:pt x="1423721" y="2952750"/>
                </a:lnTo>
                <a:lnTo>
                  <a:pt x="1380896" y="2952750"/>
                </a:lnTo>
                <a:lnTo>
                  <a:pt x="1338062" y="2952750"/>
                </a:lnTo>
                <a:lnTo>
                  <a:pt x="1295238" y="2952750"/>
                </a:lnTo>
                <a:lnTo>
                  <a:pt x="1252414" y="2952750"/>
                </a:lnTo>
                <a:lnTo>
                  <a:pt x="1209589" y="2952750"/>
                </a:lnTo>
                <a:lnTo>
                  <a:pt x="1197026" y="2926813"/>
                </a:lnTo>
                <a:lnTo>
                  <a:pt x="1203589" y="2884494"/>
                </a:lnTo>
                <a:lnTo>
                  <a:pt x="1210142" y="2842165"/>
                </a:lnTo>
                <a:lnTo>
                  <a:pt x="1216704" y="2799845"/>
                </a:lnTo>
                <a:lnTo>
                  <a:pt x="1223258" y="2757526"/>
                </a:lnTo>
                <a:lnTo>
                  <a:pt x="1229820" y="2715206"/>
                </a:lnTo>
                <a:lnTo>
                  <a:pt x="1236383" y="2672877"/>
                </a:lnTo>
                <a:lnTo>
                  <a:pt x="1242936" y="2630557"/>
                </a:lnTo>
                <a:lnTo>
                  <a:pt x="1249499" y="2588238"/>
                </a:lnTo>
                <a:lnTo>
                  <a:pt x="1256052" y="2545918"/>
                </a:lnTo>
                <a:lnTo>
                  <a:pt x="1262615" y="2503589"/>
                </a:lnTo>
                <a:lnTo>
                  <a:pt x="1269216" y="2461279"/>
                </a:lnTo>
                <a:lnTo>
                  <a:pt x="1275931" y="2418979"/>
                </a:lnTo>
                <a:lnTo>
                  <a:pt x="1282817" y="2376707"/>
                </a:lnTo>
                <a:lnTo>
                  <a:pt x="1289875" y="2334473"/>
                </a:lnTo>
                <a:lnTo>
                  <a:pt x="1296943" y="2292229"/>
                </a:lnTo>
                <a:lnTo>
                  <a:pt x="1304001" y="2249986"/>
                </a:lnTo>
                <a:lnTo>
                  <a:pt x="1311059" y="2207743"/>
                </a:lnTo>
                <a:lnTo>
                  <a:pt x="1318127" y="2165509"/>
                </a:lnTo>
                <a:lnTo>
                  <a:pt x="1325185" y="2123265"/>
                </a:lnTo>
                <a:lnTo>
                  <a:pt x="1332243" y="2081022"/>
                </a:lnTo>
                <a:lnTo>
                  <a:pt x="1339310" y="2038779"/>
                </a:lnTo>
                <a:lnTo>
                  <a:pt x="1346368" y="1996545"/>
                </a:lnTo>
                <a:lnTo>
                  <a:pt x="1353426" y="1954301"/>
                </a:lnTo>
                <a:lnTo>
                  <a:pt x="1360494" y="1912058"/>
                </a:lnTo>
                <a:lnTo>
                  <a:pt x="1367552" y="1869815"/>
                </a:lnTo>
                <a:lnTo>
                  <a:pt x="1374610" y="1827581"/>
                </a:lnTo>
                <a:lnTo>
                  <a:pt x="1381677" y="1785337"/>
                </a:lnTo>
                <a:lnTo>
                  <a:pt x="1388735" y="1743094"/>
                </a:lnTo>
                <a:lnTo>
                  <a:pt x="1395803" y="1700851"/>
                </a:lnTo>
                <a:lnTo>
                  <a:pt x="1402861" y="1658617"/>
                </a:lnTo>
                <a:lnTo>
                  <a:pt x="1409919" y="1616373"/>
                </a:lnTo>
                <a:lnTo>
                  <a:pt x="1416987" y="1574130"/>
                </a:lnTo>
                <a:lnTo>
                  <a:pt x="1424045" y="1531887"/>
                </a:lnTo>
                <a:lnTo>
                  <a:pt x="1431103" y="1489653"/>
                </a:lnTo>
                <a:lnTo>
                  <a:pt x="1438170" y="1447409"/>
                </a:lnTo>
                <a:lnTo>
                  <a:pt x="1445228" y="1405166"/>
                </a:lnTo>
                <a:lnTo>
                  <a:pt x="1452286" y="1362923"/>
                </a:lnTo>
                <a:lnTo>
                  <a:pt x="1459354" y="1320689"/>
                </a:lnTo>
                <a:lnTo>
                  <a:pt x="1466412" y="1278446"/>
                </a:lnTo>
                <a:lnTo>
                  <a:pt x="1473775" y="1236259"/>
                </a:lnTo>
                <a:lnTo>
                  <a:pt x="1481366" y="1194102"/>
                </a:lnTo>
                <a:lnTo>
                  <a:pt x="1490196" y="1152201"/>
                </a:lnTo>
                <a:lnTo>
                  <a:pt x="1499406" y="1110377"/>
                </a:lnTo>
                <a:lnTo>
                  <a:pt x="1508627" y="1068562"/>
                </a:lnTo>
                <a:lnTo>
                  <a:pt x="1517837" y="1026738"/>
                </a:lnTo>
                <a:lnTo>
                  <a:pt x="1527058" y="984914"/>
                </a:lnTo>
                <a:lnTo>
                  <a:pt x="1536268" y="943089"/>
                </a:lnTo>
                <a:lnTo>
                  <a:pt x="1545479" y="901265"/>
                </a:lnTo>
                <a:lnTo>
                  <a:pt x="1554699" y="859441"/>
                </a:lnTo>
                <a:lnTo>
                  <a:pt x="1563910" y="817616"/>
                </a:lnTo>
                <a:lnTo>
                  <a:pt x="1573130" y="775792"/>
                </a:lnTo>
                <a:lnTo>
                  <a:pt x="1582341" y="733968"/>
                </a:lnTo>
                <a:lnTo>
                  <a:pt x="1591551" y="692144"/>
                </a:lnTo>
                <a:lnTo>
                  <a:pt x="1600772" y="650319"/>
                </a:lnTo>
                <a:lnTo>
                  <a:pt x="1609982" y="608495"/>
                </a:lnTo>
                <a:lnTo>
                  <a:pt x="1619202" y="566671"/>
                </a:lnTo>
                <a:lnTo>
                  <a:pt x="1628413" y="524847"/>
                </a:lnTo>
                <a:lnTo>
                  <a:pt x="1637624" y="483022"/>
                </a:lnTo>
                <a:lnTo>
                  <a:pt x="1646844" y="441198"/>
                </a:lnTo>
                <a:lnTo>
                  <a:pt x="1656055" y="399374"/>
                </a:lnTo>
                <a:lnTo>
                  <a:pt x="1665265" y="357549"/>
                </a:lnTo>
                <a:lnTo>
                  <a:pt x="1674485" y="315725"/>
                </a:lnTo>
                <a:lnTo>
                  <a:pt x="1683696" y="273901"/>
                </a:lnTo>
                <a:lnTo>
                  <a:pt x="1692916" y="232077"/>
                </a:lnTo>
                <a:lnTo>
                  <a:pt x="1702127" y="190252"/>
                </a:lnTo>
                <a:lnTo>
                  <a:pt x="1711338" y="148428"/>
                </a:lnTo>
                <a:lnTo>
                  <a:pt x="1720558" y="106604"/>
                </a:lnTo>
                <a:lnTo>
                  <a:pt x="1729769" y="64780"/>
                </a:lnTo>
                <a:lnTo>
                  <a:pt x="1733550" y="22365"/>
                </a:lnTo>
                <a:lnTo>
                  <a:pt x="1713090" y="0"/>
                </a:lnTo>
                <a:lnTo>
                  <a:pt x="1670256" y="0"/>
                </a:lnTo>
                <a:lnTo>
                  <a:pt x="1627432" y="0"/>
                </a:lnTo>
                <a:lnTo>
                  <a:pt x="1584608" y="0"/>
                </a:lnTo>
                <a:lnTo>
                  <a:pt x="1541774" y="0"/>
                </a:lnTo>
                <a:lnTo>
                  <a:pt x="1498949" y="0"/>
                </a:lnTo>
                <a:lnTo>
                  <a:pt x="1456125" y="0"/>
                </a:lnTo>
                <a:lnTo>
                  <a:pt x="1413291" y="0"/>
                </a:lnTo>
                <a:lnTo>
                  <a:pt x="1370467" y="0"/>
                </a:lnTo>
                <a:lnTo>
                  <a:pt x="1327642" y="0"/>
                </a:lnTo>
                <a:lnTo>
                  <a:pt x="1284818" y="0"/>
                </a:lnTo>
                <a:lnTo>
                  <a:pt x="1241984" y="0"/>
                </a:lnTo>
                <a:lnTo>
                  <a:pt x="1199159" y="0"/>
                </a:lnTo>
                <a:lnTo>
                  <a:pt x="1156335" y="0"/>
                </a:lnTo>
                <a:lnTo>
                  <a:pt x="1113501" y="0"/>
                </a:lnTo>
                <a:lnTo>
                  <a:pt x="1070677" y="0"/>
                </a:lnTo>
                <a:lnTo>
                  <a:pt x="1027852" y="0"/>
                </a:lnTo>
                <a:lnTo>
                  <a:pt x="985028" y="0"/>
                </a:lnTo>
                <a:lnTo>
                  <a:pt x="942194" y="0"/>
                </a:lnTo>
                <a:lnTo>
                  <a:pt x="899370" y="0"/>
                </a:lnTo>
                <a:lnTo>
                  <a:pt x="856545" y="0"/>
                </a:lnTo>
                <a:lnTo>
                  <a:pt x="813711" y="0"/>
                </a:lnTo>
                <a:lnTo>
                  <a:pt x="770887" y="0"/>
                </a:lnTo>
                <a:lnTo>
                  <a:pt x="728062" y="0"/>
                </a:lnTo>
                <a:lnTo>
                  <a:pt x="685238" y="0"/>
                </a:lnTo>
                <a:lnTo>
                  <a:pt x="642404" y="0"/>
                </a:lnTo>
                <a:lnTo>
                  <a:pt x="599580" y="0"/>
                </a:lnTo>
                <a:lnTo>
                  <a:pt x="556755" y="0"/>
                </a:lnTo>
                <a:lnTo>
                  <a:pt x="513921" y="0"/>
                </a:lnTo>
                <a:lnTo>
                  <a:pt x="471097" y="0"/>
                </a:lnTo>
                <a:lnTo>
                  <a:pt x="428273" y="0"/>
                </a:lnTo>
                <a:lnTo>
                  <a:pt x="385448" y="0"/>
                </a:lnTo>
                <a:lnTo>
                  <a:pt x="342614" y="0"/>
                </a:lnTo>
                <a:lnTo>
                  <a:pt x="299790" y="0"/>
                </a:lnTo>
                <a:lnTo>
                  <a:pt x="256965" y="0"/>
                </a:lnTo>
                <a:lnTo>
                  <a:pt x="214132" y="0"/>
                </a:lnTo>
                <a:lnTo>
                  <a:pt x="171307" y="0"/>
                </a:lnTo>
                <a:lnTo>
                  <a:pt x="128483" y="0"/>
                </a:lnTo>
                <a:lnTo>
                  <a:pt x="85658" y="0"/>
                </a:lnTo>
                <a:lnTo>
                  <a:pt x="42824" y="0"/>
                </a:lnTo>
                <a:lnTo>
                  <a:pt x="0" y="0"/>
                </a:lnTo>
                <a:close/>
              </a:path>
            </a:pathLst>
          </a:custGeom>
          <a:gradFill xmlns:a="http://schemas.openxmlformats.org/drawingml/2006/main">
            <a:gsLst>
              <a:gs pos="0">
                <a:srgbClr val="000000"/>
              </a:gs>
              <a:gs pos="42">
                <a:srgbClr val="B8D8F2">
                  <a:alpha val="16000"/>
                </a:srgbClr>
              </a:gs>
              <a:gs pos="76">
                <a:srgbClr val="8FC4EE">
                  <a:alpha val="32000"/>
                </a:srgbClr>
              </a:gs>
              <a:gs pos="100">
                <a:srgbClr val="72B3E8">
                  <a:alpha val="52000"/>
                </a:srgbClr>
              </a:gs>
            </a:gsLst>
            <a:lin ang="10800000"/>
          </a:gradFill>
          <a:ln xmlns:a="http://schemas.openxmlformats.org/drawingml/2006/main" w="9525">
            <a:noFill/>
            <a:prstDash val="solid"/>
          </a:ln>
        </p:spPr>
      </p:sp>
      <p:sp>
        <p:nvSpPr>
          <p:cNvPr id="52" name="phase-label-0">
            <a:extLst xmlns:a="http://schemas.openxmlformats.org/drawingml/2006/main">
              <a:ext uri="{FF2B5EF4-FFF2-40B4-BE49-F238E27FC236}">
                <a16:creationId xmlns:a16="http://schemas.microsoft.com/office/drawing/2014/main" id="{CC89DE45-2F9E-49DA-BA26-795F85048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1638300"/>
            <a:ext cx="228600" cy="205099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阶段一</a:t>
            </a:r>
          </a:p>
        </p:txBody>
      </p:sp>
      <p:sp>
        <p:nvSpPr>
          <p:cNvPr id="53" name="phase-label-1">
            <a:extLst xmlns:a="http://schemas.openxmlformats.org/drawingml/2006/main">
              <a:ext uri="{FF2B5EF4-FFF2-40B4-BE49-F238E27FC236}">
                <a16:creationId xmlns:a16="http://schemas.microsoft.com/office/drawing/2014/main" id="{19CE6149-0C0C-4540-87AE-C9DDBEE07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3689299"/>
            <a:ext cx="228600" cy="121279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阶段二</a:t>
            </a:r>
          </a:p>
        </p:txBody>
      </p:sp>
      <p:sp>
        <p:nvSpPr>
          <p:cNvPr id="54" name="phase-label-2">
            <a:extLst xmlns:a="http://schemas.openxmlformats.org/drawingml/2006/main">
              <a:ext uri="{FF2B5EF4-FFF2-40B4-BE49-F238E27FC236}">
                <a16:creationId xmlns:a16="http://schemas.microsoft.com/office/drawing/2014/main" id="{A6AB2E16-9544-4844-87FB-650EE695A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4902098"/>
            <a:ext cx="228600" cy="130804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阶段三</a:t>
            </a:r>
          </a:p>
        </p:txBody>
      </p:sp>
      <p:sp>
        <p:nvSpPr>
          <p:cNvPr id="55" name="funnel-step-title-0">
            <a:extLst xmlns:a="http://schemas.openxmlformats.org/drawingml/2006/main">
              <a:ext uri="{FF2B5EF4-FFF2-40B4-BE49-F238E27FC236}">
                <a16:creationId xmlns:a16="http://schemas.microsoft.com/office/drawing/2014/main" id="{96D5008A-0A1B-4B1E-ACF0-D02429145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528117" y="2944711"/>
            <a:ext cx="2183016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3600"/>
              </a:lnSpc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广泛触达</a:t>
            </a:r>
          </a:p>
        </p:txBody>
      </p:sp>
      <p:sp>
        <p:nvSpPr>
          <p:cNvPr id="56" name="funnel-step-title-1">
            <a:extLst xmlns:a="http://schemas.openxmlformats.org/drawingml/2006/main">
              <a:ext uri="{FF2B5EF4-FFF2-40B4-BE49-F238E27FC236}">
                <a16:creationId xmlns:a16="http://schemas.microsoft.com/office/drawing/2014/main" id="{4C66209C-2E05-4AB0-A448-E9ED174FB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10165" y="4157663"/>
            <a:ext cx="141893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3600"/>
              </a:lnSpc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兴趣识别</a:t>
            </a:r>
          </a:p>
        </p:txBody>
      </p:sp>
      <p:sp>
        <p:nvSpPr>
          <p:cNvPr id="57" name="funnel-step-title-2">
            <a:extLst xmlns:a="http://schemas.openxmlformats.org/drawingml/2006/main">
              <a:ext uri="{FF2B5EF4-FFF2-40B4-BE49-F238E27FC236}">
                <a16:creationId xmlns:a16="http://schemas.microsoft.com/office/drawing/2014/main" id="{4B77833C-4AED-4E46-B699-91AC9F5CD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200525" y="5370462"/>
            <a:ext cx="8382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意向培育</a:t>
            </a:r>
          </a:p>
        </p:txBody>
      </p:sp>
      <p:sp>
        <p:nvSpPr>
          <p:cNvPr id="58" name="input-core-0">
            <a:extLst xmlns:a="http://schemas.openxmlformats.org/drawingml/2006/main">
              <a:ext uri="{FF2B5EF4-FFF2-40B4-BE49-F238E27FC236}">
                <a16:creationId xmlns:a16="http://schemas.microsoft.com/office/drawing/2014/main" id="{07FA10AF-DCFF-4B26-9985-36F73CFEE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200400" y="194310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23"/>
          <a:fontRef xmlns:a="http://schemas.openxmlformats.org/drawingml/2006/main" idx="major"/>
        </p:style>
      </p:sp>
      <p:pic>
        <p:nvPicPr>
          <p:cNvPr id="1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cd482eaf19249dd">
            <a:extLst>
              <a:ext uri="{96DAC541-7B7A-43D3-8B79-37D633B846F1}">
                <asvg:svgBlip xmlns:asvg="http://schemas.microsoft.com/office/drawing/2016/SVG/main" r:embed="Rd23b0204b4124a46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3295650" y="2038350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60" name="input-core-1">
            <a:extLst xmlns:a="http://schemas.openxmlformats.org/drawingml/2006/main">
              <a:ext uri="{FF2B5EF4-FFF2-40B4-BE49-F238E27FC236}">
                <a16:creationId xmlns:a16="http://schemas.microsoft.com/office/drawing/2014/main" id="{EA5A54A5-3E85-456C-AF2C-F4669FB2C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22674" y="1743075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23"/>
          <a:fontRef xmlns:a="http://schemas.openxmlformats.org/drawingml/2006/main" idx="major"/>
        </p:style>
      </p:sp>
      <p:pic>
        <p:nvPicPr>
          <p:cNvPr id="1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8791f4f2f35478b">
            <a:extLst>
              <a:ext uri="{96DAC541-7B7A-43D3-8B79-37D633B846F1}">
                <asvg:svgBlip xmlns:asvg="http://schemas.microsoft.com/office/drawing/2016/SVG/main" r:embed="Re7f56012b59e4c5a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4117924" y="1838325"/>
            <a:ext cx="209550" cy="209550"/>
          </a:xfrm>
          <a:prstGeom xmlns:a="http://schemas.openxmlformats.org/drawingml/2006/main" prst="rect">
            <a:avLst/>
          </a:prstGeom>
        </p:spPr>
      </p:pic>
      <p:sp>
        <p:nvSpPr>
          <p:cNvPr id="62" name="input-core-2">
            <a:extLst xmlns:a="http://schemas.openxmlformats.org/drawingml/2006/main">
              <a:ext uri="{FF2B5EF4-FFF2-40B4-BE49-F238E27FC236}">
                <a16:creationId xmlns:a16="http://schemas.microsoft.com/office/drawing/2014/main" id="{17C5A641-DDCE-4DD0-999D-EB351CA71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787798" y="164782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23"/>
          <a:fontRef xmlns:a="http://schemas.openxmlformats.org/drawingml/2006/main" idx="major"/>
        </p:style>
      </p:sp>
      <p:pic>
        <p:nvPicPr>
          <p:cNvPr id="12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a8f1fd62bc04919">
            <a:extLst>
              <a:ext uri="{96DAC541-7B7A-43D3-8B79-37D633B846F1}">
                <asvg:svgBlip xmlns:asvg="http://schemas.microsoft.com/office/drawing/2016/SVG/main" r:embed="Rd13b2bfdfd7c4d57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4883048" y="1743075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64" name="input-core-3">
            <a:extLst xmlns:a="http://schemas.openxmlformats.org/drawingml/2006/main">
              <a:ext uri="{FF2B5EF4-FFF2-40B4-BE49-F238E27FC236}">
                <a16:creationId xmlns:a16="http://schemas.microsoft.com/office/drawing/2014/main" id="{D6496767-CB67-425D-BC88-188FF2155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610225" y="190500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23"/>
          <a:fontRef xmlns:a="http://schemas.openxmlformats.org/drawingml/2006/main" idx="major"/>
        </p:style>
      </p:sp>
      <p:pic>
        <p:nvPicPr>
          <p:cNvPr id="13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eb9c5380b4f4bcd">
            <a:extLst>
              <a:ext uri="{96DAC541-7B7A-43D3-8B79-37D633B846F1}">
                <asvg:svgBlip xmlns:asvg="http://schemas.microsoft.com/office/drawing/2016/SVG/main" r:embed="R5d012cfe27cd41f1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5705475" y="2000250"/>
            <a:ext cx="209550" cy="2095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7774694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8" name="phase-band-0">
            <a:extLst xmlns:a="http://schemas.openxmlformats.org/drawingml/2006/main">
              <a:ext uri="{FF2B5EF4-FFF2-40B4-BE49-F238E27FC236}">
                <a16:creationId xmlns:a16="http://schemas.microsoft.com/office/drawing/2014/main" id="{EB4CE800-6472-486E-A443-906A4ADD1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1638300"/>
            <a:ext cx="11144250" cy="205099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phase-band-1">
            <a:extLst xmlns:a="http://schemas.openxmlformats.org/drawingml/2006/main">
              <a:ext uri="{FF2B5EF4-FFF2-40B4-BE49-F238E27FC236}">
                <a16:creationId xmlns:a16="http://schemas.microsoft.com/office/drawing/2014/main" id="{A6F2D977-0F24-4637-A5D7-FC1E542E2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3689299"/>
            <a:ext cx="11144250" cy="121279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38100">
            <a:solidFill>
              <a:srgbClr val="FFFFFF"/>
            </a:solidFill>
            <a:prstDash val="solid"/>
          </a:ln>
        </p:spPr>
      </p:sp>
      <p:sp>
        <p:nvSpPr>
          <p:cNvPr id="3" name="phase-band-2">
            <a:extLst xmlns:a="http://schemas.openxmlformats.org/drawingml/2006/main">
              <a:ext uri="{FF2B5EF4-FFF2-40B4-BE49-F238E27FC236}">
                <a16:creationId xmlns:a16="http://schemas.microsoft.com/office/drawing/2014/main" id="{FEC2EF1A-14F1-4232-99E8-2520F4052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4902098"/>
            <a:ext cx="11144250" cy="130804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38100">
            <a:solidFill>
              <a:srgbClr val="FFFFFF"/>
            </a:solidFill>
            <a:prstDash val="solid"/>
          </a:ln>
        </p:spPr>
      </p:sp>
      <p:sp>
        <p:nvSpPr>
          <p:cNvPr id="4" name="phase-rail-0">
            <a:extLst xmlns:a="http://schemas.openxmlformats.org/drawingml/2006/main">
              <a:ext uri="{FF2B5EF4-FFF2-40B4-BE49-F238E27FC236}">
                <a16:creationId xmlns:a16="http://schemas.microsoft.com/office/drawing/2014/main" id="{2DE6ADA3-8C72-4F65-89C1-E4F8BA871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1638300"/>
            <a:ext cx="514350" cy="2046494"/>
          </a:xfrm>
          <a:custGeom xmlns:a="http://schemas.openxmlformats.org/drawingml/2006/main">
            <a:pathLst>
              <a:path w="514350" h="2046494">
                <a:moveTo>
                  <a:pt x="0" y="0"/>
                </a:moveTo>
                <a:lnTo>
                  <a:pt x="20498" y="0"/>
                </a:lnTo>
                <a:lnTo>
                  <a:pt x="40996" y="0"/>
                </a:lnTo>
                <a:lnTo>
                  <a:pt x="61493" y="0"/>
                </a:lnTo>
                <a:lnTo>
                  <a:pt x="81982" y="0"/>
                </a:lnTo>
                <a:lnTo>
                  <a:pt x="102479" y="0"/>
                </a:lnTo>
                <a:lnTo>
                  <a:pt x="122977" y="0"/>
                </a:lnTo>
                <a:lnTo>
                  <a:pt x="143475" y="0"/>
                </a:lnTo>
                <a:lnTo>
                  <a:pt x="163973" y="0"/>
                </a:lnTo>
                <a:lnTo>
                  <a:pt x="184471" y="0"/>
                </a:lnTo>
                <a:lnTo>
                  <a:pt x="204959" y="0"/>
                </a:lnTo>
                <a:lnTo>
                  <a:pt x="225457" y="0"/>
                </a:lnTo>
                <a:lnTo>
                  <a:pt x="245955" y="0"/>
                </a:lnTo>
                <a:lnTo>
                  <a:pt x="266452" y="0"/>
                </a:lnTo>
                <a:lnTo>
                  <a:pt x="286950" y="0"/>
                </a:lnTo>
                <a:lnTo>
                  <a:pt x="307448" y="0"/>
                </a:lnTo>
                <a:lnTo>
                  <a:pt x="327936" y="0"/>
                </a:lnTo>
                <a:lnTo>
                  <a:pt x="348434" y="0"/>
                </a:lnTo>
                <a:lnTo>
                  <a:pt x="368932" y="0"/>
                </a:lnTo>
                <a:lnTo>
                  <a:pt x="389430" y="0"/>
                </a:lnTo>
                <a:lnTo>
                  <a:pt x="409927" y="0"/>
                </a:lnTo>
                <a:lnTo>
                  <a:pt x="430425" y="0"/>
                </a:lnTo>
                <a:lnTo>
                  <a:pt x="450914" y="0"/>
                </a:lnTo>
                <a:lnTo>
                  <a:pt x="471411" y="0"/>
                </a:lnTo>
                <a:lnTo>
                  <a:pt x="491909" y="0"/>
                </a:lnTo>
                <a:lnTo>
                  <a:pt x="512407" y="0"/>
                </a:lnTo>
                <a:lnTo>
                  <a:pt x="514350" y="18555"/>
                </a:lnTo>
                <a:lnTo>
                  <a:pt x="514350" y="39043"/>
                </a:lnTo>
                <a:lnTo>
                  <a:pt x="514350" y="59541"/>
                </a:lnTo>
                <a:lnTo>
                  <a:pt x="514350" y="80039"/>
                </a:lnTo>
                <a:lnTo>
                  <a:pt x="514350" y="100536"/>
                </a:lnTo>
                <a:lnTo>
                  <a:pt x="514350" y="121034"/>
                </a:lnTo>
                <a:lnTo>
                  <a:pt x="514350" y="141522"/>
                </a:lnTo>
                <a:lnTo>
                  <a:pt x="514350" y="162020"/>
                </a:lnTo>
                <a:lnTo>
                  <a:pt x="514350" y="182518"/>
                </a:lnTo>
                <a:lnTo>
                  <a:pt x="514350" y="203016"/>
                </a:lnTo>
                <a:lnTo>
                  <a:pt x="514350" y="223504"/>
                </a:lnTo>
                <a:lnTo>
                  <a:pt x="514350" y="244002"/>
                </a:lnTo>
                <a:lnTo>
                  <a:pt x="514350" y="264500"/>
                </a:lnTo>
                <a:lnTo>
                  <a:pt x="514350" y="284998"/>
                </a:lnTo>
                <a:lnTo>
                  <a:pt x="514350" y="305495"/>
                </a:lnTo>
                <a:lnTo>
                  <a:pt x="514350" y="325984"/>
                </a:lnTo>
                <a:lnTo>
                  <a:pt x="514350" y="346481"/>
                </a:lnTo>
                <a:lnTo>
                  <a:pt x="514350" y="366979"/>
                </a:lnTo>
                <a:lnTo>
                  <a:pt x="514350" y="387477"/>
                </a:lnTo>
                <a:lnTo>
                  <a:pt x="514350" y="407975"/>
                </a:lnTo>
                <a:lnTo>
                  <a:pt x="514350" y="428463"/>
                </a:lnTo>
                <a:lnTo>
                  <a:pt x="514350" y="448961"/>
                </a:lnTo>
                <a:lnTo>
                  <a:pt x="514350" y="469459"/>
                </a:lnTo>
                <a:lnTo>
                  <a:pt x="514350" y="489956"/>
                </a:lnTo>
                <a:lnTo>
                  <a:pt x="514350" y="510445"/>
                </a:lnTo>
                <a:lnTo>
                  <a:pt x="514350" y="530943"/>
                </a:lnTo>
                <a:lnTo>
                  <a:pt x="514350" y="551440"/>
                </a:lnTo>
                <a:lnTo>
                  <a:pt x="514350" y="571938"/>
                </a:lnTo>
                <a:lnTo>
                  <a:pt x="514350" y="592436"/>
                </a:lnTo>
                <a:lnTo>
                  <a:pt x="514350" y="612924"/>
                </a:lnTo>
                <a:lnTo>
                  <a:pt x="514350" y="633422"/>
                </a:lnTo>
                <a:lnTo>
                  <a:pt x="514350" y="653920"/>
                </a:lnTo>
                <a:lnTo>
                  <a:pt x="514350" y="674418"/>
                </a:lnTo>
                <a:lnTo>
                  <a:pt x="514350" y="694915"/>
                </a:lnTo>
                <a:lnTo>
                  <a:pt x="514350" y="715404"/>
                </a:lnTo>
                <a:lnTo>
                  <a:pt x="514350" y="735902"/>
                </a:lnTo>
                <a:lnTo>
                  <a:pt x="514350" y="756399"/>
                </a:lnTo>
                <a:lnTo>
                  <a:pt x="514350" y="776897"/>
                </a:lnTo>
                <a:lnTo>
                  <a:pt x="514350" y="797385"/>
                </a:lnTo>
                <a:lnTo>
                  <a:pt x="514350" y="817883"/>
                </a:lnTo>
                <a:lnTo>
                  <a:pt x="514350" y="838381"/>
                </a:lnTo>
                <a:lnTo>
                  <a:pt x="514350" y="858879"/>
                </a:lnTo>
                <a:lnTo>
                  <a:pt x="514350" y="879377"/>
                </a:lnTo>
                <a:lnTo>
                  <a:pt x="514350" y="899865"/>
                </a:lnTo>
                <a:lnTo>
                  <a:pt x="514350" y="920363"/>
                </a:lnTo>
                <a:lnTo>
                  <a:pt x="514350" y="940860"/>
                </a:lnTo>
                <a:lnTo>
                  <a:pt x="514350" y="961358"/>
                </a:lnTo>
                <a:lnTo>
                  <a:pt x="514350" y="981847"/>
                </a:lnTo>
                <a:lnTo>
                  <a:pt x="514350" y="1002344"/>
                </a:lnTo>
                <a:lnTo>
                  <a:pt x="514350" y="1022842"/>
                </a:lnTo>
                <a:lnTo>
                  <a:pt x="514350" y="1043340"/>
                </a:lnTo>
                <a:lnTo>
                  <a:pt x="514350" y="1063838"/>
                </a:lnTo>
                <a:lnTo>
                  <a:pt x="514350" y="1084326"/>
                </a:lnTo>
                <a:lnTo>
                  <a:pt x="514350" y="1104824"/>
                </a:lnTo>
                <a:lnTo>
                  <a:pt x="514350" y="1125322"/>
                </a:lnTo>
                <a:lnTo>
                  <a:pt x="514350" y="1145819"/>
                </a:lnTo>
                <a:lnTo>
                  <a:pt x="514350" y="1166317"/>
                </a:lnTo>
                <a:lnTo>
                  <a:pt x="514350" y="1186805"/>
                </a:lnTo>
                <a:lnTo>
                  <a:pt x="514350" y="1207303"/>
                </a:lnTo>
                <a:lnTo>
                  <a:pt x="514350" y="1227801"/>
                </a:lnTo>
                <a:lnTo>
                  <a:pt x="514350" y="1248299"/>
                </a:lnTo>
                <a:lnTo>
                  <a:pt x="514350" y="1268787"/>
                </a:lnTo>
                <a:lnTo>
                  <a:pt x="514350" y="1289285"/>
                </a:lnTo>
                <a:lnTo>
                  <a:pt x="514350" y="1309783"/>
                </a:lnTo>
                <a:lnTo>
                  <a:pt x="514350" y="1330281"/>
                </a:lnTo>
                <a:lnTo>
                  <a:pt x="514350" y="1350778"/>
                </a:lnTo>
                <a:lnTo>
                  <a:pt x="514350" y="1371267"/>
                </a:lnTo>
                <a:lnTo>
                  <a:pt x="514350" y="1391764"/>
                </a:lnTo>
                <a:lnTo>
                  <a:pt x="514350" y="1412262"/>
                </a:lnTo>
                <a:lnTo>
                  <a:pt x="514350" y="1432760"/>
                </a:lnTo>
                <a:lnTo>
                  <a:pt x="514350" y="1453248"/>
                </a:lnTo>
                <a:lnTo>
                  <a:pt x="514350" y="1473746"/>
                </a:lnTo>
                <a:lnTo>
                  <a:pt x="514350" y="1494244"/>
                </a:lnTo>
                <a:lnTo>
                  <a:pt x="514350" y="1514742"/>
                </a:lnTo>
                <a:lnTo>
                  <a:pt x="514350" y="1535240"/>
                </a:lnTo>
                <a:lnTo>
                  <a:pt x="514350" y="1555728"/>
                </a:lnTo>
                <a:lnTo>
                  <a:pt x="514350" y="1576226"/>
                </a:lnTo>
                <a:lnTo>
                  <a:pt x="514350" y="1596723"/>
                </a:lnTo>
                <a:lnTo>
                  <a:pt x="514350" y="1617221"/>
                </a:lnTo>
                <a:lnTo>
                  <a:pt x="514350" y="1637719"/>
                </a:lnTo>
                <a:lnTo>
                  <a:pt x="514350" y="1658207"/>
                </a:lnTo>
                <a:lnTo>
                  <a:pt x="514350" y="1678705"/>
                </a:lnTo>
                <a:lnTo>
                  <a:pt x="514350" y="1699203"/>
                </a:lnTo>
                <a:lnTo>
                  <a:pt x="514350" y="1719701"/>
                </a:lnTo>
                <a:lnTo>
                  <a:pt x="514350" y="1740189"/>
                </a:lnTo>
                <a:lnTo>
                  <a:pt x="514350" y="1760687"/>
                </a:lnTo>
                <a:lnTo>
                  <a:pt x="514350" y="1781185"/>
                </a:lnTo>
                <a:lnTo>
                  <a:pt x="514350" y="1801682"/>
                </a:lnTo>
                <a:lnTo>
                  <a:pt x="514350" y="1822180"/>
                </a:lnTo>
                <a:lnTo>
                  <a:pt x="514350" y="1842668"/>
                </a:lnTo>
                <a:lnTo>
                  <a:pt x="514350" y="1863166"/>
                </a:lnTo>
                <a:lnTo>
                  <a:pt x="514350" y="1883664"/>
                </a:lnTo>
                <a:lnTo>
                  <a:pt x="514350" y="1904162"/>
                </a:lnTo>
                <a:lnTo>
                  <a:pt x="499901" y="1916154"/>
                </a:lnTo>
                <a:lnTo>
                  <a:pt x="481984" y="1926107"/>
                </a:lnTo>
                <a:lnTo>
                  <a:pt x="464068" y="1936061"/>
                </a:lnTo>
                <a:lnTo>
                  <a:pt x="446151" y="1946015"/>
                </a:lnTo>
                <a:lnTo>
                  <a:pt x="428234" y="1955968"/>
                </a:lnTo>
                <a:lnTo>
                  <a:pt x="410318" y="1965922"/>
                </a:lnTo>
                <a:lnTo>
                  <a:pt x="392401" y="1975876"/>
                </a:lnTo>
                <a:lnTo>
                  <a:pt x="374485" y="1985829"/>
                </a:lnTo>
                <a:lnTo>
                  <a:pt x="356568" y="1995783"/>
                </a:lnTo>
                <a:lnTo>
                  <a:pt x="338652" y="2005736"/>
                </a:lnTo>
                <a:lnTo>
                  <a:pt x="320735" y="2015690"/>
                </a:lnTo>
                <a:lnTo>
                  <a:pt x="302819" y="2025644"/>
                </a:lnTo>
                <a:lnTo>
                  <a:pt x="284902" y="2035597"/>
                </a:lnTo>
                <a:lnTo>
                  <a:pt x="266986" y="2045551"/>
                </a:lnTo>
                <a:lnTo>
                  <a:pt x="249069" y="2046494"/>
                </a:lnTo>
                <a:lnTo>
                  <a:pt x="231153" y="2036540"/>
                </a:lnTo>
                <a:lnTo>
                  <a:pt x="213236" y="2026587"/>
                </a:lnTo>
                <a:lnTo>
                  <a:pt x="195320" y="2016633"/>
                </a:lnTo>
                <a:lnTo>
                  <a:pt x="177403" y="2006679"/>
                </a:lnTo>
                <a:lnTo>
                  <a:pt x="159477" y="1996726"/>
                </a:lnTo>
                <a:lnTo>
                  <a:pt x="141561" y="1986772"/>
                </a:lnTo>
                <a:lnTo>
                  <a:pt x="123644" y="1976819"/>
                </a:lnTo>
                <a:lnTo>
                  <a:pt x="105728" y="1966865"/>
                </a:lnTo>
                <a:lnTo>
                  <a:pt x="87811" y="1956911"/>
                </a:lnTo>
                <a:lnTo>
                  <a:pt x="69894" y="1946958"/>
                </a:lnTo>
                <a:lnTo>
                  <a:pt x="51978" y="1937004"/>
                </a:lnTo>
                <a:lnTo>
                  <a:pt x="34061" y="1927050"/>
                </a:lnTo>
                <a:lnTo>
                  <a:pt x="16145" y="1917097"/>
                </a:lnTo>
                <a:lnTo>
                  <a:pt x="0" y="1906105"/>
                </a:lnTo>
                <a:lnTo>
                  <a:pt x="0" y="1885607"/>
                </a:lnTo>
                <a:lnTo>
                  <a:pt x="0" y="1865109"/>
                </a:lnTo>
                <a:lnTo>
                  <a:pt x="0" y="1844612"/>
                </a:lnTo>
                <a:lnTo>
                  <a:pt x="0" y="1824123"/>
                </a:lnTo>
                <a:lnTo>
                  <a:pt x="0" y="1803625"/>
                </a:lnTo>
                <a:lnTo>
                  <a:pt x="0" y="1783128"/>
                </a:lnTo>
                <a:lnTo>
                  <a:pt x="0" y="1762630"/>
                </a:lnTo>
                <a:lnTo>
                  <a:pt x="0" y="1742142"/>
                </a:lnTo>
                <a:lnTo>
                  <a:pt x="0" y="1721644"/>
                </a:lnTo>
                <a:lnTo>
                  <a:pt x="0" y="1701146"/>
                </a:lnTo>
                <a:lnTo>
                  <a:pt x="0" y="1680648"/>
                </a:lnTo>
                <a:lnTo>
                  <a:pt x="0" y="1660150"/>
                </a:lnTo>
                <a:lnTo>
                  <a:pt x="0" y="1639662"/>
                </a:lnTo>
                <a:lnTo>
                  <a:pt x="0" y="1619164"/>
                </a:lnTo>
                <a:lnTo>
                  <a:pt x="0" y="1598666"/>
                </a:lnTo>
                <a:lnTo>
                  <a:pt x="0" y="1578169"/>
                </a:lnTo>
                <a:lnTo>
                  <a:pt x="0" y="1557680"/>
                </a:lnTo>
                <a:lnTo>
                  <a:pt x="0" y="1537183"/>
                </a:lnTo>
                <a:lnTo>
                  <a:pt x="0" y="1516685"/>
                </a:lnTo>
                <a:lnTo>
                  <a:pt x="0" y="1496187"/>
                </a:lnTo>
                <a:lnTo>
                  <a:pt x="0" y="1475689"/>
                </a:lnTo>
                <a:lnTo>
                  <a:pt x="0" y="1455201"/>
                </a:lnTo>
                <a:lnTo>
                  <a:pt x="0" y="1434703"/>
                </a:lnTo>
                <a:lnTo>
                  <a:pt x="0" y="1414205"/>
                </a:lnTo>
                <a:lnTo>
                  <a:pt x="0" y="1393708"/>
                </a:lnTo>
                <a:lnTo>
                  <a:pt x="0" y="1373210"/>
                </a:lnTo>
                <a:lnTo>
                  <a:pt x="0" y="1352721"/>
                </a:lnTo>
                <a:lnTo>
                  <a:pt x="0" y="1332224"/>
                </a:lnTo>
                <a:lnTo>
                  <a:pt x="0" y="1311726"/>
                </a:lnTo>
                <a:lnTo>
                  <a:pt x="0" y="1291228"/>
                </a:lnTo>
                <a:lnTo>
                  <a:pt x="0" y="1270740"/>
                </a:lnTo>
                <a:lnTo>
                  <a:pt x="0" y="1250242"/>
                </a:lnTo>
                <a:lnTo>
                  <a:pt x="0" y="1229744"/>
                </a:lnTo>
                <a:lnTo>
                  <a:pt x="0" y="1209246"/>
                </a:lnTo>
                <a:lnTo>
                  <a:pt x="0" y="1188749"/>
                </a:lnTo>
                <a:lnTo>
                  <a:pt x="0" y="1168260"/>
                </a:lnTo>
                <a:lnTo>
                  <a:pt x="0" y="1147763"/>
                </a:lnTo>
                <a:lnTo>
                  <a:pt x="0" y="1127265"/>
                </a:lnTo>
                <a:lnTo>
                  <a:pt x="0" y="1106767"/>
                </a:lnTo>
                <a:lnTo>
                  <a:pt x="0" y="1086279"/>
                </a:lnTo>
                <a:lnTo>
                  <a:pt x="0" y="1065781"/>
                </a:lnTo>
                <a:lnTo>
                  <a:pt x="0" y="1045283"/>
                </a:lnTo>
                <a:lnTo>
                  <a:pt x="0" y="1024785"/>
                </a:lnTo>
                <a:lnTo>
                  <a:pt x="0" y="1004287"/>
                </a:lnTo>
                <a:lnTo>
                  <a:pt x="0" y="983799"/>
                </a:lnTo>
                <a:lnTo>
                  <a:pt x="0" y="963301"/>
                </a:lnTo>
                <a:lnTo>
                  <a:pt x="0" y="942804"/>
                </a:lnTo>
                <a:lnTo>
                  <a:pt x="0" y="922306"/>
                </a:lnTo>
                <a:lnTo>
                  <a:pt x="0" y="901808"/>
                </a:lnTo>
                <a:lnTo>
                  <a:pt x="0" y="881320"/>
                </a:lnTo>
                <a:lnTo>
                  <a:pt x="0" y="860822"/>
                </a:lnTo>
                <a:lnTo>
                  <a:pt x="0" y="840324"/>
                </a:lnTo>
                <a:lnTo>
                  <a:pt x="0" y="819826"/>
                </a:lnTo>
                <a:lnTo>
                  <a:pt x="0" y="799338"/>
                </a:lnTo>
                <a:lnTo>
                  <a:pt x="0" y="778840"/>
                </a:lnTo>
                <a:lnTo>
                  <a:pt x="0" y="758342"/>
                </a:lnTo>
                <a:lnTo>
                  <a:pt x="0" y="737845"/>
                </a:lnTo>
                <a:lnTo>
                  <a:pt x="0" y="717347"/>
                </a:lnTo>
                <a:lnTo>
                  <a:pt x="0" y="696859"/>
                </a:lnTo>
                <a:lnTo>
                  <a:pt x="0" y="676361"/>
                </a:lnTo>
                <a:lnTo>
                  <a:pt x="0" y="655863"/>
                </a:lnTo>
                <a:lnTo>
                  <a:pt x="0" y="635365"/>
                </a:lnTo>
                <a:lnTo>
                  <a:pt x="0" y="614867"/>
                </a:lnTo>
                <a:lnTo>
                  <a:pt x="0" y="594379"/>
                </a:lnTo>
                <a:lnTo>
                  <a:pt x="0" y="573881"/>
                </a:lnTo>
                <a:lnTo>
                  <a:pt x="0" y="553383"/>
                </a:lnTo>
                <a:lnTo>
                  <a:pt x="0" y="532886"/>
                </a:lnTo>
                <a:lnTo>
                  <a:pt x="0" y="512397"/>
                </a:lnTo>
                <a:lnTo>
                  <a:pt x="0" y="491900"/>
                </a:lnTo>
                <a:lnTo>
                  <a:pt x="0" y="471402"/>
                </a:lnTo>
                <a:lnTo>
                  <a:pt x="0" y="450904"/>
                </a:lnTo>
                <a:lnTo>
                  <a:pt x="0" y="430406"/>
                </a:lnTo>
                <a:lnTo>
                  <a:pt x="0" y="409918"/>
                </a:lnTo>
                <a:lnTo>
                  <a:pt x="0" y="389420"/>
                </a:lnTo>
                <a:lnTo>
                  <a:pt x="0" y="368922"/>
                </a:lnTo>
                <a:lnTo>
                  <a:pt x="0" y="348425"/>
                </a:lnTo>
                <a:lnTo>
                  <a:pt x="0" y="327936"/>
                </a:lnTo>
                <a:lnTo>
                  <a:pt x="0" y="307438"/>
                </a:lnTo>
                <a:lnTo>
                  <a:pt x="0" y="286941"/>
                </a:lnTo>
                <a:lnTo>
                  <a:pt x="0" y="266443"/>
                </a:lnTo>
                <a:lnTo>
                  <a:pt x="0" y="245945"/>
                </a:lnTo>
                <a:lnTo>
                  <a:pt x="0" y="225457"/>
                </a:lnTo>
                <a:lnTo>
                  <a:pt x="0" y="204959"/>
                </a:lnTo>
                <a:lnTo>
                  <a:pt x="0" y="184461"/>
                </a:lnTo>
                <a:lnTo>
                  <a:pt x="0" y="163963"/>
                </a:lnTo>
                <a:lnTo>
                  <a:pt x="0" y="143466"/>
                </a:lnTo>
                <a:lnTo>
                  <a:pt x="0" y="122977"/>
                </a:lnTo>
                <a:lnTo>
                  <a:pt x="0" y="102479"/>
                </a:lnTo>
                <a:lnTo>
                  <a:pt x="0" y="81982"/>
                </a:lnTo>
                <a:lnTo>
                  <a:pt x="0" y="61484"/>
                </a:lnTo>
                <a:lnTo>
                  <a:pt x="0" y="40996"/>
                </a:lnTo>
                <a:lnTo>
                  <a:pt x="0" y="20498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5" name="phase-title-0">
            <a:extLst xmlns:a="http://schemas.openxmlformats.org/drawingml/2006/main">
              <a:ext uri="{FF2B5EF4-FFF2-40B4-BE49-F238E27FC236}">
                <a16:creationId xmlns:a16="http://schemas.microsoft.com/office/drawing/2014/main" id="{C5778B1C-E17B-4CC0-8EE0-3E6F04989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2192979"/>
            <a:ext cx="1428750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精准触达</a:t>
            </a:r>
          </a:p>
        </p:txBody>
      </p:sp>
      <p:sp>
        <p:nvSpPr>
          <p:cNvPr id="6" name="phase-body-0">
            <a:extLst xmlns:a="http://schemas.openxmlformats.org/drawingml/2006/main">
              <a:ext uri="{FF2B5EF4-FFF2-40B4-BE49-F238E27FC236}">
                <a16:creationId xmlns:a16="http://schemas.microsoft.com/office/drawing/2014/main" id="{B78F466E-DA34-407E-AC8E-F322CB673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2547195"/>
            <a:ext cx="1428750" cy="587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让目标对象进</a:t>
            </a:r>
          </a:p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入体系</a:t>
            </a:r>
          </a:p>
        </p:txBody>
      </p:sp>
      <p:sp>
        <p:nvSpPr>
          <p:cNvPr id="7" name="action-icon-shell-0-0">
            <a:extLst xmlns:a="http://schemas.openxmlformats.org/drawingml/2006/main">
              <a:ext uri="{FF2B5EF4-FFF2-40B4-BE49-F238E27FC236}">
                <a16:creationId xmlns:a16="http://schemas.microsoft.com/office/drawing/2014/main" id="{D54D4F2C-DFCD-427C-A7A6-1858BA7C9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2187473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7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c9f024883784816">
            <a:extLst>
              <a:ext uri="{96DAC541-7B7A-43D3-8B79-37D633B846F1}">
                <asvg:svgBlip xmlns:asvg="http://schemas.microsoft.com/office/drawing/2016/SVG/main" r:embed="R4a79373d0da44a2d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2263673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9" name="action-title-0-0">
            <a:extLst xmlns:a="http://schemas.openxmlformats.org/drawingml/2006/main">
              <a:ext uri="{FF2B5EF4-FFF2-40B4-BE49-F238E27FC236}">
                <a16:creationId xmlns:a16="http://schemas.microsoft.com/office/drawing/2014/main" id="{F2CFCD41-3C83-4F95-BAD4-6A9C45874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126456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标签体系</a:t>
            </a:r>
          </a:p>
        </p:txBody>
      </p:sp>
      <p:sp>
        <p:nvSpPr>
          <p:cNvPr id="10" name="action-body-0-0">
            <a:extLst xmlns:a="http://schemas.openxmlformats.org/drawingml/2006/main">
              <a:ext uri="{FF2B5EF4-FFF2-40B4-BE49-F238E27FC236}">
                <a16:creationId xmlns:a16="http://schemas.microsoft.com/office/drawing/2014/main" id="{4B6FAD5B-912A-4F10-B276-7C9F3AE89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355056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形成可识别对象</a:t>
            </a:r>
          </a:p>
        </p:txBody>
      </p:sp>
      <p:sp>
        <p:nvSpPr>
          <p:cNvPr id="11" name="action-icon-shell-0-1">
            <a:extLst xmlns:a="http://schemas.openxmlformats.org/drawingml/2006/main">
              <a:ext uri="{FF2B5EF4-FFF2-40B4-BE49-F238E27FC236}">
                <a16:creationId xmlns:a16="http://schemas.microsoft.com/office/drawing/2014/main" id="{81078B23-8DEF-43FF-A7B5-D44DF2518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2187473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7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af2714262824a54">
            <a:extLst>
              <a:ext uri="{96DAC541-7B7A-43D3-8B79-37D633B846F1}">
                <asvg:svgBlip xmlns:asvg="http://schemas.microsoft.com/office/drawing/2016/SVG/main" r:embed="Rbc879b70b17f4801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2263673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13" name="action-title-0-1">
            <a:extLst xmlns:a="http://schemas.openxmlformats.org/drawingml/2006/main">
              <a:ext uri="{FF2B5EF4-FFF2-40B4-BE49-F238E27FC236}">
                <a16:creationId xmlns:a16="http://schemas.microsoft.com/office/drawing/2014/main" id="{16618BA8-7937-4C18-A9FD-69A9D8D48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126456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渠道连接</a:t>
            </a:r>
          </a:p>
        </p:txBody>
      </p:sp>
      <p:sp>
        <p:nvSpPr>
          <p:cNvPr id="14" name="action-body-0-1">
            <a:extLst xmlns:a="http://schemas.openxmlformats.org/drawingml/2006/main">
              <a:ext uri="{FF2B5EF4-FFF2-40B4-BE49-F238E27FC236}">
                <a16:creationId xmlns:a16="http://schemas.microsoft.com/office/drawing/2014/main" id="{5D706237-23BB-40B9-92B7-5555A2145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355056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连接主要触点</a:t>
            </a:r>
          </a:p>
        </p:txBody>
      </p:sp>
      <p:sp>
        <p:nvSpPr>
          <p:cNvPr id="15" name="action-icon-shell-0-2">
            <a:extLst xmlns:a="http://schemas.openxmlformats.org/drawingml/2006/main">
              <a:ext uri="{FF2B5EF4-FFF2-40B4-BE49-F238E27FC236}">
                <a16:creationId xmlns:a16="http://schemas.microsoft.com/office/drawing/2014/main" id="{F7A8405F-040B-4881-88B1-6B8C8D7E8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2797073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8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59ef8b50ee84035">
            <a:extLst>
              <a:ext uri="{96DAC541-7B7A-43D3-8B79-37D633B846F1}">
                <asvg:svgBlip xmlns:asvg="http://schemas.microsoft.com/office/drawing/2016/SVG/main" r:embed="Ra10753e0548a4674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2873273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17" name="action-title-0-2">
            <a:extLst xmlns:a="http://schemas.openxmlformats.org/drawingml/2006/main">
              <a:ext uri="{FF2B5EF4-FFF2-40B4-BE49-F238E27FC236}">
                <a16:creationId xmlns:a16="http://schemas.microsoft.com/office/drawing/2014/main" id="{1E9A2BD5-FB58-44F6-9B35-928EDF119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736056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内容优化</a:t>
            </a:r>
          </a:p>
        </p:txBody>
      </p:sp>
      <p:sp>
        <p:nvSpPr>
          <p:cNvPr id="18" name="action-body-0-2">
            <a:extLst xmlns:a="http://schemas.openxmlformats.org/drawingml/2006/main">
              <a:ext uri="{FF2B5EF4-FFF2-40B4-BE49-F238E27FC236}">
                <a16:creationId xmlns:a16="http://schemas.microsoft.com/office/drawing/2014/main" id="{BF1D5131-C3E0-4CE2-A692-744B27559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964656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提高触达质量</a:t>
            </a:r>
          </a:p>
        </p:txBody>
      </p:sp>
      <p:sp>
        <p:nvSpPr>
          <p:cNvPr id="19" name="action-icon-shell-0-3">
            <a:extLst xmlns:a="http://schemas.openxmlformats.org/drawingml/2006/main">
              <a:ext uri="{FF2B5EF4-FFF2-40B4-BE49-F238E27FC236}">
                <a16:creationId xmlns:a16="http://schemas.microsoft.com/office/drawing/2014/main" id="{8648583A-8F88-4B8F-8C06-8F3129489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2797073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8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01d67aaeba1494c">
            <a:extLst>
              <a:ext uri="{96DAC541-7B7A-43D3-8B79-37D633B846F1}">
                <asvg:svgBlip xmlns:asvg="http://schemas.microsoft.com/office/drawing/2016/SVG/main" r:embed="R6bdd89f6904f4114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2873273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21" name="action-title-0-3">
            <a:extLst xmlns:a="http://schemas.openxmlformats.org/drawingml/2006/main">
              <a:ext uri="{FF2B5EF4-FFF2-40B4-BE49-F238E27FC236}">
                <a16:creationId xmlns:a16="http://schemas.microsoft.com/office/drawing/2014/main" id="{6D729228-19D5-4EE8-B822-08C61ECF6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736056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行为追踪</a:t>
            </a:r>
          </a:p>
        </p:txBody>
      </p:sp>
      <p:sp>
        <p:nvSpPr>
          <p:cNvPr id="22" name="action-body-0-3">
            <a:extLst xmlns:a="http://schemas.openxmlformats.org/drawingml/2006/main">
              <a:ext uri="{FF2B5EF4-FFF2-40B4-BE49-F238E27FC236}">
                <a16:creationId xmlns:a16="http://schemas.microsoft.com/office/drawing/2014/main" id="{D9A9273A-2273-4A17-A477-974A18972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964656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记录关键反馈</a:t>
            </a:r>
          </a:p>
        </p:txBody>
      </p:sp>
      <p:sp>
        <p:nvSpPr>
          <p:cNvPr id="23" name="phase-rail-1">
            <a:extLst xmlns:a="http://schemas.openxmlformats.org/drawingml/2006/main">
              <a:ext uri="{FF2B5EF4-FFF2-40B4-BE49-F238E27FC236}">
                <a16:creationId xmlns:a16="http://schemas.microsoft.com/office/drawing/2014/main" id="{C3044EA6-1169-44FB-BE30-08E26C9F9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3689299"/>
            <a:ext cx="514350" cy="1212590"/>
          </a:xfrm>
          <a:custGeom xmlns:a="http://schemas.openxmlformats.org/drawingml/2006/main">
            <a:pathLst>
              <a:path w="514350" h="1212590">
                <a:moveTo>
                  <a:pt x="0" y="0"/>
                </a:moveTo>
                <a:lnTo>
                  <a:pt x="16564" y="9201"/>
                </a:lnTo>
                <a:lnTo>
                  <a:pt x="33137" y="18412"/>
                </a:lnTo>
                <a:lnTo>
                  <a:pt x="49701" y="27613"/>
                </a:lnTo>
                <a:lnTo>
                  <a:pt x="66275" y="36814"/>
                </a:lnTo>
                <a:lnTo>
                  <a:pt x="82839" y="46015"/>
                </a:lnTo>
                <a:lnTo>
                  <a:pt x="99403" y="55226"/>
                </a:lnTo>
                <a:lnTo>
                  <a:pt x="115976" y="64427"/>
                </a:lnTo>
                <a:lnTo>
                  <a:pt x="132540" y="73628"/>
                </a:lnTo>
                <a:lnTo>
                  <a:pt x="149114" y="82839"/>
                </a:lnTo>
                <a:lnTo>
                  <a:pt x="165678" y="92040"/>
                </a:lnTo>
                <a:lnTo>
                  <a:pt x="182242" y="101241"/>
                </a:lnTo>
                <a:lnTo>
                  <a:pt x="198815" y="110442"/>
                </a:lnTo>
                <a:lnTo>
                  <a:pt x="215379" y="119653"/>
                </a:lnTo>
                <a:lnTo>
                  <a:pt x="231953" y="128854"/>
                </a:lnTo>
                <a:lnTo>
                  <a:pt x="248517" y="138055"/>
                </a:lnTo>
                <a:lnTo>
                  <a:pt x="265081" y="138474"/>
                </a:lnTo>
                <a:lnTo>
                  <a:pt x="281654" y="129273"/>
                </a:lnTo>
                <a:lnTo>
                  <a:pt x="298218" y="120072"/>
                </a:lnTo>
                <a:lnTo>
                  <a:pt x="314782" y="110861"/>
                </a:lnTo>
                <a:lnTo>
                  <a:pt x="331356" y="101660"/>
                </a:lnTo>
                <a:lnTo>
                  <a:pt x="347920" y="92459"/>
                </a:lnTo>
                <a:lnTo>
                  <a:pt x="364493" y="83249"/>
                </a:lnTo>
                <a:lnTo>
                  <a:pt x="381057" y="74047"/>
                </a:lnTo>
                <a:lnTo>
                  <a:pt x="397621" y="64846"/>
                </a:lnTo>
                <a:lnTo>
                  <a:pt x="414195" y="55645"/>
                </a:lnTo>
                <a:lnTo>
                  <a:pt x="430759" y="46434"/>
                </a:lnTo>
                <a:lnTo>
                  <a:pt x="447332" y="37233"/>
                </a:lnTo>
                <a:lnTo>
                  <a:pt x="463896" y="28032"/>
                </a:lnTo>
                <a:lnTo>
                  <a:pt x="480460" y="18821"/>
                </a:lnTo>
                <a:lnTo>
                  <a:pt x="497034" y="9620"/>
                </a:lnTo>
                <a:lnTo>
                  <a:pt x="513598" y="419"/>
                </a:lnTo>
                <a:lnTo>
                  <a:pt x="514350" y="18098"/>
                </a:lnTo>
                <a:lnTo>
                  <a:pt x="514350" y="37043"/>
                </a:lnTo>
                <a:lnTo>
                  <a:pt x="514350" y="55997"/>
                </a:lnTo>
                <a:lnTo>
                  <a:pt x="514350" y="74952"/>
                </a:lnTo>
                <a:lnTo>
                  <a:pt x="514350" y="93897"/>
                </a:lnTo>
                <a:lnTo>
                  <a:pt x="514350" y="112852"/>
                </a:lnTo>
                <a:lnTo>
                  <a:pt x="514350" y="131807"/>
                </a:lnTo>
                <a:lnTo>
                  <a:pt x="514350" y="150762"/>
                </a:lnTo>
                <a:lnTo>
                  <a:pt x="514350" y="169707"/>
                </a:lnTo>
                <a:lnTo>
                  <a:pt x="514350" y="188662"/>
                </a:lnTo>
                <a:lnTo>
                  <a:pt x="514350" y="207616"/>
                </a:lnTo>
                <a:lnTo>
                  <a:pt x="514350" y="226562"/>
                </a:lnTo>
                <a:lnTo>
                  <a:pt x="514350" y="245516"/>
                </a:lnTo>
                <a:lnTo>
                  <a:pt x="514350" y="264471"/>
                </a:lnTo>
                <a:lnTo>
                  <a:pt x="514350" y="283426"/>
                </a:lnTo>
                <a:lnTo>
                  <a:pt x="514350" y="302371"/>
                </a:lnTo>
                <a:lnTo>
                  <a:pt x="514350" y="321326"/>
                </a:lnTo>
                <a:lnTo>
                  <a:pt x="514350" y="340281"/>
                </a:lnTo>
                <a:lnTo>
                  <a:pt x="514350" y="359226"/>
                </a:lnTo>
                <a:lnTo>
                  <a:pt x="514350" y="378181"/>
                </a:lnTo>
                <a:lnTo>
                  <a:pt x="514350" y="397135"/>
                </a:lnTo>
                <a:lnTo>
                  <a:pt x="514350" y="416090"/>
                </a:lnTo>
                <a:lnTo>
                  <a:pt x="514350" y="435035"/>
                </a:lnTo>
                <a:lnTo>
                  <a:pt x="514350" y="453990"/>
                </a:lnTo>
                <a:lnTo>
                  <a:pt x="514350" y="472945"/>
                </a:lnTo>
                <a:lnTo>
                  <a:pt x="514350" y="491890"/>
                </a:lnTo>
                <a:lnTo>
                  <a:pt x="514350" y="510845"/>
                </a:lnTo>
                <a:lnTo>
                  <a:pt x="514350" y="529800"/>
                </a:lnTo>
                <a:lnTo>
                  <a:pt x="514350" y="548754"/>
                </a:lnTo>
                <a:lnTo>
                  <a:pt x="514350" y="567700"/>
                </a:lnTo>
                <a:lnTo>
                  <a:pt x="514350" y="586654"/>
                </a:lnTo>
                <a:lnTo>
                  <a:pt x="514350" y="605609"/>
                </a:lnTo>
                <a:lnTo>
                  <a:pt x="514350" y="624554"/>
                </a:lnTo>
                <a:lnTo>
                  <a:pt x="514350" y="643509"/>
                </a:lnTo>
                <a:lnTo>
                  <a:pt x="514350" y="662464"/>
                </a:lnTo>
                <a:lnTo>
                  <a:pt x="514350" y="681419"/>
                </a:lnTo>
                <a:lnTo>
                  <a:pt x="514350" y="700364"/>
                </a:lnTo>
                <a:lnTo>
                  <a:pt x="514350" y="719318"/>
                </a:lnTo>
                <a:lnTo>
                  <a:pt x="514350" y="738273"/>
                </a:lnTo>
                <a:lnTo>
                  <a:pt x="514350" y="757218"/>
                </a:lnTo>
                <a:lnTo>
                  <a:pt x="514350" y="776173"/>
                </a:lnTo>
                <a:lnTo>
                  <a:pt x="514350" y="795128"/>
                </a:lnTo>
                <a:lnTo>
                  <a:pt x="514350" y="814083"/>
                </a:lnTo>
                <a:lnTo>
                  <a:pt x="514350" y="833028"/>
                </a:lnTo>
                <a:lnTo>
                  <a:pt x="514350" y="851983"/>
                </a:lnTo>
                <a:lnTo>
                  <a:pt x="514350" y="870937"/>
                </a:lnTo>
                <a:lnTo>
                  <a:pt x="514350" y="889883"/>
                </a:lnTo>
                <a:lnTo>
                  <a:pt x="514350" y="908837"/>
                </a:lnTo>
                <a:lnTo>
                  <a:pt x="514350" y="927792"/>
                </a:lnTo>
                <a:lnTo>
                  <a:pt x="514350" y="946747"/>
                </a:lnTo>
                <a:lnTo>
                  <a:pt x="514350" y="965692"/>
                </a:lnTo>
                <a:lnTo>
                  <a:pt x="514350" y="984647"/>
                </a:lnTo>
                <a:lnTo>
                  <a:pt x="514350" y="1003602"/>
                </a:lnTo>
                <a:lnTo>
                  <a:pt x="514350" y="1022547"/>
                </a:lnTo>
                <a:lnTo>
                  <a:pt x="514350" y="1041502"/>
                </a:lnTo>
                <a:lnTo>
                  <a:pt x="514350" y="1060456"/>
                </a:lnTo>
                <a:lnTo>
                  <a:pt x="506063" y="1074534"/>
                </a:lnTo>
                <a:lnTo>
                  <a:pt x="489499" y="1083735"/>
                </a:lnTo>
                <a:lnTo>
                  <a:pt x="472935" y="1092937"/>
                </a:lnTo>
                <a:lnTo>
                  <a:pt x="456362" y="1102147"/>
                </a:lnTo>
                <a:lnTo>
                  <a:pt x="439798" y="1111348"/>
                </a:lnTo>
                <a:lnTo>
                  <a:pt x="423224" y="1120550"/>
                </a:lnTo>
                <a:lnTo>
                  <a:pt x="406660" y="1129760"/>
                </a:lnTo>
                <a:lnTo>
                  <a:pt x="390096" y="1138961"/>
                </a:lnTo>
                <a:lnTo>
                  <a:pt x="373523" y="1148163"/>
                </a:lnTo>
                <a:lnTo>
                  <a:pt x="356959" y="1157373"/>
                </a:lnTo>
                <a:lnTo>
                  <a:pt x="340385" y="1166574"/>
                </a:lnTo>
                <a:lnTo>
                  <a:pt x="323821" y="1175776"/>
                </a:lnTo>
                <a:lnTo>
                  <a:pt x="307257" y="1184977"/>
                </a:lnTo>
                <a:lnTo>
                  <a:pt x="290684" y="1194187"/>
                </a:lnTo>
                <a:lnTo>
                  <a:pt x="274120" y="1203389"/>
                </a:lnTo>
                <a:lnTo>
                  <a:pt x="257546" y="1212590"/>
                </a:lnTo>
                <a:lnTo>
                  <a:pt x="240983" y="1203808"/>
                </a:lnTo>
                <a:lnTo>
                  <a:pt x="224419" y="1194597"/>
                </a:lnTo>
                <a:lnTo>
                  <a:pt x="207845" y="1185396"/>
                </a:lnTo>
                <a:lnTo>
                  <a:pt x="191281" y="1176195"/>
                </a:lnTo>
                <a:lnTo>
                  <a:pt x="174708" y="1166993"/>
                </a:lnTo>
                <a:lnTo>
                  <a:pt x="158144" y="1157783"/>
                </a:lnTo>
                <a:lnTo>
                  <a:pt x="141580" y="1148582"/>
                </a:lnTo>
                <a:lnTo>
                  <a:pt x="125006" y="1139381"/>
                </a:lnTo>
                <a:lnTo>
                  <a:pt x="108442" y="1130170"/>
                </a:lnTo>
                <a:lnTo>
                  <a:pt x="91869" y="1120969"/>
                </a:lnTo>
                <a:lnTo>
                  <a:pt x="75305" y="1111768"/>
                </a:lnTo>
                <a:lnTo>
                  <a:pt x="58741" y="1102566"/>
                </a:lnTo>
                <a:lnTo>
                  <a:pt x="42167" y="1093356"/>
                </a:lnTo>
                <a:lnTo>
                  <a:pt x="25603" y="1084155"/>
                </a:lnTo>
                <a:lnTo>
                  <a:pt x="9030" y="1074953"/>
                </a:lnTo>
                <a:lnTo>
                  <a:pt x="0" y="1061314"/>
                </a:lnTo>
                <a:lnTo>
                  <a:pt x="0" y="1042359"/>
                </a:lnTo>
                <a:lnTo>
                  <a:pt x="0" y="1023414"/>
                </a:lnTo>
                <a:lnTo>
                  <a:pt x="0" y="1004459"/>
                </a:lnTo>
                <a:lnTo>
                  <a:pt x="0" y="985504"/>
                </a:lnTo>
                <a:lnTo>
                  <a:pt x="0" y="966549"/>
                </a:lnTo>
                <a:lnTo>
                  <a:pt x="0" y="947604"/>
                </a:lnTo>
                <a:lnTo>
                  <a:pt x="0" y="928649"/>
                </a:lnTo>
                <a:lnTo>
                  <a:pt x="0" y="909695"/>
                </a:lnTo>
                <a:lnTo>
                  <a:pt x="0" y="890749"/>
                </a:lnTo>
                <a:lnTo>
                  <a:pt x="0" y="871795"/>
                </a:lnTo>
                <a:lnTo>
                  <a:pt x="0" y="852840"/>
                </a:lnTo>
                <a:lnTo>
                  <a:pt x="0" y="833885"/>
                </a:lnTo>
                <a:lnTo>
                  <a:pt x="0" y="814940"/>
                </a:lnTo>
                <a:lnTo>
                  <a:pt x="0" y="795985"/>
                </a:lnTo>
                <a:lnTo>
                  <a:pt x="0" y="777030"/>
                </a:lnTo>
                <a:lnTo>
                  <a:pt x="0" y="758085"/>
                </a:lnTo>
                <a:lnTo>
                  <a:pt x="0" y="739130"/>
                </a:lnTo>
                <a:lnTo>
                  <a:pt x="0" y="720176"/>
                </a:lnTo>
                <a:lnTo>
                  <a:pt x="0" y="701221"/>
                </a:lnTo>
                <a:lnTo>
                  <a:pt x="0" y="682276"/>
                </a:lnTo>
                <a:lnTo>
                  <a:pt x="0" y="663321"/>
                </a:lnTo>
                <a:lnTo>
                  <a:pt x="0" y="644366"/>
                </a:lnTo>
                <a:lnTo>
                  <a:pt x="0" y="625421"/>
                </a:lnTo>
                <a:lnTo>
                  <a:pt x="0" y="606466"/>
                </a:lnTo>
                <a:lnTo>
                  <a:pt x="0" y="587512"/>
                </a:lnTo>
                <a:lnTo>
                  <a:pt x="0" y="568557"/>
                </a:lnTo>
                <a:lnTo>
                  <a:pt x="0" y="549612"/>
                </a:lnTo>
                <a:lnTo>
                  <a:pt x="0" y="530657"/>
                </a:lnTo>
                <a:lnTo>
                  <a:pt x="0" y="511702"/>
                </a:lnTo>
                <a:lnTo>
                  <a:pt x="0" y="492757"/>
                </a:lnTo>
                <a:lnTo>
                  <a:pt x="0" y="473802"/>
                </a:lnTo>
                <a:lnTo>
                  <a:pt x="0" y="454847"/>
                </a:lnTo>
                <a:lnTo>
                  <a:pt x="0" y="435893"/>
                </a:lnTo>
                <a:lnTo>
                  <a:pt x="0" y="416947"/>
                </a:lnTo>
                <a:lnTo>
                  <a:pt x="0" y="397993"/>
                </a:lnTo>
                <a:lnTo>
                  <a:pt x="0" y="379038"/>
                </a:lnTo>
                <a:lnTo>
                  <a:pt x="0" y="360093"/>
                </a:lnTo>
                <a:lnTo>
                  <a:pt x="0" y="341138"/>
                </a:lnTo>
                <a:lnTo>
                  <a:pt x="0" y="322183"/>
                </a:lnTo>
                <a:lnTo>
                  <a:pt x="0" y="303228"/>
                </a:lnTo>
                <a:lnTo>
                  <a:pt x="0" y="284283"/>
                </a:lnTo>
                <a:lnTo>
                  <a:pt x="0" y="265328"/>
                </a:lnTo>
                <a:lnTo>
                  <a:pt x="0" y="246374"/>
                </a:lnTo>
                <a:lnTo>
                  <a:pt x="0" y="227428"/>
                </a:lnTo>
                <a:lnTo>
                  <a:pt x="0" y="208474"/>
                </a:lnTo>
                <a:lnTo>
                  <a:pt x="0" y="189519"/>
                </a:lnTo>
                <a:lnTo>
                  <a:pt x="0" y="170564"/>
                </a:lnTo>
                <a:lnTo>
                  <a:pt x="0" y="151619"/>
                </a:lnTo>
                <a:lnTo>
                  <a:pt x="0" y="132664"/>
                </a:lnTo>
                <a:lnTo>
                  <a:pt x="0" y="113709"/>
                </a:lnTo>
                <a:lnTo>
                  <a:pt x="0" y="94764"/>
                </a:lnTo>
                <a:lnTo>
                  <a:pt x="0" y="75809"/>
                </a:lnTo>
                <a:lnTo>
                  <a:pt x="0" y="56855"/>
                </a:lnTo>
                <a:lnTo>
                  <a:pt x="0" y="37900"/>
                </a:lnTo>
                <a:lnTo>
                  <a:pt x="0" y="18955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24" name="phase-title-1">
            <a:extLst xmlns:a="http://schemas.openxmlformats.org/drawingml/2006/main">
              <a:ext uri="{FF2B5EF4-FFF2-40B4-BE49-F238E27FC236}">
                <a16:creationId xmlns:a16="http://schemas.microsoft.com/office/drawing/2014/main" id="{B15474FE-631E-4463-8006-387EA9589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3824888"/>
            <a:ext cx="1428750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意向培育</a:t>
            </a:r>
          </a:p>
        </p:txBody>
      </p:sp>
      <p:sp>
        <p:nvSpPr>
          <p:cNvPr id="25" name="phase-body-1">
            <a:extLst xmlns:a="http://schemas.openxmlformats.org/drawingml/2006/main">
              <a:ext uri="{FF2B5EF4-FFF2-40B4-BE49-F238E27FC236}">
                <a16:creationId xmlns:a16="http://schemas.microsoft.com/office/drawing/2014/main" id="{CF02AB8C-8FD4-476A-9906-DAE09167D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4179094"/>
            <a:ext cx="1428750" cy="587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让有效关注形</a:t>
            </a:r>
          </a:p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成意向</a:t>
            </a:r>
          </a:p>
        </p:txBody>
      </p:sp>
      <p:sp>
        <p:nvSpPr>
          <p:cNvPr id="26" name="action-icon-shell-1-0">
            <a:extLst xmlns:a="http://schemas.openxmlformats.org/drawingml/2006/main">
              <a:ext uri="{FF2B5EF4-FFF2-40B4-BE49-F238E27FC236}">
                <a16:creationId xmlns:a16="http://schemas.microsoft.com/office/drawing/2014/main" id="{3ED7BDDB-AC90-4566-8CDE-B32D80F40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4124173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9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765ec636650448e">
            <a:extLst>
              <a:ext uri="{96DAC541-7B7A-43D3-8B79-37D633B846F1}">
                <asvg:svgBlip xmlns:asvg="http://schemas.microsoft.com/office/drawing/2016/SVG/main" r:embed="R3e5daa0b229f42b6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4200373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28" name="action-title-1-0">
            <a:extLst xmlns:a="http://schemas.openxmlformats.org/drawingml/2006/main">
              <a:ext uri="{FF2B5EF4-FFF2-40B4-BE49-F238E27FC236}">
                <a16:creationId xmlns:a16="http://schemas.microsoft.com/office/drawing/2014/main" id="{33CA8C0E-1467-4093-B943-D6F32CA6E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4063155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规则触发</a:t>
            </a:r>
          </a:p>
        </p:txBody>
      </p:sp>
      <p:sp>
        <p:nvSpPr>
          <p:cNvPr id="29" name="action-body-1-0">
            <a:extLst xmlns:a="http://schemas.openxmlformats.org/drawingml/2006/main">
              <a:ext uri="{FF2B5EF4-FFF2-40B4-BE49-F238E27FC236}">
                <a16:creationId xmlns:a16="http://schemas.microsoft.com/office/drawing/2014/main" id="{B3490403-360A-4421-8353-6FAE7BAC7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4291755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自动下发任务</a:t>
            </a:r>
          </a:p>
        </p:txBody>
      </p:sp>
      <p:sp>
        <p:nvSpPr>
          <p:cNvPr id="30" name="action-icon-shell-1-1">
            <a:extLst xmlns:a="http://schemas.openxmlformats.org/drawingml/2006/main">
              <a:ext uri="{FF2B5EF4-FFF2-40B4-BE49-F238E27FC236}">
                <a16:creationId xmlns:a16="http://schemas.microsoft.com/office/drawing/2014/main" id="{A819A37B-5BD8-4F17-8A62-4F3E0C4C5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4124173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9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9fb869409cb4cc3">
            <a:extLst>
              <a:ext uri="{96DAC541-7B7A-43D3-8B79-37D633B846F1}">
                <asvg:svgBlip xmlns:asvg="http://schemas.microsoft.com/office/drawing/2016/SVG/main" r:embed="Rc4070ed4edea4734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4200373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32" name="action-title-1-1">
            <a:extLst xmlns:a="http://schemas.openxmlformats.org/drawingml/2006/main">
              <a:ext uri="{FF2B5EF4-FFF2-40B4-BE49-F238E27FC236}">
                <a16:creationId xmlns:a16="http://schemas.microsoft.com/office/drawing/2014/main" id="{6A72FC2A-699C-4E0C-AB38-27E434B2B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4063155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热度评估</a:t>
            </a:r>
          </a:p>
        </p:txBody>
      </p:sp>
      <p:sp>
        <p:nvSpPr>
          <p:cNvPr id="33" name="action-body-1-1">
            <a:extLst xmlns:a="http://schemas.openxmlformats.org/drawingml/2006/main">
              <a:ext uri="{FF2B5EF4-FFF2-40B4-BE49-F238E27FC236}">
                <a16:creationId xmlns:a16="http://schemas.microsoft.com/office/drawing/2014/main" id="{0A32D5D8-FB8D-4481-B059-140ACFBB1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4291755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识别优先对象</a:t>
            </a:r>
          </a:p>
        </p:txBody>
      </p:sp>
      <p:sp>
        <p:nvSpPr>
          <p:cNvPr id="34" name="phase-rail-2">
            <a:extLst xmlns:a="http://schemas.openxmlformats.org/drawingml/2006/main">
              <a:ext uri="{FF2B5EF4-FFF2-40B4-BE49-F238E27FC236}">
                <a16:creationId xmlns:a16="http://schemas.microsoft.com/office/drawing/2014/main" id="{6D9468C5-B3AC-41FB-A24D-40BCA482F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4902098"/>
            <a:ext cx="514350" cy="1307878"/>
          </a:xfrm>
          <a:custGeom xmlns:a="http://schemas.openxmlformats.org/drawingml/2006/main">
            <a:pathLst>
              <a:path w="514350" h="1307878">
                <a:moveTo>
                  <a:pt x="0" y="0"/>
                </a:moveTo>
                <a:lnTo>
                  <a:pt x="16574" y="9211"/>
                </a:lnTo>
                <a:lnTo>
                  <a:pt x="33147" y="18412"/>
                </a:lnTo>
                <a:lnTo>
                  <a:pt x="49721" y="27623"/>
                </a:lnTo>
                <a:lnTo>
                  <a:pt x="66294" y="36824"/>
                </a:lnTo>
                <a:lnTo>
                  <a:pt x="82858" y="46034"/>
                </a:lnTo>
                <a:lnTo>
                  <a:pt x="99431" y="55235"/>
                </a:lnTo>
                <a:lnTo>
                  <a:pt x="116005" y="64446"/>
                </a:lnTo>
                <a:lnTo>
                  <a:pt x="132578" y="73647"/>
                </a:lnTo>
                <a:lnTo>
                  <a:pt x="149152" y="82858"/>
                </a:lnTo>
                <a:lnTo>
                  <a:pt x="165725" y="92069"/>
                </a:lnTo>
                <a:lnTo>
                  <a:pt x="182299" y="101270"/>
                </a:lnTo>
                <a:lnTo>
                  <a:pt x="198872" y="110480"/>
                </a:lnTo>
                <a:lnTo>
                  <a:pt x="215436" y="119682"/>
                </a:lnTo>
                <a:lnTo>
                  <a:pt x="232010" y="128892"/>
                </a:lnTo>
                <a:lnTo>
                  <a:pt x="248583" y="138093"/>
                </a:lnTo>
                <a:lnTo>
                  <a:pt x="265157" y="138436"/>
                </a:lnTo>
                <a:lnTo>
                  <a:pt x="281730" y="129226"/>
                </a:lnTo>
                <a:lnTo>
                  <a:pt x="298304" y="120025"/>
                </a:lnTo>
                <a:lnTo>
                  <a:pt x="314877" y="110814"/>
                </a:lnTo>
                <a:lnTo>
                  <a:pt x="331451" y="101613"/>
                </a:lnTo>
                <a:lnTo>
                  <a:pt x="348015" y="92402"/>
                </a:lnTo>
                <a:lnTo>
                  <a:pt x="364588" y="83201"/>
                </a:lnTo>
                <a:lnTo>
                  <a:pt x="381162" y="73990"/>
                </a:lnTo>
                <a:lnTo>
                  <a:pt x="397735" y="64780"/>
                </a:lnTo>
                <a:lnTo>
                  <a:pt x="414309" y="55578"/>
                </a:lnTo>
                <a:lnTo>
                  <a:pt x="430882" y="46368"/>
                </a:lnTo>
                <a:lnTo>
                  <a:pt x="447456" y="37167"/>
                </a:lnTo>
                <a:lnTo>
                  <a:pt x="464029" y="27956"/>
                </a:lnTo>
                <a:lnTo>
                  <a:pt x="480593" y="18755"/>
                </a:lnTo>
                <a:lnTo>
                  <a:pt x="497167" y="9544"/>
                </a:lnTo>
                <a:lnTo>
                  <a:pt x="513740" y="333"/>
                </a:lnTo>
                <a:lnTo>
                  <a:pt x="514350" y="18259"/>
                </a:lnTo>
                <a:lnTo>
                  <a:pt x="514350" y="37224"/>
                </a:lnTo>
                <a:lnTo>
                  <a:pt x="514350" y="56178"/>
                </a:lnTo>
                <a:lnTo>
                  <a:pt x="514350" y="75133"/>
                </a:lnTo>
                <a:lnTo>
                  <a:pt x="514350" y="94088"/>
                </a:lnTo>
                <a:lnTo>
                  <a:pt x="514350" y="113052"/>
                </a:lnTo>
                <a:lnTo>
                  <a:pt x="514350" y="132007"/>
                </a:lnTo>
                <a:lnTo>
                  <a:pt x="514350" y="150962"/>
                </a:lnTo>
                <a:lnTo>
                  <a:pt x="514350" y="169916"/>
                </a:lnTo>
                <a:lnTo>
                  <a:pt x="514350" y="188881"/>
                </a:lnTo>
                <a:lnTo>
                  <a:pt x="514350" y="207836"/>
                </a:lnTo>
                <a:lnTo>
                  <a:pt x="514350" y="226790"/>
                </a:lnTo>
                <a:lnTo>
                  <a:pt x="514350" y="245755"/>
                </a:lnTo>
                <a:lnTo>
                  <a:pt x="514350" y="264709"/>
                </a:lnTo>
                <a:lnTo>
                  <a:pt x="514350" y="283664"/>
                </a:lnTo>
                <a:lnTo>
                  <a:pt x="514350" y="302619"/>
                </a:lnTo>
                <a:lnTo>
                  <a:pt x="514350" y="321583"/>
                </a:lnTo>
                <a:lnTo>
                  <a:pt x="514350" y="340538"/>
                </a:lnTo>
                <a:lnTo>
                  <a:pt x="514350" y="359493"/>
                </a:lnTo>
                <a:lnTo>
                  <a:pt x="514350" y="378447"/>
                </a:lnTo>
                <a:lnTo>
                  <a:pt x="514350" y="397412"/>
                </a:lnTo>
                <a:lnTo>
                  <a:pt x="514350" y="416366"/>
                </a:lnTo>
                <a:lnTo>
                  <a:pt x="514350" y="435321"/>
                </a:lnTo>
                <a:lnTo>
                  <a:pt x="514350" y="454285"/>
                </a:lnTo>
                <a:lnTo>
                  <a:pt x="514350" y="473240"/>
                </a:lnTo>
                <a:lnTo>
                  <a:pt x="514350" y="492195"/>
                </a:lnTo>
                <a:lnTo>
                  <a:pt x="514350" y="511150"/>
                </a:lnTo>
                <a:lnTo>
                  <a:pt x="514350" y="530114"/>
                </a:lnTo>
                <a:lnTo>
                  <a:pt x="514350" y="549069"/>
                </a:lnTo>
                <a:lnTo>
                  <a:pt x="514350" y="568023"/>
                </a:lnTo>
                <a:lnTo>
                  <a:pt x="514350" y="586978"/>
                </a:lnTo>
                <a:lnTo>
                  <a:pt x="514350" y="605942"/>
                </a:lnTo>
                <a:lnTo>
                  <a:pt x="514350" y="624897"/>
                </a:lnTo>
                <a:lnTo>
                  <a:pt x="514350" y="643852"/>
                </a:lnTo>
                <a:lnTo>
                  <a:pt x="514350" y="662807"/>
                </a:lnTo>
                <a:lnTo>
                  <a:pt x="514350" y="681771"/>
                </a:lnTo>
                <a:lnTo>
                  <a:pt x="514350" y="700726"/>
                </a:lnTo>
                <a:lnTo>
                  <a:pt x="514350" y="719680"/>
                </a:lnTo>
                <a:lnTo>
                  <a:pt x="514350" y="738645"/>
                </a:lnTo>
                <a:lnTo>
                  <a:pt x="514350" y="757599"/>
                </a:lnTo>
                <a:lnTo>
                  <a:pt x="514350" y="776554"/>
                </a:lnTo>
                <a:lnTo>
                  <a:pt x="514350" y="795509"/>
                </a:lnTo>
                <a:lnTo>
                  <a:pt x="514350" y="814473"/>
                </a:lnTo>
                <a:lnTo>
                  <a:pt x="514350" y="833428"/>
                </a:lnTo>
                <a:lnTo>
                  <a:pt x="514350" y="852383"/>
                </a:lnTo>
                <a:lnTo>
                  <a:pt x="514350" y="871337"/>
                </a:lnTo>
                <a:lnTo>
                  <a:pt x="514350" y="890302"/>
                </a:lnTo>
                <a:lnTo>
                  <a:pt x="514350" y="909256"/>
                </a:lnTo>
                <a:lnTo>
                  <a:pt x="514350" y="928211"/>
                </a:lnTo>
                <a:lnTo>
                  <a:pt x="514350" y="947176"/>
                </a:lnTo>
                <a:lnTo>
                  <a:pt x="514350" y="966130"/>
                </a:lnTo>
                <a:lnTo>
                  <a:pt x="514350" y="985085"/>
                </a:lnTo>
                <a:lnTo>
                  <a:pt x="514350" y="1004040"/>
                </a:lnTo>
                <a:lnTo>
                  <a:pt x="514350" y="1023004"/>
                </a:lnTo>
                <a:lnTo>
                  <a:pt x="514350" y="1041959"/>
                </a:lnTo>
                <a:lnTo>
                  <a:pt x="514350" y="1060914"/>
                </a:lnTo>
                <a:lnTo>
                  <a:pt x="514350" y="1079868"/>
                </a:lnTo>
                <a:lnTo>
                  <a:pt x="514350" y="1098833"/>
                </a:lnTo>
                <a:lnTo>
                  <a:pt x="514350" y="1117787"/>
                </a:lnTo>
                <a:lnTo>
                  <a:pt x="514350" y="1136742"/>
                </a:lnTo>
                <a:lnTo>
                  <a:pt x="514350" y="1155706"/>
                </a:lnTo>
                <a:lnTo>
                  <a:pt x="506063" y="1169784"/>
                </a:lnTo>
                <a:lnTo>
                  <a:pt x="489490" y="1178995"/>
                </a:lnTo>
                <a:lnTo>
                  <a:pt x="472916" y="1188196"/>
                </a:lnTo>
                <a:lnTo>
                  <a:pt x="456343" y="1197407"/>
                </a:lnTo>
                <a:lnTo>
                  <a:pt x="439779" y="1206608"/>
                </a:lnTo>
                <a:lnTo>
                  <a:pt x="423205" y="1215819"/>
                </a:lnTo>
                <a:lnTo>
                  <a:pt x="406632" y="1225020"/>
                </a:lnTo>
                <a:lnTo>
                  <a:pt x="390058" y="1234230"/>
                </a:lnTo>
                <a:lnTo>
                  <a:pt x="373485" y="1243432"/>
                </a:lnTo>
                <a:lnTo>
                  <a:pt x="356911" y="1252642"/>
                </a:lnTo>
                <a:lnTo>
                  <a:pt x="340338" y="1261853"/>
                </a:lnTo>
                <a:lnTo>
                  <a:pt x="323764" y="1271054"/>
                </a:lnTo>
                <a:lnTo>
                  <a:pt x="307200" y="1280265"/>
                </a:lnTo>
                <a:lnTo>
                  <a:pt x="290627" y="1289466"/>
                </a:lnTo>
                <a:lnTo>
                  <a:pt x="274053" y="1298677"/>
                </a:lnTo>
                <a:lnTo>
                  <a:pt x="257480" y="1307878"/>
                </a:lnTo>
                <a:lnTo>
                  <a:pt x="240906" y="1299010"/>
                </a:lnTo>
                <a:lnTo>
                  <a:pt x="224333" y="1289809"/>
                </a:lnTo>
                <a:lnTo>
                  <a:pt x="207759" y="1280598"/>
                </a:lnTo>
                <a:lnTo>
                  <a:pt x="191186" y="1271397"/>
                </a:lnTo>
                <a:lnTo>
                  <a:pt x="174622" y="1262186"/>
                </a:lnTo>
                <a:lnTo>
                  <a:pt x="158048" y="1252976"/>
                </a:lnTo>
                <a:lnTo>
                  <a:pt x="141475" y="1243775"/>
                </a:lnTo>
                <a:lnTo>
                  <a:pt x="124901" y="1234564"/>
                </a:lnTo>
                <a:lnTo>
                  <a:pt x="108328" y="1225363"/>
                </a:lnTo>
                <a:lnTo>
                  <a:pt x="91754" y="1216152"/>
                </a:lnTo>
                <a:lnTo>
                  <a:pt x="75181" y="1206951"/>
                </a:lnTo>
                <a:lnTo>
                  <a:pt x="58607" y="1197740"/>
                </a:lnTo>
                <a:lnTo>
                  <a:pt x="42043" y="1188539"/>
                </a:lnTo>
                <a:lnTo>
                  <a:pt x="25470" y="1179328"/>
                </a:lnTo>
                <a:lnTo>
                  <a:pt x="8896" y="1170118"/>
                </a:lnTo>
                <a:lnTo>
                  <a:pt x="0" y="1156402"/>
                </a:lnTo>
                <a:lnTo>
                  <a:pt x="0" y="1137437"/>
                </a:lnTo>
                <a:lnTo>
                  <a:pt x="0" y="1118483"/>
                </a:lnTo>
                <a:lnTo>
                  <a:pt x="0" y="1099528"/>
                </a:lnTo>
                <a:lnTo>
                  <a:pt x="0" y="1080564"/>
                </a:lnTo>
                <a:lnTo>
                  <a:pt x="0" y="1061609"/>
                </a:lnTo>
                <a:lnTo>
                  <a:pt x="0" y="1042654"/>
                </a:lnTo>
                <a:lnTo>
                  <a:pt x="0" y="1023699"/>
                </a:lnTo>
                <a:lnTo>
                  <a:pt x="0" y="1004735"/>
                </a:lnTo>
                <a:lnTo>
                  <a:pt x="0" y="985780"/>
                </a:lnTo>
                <a:lnTo>
                  <a:pt x="0" y="966826"/>
                </a:lnTo>
                <a:lnTo>
                  <a:pt x="0" y="947871"/>
                </a:lnTo>
                <a:lnTo>
                  <a:pt x="0" y="928907"/>
                </a:lnTo>
                <a:lnTo>
                  <a:pt x="0" y="909952"/>
                </a:lnTo>
                <a:lnTo>
                  <a:pt x="0" y="890997"/>
                </a:lnTo>
                <a:lnTo>
                  <a:pt x="0" y="872042"/>
                </a:lnTo>
                <a:lnTo>
                  <a:pt x="0" y="853078"/>
                </a:lnTo>
                <a:lnTo>
                  <a:pt x="0" y="834123"/>
                </a:lnTo>
                <a:lnTo>
                  <a:pt x="0" y="815169"/>
                </a:lnTo>
                <a:lnTo>
                  <a:pt x="0" y="796204"/>
                </a:lnTo>
                <a:lnTo>
                  <a:pt x="0" y="777250"/>
                </a:lnTo>
                <a:lnTo>
                  <a:pt x="0" y="758295"/>
                </a:lnTo>
                <a:lnTo>
                  <a:pt x="0" y="739340"/>
                </a:lnTo>
                <a:lnTo>
                  <a:pt x="0" y="720376"/>
                </a:lnTo>
                <a:lnTo>
                  <a:pt x="0" y="701421"/>
                </a:lnTo>
                <a:lnTo>
                  <a:pt x="0" y="682466"/>
                </a:lnTo>
                <a:lnTo>
                  <a:pt x="0" y="663512"/>
                </a:lnTo>
                <a:lnTo>
                  <a:pt x="0" y="644547"/>
                </a:lnTo>
                <a:lnTo>
                  <a:pt x="0" y="625592"/>
                </a:lnTo>
                <a:lnTo>
                  <a:pt x="0" y="606638"/>
                </a:lnTo>
                <a:lnTo>
                  <a:pt x="0" y="587673"/>
                </a:lnTo>
                <a:lnTo>
                  <a:pt x="0" y="568719"/>
                </a:lnTo>
                <a:lnTo>
                  <a:pt x="0" y="549764"/>
                </a:lnTo>
                <a:lnTo>
                  <a:pt x="0" y="530809"/>
                </a:lnTo>
                <a:lnTo>
                  <a:pt x="0" y="511845"/>
                </a:lnTo>
                <a:lnTo>
                  <a:pt x="0" y="492890"/>
                </a:lnTo>
                <a:lnTo>
                  <a:pt x="0" y="473935"/>
                </a:lnTo>
                <a:lnTo>
                  <a:pt x="0" y="454981"/>
                </a:lnTo>
                <a:lnTo>
                  <a:pt x="0" y="436016"/>
                </a:lnTo>
                <a:lnTo>
                  <a:pt x="0" y="417062"/>
                </a:lnTo>
                <a:lnTo>
                  <a:pt x="0" y="398107"/>
                </a:lnTo>
                <a:lnTo>
                  <a:pt x="0" y="379143"/>
                </a:lnTo>
                <a:lnTo>
                  <a:pt x="0" y="360188"/>
                </a:lnTo>
                <a:lnTo>
                  <a:pt x="0" y="341233"/>
                </a:lnTo>
                <a:lnTo>
                  <a:pt x="0" y="322278"/>
                </a:lnTo>
                <a:lnTo>
                  <a:pt x="0" y="303314"/>
                </a:lnTo>
                <a:lnTo>
                  <a:pt x="0" y="284359"/>
                </a:lnTo>
                <a:lnTo>
                  <a:pt x="0" y="265405"/>
                </a:lnTo>
                <a:lnTo>
                  <a:pt x="0" y="246450"/>
                </a:lnTo>
                <a:lnTo>
                  <a:pt x="0" y="227486"/>
                </a:lnTo>
                <a:lnTo>
                  <a:pt x="0" y="208531"/>
                </a:lnTo>
                <a:lnTo>
                  <a:pt x="0" y="189576"/>
                </a:lnTo>
                <a:lnTo>
                  <a:pt x="0" y="170612"/>
                </a:lnTo>
                <a:lnTo>
                  <a:pt x="0" y="151657"/>
                </a:lnTo>
                <a:lnTo>
                  <a:pt x="0" y="132702"/>
                </a:lnTo>
                <a:lnTo>
                  <a:pt x="0" y="113748"/>
                </a:lnTo>
                <a:lnTo>
                  <a:pt x="0" y="94783"/>
                </a:lnTo>
                <a:lnTo>
                  <a:pt x="0" y="75829"/>
                </a:lnTo>
                <a:lnTo>
                  <a:pt x="0" y="56874"/>
                </a:lnTo>
                <a:lnTo>
                  <a:pt x="0" y="37919"/>
                </a:lnTo>
                <a:lnTo>
                  <a:pt x="0" y="18955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78A8D5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35" name="phase-title-2">
            <a:extLst xmlns:a="http://schemas.openxmlformats.org/drawingml/2006/main">
              <a:ext uri="{FF2B5EF4-FFF2-40B4-BE49-F238E27FC236}">
                <a16:creationId xmlns:a16="http://schemas.microsoft.com/office/drawing/2014/main" id="{B459ADFC-44E3-4588-9DAC-D374BAB86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5085312"/>
            <a:ext cx="1428750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持续转化</a:t>
            </a:r>
          </a:p>
        </p:txBody>
      </p:sp>
      <p:sp>
        <p:nvSpPr>
          <p:cNvPr id="36" name="phase-body-2">
            <a:extLst xmlns:a="http://schemas.openxmlformats.org/drawingml/2006/main">
              <a:ext uri="{FF2B5EF4-FFF2-40B4-BE49-F238E27FC236}">
                <a16:creationId xmlns:a16="http://schemas.microsoft.com/office/drawing/2014/main" id="{531AF76A-8B54-45D4-B3B5-7C555D023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5439518"/>
            <a:ext cx="1428750" cy="587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让行动沉淀为</a:t>
            </a:r>
          </a:p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长期价值</a:t>
            </a:r>
          </a:p>
        </p:txBody>
      </p:sp>
      <p:sp>
        <p:nvSpPr>
          <p:cNvPr id="37" name="action-icon-shell-2-0">
            <a:extLst xmlns:a="http://schemas.openxmlformats.org/drawingml/2006/main">
              <a:ext uri="{FF2B5EF4-FFF2-40B4-BE49-F238E27FC236}">
                <a16:creationId xmlns:a16="http://schemas.microsoft.com/office/drawing/2014/main" id="{299C38E0-E3B3-4472-A46C-BBECED27A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5384606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10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d7dfc1c4c0540a3">
            <a:extLst>
              <a:ext uri="{96DAC541-7B7A-43D3-8B79-37D633B846F1}">
                <asvg:svgBlip xmlns:asvg="http://schemas.microsoft.com/office/drawing/2016/SVG/main" r:embed="R734ab5a4a7f94b25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5460806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39" name="action-title-2-0">
            <a:extLst xmlns:a="http://schemas.openxmlformats.org/drawingml/2006/main">
              <a:ext uri="{FF2B5EF4-FFF2-40B4-BE49-F238E27FC236}">
                <a16:creationId xmlns:a16="http://schemas.microsoft.com/office/drawing/2014/main" id="{22285C65-F153-449A-B74C-FE7301576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5323580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数据打通</a:t>
            </a:r>
          </a:p>
        </p:txBody>
      </p:sp>
      <p:sp>
        <p:nvSpPr>
          <p:cNvPr id="40" name="action-body-2-0">
            <a:extLst xmlns:a="http://schemas.openxmlformats.org/drawingml/2006/main">
              <a:ext uri="{FF2B5EF4-FFF2-40B4-BE49-F238E27FC236}">
                <a16:creationId xmlns:a16="http://schemas.microsoft.com/office/drawing/2014/main" id="{9B333F3F-53D3-48A2-937F-ED01C8E46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5552180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统一分析对象</a:t>
            </a:r>
          </a:p>
        </p:txBody>
      </p:sp>
      <p:sp>
        <p:nvSpPr>
          <p:cNvPr id="41" name="action-icon-shell-2-1">
            <a:extLst xmlns:a="http://schemas.openxmlformats.org/drawingml/2006/main">
              <a:ext uri="{FF2B5EF4-FFF2-40B4-BE49-F238E27FC236}">
                <a16:creationId xmlns:a16="http://schemas.microsoft.com/office/drawing/2014/main" id="{1B6FB650-5780-4343-9922-C219B8ACE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5384606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10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4f0e67a7f7a4be9">
            <a:extLst>
              <a:ext uri="{96DAC541-7B7A-43D3-8B79-37D633B846F1}">
                <asvg:svgBlip xmlns:asvg="http://schemas.microsoft.com/office/drawing/2016/SVG/main" r:embed="R7a17324b72ff43b4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5460806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43" name="action-title-2-1">
            <a:extLst xmlns:a="http://schemas.openxmlformats.org/drawingml/2006/main">
              <a:ext uri="{FF2B5EF4-FFF2-40B4-BE49-F238E27FC236}">
                <a16:creationId xmlns:a16="http://schemas.microsoft.com/office/drawing/2014/main" id="{44002534-A66D-4DC5-86FD-FFC4C5B25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5323580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自动分群</a:t>
            </a:r>
          </a:p>
        </p:txBody>
      </p:sp>
      <p:sp>
        <p:nvSpPr>
          <p:cNvPr id="44" name="action-body-2-1">
            <a:extLst xmlns:a="http://schemas.openxmlformats.org/drawingml/2006/main">
              <a:ext uri="{FF2B5EF4-FFF2-40B4-BE49-F238E27FC236}">
                <a16:creationId xmlns:a16="http://schemas.microsoft.com/office/drawing/2014/main" id="{C4E90EA7-6183-4450-AC69-B9697C319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5552180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指导持续运营</a:t>
            </a:r>
          </a:p>
        </p:txBody>
      </p:sp>
      <p:sp>
        <p:nvSpPr>
          <p:cNvPr id="45" name="funnel-step-body-0">
            <a:extLst xmlns:a="http://schemas.openxmlformats.org/drawingml/2006/main">
              <a:ext uri="{FF2B5EF4-FFF2-40B4-BE49-F238E27FC236}">
                <a16:creationId xmlns:a16="http://schemas.microsoft.com/office/drawing/2014/main" id="{F394E9E1-2410-419D-8C58-DD6DA29F2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52750" y="2514600"/>
            <a:ext cx="3326711" cy="1110415"/>
          </a:xfrm>
          <a:custGeom xmlns:a="http://schemas.openxmlformats.org/drawingml/2006/main">
            <a:pathLst>
              <a:path w="3326711" h="1110415">
                <a:moveTo>
                  <a:pt x="0" y="0"/>
                </a:moveTo>
                <a:lnTo>
                  <a:pt x="14516" y="30004"/>
                </a:lnTo>
                <a:lnTo>
                  <a:pt x="29032" y="60017"/>
                </a:lnTo>
                <a:lnTo>
                  <a:pt x="43548" y="90021"/>
                </a:lnTo>
                <a:lnTo>
                  <a:pt x="58055" y="120025"/>
                </a:lnTo>
                <a:lnTo>
                  <a:pt x="72571" y="150038"/>
                </a:lnTo>
                <a:lnTo>
                  <a:pt x="87087" y="180042"/>
                </a:lnTo>
                <a:lnTo>
                  <a:pt x="101603" y="210045"/>
                </a:lnTo>
                <a:lnTo>
                  <a:pt x="116119" y="240059"/>
                </a:lnTo>
                <a:lnTo>
                  <a:pt x="130635" y="270062"/>
                </a:lnTo>
                <a:lnTo>
                  <a:pt x="145142" y="300066"/>
                </a:lnTo>
                <a:lnTo>
                  <a:pt x="159658" y="330079"/>
                </a:lnTo>
                <a:lnTo>
                  <a:pt x="174174" y="360083"/>
                </a:lnTo>
                <a:lnTo>
                  <a:pt x="188690" y="390087"/>
                </a:lnTo>
                <a:lnTo>
                  <a:pt x="203206" y="420100"/>
                </a:lnTo>
                <a:lnTo>
                  <a:pt x="217722" y="450104"/>
                </a:lnTo>
                <a:lnTo>
                  <a:pt x="232229" y="480108"/>
                </a:lnTo>
                <a:lnTo>
                  <a:pt x="246745" y="510121"/>
                </a:lnTo>
                <a:lnTo>
                  <a:pt x="261261" y="540125"/>
                </a:lnTo>
                <a:lnTo>
                  <a:pt x="275777" y="570128"/>
                </a:lnTo>
                <a:lnTo>
                  <a:pt x="290293" y="600142"/>
                </a:lnTo>
                <a:lnTo>
                  <a:pt x="304810" y="630145"/>
                </a:lnTo>
                <a:lnTo>
                  <a:pt x="319316" y="660149"/>
                </a:lnTo>
                <a:lnTo>
                  <a:pt x="333832" y="690162"/>
                </a:lnTo>
                <a:lnTo>
                  <a:pt x="348348" y="720166"/>
                </a:lnTo>
                <a:lnTo>
                  <a:pt x="362864" y="750170"/>
                </a:lnTo>
                <a:lnTo>
                  <a:pt x="377381" y="780183"/>
                </a:lnTo>
                <a:lnTo>
                  <a:pt x="391897" y="810187"/>
                </a:lnTo>
                <a:lnTo>
                  <a:pt x="406413" y="840191"/>
                </a:lnTo>
                <a:lnTo>
                  <a:pt x="420919" y="870204"/>
                </a:lnTo>
                <a:lnTo>
                  <a:pt x="435435" y="900208"/>
                </a:lnTo>
                <a:lnTo>
                  <a:pt x="449951" y="930212"/>
                </a:lnTo>
                <a:lnTo>
                  <a:pt x="464468" y="960225"/>
                </a:lnTo>
                <a:lnTo>
                  <a:pt x="478984" y="990229"/>
                </a:lnTo>
                <a:lnTo>
                  <a:pt x="493500" y="1020232"/>
                </a:lnTo>
                <a:lnTo>
                  <a:pt x="513074" y="1045445"/>
                </a:lnTo>
                <a:lnTo>
                  <a:pt x="544716" y="1055770"/>
                </a:lnTo>
                <a:lnTo>
                  <a:pt x="577348" y="1062552"/>
                </a:lnTo>
                <a:lnTo>
                  <a:pt x="610257" y="1067829"/>
                </a:lnTo>
                <a:lnTo>
                  <a:pt x="643299" y="1072201"/>
                </a:lnTo>
                <a:lnTo>
                  <a:pt x="676418" y="1075954"/>
                </a:lnTo>
                <a:lnTo>
                  <a:pt x="709593" y="1079259"/>
                </a:lnTo>
                <a:lnTo>
                  <a:pt x="742788" y="1082202"/>
                </a:lnTo>
                <a:lnTo>
                  <a:pt x="776021" y="1084850"/>
                </a:lnTo>
                <a:lnTo>
                  <a:pt x="809263" y="1087250"/>
                </a:lnTo>
                <a:lnTo>
                  <a:pt x="842524" y="1089450"/>
                </a:lnTo>
                <a:lnTo>
                  <a:pt x="875795" y="1091460"/>
                </a:lnTo>
                <a:lnTo>
                  <a:pt x="909076" y="1093327"/>
                </a:lnTo>
                <a:lnTo>
                  <a:pt x="942365" y="1095032"/>
                </a:lnTo>
                <a:lnTo>
                  <a:pt x="975665" y="1096613"/>
                </a:lnTo>
                <a:lnTo>
                  <a:pt x="1008964" y="1098071"/>
                </a:lnTo>
                <a:lnTo>
                  <a:pt x="1042273" y="1099433"/>
                </a:lnTo>
                <a:lnTo>
                  <a:pt x="1075582" y="1100671"/>
                </a:lnTo>
                <a:lnTo>
                  <a:pt x="1108891" y="1101833"/>
                </a:lnTo>
                <a:lnTo>
                  <a:pt x="1142209" y="1102900"/>
                </a:lnTo>
                <a:lnTo>
                  <a:pt x="1175528" y="1103881"/>
                </a:lnTo>
                <a:lnTo>
                  <a:pt x="1208846" y="1104786"/>
                </a:lnTo>
                <a:lnTo>
                  <a:pt x="1242174" y="1105605"/>
                </a:lnTo>
                <a:lnTo>
                  <a:pt x="1275493" y="1106357"/>
                </a:lnTo>
                <a:lnTo>
                  <a:pt x="1308821" y="1107043"/>
                </a:lnTo>
                <a:lnTo>
                  <a:pt x="1342149" y="1107662"/>
                </a:lnTo>
                <a:lnTo>
                  <a:pt x="1375477" y="1108205"/>
                </a:lnTo>
                <a:lnTo>
                  <a:pt x="1408805" y="1108691"/>
                </a:lnTo>
                <a:lnTo>
                  <a:pt x="1442133" y="1109110"/>
                </a:lnTo>
                <a:lnTo>
                  <a:pt x="1475470" y="1109482"/>
                </a:lnTo>
                <a:lnTo>
                  <a:pt x="1508798" y="1109777"/>
                </a:lnTo>
                <a:lnTo>
                  <a:pt x="1542136" y="1110024"/>
                </a:lnTo>
                <a:lnTo>
                  <a:pt x="1575464" y="1110205"/>
                </a:lnTo>
                <a:lnTo>
                  <a:pt x="1608801" y="1110339"/>
                </a:lnTo>
                <a:lnTo>
                  <a:pt x="1642129" y="1110405"/>
                </a:lnTo>
                <a:lnTo>
                  <a:pt x="1675467" y="1110415"/>
                </a:lnTo>
                <a:lnTo>
                  <a:pt x="1708795" y="1110377"/>
                </a:lnTo>
                <a:lnTo>
                  <a:pt x="1742132" y="1110272"/>
                </a:lnTo>
                <a:lnTo>
                  <a:pt x="1775460" y="1110120"/>
                </a:lnTo>
                <a:lnTo>
                  <a:pt x="1808798" y="1109901"/>
                </a:lnTo>
                <a:lnTo>
                  <a:pt x="1842125" y="1109624"/>
                </a:lnTo>
                <a:lnTo>
                  <a:pt x="1875453" y="1109291"/>
                </a:lnTo>
                <a:lnTo>
                  <a:pt x="1908791" y="1108901"/>
                </a:lnTo>
                <a:lnTo>
                  <a:pt x="1942119" y="1108453"/>
                </a:lnTo>
                <a:lnTo>
                  <a:pt x="1975447" y="1107929"/>
                </a:lnTo>
                <a:lnTo>
                  <a:pt x="2008775" y="1107348"/>
                </a:lnTo>
                <a:lnTo>
                  <a:pt x="2042103" y="1106700"/>
                </a:lnTo>
                <a:lnTo>
                  <a:pt x="2075431" y="1105976"/>
                </a:lnTo>
                <a:lnTo>
                  <a:pt x="2108749" y="1105186"/>
                </a:lnTo>
                <a:lnTo>
                  <a:pt x="2142068" y="1104329"/>
                </a:lnTo>
                <a:lnTo>
                  <a:pt x="2175396" y="1103386"/>
                </a:lnTo>
                <a:lnTo>
                  <a:pt x="2208705" y="1102357"/>
                </a:lnTo>
                <a:lnTo>
                  <a:pt x="2242023" y="1101252"/>
                </a:lnTo>
                <a:lnTo>
                  <a:pt x="2275332" y="1100042"/>
                </a:lnTo>
                <a:lnTo>
                  <a:pt x="2308641" y="1098747"/>
                </a:lnTo>
                <a:lnTo>
                  <a:pt x="2341950" y="1097337"/>
                </a:lnTo>
                <a:lnTo>
                  <a:pt x="2375240" y="1095813"/>
                </a:lnTo>
                <a:lnTo>
                  <a:pt x="2408539" y="1094175"/>
                </a:lnTo>
                <a:lnTo>
                  <a:pt x="2441819" y="1092384"/>
                </a:lnTo>
                <a:lnTo>
                  <a:pt x="2475100" y="1090451"/>
                </a:lnTo>
                <a:lnTo>
                  <a:pt x="2508361" y="1088346"/>
                </a:lnTo>
                <a:lnTo>
                  <a:pt x="2541613" y="1086041"/>
                </a:lnTo>
                <a:lnTo>
                  <a:pt x="2574855" y="1083516"/>
                </a:lnTo>
                <a:lnTo>
                  <a:pt x="2608069" y="1080726"/>
                </a:lnTo>
                <a:lnTo>
                  <a:pt x="2641254" y="1077611"/>
                </a:lnTo>
                <a:lnTo>
                  <a:pt x="2674401" y="1074087"/>
                </a:lnTo>
                <a:lnTo>
                  <a:pt x="2707491" y="1070039"/>
                </a:lnTo>
                <a:lnTo>
                  <a:pt x="2740476" y="1065247"/>
                </a:lnTo>
                <a:lnTo>
                  <a:pt x="2773270" y="1059313"/>
                </a:lnTo>
                <a:lnTo>
                  <a:pt x="2805579" y="1051179"/>
                </a:lnTo>
                <a:lnTo>
                  <a:pt x="2833926" y="1034996"/>
                </a:lnTo>
                <a:lnTo>
                  <a:pt x="2847737" y="1004773"/>
                </a:lnTo>
                <a:lnTo>
                  <a:pt x="2862243" y="974769"/>
                </a:lnTo>
                <a:lnTo>
                  <a:pt x="2876760" y="944756"/>
                </a:lnTo>
                <a:lnTo>
                  <a:pt x="2891276" y="914752"/>
                </a:lnTo>
                <a:lnTo>
                  <a:pt x="2905792" y="884749"/>
                </a:lnTo>
                <a:lnTo>
                  <a:pt x="2920308" y="854735"/>
                </a:lnTo>
                <a:lnTo>
                  <a:pt x="2934824" y="824732"/>
                </a:lnTo>
                <a:lnTo>
                  <a:pt x="2949340" y="794728"/>
                </a:lnTo>
                <a:lnTo>
                  <a:pt x="2963847" y="764715"/>
                </a:lnTo>
                <a:lnTo>
                  <a:pt x="2978363" y="734711"/>
                </a:lnTo>
                <a:lnTo>
                  <a:pt x="2992879" y="704707"/>
                </a:lnTo>
                <a:lnTo>
                  <a:pt x="3007395" y="674694"/>
                </a:lnTo>
                <a:lnTo>
                  <a:pt x="3021911" y="644690"/>
                </a:lnTo>
                <a:lnTo>
                  <a:pt x="3036427" y="614686"/>
                </a:lnTo>
                <a:lnTo>
                  <a:pt x="3050934" y="584673"/>
                </a:lnTo>
                <a:lnTo>
                  <a:pt x="3065450" y="554669"/>
                </a:lnTo>
                <a:lnTo>
                  <a:pt x="3079966" y="524666"/>
                </a:lnTo>
                <a:lnTo>
                  <a:pt x="3094482" y="494652"/>
                </a:lnTo>
                <a:lnTo>
                  <a:pt x="3108998" y="464649"/>
                </a:lnTo>
                <a:lnTo>
                  <a:pt x="3123514" y="434645"/>
                </a:lnTo>
                <a:lnTo>
                  <a:pt x="3138021" y="404632"/>
                </a:lnTo>
                <a:lnTo>
                  <a:pt x="3152537" y="374628"/>
                </a:lnTo>
                <a:lnTo>
                  <a:pt x="3167053" y="344624"/>
                </a:lnTo>
                <a:lnTo>
                  <a:pt x="3181569" y="314611"/>
                </a:lnTo>
                <a:lnTo>
                  <a:pt x="3196085" y="284607"/>
                </a:lnTo>
                <a:lnTo>
                  <a:pt x="3210601" y="254603"/>
                </a:lnTo>
                <a:lnTo>
                  <a:pt x="3225108" y="224590"/>
                </a:lnTo>
                <a:lnTo>
                  <a:pt x="3239624" y="194586"/>
                </a:lnTo>
                <a:lnTo>
                  <a:pt x="3254140" y="164582"/>
                </a:lnTo>
                <a:lnTo>
                  <a:pt x="3268656" y="134569"/>
                </a:lnTo>
                <a:lnTo>
                  <a:pt x="3283172" y="104565"/>
                </a:lnTo>
                <a:lnTo>
                  <a:pt x="3297688" y="74562"/>
                </a:lnTo>
                <a:lnTo>
                  <a:pt x="3312204" y="44548"/>
                </a:lnTo>
                <a:lnTo>
                  <a:pt x="3326711" y="14545"/>
                </a:lnTo>
                <a:lnTo>
                  <a:pt x="3321415" y="10773"/>
                </a:lnTo>
                <a:lnTo>
                  <a:pt x="3289421" y="19955"/>
                </a:lnTo>
                <a:lnTo>
                  <a:pt x="3256626" y="25898"/>
                </a:lnTo>
                <a:lnTo>
                  <a:pt x="3223612" y="30518"/>
                </a:lnTo>
                <a:lnTo>
                  <a:pt x="3190504" y="34376"/>
                </a:lnTo>
                <a:lnTo>
                  <a:pt x="3157337" y="37719"/>
                </a:lnTo>
                <a:lnTo>
                  <a:pt x="3124143" y="40681"/>
                </a:lnTo>
                <a:lnTo>
                  <a:pt x="3090910" y="43339"/>
                </a:lnTo>
                <a:lnTo>
                  <a:pt x="3057668" y="45768"/>
                </a:lnTo>
                <a:lnTo>
                  <a:pt x="3024407" y="47996"/>
                </a:lnTo>
                <a:lnTo>
                  <a:pt x="2991136" y="50044"/>
                </a:lnTo>
                <a:lnTo>
                  <a:pt x="2957865" y="51949"/>
                </a:lnTo>
                <a:lnTo>
                  <a:pt x="2924575" y="53740"/>
                </a:lnTo>
                <a:lnTo>
                  <a:pt x="2891285" y="55397"/>
                </a:lnTo>
                <a:lnTo>
                  <a:pt x="2857986" y="56960"/>
                </a:lnTo>
                <a:lnTo>
                  <a:pt x="2824686" y="58426"/>
                </a:lnTo>
                <a:lnTo>
                  <a:pt x="2791387" y="59817"/>
                </a:lnTo>
                <a:lnTo>
                  <a:pt x="2758078" y="61122"/>
                </a:lnTo>
                <a:lnTo>
                  <a:pt x="2724769" y="62360"/>
                </a:lnTo>
                <a:lnTo>
                  <a:pt x="2691451" y="63522"/>
                </a:lnTo>
                <a:lnTo>
                  <a:pt x="2658142" y="64627"/>
                </a:lnTo>
                <a:lnTo>
                  <a:pt x="2624823" y="65665"/>
                </a:lnTo>
                <a:lnTo>
                  <a:pt x="2591505" y="66656"/>
                </a:lnTo>
                <a:lnTo>
                  <a:pt x="2558186" y="67589"/>
                </a:lnTo>
                <a:lnTo>
                  <a:pt x="2524858" y="68475"/>
                </a:lnTo>
                <a:lnTo>
                  <a:pt x="2491540" y="69323"/>
                </a:lnTo>
                <a:lnTo>
                  <a:pt x="2458222" y="70114"/>
                </a:lnTo>
                <a:lnTo>
                  <a:pt x="2424894" y="70856"/>
                </a:lnTo>
                <a:lnTo>
                  <a:pt x="2391566" y="71571"/>
                </a:lnTo>
                <a:lnTo>
                  <a:pt x="2358238" y="72228"/>
                </a:lnTo>
                <a:lnTo>
                  <a:pt x="2324910" y="72857"/>
                </a:lnTo>
                <a:lnTo>
                  <a:pt x="2291582" y="73447"/>
                </a:lnTo>
                <a:lnTo>
                  <a:pt x="2258254" y="74000"/>
                </a:lnTo>
                <a:lnTo>
                  <a:pt x="2224926" y="74524"/>
                </a:lnTo>
                <a:lnTo>
                  <a:pt x="2191598" y="75009"/>
                </a:lnTo>
                <a:lnTo>
                  <a:pt x="2158270" y="75457"/>
                </a:lnTo>
                <a:lnTo>
                  <a:pt x="2124942" y="75876"/>
                </a:lnTo>
                <a:lnTo>
                  <a:pt x="2091604" y="76267"/>
                </a:lnTo>
                <a:lnTo>
                  <a:pt x="2058276" y="76619"/>
                </a:lnTo>
                <a:lnTo>
                  <a:pt x="2024948" y="76943"/>
                </a:lnTo>
                <a:lnTo>
                  <a:pt x="1991611" y="77238"/>
                </a:lnTo>
                <a:lnTo>
                  <a:pt x="1958283" y="77495"/>
                </a:lnTo>
                <a:lnTo>
                  <a:pt x="1924945" y="77734"/>
                </a:lnTo>
                <a:lnTo>
                  <a:pt x="1891617" y="77943"/>
                </a:lnTo>
                <a:lnTo>
                  <a:pt x="1858280" y="78115"/>
                </a:lnTo>
                <a:lnTo>
                  <a:pt x="1824952" y="78267"/>
                </a:lnTo>
                <a:lnTo>
                  <a:pt x="1791614" y="78381"/>
                </a:lnTo>
                <a:lnTo>
                  <a:pt x="1758286" y="78476"/>
                </a:lnTo>
                <a:lnTo>
                  <a:pt x="1724949" y="78534"/>
                </a:lnTo>
                <a:lnTo>
                  <a:pt x="1691621" y="78572"/>
                </a:lnTo>
                <a:lnTo>
                  <a:pt x="1658283" y="78581"/>
                </a:lnTo>
                <a:lnTo>
                  <a:pt x="1624955" y="78562"/>
                </a:lnTo>
                <a:lnTo>
                  <a:pt x="1591618" y="78505"/>
                </a:lnTo>
                <a:lnTo>
                  <a:pt x="1558290" y="78429"/>
                </a:lnTo>
                <a:lnTo>
                  <a:pt x="1524953" y="78324"/>
                </a:lnTo>
                <a:lnTo>
                  <a:pt x="1491625" y="78191"/>
                </a:lnTo>
                <a:lnTo>
                  <a:pt x="1458287" y="78029"/>
                </a:lnTo>
                <a:lnTo>
                  <a:pt x="1424959" y="77838"/>
                </a:lnTo>
                <a:lnTo>
                  <a:pt x="1391622" y="77619"/>
                </a:lnTo>
                <a:lnTo>
                  <a:pt x="1358294" y="77372"/>
                </a:lnTo>
                <a:lnTo>
                  <a:pt x="1324966" y="77086"/>
                </a:lnTo>
                <a:lnTo>
                  <a:pt x="1291628" y="76781"/>
                </a:lnTo>
                <a:lnTo>
                  <a:pt x="1258300" y="76438"/>
                </a:lnTo>
                <a:lnTo>
                  <a:pt x="1224972" y="76067"/>
                </a:lnTo>
                <a:lnTo>
                  <a:pt x="1191635" y="75667"/>
                </a:lnTo>
                <a:lnTo>
                  <a:pt x="1158307" y="75228"/>
                </a:lnTo>
                <a:lnTo>
                  <a:pt x="1124979" y="74762"/>
                </a:lnTo>
                <a:lnTo>
                  <a:pt x="1091651" y="74266"/>
                </a:lnTo>
                <a:lnTo>
                  <a:pt x="1058323" y="73724"/>
                </a:lnTo>
                <a:lnTo>
                  <a:pt x="1024995" y="73152"/>
                </a:lnTo>
                <a:lnTo>
                  <a:pt x="991667" y="72542"/>
                </a:lnTo>
                <a:lnTo>
                  <a:pt x="958339" y="71895"/>
                </a:lnTo>
                <a:lnTo>
                  <a:pt x="925011" y="71199"/>
                </a:lnTo>
                <a:lnTo>
                  <a:pt x="891683" y="70475"/>
                </a:lnTo>
                <a:lnTo>
                  <a:pt x="858364" y="69704"/>
                </a:lnTo>
                <a:lnTo>
                  <a:pt x="825036" y="68885"/>
                </a:lnTo>
                <a:lnTo>
                  <a:pt x="791718" y="68028"/>
                </a:lnTo>
                <a:lnTo>
                  <a:pt x="758400" y="67113"/>
                </a:lnTo>
                <a:lnTo>
                  <a:pt x="725081" y="66151"/>
                </a:lnTo>
                <a:lnTo>
                  <a:pt x="691763" y="65132"/>
                </a:lnTo>
                <a:lnTo>
                  <a:pt x="658444" y="64056"/>
                </a:lnTo>
                <a:lnTo>
                  <a:pt x="625135" y="62922"/>
                </a:lnTo>
                <a:lnTo>
                  <a:pt x="591817" y="61722"/>
                </a:lnTo>
                <a:lnTo>
                  <a:pt x="558508" y="60455"/>
                </a:lnTo>
                <a:lnTo>
                  <a:pt x="525209" y="59112"/>
                </a:lnTo>
                <a:lnTo>
                  <a:pt x="491900" y="57693"/>
                </a:lnTo>
                <a:lnTo>
                  <a:pt x="458600" y="56169"/>
                </a:lnTo>
                <a:lnTo>
                  <a:pt x="425310" y="54550"/>
                </a:lnTo>
                <a:lnTo>
                  <a:pt x="392020" y="52826"/>
                </a:lnTo>
                <a:lnTo>
                  <a:pt x="358740" y="50987"/>
                </a:lnTo>
                <a:lnTo>
                  <a:pt x="325469" y="49006"/>
                </a:lnTo>
                <a:lnTo>
                  <a:pt x="292198" y="46873"/>
                </a:lnTo>
                <a:lnTo>
                  <a:pt x="258947" y="44548"/>
                </a:lnTo>
                <a:lnTo>
                  <a:pt x="225714" y="42005"/>
                </a:lnTo>
                <a:lnTo>
                  <a:pt x="192500" y="39195"/>
                </a:lnTo>
                <a:lnTo>
                  <a:pt x="159315" y="36052"/>
                </a:lnTo>
                <a:lnTo>
                  <a:pt x="126178" y="32471"/>
                </a:lnTo>
                <a:lnTo>
                  <a:pt x="93107" y="28251"/>
                </a:lnTo>
                <a:lnTo>
                  <a:pt x="60188" y="23060"/>
                </a:lnTo>
                <a:lnTo>
                  <a:pt x="27642" y="15926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46" name="funnel-step-cap-0">
            <a:extLst xmlns:a="http://schemas.openxmlformats.org/drawingml/2006/main">
              <a:ext uri="{FF2B5EF4-FFF2-40B4-BE49-F238E27FC236}">
                <a16:creationId xmlns:a16="http://schemas.microsoft.com/office/drawing/2014/main" id="{3DFFCEFB-D45C-4188-9EA6-6BCCDE5D0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52750" y="2390775"/>
            <a:ext cx="33337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47" name="funnel-step-body-1">
            <a:extLst xmlns:a="http://schemas.openxmlformats.org/drawingml/2006/main">
              <a:ext uri="{FF2B5EF4-FFF2-40B4-BE49-F238E27FC236}">
                <a16:creationId xmlns:a16="http://schemas.microsoft.com/office/drawing/2014/main" id="{E9A6EE53-91BB-417A-AD52-F5F1F5547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451860" y="3727418"/>
            <a:ext cx="2334397" cy="1110520"/>
          </a:xfrm>
          <a:custGeom xmlns:a="http://schemas.openxmlformats.org/drawingml/2006/main">
            <a:pathLst>
              <a:path w="2334397" h="1110520">
                <a:moveTo>
                  <a:pt x="0" y="0"/>
                </a:moveTo>
                <a:lnTo>
                  <a:pt x="8906" y="24060"/>
                </a:lnTo>
                <a:lnTo>
                  <a:pt x="17812" y="48120"/>
                </a:lnTo>
                <a:lnTo>
                  <a:pt x="26718" y="72180"/>
                </a:lnTo>
                <a:lnTo>
                  <a:pt x="35633" y="96241"/>
                </a:lnTo>
                <a:lnTo>
                  <a:pt x="44539" y="120301"/>
                </a:lnTo>
                <a:lnTo>
                  <a:pt x="53445" y="144361"/>
                </a:lnTo>
                <a:lnTo>
                  <a:pt x="62351" y="168412"/>
                </a:lnTo>
                <a:lnTo>
                  <a:pt x="71257" y="192472"/>
                </a:lnTo>
                <a:lnTo>
                  <a:pt x="80162" y="216532"/>
                </a:lnTo>
                <a:lnTo>
                  <a:pt x="89078" y="240592"/>
                </a:lnTo>
                <a:lnTo>
                  <a:pt x="97984" y="264652"/>
                </a:lnTo>
                <a:lnTo>
                  <a:pt x="106890" y="288712"/>
                </a:lnTo>
                <a:lnTo>
                  <a:pt x="115795" y="312772"/>
                </a:lnTo>
                <a:lnTo>
                  <a:pt x="124701" y="336833"/>
                </a:lnTo>
                <a:lnTo>
                  <a:pt x="133607" y="360893"/>
                </a:lnTo>
                <a:lnTo>
                  <a:pt x="142513" y="384953"/>
                </a:lnTo>
                <a:lnTo>
                  <a:pt x="151428" y="409013"/>
                </a:lnTo>
                <a:lnTo>
                  <a:pt x="160334" y="433073"/>
                </a:lnTo>
                <a:lnTo>
                  <a:pt x="169240" y="457124"/>
                </a:lnTo>
                <a:lnTo>
                  <a:pt x="178146" y="481184"/>
                </a:lnTo>
                <a:lnTo>
                  <a:pt x="187052" y="505244"/>
                </a:lnTo>
                <a:lnTo>
                  <a:pt x="195958" y="529304"/>
                </a:lnTo>
                <a:lnTo>
                  <a:pt x="204873" y="553364"/>
                </a:lnTo>
                <a:lnTo>
                  <a:pt x="213779" y="577425"/>
                </a:lnTo>
                <a:lnTo>
                  <a:pt x="222685" y="601485"/>
                </a:lnTo>
                <a:lnTo>
                  <a:pt x="231591" y="625545"/>
                </a:lnTo>
                <a:lnTo>
                  <a:pt x="240497" y="649605"/>
                </a:lnTo>
                <a:lnTo>
                  <a:pt x="249403" y="673665"/>
                </a:lnTo>
                <a:lnTo>
                  <a:pt x="258308" y="697725"/>
                </a:lnTo>
                <a:lnTo>
                  <a:pt x="267224" y="721785"/>
                </a:lnTo>
                <a:lnTo>
                  <a:pt x="276130" y="745846"/>
                </a:lnTo>
                <a:lnTo>
                  <a:pt x="285036" y="769896"/>
                </a:lnTo>
                <a:lnTo>
                  <a:pt x="293942" y="793956"/>
                </a:lnTo>
                <a:lnTo>
                  <a:pt x="302847" y="818017"/>
                </a:lnTo>
                <a:lnTo>
                  <a:pt x="311753" y="842077"/>
                </a:lnTo>
                <a:lnTo>
                  <a:pt x="320669" y="866137"/>
                </a:lnTo>
                <a:lnTo>
                  <a:pt x="329575" y="890197"/>
                </a:lnTo>
                <a:lnTo>
                  <a:pt x="338480" y="914257"/>
                </a:lnTo>
                <a:lnTo>
                  <a:pt x="347386" y="938317"/>
                </a:lnTo>
                <a:lnTo>
                  <a:pt x="356292" y="962377"/>
                </a:lnTo>
                <a:lnTo>
                  <a:pt x="365198" y="986438"/>
                </a:lnTo>
                <a:lnTo>
                  <a:pt x="374113" y="1010498"/>
                </a:lnTo>
                <a:lnTo>
                  <a:pt x="382419" y="1034691"/>
                </a:lnTo>
                <a:lnTo>
                  <a:pt x="401222" y="1051093"/>
                </a:lnTo>
                <a:lnTo>
                  <a:pt x="425263" y="1059990"/>
                </a:lnTo>
                <a:lnTo>
                  <a:pt x="450094" y="1066438"/>
                </a:lnTo>
                <a:lnTo>
                  <a:pt x="475221" y="1071591"/>
                </a:lnTo>
                <a:lnTo>
                  <a:pt x="500510" y="1075925"/>
                </a:lnTo>
                <a:lnTo>
                  <a:pt x="525885" y="1079659"/>
                </a:lnTo>
                <a:lnTo>
                  <a:pt x="551326" y="1082954"/>
                </a:lnTo>
                <a:lnTo>
                  <a:pt x="576815" y="1085879"/>
                </a:lnTo>
                <a:lnTo>
                  <a:pt x="602332" y="1088517"/>
                </a:lnTo>
                <a:lnTo>
                  <a:pt x="627878" y="1090898"/>
                </a:lnTo>
                <a:lnTo>
                  <a:pt x="653444" y="1093060"/>
                </a:lnTo>
                <a:lnTo>
                  <a:pt x="679028" y="1095032"/>
                </a:lnTo>
                <a:lnTo>
                  <a:pt x="704612" y="1096842"/>
                </a:lnTo>
                <a:lnTo>
                  <a:pt x="730215" y="1098490"/>
                </a:lnTo>
                <a:lnTo>
                  <a:pt x="755828" y="1099995"/>
                </a:lnTo>
                <a:lnTo>
                  <a:pt x="781450" y="1101376"/>
                </a:lnTo>
                <a:lnTo>
                  <a:pt x="807072" y="1102633"/>
                </a:lnTo>
                <a:lnTo>
                  <a:pt x="832704" y="1103786"/>
                </a:lnTo>
                <a:lnTo>
                  <a:pt x="858336" y="1104824"/>
                </a:lnTo>
                <a:lnTo>
                  <a:pt x="883977" y="1105767"/>
                </a:lnTo>
                <a:lnTo>
                  <a:pt x="909618" y="1106615"/>
                </a:lnTo>
                <a:lnTo>
                  <a:pt x="935260" y="1107377"/>
                </a:lnTo>
                <a:lnTo>
                  <a:pt x="960901" y="1108043"/>
                </a:lnTo>
                <a:lnTo>
                  <a:pt x="986552" y="1108634"/>
                </a:lnTo>
                <a:lnTo>
                  <a:pt x="1012203" y="1109129"/>
                </a:lnTo>
                <a:lnTo>
                  <a:pt x="1037854" y="1109558"/>
                </a:lnTo>
                <a:lnTo>
                  <a:pt x="1063504" y="1109901"/>
                </a:lnTo>
                <a:lnTo>
                  <a:pt x="1089165" y="1110167"/>
                </a:lnTo>
                <a:lnTo>
                  <a:pt x="1114816" y="1110358"/>
                </a:lnTo>
                <a:lnTo>
                  <a:pt x="1140476" y="1110472"/>
                </a:lnTo>
                <a:lnTo>
                  <a:pt x="1166127" y="1110520"/>
                </a:lnTo>
                <a:lnTo>
                  <a:pt x="1191787" y="1110482"/>
                </a:lnTo>
                <a:lnTo>
                  <a:pt x="1217438" y="1110377"/>
                </a:lnTo>
                <a:lnTo>
                  <a:pt x="1243089" y="1110196"/>
                </a:lnTo>
                <a:lnTo>
                  <a:pt x="1268749" y="1109939"/>
                </a:lnTo>
                <a:lnTo>
                  <a:pt x="1294400" y="1109605"/>
                </a:lnTo>
                <a:lnTo>
                  <a:pt x="1320051" y="1109186"/>
                </a:lnTo>
                <a:lnTo>
                  <a:pt x="1345702" y="1108700"/>
                </a:lnTo>
                <a:lnTo>
                  <a:pt x="1371352" y="1108119"/>
                </a:lnTo>
                <a:lnTo>
                  <a:pt x="1396994" y="1107462"/>
                </a:lnTo>
                <a:lnTo>
                  <a:pt x="1422644" y="1106719"/>
                </a:lnTo>
                <a:lnTo>
                  <a:pt x="1448286" y="1105881"/>
                </a:lnTo>
                <a:lnTo>
                  <a:pt x="1473927" y="1104957"/>
                </a:lnTo>
                <a:lnTo>
                  <a:pt x="1499559" y="1103919"/>
                </a:lnTo>
                <a:lnTo>
                  <a:pt x="1525191" y="1102795"/>
                </a:lnTo>
                <a:lnTo>
                  <a:pt x="1550813" y="1101547"/>
                </a:lnTo>
                <a:lnTo>
                  <a:pt x="1576435" y="1100185"/>
                </a:lnTo>
                <a:lnTo>
                  <a:pt x="1602048" y="1098690"/>
                </a:lnTo>
                <a:lnTo>
                  <a:pt x="1627642" y="1097051"/>
                </a:lnTo>
                <a:lnTo>
                  <a:pt x="1653235" y="1095280"/>
                </a:lnTo>
                <a:lnTo>
                  <a:pt x="1678819" y="1093327"/>
                </a:lnTo>
                <a:lnTo>
                  <a:pt x="1704384" y="1091184"/>
                </a:lnTo>
                <a:lnTo>
                  <a:pt x="1729931" y="1088831"/>
                </a:lnTo>
                <a:lnTo>
                  <a:pt x="1755458" y="1086231"/>
                </a:lnTo>
                <a:lnTo>
                  <a:pt x="1780946" y="1083345"/>
                </a:lnTo>
                <a:lnTo>
                  <a:pt x="1806397" y="1080106"/>
                </a:lnTo>
                <a:lnTo>
                  <a:pt x="1831791" y="1076430"/>
                </a:lnTo>
                <a:lnTo>
                  <a:pt x="1857089" y="1072182"/>
                </a:lnTo>
                <a:lnTo>
                  <a:pt x="1882245" y="1067152"/>
                </a:lnTo>
                <a:lnTo>
                  <a:pt x="1907124" y="1060914"/>
                </a:lnTo>
                <a:lnTo>
                  <a:pt x="1931327" y="1052455"/>
                </a:lnTo>
                <a:lnTo>
                  <a:pt x="1951853" y="1037711"/>
                </a:lnTo>
                <a:lnTo>
                  <a:pt x="1960283" y="1013565"/>
                </a:lnTo>
                <a:lnTo>
                  <a:pt x="1969189" y="989505"/>
                </a:lnTo>
                <a:lnTo>
                  <a:pt x="1978095" y="965444"/>
                </a:lnTo>
                <a:lnTo>
                  <a:pt x="1987010" y="941384"/>
                </a:lnTo>
                <a:lnTo>
                  <a:pt x="1995916" y="917324"/>
                </a:lnTo>
                <a:lnTo>
                  <a:pt x="2004822" y="893274"/>
                </a:lnTo>
                <a:lnTo>
                  <a:pt x="2013728" y="869213"/>
                </a:lnTo>
                <a:lnTo>
                  <a:pt x="2022634" y="845153"/>
                </a:lnTo>
                <a:lnTo>
                  <a:pt x="2031540" y="821093"/>
                </a:lnTo>
                <a:lnTo>
                  <a:pt x="2040455" y="797033"/>
                </a:lnTo>
                <a:lnTo>
                  <a:pt x="2049361" y="772973"/>
                </a:lnTo>
                <a:lnTo>
                  <a:pt x="2058267" y="748913"/>
                </a:lnTo>
                <a:lnTo>
                  <a:pt x="2067173" y="724853"/>
                </a:lnTo>
                <a:lnTo>
                  <a:pt x="2076079" y="700792"/>
                </a:lnTo>
                <a:lnTo>
                  <a:pt x="2084984" y="676732"/>
                </a:lnTo>
                <a:lnTo>
                  <a:pt x="2093890" y="652672"/>
                </a:lnTo>
                <a:lnTo>
                  <a:pt x="2102806" y="628612"/>
                </a:lnTo>
                <a:lnTo>
                  <a:pt x="2111712" y="604552"/>
                </a:lnTo>
                <a:lnTo>
                  <a:pt x="2120617" y="580501"/>
                </a:lnTo>
                <a:lnTo>
                  <a:pt x="2129523" y="556441"/>
                </a:lnTo>
                <a:lnTo>
                  <a:pt x="2138429" y="532381"/>
                </a:lnTo>
                <a:lnTo>
                  <a:pt x="2147335" y="508321"/>
                </a:lnTo>
                <a:lnTo>
                  <a:pt x="2156250" y="484261"/>
                </a:lnTo>
                <a:lnTo>
                  <a:pt x="2165156" y="460200"/>
                </a:lnTo>
                <a:lnTo>
                  <a:pt x="2174062" y="436140"/>
                </a:lnTo>
                <a:lnTo>
                  <a:pt x="2182968" y="412080"/>
                </a:lnTo>
                <a:lnTo>
                  <a:pt x="2191874" y="388020"/>
                </a:lnTo>
                <a:lnTo>
                  <a:pt x="2200780" y="363960"/>
                </a:lnTo>
                <a:lnTo>
                  <a:pt x="2209686" y="339900"/>
                </a:lnTo>
                <a:lnTo>
                  <a:pt x="2218601" y="315839"/>
                </a:lnTo>
                <a:lnTo>
                  <a:pt x="2227507" y="291779"/>
                </a:lnTo>
                <a:lnTo>
                  <a:pt x="2236413" y="267729"/>
                </a:lnTo>
                <a:lnTo>
                  <a:pt x="2245319" y="243669"/>
                </a:lnTo>
                <a:lnTo>
                  <a:pt x="2254225" y="219608"/>
                </a:lnTo>
                <a:lnTo>
                  <a:pt x="2263130" y="195548"/>
                </a:lnTo>
                <a:lnTo>
                  <a:pt x="2272046" y="171488"/>
                </a:lnTo>
                <a:lnTo>
                  <a:pt x="2280952" y="147428"/>
                </a:lnTo>
                <a:lnTo>
                  <a:pt x="2289858" y="123368"/>
                </a:lnTo>
                <a:lnTo>
                  <a:pt x="2298764" y="99308"/>
                </a:lnTo>
                <a:lnTo>
                  <a:pt x="2307669" y="75248"/>
                </a:lnTo>
                <a:lnTo>
                  <a:pt x="2316575" y="51187"/>
                </a:lnTo>
                <a:lnTo>
                  <a:pt x="2325481" y="27127"/>
                </a:lnTo>
                <a:lnTo>
                  <a:pt x="2334397" y="3067"/>
                </a:lnTo>
                <a:lnTo>
                  <a:pt x="2319804" y="14411"/>
                </a:lnTo>
                <a:lnTo>
                  <a:pt x="2295487" y="22508"/>
                </a:lnTo>
                <a:lnTo>
                  <a:pt x="2270474" y="28223"/>
                </a:lnTo>
                <a:lnTo>
                  <a:pt x="2245233" y="32776"/>
                </a:lnTo>
                <a:lnTo>
                  <a:pt x="2219868" y="36624"/>
                </a:lnTo>
                <a:lnTo>
                  <a:pt x="2194427" y="39976"/>
                </a:lnTo>
                <a:lnTo>
                  <a:pt x="2168947" y="42958"/>
                </a:lnTo>
                <a:lnTo>
                  <a:pt x="2143430" y="45634"/>
                </a:lnTo>
                <a:lnTo>
                  <a:pt x="2117893" y="48073"/>
                </a:lnTo>
                <a:lnTo>
                  <a:pt x="2092338" y="50311"/>
                </a:lnTo>
                <a:lnTo>
                  <a:pt x="2066763" y="52378"/>
                </a:lnTo>
                <a:lnTo>
                  <a:pt x="2041179" y="54293"/>
                </a:lnTo>
                <a:lnTo>
                  <a:pt x="2015585" y="56074"/>
                </a:lnTo>
                <a:lnTo>
                  <a:pt x="1989992" y="57750"/>
                </a:lnTo>
                <a:lnTo>
                  <a:pt x="1964379" y="59303"/>
                </a:lnTo>
                <a:lnTo>
                  <a:pt x="1938766" y="60760"/>
                </a:lnTo>
                <a:lnTo>
                  <a:pt x="1913144" y="62132"/>
                </a:lnTo>
                <a:lnTo>
                  <a:pt x="1887522" y="63427"/>
                </a:lnTo>
                <a:lnTo>
                  <a:pt x="1861899" y="64637"/>
                </a:lnTo>
                <a:lnTo>
                  <a:pt x="1836268" y="65780"/>
                </a:lnTo>
                <a:lnTo>
                  <a:pt x="1810636" y="66856"/>
                </a:lnTo>
                <a:lnTo>
                  <a:pt x="1785004" y="67866"/>
                </a:lnTo>
                <a:lnTo>
                  <a:pt x="1759363" y="68818"/>
                </a:lnTo>
                <a:lnTo>
                  <a:pt x="1733721" y="69723"/>
                </a:lnTo>
                <a:lnTo>
                  <a:pt x="1708080" y="70561"/>
                </a:lnTo>
                <a:lnTo>
                  <a:pt x="1682439" y="71352"/>
                </a:lnTo>
                <a:lnTo>
                  <a:pt x="1656798" y="72104"/>
                </a:lnTo>
                <a:lnTo>
                  <a:pt x="1631147" y="72800"/>
                </a:lnTo>
                <a:lnTo>
                  <a:pt x="1605505" y="73447"/>
                </a:lnTo>
                <a:lnTo>
                  <a:pt x="1579855" y="74057"/>
                </a:lnTo>
                <a:lnTo>
                  <a:pt x="1554204" y="74619"/>
                </a:lnTo>
                <a:lnTo>
                  <a:pt x="1528553" y="75143"/>
                </a:lnTo>
                <a:lnTo>
                  <a:pt x="1502902" y="75629"/>
                </a:lnTo>
                <a:lnTo>
                  <a:pt x="1477251" y="76067"/>
                </a:lnTo>
                <a:lnTo>
                  <a:pt x="1451600" y="76476"/>
                </a:lnTo>
                <a:lnTo>
                  <a:pt x="1425950" y="76848"/>
                </a:lnTo>
                <a:lnTo>
                  <a:pt x="1400299" y="77172"/>
                </a:lnTo>
                <a:lnTo>
                  <a:pt x="1374638" y="77467"/>
                </a:lnTo>
                <a:lnTo>
                  <a:pt x="1348988" y="77734"/>
                </a:lnTo>
                <a:lnTo>
                  <a:pt x="1323337" y="77953"/>
                </a:lnTo>
                <a:lnTo>
                  <a:pt x="1297676" y="78143"/>
                </a:lnTo>
                <a:lnTo>
                  <a:pt x="1272026" y="78296"/>
                </a:lnTo>
                <a:lnTo>
                  <a:pt x="1246365" y="78419"/>
                </a:lnTo>
                <a:lnTo>
                  <a:pt x="1220714" y="78505"/>
                </a:lnTo>
                <a:lnTo>
                  <a:pt x="1195054" y="78562"/>
                </a:lnTo>
                <a:lnTo>
                  <a:pt x="1169403" y="78581"/>
                </a:lnTo>
                <a:lnTo>
                  <a:pt x="1143743" y="78562"/>
                </a:lnTo>
                <a:lnTo>
                  <a:pt x="1118092" y="78515"/>
                </a:lnTo>
                <a:lnTo>
                  <a:pt x="1092441" y="78429"/>
                </a:lnTo>
                <a:lnTo>
                  <a:pt x="1066781" y="78315"/>
                </a:lnTo>
                <a:lnTo>
                  <a:pt x="1041130" y="78162"/>
                </a:lnTo>
                <a:lnTo>
                  <a:pt x="1015470" y="77981"/>
                </a:lnTo>
                <a:lnTo>
                  <a:pt x="989819" y="77762"/>
                </a:lnTo>
                <a:lnTo>
                  <a:pt x="964168" y="77505"/>
                </a:lnTo>
                <a:lnTo>
                  <a:pt x="938508" y="77219"/>
                </a:lnTo>
                <a:lnTo>
                  <a:pt x="912857" y="76886"/>
                </a:lnTo>
                <a:lnTo>
                  <a:pt x="887206" y="76524"/>
                </a:lnTo>
                <a:lnTo>
                  <a:pt x="861555" y="76124"/>
                </a:lnTo>
                <a:lnTo>
                  <a:pt x="835904" y="75686"/>
                </a:lnTo>
                <a:lnTo>
                  <a:pt x="810254" y="75209"/>
                </a:lnTo>
                <a:lnTo>
                  <a:pt x="784603" y="74686"/>
                </a:lnTo>
                <a:lnTo>
                  <a:pt x="758952" y="74133"/>
                </a:lnTo>
                <a:lnTo>
                  <a:pt x="733301" y="73533"/>
                </a:lnTo>
                <a:lnTo>
                  <a:pt x="707650" y="72885"/>
                </a:lnTo>
                <a:lnTo>
                  <a:pt x="682009" y="72190"/>
                </a:lnTo>
                <a:lnTo>
                  <a:pt x="656368" y="71457"/>
                </a:lnTo>
                <a:lnTo>
                  <a:pt x="630717" y="70666"/>
                </a:lnTo>
                <a:lnTo>
                  <a:pt x="605076" y="69828"/>
                </a:lnTo>
                <a:lnTo>
                  <a:pt x="579444" y="68942"/>
                </a:lnTo>
                <a:lnTo>
                  <a:pt x="553803" y="67989"/>
                </a:lnTo>
                <a:lnTo>
                  <a:pt x="528171" y="66989"/>
                </a:lnTo>
                <a:lnTo>
                  <a:pt x="502529" y="65923"/>
                </a:lnTo>
                <a:lnTo>
                  <a:pt x="476907" y="64789"/>
                </a:lnTo>
                <a:lnTo>
                  <a:pt x="451275" y="63589"/>
                </a:lnTo>
                <a:lnTo>
                  <a:pt x="425653" y="62303"/>
                </a:lnTo>
                <a:lnTo>
                  <a:pt x="400031" y="60941"/>
                </a:lnTo>
                <a:lnTo>
                  <a:pt x="374418" y="59493"/>
                </a:lnTo>
                <a:lnTo>
                  <a:pt x="348815" y="57950"/>
                </a:lnTo>
                <a:lnTo>
                  <a:pt x="323212" y="56302"/>
                </a:lnTo>
                <a:lnTo>
                  <a:pt x="297618" y="54521"/>
                </a:lnTo>
                <a:lnTo>
                  <a:pt x="272024" y="52635"/>
                </a:lnTo>
                <a:lnTo>
                  <a:pt x="246459" y="50587"/>
                </a:lnTo>
                <a:lnTo>
                  <a:pt x="220894" y="48368"/>
                </a:lnTo>
                <a:lnTo>
                  <a:pt x="195358" y="45958"/>
                </a:lnTo>
                <a:lnTo>
                  <a:pt x="169840" y="43310"/>
                </a:lnTo>
                <a:lnTo>
                  <a:pt x="144351" y="40376"/>
                </a:lnTo>
                <a:lnTo>
                  <a:pt x="118910" y="37081"/>
                </a:lnTo>
                <a:lnTo>
                  <a:pt x="93536" y="33309"/>
                </a:lnTo>
                <a:lnTo>
                  <a:pt x="68266" y="28851"/>
                </a:lnTo>
                <a:lnTo>
                  <a:pt x="43215" y="23327"/>
                </a:lnTo>
                <a:lnTo>
                  <a:pt x="18745" y="15678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48" name="funnel-step-cap-1">
            <a:extLst xmlns:a="http://schemas.openxmlformats.org/drawingml/2006/main">
              <a:ext uri="{FF2B5EF4-FFF2-40B4-BE49-F238E27FC236}">
                <a16:creationId xmlns:a16="http://schemas.microsoft.com/office/drawing/2014/main" id="{A61A2D29-3F3D-43EF-BE00-D08E7E401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451879" y="3603622"/>
            <a:ext cx="2335482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7EAC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49" name="funnel-step-body-2">
            <a:extLst xmlns:a="http://schemas.openxmlformats.org/drawingml/2006/main">
              <a:ext uri="{FF2B5EF4-FFF2-40B4-BE49-F238E27FC236}">
                <a16:creationId xmlns:a16="http://schemas.microsoft.com/office/drawing/2014/main" id="{5943F509-0282-4A6D-9195-897F022D2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833908" y="4940332"/>
            <a:ext cx="1570082" cy="1110425"/>
          </a:xfrm>
          <a:custGeom xmlns:a="http://schemas.openxmlformats.org/drawingml/2006/main">
            <a:pathLst>
              <a:path w="1570082" h="1110425">
                <a:moveTo>
                  <a:pt x="0" y="0"/>
                </a:moveTo>
                <a:lnTo>
                  <a:pt x="6239" y="18536"/>
                </a:lnTo>
                <a:lnTo>
                  <a:pt x="12487" y="37071"/>
                </a:lnTo>
                <a:lnTo>
                  <a:pt x="18726" y="55607"/>
                </a:lnTo>
                <a:lnTo>
                  <a:pt x="24975" y="74133"/>
                </a:lnTo>
                <a:lnTo>
                  <a:pt x="31213" y="92669"/>
                </a:lnTo>
                <a:lnTo>
                  <a:pt x="37462" y="111204"/>
                </a:lnTo>
                <a:lnTo>
                  <a:pt x="43701" y="129740"/>
                </a:lnTo>
                <a:lnTo>
                  <a:pt x="49949" y="148276"/>
                </a:lnTo>
                <a:lnTo>
                  <a:pt x="56188" y="166811"/>
                </a:lnTo>
                <a:lnTo>
                  <a:pt x="62427" y="185347"/>
                </a:lnTo>
                <a:lnTo>
                  <a:pt x="68675" y="203883"/>
                </a:lnTo>
                <a:lnTo>
                  <a:pt x="74914" y="222409"/>
                </a:lnTo>
                <a:lnTo>
                  <a:pt x="81163" y="240944"/>
                </a:lnTo>
                <a:lnTo>
                  <a:pt x="87401" y="259480"/>
                </a:lnTo>
                <a:lnTo>
                  <a:pt x="93650" y="278016"/>
                </a:lnTo>
                <a:lnTo>
                  <a:pt x="99889" y="296551"/>
                </a:lnTo>
                <a:lnTo>
                  <a:pt x="106137" y="315087"/>
                </a:lnTo>
                <a:lnTo>
                  <a:pt x="112376" y="333623"/>
                </a:lnTo>
                <a:lnTo>
                  <a:pt x="118615" y="352149"/>
                </a:lnTo>
                <a:lnTo>
                  <a:pt x="124863" y="370684"/>
                </a:lnTo>
                <a:lnTo>
                  <a:pt x="131102" y="389220"/>
                </a:lnTo>
                <a:lnTo>
                  <a:pt x="137351" y="407756"/>
                </a:lnTo>
                <a:lnTo>
                  <a:pt x="143589" y="426291"/>
                </a:lnTo>
                <a:lnTo>
                  <a:pt x="149838" y="444827"/>
                </a:lnTo>
                <a:lnTo>
                  <a:pt x="156077" y="463363"/>
                </a:lnTo>
                <a:lnTo>
                  <a:pt x="162325" y="481889"/>
                </a:lnTo>
                <a:lnTo>
                  <a:pt x="168564" y="500424"/>
                </a:lnTo>
                <a:lnTo>
                  <a:pt x="174812" y="518960"/>
                </a:lnTo>
                <a:lnTo>
                  <a:pt x="181051" y="537496"/>
                </a:lnTo>
                <a:lnTo>
                  <a:pt x="187290" y="556031"/>
                </a:lnTo>
                <a:lnTo>
                  <a:pt x="193538" y="574567"/>
                </a:lnTo>
                <a:lnTo>
                  <a:pt x="199777" y="593103"/>
                </a:lnTo>
                <a:lnTo>
                  <a:pt x="206026" y="611638"/>
                </a:lnTo>
                <a:lnTo>
                  <a:pt x="212265" y="630164"/>
                </a:lnTo>
                <a:lnTo>
                  <a:pt x="218513" y="648700"/>
                </a:lnTo>
                <a:lnTo>
                  <a:pt x="224752" y="667236"/>
                </a:lnTo>
                <a:lnTo>
                  <a:pt x="231000" y="685771"/>
                </a:lnTo>
                <a:lnTo>
                  <a:pt x="237239" y="704307"/>
                </a:lnTo>
                <a:lnTo>
                  <a:pt x="243478" y="722843"/>
                </a:lnTo>
                <a:lnTo>
                  <a:pt x="249726" y="741378"/>
                </a:lnTo>
                <a:lnTo>
                  <a:pt x="255965" y="759905"/>
                </a:lnTo>
                <a:lnTo>
                  <a:pt x="262214" y="778440"/>
                </a:lnTo>
                <a:lnTo>
                  <a:pt x="268453" y="796976"/>
                </a:lnTo>
                <a:lnTo>
                  <a:pt x="274701" y="815511"/>
                </a:lnTo>
                <a:lnTo>
                  <a:pt x="280940" y="834047"/>
                </a:lnTo>
                <a:lnTo>
                  <a:pt x="287188" y="852583"/>
                </a:lnTo>
                <a:lnTo>
                  <a:pt x="293427" y="871118"/>
                </a:lnTo>
                <a:lnTo>
                  <a:pt x="299666" y="889654"/>
                </a:lnTo>
                <a:lnTo>
                  <a:pt x="305914" y="908180"/>
                </a:lnTo>
                <a:lnTo>
                  <a:pt x="312153" y="926716"/>
                </a:lnTo>
                <a:lnTo>
                  <a:pt x="318402" y="945251"/>
                </a:lnTo>
                <a:lnTo>
                  <a:pt x="324641" y="963787"/>
                </a:lnTo>
                <a:lnTo>
                  <a:pt x="330889" y="982323"/>
                </a:lnTo>
                <a:lnTo>
                  <a:pt x="337128" y="1000858"/>
                </a:lnTo>
                <a:lnTo>
                  <a:pt x="343376" y="1019394"/>
                </a:lnTo>
                <a:lnTo>
                  <a:pt x="348653" y="1038139"/>
                </a:lnTo>
                <a:lnTo>
                  <a:pt x="360845" y="1053074"/>
                </a:lnTo>
                <a:lnTo>
                  <a:pt x="377695" y="1062923"/>
                </a:lnTo>
                <a:lnTo>
                  <a:pt x="395830" y="1070229"/>
                </a:lnTo>
                <a:lnTo>
                  <a:pt x="414490" y="1076068"/>
                </a:lnTo>
                <a:lnTo>
                  <a:pt x="433435" y="1080926"/>
                </a:lnTo>
                <a:lnTo>
                  <a:pt x="452552" y="1085069"/>
                </a:lnTo>
                <a:lnTo>
                  <a:pt x="471773" y="1088660"/>
                </a:lnTo>
                <a:lnTo>
                  <a:pt x="491080" y="1091803"/>
                </a:lnTo>
                <a:lnTo>
                  <a:pt x="510435" y="1094575"/>
                </a:lnTo>
                <a:lnTo>
                  <a:pt x="529838" y="1097032"/>
                </a:lnTo>
                <a:lnTo>
                  <a:pt x="549278" y="1099214"/>
                </a:lnTo>
                <a:lnTo>
                  <a:pt x="568738" y="1101147"/>
                </a:lnTo>
                <a:lnTo>
                  <a:pt x="588216" y="1102843"/>
                </a:lnTo>
                <a:lnTo>
                  <a:pt x="607724" y="1104348"/>
                </a:lnTo>
                <a:lnTo>
                  <a:pt x="627231" y="1105662"/>
                </a:lnTo>
                <a:lnTo>
                  <a:pt x="646757" y="1106795"/>
                </a:lnTo>
                <a:lnTo>
                  <a:pt x="666293" y="1107767"/>
                </a:lnTo>
                <a:lnTo>
                  <a:pt x="685829" y="1108577"/>
                </a:lnTo>
                <a:lnTo>
                  <a:pt x="705374" y="1109234"/>
                </a:lnTo>
                <a:lnTo>
                  <a:pt x="724929" y="1109748"/>
                </a:lnTo>
                <a:lnTo>
                  <a:pt x="744484" y="1110110"/>
                </a:lnTo>
                <a:lnTo>
                  <a:pt x="764038" y="1110339"/>
                </a:lnTo>
                <a:lnTo>
                  <a:pt x="783593" y="1110425"/>
                </a:lnTo>
                <a:lnTo>
                  <a:pt x="803158" y="1110367"/>
                </a:lnTo>
                <a:lnTo>
                  <a:pt x="822712" y="1110167"/>
                </a:lnTo>
                <a:lnTo>
                  <a:pt x="842267" y="1109834"/>
                </a:lnTo>
                <a:lnTo>
                  <a:pt x="861812" y="1109358"/>
                </a:lnTo>
                <a:lnTo>
                  <a:pt x="881367" y="1108729"/>
                </a:lnTo>
                <a:lnTo>
                  <a:pt x="900903" y="1107958"/>
                </a:lnTo>
                <a:lnTo>
                  <a:pt x="920439" y="1107024"/>
                </a:lnTo>
                <a:lnTo>
                  <a:pt x="939965" y="1105919"/>
                </a:lnTo>
                <a:lnTo>
                  <a:pt x="959482" y="1104643"/>
                </a:lnTo>
                <a:lnTo>
                  <a:pt x="978989" y="1103186"/>
                </a:lnTo>
                <a:lnTo>
                  <a:pt x="998477" y="1101528"/>
                </a:lnTo>
                <a:lnTo>
                  <a:pt x="1017937" y="1099642"/>
                </a:lnTo>
                <a:lnTo>
                  <a:pt x="1037387" y="1097528"/>
                </a:lnTo>
                <a:lnTo>
                  <a:pt x="1056789" y="1095137"/>
                </a:lnTo>
                <a:lnTo>
                  <a:pt x="1076163" y="1092432"/>
                </a:lnTo>
                <a:lnTo>
                  <a:pt x="1095480" y="1089374"/>
                </a:lnTo>
                <a:lnTo>
                  <a:pt x="1114720" y="1085888"/>
                </a:lnTo>
                <a:lnTo>
                  <a:pt x="1133866" y="1081878"/>
                </a:lnTo>
                <a:lnTo>
                  <a:pt x="1152849" y="1077192"/>
                </a:lnTo>
                <a:lnTo>
                  <a:pt x="1171594" y="1071601"/>
                </a:lnTo>
                <a:lnTo>
                  <a:pt x="1189873" y="1064676"/>
                </a:lnTo>
                <a:lnTo>
                  <a:pt x="1207132" y="1055522"/>
                </a:lnTo>
                <a:lnTo>
                  <a:pt x="1221010" y="1041978"/>
                </a:lnTo>
                <a:lnTo>
                  <a:pt x="1226706" y="1023414"/>
                </a:lnTo>
                <a:lnTo>
                  <a:pt x="1232954" y="1004878"/>
                </a:lnTo>
                <a:lnTo>
                  <a:pt x="1239193" y="986342"/>
                </a:lnTo>
                <a:lnTo>
                  <a:pt x="1245441" y="967807"/>
                </a:lnTo>
                <a:lnTo>
                  <a:pt x="1251680" y="949271"/>
                </a:lnTo>
                <a:lnTo>
                  <a:pt x="1257919" y="930735"/>
                </a:lnTo>
                <a:lnTo>
                  <a:pt x="1264168" y="912200"/>
                </a:lnTo>
                <a:lnTo>
                  <a:pt x="1270406" y="893674"/>
                </a:lnTo>
                <a:lnTo>
                  <a:pt x="1276655" y="875138"/>
                </a:lnTo>
                <a:lnTo>
                  <a:pt x="1282894" y="856602"/>
                </a:lnTo>
                <a:lnTo>
                  <a:pt x="1289142" y="838067"/>
                </a:lnTo>
                <a:lnTo>
                  <a:pt x="1295381" y="819531"/>
                </a:lnTo>
                <a:lnTo>
                  <a:pt x="1301629" y="800995"/>
                </a:lnTo>
                <a:lnTo>
                  <a:pt x="1307868" y="782460"/>
                </a:lnTo>
                <a:lnTo>
                  <a:pt x="1314117" y="763924"/>
                </a:lnTo>
                <a:lnTo>
                  <a:pt x="1320356" y="745398"/>
                </a:lnTo>
                <a:lnTo>
                  <a:pt x="1326594" y="726862"/>
                </a:lnTo>
                <a:lnTo>
                  <a:pt x="1332843" y="708327"/>
                </a:lnTo>
                <a:lnTo>
                  <a:pt x="1339082" y="689791"/>
                </a:lnTo>
                <a:lnTo>
                  <a:pt x="1345330" y="671255"/>
                </a:lnTo>
                <a:lnTo>
                  <a:pt x="1351569" y="652720"/>
                </a:lnTo>
                <a:lnTo>
                  <a:pt x="1357817" y="634184"/>
                </a:lnTo>
                <a:lnTo>
                  <a:pt x="1364056" y="615658"/>
                </a:lnTo>
                <a:lnTo>
                  <a:pt x="1370305" y="597122"/>
                </a:lnTo>
                <a:lnTo>
                  <a:pt x="1376543" y="578587"/>
                </a:lnTo>
                <a:lnTo>
                  <a:pt x="1382782" y="560051"/>
                </a:lnTo>
                <a:lnTo>
                  <a:pt x="1389031" y="541515"/>
                </a:lnTo>
                <a:lnTo>
                  <a:pt x="1395270" y="522980"/>
                </a:lnTo>
                <a:lnTo>
                  <a:pt x="1401518" y="504444"/>
                </a:lnTo>
                <a:lnTo>
                  <a:pt x="1407757" y="485908"/>
                </a:lnTo>
                <a:lnTo>
                  <a:pt x="1414005" y="467382"/>
                </a:lnTo>
                <a:lnTo>
                  <a:pt x="1420244" y="448847"/>
                </a:lnTo>
                <a:lnTo>
                  <a:pt x="1426493" y="430311"/>
                </a:lnTo>
                <a:lnTo>
                  <a:pt x="1432731" y="411775"/>
                </a:lnTo>
                <a:lnTo>
                  <a:pt x="1438970" y="393240"/>
                </a:lnTo>
                <a:lnTo>
                  <a:pt x="1445219" y="374704"/>
                </a:lnTo>
                <a:lnTo>
                  <a:pt x="1451458" y="356168"/>
                </a:lnTo>
                <a:lnTo>
                  <a:pt x="1457706" y="337642"/>
                </a:lnTo>
                <a:lnTo>
                  <a:pt x="1463945" y="319107"/>
                </a:lnTo>
                <a:lnTo>
                  <a:pt x="1470193" y="300571"/>
                </a:lnTo>
                <a:lnTo>
                  <a:pt x="1476432" y="282035"/>
                </a:lnTo>
                <a:lnTo>
                  <a:pt x="1482681" y="263500"/>
                </a:lnTo>
                <a:lnTo>
                  <a:pt x="1488919" y="244964"/>
                </a:lnTo>
                <a:lnTo>
                  <a:pt x="1495158" y="226428"/>
                </a:lnTo>
                <a:lnTo>
                  <a:pt x="1501407" y="207902"/>
                </a:lnTo>
                <a:lnTo>
                  <a:pt x="1507646" y="189367"/>
                </a:lnTo>
                <a:lnTo>
                  <a:pt x="1513894" y="170831"/>
                </a:lnTo>
                <a:lnTo>
                  <a:pt x="1520133" y="152295"/>
                </a:lnTo>
                <a:lnTo>
                  <a:pt x="1526381" y="133760"/>
                </a:lnTo>
                <a:lnTo>
                  <a:pt x="1532620" y="115224"/>
                </a:lnTo>
                <a:lnTo>
                  <a:pt x="1538869" y="96688"/>
                </a:lnTo>
                <a:lnTo>
                  <a:pt x="1545107" y="78153"/>
                </a:lnTo>
                <a:lnTo>
                  <a:pt x="1551346" y="59627"/>
                </a:lnTo>
                <a:lnTo>
                  <a:pt x="1557595" y="41091"/>
                </a:lnTo>
                <a:lnTo>
                  <a:pt x="1563834" y="22555"/>
                </a:lnTo>
                <a:lnTo>
                  <a:pt x="1570082" y="4020"/>
                </a:lnTo>
                <a:lnTo>
                  <a:pt x="1563548" y="12497"/>
                </a:lnTo>
                <a:lnTo>
                  <a:pt x="1546374" y="21755"/>
                </a:lnTo>
                <a:lnTo>
                  <a:pt x="1527905" y="28146"/>
                </a:lnTo>
                <a:lnTo>
                  <a:pt x="1509008" y="33185"/>
                </a:lnTo>
                <a:lnTo>
                  <a:pt x="1489910" y="37386"/>
                </a:lnTo>
                <a:lnTo>
                  <a:pt x="1470689" y="41024"/>
                </a:lnTo>
                <a:lnTo>
                  <a:pt x="1451400" y="44225"/>
                </a:lnTo>
                <a:lnTo>
                  <a:pt x="1432055" y="47101"/>
                </a:lnTo>
                <a:lnTo>
                  <a:pt x="1412672" y="49701"/>
                </a:lnTo>
                <a:lnTo>
                  <a:pt x="1393260" y="52073"/>
                </a:lnTo>
                <a:lnTo>
                  <a:pt x="1373819" y="54254"/>
                </a:lnTo>
                <a:lnTo>
                  <a:pt x="1354369" y="56264"/>
                </a:lnTo>
                <a:lnTo>
                  <a:pt x="1334900" y="58112"/>
                </a:lnTo>
                <a:lnTo>
                  <a:pt x="1315412" y="59846"/>
                </a:lnTo>
                <a:lnTo>
                  <a:pt x="1295924" y="61455"/>
                </a:lnTo>
                <a:lnTo>
                  <a:pt x="1276426" y="62951"/>
                </a:lnTo>
                <a:lnTo>
                  <a:pt x="1256919" y="64351"/>
                </a:lnTo>
                <a:lnTo>
                  <a:pt x="1237402" y="65665"/>
                </a:lnTo>
                <a:lnTo>
                  <a:pt x="1217886" y="66875"/>
                </a:lnTo>
                <a:lnTo>
                  <a:pt x="1198359" y="68018"/>
                </a:lnTo>
                <a:lnTo>
                  <a:pt x="1178833" y="69085"/>
                </a:lnTo>
                <a:lnTo>
                  <a:pt x="1159297" y="70085"/>
                </a:lnTo>
                <a:lnTo>
                  <a:pt x="1139762" y="71009"/>
                </a:lnTo>
                <a:lnTo>
                  <a:pt x="1120226" y="71866"/>
                </a:lnTo>
                <a:lnTo>
                  <a:pt x="1100680" y="72676"/>
                </a:lnTo>
                <a:lnTo>
                  <a:pt x="1081145" y="73419"/>
                </a:lnTo>
                <a:lnTo>
                  <a:pt x="1061599" y="74105"/>
                </a:lnTo>
                <a:lnTo>
                  <a:pt x="1042045" y="74733"/>
                </a:lnTo>
                <a:lnTo>
                  <a:pt x="1022499" y="75324"/>
                </a:lnTo>
                <a:lnTo>
                  <a:pt x="1002944" y="75848"/>
                </a:lnTo>
                <a:lnTo>
                  <a:pt x="983399" y="76324"/>
                </a:lnTo>
                <a:lnTo>
                  <a:pt x="963844" y="76752"/>
                </a:lnTo>
                <a:lnTo>
                  <a:pt x="944289" y="77133"/>
                </a:lnTo>
                <a:lnTo>
                  <a:pt x="924735" y="77476"/>
                </a:lnTo>
                <a:lnTo>
                  <a:pt x="905180" y="77762"/>
                </a:lnTo>
                <a:lnTo>
                  <a:pt x="885625" y="78010"/>
                </a:lnTo>
                <a:lnTo>
                  <a:pt x="866070" y="78210"/>
                </a:lnTo>
                <a:lnTo>
                  <a:pt x="846506" y="78372"/>
                </a:lnTo>
                <a:lnTo>
                  <a:pt x="826951" y="78486"/>
                </a:lnTo>
                <a:lnTo>
                  <a:pt x="807396" y="78553"/>
                </a:lnTo>
                <a:lnTo>
                  <a:pt x="787841" y="78581"/>
                </a:lnTo>
                <a:lnTo>
                  <a:pt x="768277" y="78562"/>
                </a:lnTo>
                <a:lnTo>
                  <a:pt x="748722" y="78505"/>
                </a:lnTo>
                <a:lnTo>
                  <a:pt x="729167" y="78400"/>
                </a:lnTo>
                <a:lnTo>
                  <a:pt x="709613" y="78248"/>
                </a:lnTo>
                <a:lnTo>
                  <a:pt x="690048" y="78057"/>
                </a:lnTo>
                <a:lnTo>
                  <a:pt x="670493" y="77819"/>
                </a:lnTo>
                <a:lnTo>
                  <a:pt x="650939" y="77543"/>
                </a:lnTo>
                <a:lnTo>
                  <a:pt x="631384" y="77210"/>
                </a:lnTo>
                <a:lnTo>
                  <a:pt x="611829" y="76838"/>
                </a:lnTo>
                <a:lnTo>
                  <a:pt x="592274" y="76419"/>
                </a:lnTo>
                <a:lnTo>
                  <a:pt x="572729" y="75952"/>
                </a:lnTo>
                <a:lnTo>
                  <a:pt x="553174" y="75438"/>
                </a:lnTo>
                <a:lnTo>
                  <a:pt x="533629" y="74867"/>
                </a:lnTo>
                <a:lnTo>
                  <a:pt x="514083" y="74247"/>
                </a:lnTo>
                <a:lnTo>
                  <a:pt x="494528" y="73571"/>
                </a:lnTo>
                <a:lnTo>
                  <a:pt x="474993" y="72838"/>
                </a:lnTo>
                <a:lnTo>
                  <a:pt x="455447" y="72047"/>
                </a:lnTo>
                <a:lnTo>
                  <a:pt x="435912" y="71199"/>
                </a:lnTo>
                <a:lnTo>
                  <a:pt x="416376" y="70285"/>
                </a:lnTo>
                <a:lnTo>
                  <a:pt x="396840" y="69313"/>
                </a:lnTo>
                <a:lnTo>
                  <a:pt x="377314" y="68256"/>
                </a:lnTo>
                <a:lnTo>
                  <a:pt x="357788" y="67132"/>
                </a:lnTo>
                <a:lnTo>
                  <a:pt x="338261" y="65932"/>
                </a:lnTo>
                <a:lnTo>
                  <a:pt x="318745" y="64646"/>
                </a:lnTo>
                <a:lnTo>
                  <a:pt x="299237" y="63265"/>
                </a:lnTo>
                <a:lnTo>
                  <a:pt x="279740" y="61789"/>
                </a:lnTo>
                <a:lnTo>
                  <a:pt x="260242" y="60208"/>
                </a:lnTo>
                <a:lnTo>
                  <a:pt x="240763" y="58503"/>
                </a:lnTo>
                <a:lnTo>
                  <a:pt x="221294" y="56674"/>
                </a:lnTo>
                <a:lnTo>
                  <a:pt x="201835" y="54702"/>
                </a:lnTo>
                <a:lnTo>
                  <a:pt x="182394" y="52559"/>
                </a:lnTo>
                <a:lnTo>
                  <a:pt x="162973" y="50235"/>
                </a:lnTo>
                <a:lnTo>
                  <a:pt x="143580" y="47682"/>
                </a:lnTo>
                <a:lnTo>
                  <a:pt x="124225" y="44882"/>
                </a:lnTo>
                <a:lnTo>
                  <a:pt x="104918" y="41748"/>
                </a:lnTo>
                <a:lnTo>
                  <a:pt x="85687" y="38224"/>
                </a:lnTo>
                <a:lnTo>
                  <a:pt x="66561" y="34157"/>
                </a:lnTo>
                <a:lnTo>
                  <a:pt x="47606" y="29327"/>
                </a:lnTo>
                <a:lnTo>
                  <a:pt x="29004" y="23298"/>
                </a:lnTo>
                <a:lnTo>
                  <a:pt x="11373" y="14916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78A8D5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50" name="funnel-step-cap-2">
            <a:extLst xmlns:a="http://schemas.openxmlformats.org/drawingml/2006/main">
              <a:ext uri="{FF2B5EF4-FFF2-40B4-BE49-F238E27FC236}">
                <a16:creationId xmlns:a16="http://schemas.microsoft.com/office/drawing/2014/main" id="{09BDF6ED-5730-47FC-A5E8-3B0E00B71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833917" y="4816478"/>
            <a:ext cx="1571406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8A8D5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51" name="funnel-flow-arrow">
            <a:extLst xmlns:a="http://schemas.openxmlformats.org/drawingml/2006/main">
              <a:ext uri="{FF2B5EF4-FFF2-40B4-BE49-F238E27FC236}">
                <a16:creationId xmlns:a16="http://schemas.microsoft.com/office/drawing/2014/main" id="{DBDF39C4-BA5E-4F7E-B72B-E790E9BA4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52850" y="2466975"/>
            <a:ext cx="1733550" cy="3631121"/>
          </a:xfrm>
          <a:custGeom xmlns:a="http://schemas.openxmlformats.org/drawingml/2006/main">
            <a:pathLst>
              <a:path w="1733550" h="3631121">
                <a:moveTo>
                  <a:pt x="0" y="0"/>
                </a:moveTo>
                <a:lnTo>
                  <a:pt x="0" y="42824"/>
                </a:lnTo>
                <a:lnTo>
                  <a:pt x="8182" y="84763"/>
                </a:lnTo>
                <a:lnTo>
                  <a:pt x="17393" y="126587"/>
                </a:lnTo>
                <a:lnTo>
                  <a:pt x="26613" y="168412"/>
                </a:lnTo>
                <a:lnTo>
                  <a:pt x="35824" y="210236"/>
                </a:lnTo>
                <a:lnTo>
                  <a:pt x="45044" y="252060"/>
                </a:lnTo>
                <a:lnTo>
                  <a:pt x="54254" y="293884"/>
                </a:lnTo>
                <a:lnTo>
                  <a:pt x="63465" y="335709"/>
                </a:lnTo>
                <a:lnTo>
                  <a:pt x="72685" y="377533"/>
                </a:lnTo>
                <a:lnTo>
                  <a:pt x="81896" y="419357"/>
                </a:lnTo>
                <a:lnTo>
                  <a:pt x="91116" y="461181"/>
                </a:lnTo>
                <a:lnTo>
                  <a:pt x="100327" y="503006"/>
                </a:lnTo>
                <a:lnTo>
                  <a:pt x="109538" y="544830"/>
                </a:lnTo>
                <a:lnTo>
                  <a:pt x="118758" y="586654"/>
                </a:lnTo>
                <a:lnTo>
                  <a:pt x="127968" y="628479"/>
                </a:lnTo>
                <a:lnTo>
                  <a:pt x="137189" y="670303"/>
                </a:lnTo>
                <a:lnTo>
                  <a:pt x="146399" y="712127"/>
                </a:lnTo>
                <a:lnTo>
                  <a:pt x="155610" y="753951"/>
                </a:lnTo>
                <a:lnTo>
                  <a:pt x="164830" y="795776"/>
                </a:lnTo>
                <a:lnTo>
                  <a:pt x="174041" y="837600"/>
                </a:lnTo>
                <a:lnTo>
                  <a:pt x="183261" y="879424"/>
                </a:lnTo>
                <a:lnTo>
                  <a:pt x="192472" y="921248"/>
                </a:lnTo>
                <a:lnTo>
                  <a:pt x="201682" y="963073"/>
                </a:lnTo>
                <a:lnTo>
                  <a:pt x="210903" y="1004897"/>
                </a:lnTo>
                <a:lnTo>
                  <a:pt x="220113" y="1046721"/>
                </a:lnTo>
                <a:lnTo>
                  <a:pt x="229324" y="1088546"/>
                </a:lnTo>
                <a:lnTo>
                  <a:pt x="238544" y="1130370"/>
                </a:lnTo>
                <a:lnTo>
                  <a:pt x="247755" y="1172194"/>
                </a:lnTo>
                <a:lnTo>
                  <a:pt x="255813" y="1214247"/>
                </a:lnTo>
                <a:lnTo>
                  <a:pt x="263404" y="1256395"/>
                </a:lnTo>
                <a:lnTo>
                  <a:pt x="270510" y="1298629"/>
                </a:lnTo>
                <a:lnTo>
                  <a:pt x="277578" y="1340872"/>
                </a:lnTo>
                <a:lnTo>
                  <a:pt x="284636" y="1383106"/>
                </a:lnTo>
                <a:lnTo>
                  <a:pt x="291694" y="1425350"/>
                </a:lnTo>
                <a:lnTo>
                  <a:pt x="298761" y="1467593"/>
                </a:lnTo>
                <a:lnTo>
                  <a:pt x="305819" y="1509836"/>
                </a:lnTo>
                <a:lnTo>
                  <a:pt x="312877" y="1552070"/>
                </a:lnTo>
                <a:lnTo>
                  <a:pt x="319945" y="1594314"/>
                </a:lnTo>
                <a:lnTo>
                  <a:pt x="327003" y="1636557"/>
                </a:lnTo>
                <a:lnTo>
                  <a:pt x="334061" y="1678800"/>
                </a:lnTo>
                <a:lnTo>
                  <a:pt x="341128" y="1721034"/>
                </a:lnTo>
                <a:lnTo>
                  <a:pt x="348186" y="1763278"/>
                </a:lnTo>
                <a:lnTo>
                  <a:pt x="355244" y="1805521"/>
                </a:lnTo>
                <a:lnTo>
                  <a:pt x="362312" y="1847764"/>
                </a:lnTo>
                <a:lnTo>
                  <a:pt x="369370" y="1889998"/>
                </a:lnTo>
                <a:lnTo>
                  <a:pt x="376438" y="1932242"/>
                </a:lnTo>
                <a:lnTo>
                  <a:pt x="383496" y="1974485"/>
                </a:lnTo>
                <a:lnTo>
                  <a:pt x="390554" y="2016728"/>
                </a:lnTo>
                <a:lnTo>
                  <a:pt x="397621" y="2058962"/>
                </a:lnTo>
                <a:lnTo>
                  <a:pt x="404679" y="2101205"/>
                </a:lnTo>
                <a:lnTo>
                  <a:pt x="411737" y="2143449"/>
                </a:lnTo>
                <a:lnTo>
                  <a:pt x="418805" y="2185692"/>
                </a:lnTo>
                <a:lnTo>
                  <a:pt x="425863" y="2227926"/>
                </a:lnTo>
                <a:lnTo>
                  <a:pt x="432921" y="2270169"/>
                </a:lnTo>
                <a:lnTo>
                  <a:pt x="439988" y="2312413"/>
                </a:lnTo>
                <a:lnTo>
                  <a:pt x="447046" y="2354656"/>
                </a:lnTo>
                <a:lnTo>
                  <a:pt x="454104" y="2396890"/>
                </a:lnTo>
                <a:lnTo>
                  <a:pt x="460829" y="2439191"/>
                </a:lnTo>
                <a:lnTo>
                  <a:pt x="467506" y="2481491"/>
                </a:lnTo>
                <a:lnTo>
                  <a:pt x="474069" y="2523811"/>
                </a:lnTo>
                <a:lnTo>
                  <a:pt x="480632" y="2566140"/>
                </a:lnTo>
                <a:lnTo>
                  <a:pt x="487185" y="2608459"/>
                </a:lnTo>
                <a:lnTo>
                  <a:pt x="493747" y="2650779"/>
                </a:lnTo>
                <a:lnTo>
                  <a:pt x="500301" y="2693099"/>
                </a:lnTo>
                <a:lnTo>
                  <a:pt x="506863" y="2735428"/>
                </a:lnTo>
                <a:lnTo>
                  <a:pt x="513426" y="2777747"/>
                </a:lnTo>
                <a:lnTo>
                  <a:pt x="519979" y="2820067"/>
                </a:lnTo>
                <a:lnTo>
                  <a:pt x="526542" y="2862386"/>
                </a:lnTo>
                <a:lnTo>
                  <a:pt x="533095" y="2904715"/>
                </a:lnTo>
                <a:lnTo>
                  <a:pt x="539658" y="2947035"/>
                </a:lnTo>
                <a:lnTo>
                  <a:pt x="503501" y="2952750"/>
                </a:lnTo>
                <a:lnTo>
                  <a:pt x="460677" y="2952750"/>
                </a:lnTo>
                <a:lnTo>
                  <a:pt x="417843" y="2952750"/>
                </a:lnTo>
                <a:lnTo>
                  <a:pt x="375018" y="2952750"/>
                </a:lnTo>
                <a:lnTo>
                  <a:pt x="332194" y="2952750"/>
                </a:lnTo>
                <a:lnTo>
                  <a:pt x="289370" y="2952750"/>
                </a:lnTo>
                <a:lnTo>
                  <a:pt x="246536" y="2952750"/>
                </a:lnTo>
                <a:lnTo>
                  <a:pt x="225628" y="2962170"/>
                </a:lnTo>
                <a:lnTo>
                  <a:pt x="255089" y="2993250"/>
                </a:lnTo>
                <a:lnTo>
                  <a:pt x="284550" y="3024340"/>
                </a:lnTo>
                <a:lnTo>
                  <a:pt x="314011" y="3055420"/>
                </a:lnTo>
                <a:lnTo>
                  <a:pt x="343481" y="3086500"/>
                </a:lnTo>
                <a:lnTo>
                  <a:pt x="372942" y="3117580"/>
                </a:lnTo>
                <a:lnTo>
                  <a:pt x="402403" y="3148660"/>
                </a:lnTo>
                <a:lnTo>
                  <a:pt x="431864" y="3179750"/>
                </a:lnTo>
                <a:lnTo>
                  <a:pt x="461334" y="3210830"/>
                </a:lnTo>
                <a:lnTo>
                  <a:pt x="490795" y="3241910"/>
                </a:lnTo>
                <a:lnTo>
                  <a:pt x="520256" y="3272990"/>
                </a:lnTo>
                <a:lnTo>
                  <a:pt x="549716" y="3304070"/>
                </a:lnTo>
                <a:lnTo>
                  <a:pt x="579187" y="3335160"/>
                </a:lnTo>
                <a:lnTo>
                  <a:pt x="608648" y="3366240"/>
                </a:lnTo>
                <a:lnTo>
                  <a:pt x="638108" y="3397320"/>
                </a:lnTo>
                <a:lnTo>
                  <a:pt x="667569" y="3428400"/>
                </a:lnTo>
                <a:lnTo>
                  <a:pt x="697040" y="3459480"/>
                </a:lnTo>
                <a:lnTo>
                  <a:pt x="726500" y="3490570"/>
                </a:lnTo>
                <a:lnTo>
                  <a:pt x="755961" y="3521650"/>
                </a:lnTo>
                <a:lnTo>
                  <a:pt x="785422" y="3552730"/>
                </a:lnTo>
                <a:lnTo>
                  <a:pt x="814892" y="3583810"/>
                </a:lnTo>
                <a:lnTo>
                  <a:pt x="844353" y="3614890"/>
                </a:lnTo>
                <a:lnTo>
                  <a:pt x="873814" y="3631121"/>
                </a:lnTo>
                <a:lnTo>
                  <a:pt x="903275" y="3600040"/>
                </a:lnTo>
                <a:lnTo>
                  <a:pt x="932736" y="3568960"/>
                </a:lnTo>
                <a:lnTo>
                  <a:pt x="962206" y="3537880"/>
                </a:lnTo>
                <a:lnTo>
                  <a:pt x="991667" y="3506800"/>
                </a:lnTo>
                <a:lnTo>
                  <a:pt x="1021128" y="3475711"/>
                </a:lnTo>
                <a:lnTo>
                  <a:pt x="1050588" y="3444631"/>
                </a:lnTo>
                <a:lnTo>
                  <a:pt x="1080059" y="3413550"/>
                </a:lnTo>
                <a:lnTo>
                  <a:pt x="1109520" y="3382470"/>
                </a:lnTo>
                <a:lnTo>
                  <a:pt x="1138980" y="3351390"/>
                </a:lnTo>
                <a:lnTo>
                  <a:pt x="1168441" y="3320301"/>
                </a:lnTo>
                <a:lnTo>
                  <a:pt x="1197912" y="3289221"/>
                </a:lnTo>
                <a:lnTo>
                  <a:pt x="1227372" y="3258141"/>
                </a:lnTo>
                <a:lnTo>
                  <a:pt x="1256833" y="3227060"/>
                </a:lnTo>
                <a:lnTo>
                  <a:pt x="1286294" y="3195980"/>
                </a:lnTo>
                <a:lnTo>
                  <a:pt x="1315764" y="3164891"/>
                </a:lnTo>
                <a:lnTo>
                  <a:pt x="1345225" y="3133811"/>
                </a:lnTo>
                <a:lnTo>
                  <a:pt x="1374686" y="3102731"/>
                </a:lnTo>
                <a:lnTo>
                  <a:pt x="1404147" y="3071651"/>
                </a:lnTo>
                <a:lnTo>
                  <a:pt x="1433617" y="3040571"/>
                </a:lnTo>
                <a:lnTo>
                  <a:pt x="1463078" y="3009481"/>
                </a:lnTo>
                <a:lnTo>
                  <a:pt x="1492539" y="2978401"/>
                </a:lnTo>
                <a:lnTo>
                  <a:pt x="1509379" y="2952750"/>
                </a:lnTo>
                <a:lnTo>
                  <a:pt x="1466545" y="2952750"/>
                </a:lnTo>
                <a:lnTo>
                  <a:pt x="1423721" y="2952750"/>
                </a:lnTo>
                <a:lnTo>
                  <a:pt x="1380896" y="2952750"/>
                </a:lnTo>
                <a:lnTo>
                  <a:pt x="1338062" y="2952750"/>
                </a:lnTo>
                <a:lnTo>
                  <a:pt x="1295238" y="2952750"/>
                </a:lnTo>
                <a:lnTo>
                  <a:pt x="1252414" y="2952750"/>
                </a:lnTo>
                <a:lnTo>
                  <a:pt x="1209589" y="2952750"/>
                </a:lnTo>
                <a:lnTo>
                  <a:pt x="1197026" y="2926813"/>
                </a:lnTo>
                <a:lnTo>
                  <a:pt x="1203589" y="2884494"/>
                </a:lnTo>
                <a:lnTo>
                  <a:pt x="1210142" y="2842165"/>
                </a:lnTo>
                <a:lnTo>
                  <a:pt x="1216704" y="2799845"/>
                </a:lnTo>
                <a:lnTo>
                  <a:pt x="1223258" y="2757526"/>
                </a:lnTo>
                <a:lnTo>
                  <a:pt x="1229820" y="2715206"/>
                </a:lnTo>
                <a:lnTo>
                  <a:pt x="1236383" y="2672877"/>
                </a:lnTo>
                <a:lnTo>
                  <a:pt x="1242936" y="2630557"/>
                </a:lnTo>
                <a:lnTo>
                  <a:pt x="1249499" y="2588238"/>
                </a:lnTo>
                <a:lnTo>
                  <a:pt x="1256052" y="2545918"/>
                </a:lnTo>
                <a:lnTo>
                  <a:pt x="1262615" y="2503589"/>
                </a:lnTo>
                <a:lnTo>
                  <a:pt x="1269216" y="2461279"/>
                </a:lnTo>
                <a:lnTo>
                  <a:pt x="1275931" y="2418979"/>
                </a:lnTo>
                <a:lnTo>
                  <a:pt x="1282817" y="2376707"/>
                </a:lnTo>
                <a:lnTo>
                  <a:pt x="1289875" y="2334473"/>
                </a:lnTo>
                <a:lnTo>
                  <a:pt x="1296943" y="2292229"/>
                </a:lnTo>
                <a:lnTo>
                  <a:pt x="1304001" y="2249986"/>
                </a:lnTo>
                <a:lnTo>
                  <a:pt x="1311059" y="2207743"/>
                </a:lnTo>
                <a:lnTo>
                  <a:pt x="1318127" y="2165509"/>
                </a:lnTo>
                <a:lnTo>
                  <a:pt x="1325185" y="2123265"/>
                </a:lnTo>
                <a:lnTo>
                  <a:pt x="1332243" y="2081022"/>
                </a:lnTo>
                <a:lnTo>
                  <a:pt x="1339310" y="2038779"/>
                </a:lnTo>
                <a:lnTo>
                  <a:pt x="1346368" y="1996545"/>
                </a:lnTo>
                <a:lnTo>
                  <a:pt x="1353426" y="1954301"/>
                </a:lnTo>
                <a:lnTo>
                  <a:pt x="1360494" y="1912058"/>
                </a:lnTo>
                <a:lnTo>
                  <a:pt x="1367552" y="1869815"/>
                </a:lnTo>
                <a:lnTo>
                  <a:pt x="1374610" y="1827581"/>
                </a:lnTo>
                <a:lnTo>
                  <a:pt x="1381677" y="1785337"/>
                </a:lnTo>
                <a:lnTo>
                  <a:pt x="1388735" y="1743094"/>
                </a:lnTo>
                <a:lnTo>
                  <a:pt x="1395803" y="1700851"/>
                </a:lnTo>
                <a:lnTo>
                  <a:pt x="1402861" y="1658617"/>
                </a:lnTo>
                <a:lnTo>
                  <a:pt x="1409919" y="1616373"/>
                </a:lnTo>
                <a:lnTo>
                  <a:pt x="1416987" y="1574130"/>
                </a:lnTo>
                <a:lnTo>
                  <a:pt x="1424045" y="1531887"/>
                </a:lnTo>
                <a:lnTo>
                  <a:pt x="1431103" y="1489653"/>
                </a:lnTo>
                <a:lnTo>
                  <a:pt x="1438170" y="1447409"/>
                </a:lnTo>
                <a:lnTo>
                  <a:pt x="1445228" y="1405166"/>
                </a:lnTo>
                <a:lnTo>
                  <a:pt x="1452286" y="1362923"/>
                </a:lnTo>
                <a:lnTo>
                  <a:pt x="1459354" y="1320689"/>
                </a:lnTo>
                <a:lnTo>
                  <a:pt x="1466412" y="1278446"/>
                </a:lnTo>
                <a:lnTo>
                  <a:pt x="1473775" y="1236259"/>
                </a:lnTo>
                <a:lnTo>
                  <a:pt x="1481366" y="1194102"/>
                </a:lnTo>
                <a:lnTo>
                  <a:pt x="1490196" y="1152201"/>
                </a:lnTo>
                <a:lnTo>
                  <a:pt x="1499406" y="1110377"/>
                </a:lnTo>
                <a:lnTo>
                  <a:pt x="1508627" y="1068562"/>
                </a:lnTo>
                <a:lnTo>
                  <a:pt x="1517837" y="1026738"/>
                </a:lnTo>
                <a:lnTo>
                  <a:pt x="1527058" y="984914"/>
                </a:lnTo>
                <a:lnTo>
                  <a:pt x="1536268" y="943089"/>
                </a:lnTo>
                <a:lnTo>
                  <a:pt x="1545479" y="901265"/>
                </a:lnTo>
                <a:lnTo>
                  <a:pt x="1554699" y="859441"/>
                </a:lnTo>
                <a:lnTo>
                  <a:pt x="1563910" y="817616"/>
                </a:lnTo>
                <a:lnTo>
                  <a:pt x="1573130" y="775792"/>
                </a:lnTo>
                <a:lnTo>
                  <a:pt x="1582341" y="733968"/>
                </a:lnTo>
                <a:lnTo>
                  <a:pt x="1591551" y="692144"/>
                </a:lnTo>
                <a:lnTo>
                  <a:pt x="1600772" y="650319"/>
                </a:lnTo>
                <a:lnTo>
                  <a:pt x="1609982" y="608495"/>
                </a:lnTo>
                <a:lnTo>
                  <a:pt x="1619202" y="566671"/>
                </a:lnTo>
                <a:lnTo>
                  <a:pt x="1628413" y="524847"/>
                </a:lnTo>
                <a:lnTo>
                  <a:pt x="1637624" y="483022"/>
                </a:lnTo>
                <a:lnTo>
                  <a:pt x="1646844" y="441198"/>
                </a:lnTo>
                <a:lnTo>
                  <a:pt x="1656055" y="399374"/>
                </a:lnTo>
                <a:lnTo>
                  <a:pt x="1665265" y="357549"/>
                </a:lnTo>
                <a:lnTo>
                  <a:pt x="1674485" y="315725"/>
                </a:lnTo>
                <a:lnTo>
                  <a:pt x="1683696" y="273901"/>
                </a:lnTo>
                <a:lnTo>
                  <a:pt x="1692916" y="232077"/>
                </a:lnTo>
                <a:lnTo>
                  <a:pt x="1702127" y="190252"/>
                </a:lnTo>
                <a:lnTo>
                  <a:pt x="1711338" y="148428"/>
                </a:lnTo>
                <a:lnTo>
                  <a:pt x="1720558" y="106604"/>
                </a:lnTo>
                <a:lnTo>
                  <a:pt x="1729769" y="64780"/>
                </a:lnTo>
                <a:lnTo>
                  <a:pt x="1733550" y="22365"/>
                </a:lnTo>
                <a:lnTo>
                  <a:pt x="1713090" y="0"/>
                </a:lnTo>
                <a:lnTo>
                  <a:pt x="1670256" y="0"/>
                </a:lnTo>
                <a:lnTo>
                  <a:pt x="1627432" y="0"/>
                </a:lnTo>
                <a:lnTo>
                  <a:pt x="1584608" y="0"/>
                </a:lnTo>
                <a:lnTo>
                  <a:pt x="1541774" y="0"/>
                </a:lnTo>
                <a:lnTo>
                  <a:pt x="1498949" y="0"/>
                </a:lnTo>
                <a:lnTo>
                  <a:pt x="1456125" y="0"/>
                </a:lnTo>
                <a:lnTo>
                  <a:pt x="1413291" y="0"/>
                </a:lnTo>
                <a:lnTo>
                  <a:pt x="1370467" y="0"/>
                </a:lnTo>
                <a:lnTo>
                  <a:pt x="1327642" y="0"/>
                </a:lnTo>
                <a:lnTo>
                  <a:pt x="1284818" y="0"/>
                </a:lnTo>
                <a:lnTo>
                  <a:pt x="1241984" y="0"/>
                </a:lnTo>
                <a:lnTo>
                  <a:pt x="1199159" y="0"/>
                </a:lnTo>
                <a:lnTo>
                  <a:pt x="1156335" y="0"/>
                </a:lnTo>
                <a:lnTo>
                  <a:pt x="1113501" y="0"/>
                </a:lnTo>
                <a:lnTo>
                  <a:pt x="1070677" y="0"/>
                </a:lnTo>
                <a:lnTo>
                  <a:pt x="1027852" y="0"/>
                </a:lnTo>
                <a:lnTo>
                  <a:pt x="985028" y="0"/>
                </a:lnTo>
                <a:lnTo>
                  <a:pt x="942194" y="0"/>
                </a:lnTo>
                <a:lnTo>
                  <a:pt x="899370" y="0"/>
                </a:lnTo>
                <a:lnTo>
                  <a:pt x="856545" y="0"/>
                </a:lnTo>
                <a:lnTo>
                  <a:pt x="813711" y="0"/>
                </a:lnTo>
                <a:lnTo>
                  <a:pt x="770887" y="0"/>
                </a:lnTo>
                <a:lnTo>
                  <a:pt x="728062" y="0"/>
                </a:lnTo>
                <a:lnTo>
                  <a:pt x="685238" y="0"/>
                </a:lnTo>
                <a:lnTo>
                  <a:pt x="642404" y="0"/>
                </a:lnTo>
                <a:lnTo>
                  <a:pt x="599580" y="0"/>
                </a:lnTo>
                <a:lnTo>
                  <a:pt x="556755" y="0"/>
                </a:lnTo>
                <a:lnTo>
                  <a:pt x="513921" y="0"/>
                </a:lnTo>
                <a:lnTo>
                  <a:pt x="471097" y="0"/>
                </a:lnTo>
                <a:lnTo>
                  <a:pt x="428273" y="0"/>
                </a:lnTo>
                <a:lnTo>
                  <a:pt x="385448" y="0"/>
                </a:lnTo>
                <a:lnTo>
                  <a:pt x="342614" y="0"/>
                </a:lnTo>
                <a:lnTo>
                  <a:pt x="299790" y="0"/>
                </a:lnTo>
                <a:lnTo>
                  <a:pt x="256965" y="0"/>
                </a:lnTo>
                <a:lnTo>
                  <a:pt x="214132" y="0"/>
                </a:lnTo>
                <a:lnTo>
                  <a:pt x="171307" y="0"/>
                </a:lnTo>
                <a:lnTo>
                  <a:pt x="128483" y="0"/>
                </a:lnTo>
                <a:lnTo>
                  <a:pt x="85658" y="0"/>
                </a:lnTo>
                <a:lnTo>
                  <a:pt x="42824" y="0"/>
                </a:lnTo>
                <a:lnTo>
                  <a:pt x="0" y="0"/>
                </a:lnTo>
                <a:close/>
              </a:path>
            </a:pathLst>
          </a:custGeom>
          <a:gradFill xmlns:a="http://schemas.openxmlformats.org/drawingml/2006/main">
            <a:gsLst>
              <a:gs pos="0">
                <a:srgbClr val="000000"/>
              </a:gs>
              <a:gs pos="42">
                <a:srgbClr val="B8D8F2">
                  <a:alpha val="16000"/>
                </a:srgbClr>
              </a:gs>
              <a:gs pos="76">
                <a:srgbClr val="8FC4EE">
                  <a:alpha val="32000"/>
                </a:srgbClr>
              </a:gs>
              <a:gs pos="100">
                <a:srgbClr val="72B3E8">
                  <a:alpha val="52000"/>
                </a:srgbClr>
              </a:gs>
            </a:gsLst>
            <a:lin ang="10800000"/>
          </a:gradFill>
          <a:ln xmlns:a="http://schemas.openxmlformats.org/drawingml/2006/main" w="9525">
            <a:noFill/>
            <a:prstDash val="solid"/>
          </a:ln>
        </p:spPr>
      </p:sp>
      <p:sp>
        <p:nvSpPr>
          <p:cNvPr id="52" name="phase-label-0">
            <a:extLst xmlns:a="http://schemas.openxmlformats.org/drawingml/2006/main">
              <a:ext uri="{FF2B5EF4-FFF2-40B4-BE49-F238E27FC236}">
                <a16:creationId xmlns:a16="http://schemas.microsoft.com/office/drawing/2014/main" id="{CF6196EE-737A-445E-9C1E-29C156B38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1638300"/>
            <a:ext cx="228600" cy="205099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阶段一</a:t>
            </a:r>
          </a:p>
        </p:txBody>
      </p:sp>
      <p:sp>
        <p:nvSpPr>
          <p:cNvPr id="53" name="phase-label-1">
            <a:extLst xmlns:a="http://schemas.openxmlformats.org/drawingml/2006/main">
              <a:ext uri="{FF2B5EF4-FFF2-40B4-BE49-F238E27FC236}">
                <a16:creationId xmlns:a16="http://schemas.microsoft.com/office/drawing/2014/main" id="{FBA67111-3DBE-4850-A3A9-9337AA977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3689299"/>
            <a:ext cx="228600" cy="121279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阶段二</a:t>
            </a:r>
          </a:p>
        </p:txBody>
      </p:sp>
      <p:sp>
        <p:nvSpPr>
          <p:cNvPr id="54" name="phase-label-2">
            <a:extLst xmlns:a="http://schemas.openxmlformats.org/drawingml/2006/main">
              <a:ext uri="{FF2B5EF4-FFF2-40B4-BE49-F238E27FC236}">
                <a16:creationId xmlns:a16="http://schemas.microsoft.com/office/drawing/2014/main" id="{2A08AE2C-1D26-4069-8A51-DBE3AEFC2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4902098"/>
            <a:ext cx="228600" cy="130804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阶段三</a:t>
            </a:r>
          </a:p>
        </p:txBody>
      </p:sp>
      <p:sp>
        <p:nvSpPr>
          <p:cNvPr id="55" name="funnel-step-title-0">
            <a:extLst xmlns:a="http://schemas.openxmlformats.org/drawingml/2006/main">
              <a:ext uri="{FF2B5EF4-FFF2-40B4-BE49-F238E27FC236}">
                <a16:creationId xmlns:a16="http://schemas.microsoft.com/office/drawing/2014/main" id="{AEC907D3-32E6-42BD-9E7B-59AF1225B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528117" y="2944711"/>
            <a:ext cx="2183016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3600"/>
              </a:lnSpc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广泛触达</a:t>
            </a:r>
          </a:p>
        </p:txBody>
      </p:sp>
      <p:sp>
        <p:nvSpPr>
          <p:cNvPr id="56" name="funnel-step-title-1">
            <a:extLst xmlns:a="http://schemas.openxmlformats.org/drawingml/2006/main">
              <a:ext uri="{FF2B5EF4-FFF2-40B4-BE49-F238E27FC236}">
                <a16:creationId xmlns:a16="http://schemas.microsoft.com/office/drawing/2014/main" id="{E14A5C5D-7161-47A3-BCFD-7CD22A498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10165" y="4157663"/>
            <a:ext cx="141893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3600"/>
              </a:lnSpc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兴趣识别</a:t>
            </a:r>
          </a:p>
        </p:txBody>
      </p:sp>
      <p:sp>
        <p:nvSpPr>
          <p:cNvPr id="57" name="funnel-step-title-2">
            <a:extLst xmlns:a="http://schemas.openxmlformats.org/drawingml/2006/main">
              <a:ext uri="{FF2B5EF4-FFF2-40B4-BE49-F238E27FC236}">
                <a16:creationId xmlns:a16="http://schemas.microsoft.com/office/drawing/2014/main" id="{7B21EAC4-F3A2-4042-8F57-9957BDA89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200525" y="5370462"/>
            <a:ext cx="8382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意向培育</a:t>
            </a:r>
          </a:p>
        </p:txBody>
      </p:sp>
      <p:sp>
        <p:nvSpPr>
          <p:cNvPr id="58" name="input-core-0">
            <a:extLst xmlns:a="http://schemas.openxmlformats.org/drawingml/2006/main">
              <a:ext uri="{FF2B5EF4-FFF2-40B4-BE49-F238E27FC236}">
                <a16:creationId xmlns:a16="http://schemas.microsoft.com/office/drawing/2014/main" id="{44681B15-72B9-4E4B-8ECC-38E331DF0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057525" y="194310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23"/>
          <a:fontRef xmlns:a="http://schemas.openxmlformats.org/drawingml/2006/main" idx="major"/>
        </p:style>
      </p:sp>
      <p:pic>
        <p:nvPicPr>
          <p:cNvPr id="1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6cce6e58db14204">
            <a:extLst>
              <a:ext uri="{96DAC541-7B7A-43D3-8B79-37D633B846F1}">
                <asvg:svgBlip xmlns:asvg="http://schemas.microsoft.com/office/drawing/2016/SVG/main" r:embed="R394b6fff055241dd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3152775" y="2038350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60" name="input-core-1">
            <a:extLst xmlns:a="http://schemas.openxmlformats.org/drawingml/2006/main">
              <a:ext uri="{FF2B5EF4-FFF2-40B4-BE49-F238E27FC236}">
                <a16:creationId xmlns:a16="http://schemas.microsoft.com/office/drawing/2014/main" id="{619841E2-86B8-4155-987C-994696E08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52850" y="1743075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23"/>
          <a:fontRef xmlns:a="http://schemas.openxmlformats.org/drawingml/2006/main" idx="major"/>
        </p:style>
      </p:sp>
      <p:pic>
        <p:nvPicPr>
          <p:cNvPr id="12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96a2e4853fd4be2">
            <a:extLst>
              <a:ext uri="{96DAC541-7B7A-43D3-8B79-37D633B846F1}">
                <asvg:svgBlip xmlns:asvg="http://schemas.microsoft.com/office/drawing/2016/SVG/main" r:embed="Reb999ccb5c094f10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3848100" y="1838325"/>
            <a:ext cx="209550" cy="209550"/>
          </a:xfrm>
          <a:prstGeom xmlns:a="http://schemas.openxmlformats.org/drawingml/2006/main" prst="rect">
            <a:avLst/>
          </a:prstGeom>
        </p:spPr>
      </p:pic>
      <p:sp>
        <p:nvSpPr>
          <p:cNvPr id="62" name="input-core-2">
            <a:extLst xmlns:a="http://schemas.openxmlformats.org/drawingml/2006/main">
              <a:ext uri="{FF2B5EF4-FFF2-40B4-BE49-F238E27FC236}">
                <a16:creationId xmlns:a16="http://schemas.microsoft.com/office/drawing/2014/main" id="{677F5379-6DD9-4F9D-956A-F5592F28D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391025" y="162877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23"/>
          <a:fontRef xmlns:a="http://schemas.openxmlformats.org/drawingml/2006/main" idx="major"/>
        </p:style>
      </p:sp>
      <p:pic>
        <p:nvPicPr>
          <p:cNvPr id="13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41b4588d5e54dfa">
            <a:extLst>
              <a:ext uri="{96DAC541-7B7A-43D3-8B79-37D633B846F1}">
                <asvg:svgBlip xmlns:asvg="http://schemas.microsoft.com/office/drawing/2016/SVG/main" r:embed="R1d9a6514adcd46c5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4486275" y="1724025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64" name="input-core-3">
            <a:extLst xmlns:a="http://schemas.openxmlformats.org/drawingml/2006/main">
              <a:ext uri="{FF2B5EF4-FFF2-40B4-BE49-F238E27FC236}">
                <a16:creationId xmlns:a16="http://schemas.microsoft.com/office/drawing/2014/main" id="{39B17636-EBAC-4C36-ABEE-61C02DCBF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086350" y="1781175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23"/>
          <a:fontRef xmlns:a="http://schemas.openxmlformats.org/drawingml/2006/main" idx="major"/>
        </p:style>
      </p:sp>
      <p:pic>
        <p:nvPicPr>
          <p:cNvPr id="13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ed2a0de60244648">
            <a:extLst>
              <a:ext uri="{96DAC541-7B7A-43D3-8B79-37D633B846F1}">
                <asvg:svgBlip xmlns:asvg="http://schemas.microsoft.com/office/drawing/2016/SVG/main" r:embed="R454b03615e574c8b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5181600" y="1876425"/>
            <a:ext cx="209550" cy="209550"/>
          </a:xfrm>
          <a:prstGeom xmlns:a="http://schemas.openxmlformats.org/drawingml/2006/main" prst="rect">
            <a:avLst/>
          </a:prstGeom>
        </p:spPr>
      </p:pic>
      <p:sp>
        <p:nvSpPr>
          <p:cNvPr id="66" name="input-core-4">
            <a:extLst xmlns:a="http://schemas.openxmlformats.org/drawingml/2006/main">
              <a:ext uri="{FF2B5EF4-FFF2-40B4-BE49-F238E27FC236}">
                <a16:creationId xmlns:a16="http://schemas.microsoft.com/office/drawing/2014/main" id="{B39E3440-4822-4958-B83D-9FBFC3E6E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724525" y="191452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23"/>
          <a:fontRef xmlns:a="http://schemas.openxmlformats.org/drawingml/2006/main" idx="major"/>
        </p:style>
      </p:sp>
      <p:pic>
        <p:nvPicPr>
          <p:cNvPr id="13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e55f77a14ce4763">
            <a:extLst>
              <a:ext uri="{96DAC541-7B7A-43D3-8B79-37D633B846F1}">
                <asvg:svgBlip xmlns:asvg="http://schemas.microsoft.com/office/drawing/2016/SVG/main" r:embed="R48538d279d6a47b6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5819775" y="2009775"/>
            <a:ext cx="266700" cy="2667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6800924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0" name="phase-band-0">
            <a:extLst xmlns:a="http://schemas.openxmlformats.org/drawingml/2006/main">
              <a:ext uri="{FF2B5EF4-FFF2-40B4-BE49-F238E27FC236}">
                <a16:creationId xmlns:a16="http://schemas.microsoft.com/office/drawing/2014/main" id="{AF5CA3A1-49EB-4218-81FA-179580842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1638300"/>
            <a:ext cx="11144250" cy="205099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phase-band-1">
            <a:extLst xmlns:a="http://schemas.openxmlformats.org/drawingml/2006/main">
              <a:ext uri="{FF2B5EF4-FFF2-40B4-BE49-F238E27FC236}">
                <a16:creationId xmlns:a16="http://schemas.microsoft.com/office/drawing/2014/main" id="{AA34CB8F-027C-4F72-8EE2-BF6881942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3689299"/>
            <a:ext cx="11144250" cy="121279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38100">
            <a:solidFill>
              <a:srgbClr val="FFFFFF"/>
            </a:solidFill>
            <a:prstDash val="solid"/>
          </a:ln>
        </p:spPr>
      </p:sp>
      <p:sp>
        <p:nvSpPr>
          <p:cNvPr id="3" name="phase-band-2">
            <a:extLst xmlns:a="http://schemas.openxmlformats.org/drawingml/2006/main">
              <a:ext uri="{FF2B5EF4-FFF2-40B4-BE49-F238E27FC236}">
                <a16:creationId xmlns:a16="http://schemas.microsoft.com/office/drawing/2014/main" id="{0830FC35-C7C9-49FD-9C5B-6B8B793E5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4902098"/>
            <a:ext cx="11144250" cy="130804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38100">
            <a:solidFill>
              <a:srgbClr val="FFFFFF"/>
            </a:solidFill>
            <a:prstDash val="solid"/>
          </a:ln>
        </p:spPr>
      </p:sp>
      <p:sp>
        <p:nvSpPr>
          <p:cNvPr id="4" name="phase-rail-0">
            <a:extLst xmlns:a="http://schemas.openxmlformats.org/drawingml/2006/main">
              <a:ext uri="{FF2B5EF4-FFF2-40B4-BE49-F238E27FC236}">
                <a16:creationId xmlns:a16="http://schemas.microsoft.com/office/drawing/2014/main" id="{A95A2BA9-6671-4599-B9E5-CDF990741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1638300"/>
            <a:ext cx="514350" cy="2046494"/>
          </a:xfrm>
          <a:custGeom xmlns:a="http://schemas.openxmlformats.org/drawingml/2006/main">
            <a:pathLst>
              <a:path w="514350" h="2046494">
                <a:moveTo>
                  <a:pt x="0" y="0"/>
                </a:moveTo>
                <a:lnTo>
                  <a:pt x="20498" y="0"/>
                </a:lnTo>
                <a:lnTo>
                  <a:pt x="40996" y="0"/>
                </a:lnTo>
                <a:lnTo>
                  <a:pt x="61493" y="0"/>
                </a:lnTo>
                <a:lnTo>
                  <a:pt x="81982" y="0"/>
                </a:lnTo>
                <a:lnTo>
                  <a:pt x="102479" y="0"/>
                </a:lnTo>
                <a:lnTo>
                  <a:pt x="122977" y="0"/>
                </a:lnTo>
                <a:lnTo>
                  <a:pt x="143475" y="0"/>
                </a:lnTo>
                <a:lnTo>
                  <a:pt x="163973" y="0"/>
                </a:lnTo>
                <a:lnTo>
                  <a:pt x="184471" y="0"/>
                </a:lnTo>
                <a:lnTo>
                  <a:pt x="204959" y="0"/>
                </a:lnTo>
                <a:lnTo>
                  <a:pt x="225457" y="0"/>
                </a:lnTo>
                <a:lnTo>
                  <a:pt x="245955" y="0"/>
                </a:lnTo>
                <a:lnTo>
                  <a:pt x="266452" y="0"/>
                </a:lnTo>
                <a:lnTo>
                  <a:pt x="286950" y="0"/>
                </a:lnTo>
                <a:lnTo>
                  <a:pt x="307448" y="0"/>
                </a:lnTo>
                <a:lnTo>
                  <a:pt x="327936" y="0"/>
                </a:lnTo>
                <a:lnTo>
                  <a:pt x="348434" y="0"/>
                </a:lnTo>
                <a:lnTo>
                  <a:pt x="368932" y="0"/>
                </a:lnTo>
                <a:lnTo>
                  <a:pt x="389430" y="0"/>
                </a:lnTo>
                <a:lnTo>
                  <a:pt x="409927" y="0"/>
                </a:lnTo>
                <a:lnTo>
                  <a:pt x="430425" y="0"/>
                </a:lnTo>
                <a:lnTo>
                  <a:pt x="450914" y="0"/>
                </a:lnTo>
                <a:lnTo>
                  <a:pt x="471411" y="0"/>
                </a:lnTo>
                <a:lnTo>
                  <a:pt x="491909" y="0"/>
                </a:lnTo>
                <a:lnTo>
                  <a:pt x="512407" y="0"/>
                </a:lnTo>
                <a:lnTo>
                  <a:pt x="514350" y="18555"/>
                </a:lnTo>
                <a:lnTo>
                  <a:pt x="514350" y="39043"/>
                </a:lnTo>
                <a:lnTo>
                  <a:pt x="514350" y="59541"/>
                </a:lnTo>
                <a:lnTo>
                  <a:pt x="514350" y="80039"/>
                </a:lnTo>
                <a:lnTo>
                  <a:pt x="514350" y="100536"/>
                </a:lnTo>
                <a:lnTo>
                  <a:pt x="514350" y="121034"/>
                </a:lnTo>
                <a:lnTo>
                  <a:pt x="514350" y="141522"/>
                </a:lnTo>
                <a:lnTo>
                  <a:pt x="514350" y="162020"/>
                </a:lnTo>
                <a:lnTo>
                  <a:pt x="514350" y="182518"/>
                </a:lnTo>
                <a:lnTo>
                  <a:pt x="514350" y="203016"/>
                </a:lnTo>
                <a:lnTo>
                  <a:pt x="514350" y="223504"/>
                </a:lnTo>
                <a:lnTo>
                  <a:pt x="514350" y="244002"/>
                </a:lnTo>
                <a:lnTo>
                  <a:pt x="514350" y="264500"/>
                </a:lnTo>
                <a:lnTo>
                  <a:pt x="514350" y="284998"/>
                </a:lnTo>
                <a:lnTo>
                  <a:pt x="514350" y="305495"/>
                </a:lnTo>
                <a:lnTo>
                  <a:pt x="514350" y="325984"/>
                </a:lnTo>
                <a:lnTo>
                  <a:pt x="514350" y="346481"/>
                </a:lnTo>
                <a:lnTo>
                  <a:pt x="514350" y="366979"/>
                </a:lnTo>
                <a:lnTo>
                  <a:pt x="514350" y="387477"/>
                </a:lnTo>
                <a:lnTo>
                  <a:pt x="514350" y="407975"/>
                </a:lnTo>
                <a:lnTo>
                  <a:pt x="514350" y="428463"/>
                </a:lnTo>
                <a:lnTo>
                  <a:pt x="514350" y="448961"/>
                </a:lnTo>
                <a:lnTo>
                  <a:pt x="514350" y="469459"/>
                </a:lnTo>
                <a:lnTo>
                  <a:pt x="514350" y="489956"/>
                </a:lnTo>
                <a:lnTo>
                  <a:pt x="514350" y="510445"/>
                </a:lnTo>
                <a:lnTo>
                  <a:pt x="514350" y="530943"/>
                </a:lnTo>
                <a:lnTo>
                  <a:pt x="514350" y="551440"/>
                </a:lnTo>
                <a:lnTo>
                  <a:pt x="514350" y="571938"/>
                </a:lnTo>
                <a:lnTo>
                  <a:pt x="514350" y="592436"/>
                </a:lnTo>
                <a:lnTo>
                  <a:pt x="514350" y="612924"/>
                </a:lnTo>
                <a:lnTo>
                  <a:pt x="514350" y="633422"/>
                </a:lnTo>
                <a:lnTo>
                  <a:pt x="514350" y="653920"/>
                </a:lnTo>
                <a:lnTo>
                  <a:pt x="514350" y="674418"/>
                </a:lnTo>
                <a:lnTo>
                  <a:pt x="514350" y="694915"/>
                </a:lnTo>
                <a:lnTo>
                  <a:pt x="514350" y="715404"/>
                </a:lnTo>
                <a:lnTo>
                  <a:pt x="514350" y="735902"/>
                </a:lnTo>
                <a:lnTo>
                  <a:pt x="514350" y="756399"/>
                </a:lnTo>
                <a:lnTo>
                  <a:pt x="514350" y="776897"/>
                </a:lnTo>
                <a:lnTo>
                  <a:pt x="514350" y="797385"/>
                </a:lnTo>
                <a:lnTo>
                  <a:pt x="514350" y="817883"/>
                </a:lnTo>
                <a:lnTo>
                  <a:pt x="514350" y="838381"/>
                </a:lnTo>
                <a:lnTo>
                  <a:pt x="514350" y="858879"/>
                </a:lnTo>
                <a:lnTo>
                  <a:pt x="514350" y="879377"/>
                </a:lnTo>
                <a:lnTo>
                  <a:pt x="514350" y="899865"/>
                </a:lnTo>
                <a:lnTo>
                  <a:pt x="514350" y="920363"/>
                </a:lnTo>
                <a:lnTo>
                  <a:pt x="514350" y="940860"/>
                </a:lnTo>
                <a:lnTo>
                  <a:pt x="514350" y="961358"/>
                </a:lnTo>
                <a:lnTo>
                  <a:pt x="514350" y="981847"/>
                </a:lnTo>
                <a:lnTo>
                  <a:pt x="514350" y="1002344"/>
                </a:lnTo>
                <a:lnTo>
                  <a:pt x="514350" y="1022842"/>
                </a:lnTo>
                <a:lnTo>
                  <a:pt x="514350" y="1043340"/>
                </a:lnTo>
                <a:lnTo>
                  <a:pt x="514350" y="1063838"/>
                </a:lnTo>
                <a:lnTo>
                  <a:pt x="514350" y="1084326"/>
                </a:lnTo>
                <a:lnTo>
                  <a:pt x="514350" y="1104824"/>
                </a:lnTo>
                <a:lnTo>
                  <a:pt x="514350" y="1125322"/>
                </a:lnTo>
                <a:lnTo>
                  <a:pt x="514350" y="1145819"/>
                </a:lnTo>
                <a:lnTo>
                  <a:pt x="514350" y="1166317"/>
                </a:lnTo>
                <a:lnTo>
                  <a:pt x="514350" y="1186805"/>
                </a:lnTo>
                <a:lnTo>
                  <a:pt x="514350" y="1207303"/>
                </a:lnTo>
                <a:lnTo>
                  <a:pt x="514350" y="1227801"/>
                </a:lnTo>
                <a:lnTo>
                  <a:pt x="514350" y="1248299"/>
                </a:lnTo>
                <a:lnTo>
                  <a:pt x="514350" y="1268787"/>
                </a:lnTo>
                <a:lnTo>
                  <a:pt x="514350" y="1289285"/>
                </a:lnTo>
                <a:lnTo>
                  <a:pt x="514350" y="1309783"/>
                </a:lnTo>
                <a:lnTo>
                  <a:pt x="514350" y="1330281"/>
                </a:lnTo>
                <a:lnTo>
                  <a:pt x="514350" y="1350778"/>
                </a:lnTo>
                <a:lnTo>
                  <a:pt x="514350" y="1371267"/>
                </a:lnTo>
                <a:lnTo>
                  <a:pt x="514350" y="1391764"/>
                </a:lnTo>
                <a:lnTo>
                  <a:pt x="514350" y="1412262"/>
                </a:lnTo>
                <a:lnTo>
                  <a:pt x="514350" y="1432760"/>
                </a:lnTo>
                <a:lnTo>
                  <a:pt x="514350" y="1453248"/>
                </a:lnTo>
                <a:lnTo>
                  <a:pt x="514350" y="1473746"/>
                </a:lnTo>
                <a:lnTo>
                  <a:pt x="514350" y="1494244"/>
                </a:lnTo>
                <a:lnTo>
                  <a:pt x="514350" y="1514742"/>
                </a:lnTo>
                <a:lnTo>
                  <a:pt x="514350" y="1535240"/>
                </a:lnTo>
                <a:lnTo>
                  <a:pt x="514350" y="1555728"/>
                </a:lnTo>
                <a:lnTo>
                  <a:pt x="514350" y="1576226"/>
                </a:lnTo>
                <a:lnTo>
                  <a:pt x="514350" y="1596723"/>
                </a:lnTo>
                <a:lnTo>
                  <a:pt x="514350" y="1617221"/>
                </a:lnTo>
                <a:lnTo>
                  <a:pt x="514350" y="1637719"/>
                </a:lnTo>
                <a:lnTo>
                  <a:pt x="514350" y="1658207"/>
                </a:lnTo>
                <a:lnTo>
                  <a:pt x="514350" y="1678705"/>
                </a:lnTo>
                <a:lnTo>
                  <a:pt x="514350" y="1699203"/>
                </a:lnTo>
                <a:lnTo>
                  <a:pt x="514350" y="1719701"/>
                </a:lnTo>
                <a:lnTo>
                  <a:pt x="514350" y="1740189"/>
                </a:lnTo>
                <a:lnTo>
                  <a:pt x="514350" y="1760687"/>
                </a:lnTo>
                <a:lnTo>
                  <a:pt x="514350" y="1781185"/>
                </a:lnTo>
                <a:lnTo>
                  <a:pt x="514350" y="1801682"/>
                </a:lnTo>
                <a:lnTo>
                  <a:pt x="514350" y="1822180"/>
                </a:lnTo>
                <a:lnTo>
                  <a:pt x="514350" y="1842668"/>
                </a:lnTo>
                <a:lnTo>
                  <a:pt x="514350" y="1863166"/>
                </a:lnTo>
                <a:lnTo>
                  <a:pt x="514350" y="1883664"/>
                </a:lnTo>
                <a:lnTo>
                  <a:pt x="514350" y="1904162"/>
                </a:lnTo>
                <a:lnTo>
                  <a:pt x="499901" y="1916154"/>
                </a:lnTo>
                <a:lnTo>
                  <a:pt x="481984" y="1926107"/>
                </a:lnTo>
                <a:lnTo>
                  <a:pt x="464068" y="1936061"/>
                </a:lnTo>
                <a:lnTo>
                  <a:pt x="446151" y="1946015"/>
                </a:lnTo>
                <a:lnTo>
                  <a:pt x="428234" y="1955968"/>
                </a:lnTo>
                <a:lnTo>
                  <a:pt x="410318" y="1965922"/>
                </a:lnTo>
                <a:lnTo>
                  <a:pt x="392401" y="1975876"/>
                </a:lnTo>
                <a:lnTo>
                  <a:pt x="374485" y="1985829"/>
                </a:lnTo>
                <a:lnTo>
                  <a:pt x="356568" y="1995783"/>
                </a:lnTo>
                <a:lnTo>
                  <a:pt x="338652" y="2005736"/>
                </a:lnTo>
                <a:lnTo>
                  <a:pt x="320735" y="2015690"/>
                </a:lnTo>
                <a:lnTo>
                  <a:pt x="302819" y="2025644"/>
                </a:lnTo>
                <a:lnTo>
                  <a:pt x="284902" y="2035597"/>
                </a:lnTo>
                <a:lnTo>
                  <a:pt x="266986" y="2045551"/>
                </a:lnTo>
                <a:lnTo>
                  <a:pt x="249069" y="2046494"/>
                </a:lnTo>
                <a:lnTo>
                  <a:pt x="231153" y="2036540"/>
                </a:lnTo>
                <a:lnTo>
                  <a:pt x="213236" y="2026587"/>
                </a:lnTo>
                <a:lnTo>
                  <a:pt x="195320" y="2016633"/>
                </a:lnTo>
                <a:lnTo>
                  <a:pt x="177403" y="2006679"/>
                </a:lnTo>
                <a:lnTo>
                  <a:pt x="159477" y="1996726"/>
                </a:lnTo>
                <a:lnTo>
                  <a:pt x="141561" y="1986772"/>
                </a:lnTo>
                <a:lnTo>
                  <a:pt x="123644" y="1976819"/>
                </a:lnTo>
                <a:lnTo>
                  <a:pt x="105728" y="1966865"/>
                </a:lnTo>
                <a:lnTo>
                  <a:pt x="87811" y="1956911"/>
                </a:lnTo>
                <a:lnTo>
                  <a:pt x="69894" y="1946958"/>
                </a:lnTo>
                <a:lnTo>
                  <a:pt x="51978" y="1937004"/>
                </a:lnTo>
                <a:lnTo>
                  <a:pt x="34061" y="1927050"/>
                </a:lnTo>
                <a:lnTo>
                  <a:pt x="16145" y="1917097"/>
                </a:lnTo>
                <a:lnTo>
                  <a:pt x="0" y="1906105"/>
                </a:lnTo>
                <a:lnTo>
                  <a:pt x="0" y="1885607"/>
                </a:lnTo>
                <a:lnTo>
                  <a:pt x="0" y="1865109"/>
                </a:lnTo>
                <a:lnTo>
                  <a:pt x="0" y="1844612"/>
                </a:lnTo>
                <a:lnTo>
                  <a:pt x="0" y="1824123"/>
                </a:lnTo>
                <a:lnTo>
                  <a:pt x="0" y="1803625"/>
                </a:lnTo>
                <a:lnTo>
                  <a:pt x="0" y="1783128"/>
                </a:lnTo>
                <a:lnTo>
                  <a:pt x="0" y="1762630"/>
                </a:lnTo>
                <a:lnTo>
                  <a:pt x="0" y="1742142"/>
                </a:lnTo>
                <a:lnTo>
                  <a:pt x="0" y="1721644"/>
                </a:lnTo>
                <a:lnTo>
                  <a:pt x="0" y="1701146"/>
                </a:lnTo>
                <a:lnTo>
                  <a:pt x="0" y="1680648"/>
                </a:lnTo>
                <a:lnTo>
                  <a:pt x="0" y="1660150"/>
                </a:lnTo>
                <a:lnTo>
                  <a:pt x="0" y="1639662"/>
                </a:lnTo>
                <a:lnTo>
                  <a:pt x="0" y="1619164"/>
                </a:lnTo>
                <a:lnTo>
                  <a:pt x="0" y="1598666"/>
                </a:lnTo>
                <a:lnTo>
                  <a:pt x="0" y="1578169"/>
                </a:lnTo>
                <a:lnTo>
                  <a:pt x="0" y="1557680"/>
                </a:lnTo>
                <a:lnTo>
                  <a:pt x="0" y="1537183"/>
                </a:lnTo>
                <a:lnTo>
                  <a:pt x="0" y="1516685"/>
                </a:lnTo>
                <a:lnTo>
                  <a:pt x="0" y="1496187"/>
                </a:lnTo>
                <a:lnTo>
                  <a:pt x="0" y="1475689"/>
                </a:lnTo>
                <a:lnTo>
                  <a:pt x="0" y="1455201"/>
                </a:lnTo>
                <a:lnTo>
                  <a:pt x="0" y="1434703"/>
                </a:lnTo>
                <a:lnTo>
                  <a:pt x="0" y="1414205"/>
                </a:lnTo>
                <a:lnTo>
                  <a:pt x="0" y="1393708"/>
                </a:lnTo>
                <a:lnTo>
                  <a:pt x="0" y="1373210"/>
                </a:lnTo>
                <a:lnTo>
                  <a:pt x="0" y="1352721"/>
                </a:lnTo>
                <a:lnTo>
                  <a:pt x="0" y="1332224"/>
                </a:lnTo>
                <a:lnTo>
                  <a:pt x="0" y="1311726"/>
                </a:lnTo>
                <a:lnTo>
                  <a:pt x="0" y="1291228"/>
                </a:lnTo>
                <a:lnTo>
                  <a:pt x="0" y="1270740"/>
                </a:lnTo>
                <a:lnTo>
                  <a:pt x="0" y="1250242"/>
                </a:lnTo>
                <a:lnTo>
                  <a:pt x="0" y="1229744"/>
                </a:lnTo>
                <a:lnTo>
                  <a:pt x="0" y="1209246"/>
                </a:lnTo>
                <a:lnTo>
                  <a:pt x="0" y="1188749"/>
                </a:lnTo>
                <a:lnTo>
                  <a:pt x="0" y="1168260"/>
                </a:lnTo>
                <a:lnTo>
                  <a:pt x="0" y="1147763"/>
                </a:lnTo>
                <a:lnTo>
                  <a:pt x="0" y="1127265"/>
                </a:lnTo>
                <a:lnTo>
                  <a:pt x="0" y="1106767"/>
                </a:lnTo>
                <a:lnTo>
                  <a:pt x="0" y="1086279"/>
                </a:lnTo>
                <a:lnTo>
                  <a:pt x="0" y="1065781"/>
                </a:lnTo>
                <a:lnTo>
                  <a:pt x="0" y="1045283"/>
                </a:lnTo>
                <a:lnTo>
                  <a:pt x="0" y="1024785"/>
                </a:lnTo>
                <a:lnTo>
                  <a:pt x="0" y="1004287"/>
                </a:lnTo>
                <a:lnTo>
                  <a:pt x="0" y="983799"/>
                </a:lnTo>
                <a:lnTo>
                  <a:pt x="0" y="963301"/>
                </a:lnTo>
                <a:lnTo>
                  <a:pt x="0" y="942804"/>
                </a:lnTo>
                <a:lnTo>
                  <a:pt x="0" y="922306"/>
                </a:lnTo>
                <a:lnTo>
                  <a:pt x="0" y="901808"/>
                </a:lnTo>
                <a:lnTo>
                  <a:pt x="0" y="881320"/>
                </a:lnTo>
                <a:lnTo>
                  <a:pt x="0" y="860822"/>
                </a:lnTo>
                <a:lnTo>
                  <a:pt x="0" y="840324"/>
                </a:lnTo>
                <a:lnTo>
                  <a:pt x="0" y="819826"/>
                </a:lnTo>
                <a:lnTo>
                  <a:pt x="0" y="799338"/>
                </a:lnTo>
                <a:lnTo>
                  <a:pt x="0" y="778840"/>
                </a:lnTo>
                <a:lnTo>
                  <a:pt x="0" y="758342"/>
                </a:lnTo>
                <a:lnTo>
                  <a:pt x="0" y="737845"/>
                </a:lnTo>
                <a:lnTo>
                  <a:pt x="0" y="717347"/>
                </a:lnTo>
                <a:lnTo>
                  <a:pt x="0" y="696859"/>
                </a:lnTo>
                <a:lnTo>
                  <a:pt x="0" y="676361"/>
                </a:lnTo>
                <a:lnTo>
                  <a:pt x="0" y="655863"/>
                </a:lnTo>
                <a:lnTo>
                  <a:pt x="0" y="635365"/>
                </a:lnTo>
                <a:lnTo>
                  <a:pt x="0" y="614867"/>
                </a:lnTo>
                <a:lnTo>
                  <a:pt x="0" y="594379"/>
                </a:lnTo>
                <a:lnTo>
                  <a:pt x="0" y="573881"/>
                </a:lnTo>
                <a:lnTo>
                  <a:pt x="0" y="553383"/>
                </a:lnTo>
                <a:lnTo>
                  <a:pt x="0" y="532886"/>
                </a:lnTo>
                <a:lnTo>
                  <a:pt x="0" y="512397"/>
                </a:lnTo>
                <a:lnTo>
                  <a:pt x="0" y="491900"/>
                </a:lnTo>
                <a:lnTo>
                  <a:pt x="0" y="471402"/>
                </a:lnTo>
                <a:lnTo>
                  <a:pt x="0" y="450904"/>
                </a:lnTo>
                <a:lnTo>
                  <a:pt x="0" y="430406"/>
                </a:lnTo>
                <a:lnTo>
                  <a:pt x="0" y="409918"/>
                </a:lnTo>
                <a:lnTo>
                  <a:pt x="0" y="389420"/>
                </a:lnTo>
                <a:lnTo>
                  <a:pt x="0" y="368922"/>
                </a:lnTo>
                <a:lnTo>
                  <a:pt x="0" y="348425"/>
                </a:lnTo>
                <a:lnTo>
                  <a:pt x="0" y="327936"/>
                </a:lnTo>
                <a:lnTo>
                  <a:pt x="0" y="307438"/>
                </a:lnTo>
                <a:lnTo>
                  <a:pt x="0" y="286941"/>
                </a:lnTo>
                <a:lnTo>
                  <a:pt x="0" y="266443"/>
                </a:lnTo>
                <a:lnTo>
                  <a:pt x="0" y="245945"/>
                </a:lnTo>
                <a:lnTo>
                  <a:pt x="0" y="225457"/>
                </a:lnTo>
                <a:lnTo>
                  <a:pt x="0" y="204959"/>
                </a:lnTo>
                <a:lnTo>
                  <a:pt x="0" y="184461"/>
                </a:lnTo>
                <a:lnTo>
                  <a:pt x="0" y="163963"/>
                </a:lnTo>
                <a:lnTo>
                  <a:pt x="0" y="143466"/>
                </a:lnTo>
                <a:lnTo>
                  <a:pt x="0" y="122977"/>
                </a:lnTo>
                <a:lnTo>
                  <a:pt x="0" y="102479"/>
                </a:lnTo>
                <a:lnTo>
                  <a:pt x="0" y="81982"/>
                </a:lnTo>
                <a:lnTo>
                  <a:pt x="0" y="61484"/>
                </a:lnTo>
                <a:lnTo>
                  <a:pt x="0" y="40996"/>
                </a:lnTo>
                <a:lnTo>
                  <a:pt x="0" y="20498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5" name="phase-title-0">
            <a:extLst xmlns:a="http://schemas.openxmlformats.org/drawingml/2006/main">
              <a:ext uri="{FF2B5EF4-FFF2-40B4-BE49-F238E27FC236}">
                <a16:creationId xmlns:a16="http://schemas.microsoft.com/office/drawing/2014/main" id="{DCE27E79-42E2-42E6-8D61-05B2F337E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2192979"/>
            <a:ext cx="1428750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精准触达</a:t>
            </a:r>
          </a:p>
        </p:txBody>
      </p:sp>
      <p:sp>
        <p:nvSpPr>
          <p:cNvPr id="6" name="phase-body-0">
            <a:extLst xmlns:a="http://schemas.openxmlformats.org/drawingml/2006/main">
              <a:ext uri="{FF2B5EF4-FFF2-40B4-BE49-F238E27FC236}">
                <a16:creationId xmlns:a16="http://schemas.microsoft.com/office/drawing/2014/main" id="{7E428078-6081-4427-B623-DCF8606B4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2547195"/>
            <a:ext cx="1428750" cy="587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让目标对象进</a:t>
            </a:r>
          </a:p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入体系</a:t>
            </a:r>
          </a:p>
        </p:txBody>
      </p:sp>
      <p:sp>
        <p:nvSpPr>
          <p:cNvPr id="7" name="action-icon-shell-0-0">
            <a:extLst xmlns:a="http://schemas.openxmlformats.org/drawingml/2006/main">
              <a:ext uri="{FF2B5EF4-FFF2-40B4-BE49-F238E27FC236}">
                <a16:creationId xmlns:a16="http://schemas.microsoft.com/office/drawing/2014/main" id="{DA30CCC5-2A08-4EDC-9DB7-416018434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2187473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7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6b7f4a363194415">
            <a:extLst>
              <a:ext uri="{96DAC541-7B7A-43D3-8B79-37D633B846F1}">
                <asvg:svgBlip xmlns:asvg="http://schemas.microsoft.com/office/drawing/2016/SVG/main" r:embed="R9e495e02b9e14687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2263673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9" name="action-title-0-0">
            <a:extLst xmlns:a="http://schemas.openxmlformats.org/drawingml/2006/main">
              <a:ext uri="{FF2B5EF4-FFF2-40B4-BE49-F238E27FC236}">
                <a16:creationId xmlns:a16="http://schemas.microsoft.com/office/drawing/2014/main" id="{33C42D35-3922-4756-9976-CC34925BC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126456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标签体系</a:t>
            </a:r>
          </a:p>
        </p:txBody>
      </p:sp>
      <p:sp>
        <p:nvSpPr>
          <p:cNvPr id="10" name="action-body-0-0">
            <a:extLst xmlns:a="http://schemas.openxmlformats.org/drawingml/2006/main">
              <a:ext uri="{FF2B5EF4-FFF2-40B4-BE49-F238E27FC236}">
                <a16:creationId xmlns:a16="http://schemas.microsoft.com/office/drawing/2014/main" id="{34734ADC-A15D-425D-B7FC-58FCA2CBC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355056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形成可识别对象</a:t>
            </a:r>
          </a:p>
        </p:txBody>
      </p:sp>
      <p:sp>
        <p:nvSpPr>
          <p:cNvPr id="11" name="action-icon-shell-0-1">
            <a:extLst xmlns:a="http://schemas.openxmlformats.org/drawingml/2006/main">
              <a:ext uri="{FF2B5EF4-FFF2-40B4-BE49-F238E27FC236}">
                <a16:creationId xmlns:a16="http://schemas.microsoft.com/office/drawing/2014/main" id="{A3AB9DFA-103A-415F-83B1-DC6622A95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2187473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8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878c65f4fdc4b13">
            <a:extLst>
              <a:ext uri="{96DAC541-7B7A-43D3-8B79-37D633B846F1}">
                <asvg:svgBlip xmlns:asvg="http://schemas.microsoft.com/office/drawing/2016/SVG/main" r:embed="R2f1a58614d9e44d5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2263673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13" name="action-title-0-1">
            <a:extLst xmlns:a="http://schemas.openxmlformats.org/drawingml/2006/main">
              <a:ext uri="{FF2B5EF4-FFF2-40B4-BE49-F238E27FC236}">
                <a16:creationId xmlns:a16="http://schemas.microsoft.com/office/drawing/2014/main" id="{1218CCCC-0A32-471A-B6B8-92111C60E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126456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渠道连接</a:t>
            </a:r>
          </a:p>
        </p:txBody>
      </p:sp>
      <p:sp>
        <p:nvSpPr>
          <p:cNvPr id="14" name="action-body-0-1">
            <a:extLst xmlns:a="http://schemas.openxmlformats.org/drawingml/2006/main">
              <a:ext uri="{FF2B5EF4-FFF2-40B4-BE49-F238E27FC236}">
                <a16:creationId xmlns:a16="http://schemas.microsoft.com/office/drawing/2014/main" id="{E25645F9-D84B-4693-8A8B-11407D0E5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355056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连接主要触点</a:t>
            </a:r>
          </a:p>
        </p:txBody>
      </p:sp>
      <p:sp>
        <p:nvSpPr>
          <p:cNvPr id="15" name="action-icon-shell-0-2">
            <a:extLst xmlns:a="http://schemas.openxmlformats.org/drawingml/2006/main">
              <a:ext uri="{FF2B5EF4-FFF2-40B4-BE49-F238E27FC236}">
                <a16:creationId xmlns:a16="http://schemas.microsoft.com/office/drawing/2014/main" id="{4354AB97-0302-4103-859B-3155116FB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2797073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8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e4438cb9ecb41f2">
            <a:extLst>
              <a:ext uri="{96DAC541-7B7A-43D3-8B79-37D633B846F1}">
                <asvg:svgBlip xmlns:asvg="http://schemas.microsoft.com/office/drawing/2016/SVG/main" r:embed="R6136248f4fd04271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2873273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17" name="action-title-0-2">
            <a:extLst xmlns:a="http://schemas.openxmlformats.org/drawingml/2006/main">
              <a:ext uri="{FF2B5EF4-FFF2-40B4-BE49-F238E27FC236}">
                <a16:creationId xmlns:a16="http://schemas.microsoft.com/office/drawing/2014/main" id="{243CF8D4-C567-4B51-ABD6-6C370FCFC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736056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内容优化</a:t>
            </a:r>
          </a:p>
        </p:txBody>
      </p:sp>
      <p:sp>
        <p:nvSpPr>
          <p:cNvPr id="18" name="action-body-0-2">
            <a:extLst xmlns:a="http://schemas.openxmlformats.org/drawingml/2006/main">
              <a:ext uri="{FF2B5EF4-FFF2-40B4-BE49-F238E27FC236}">
                <a16:creationId xmlns:a16="http://schemas.microsoft.com/office/drawing/2014/main" id="{694A45EF-98D1-47D0-9C08-61244BFB9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964656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提高触达质量</a:t>
            </a:r>
          </a:p>
        </p:txBody>
      </p:sp>
      <p:sp>
        <p:nvSpPr>
          <p:cNvPr id="19" name="action-icon-shell-0-3">
            <a:extLst xmlns:a="http://schemas.openxmlformats.org/drawingml/2006/main">
              <a:ext uri="{FF2B5EF4-FFF2-40B4-BE49-F238E27FC236}">
                <a16:creationId xmlns:a16="http://schemas.microsoft.com/office/drawing/2014/main" id="{67600421-64E4-43E9-B693-90117D7AC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2797073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8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80a46bca2ff40f2">
            <a:extLst>
              <a:ext uri="{96DAC541-7B7A-43D3-8B79-37D633B846F1}">
                <asvg:svgBlip xmlns:asvg="http://schemas.microsoft.com/office/drawing/2016/SVG/main" r:embed="R25985abaa9264164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2873273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21" name="action-title-0-3">
            <a:extLst xmlns:a="http://schemas.openxmlformats.org/drawingml/2006/main">
              <a:ext uri="{FF2B5EF4-FFF2-40B4-BE49-F238E27FC236}">
                <a16:creationId xmlns:a16="http://schemas.microsoft.com/office/drawing/2014/main" id="{2D37B965-D316-43E3-94E6-2879BFEE3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736056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行为追踪</a:t>
            </a:r>
          </a:p>
        </p:txBody>
      </p:sp>
      <p:sp>
        <p:nvSpPr>
          <p:cNvPr id="22" name="action-body-0-3">
            <a:extLst xmlns:a="http://schemas.openxmlformats.org/drawingml/2006/main">
              <a:ext uri="{FF2B5EF4-FFF2-40B4-BE49-F238E27FC236}">
                <a16:creationId xmlns:a16="http://schemas.microsoft.com/office/drawing/2014/main" id="{C985614A-F360-44A0-87B7-3754604E2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964656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记录关键反馈</a:t>
            </a:r>
          </a:p>
        </p:txBody>
      </p:sp>
      <p:sp>
        <p:nvSpPr>
          <p:cNvPr id="23" name="phase-rail-1">
            <a:extLst xmlns:a="http://schemas.openxmlformats.org/drawingml/2006/main">
              <a:ext uri="{FF2B5EF4-FFF2-40B4-BE49-F238E27FC236}">
                <a16:creationId xmlns:a16="http://schemas.microsoft.com/office/drawing/2014/main" id="{8E5760CA-9417-49C7-BD01-D4E94191B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3689299"/>
            <a:ext cx="514350" cy="1212590"/>
          </a:xfrm>
          <a:custGeom xmlns:a="http://schemas.openxmlformats.org/drawingml/2006/main">
            <a:pathLst>
              <a:path w="514350" h="1212590">
                <a:moveTo>
                  <a:pt x="0" y="0"/>
                </a:moveTo>
                <a:lnTo>
                  <a:pt x="16564" y="9201"/>
                </a:lnTo>
                <a:lnTo>
                  <a:pt x="33137" y="18412"/>
                </a:lnTo>
                <a:lnTo>
                  <a:pt x="49701" y="27613"/>
                </a:lnTo>
                <a:lnTo>
                  <a:pt x="66275" y="36814"/>
                </a:lnTo>
                <a:lnTo>
                  <a:pt x="82839" y="46015"/>
                </a:lnTo>
                <a:lnTo>
                  <a:pt x="99403" y="55226"/>
                </a:lnTo>
                <a:lnTo>
                  <a:pt x="115976" y="64427"/>
                </a:lnTo>
                <a:lnTo>
                  <a:pt x="132540" y="73628"/>
                </a:lnTo>
                <a:lnTo>
                  <a:pt x="149114" y="82839"/>
                </a:lnTo>
                <a:lnTo>
                  <a:pt x="165678" y="92040"/>
                </a:lnTo>
                <a:lnTo>
                  <a:pt x="182242" y="101241"/>
                </a:lnTo>
                <a:lnTo>
                  <a:pt x="198815" y="110442"/>
                </a:lnTo>
                <a:lnTo>
                  <a:pt x="215379" y="119653"/>
                </a:lnTo>
                <a:lnTo>
                  <a:pt x="231953" y="128854"/>
                </a:lnTo>
                <a:lnTo>
                  <a:pt x="248517" y="138055"/>
                </a:lnTo>
                <a:lnTo>
                  <a:pt x="265081" y="138474"/>
                </a:lnTo>
                <a:lnTo>
                  <a:pt x="281654" y="129273"/>
                </a:lnTo>
                <a:lnTo>
                  <a:pt x="298218" y="120072"/>
                </a:lnTo>
                <a:lnTo>
                  <a:pt x="314782" y="110861"/>
                </a:lnTo>
                <a:lnTo>
                  <a:pt x="331356" y="101660"/>
                </a:lnTo>
                <a:lnTo>
                  <a:pt x="347920" y="92459"/>
                </a:lnTo>
                <a:lnTo>
                  <a:pt x="364493" y="83249"/>
                </a:lnTo>
                <a:lnTo>
                  <a:pt x="381057" y="74047"/>
                </a:lnTo>
                <a:lnTo>
                  <a:pt x="397621" y="64846"/>
                </a:lnTo>
                <a:lnTo>
                  <a:pt x="414195" y="55645"/>
                </a:lnTo>
                <a:lnTo>
                  <a:pt x="430759" y="46434"/>
                </a:lnTo>
                <a:lnTo>
                  <a:pt x="447332" y="37233"/>
                </a:lnTo>
                <a:lnTo>
                  <a:pt x="463896" y="28032"/>
                </a:lnTo>
                <a:lnTo>
                  <a:pt x="480460" y="18821"/>
                </a:lnTo>
                <a:lnTo>
                  <a:pt x="497034" y="9620"/>
                </a:lnTo>
                <a:lnTo>
                  <a:pt x="513598" y="419"/>
                </a:lnTo>
                <a:lnTo>
                  <a:pt x="514350" y="18098"/>
                </a:lnTo>
                <a:lnTo>
                  <a:pt x="514350" y="37043"/>
                </a:lnTo>
                <a:lnTo>
                  <a:pt x="514350" y="55997"/>
                </a:lnTo>
                <a:lnTo>
                  <a:pt x="514350" y="74952"/>
                </a:lnTo>
                <a:lnTo>
                  <a:pt x="514350" y="93897"/>
                </a:lnTo>
                <a:lnTo>
                  <a:pt x="514350" y="112852"/>
                </a:lnTo>
                <a:lnTo>
                  <a:pt x="514350" y="131807"/>
                </a:lnTo>
                <a:lnTo>
                  <a:pt x="514350" y="150762"/>
                </a:lnTo>
                <a:lnTo>
                  <a:pt x="514350" y="169707"/>
                </a:lnTo>
                <a:lnTo>
                  <a:pt x="514350" y="188662"/>
                </a:lnTo>
                <a:lnTo>
                  <a:pt x="514350" y="207616"/>
                </a:lnTo>
                <a:lnTo>
                  <a:pt x="514350" y="226562"/>
                </a:lnTo>
                <a:lnTo>
                  <a:pt x="514350" y="245516"/>
                </a:lnTo>
                <a:lnTo>
                  <a:pt x="514350" y="264471"/>
                </a:lnTo>
                <a:lnTo>
                  <a:pt x="514350" y="283426"/>
                </a:lnTo>
                <a:lnTo>
                  <a:pt x="514350" y="302371"/>
                </a:lnTo>
                <a:lnTo>
                  <a:pt x="514350" y="321326"/>
                </a:lnTo>
                <a:lnTo>
                  <a:pt x="514350" y="340281"/>
                </a:lnTo>
                <a:lnTo>
                  <a:pt x="514350" y="359226"/>
                </a:lnTo>
                <a:lnTo>
                  <a:pt x="514350" y="378181"/>
                </a:lnTo>
                <a:lnTo>
                  <a:pt x="514350" y="397135"/>
                </a:lnTo>
                <a:lnTo>
                  <a:pt x="514350" y="416090"/>
                </a:lnTo>
                <a:lnTo>
                  <a:pt x="514350" y="435035"/>
                </a:lnTo>
                <a:lnTo>
                  <a:pt x="514350" y="453990"/>
                </a:lnTo>
                <a:lnTo>
                  <a:pt x="514350" y="472945"/>
                </a:lnTo>
                <a:lnTo>
                  <a:pt x="514350" y="491890"/>
                </a:lnTo>
                <a:lnTo>
                  <a:pt x="514350" y="510845"/>
                </a:lnTo>
                <a:lnTo>
                  <a:pt x="514350" y="529800"/>
                </a:lnTo>
                <a:lnTo>
                  <a:pt x="514350" y="548754"/>
                </a:lnTo>
                <a:lnTo>
                  <a:pt x="514350" y="567700"/>
                </a:lnTo>
                <a:lnTo>
                  <a:pt x="514350" y="586654"/>
                </a:lnTo>
                <a:lnTo>
                  <a:pt x="514350" y="605609"/>
                </a:lnTo>
                <a:lnTo>
                  <a:pt x="514350" y="624554"/>
                </a:lnTo>
                <a:lnTo>
                  <a:pt x="514350" y="643509"/>
                </a:lnTo>
                <a:lnTo>
                  <a:pt x="514350" y="662464"/>
                </a:lnTo>
                <a:lnTo>
                  <a:pt x="514350" y="681419"/>
                </a:lnTo>
                <a:lnTo>
                  <a:pt x="514350" y="700364"/>
                </a:lnTo>
                <a:lnTo>
                  <a:pt x="514350" y="719318"/>
                </a:lnTo>
                <a:lnTo>
                  <a:pt x="514350" y="738273"/>
                </a:lnTo>
                <a:lnTo>
                  <a:pt x="514350" y="757218"/>
                </a:lnTo>
                <a:lnTo>
                  <a:pt x="514350" y="776173"/>
                </a:lnTo>
                <a:lnTo>
                  <a:pt x="514350" y="795128"/>
                </a:lnTo>
                <a:lnTo>
                  <a:pt x="514350" y="814083"/>
                </a:lnTo>
                <a:lnTo>
                  <a:pt x="514350" y="833028"/>
                </a:lnTo>
                <a:lnTo>
                  <a:pt x="514350" y="851983"/>
                </a:lnTo>
                <a:lnTo>
                  <a:pt x="514350" y="870937"/>
                </a:lnTo>
                <a:lnTo>
                  <a:pt x="514350" y="889883"/>
                </a:lnTo>
                <a:lnTo>
                  <a:pt x="514350" y="908837"/>
                </a:lnTo>
                <a:lnTo>
                  <a:pt x="514350" y="927792"/>
                </a:lnTo>
                <a:lnTo>
                  <a:pt x="514350" y="946747"/>
                </a:lnTo>
                <a:lnTo>
                  <a:pt x="514350" y="965692"/>
                </a:lnTo>
                <a:lnTo>
                  <a:pt x="514350" y="984647"/>
                </a:lnTo>
                <a:lnTo>
                  <a:pt x="514350" y="1003602"/>
                </a:lnTo>
                <a:lnTo>
                  <a:pt x="514350" y="1022547"/>
                </a:lnTo>
                <a:lnTo>
                  <a:pt x="514350" y="1041502"/>
                </a:lnTo>
                <a:lnTo>
                  <a:pt x="514350" y="1060456"/>
                </a:lnTo>
                <a:lnTo>
                  <a:pt x="506063" y="1074534"/>
                </a:lnTo>
                <a:lnTo>
                  <a:pt x="489499" y="1083735"/>
                </a:lnTo>
                <a:lnTo>
                  <a:pt x="472935" y="1092937"/>
                </a:lnTo>
                <a:lnTo>
                  <a:pt x="456362" y="1102147"/>
                </a:lnTo>
                <a:lnTo>
                  <a:pt x="439798" y="1111348"/>
                </a:lnTo>
                <a:lnTo>
                  <a:pt x="423224" y="1120550"/>
                </a:lnTo>
                <a:lnTo>
                  <a:pt x="406660" y="1129760"/>
                </a:lnTo>
                <a:lnTo>
                  <a:pt x="390096" y="1138961"/>
                </a:lnTo>
                <a:lnTo>
                  <a:pt x="373523" y="1148163"/>
                </a:lnTo>
                <a:lnTo>
                  <a:pt x="356959" y="1157373"/>
                </a:lnTo>
                <a:lnTo>
                  <a:pt x="340385" y="1166574"/>
                </a:lnTo>
                <a:lnTo>
                  <a:pt x="323821" y="1175776"/>
                </a:lnTo>
                <a:lnTo>
                  <a:pt x="307257" y="1184977"/>
                </a:lnTo>
                <a:lnTo>
                  <a:pt x="290684" y="1194187"/>
                </a:lnTo>
                <a:lnTo>
                  <a:pt x="274120" y="1203389"/>
                </a:lnTo>
                <a:lnTo>
                  <a:pt x="257546" y="1212590"/>
                </a:lnTo>
                <a:lnTo>
                  <a:pt x="240983" y="1203808"/>
                </a:lnTo>
                <a:lnTo>
                  <a:pt x="224419" y="1194597"/>
                </a:lnTo>
                <a:lnTo>
                  <a:pt x="207845" y="1185396"/>
                </a:lnTo>
                <a:lnTo>
                  <a:pt x="191281" y="1176195"/>
                </a:lnTo>
                <a:lnTo>
                  <a:pt x="174708" y="1166993"/>
                </a:lnTo>
                <a:lnTo>
                  <a:pt x="158144" y="1157783"/>
                </a:lnTo>
                <a:lnTo>
                  <a:pt x="141580" y="1148582"/>
                </a:lnTo>
                <a:lnTo>
                  <a:pt x="125006" y="1139381"/>
                </a:lnTo>
                <a:lnTo>
                  <a:pt x="108442" y="1130170"/>
                </a:lnTo>
                <a:lnTo>
                  <a:pt x="91869" y="1120969"/>
                </a:lnTo>
                <a:lnTo>
                  <a:pt x="75305" y="1111768"/>
                </a:lnTo>
                <a:lnTo>
                  <a:pt x="58741" y="1102566"/>
                </a:lnTo>
                <a:lnTo>
                  <a:pt x="42167" y="1093356"/>
                </a:lnTo>
                <a:lnTo>
                  <a:pt x="25603" y="1084155"/>
                </a:lnTo>
                <a:lnTo>
                  <a:pt x="9030" y="1074953"/>
                </a:lnTo>
                <a:lnTo>
                  <a:pt x="0" y="1061314"/>
                </a:lnTo>
                <a:lnTo>
                  <a:pt x="0" y="1042359"/>
                </a:lnTo>
                <a:lnTo>
                  <a:pt x="0" y="1023414"/>
                </a:lnTo>
                <a:lnTo>
                  <a:pt x="0" y="1004459"/>
                </a:lnTo>
                <a:lnTo>
                  <a:pt x="0" y="985504"/>
                </a:lnTo>
                <a:lnTo>
                  <a:pt x="0" y="966549"/>
                </a:lnTo>
                <a:lnTo>
                  <a:pt x="0" y="947604"/>
                </a:lnTo>
                <a:lnTo>
                  <a:pt x="0" y="928649"/>
                </a:lnTo>
                <a:lnTo>
                  <a:pt x="0" y="909695"/>
                </a:lnTo>
                <a:lnTo>
                  <a:pt x="0" y="890749"/>
                </a:lnTo>
                <a:lnTo>
                  <a:pt x="0" y="871795"/>
                </a:lnTo>
                <a:lnTo>
                  <a:pt x="0" y="852840"/>
                </a:lnTo>
                <a:lnTo>
                  <a:pt x="0" y="833885"/>
                </a:lnTo>
                <a:lnTo>
                  <a:pt x="0" y="814940"/>
                </a:lnTo>
                <a:lnTo>
                  <a:pt x="0" y="795985"/>
                </a:lnTo>
                <a:lnTo>
                  <a:pt x="0" y="777030"/>
                </a:lnTo>
                <a:lnTo>
                  <a:pt x="0" y="758085"/>
                </a:lnTo>
                <a:lnTo>
                  <a:pt x="0" y="739130"/>
                </a:lnTo>
                <a:lnTo>
                  <a:pt x="0" y="720176"/>
                </a:lnTo>
                <a:lnTo>
                  <a:pt x="0" y="701221"/>
                </a:lnTo>
                <a:lnTo>
                  <a:pt x="0" y="682276"/>
                </a:lnTo>
                <a:lnTo>
                  <a:pt x="0" y="663321"/>
                </a:lnTo>
                <a:lnTo>
                  <a:pt x="0" y="644366"/>
                </a:lnTo>
                <a:lnTo>
                  <a:pt x="0" y="625421"/>
                </a:lnTo>
                <a:lnTo>
                  <a:pt x="0" y="606466"/>
                </a:lnTo>
                <a:lnTo>
                  <a:pt x="0" y="587512"/>
                </a:lnTo>
                <a:lnTo>
                  <a:pt x="0" y="568557"/>
                </a:lnTo>
                <a:lnTo>
                  <a:pt x="0" y="549612"/>
                </a:lnTo>
                <a:lnTo>
                  <a:pt x="0" y="530657"/>
                </a:lnTo>
                <a:lnTo>
                  <a:pt x="0" y="511702"/>
                </a:lnTo>
                <a:lnTo>
                  <a:pt x="0" y="492757"/>
                </a:lnTo>
                <a:lnTo>
                  <a:pt x="0" y="473802"/>
                </a:lnTo>
                <a:lnTo>
                  <a:pt x="0" y="454847"/>
                </a:lnTo>
                <a:lnTo>
                  <a:pt x="0" y="435893"/>
                </a:lnTo>
                <a:lnTo>
                  <a:pt x="0" y="416947"/>
                </a:lnTo>
                <a:lnTo>
                  <a:pt x="0" y="397993"/>
                </a:lnTo>
                <a:lnTo>
                  <a:pt x="0" y="379038"/>
                </a:lnTo>
                <a:lnTo>
                  <a:pt x="0" y="360093"/>
                </a:lnTo>
                <a:lnTo>
                  <a:pt x="0" y="341138"/>
                </a:lnTo>
                <a:lnTo>
                  <a:pt x="0" y="322183"/>
                </a:lnTo>
                <a:lnTo>
                  <a:pt x="0" y="303228"/>
                </a:lnTo>
                <a:lnTo>
                  <a:pt x="0" y="284283"/>
                </a:lnTo>
                <a:lnTo>
                  <a:pt x="0" y="265328"/>
                </a:lnTo>
                <a:lnTo>
                  <a:pt x="0" y="246374"/>
                </a:lnTo>
                <a:lnTo>
                  <a:pt x="0" y="227428"/>
                </a:lnTo>
                <a:lnTo>
                  <a:pt x="0" y="208474"/>
                </a:lnTo>
                <a:lnTo>
                  <a:pt x="0" y="189519"/>
                </a:lnTo>
                <a:lnTo>
                  <a:pt x="0" y="170564"/>
                </a:lnTo>
                <a:lnTo>
                  <a:pt x="0" y="151619"/>
                </a:lnTo>
                <a:lnTo>
                  <a:pt x="0" y="132664"/>
                </a:lnTo>
                <a:lnTo>
                  <a:pt x="0" y="113709"/>
                </a:lnTo>
                <a:lnTo>
                  <a:pt x="0" y="94764"/>
                </a:lnTo>
                <a:lnTo>
                  <a:pt x="0" y="75809"/>
                </a:lnTo>
                <a:lnTo>
                  <a:pt x="0" y="56855"/>
                </a:lnTo>
                <a:lnTo>
                  <a:pt x="0" y="37900"/>
                </a:lnTo>
                <a:lnTo>
                  <a:pt x="0" y="18955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24" name="phase-title-1">
            <a:extLst xmlns:a="http://schemas.openxmlformats.org/drawingml/2006/main">
              <a:ext uri="{FF2B5EF4-FFF2-40B4-BE49-F238E27FC236}">
                <a16:creationId xmlns:a16="http://schemas.microsoft.com/office/drawing/2014/main" id="{2F31FA0D-6DC8-4E52-8234-3C6C8E9A4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3824888"/>
            <a:ext cx="1428750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意向培育</a:t>
            </a:r>
          </a:p>
        </p:txBody>
      </p:sp>
      <p:sp>
        <p:nvSpPr>
          <p:cNvPr id="25" name="phase-body-1">
            <a:extLst xmlns:a="http://schemas.openxmlformats.org/drawingml/2006/main">
              <a:ext uri="{FF2B5EF4-FFF2-40B4-BE49-F238E27FC236}">
                <a16:creationId xmlns:a16="http://schemas.microsoft.com/office/drawing/2014/main" id="{C62568ED-D314-48F8-998F-ADAEAB420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4179094"/>
            <a:ext cx="1428750" cy="587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让有效关注形</a:t>
            </a:r>
          </a:p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成意向</a:t>
            </a:r>
          </a:p>
        </p:txBody>
      </p:sp>
      <p:sp>
        <p:nvSpPr>
          <p:cNvPr id="26" name="action-icon-shell-1-0">
            <a:extLst xmlns:a="http://schemas.openxmlformats.org/drawingml/2006/main">
              <a:ext uri="{FF2B5EF4-FFF2-40B4-BE49-F238E27FC236}">
                <a16:creationId xmlns:a16="http://schemas.microsoft.com/office/drawing/2014/main" id="{B2A87F51-1D98-4AF1-8D71-A67251C18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4124173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9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3bbe16ba38f41c5">
            <a:extLst>
              <a:ext uri="{96DAC541-7B7A-43D3-8B79-37D633B846F1}">
                <asvg:svgBlip xmlns:asvg="http://schemas.microsoft.com/office/drawing/2016/SVG/main" r:embed="R5f4cf688051d4a8f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4200373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28" name="action-title-1-0">
            <a:extLst xmlns:a="http://schemas.openxmlformats.org/drawingml/2006/main">
              <a:ext uri="{FF2B5EF4-FFF2-40B4-BE49-F238E27FC236}">
                <a16:creationId xmlns:a16="http://schemas.microsoft.com/office/drawing/2014/main" id="{AB09797D-6BC7-4EBD-9A39-5E4F7EDDB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4063155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规则触发</a:t>
            </a:r>
          </a:p>
        </p:txBody>
      </p:sp>
      <p:sp>
        <p:nvSpPr>
          <p:cNvPr id="29" name="action-body-1-0">
            <a:extLst xmlns:a="http://schemas.openxmlformats.org/drawingml/2006/main">
              <a:ext uri="{FF2B5EF4-FFF2-40B4-BE49-F238E27FC236}">
                <a16:creationId xmlns:a16="http://schemas.microsoft.com/office/drawing/2014/main" id="{DFD6FE2D-03A5-4263-8E98-0ECFFCD63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4291755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自动下发任务</a:t>
            </a:r>
          </a:p>
        </p:txBody>
      </p:sp>
      <p:sp>
        <p:nvSpPr>
          <p:cNvPr id="30" name="action-icon-shell-1-1">
            <a:extLst xmlns:a="http://schemas.openxmlformats.org/drawingml/2006/main">
              <a:ext uri="{FF2B5EF4-FFF2-40B4-BE49-F238E27FC236}">
                <a16:creationId xmlns:a16="http://schemas.microsoft.com/office/drawing/2014/main" id="{720473D6-5E60-4A17-B602-0CD4C861C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4124173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10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314a17fcca643e5">
            <a:extLst>
              <a:ext uri="{96DAC541-7B7A-43D3-8B79-37D633B846F1}">
                <asvg:svgBlip xmlns:asvg="http://schemas.microsoft.com/office/drawing/2016/SVG/main" r:embed="Rc3e9f6b5204e4a6a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4200373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32" name="action-title-1-1">
            <a:extLst xmlns:a="http://schemas.openxmlformats.org/drawingml/2006/main">
              <a:ext uri="{FF2B5EF4-FFF2-40B4-BE49-F238E27FC236}">
                <a16:creationId xmlns:a16="http://schemas.microsoft.com/office/drawing/2014/main" id="{363BD5F8-D329-46EF-A8B5-94917355F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4063155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热度评估</a:t>
            </a:r>
          </a:p>
        </p:txBody>
      </p:sp>
      <p:sp>
        <p:nvSpPr>
          <p:cNvPr id="33" name="action-body-1-1">
            <a:extLst xmlns:a="http://schemas.openxmlformats.org/drawingml/2006/main">
              <a:ext uri="{FF2B5EF4-FFF2-40B4-BE49-F238E27FC236}">
                <a16:creationId xmlns:a16="http://schemas.microsoft.com/office/drawing/2014/main" id="{3F0CCFBD-34D5-4EF3-B6E4-062233E3B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4291755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识别优先对象</a:t>
            </a:r>
          </a:p>
        </p:txBody>
      </p:sp>
      <p:sp>
        <p:nvSpPr>
          <p:cNvPr id="34" name="phase-rail-2">
            <a:extLst xmlns:a="http://schemas.openxmlformats.org/drawingml/2006/main">
              <a:ext uri="{FF2B5EF4-FFF2-40B4-BE49-F238E27FC236}">
                <a16:creationId xmlns:a16="http://schemas.microsoft.com/office/drawing/2014/main" id="{F8DFD651-5F9A-4FA6-A2E2-9B35F48F1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4902098"/>
            <a:ext cx="514350" cy="1307878"/>
          </a:xfrm>
          <a:custGeom xmlns:a="http://schemas.openxmlformats.org/drawingml/2006/main">
            <a:pathLst>
              <a:path w="514350" h="1307878">
                <a:moveTo>
                  <a:pt x="0" y="0"/>
                </a:moveTo>
                <a:lnTo>
                  <a:pt x="16574" y="9211"/>
                </a:lnTo>
                <a:lnTo>
                  <a:pt x="33147" y="18412"/>
                </a:lnTo>
                <a:lnTo>
                  <a:pt x="49721" y="27623"/>
                </a:lnTo>
                <a:lnTo>
                  <a:pt x="66294" y="36824"/>
                </a:lnTo>
                <a:lnTo>
                  <a:pt x="82858" y="46034"/>
                </a:lnTo>
                <a:lnTo>
                  <a:pt x="99431" y="55235"/>
                </a:lnTo>
                <a:lnTo>
                  <a:pt x="116005" y="64446"/>
                </a:lnTo>
                <a:lnTo>
                  <a:pt x="132578" y="73647"/>
                </a:lnTo>
                <a:lnTo>
                  <a:pt x="149152" y="82858"/>
                </a:lnTo>
                <a:lnTo>
                  <a:pt x="165725" y="92069"/>
                </a:lnTo>
                <a:lnTo>
                  <a:pt x="182299" y="101270"/>
                </a:lnTo>
                <a:lnTo>
                  <a:pt x="198872" y="110480"/>
                </a:lnTo>
                <a:lnTo>
                  <a:pt x="215436" y="119682"/>
                </a:lnTo>
                <a:lnTo>
                  <a:pt x="232010" y="128892"/>
                </a:lnTo>
                <a:lnTo>
                  <a:pt x="248583" y="138093"/>
                </a:lnTo>
                <a:lnTo>
                  <a:pt x="265157" y="138436"/>
                </a:lnTo>
                <a:lnTo>
                  <a:pt x="281730" y="129226"/>
                </a:lnTo>
                <a:lnTo>
                  <a:pt x="298304" y="120025"/>
                </a:lnTo>
                <a:lnTo>
                  <a:pt x="314877" y="110814"/>
                </a:lnTo>
                <a:lnTo>
                  <a:pt x="331451" y="101613"/>
                </a:lnTo>
                <a:lnTo>
                  <a:pt x="348015" y="92402"/>
                </a:lnTo>
                <a:lnTo>
                  <a:pt x="364588" y="83201"/>
                </a:lnTo>
                <a:lnTo>
                  <a:pt x="381162" y="73990"/>
                </a:lnTo>
                <a:lnTo>
                  <a:pt x="397735" y="64780"/>
                </a:lnTo>
                <a:lnTo>
                  <a:pt x="414309" y="55578"/>
                </a:lnTo>
                <a:lnTo>
                  <a:pt x="430882" y="46368"/>
                </a:lnTo>
                <a:lnTo>
                  <a:pt x="447456" y="37167"/>
                </a:lnTo>
                <a:lnTo>
                  <a:pt x="464029" y="27956"/>
                </a:lnTo>
                <a:lnTo>
                  <a:pt x="480593" y="18755"/>
                </a:lnTo>
                <a:lnTo>
                  <a:pt x="497167" y="9544"/>
                </a:lnTo>
                <a:lnTo>
                  <a:pt x="513740" y="333"/>
                </a:lnTo>
                <a:lnTo>
                  <a:pt x="514350" y="18259"/>
                </a:lnTo>
                <a:lnTo>
                  <a:pt x="514350" y="37224"/>
                </a:lnTo>
                <a:lnTo>
                  <a:pt x="514350" y="56178"/>
                </a:lnTo>
                <a:lnTo>
                  <a:pt x="514350" y="75133"/>
                </a:lnTo>
                <a:lnTo>
                  <a:pt x="514350" y="94088"/>
                </a:lnTo>
                <a:lnTo>
                  <a:pt x="514350" y="113052"/>
                </a:lnTo>
                <a:lnTo>
                  <a:pt x="514350" y="132007"/>
                </a:lnTo>
                <a:lnTo>
                  <a:pt x="514350" y="150962"/>
                </a:lnTo>
                <a:lnTo>
                  <a:pt x="514350" y="169916"/>
                </a:lnTo>
                <a:lnTo>
                  <a:pt x="514350" y="188881"/>
                </a:lnTo>
                <a:lnTo>
                  <a:pt x="514350" y="207836"/>
                </a:lnTo>
                <a:lnTo>
                  <a:pt x="514350" y="226790"/>
                </a:lnTo>
                <a:lnTo>
                  <a:pt x="514350" y="245755"/>
                </a:lnTo>
                <a:lnTo>
                  <a:pt x="514350" y="264709"/>
                </a:lnTo>
                <a:lnTo>
                  <a:pt x="514350" y="283664"/>
                </a:lnTo>
                <a:lnTo>
                  <a:pt x="514350" y="302619"/>
                </a:lnTo>
                <a:lnTo>
                  <a:pt x="514350" y="321583"/>
                </a:lnTo>
                <a:lnTo>
                  <a:pt x="514350" y="340538"/>
                </a:lnTo>
                <a:lnTo>
                  <a:pt x="514350" y="359493"/>
                </a:lnTo>
                <a:lnTo>
                  <a:pt x="514350" y="378447"/>
                </a:lnTo>
                <a:lnTo>
                  <a:pt x="514350" y="397412"/>
                </a:lnTo>
                <a:lnTo>
                  <a:pt x="514350" y="416366"/>
                </a:lnTo>
                <a:lnTo>
                  <a:pt x="514350" y="435321"/>
                </a:lnTo>
                <a:lnTo>
                  <a:pt x="514350" y="454285"/>
                </a:lnTo>
                <a:lnTo>
                  <a:pt x="514350" y="473240"/>
                </a:lnTo>
                <a:lnTo>
                  <a:pt x="514350" y="492195"/>
                </a:lnTo>
                <a:lnTo>
                  <a:pt x="514350" y="511150"/>
                </a:lnTo>
                <a:lnTo>
                  <a:pt x="514350" y="530114"/>
                </a:lnTo>
                <a:lnTo>
                  <a:pt x="514350" y="549069"/>
                </a:lnTo>
                <a:lnTo>
                  <a:pt x="514350" y="568023"/>
                </a:lnTo>
                <a:lnTo>
                  <a:pt x="514350" y="586978"/>
                </a:lnTo>
                <a:lnTo>
                  <a:pt x="514350" y="605942"/>
                </a:lnTo>
                <a:lnTo>
                  <a:pt x="514350" y="624897"/>
                </a:lnTo>
                <a:lnTo>
                  <a:pt x="514350" y="643852"/>
                </a:lnTo>
                <a:lnTo>
                  <a:pt x="514350" y="662807"/>
                </a:lnTo>
                <a:lnTo>
                  <a:pt x="514350" y="681771"/>
                </a:lnTo>
                <a:lnTo>
                  <a:pt x="514350" y="700726"/>
                </a:lnTo>
                <a:lnTo>
                  <a:pt x="514350" y="719680"/>
                </a:lnTo>
                <a:lnTo>
                  <a:pt x="514350" y="738645"/>
                </a:lnTo>
                <a:lnTo>
                  <a:pt x="514350" y="757599"/>
                </a:lnTo>
                <a:lnTo>
                  <a:pt x="514350" y="776554"/>
                </a:lnTo>
                <a:lnTo>
                  <a:pt x="514350" y="795509"/>
                </a:lnTo>
                <a:lnTo>
                  <a:pt x="514350" y="814473"/>
                </a:lnTo>
                <a:lnTo>
                  <a:pt x="514350" y="833428"/>
                </a:lnTo>
                <a:lnTo>
                  <a:pt x="514350" y="852383"/>
                </a:lnTo>
                <a:lnTo>
                  <a:pt x="514350" y="871337"/>
                </a:lnTo>
                <a:lnTo>
                  <a:pt x="514350" y="890302"/>
                </a:lnTo>
                <a:lnTo>
                  <a:pt x="514350" y="909256"/>
                </a:lnTo>
                <a:lnTo>
                  <a:pt x="514350" y="928211"/>
                </a:lnTo>
                <a:lnTo>
                  <a:pt x="514350" y="947176"/>
                </a:lnTo>
                <a:lnTo>
                  <a:pt x="514350" y="966130"/>
                </a:lnTo>
                <a:lnTo>
                  <a:pt x="514350" y="985085"/>
                </a:lnTo>
                <a:lnTo>
                  <a:pt x="514350" y="1004040"/>
                </a:lnTo>
                <a:lnTo>
                  <a:pt x="514350" y="1023004"/>
                </a:lnTo>
                <a:lnTo>
                  <a:pt x="514350" y="1041959"/>
                </a:lnTo>
                <a:lnTo>
                  <a:pt x="514350" y="1060914"/>
                </a:lnTo>
                <a:lnTo>
                  <a:pt x="514350" y="1079868"/>
                </a:lnTo>
                <a:lnTo>
                  <a:pt x="514350" y="1098833"/>
                </a:lnTo>
                <a:lnTo>
                  <a:pt x="514350" y="1117787"/>
                </a:lnTo>
                <a:lnTo>
                  <a:pt x="514350" y="1136742"/>
                </a:lnTo>
                <a:lnTo>
                  <a:pt x="514350" y="1155706"/>
                </a:lnTo>
                <a:lnTo>
                  <a:pt x="506063" y="1169784"/>
                </a:lnTo>
                <a:lnTo>
                  <a:pt x="489490" y="1178995"/>
                </a:lnTo>
                <a:lnTo>
                  <a:pt x="472916" y="1188196"/>
                </a:lnTo>
                <a:lnTo>
                  <a:pt x="456343" y="1197407"/>
                </a:lnTo>
                <a:lnTo>
                  <a:pt x="439779" y="1206608"/>
                </a:lnTo>
                <a:lnTo>
                  <a:pt x="423205" y="1215819"/>
                </a:lnTo>
                <a:lnTo>
                  <a:pt x="406632" y="1225020"/>
                </a:lnTo>
                <a:lnTo>
                  <a:pt x="390058" y="1234230"/>
                </a:lnTo>
                <a:lnTo>
                  <a:pt x="373485" y="1243432"/>
                </a:lnTo>
                <a:lnTo>
                  <a:pt x="356911" y="1252642"/>
                </a:lnTo>
                <a:lnTo>
                  <a:pt x="340338" y="1261853"/>
                </a:lnTo>
                <a:lnTo>
                  <a:pt x="323764" y="1271054"/>
                </a:lnTo>
                <a:lnTo>
                  <a:pt x="307200" y="1280265"/>
                </a:lnTo>
                <a:lnTo>
                  <a:pt x="290627" y="1289466"/>
                </a:lnTo>
                <a:lnTo>
                  <a:pt x="274053" y="1298677"/>
                </a:lnTo>
                <a:lnTo>
                  <a:pt x="257480" y="1307878"/>
                </a:lnTo>
                <a:lnTo>
                  <a:pt x="240906" y="1299010"/>
                </a:lnTo>
                <a:lnTo>
                  <a:pt x="224333" y="1289809"/>
                </a:lnTo>
                <a:lnTo>
                  <a:pt x="207759" y="1280598"/>
                </a:lnTo>
                <a:lnTo>
                  <a:pt x="191186" y="1271397"/>
                </a:lnTo>
                <a:lnTo>
                  <a:pt x="174622" y="1262186"/>
                </a:lnTo>
                <a:lnTo>
                  <a:pt x="158048" y="1252976"/>
                </a:lnTo>
                <a:lnTo>
                  <a:pt x="141475" y="1243775"/>
                </a:lnTo>
                <a:lnTo>
                  <a:pt x="124901" y="1234564"/>
                </a:lnTo>
                <a:lnTo>
                  <a:pt x="108328" y="1225363"/>
                </a:lnTo>
                <a:lnTo>
                  <a:pt x="91754" y="1216152"/>
                </a:lnTo>
                <a:lnTo>
                  <a:pt x="75181" y="1206951"/>
                </a:lnTo>
                <a:lnTo>
                  <a:pt x="58607" y="1197740"/>
                </a:lnTo>
                <a:lnTo>
                  <a:pt x="42043" y="1188539"/>
                </a:lnTo>
                <a:lnTo>
                  <a:pt x="25470" y="1179328"/>
                </a:lnTo>
                <a:lnTo>
                  <a:pt x="8896" y="1170118"/>
                </a:lnTo>
                <a:lnTo>
                  <a:pt x="0" y="1156402"/>
                </a:lnTo>
                <a:lnTo>
                  <a:pt x="0" y="1137437"/>
                </a:lnTo>
                <a:lnTo>
                  <a:pt x="0" y="1118483"/>
                </a:lnTo>
                <a:lnTo>
                  <a:pt x="0" y="1099528"/>
                </a:lnTo>
                <a:lnTo>
                  <a:pt x="0" y="1080564"/>
                </a:lnTo>
                <a:lnTo>
                  <a:pt x="0" y="1061609"/>
                </a:lnTo>
                <a:lnTo>
                  <a:pt x="0" y="1042654"/>
                </a:lnTo>
                <a:lnTo>
                  <a:pt x="0" y="1023699"/>
                </a:lnTo>
                <a:lnTo>
                  <a:pt x="0" y="1004735"/>
                </a:lnTo>
                <a:lnTo>
                  <a:pt x="0" y="985780"/>
                </a:lnTo>
                <a:lnTo>
                  <a:pt x="0" y="966826"/>
                </a:lnTo>
                <a:lnTo>
                  <a:pt x="0" y="947871"/>
                </a:lnTo>
                <a:lnTo>
                  <a:pt x="0" y="928907"/>
                </a:lnTo>
                <a:lnTo>
                  <a:pt x="0" y="909952"/>
                </a:lnTo>
                <a:lnTo>
                  <a:pt x="0" y="890997"/>
                </a:lnTo>
                <a:lnTo>
                  <a:pt x="0" y="872042"/>
                </a:lnTo>
                <a:lnTo>
                  <a:pt x="0" y="853078"/>
                </a:lnTo>
                <a:lnTo>
                  <a:pt x="0" y="834123"/>
                </a:lnTo>
                <a:lnTo>
                  <a:pt x="0" y="815169"/>
                </a:lnTo>
                <a:lnTo>
                  <a:pt x="0" y="796204"/>
                </a:lnTo>
                <a:lnTo>
                  <a:pt x="0" y="777250"/>
                </a:lnTo>
                <a:lnTo>
                  <a:pt x="0" y="758295"/>
                </a:lnTo>
                <a:lnTo>
                  <a:pt x="0" y="739340"/>
                </a:lnTo>
                <a:lnTo>
                  <a:pt x="0" y="720376"/>
                </a:lnTo>
                <a:lnTo>
                  <a:pt x="0" y="701421"/>
                </a:lnTo>
                <a:lnTo>
                  <a:pt x="0" y="682466"/>
                </a:lnTo>
                <a:lnTo>
                  <a:pt x="0" y="663512"/>
                </a:lnTo>
                <a:lnTo>
                  <a:pt x="0" y="644547"/>
                </a:lnTo>
                <a:lnTo>
                  <a:pt x="0" y="625592"/>
                </a:lnTo>
                <a:lnTo>
                  <a:pt x="0" y="606638"/>
                </a:lnTo>
                <a:lnTo>
                  <a:pt x="0" y="587673"/>
                </a:lnTo>
                <a:lnTo>
                  <a:pt x="0" y="568719"/>
                </a:lnTo>
                <a:lnTo>
                  <a:pt x="0" y="549764"/>
                </a:lnTo>
                <a:lnTo>
                  <a:pt x="0" y="530809"/>
                </a:lnTo>
                <a:lnTo>
                  <a:pt x="0" y="511845"/>
                </a:lnTo>
                <a:lnTo>
                  <a:pt x="0" y="492890"/>
                </a:lnTo>
                <a:lnTo>
                  <a:pt x="0" y="473935"/>
                </a:lnTo>
                <a:lnTo>
                  <a:pt x="0" y="454981"/>
                </a:lnTo>
                <a:lnTo>
                  <a:pt x="0" y="436016"/>
                </a:lnTo>
                <a:lnTo>
                  <a:pt x="0" y="417062"/>
                </a:lnTo>
                <a:lnTo>
                  <a:pt x="0" y="398107"/>
                </a:lnTo>
                <a:lnTo>
                  <a:pt x="0" y="379143"/>
                </a:lnTo>
                <a:lnTo>
                  <a:pt x="0" y="360188"/>
                </a:lnTo>
                <a:lnTo>
                  <a:pt x="0" y="341233"/>
                </a:lnTo>
                <a:lnTo>
                  <a:pt x="0" y="322278"/>
                </a:lnTo>
                <a:lnTo>
                  <a:pt x="0" y="303314"/>
                </a:lnTo>
                <a:lnTo>
                  <a:pt x="0" y="284359"/>
                </a:lnTo>
                <a:lnTo>
                  <a:pt x="0" y="265405"/>
                </a:lnTo>
                <a:lnTo>
                  <a:pt x="0" y="246450"/>
                </a:lnTo>
                <a:lnTo>
                  <a:pt x="0" y="227486"/>
                </a:lnTo>
                <a:lnTo>
                  <a:pt x="0" y="208531"/>
                </a:lnTo>
                <a:lnTo>
                  <a:pt x="0" y="189576"/>
                </a:lnTo>
                <a:lnTo>
                  <a:pt x="0" y="170612"/>
                </a:lnTo>
                <a:lnTo>
                  <a:pt x="0" y="151657"/>
                </a:lnTo>
                <a:lnTo>
                  <a:pt x="0" y="132702"/>
                </a:lnTo>
                <a:lnTo>
                  <a:pt x="0" y="113748"/>
                </a:lnTo>
                <a:lnTo>
                  <a:pt x="0" y="94783"/>
                </a:lnTo>
                <a:lnTo>
                  <a:pt x="0" y="75829"/>
                </a:lnTo>
                <a:lnTo>
                  <a:pt x="0" y="56874"/>
                </a:lnTo>
                <a:lnTo>
                  <a:pt x="0" y="37919"/>
                </a:lnTo>
                <a:lnTo>
                  <a:pt x="0" y="18955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78A8D5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35" name="phase-title-2">
            <a:extLst xmlns:a="http://schemas.openxmlformats.org/drawingml/2006/main">
              <a:ext uri="{FF2B5EF4-FFF2-40B4-BE49-F238E27FC236}">
                <a16:creationId xmlns:a16="http://schemas.microsoft.com/office/drawing/2014/main" id="{592FD7A6-A108-4A06-A54D-80D92BA98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5085312"/>
            <a:ext cx="1428750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持续转化</a:t>
            </a:r>
          </a:p>
        </p:txBody>
      </p:sp>
      <p:sp>
        <p:nvSpPr>
          <p:cNvPr id="36" name="phase-body-2">
            <a:extLst xmlns:a="http://schemas.openxmlformats.org/drawingml/2006/main">
              <a:ext uri="{FF2B5EF4-FFF2-40B4-BE49-F238E27FC236}">
                <a16:creationId xmlns:a16="http://schemas.microsoft.com/office/drawing/2014/main" id="{1541C13A-9161-4B04-80B3-354FE676F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5439518"/>
            <a:ext cx="1428750" cy="587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让行动沉淀为</a:t>
            </a:r>
          </a:p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长期价值</a:t>
            </a:r>
          </a:p>
        </p:txBody>
      </p:sp>
      <p:sp>
        <p:nvSpPr>
          <p:cNvPr id="37" name="action-icon-shell-2-0">
            <a:extLst xmlns:a="http://schemas.openxmlformats.org/drawingml/2006/main">
              <a:ext uri="{FF2B5EF4-FFF2-40B4-BE49-F238E27FC236}">
                <a16:creationId xmlns:a16="http://schemas.microsoft.com/office/drawing/2014/main" id="{6D762DFB-08EC-4318-AF49-7CA1D436D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5384606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10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6c77e5e29ac480e">
            <a:extLst>
              <a:ext uri="{96DAC541-7B7A-43D3-8B79-37D633B846F1}">
                <asvg:svgBlip xmlns:asvg="http://schemas.microsoft.com/office/drawing/2016/SVG/main" r:embed="Rd0ee1c673e814650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5460806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39" name="action-title-2-0">
            <a:extLst xmlns:a="http://schemas.openxmlformats.org/drawingml/2006/main">
              <a:ext uri="{FF2B5EF4-FFF2-40B4-BE49-F238E27FC236}">
                <a16:creationId xmlns:a16="http://schemas.microsoft.com/office/drawing/2014/main" id="{F26EC6C8-9544-49E6-9B67-DE904EDBD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5323580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数据打通</a:t>
            </a:r>
          </a:p>
        </p:txBody>
      </p:sp>
      <p:sp>
        <p:nvSpPr>
          <p:cNvPr id="40" name="action-body-2-0">
            <a:extLst xmlns:a="http://schemas.openxmlformats.org/drawingml/2006/main">
              <a:ext uri="{FF2B5EF4-FFF2-40B4-BE49-F238E27FC236}">
                <a16:creationId xmlns:a16="http://schemas.microsoft.com/office/drawing/2014/main" id="{03156682-B004-447A-A2F1-178780314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5552180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统一分析对象</a:t>
            </a:r>
          </a:p>
        </p:txBody>
      </p:sp>
      <p:sp>
        <p:nvSpPr>
          <p:cNvPr id="41" name="action-icon-shell-2-1">
            <a:extLst xmlns:a="http://schemas.openxmlformats.org/drawingml/2006/main">
              <a:ext uri="{FF2B5EF4-FFF2-40B4-BE49-F238E27FC236}">
                <a16:creationId xmlns:a16="http://schemas.microsoft.com/office/drawing/2014/main" id="{FEC9CE2E-CE3E-48E4-A285-010BD79B6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5384606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1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b426f8d68c64ca8">
            <a:extLst>
              <a:ext uri="{96DAC541-7B7A-43D3-8B79-37D633B846F1}">
                <asvg:svgBlip xmlns:asvg="http://schemas.microsoft.com/office/drawing/2016/SVG/main" r:embed="R6d0a6ec2de6a4a3b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5460806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43" name="action-title-2-1">
            <a:extLst xmlns:a="http://schemas.openxmlformats.org/drawingml/2006/main">
              <a:ext uri="{FF2B5EF4-FFF2-40B4-BE49-F238E27FC236}">
                <a16:creationId xmlns:a16="http://schemas.microsoft.com/office/drawing/2014/main" id="{C34DB1EE-7A80-4BD4-A982-DCD40312D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5323580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自动分群</a:t>
            </a:r>
          </a:p>
        </p:txBody>
      </p:sp>
      <p:sp>
        <p:nvSpPr>
          <p:cNvPr id="44" name="action-body-2-1">
            <a:extLst xmlns:a="http://schemas.openxmlformats.org/drawingml/2006/main">
              <a:ext uri="{FF2B5EF4-FFF2-40B4-BE49-F238E27FC236}">
                <a16:creationId xmlns:a16="http://schemas.microsoft.com/office/drawing/2014/main" id="{F5A5119D-EE6C-4DE6-9528-9AA193678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5552180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指导持续运营</a:t>
            </a:r>
          </a:p>
        </p:txBody>
      </p:sp>
      <p:sp>
        <p:nvSpPr>
          <p:cNvPr id="45" name="funnel-step-body-0">
            <a:extLst xmlns:a="http://schemas.openxmlformats.org/drawingml/2006/main">
              <a:ext uri="{FF2B5EF4-FFF2-40B4-BE49-F238E27FC236}">
                <a16:creationId xmlns:a16="http://schemas.microsoft.com/office/drawing/2014/main" id="{C39C7A02-D008-4064-9651-5A2AD9947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52750" y="2514600"/>
            <a:ext cx="3326711" cy="1110415"/>
          </a:xfrm>
          <a:custGeom xmlns:a="http://schemas.openxmlformats.org/drawingml/2006/main">
            <a:pathLst>
              <a:path w="3326711" h="1110415">
                <a:moveTo>
                  <a:pt x="0" y="0"/>
                </a:moveTo>
                <a:lnTo>
                  <a:pt x="14516" y="30004"/>
                </a:lnTo>
                <a:lnTo>
                  <a:pt x="29032" y="60017"/>
                </a:lnTo>
                <a:lnTo>
                  <a:pt x="43548" y="90021"/>
                </a:lnTo>
                <a:lnTo>
                  <a:pt x="58055" y="120025"/>
                </a:lnTo>
                <a:lnTo>
                  <a:pt x="72571" y="150038"/>
                </a:lnTo>
                <a:lnTo>
                  <a:pt x="87087" y="180042"/>
                </a:lnTo>
                <a:lnTo>
                  <a:pt x="101603" y="210045"/>
                </a:lnTo>
                <a:lnTo>
                  <a:pt x="116119" y="240059"/>
                </a:lnTo>
                <a:lnTo>
                  <a:pt x="130635" y="270062"/>
                </a:lnTo>
                <a:lnTo>
                  <a:pt x="145142" y="300066"/>
                </a:lnTo>
                <a:lnTo>
                  <a:pt x="159658" y="330079"/>
                </a:lnTo>
                <a:lnTo>
                  <a:pt x="174174" y="360083"/>
                </a:lnTo>
                <a:lnTo>
                  <a:pt x="188690" y="390087"/>
                </a:lnTo>
                <a:lnTo>
                  <a:pt x="203206" y="420100"/>
                </a:lnTo>
                <a:lnTo>
                  <a:pt x="217722" y="450104"/>
                </a:lnTo>
                <a:lnTo>
                  <a:pt x="232229" y="480108"/>
                </a:lnTo>
                <a:lnTo>
                  <a:pt x="246745" y="510121"/>
                </a:lnTo>
                <a:lnTo>
                  <a:pt x="261261" y="540125"/>
                </a:lnTo>
                <a:lnTo>
                  <a:pt x="275777" y="570128"/>
                </a:lnTo>
                <a:lnTo>
                  <a:pt x="290293" y="600142"/>
                </a:lnTo>
                <a:lnTo>
                  <a:pt x="304810" y="630145"/>
                </a:lnTo>
                <a:lnTo>
                  <a:pt x="319316" y="660149"/>
                </a:lnTo>
                <a:lnTo>
                  <a:pt x="333832" y="690162"/>
                </a:lnTo>
                <a:lnTo>
                  <a:pt x="348348" y="720166"/>
                </a:lnTo>
                <a:lnTo>
                  <a:pt x="362864" y="750170"/>
                </a:lnTo>
                <a:lnTo>
                  <a:pt x="377381" y="780183"/>
                </a:lnTo>
                <a:lnTo>
                  <a:pt x="391897" y="810187"/>
                </a:lnTo>
                <a:lnTo>
                  <a:pt x="406413" y="840191"/>
                </a:lnTo>
                <a:lnTo>
                  <a:pt x="420919" y="870204"/>
                </a:lnTo>
                <a:lnTo>
                  <a:pt x="435435" y="900208"/>
                </a:lnTo>
                <a:lnTo>
                  <a:pt x="449951" y="930212"/>
                </a:lnTo>
                <a:lnTo>
                  <a:pt x="464468" y="960225"/>
                </a:lnTo>
                <a:lnTo>
                  <a:pt x="478984" y="990229"/>
                </a:lnTo>
                <a:lnTo>
                  <a:pt x="493500" y="1020232"/>
                </a:lnTo>
                <a:lnTo>
                  <a:pt x="513074" y="1045445"/>
                </a:lnTo>
                <a:lnTo>
                  <a:pt x="544716" y="1055770"/>
                </a:lnTo>
                <a:lnTo>
                  <a:pt x="577348" y="1062552"/>
                </a:lnTo>
                <a:lnTo>
                  <a:pt x="610257" y="1067829"/>
                </a:lnTo>
                <a:lnTo>
                  <a:pt x="643299" y="1072201"/>
                </a:lnTo>
                <a:lnTo>
                  <a:pt x="676418" y="1075954"/>
                </a:lnTo>
                <a:lnTo>
                  <a:pt x="709593" y="1079259"/>
                </a:lnTo>
                <a:lnTo>
                  <a:pt x="742788" y="1082202"/>
                </a:lnTo>
                <a:lnTo>
                  <a:pt x="776021" y="1084850"/>
                </a:lnTo>
                <a:lnTo>
                  <a:pt x="809263" y="1087250"/>
                </a:lnTo>
                <a:lnTo>
                  <a:pt x="842524" y="1089450"/>
                </a:lnTo>
                <a:lnTo>
                  <a:pt x="875795" y="1091460"/>
                </a:lnTo>
                <a:lnTo>
                  <a:pt x="909076" y="1093327"/>
                </a:lnTo>
                <a:lnTo>
                  <a:pt x="942365" y="1095032"/>
                </a:lnTo>
                <a:lnTo>
                  <a:pt x="975665" y="1096613"/>
                </a:lnTo>
                <a:lnTo>
                  <a:pt x="1008964" y="1098071"/>
                </a:lnTo>
                <a:lnTo>
                  <a:pt x="1042273" y="1099433"/>
                </a:lnTo>
                <a:lnTo>
                  <a:pt x="1075582" y="1100671"/>
                </a:lnTo>
                <a:lnTo>
                  <a:pt x="1108891" y="1101833"/>
                </a:lnTo>
                <a:lnTo>
                  <a:pt x="1142209" y="1102900"/>
                </a:lnTo>
                <a:lnTo>
                  <a:pt x="1175528" y="1103881"/>
                </a:lnTo>
                <a:lnTo>
                  <a:pt x="1208846" y="1104786"/>
                </a:lnTo>
                <a:lnTo>
                  <a:pt x="1242174" y="1105605"/>
                </a:lnTo>
                <a:lnTo>
                  <a:pt x="1275493" y="1106357"/>
                </a:lnTo>
                <a:lnTo>
                  <a:pt x="1308821" y="1107043"/>
                </a:lnTo>
                <a:lnTo>
                  <a:pt x="1342149" y="1107662"/>
                </a:lnTo>
                <a:lnTo>
                  <a:pt x="1375477" y="1108205"/>
                </a:lnTo>
                <a:lnTo>
                  <a:pt x="1408805" y="1108691"/>
                </a:lnTo>
                <a:lnTo>
                  <a:pt x="1442133" y="1109110"/>
                </a:lnTo>
                <a:lnTo>
                  <a:pt x="1475470" y="1109482"/>
                </a:lnTo>
                <a:lnTo>
                  <a:pt x="1508798" y="1109777"/>
                </a:lnTo>
                <a:lnTo>
                  <a:pt x="1542136" y="1110024"/>
                </a:lnTo>
                <a:lnTo>
                  <a:pt x="1575464" y="1110205"/>
                </a:lnTo>
                <a:lnTo>
                  <a:pt x="1608801" y="1110339"/>
                </a:lnTo>
                <a:lnTo>
                  <a:pt x="1642129" y="1110405"/>
                </a:lnTo>
                <a:lnTo>
                  <a:pt x="1675467" y="1110415"/>
                </a:lnTo>
                <a:lnTo>
                  <a:pt x="1708795" y="1110377"/>
                </a:lnTo>
                <a:lnTo>
                  <a:pt x="1742132" y="1110272"/>
                </a:lnTo>
                <a:lnTo>
                  <a:pt x="1775460" y="1110120"/>
                </a:lnTo>
                <a:lnTo>
                  <a:pt x="1808798" y="1109901"/>
                </a:lnTo>
                <a:lnTo>
                  <a:pt x="1842125" y="1109624"/>
                </a:lnTo>
                <a:lnTo>
                  <a:pt x="1875453" y="1109291"/>
                </a:lnTo>
                <a:lnTo>
                  <a:pt x="1908791" y="1108901"/>
                </a:lnTo>
                <a:lnTo>
                  <a:pt x="1942119" y="1108453"/>
                </a:lnTo>
                <a:lnTo>
                  <a:pt x="1975447" y="1107929"/>
                </a:lnTo>
                <a:lnTo>
                  <a:pt x="2008775" y="1107348"/>
                </a:lnTo>
                <a:lnTo>
                  <a:pt x="2042103" y="1106700"/>
                </a:lnTo>
                <a:lnTo>
                  <a:pt x="2075431" y="1105976"/>
                </a:lnTo>
                <a:lnTo>
                  <a:pt x="2108749" y="1105186"/>
                </a:lnTo>
                <a:lnTo>
                  <a:pt x="2142068" y="1104329"/>
                </a:lnTo>
                <a:lnTo>
                  <a:pt x="2175396" y="1103386"/>
                </a:lnTo>
                <a:lnTo>
                  <a:pt x="2208705" y="1102357"/>
                </a:lnTo>
                <a:lnTo>
                  <a:pt x="2242023" y="1101252"/>
                </a:lnTo>
                <a:lnTo>
                  <a:pt x="2275332" y="1100042"/>
                </a:lnTo>
                <a:lnTo>
                  <a:pt x="2308641" y="1098747"/>
                </a:lnTo>
                <a:lnTo>
                  <a:pt x="2341950" y="1097337"/>
                </a:lnTo>
                <a:lnTo>
                  <a:pt x="2375240" y="1095813"/>
                </a:lnTo>
                <a:lnTo>
                  <a:pt x="2408539" y="1094175"/>
                </a:lnTo>
                <a:lnTo>
                  <a:pt x="2441819" y="1092384"/>
                </a:lnTo>
                <a:lnTo>
                  <a:pt x="2475100" y="1090451"/>
                </a:lnTo>
                <a:lnTo>
                  <a:pt x="2508361" y="1088346"/>
                </a:lnTo>
                <a:lnTo>
                  <a:pt x="2541613" y="1086041"/>
                </a:lnTo>
                <a:lnTo>
                  <a:pt x="2574855" y="1083516"/>
                </a:lnTo>
                <a:lnTo>
                  <a:pt x="2608069" y="1080726"/>
                </a:lnTo>
                <a:lnTo>
                  <a:pt x="2641254" y="1077611"/>
                </a:lnTo>
                <a:lnTo>
                  <a:pt x="2674401" y="1074087"/>
                </a:lnTo>
                <a:lnTo>
                  <a:pt x="2707491" y="1070039"/>
                </a:lnTo>
                <a:lnTo>
                  <a:pt x="2740476" y="1065247"/>
                </a:lnTo>
                <a:lnTo>
                  <a:pt x="2773270" y="1059313"/>
                </a:lnTo>
                <a:lnTo>
                  <a:pt x="2805579" y="1051179"/>
                </a:lnTo>
                <a:lnTo>
                  <a:pt x="2833926" y="1034996"/>
                </a:lnTo>
                <a:lnTo>
                  <a:pt x="2847737" y="1004773"/>
                </a:lnTo>
                <a:lnTo>
                  <a:pt x="2862243" y="974769"/>
                </a:lnTo>
                <a:lnTo>
                  <a:pt x="2876760" y="944756"/>
                </a:lnTo>
                <a:lnTo>
                  <a:pt x="2891276" y="914752"/>
                </a:lnTo>
                <a:lnTo>
                  <a:pt x="2905792" y="884749"/>
                </a:lnTo>
                <a:lnTo>
                  <a:pt x="2920308" y="854735"/>
                </a:lnTo>
                <a:lnTo>
                  <a:pt x="2934824" y="824732"/>
                </a:lnTo>
                <a:lnTo>
                  <a:pt x="2949340" y="794728"/>
                </a:lnTo>
                <a:lnTo>
                  <a:pt x="2963847" y="764715"/>
                </a:lnTo>
                <a:lnTo>
                  <a:pt x="2978363" y="734711"/>
                </a:lnTo>
                <a:lnTo>
                  <a:pt x="2992879" y="704707"/>
                </a:lnTo>
                <a:lnTo>
                  <a:pt x="3007395" y="674694"/>
                </a:lnTo>
                <a:lnTo>
                  <a:pt x="3021911" y="644690"/>
                </a:lnTo>
                <a:lnTo>
                  <a:pt x="3036427" y="614686"/>
                </a:lnTo>
                <a:lnTo>
                  <a:pt x="3050934" y="584673"/>
                </a:lnTo>
                <a:lnTo>
                  <a:pt x="3065450" y="554669"/>
                </a:lnTo>
                <a:lnTo>
                  <a:pt x="3079966" y="524666"/>
                </a:lnTo>
                <a:lnTo>
                  <a:pt x="3094482" y="494652"/>
                </a:lnTo>
                <a:lnTo>
                  <a:pt x="3108998" y="464649"/>
                </a:lnTo>
                <a:lnTo>
                  <a:pt x="3123514" y="434645"/>
                </a:lnTo>
                <a:lnTo>
                  <a:pt x="3138021" y="404632"/>
                </a:lnTo>
                <a:lnTo>
                  <a:pt x="3152537" y="374628"/>
                </a:lnTo>
                <a:lnTo>
                  <a:pt x="3167053" y="344624"/>
                </a:lnTo>
                <a:lnTo>
                  <a:pt x="3181569" y="314611"/>
                </a:lnTo>
                <a:lnTo>
                  <a:pt x="3196085" y="284607"/>
                </a:lnTo>
                <a:lnTo>
                  <a:pt x="3210601" y="254603"/>
                </a:lnTo>
                <a:lnTo>
                  <a:pt x="3225108" y="224590"/>
                </a:lnTo>
                <a:lnTo>
                  <a:pt x="3239624" y="194586"/>
                </a:lnTo>
                <a:lnTo>
                  <a:pt x="3254140" y="164582"/>
                </a:lnTo>
                <a:lnTo>
                  <a:pt x="3268656" y="134569"/>
                </a:lnTo>
                <a:lnTo>
                  <a:pt x="3283172" y="104565"/>
                </a:lnTo>
                <a:lnTo>
                  <a:pt x="3297688" y="74562"/>
                </a:lnTo>
                <a:lnTo>
                  <a:pt x="3312204" y="44548"/>
                </a:lnTo>
                <a:lnTo>
                  <a:pt x="3326711" y="14545"/>
                </a:lnTo>
                <a:lnTo>
                  <a:pt x="3321415" y="10773"/>
                </a:lnTo>
                <a:lnTo>
                  <a:pt x="3289421" y="19955"/>
                </a:lnTo>
                <a:lnTo>
                  <a:pt x="3256626" y="25898"/>
                </a:lnTo>
                <a:lnTo>
                  <a:pt x="3223612" y="30518"/>
                </a:lnTo>
                <a:lnTo>
                  <a:pt x="3190504" y="34376"/>
                </a:lnTo>
                <a:lnTo>
                  <a:pt x="3157337" y="37719"/>
                </a:lnTo>
                <a:lnTo>
                  <a:pt x="3124143" y="40681"/>
                </a:lnTo>
                <a:lnTo>
                  <a:pt x="3090910" y="43339"/>
                </a:lnTo>
                <a:lnTo>
                  <a:pt x="3057668" y="45768"/>
                </a:lnTo>
                <a:lnTo>
                  <a:pt x="3024407" y="47996"/>
                </a:lnTo>
                <a:lnTo>
                  <a:pt x="2991136" y="50044"/>
                </a:lnTo>
                <a:lnTo>
                  <a:pt x="2957865" y="51949"/>
                </a:lnTo>
                <a:lnTo>
                  <a:pt x="2924575" y="53740"/>
                </a:lnTo>
                <a:lnTo>
                  <a:pt x="2891285" y="55397"/>
                </a:lnTo>
                <a:lnTo>
                  <a:pt x="2857986" y="56960"/>
                </a:lnTo>
                <a:lnTo>
                  <a:pt x="2824686" y="58426"/>
                </a:lnTo>
                <a:lnTo>
                  <a:pt x="2791387" y="59817"/>
                </a:lnTo>
                <a:lnTo>
                  <a:pt x="2758078" y="61122"/>
                </a:lnTo>
                <a:lnTo>
                  <a:pt x="2724769" y="62360"/>
                </a:lnTo>
                <a:lnTo>
                  <a:pt x="2691451" y="63522"/>
                </a:lnTo>
                <a:lnTo>
                  <a:pt x="2658142" y="64627"/>
                </a:lnTo>
                <a:lnTo>
                  <a:pt x="2624823" y="65665"/>
                </a:lnTo>
                <a:lnTo>
                  <a:pt x="2591505" y="66656"/>
                </a:lnTo>
                <a:lnTo>
                  <a:pt x="2558186" y="67589"/>
                </a:lnTo>
                <a:lnTo>
                  <a:pt x="2524858" y="68475"/>
                </a:lnTo>
                <a:lnTo>
                  <a:pt x="2491540" y="69323"/>
                </a:lnTo>
                <a:lnTo>
                  <a:pt x="2458222" y="70114"/>
                </a:lnTo>
                <a:lnTo>
                  <a:pt x="2424894" y="70856"/>
                </a:lnTo>
                <a:lnTo>
                  <a:pt x="2391566" y="71571"/>
                </a:lnTo>
                <a:lnTo>
                  <a:pt x="2358238" y="72228"/>
                </a:lnTo>
                <a:lnTo>
                  <a:pt x="2324910" y="72857"/>
                </a:lnTo>
                <a:lnTo>
                  <a:pt x="2291582" y="73447"/>
                </a:lnTo>
                <a:lnTo>
                  <a:pt x="2258254" y="74000"/>
                </a:lnTo>
                <a:lnTo>
                  <a:pt x="2224926" y="74524"/>
                </a:lnTo>
                <a:lnTo>
                  <a:pt x="2191598" y="75009"/>
                </a:lnTo>
                <a:lnTo>
                  <a:pt x="2158270" y="75457"/>
                </a:lnTo>
                <a:lnTo>
                  <a:pt x="2124942" y="75876"/>
                </a:lnTo>
                <a:lnTo>
                  <a:pt x="2091604" y="76267"/>
                </a:lnTo>
                <a:lnTo>
                  <a:pt x="2058276" y="76619"/>
                </a:lnTo>
                <a:lnTo>
                  <a:pt x="2024948" y="76943"/>
                </a:lnTo>
                <a:lnTo>
                  <a:pt x="1991611" y="77238"/>
                </a:lnTo>
                <a:lnTo>
                  <a:pt x="1958283" y="77495"/>
                </a:lnTo>
                <a:lnTo>
                  <a:pt x="1924945" y="77734"/>
                </a:lnTo>
                <a:lnTo>
                  <a:pt x="1891617" y="77943"/>
                </a:lnTo>
                <a:lnTo>
                  <a:pt x="1858280" y="78115"/>
                </a:lnTo>
                <a:lnTo>
                  <a:pt x="1824952" y="78267"/>
                </a:lnTo>
                <a:lnTo>
                  <a:pt x="1791614" y="78381"/>
                </a:lnTo>
                <a:lnTo>
                  <a:pt x="1758286" y="78476"/>
                </a:lnTo>
                <a:lnTo>
                  <a:pt x="1724949" y="78534"/>
                </a:lnTo>
                <a:lnTo>
                  <a:pt x="1691621" y="78572"/>
                </a:lnTo>
                <a:lnTo>
                  <a:pt x="1658283" y="78581"/>
                </a:lnTo>
                <a:lnTo>
                  <a:pt x="1624955" y="78562"/>
                </a:lnTo>
                <a:lnTo>
                  <a:pt x="1591618" y="78505"/>
                </a:lnTo>
                <a:lnTo>
                  <a:pt x="1558290" y="78429"/>
                </a:lnTo>
                <a:lnTo>
                  <a:pt x="1524953" y="78324"/>
                </a:lnTo>
                <a:lnTo>
                  <a:pt x="1491625" y="78191"/>
                </a:lnTo>
                <a:lnTo>
                  <a:pt x="1458287" y="78029"/>
                </a:lnTo>
                <a:lnTo>
                  <a:pt x="1424959" y="77838"/>
                </a:lnTo>
                <a:lnTo>
                  <a:pt x="1391622" y="77619"/>
                </a:lnTo>
                <a:lnTo>
                  <a:pt x="1358294" y="77372"/>
                </a:lnTo>
                <a:lnTo>
                  <a:pt x="1324966" y="77086"/>
                </a:lnTo>
                <a:lnTo>
                  <a:pt x="1291628" y="76781"/>
                </a:lnTo>
                <a:lnTo>
                  <a:pt x="1258300" y="76438"/>
                </a:lnTo>
                <a:lnTo>
                  <a:pt x="1224972" y="76067"/>
                </a:lnTo>
                <a:lnTo>
                  <a:pt x="1191635" y="75667"/>
                </a:lnTo>
                <a:lnTo>
                  <a:pt x="1158307" y="75228"/>
                </a:lnTo>
                <a:lnTo>
                  <a:pt x="1124979" y="74762"/>
                </a:lnTo>
                <a:lnTo>
                  <a:pt x="1091651" y="74266"/>
                </a:lnTo>
                <a:lnTo>
                  <a:pt x="1058323" y="73724"/>
                </a:lnTo>
                <a:lnTo>
                  <a:pt x="1024995" y="73152"/>
                </a:lnTo>
                <a:lnTo>
                  <a:pt x="991667" y="72542"/>
                </a:lnTo>
                <a:lnTo>
                  <a:pt x="958339" y="71895"/>
                </a:lnTo>
                <a:lnTo>
                  <a:pt x="925011" y="71199"/>
                </a:lnTo>
                <a:lnTo>
                  <a:pt x="891683" y="70475"/>
                </a:lnTo>
                <a:lnTo>
                  <a:pt x="858364" y="69704"/>
                </a:lnTo>
                <a:lnTo>
                  <a:pt x="825036" y="68885"/>
                </a:lnTo>
                <a:lnTo>
                  <a:pt x="791718" y="68028"/>
                </a:lnTo>
                <a:lnTo>
                  <a:pt x="758400" y="67113"/>
                </a:lnTo>
                <a:lnTo>
                  <a:pt x="725081" y="66151"/>
                </a:lnTo>
                <a:lnTo>
                  <a:pt x="691763" y="65132"/>
                </a:lnTo>
                <a:lnTo>
                  <a:pt x="658444" y="64056"/>
                </a:lnTo>
                <a:lnTo>
                  <a:pt x="625135" y="62922"/>
                </a:lnTo>
                <a:lnTo>
                  <a:pt x="591817" y="61722"/>
                </a:lnTo>
                <a:lnTo>
                  <a:pt x="558508" y="60455"/>
                </a:lnTo>
                <a:lnTo>
                  <a:pt x="525209" y="59112"/>
                </a:lnTo>
                <a:lnTo>
                  <a:pt x="491900" y="57693"/>
                </a:lnTo>
                <a:lnTo>
                  <a:pt x="458600" y="56169"/>
                </a:lnTo>
                <a:lnTo>
                  <a:pt x="425310" y="54550"/>
                </a:lnTo>
                <a:lnTo>
                  <a:pt x="392020" y="52826"/>
                </a:lnTo>
                <a:lnTo>
                  <a:pt x="358740" y="50987"/>
                </a:lnTo>
                <a:lnTo>
                  <a:pt x="325469" y="49006"/>
                </a:lnTo>
                <a:lnTo>
                  <a:pt x="292198" y="46873"/>
                </a:lnTo>
                <a:lnTo>
                  <a:pt x="258947" y="44548"/>
                </a:lnTo>
                <a:lnTo>
                  <a:pt x="225714" y="42005"/>
                </a:lnTo>
                <a:lnTo>
                  <a:pt x="192500" y="39195"/>
                </a:lnTo>
                <a:lnTo>
                  <a:pt x="159315" y="36052"/>
                </a:lnTo>
                <a:lnTo>
                  <a:pt x="126178" y="32471"/>
                </a:lnTo>
                <a:lnTo>
                  <a:pt x="93107" y="28251"/>
                </a:lnTo>
                <a:lnTo>
                  <a:pt x="60188" y="23060"/>
                </a:lnTo>
                <a:lnTo>
                  <a:pt x="27642" y="15926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46" name="funnel-step-cap-0">
            <a:extLst xmlns:a="http://schemas.openxmlformats.org/drawingml/2006/main">
              <a:ext uri="{FF2B5EF4-FFF2-40B4-BE49-F238E27FC236}">
                <a16:creationId xmlns:a16="http://schemas.microsoft.com/office/drawing/2014/main" id="{37267203-C6B5-4524-BF52-D9543280A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52750" y="2390775"/>
            <a:ext cx="33337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47" name="funnel-step-body-1">
            <a:extLst xmlns:a="http://schemas.openxmlformats.org/drawingml/2006/main">
              <a:ext uri="{FF2B5EF4-FFF2-40B4-BE49-F238E27FC236}">
                <a16:creationId xmlns:a16="http://schemas.microsoft.com/office/drawing/2014/main" id="{7021E221-93DD-4E60-AD10-26ED158D6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451860" y="3727418"/>
            <a:ext cx="2334397" cy="1110520"/>
          </a:xfrm>
          <a:custGeom xmlns:a="http://schemas.openxmlformats.org/drawingml/2006/main">
            <a:pathLst>
              <a:path w="2334397" h="1110520">
                <a:moveTo>
                  <a:pt x="0" y="0"/>
                </a:moveTo>
                <a:lnTo>
                  <a:pt x="8906" y="24060"/>
                </a:lnTo>
                <a:lnTo>
                  <a:pt x="17812" y="48120"/>
                </a:lnTo>
                <a:lnTo>
                  <a:pt x="26718" y="72180"/>
                </a:lnTo>
                <a:lnTo>
                  <a:pt x="35633" y="96241"/>
                </a:lnTo>
                <a:lnTo>
                  <a:pt x="44539" y="120301"/>
                </a:lnTo>
                <a:lnTo>
                  <a:pt x="53445" y="144361"/>
                </a:lnTo>
                <a:lnTo>
                  <a:pt x="62351" y="168412"/>
                </a:lnTo>
                <a:lnTo>
                  <a:pt x="71257" y="192472"/>
                </a:lnTo>
                <a:lnTo>
                  <a:pt x="80162" y="216532"/>
                </a:lnTo>
                <a:lnTo>
                  <a:pt x="89078" y="240592"/>
                </a:lnTo>
                <a:lnTo>
                  <a:pt x="97984" y="264652"/>
                </a:lnTo>
                <a:lnTo>
                  <a:pt x="106890" y="288712"/>
                </a:lnTo>
                <a:lnTo>
                  <a:pt x="115795" y="312772"/>
                </a:lnTo>
                <a:lnTo>
                  <a:pt x="124701" y="336833"/>
                </a:lnTo>
                <a:lnTo>
                  <a:pt x="133607" y="360893"/>
                </a:lnTo>
                <a:lnTo>
                  <a:pt x="142513" y="384953"/>
                </a:lnTo>
                <a:lnTo>
                  <a:pt x="151428" y="409013"/>
                </a:lnTo>
                <a:lnTo>
                  <a:pt x="160334" y="433073"/>
                </a:lnTo>
                <a:lnTo>
                  <a:pt x="169240" y="457124"/>
                </a:lnTo>
                <a:lnTo>
                  <a:pt x="178146" y="481184"/>
                </a:lnTo>
                <a:lnTo>
                  <a:pt x="187052" y="505244"/>
                </a:lnTo>
                <a:lnTo>
                  <a:pt x="195958" y="529304"/>
                </a:lnTo>
                <a:lnTo>
                  <a:pt x="204873" y="553364"/>
                </a:lnTo>
                <a:lnTo>
                  <a:pt x="213779" y="577425"/>
                </a:lnTo>
                <a:lnTo>
                  <a:pt x="222685" y="601485"/>
                </a:lnTo>
                <a:lnTo>
                  <a:pt x="231591" y="625545"/>
                </a:lnTo>
                <a:lnTo>
                  <a:pt x="240497" y="649605"/>
                </a:lnTo>
                <a:lnTo>
                  <a:pt x="249403" y="673665"/>
                </a:lnTo>
                <a:lnTo>
                  <a:pt x="258308" y="697725"/>
                </a:lnTo>
                <a:lnTo>
                  <a:pt x="267224" y="721785"/>
                </a:lnTo>
                <a:lnTo>
                  <a:pt x="276130" y="745846"/>
                </a:lnTo>
                <a:lnTo>
                  <a:pt x="285036" y="769896"/>
                </a:lnTo>
                <a:lnTo>
                  <a:pt x="293942" y="793956"/>
                </a:lnTo>
                <a:lnTo>
                  <a:pt x="302847" y="818017"/>
                </a:lnTo>
                <a:lnTo>
                  <a:pt x="311753" y="842077"/>
                </a:lnTo>
                <a:lnTo>
                  <a:pt x="320669" y="866137"/>
                </a:lnTo>
                <a:lnTo>
                  <a:pt x="329575" y="890197"/>
                </a:lnTo>
                <a:lnTo>
                  <a:pt x="338480" y="914257"/>
                </a:lnTo>
                <a:lnTo>
                  <a:pt x="347386" y="938317"/>
                </a:lnTo>
                <a:lnTo>
                  <a:pt x="356292" y="962377"/>
                </a:lnTo>
                <a:lnTo>
                  <a:pt x="365198" y="986438"/>
                </a:lnTo>
                <a:lnTo>
                  <a:pt x="374113" y="1010498"/>
                </a:lnTo>
                <a:lnTo>
                  <a:pt x="382419" y="1034691"/>
                </a:lnTo>
                <a:lnTo>
                  <a:pt x="401222" y="1051093"/>
                </a:lnTo>
                <a:lnTo>
                  <a:pt x="425263" y="1059990"/>
                </a:lnTo>
                <a:lnTo>
                  <a:pt x="450094" y="1066438"/>
                </a:lnTo>
                <a:lnTo>
                  <a:pt x="475221" y="1071591"/>
                </a:lnTo>
                <a:lnTo>
                  <a:pt x="500510" y="1075925"/>
                </a:lnTo>
                <a:lnTo>
                  <a:pt x="525885" y="1079659"/>
                </a:lnTo>
                <a:lnTo>
                  <a:pt x="551326" y="1082954"/>
                </a:lnTo>
                <a:lnTo>
                  <a:pt x="576815" y="1085879"/>
                </a:lnTo>
                <a:lnTo>
                  <a:pt x="602332" y="1088517"/>
                </a:lnTo>
                <a:lnTo>
                  <a:pt x="627878" y="1090898"/>
                </a:lnTo>
                <a:lnTo>
                  <a:pt x="653444" y="1093060"/>
                </a:lnTo>
                <a:lnTo>
                  <a:pt x="679028" y="1095032"/>
                </a:lnTo>
                <a:lnTo>
                  <a:pt x="704612" y="1096842"/>
                </a:lnTo>
                <a:lnTo>
                  <a:pt x="730215" y="1098490"/>
                </a:lnTo>
                <a:lnTo>
                  <a:pt x="755828" y="1099995"/>
                </a:lnTo>
                <a:lnTo>
                  <a:pt x="781450" y="1101376"/>
                </a:lnTo>
                <a:lnTo>
                  <a:pt x="807072" y="1102633"/>
                </a:lnTo>
                <a:lnTo>
                  <a:pt x="832704" y="1103786"/>
                </a:lnTo>
                <a:lnTo>
                  <a:pt x="858336" y="1104824"/>
                </a:lnTo>
                <a:lnTo>
                  <a:pt x="883977" y="1105767"/>
                </a:lnTo>
                <a:lnTo>
                  <a:pt x="909618" y="1106615"/>
                </a:lnTo>
                <a:lnTo>
                  <a:pt x="935260" y="1107377"/>
                </a:lnTo>
                <a:lnTo>
                  <a:pt x="960901" y="1108043"/>
                </a:lnTo>
                <a:lnTo>
                  <a:pt x="986552" y="1108634"/>
                </a:lnTo>
                <a:lnTo>
                  <a:pt x="1012203" y="1109129"/>
                </a:lnTo>
                <a:lnTo>
                  <a:pt x="1037854" y="1109558"/>
                </a:lnTo>
                <a:lnTo>
                  <a:pt x="1063504" y="1109901"/>
                </a:lnTo>
                <a:lnTo>
                  <a:pt x="1089165" y="1110167"/>
                </a:lnTo>
                <a:lnTo>
                  <a:pt x="1114816" y="1110358"/>
                </a:lnTo>
                <a:lnTo>
                  <a:pt x="1140476" y="1110472"/>
                </a:lnTo>
                <a:lnTo>
                  <a:pt x="1166127" y="1110520"/>
                </a:lnTo>
                <a:lnTo>
                  <a:pt x="1191787" y="1110482"/>
                </a:lnTo>
                <a:lnTo>
                  <a:pt x="1217438" y="1110377"/>
                </a:lnTo>
                <a:lnTo>
                  <a:pt x="1243089" y="1110196"/>
                </a:lnTo>
                <a:lnTo>
                  <a:pt x="1268749" y="1109939"/>
                </a:lnTo>
                <a:lnTo>
                  <a:pt x="1294400" y="1109605"/>
                </a:lnTo>
                <a:lnTo>
                  <a:pt x="1320051" y="1109186"/>
                </a:lnTo>
                <a:lnTo>
                  <a:pt x="1345702" y="1108700"/>
                </a:lnTo>
                <a:lnTo>
                  <a:pt x="1371352" y="1108119"/>
                </a:lnTo>
                <a:lnTo>
                  <a:pt x="1396994" y="1107462"/>
                </a:lnTo>
                <a:lnTo>
                  <a:pt x="1422644" y="1106719"/>
                </a:lnTo>
                <a:lnTo>
                  <a:pt x="1448286" y="1105881"/>
                </a:lnTo>
                <a:lnTo>
                  <a:pt x="1473927" y="1104957"/>
                </a:lnTo>
                <a:lnTo>
                  <a:pt x="1499559" y="1103919"/>
                </a:lnTo>
                <a:lnTo>
                  <a:pt x="1525191" y="1102795"/>
                </a:lnTo>
                <a:lnTo>
                  <a:pt x="1550813" y="1101547"/>
                </a:lnTo>
                <a:lnTo>
                  <a:pt x="1576435" y="1100185"/>
                </a:lnTo>
                <a:lnTo>
                  <a:pt x="1602048" y="1098690"/>
                </a:lnTo>
                <a:lnTo>
                  <a:pt x="1627642" y="1097051"/>
                </a:lnTo>
                <a:lnTo>
                  <a:pt x="1653235" y="1095280"/>
                </a:lnTo>
                <a:lnTo>
                  <a:pt x="1678819" y="1093327"/>
                </a:lnTo>
                <a:lnTo>
                  <a:pt x="1704384" y="1091184"/>
                </a:lnTo>
                <a:lnTo>
                  <a:pt x="1729931" y="1088831"/>
                </a:lnTo>
                <a:lnTo>
                  <a:pt x="1755458" y="1086231"/>
                </a:lnTo>
                <a:lnTo>
                  <a:pt x="1780946" y="1083345"/>
                </a:lnTo>
                <a:lnTo>
                  <a:pt x="1806397" y="1080106"/>
                </a:lnTo>
                <a:lnTo>
                  <a:pt x="1831791" y="1076430"/>
                </a:lnTo>
                <a:lnTo>
                  <a:pt x="1857089" y="1072182"/>
                </a:lnTo>
                <a:lnTo>
                  <a:pt x="1882245" y="1067152"/>
                </a:lnTo>
                <a:lnTo>
                  <a:pt x="1907124" y="1060914"/>
                </a:lnTo>
                <a:lnTo>
                  <a:pt x="1931327" y="1052455"/>
                </a:lnTo>
                <a:lnTo>
                  <a:pt x="1951853" y="1037711"/>
                </a:lnTo>
                <a:lnTo>
                  <a:pt x="1960283" y="1013565"/>
                </a:lnTo>
                <a:lnTo>
                  <a:pt x="1969189" y="989505"/>
                </a:lnTo>
                <a:lnTo>
                  <a:pt x="1978095" y="965444"/>
                </a:lnTo>
                <a:lnTo>
                  <a:pt x="1987010" y="941384"/>
                </a:lnTo>
                <a:lnTo>
                  <a:pt x="1995916" y="917324"/>
                </a:lnTo>
                <a:lnTo>
                  <a:pt x="2004822" y="893274"/>
                </a:lnTo>
                <a:lnTo>
                  <a:pt x="2013728" y="869213"/>
                </a:lnTo>
                <a:lnTo>
                  <a:pt x="2022634" y="845153"/>
                </a:lnTo>
                <a:lnTo>
                  <a:pt x="2031540" y="821093"/>
                </a:lnTo>
                <a:lnTo>
                  <a:pt x="2040455" y="797033"/>
                </a:lnTo>
                <a:lnTo>
                  <a:pt x="2049361" y="772973"/>
                </a:lnTo>
                <a:lnTo>
                  <a:pt x="2058267" y="748913"/>
                </a:lnTo>
                <a:lnTo>
                  <a:pt x="2067173" y="724853"/>
                </a:lnTo>
                <a:lnTo>
                  <a:pt x="2076079" y="700792"/>
                </a:lnTo>
                <a:lnTo>
                  <a:pt x="2084984" y="676732"/>
                </a:lnTo>
                <a:lnTo>
                  <a:pt x="2093890" y="652672"/>
                </a:lnTo>
                <a:lnTo>
                  <a:pt x="2102806" y="628612"/>
                </a:lnTo>
                <a:lnTo>
                  <a:pt x="2111712" y="604552"/>
                </a:lnTo>
                <a:lnTo>
                  <a:pt x="2120617" y="580501"/>
                </a:lnTo>
                <a:lnTo>
                  <a:pt x="2129523" y="556441"/>
                </a:lnTo>
                <a:lnTo>
                  <a:pt x="2138429" y="532381"/>
                </a:lnTo>
                <a:lnTo>
                  <a:pt x="2147335" y="508321"/>
                </a:lnTo>
                <a:lnTo>
                  <a:pt x="2156250" y="484261"/>
                </a:lnTo>
                <a:lnTo>
                  <a:pt x="2165156" y="460200"/>
                </a:lnTo>
                <a:lnTo>
                  <a:pt x="2174062" y="436140"/>
                </a:lnTo>
                <a:lnTo>
                  <a:pt x="2182968" y="412080"/>
                </a:lnTo>
                <a:lnTo>
                  <a:pt x="2191874" y="388020"/>
                </a:lnTo>
                <a:lnTo>
                  <a:pt x="2200780" y="363960"/>
                </a:lnTo>
                <a:lnTo>
                  <a:pt x="2209686" y="339900"/>
                </a:lnTo>
                <a:lnTo>
                  <a:pt x="2218601" y="315839"/>
                </a:lnTo>
                <a:lnTo>
                  <a:pt x="2227507" y="291779"/>
                </a:lnTo>
                <a:lnTo>
                  <a:pt x="2236413" y="267729"/>
                </a:lnTo>
                <a:lnTo>
                  <a:pt x="2245319" y="243669"/>
                </a:lnTo>
                <a:lnTo>
                  <a:pt x="2254225" y="219608"/>
                </a:lnTo>
                <a:lnTo>
                  <a:pt x="2263130" y="195548"/>
                </a:lnTo>
                <a:lnTo>
                  <a:pt x="2272046" y="171488"/>
                </a:lnTo>
                <a:lnTo>
                  <a:pt x="2280952" y="147428"/>
                </a:lnTo>
                <a:lnTo>
                  <a:pt x="2289858" y="123368"/>
                </a:lnTo>
                <a:lnTo>
                  <a:pt x="2298764" y="99308"/>
                </a:lnTo>
                <a:lnTo>
                  <a:pt x="2307669" y="75248"/>
                </a:lnTo>
                <a:lnTo>
                  <a:pt x="2316575" y="51187"/>
                </a:lnTo>
                <a:lnTo>
                  <a:pt x="2325481" y="27127"/>
                </a:lnTo>
                <a:lnTo>
                  <a:pt x="2334397" y="3067"/>
                </a:lnTo>
                <a:lnTo>
                  <a:pt x="2319804" y="14411"/>
                </a:lnTo>
                <a:lnTo>
                  <a:pt x="2295487" y="22508"/>
                </a:lnTo>
                <a:lnTo>
                  <a:pt x="2270474" y="28223"/>
                </a:lnTo>
                <a:lnTo>
                  <a:pt x="2245233" y="32776"/>
                </a:lnTo>
                <a:lnTo>
                  <a:pt x="2219868" y="36624"/>
                </a:lnTo>
                <a:lnTo>
                  <a:pt x="2194427" y="39976"/>
                </a:lnTo>
                <a:lnTo>
                  <a:pt x="2168947" y="42958"/>
                </a:lnTo>
                <a:lnTo>
                  <a:pt x="2143430" y="45634"/>
                </a:lnTo>
                <a:lnTo>
                  <a:pt x="2117893" y="48073"/>
                </a:lnTo>
                <a:lnTo>
                  <a:pt x="2092338" y="50311"/>
                </a:lnTo>
                <a:lnTo>
                  <a:pt x="2066763" y="52378"/>
                </a:lnTo>
                <a:lnTo>
                  <a:pt x="2041179" y="54293"/>
                </a:lnTo>
                <a:lnTo>
                  <a:pt x="2015585" y="56074"/>
                </a:lnTo>
                <a:lnTo>
                  <a:pt x="1989992" y="57750"/>
                </a:lnTo>
                <a:lnTo>
                  <a:pt x="1964379" y="59303"/>
                </a:lnTo>
                <a:lnTo>
                  <a:pt x="1938766" y="60760"/>
                </a:lnTo>
                <a:lnTo>
                  <a:pt x="1913144" y="62132"/>
                </a:lnTo>
                <a:lnTo>
                  <a:pt x="1887522" y="63427"/>
                </a:lnTo>
                <a:lnTo>
                  <a:pt x="1861899" y="64637"/>
                </a:lnTo>
                <a:lnTo>
                  <a:pt x="1836268" y="65780"/>
                </a:lnTo>
                <a:lnTo>
                  <a:pt x="1810636" y="66856"/>
                </a:lnTo>
                <a:lnTo>
                  <a:pt x="1785004" y="67866"/>
                </a:lnTo>
                <a:lnTo>
                  <a:pt x="1759363" y="68818"/>
                </a:lnTo>
                <a:lnTo>
                  <a:pt x="1733721" y="69723"/>
                </a:lnTo>
                <a:lnTo>
                  <a:pt x="1708080" y="70561"/>
                </a:lnTo>
                <a:lnTo>
                  <a:pt x="1682439" y="71352"/>
                </a:lnTo>
                <a:lnTo>
                  <a:pt x="1656798" y="72104"/>
                </a:lnTo>
                <a:lnTo>
                  <a:pt x="1631147" y="72800"/>
                </a:lnTo>
                <a:lnTo>
                  <a:pt x="1605505" y="73447"/>
                </a:lnTo>
                <a:lnTo>
                  <a:pt x="1579855" y="74057"/>
                </a:lnTo>
                <a:lnTo>
                  <a:pt x="1554204" y="74619"/>
                </a:lnTo>
                <a:lnTo>
                  <a:pt x="1528553" y="75143"/>
                </a:lnTo>
                <a:lnTo>
                  <a:pt x="1502902" y="75629"/>
                </a:lnTo>
                <a:lnTo>
                  <a:pt x="1477251" y="76067"/>
                </a:lnTo>
                <a:lnTo>
                  <a:pt x="1451600" y="76476"/>
                </a:lnTo>
                <a:lnTo>
                  <a:pt x="1425950" y="76848"/>
                </a:lnTo>
                <a:lnTo>
                  <a:pt x="1400299" y="77172"/>
                </a:lnTo>
                <a:lnTo>
                  <a:pt x="1374638" y="77467"/>
                </a:lnTo>
                <a:lnTo>
                  <a:pt x="1348988" y="77734"/>
                </a:lnTo>
                <a:lnTo>
                  <a:pt x="1323337" y="77953"/>
                </a:lnTo>
                <a:lnTo>
                  <a:pt x="1297676" y="78143"/>
                </a:lnTo>
                <a:lnTo>
                  <a:pt x="1272026" y="78296"/>
                </a:lnTo>
                <a:lnTo>
                  <a:pt x="1246365" y="78419"/>
                </a:lnTo>
                <a:lnTo>
                  <a:pt x="1220714" y="78505"/>
                </a:lnTo>
                <a:lnTo>
                  <a:pt x="1195054" y="78562"/>
                </a:lnTo>
                <a:lnTo>
                  <a:pt x="1169403" y="78581"/>
                </a:lnTo>
                <a:lnTo>
                  <a:pt x="1143743" y="78562"/>
                </a:lnTo>
                <a:lnTo>
                  <a:pt x="1118092" y="78515"/>
                </a:lnTo>
                <a:lnTo>
                  <a:pt x="1092441" y="78429"/>
                </a:lnTo>
                <a:lnTo>
                  <a:pt x="1066781" y="78315"/>
                </a:lnTo>
                <a:lnTo>
                  <a:pt x="1041130" y="78162"/>
                </a:lnTo>
                <a:lnTo>
                  <a:pt x="1015470" y="77981"/>
                </a:lnTo>
                <a:lnTo>
                  <a:pt x="989819" y="77762"/>
                </a:lnTo>
                <a:lnTo>
                  <a:pt x="964168" y="77505"/>
                </a:lnTo>
                <a:lnTo>
                  <a:pt x="938508" y="77219"/>
                </a:lnTo>
                <a:lnTo>
                  <a:pt x="912857" y="76886"/>
                </a:lnTo>
                <a:lnTo>
                  <a:pt x="887206" y="76524"/>
                </a:lnTo>
                <a:lnTo>
                  <a:pt x="861555" y="76124"/>
                </a:lnTo>
                <a:lnTo>
                  <a:pt x="835904" y="75686"/>
                </a:lnTo>
                <a:lnTo>
                  <a:pt x="810254" y="75209"/>
                </a:lnTo>
                <a:lnTo>
                  <a:pt x="784603" y="74686"/>
                </a:lnTo>
                <a:lnTo>
                  <a:pt x="758952" y="74133"/>
                </a:lnTo>
                <a:lnTo>
                  <a:pt x="733301" y="73533"/>
                </a:lnTo>
                <a:lnTo>
                  <a:pt x="707650" y="72885"/>
                </a:lnTo>
                <a:lnTo>
                  <a:pt x="682009" y="72190"/>
                </a:lnTo>
                <a:lnTo>
                  <a:pt x="656368" y="71457"/>
                </a:lnTo>
                <a:lnTo>
                  <a:pt x="630717" y="70666"/>
                </a:lnTo>
                <a:lnTo>
                  <a:pt x="605076" y="69828"/>
                </a:lnTo>
                <a:lnTo>
                  <a:pt x="579444" y="68942"/>
                </a:lnTo>
                <a:lnTo>
                  <a:pt x="553803" y="67989"/>
                </a:lnTo>
                <a:lnTo>
                  <a:pt x="528171" y="66989"/>
                </a:lnTo>
                <a:lnTo>
                  <a:pt x="502529" y="65923"/>
                </a:lnTo>
                <a:lnTo>
                  <a:pt x="476907" y="64789"/>
                </a:lnTo>
                <a:lnTo>
                  <a:pt x="451275" y="63589"/>
                </a:lnTo>
                <a:lnTo>
                  <a:pt x="425653" y="62303"/>
                </a:lnTo>
                <a:lnTo>
                  <a:pt x="400031" y="60941"/>
                </a:lnTo>
                <a:lnTo>
                  <a:pt x="374418" y="59493"/>
                </a:lnTo>
                <a:lnTo>
                  <a:pt x="348815" y="57950"/>
                </a:lnTo>
                <a:lnTo>
                  <a:pt x="323212" y="56302"/>
                </a:lnTo>
                <a:lnTo>
                  <a:pt x="297618" y="54521"/>
                </a:lnTo>
                <a:lnTo>
                  <a:pt x="272024" y="52635"/>
                </a:lnTo>
                <a:lnTo>
                  <a:pt x="246459" y="50587"/>
                </a:lnTo>
                <a:lnTo>
                  <a:pt x="220894" y="48368"/>
                </a:lnTo>
                <a:lnTo>
                  <a:pt x="195358" y="45958"/>
                </a:lnTo>
                <a:lnTo>
                  <a:pt x="169840" y="43310"/>
                </a:lnTo>
                <a:lnTo>
                  <a:pt x="144351" y="40376"/>
                </a:lnTo>
                <a:lnTo>
                  <a:pt x="118910" y="37081"/>
                </a:lnTo>
                <a:lnTo>
                  <a:pt x="93536" y="33309"/>
                </a:lnTo>
                <a:lnTo>
                  <a:pt x="68266" y="28851"/>
                </a:lnTo>
                <a:lnTo>
                  <a:pt x="43215" y="23327"/>
                </a:lnTo>
                <a:lnTo>
                  <a:pt x="18745" y="15678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48" name="funnel-step-cap-1">
            <a:extLst xmlns:a="http://schemas.openxmlformats.org/drawingml/2006/main">
              <a:ext uri="{FF2B5EF4-FFF2-40B4-BE49-F238E27FC236}">
                <a16:creationId xmlns:a16="http://schemas.microsoft.com/office/drawing/2014/main" id="{F7B73013-CBAC-4F1A-B920-CC7778A9B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451879" y="3603622"/>
            <a:ext cx="2335482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7EAC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49" name="funnel-step-body-2">
            <a:extLst xmlns:a="http://schemas.openxmlformats.org/drawingml/2006/main">
              <a:ext uri="{FF2B5EF4-FFF2-40B4-BE49-F238E27FC236}">
                <a16:creationId xmlns:a16="http://schemas.microsoft.com/office/drawing/2014/main" id="{3D43D2E3-F057-4546-8725-46A1A830A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833908" y="4940332"/>
            <a:ext cx="1570082" cy="1110425"/>
          </a:xfrm>
          <a:custGeom xmlns:a="http://schemas.openxmlformats.org/drawingml/2006/main">
            <a:pathLst>
              <a:path w="1570082" h="1110425">
                <a:moveTo>
                  <a:pt x="0" y="0"/>
                </a:moveTo>
                <a:lnTo>
                  <a:pt x="6239" y="18536"/>
                </a:lnTo>
                <a:lnTo>
                  <a:pt x="12487" y="37071"/>
                </a:lnTo>
                <a:lnTo>
                  <a:pt x="18726" y="55607"/>
                </a:lnTo>
                <a:lnTo>
                  <a:pt x="24975" y="74133"/>
                </a:lnTo>
                <a:lnTo>
                  <a:pt x="31213" y="92669"/>
                </a:lnTo>
                <a:lnTo>
                  <a:pt x="37462" y="111204"/>
                </a:lnTo>
                <a:lnTo>
                  <a:pt x="43701" y="129740"/>
                </a:lnTo>
                <a:lnTo>
                  <a:pt x="49949" y="148276"/>
                </a:lnTo>
                <a:lnTo>
                  <a:pt x="56188" y="166811"/>
                </a:lnTo>
                <a:lnTo>
                  <a:pt x="62427" y="185347"/>
                </a:lnTo>
                <a:lnTo>
                  <a:pt x="68675" y="203883"/>
                </a:lnTo>
                <a:lnTo>
                  <a:pt x="74914" y="222409"/>
                </a:lnTo>
                <a:lnTo>
                  <a:pt x="81163" y="240944"/>
                </a:lnTo>
                <a:lnTo>
                  <a:pt x="87401" y="259480"/>
                </a:lnTo>
                <a:lnTo>
                  <a:pt x="93650" y="278016"/>
                </a:lnTo>
                <a:lnTo>
                  <a:pt x="99889" y="296551"/>
                </a:lnTo>
                <a:lnTo>
                  <a:pt x="106137" y="315087"/>
                </a:lnTo>
                <a:lnTo>
                  <a:pt x="112376" y="333623"/>
                </a:lnTo>
                <a:lnTo>
                  <a:pt x="118615" y="352149"/>
                </a:lnTo>
                <a:lnTo>
                  <a:pt x="124863" y="370684"/>
                </a:lnTo>
                <a:lnTo>
                  <a:pt x="131102" y="389220"/>
                </a:lnTo>
                <a:lnTo>
                  <a:pt x="137351" y="407756"/>
                </a:lnTo>
                <a:lnTo>
                  <a:pt x="143589" y="426291"/>
                </a:lnTo>
                <a:lnTo>
                  <a:pt x="149838" y="444827"/>
                </a:lnTo>
                <a:lnTo>
                  <a:pt x="156077" y="463363"/>
                </a:lnTo>
                <a:lnTo>
                  <a:pt x="162325" y="481889"/>
                </a:lnTo>
                <a:lnTo>
                  <a:pt x="168564" y="500424"/>
                </a:lnTo>
                <a:lnTo>
                  <a:pt x="174812" y="518960"/>
                </a:lnTo>
                <a:lnTo>
                  <a:pt x="181051" y="537496"/>
                </a:lnTo>
                <a:lnTo>
                  <a:pt x="187290" y="556031"/>
                </a:lnTo>
                <a:lnTo>
                  <a:pt x="193538" y="574567"/>
                </a:lnTo>
                <a:lnTo>
                  <a:pt x="199777" y="593103"/>
                </a:lnTo>
                <a:lnTo>
                  <a:pt x="206026" y="611638"/>
                </a:lnTo>
                <a:lnTo>
                  <a:pt x="212265" y="630164"/>
                </a:lnTo>
                <a:lnTo>
                  <a:pt x="218513" y="648700"/>
                </a:lnTo>
                <a:lnTo>
                  <a:pt x="224752" y="667236"/>
                </a:lnTo>
                <a:lnTo>
                  <a:pt x="231000" y="685771"/>
                </a:lnTo>
                <a:lnTo>
                  <a:pt x="237239" y="704307"/>
                </a:lnTo>
                <a:lnTo>
                  <a:pt x="243478" y="722843"/>
                </a:lnTo>
                <a:lnTo>
                  <a:pt x="249726" y="741378"/>
                </a:lnTo>
                <a:lnTo>
                  <a:pt x="255965" y="759905"/>
                </a:lnTo>
                <a:lnTo>
                  <a:pt x="262214" y="778440"/>
                </a:lnTo>
                <a:lnTo>
                  <a:pt x="268453" y="796976"/>
                </a:lnTo>
                <a:lnTo>
                  <a:pt x="274701" y="815511"/>
                </a:lnTo>
                <a:lnTo>
                  <a:pt x="280940" y="834047"/>
                </a:lnTo>
                <a:lnTo>
                  <a:pt x="287188" y="852583"/>
                </a:lnTo>
                <a:lnTo>
                  <a:pt x="293427" y="871118"/>
                </a:lnTo>
                <a:lnTo>
                  <a:pt x="299666" y="889654"/>
                </a:lnTo>
                <a:lnTo>
                  <a:pt x="305914" y="908180"/>
                </a:lnTo>
                <a:lnTo>
                  <a:pt x="312153" y="926716"/>
                </a:lnTo>
                <a:lnTo>
                  <a:pt x="318402" y="945251"/>
                </a:lnTo>
                <a:lnTo>
                  <a:pt x="324641" y="963787"/>
                </a:lnTo>
                <a:lnTo>
                  <a:pt x="330889" y="982323"/>
                </a:lnTo>
                <a:lnTo>
                  <a:pt x="337128" y="1000858"/>
                </a:lnTo>
                <a:lnTo>
                  <a:pt x="343376" y="1019394"/>
                </a:lnTo>
                <a:lnTo>
                  <a:pt x="348653" y="1038139"/>
                </a:lnTo>
                <a:lnTo>
                  <a:pt x="360845" y="1053074"/>
                </a:lnTo>
                <a:lnTo>
                  <a:pt x="377695" y="1062923"/>
                </a:lnTo>
                <a:lnTo>
                  <a:pt x="395830" y="1070229"/>
                </a:lnTo>
                <a:lnTo>
                  <a:pt x="414490" y="1076068"/>
                </a:lnTo>
                <a:lnTo>
                  <a:pt x="433435" y="1080926"/>
                </a:lnTo>
                <a:lnTo>
                  <a:pt x="452552" y="1085069"/>
                </a:lnTo>
                <a:lnTo>
                  <a:pt x="471773" y="1088660"/>
                </a:lnTo>
                <a:lnTo>
                  <a:pt x="491080" y="1091803"/>
                </a:lnTo>
                <a:lnTo>
                  <a:pt x="510435" y="1094575"/>
                </a:lnTo>
                <a:lnTo>
                  <a:pt x="529838" y="1097032"/>
                </a:lnTo>
                <a:lnTo>
                  <a:pt x="549278" y="1099214"/>
                </a:lnTo>
                <a:lnTo>
                  <a:pt x="568738" y="1101147"/>
                </a:lnTo>
                <a:lnTo>
                  <a:pt x="588216" y="1102843"/>
                </a:lnTo>
                <a:lnTo>
                  <a:pt x="607724" y="1104348"/>
                </a:lnTo>
                <a:lnTo>
                  <a:pt x="627231" y="1105662"/>
                </a:lnTo>
                <a:lnTo>
                  <a:pt x="646757" y="1106795"/>
                </a:lnTo>
                <a:lnTo>
                  <a:pt x="666293" y="1107767"/>
                </a:lnTo>
                <a:lnTo>
                  <a:pt x="685829" y="1108577"/>
                </a:lnTo>
                <a:lnTo>
                  <a:pt x="705374" y="1109234"/>
                </a:lnTo>
                <a:lnTo>
                  <a:pt x="724929" y="1109748"/>
                </a:lnTo>
                <a:lnTo>
                  <a:pt x="744484" y="1110110"/>
                </a:lnTo>
                <a:lnTo>
                  <a:pt x="764038" y="1110339"/>
                </a:lnTo>
                <a:lnTo>
                  <a:pt x="783593" y="1110425"/>
                </a:lnTo>
                <a:lnTo>
                  <a:pt x="803158" y="1110367"/>
                </a:lnTo>
                <a:lnTo>
                  <a:pt x="822712" y="1110167"/>
                </a:lnTo>
                <a:lnTo>
                  <a:pt x="842267" y="1109834"/>
                </a:lnTo>
                <a:lnTo>
                  <a:pt x="861812" y="1109358"/>
                </a:lnTo>
                <a:lnTo>
                  <a:pt x="881367" y="1108729"/>
                </a:lnTo>
                <a:lnTo>
                  <a:pt x="900903" y="1107958"/>
                </a:lnTo>
                <a:lnTo>
                  <a:pt x="920439" y="1107024"/>
                </a:lnTo>
                <a:lnTo>
                  <a:pt x="939965" y="1105919"/>
                </a:lnTo>
                <a:lnTo>
                  <a:pt x="959482" y="1104643"/>
                </a:lnTo>
                <a:lnTo>
                  <a:pt x="978989" y="1103186"/>
                </a:lnTo>
                <a:lnTo>
                  <a:pt x="998477" y="1101528"/>
                </a:lnTo>
                <a:lnTo>
                  <a:pt x="1017937" y="1099642"/>
                </a:lnTo>
                <a:lnTo>
                  <a:pt x="1037387" y="1097528"/>
                </a:lnTo>
                <a:lnTo>
                  <a:pt x="1056789" y="1095137"/>
                </a:lnTo>
                <a:lnTo>
                  <a:pt x="1076163" y="1092432"/>
                </a:lnTo>
                <a:lnTo>
                  <a:pt x="1095480" y="1089374"/>
                </a:lnTo>
                <a:lnTo>
                  <a:pt x="1114720" y="1085888"/>
                </a:lnTo>
                <a:lnTo>
                  <a:pt x="1133866" y="1081878"/>
                </a:lnTo>
                <a:lnTo>
                  <a:pt x="1152849" y="1077192"/>
                </a:lnTo>
                <a:lnTo>
                  <a:pt x="1171594" y="1071601"/>
                </a:lnTo>
                <a:lnTo>
                  <a:pt x="1189873" y="1064676"/>
                </a:lnTo>
                <a:lnTo>
                  <a:pt x="1207132" y="1055522"/>
                </a:lnTo>
                <a:lnTo>
                  <a:pt x="1221010" y="1041978"/>
                </a:lnTo>
                <a:lnTo>
                  <a:pt x="1226706" y="1023414"/>
                </a:lnTo>
                <a:lnTo>
                  <a:pt x="1232954" y="1004878"/>
                </a:lnTo>
                <a:lnTo>
                  <a:pt x="1239193" y="986342"/>
                </a:lnTo>
                <a:lnTo>
                  <a:pt x="1245441" y="967807"/>
                </a:lnTo>
                <a:lnTo>
                  <a:pt x="1251680" y="949271"/>
                </a:lnTo>
                <a:lnTo>
                  <a:pt x="1257919" y="930735"/>
                </a:lnTo>
                <a:lnTo>
                  <a:pt x="1264168" y="912200"/>
                </a:lnTo>
                <a:lnTo>
                  <a:pt x="1270406" y="893674"/>
                </a:lnTo>
                <a:lnTo>
                  <a:pt x="1276655" y="875138"/>
                </a:lnTo>
                <a:lnTo>
                  <a:pt x="1282894" y="856602"/>
                </a:lnTo>
                <a:lnTo>
                  <a:pt x="1289142" y="838067"/>
                </a:lnTo>
                <a:lnTo>
                  <a:pt x="1295381" y="819531"/>
                </a:lnTo>
                <a:lnTo>
                  <a:pt x="1301629" y="800995"/>
                </a:lnTo>
                <a:lnTo>
                  <a:pt x="1307868" y="782460"/>
                </a:lnTo>
                <a:lnTo>
                  <a:pt x="1314117" y="763924"/>
                </a:lnTo>
                <a:lnTo>
                  <a:pt x="1320356" y="745398"/>
                </a:lnTo>
                <a:lnTo>
                  <a:pt x="1326594" y="726862"/>
                </a:lnTo>
                <a:lnTo>
                  <a:pt x="1332843" y="708327"/>
                </a:lnTo>
                <a:lnTo>
                  <a:pt x="1339082" y="689791"/>
                </a:lnTo>
                <a:lnTo>
                  <a:pt x="1345330" y="671255"/>
                </a:lnTo>
                <a:lnTo>
                  <a:pt x="1351569" y="652720"/>
                </a:lnTo>
                <a:lnTo>
                  <a:pt x="1357817" y="634184"/>
                </a:lnTo>
                <a:lnTo>
                  <a:pt x="1364056" y="615658"/>
                </a:lnTo>
                <a:lnTo>
                  <a:pt x="1370305" y="597122"/>
                </a:lnTo>
                <a:lnTo>
                  <a:pt x="1376543" y="578587"/>
                </a:lnTo>
                <a:lnTo>
                  <a:pt x="1382782" y="560051"/>
                </a:lnTo>
                <a:lnTo>
                  <a:pt x="1389031" y="541515"/>
                </a:lnTo>
                <a:lnTo>
                  <a:pt x="1395270" y="522980"/>
                </a:lnTo>
                <a:lnTo>
                  <a:pt x="1401518" y="504444"/>
                </a:lnTo>
                <a:lnTo>
                  <a:pt x="1407757" y="485908"/>
                </a:lnTo>
                <a:lnTo>
                  <a:pt x="1414005" y="467382"/>
                </a:lnTo>
                <a:lnTo>
                  <a:pt x="1420244" y="448847"/>
                </a:lnTo>
                <a:lnTo>
                  <a:pt x="1426493" y="430311"/>
                </a:lnTo>
                <a:lnTo>
                  <a:pt x="1432731" y="411775"/>
                </a:lnTo>
                <a:lnTo>
                  <a:pt x="1438970" y="393240"/>
                </a:lnTo>
                <a:lnTo>
                  <a:pt x="1445219" y="374704"/>
                </a:lnTo>
                <a:lnTo>
                  <a:pt x="1451458" y="356168"/>
                </a:lnTo>
                <a:lnTo>
                  <a:pt x="1457706" y="337642"/>
                </a:lnTo>
                <a:lnTo>
                  <a:pt x="1463945" y="319107"/>
                </a:lnTo>
                <a:lnTo>
                  <a:pt x="1470193" y="300571"/>
                </a:lnTo>
                <a:lnTo>
                  <a:pt x="1476432" y="282035"/>
                </a:lnTo>
                <a:lnTo>
                  <a:pt x="1482681" y="263500"/>
                </a:lnTo>
                <a:lnTo>
                  <a:pt x="1488919" y="244964"/>
                </a:lnTo>
                <a:lnTo>
                  <a:pt x="1495158" y="226428"/>
                </a:lnTo>
                <a:lnTo>
                  <a:pt x="1501407" y="207902"/>
                </a:lnTo>
                <a:lnTo>
                  <a:pt x="1507646" y="189367"/>
                </a:lnTo>
                <a:lnTo>
                  <a:pt x="1513894" y="170831"/>
                </a:lnTo>
                <a:lnTo>
                  <a:pt x="1520133" y="152295"/>
                </a:lnTo>
                <a:lnTo>
                  <a:pt x="1526381" y="133760"/>
                </a:lnTo>
                <a:lnTo>
                  <a:pt x="1532620" y="115224"/>
                </a:lnTo>
                <a:lnTo>
                  <a:pt x="1538869" y="96688"/>
                </a:lnTo>
                <a:lnTo>
                  <a:pt x="1545107" y="78153"/>
                </a:lnTo>
                <a:lnTo>
                  <a:pt x="1551346" y="59627"/>
                </a:lnTo>
                <a:lnTo>
                  <a:pt x="1557595" y="41091"/>
                </a:lnTo>
                <a:lnTo>
                  <a:pt x="1563834" y="22555"/>
                </a:lnTo>
                <a:lnTo>
                  <a:pt x="1570082" y="4020"/>
                </a:lnTo>
                <a:lnTo>
                  <a:pt x="1563548" y="12497"/>
                </a:lnTo>
                <a:lnTo>
                  <a:pt x="1546374" y="21755"/>
                </a:lnTo>
                <a:lnTo>
                  <a:pt x="1527905" y="28146"/>
                </a:lnTo>
                <a:lnTo>
                  <a:pt x="1509008" y="33185"/>
                </a:lnTo>
                <a:lnTo>
                  <a:pt x="1489910" y="37386"/>
                </a:lnTo>
                <a:lnTo>
                  <a:pt x="1470689" y="41024"/>
                </a:lnTo>
                <a:lnTo>
                  <a:pt x="1451400" y="44225"/>
                </a:lnTo>
                <a:lnTo>
                  <a:pt x="1432055" y="47101"/>
                </a:lnTo>
                <a:lnTo>
                  <a:pt x="1412672" y="49701"/>
                </a:lnTo>
                <a:lnTo>
                  <a:pt x="1393260" y="52073"/>
                </a:lnTo>
                <a:lnTo>
                  <a:pt x="1373819" y="54254"/>
                </a:lnTo>
                <a:lnTo>
                  <a:pt x="1354369" y="56264"/>
                </a:lnTo>
                <a:lnTo>
                  <a:pt x="1334900" y="58112"/>
                </a:lnTo>
                <a:lnTo>
                  <a:pt x="1315412" y="59846"/>
                </a:lnTo>
                <a:lnTo>
                  <a:pt x="1295924" y="61455"/>
                </a:lnTo>
                <a:lnTo>
                  <a:pt x="1276426" y="62951"/>
                </a:lnTo>
                <a:lnTo>
                  <a:pt x="1256919" y="64351"/>
                </a:lnTo>
                <a:lnTo>
                  <a:pt x="1237402" y="65665"/>
                </a:lnTo>
                <a:lnTo>
                  <a:pt x="1217886" y="66875"/>
                </a:lnTo>
                <a:lnTo>
                  <a:pt x="1198359" y="68018"/>
                </a:lnTo>
                <a:lnTo>
                  <a:pt x="1178833" y="69085"/>
                </a:lnTo>
                <a:lnTo>
                  <a:pt x="1159297" y="70085"/>
                </a:lnTo>
                <a:lnTo>
                  <a:pt x="1139762" y="71009"/>
                </a:lnTo>
                <a:lnTo>
                  <a:pt x="1120226" y="71866"/>
                </a:lnTo>
                <a:lnTo>
                  <a:pt x="1100680" y="72676"/>
                </a:lnTo>
                <a:lnTo>
                  <a:pt x="1081145" y="73419"/>
                </a:lnTo>
                <a:lnTo>
                  <a:pt x="1061599" y="74105"/>
                </a:lnTo>
                <a:lnTo>
                  <a:pt x="1042045" y="74733"/>
                </a:lnTo>
                <a:lnTo>
                  <a:pt x="1022499" y="75324"/>
                </a:lnTo>
                <a:lnTo>
                  <a:pt x="1002944" y="75848"/>
                </a:lnTo>
                <a:lnTo>
                  <a:pt x="983399" y="76324"/>
                </a:lnTo>
                <a:lnTo>
                  <a:pt x="963844" y="76752"/>
                </a:lnTo>
                <a:lnTo>
                  <a:pt x="944289" y="77133"/>
                </a:lnTo>
                <a:lnTo>
                  <a:pt x="924735" y="77476"/>
                </a:lnTo>
                <a:lnTo>
                  <a:pt x="905180" y="77762"/>
                </a:lnTo>
                <a:lnTo>
                  <a:pt x="885625" y="78010"/>
                </a:lnTo>
                <a:lnTo>
                  <a:pt x="866070" y="78210"/>
                </a:lnTo>
                <a:lnTo>
                  <a:pt x="846506" y="78372"/>
                </a:lnTo>
                <a:lnTo>
                  <a:pt x="826951" y="78486"/>
                </a:lnTo>
                <a:lnTo>
                  <a:pt x="807396" y="78553"/>
                </a:lnTo>
                <a:lnTo>
                  <a:pt x="787841" y="78581"/>
                </a:lnTo>
                <a:lnTo>
                  <a:pt x="768277" y="78562"/>
                </a:lnTo>
                <a:lnTo>
                  <a:pt x="748722" y="78505"/>
                </a:lnTo>
                <a:lnTo>
                  <a:pt x="729167" y="78400"/>
                </a:lnTo>
                <a:lnTo>
                  <a:pt x="709613" y="78248"/>
                </a:lnTo>
                <a:lnTo>
                  <a:pt x="690048" y="78057"/>
                </a:lnTo>
                <a:lnTo>
                  <a:pt x="670493" y="77819"/>
                </a:lnTo>
                <a:lnTo>
                  <a:pt x="650939" y="77543"/>
                </a:lnTo>
                <a:lnTo>
                  <a:pt x="631384" y="77210"/>
                </a:lnTo>
                <a:lnTo>
                  <a:pt x="611829" y="76838"/>
                </a:lnTo>
                <a:lnTo>
                  <a:pt x="592274" y="76419"/>
                </a:lnTo>
                <a:lnTo>
                  <a:pt x="572729" y="75952"/>
                </a:lnTo>
                <a:lnTo>
                  <a:pt x="553174" y="75438"/>
                </a:lnTo>
                <a:lnTo>
                  <a:pt x="533629" y="74867"/>
                </a:lnTo>
                <a:lnTo>
                  <a:pt x="514083" y="74247"/>
                </a:lnTo>
                <a:lnTo>
                  <a:pt x="494528" y="73571"/>
                </a:lnTo>
                <a:lnTo>
                  <a:pt x="474993" y="72838"/>
                </a:lnTo>
                <a:lnTo>
                  <a:pt x="455447" y="72047"/>
                </a:lnTo>
                <a:lnTo>
                  <a:pt x="435912" y="71199"/>
                </a:lnTo>
                <a:lnTo>
                  <a:pt x="416376" y="70285"/>
                </a:lnTo>
                <a:lnTo>
                  <a:pt x="396840" y="69313"/>
                </a:lnTo>
                <a:lnTo>
                  <a:pt x="377314" y="68256"/>
                </a:lnTo>
                <a:lnTo>
                  <a:pt x="357788" y="67132"/>
                </a:lnTo>
                <a:lnTo>
                  <a:pt x="338261" y="65932"/>
                </a:lnTo>
                <a:lnTo>
                  <a:pt x="318745" y="64646"/>
                </a:lnTo>
                <a:lnTo>
                  <a:pt x="299237" y="63265"/>
                </a:lnTo>
                <a:lnTo>
                  <a:pt x="279740" y="61789"/>
                </a:lnTo>
                <a:lnTo>
                  <a:pt x="260242" y="60208"/>
                </a:lnTo>
                <a:lnTo>
                  <a:pt x="240763" y="58503"/>
                </a:lnTo>
                <a:lnTo>
                  <a:pt x="221294" y="56674"/>
                </a:lnTo>
                <a:lnTo>
                  <a:pt x="201835" y="54702"/>
                </a:lnTo>
                <a:lnTo>
                  <a:pt x="182394" y="52559"/>
                </a:lnTo>
                <a:lnTo>
                  <a:pt x="162973" y="50235"/>
                </a:lnTo>
                <a:lnTo>
                  <a:pt x="143580" y="47682"/>
                </a:lnTo>
                <a:lnTo>
                  <a:pt x="124225" y="44882"/>
                </a:lnTo>
                <a:lnTo>
                  <a:pt x="104918" y="41748"/>
                </a:lnTo>
                <a:lnTo>
                  <a:pt x="85687" y="38224"/>
                </a:lnTo>
                <a:lnTo>
                  <a:pt x="66561" y="34157"/>
                </a:lnTo>
                <a:lnTo>
                  <a:pt x="47606" y="29327"/>
                </a:lnTo>
                <a:lnTo>
                  <a:pt x="29004" y="23298"/>
                </a:lnTo>
                <a:lnTo>
                  <a:pt x="11373" y="14916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78A8D5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50" name="funnel-step-cap-2">
            <a:extLst xmlns:a="http://schemas.openxmlformats.org/drawingml/2006/main">
              <a:ext uri="{FF2B5EF4-FFF2-40B4-BE49-F238E27FC236}">
                <a16:creationId xmlns:a16="http://schemas.microsoft.com/office/drawing/2014/main" id="{2F40EF21-0DEE-46D9-9CE6-24F92D62D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833917" y="4816478"/>
            <a:ext cx="1571406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8A8D5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51" name="funnel-flow-arrow">
            <a:extLst xmlns:a="http://schemas.openxmlformats.org/drawingml/2006/main">
              <a:ext uri="{FF2B5EF4-FFF2-40B4-BE49-F238E27FC236}">
                <a16:creationId xmlns:a16="http://schemas.microsoft.com/office/drawing/2014/main" id="{43633349-2D62-489D-8BFC-1227BDF75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52850" y="2466975"/>
            <a:ext cx="1733550" cy="3631121"/>
          </a:xfrm>
          <a:custGeom xmlns:a="http://schemas.openxmlformats.org/drawingml/2006/main">
            <a:pathLst>
              <a:path w="1733550" h="3631121">
                <a:moveTo>
                  <a:pt x="0" y="0"/>
                </a:moveTo>
                <a:lnTo>
                  <a:pt x="0" y="42824"/>
                </a:lnTo>
                <a:lnTo>
                  <a:pt x="8182" y="84763"/>
                </a:lnTo>
                <a:lnTo>
                  <a:pt x="17393" y="126587"/>
                </a:lnTo>
                <a:lnTo>
                  <a:pt x="26613" y="168412"/>
                </a:lnTo>
                <a:lnTo>
                  <a:pt x="35824" y="210236"/>
                </a:lnTo>
                <a:lnTo>
                  <a:pt x="45044" y="252060"/>
                </a:lnTo>
                <a:lnTo>
                  <a:pt x="54254" y="293884"/>
                </a:lnTo>
                <a:lnTo>
                  <a:pt x="63465" y="335709"/>
                </a:lnTo>
                <a:lnTo>
                  <a:pt x="72685" y="377533"/>
                </a:lnTo>
                <a:lnTo>
                  <a:pt x="81896" y="419357"/>
                </a:lnTo>
                <a:lnTo>
                  <a:pt x="91116" y="461181"/>
                </a:lnTo>
                <a:lnTo>
                  <a:pt x="100327" y="503006"/>
                </a:lnTo>
                <a:lnTo>
                  <a:pt x="109538" y="544830"/>
                </a:lnTo>
                <a:lnTo>
                  <a:pt x="118758" y="586654"/>
                </a:lnTo>
                <a:lnTo>
                  <a:pt x="127968" y="628479"/>
                </a:lnTo>
                <a:lnTo>
                  <a:pt x="137189" y="670303"/>
                </a:lnTo>
                <a:lnTo>
                  <a:pt x="146399" y="712127"/>
                </a:lnTo>
                <a:lnTo>
                  <a:pt x="155610" y="753951"/>
                </a:lnTo>
                <a:lnTo>
                  <a:pt x="164830" y="795776"/>
                </a:lnTo>
                <a:lnTo>
                  <a:pt x="174041" y="837600"/>
                </a:lnTo>
                <a:lnTo>
                  <a:pt x="183261" y="879424"/>
                </a:lnTo>
                <a:lnTo>
                  <a:pt x="192472" y="921248"/>
                </a:lnTo>
                <a:lnTo>
                  <a:pt x="201682" y="963073"/>
                </a:lnTo>
                <a:lnTo>
                  <a:pt x="210903" y="1004897"/>
                </a:lnTo>
                <a:lnTo>
                  <a:pt x="220113" y="1046721"/>
                </a:lnTo>
                <a:lnTo>
                  <a:pt x="229324" y="1088546"/>
                </a:lnTo>
                <a:lnTo>
                  <a:pt x="238544" y="1130370"/>
                </a:lnTo>
                <a:lnTo>
                  <a:pt x="247755" y="1172194"/>
                </a:lnTo>
                <a:lnTo>
                  <a:pt x="255813" y="1214247"/>
                </a:lnTo>
                <a:lnTo>
                  <a:pt x="263404" y="1256395"/>
                </a:lnTo>
                <a:lnTo>
                  <a:pt x="270510" y="1298629"/>
                </a:lnTo>
                <a:lnTo>
                  <a:pt x="277578" y="1340872"/>
                </a:lnTo>
                <a:lnTo>
                  <a:pt x="284636" y="1383106"/>
                </a:lnTo>
                <a:lnTo>
                  <a:pt x="291694" y="1425350"/>
                </a:lnTo>
                <a:lnTo>
                  <a:pt x="298761" y="1467593"/>
                </a:lnTo>
                <a:lnTo>
                  <a:pt x="305819" y="1509836"/>
                </a:lnTo>
                <a:lnTo>
                  <a:pt x="312877" y="1552070"/>
                </a:lnTo>
                <a:lnTo>
                  <a:pt x="319945" y="1594314"/>
                </a:lnTo>
                <a:lnTo>
                  <a:pt x="327003" y="1636557"/>
                </a:lnTo>
                <a:lnTo>
                  <a:pt x="334061" y="1678800"/>
                </a:lnTo>
                <a:lnTo>
                  <a:pt x="341128" y="1721034"/>
                </a:lnTo>
                <a:lnTo>
                  <a:pt x="348186" y="1763278"/>
                </a:lnTo>
                <a:lnTo>
                  <a:pt x="355244" y="1805521"/>
                </a:lnTo>
                <a:lnTo>
                  <a:pt x="362312" y="1847764"/>
                </a:lnTo>
                <a:lnTo>
                  <a:pt x="369370" y="1889998"/>
                </a:lnTo>
                <a:lnTo>
                  <a:pt x="376438" y="1932242"/>
                </a:lnTo>
                <a:lnTo>
                  <a:pt x="383496" y="1974485"/>
                </a:lnTo>
                <a:lnTo>
                  <a:pt x="390554" y="2016728"/>
                </a:lnTo>
                <a:lnTo>
                  <a:pt x="397621" y="2058962"/>
                </a:lnTo>
                <a:lnTo>
                  <a:pt x="404679" y="2101205"/>
                </a:lnTo>
                <a:lnTo>
                  <a:pt x="411737" y="2143449"/>
                </a:lnTo>
                <a:lnTo>
                  <a:pt x="418805" y="2185692"/>
                </a:lnTo>
                <a:lnTo>
                  <a:pt x="425863" y="2227926"/>
                </a:lnTo>
                <a:lnTo>
                  <a:pt x="432921" y="2270169"/>
                </a:lnTo>
                <a:lnTo>
                  <a:pt x="439988" y="2312413"/>
                </a:lnTo>
                <a:lnTo>
                  <a:pt x="447046" y="2354656"/>
                </a:lnTo>
                <a:lnTo>
                  <a:pt x="454104" y="2396890"/>
                </a:lnTo>
                <a:lnTo>
                  <a:pt x="460829" y="2439191"/>
                </a:lnTo>
                <a:lnTo>
                  <a:pt x="467506" y="2481491"/>
                </a:lnTo>
                <a:lnTo>
                  <a:pt x="474069" y="2523811"/>
                </a:lnTo>
                <a:lnTo>
                  <a:pt x="480632" y="2566140"/>
                </a:lnTo>
                <a:lnTo>
                  <a:pt x="487185" y="2608459"/>
                </a:lnTo>
                <a:lnTo>
                  <a:pt x="493747" y="2650779"/>
                </a:lnTo>
                <a:lnTo>
                  <a:pt x="500301" y="2693099"/>
                </a:lnTo>
                <a:lnTo>
                  <a:pt x="506863" y="2735428"/>
                </a:lnTo>
                <a:lnTo>
                  <a:pt x="513426" y="2777747"/>
                </a:lnTo>
                <a:lnTo>
                  <a:pt x="519979" y="2820067"/>
                </a:lnTo>
                <a:lnTo>
                  <a:pt x="526542" y="2862386"/>
                </a:lnTo>
                <a:lnTo>
                  <a:pt x="533095" y="2904715"/>
                </a:lnTo>
                <a:lnTo>
                  <a:pt x="539658" y="2947035"/>
                </a:lnTo>
                <a:lnTo>
                  <a:pt x="503501" y="2952750"/>
                </a:lnTo>
                <a:lnTo>
                  <a:pt x="460677" y="2952750"/>
                </a:lnTo>
                <a:lnTo>
                  <a:pt x="417843" y="2952750"/>
                </a:lnTo>
                <a:lnTo>
                  <a:pt x="375018" y="2952750"/>
                </a:lnTo>
                <a:lnTo>
                  <a:pt x="332194" y="2952750"/>
                </a:lnTo>
                <a:lnTo>
                  <a:pt x="289370" y="2952750"/>
                </a:lnTo>
                <a:lnTo>
                  <a:pt x="246536" y="2952750"/>
                </a:lnTo>
                <a:lnTo>
                  <a:pt x="225628" y="2962170"/>
                </a:lnTo>
                <a:lnTo>
                  <a:pt x="255089" y="2993250"/>
                </a:lnTo>
                <a:lnTo>
                  <a:pt x="284550" y="3024340"/>
                </a:lnTo>
                <a:lnTo>
                  <a:pt x="314011" y="3055420"/>
                </a:lnTo>
                <a:lnTo>
                  <a:pt x="343481" y="3086500"/>
                </a:lnTo>
                <a:lnTo>
                  <a:pt x="372942" y="3117580"/>
                </a:lnTo>
                <a:lnTo>
                  <a:pt x="402403" y="3148660"/>
                </a:lnTo>
                <a:lnTo>
                  <a:pt x="431864" y="3179750"/>
                </a:lnTo>
                <a:lnTo>
                  <a:pt x="461334" y="3210830"/>
                </a:lnTo>
                <a:lnTo>
                  <a:pt x="490795" y="3241910"/>
                </a:lnTo>
                <a:lnTo>
                  <a:pt x="520256" y="3272990"/>
                </a:lnTo>
                <a:lnTo>
                  <a:pt x="549716" y="3304070"/>
                </a:lnTo>
                <a:lnTo>
                  <a:pt x="579187" y="3335160"/>
                </a:lnTo>
                <a:lnTo>
                  <a:pt x="608648" y="3366240"/>
                </a:lnTo>
                <a:lnTo>
                  <a:pt x="638108" y="3397320"/>
                </a:lnTo>
                <a:lnTo>
                  <a:pt x="667569" y="3428400"/>
                </a:lnTo>
                <a:lnTo>
                  <a:pt x="697040" y="3459480"/>
                </a:lnTo>
                <a:lnTo>
                  <a:pt x="726500" y="3490570"/>
                </a:lnTo>
                <a:lnTo>
                  <a:pt x="755961" y="3521650"/>
                </a:lnTo>
                <a:lnTo>
                  <a:pt x="785422" y="3552730"/>
                </a:lnTo>
                <a:lnTo>
                  <a:pt x="814892" y="3583810"/>
                </a:lnTo>
                <a:lnTo>
                  <a:pt x="844353" y="3614890"/>
                </a:lnTo>
                <a:lnTo>
                  <a:pt x="873814" y="3631121"/>
                </a:lnTo>
                <a:lnTo>
                  <a:pt x="903275" y="3600040"/>
                </a:lnTo>
                <a:lnTo>
                  <a:pt x="932736" y="3568960"/>
                </a:lnTo>
                <a:lnTo>
                  <a:pt x="962206" y="3537880"/>
                </a:lnTo>
                <a:lnTo>
                  <a:pt x="991667" y="3506800"/>
                </a:lnTo>
                <a:lnTo>
                  <a:pt x="1021128" y="3475711"/>
                </a:lnTo>
                <a:lnTo>
                  <a:pt x="1050588" y="3444631"/>
                </a:lnTo>
                <a:lnTo>
                  <a:pt x="1080059" y="3413550"/>
                </a:lnTo>
                <a:lnTo>
                  <a:pt x="1109520" y="3382470"/>
                </a:lnTo>
                <a:lnTo>
                  <a:pt x="1138980" y="3351390"/>
                </a:lnTo>
                <a:lnTo>
                  <a:pt x="1168441" y="3320301"/>
                </a:lnTo>
                <a:lnTo>
                  <a:pt x="1197912" y="3289221"/>
                </a:lnTo>
                <a:lnTo>
                  <a:pt x="1227372" y="3258141"/>
                </a:lnTo>
                <a:lnTo>
                  <a:pt x="1256833" y="3227060"/>
                </a:lnTo>
                <a:lnTo>
                  <a:pt x="1286294" y="3195980"/>
                </a:lnTo>
                <a:lnTo>
                  <a:pt x="1315764" y="3164891"/>
                </a:lnTo>
                <a:lnTo>
                  <a:pt x="1345225" y="3133811"/>
                </a:lnTo>
                <a:lnTo>
                  <a:pt x="1374686" y="3102731"/>
                </a:lnTo>
                <a:lnTo>
                  <a:pt x="1404147" y="3071651"/>
                </a:lnTo>
                <a:lnTo>
                  <a:pt x="1433617" y="3040571"/>
                </a:lnTo>
                <a:lnTo>
                  <a:pt x="1463078" y="3009481"/>
                </a:lnTo>
                <a:lnTo>
                  <a:pt x="1492539" y="2978401"/>
                </a:lnTo>
                <a:lnTo>
                  <a:pt x="1509379" y="2952750"/>
                </a:lnTo>
                <a:lnTo>
                  <a:pt x="1466545" y="2952750"/>
                </a:lnTo>
                <a:lnTo>
                  <a:pt x="1423721" y="2952750"/>
                </a:lnTo>
                <a:lnTo>
                  <a:pt x="1380896" y="2952750"/>
                </a:lnTo>
                <a:lnTo>
                  <a:pt x="1338062" y="2952750"/>
                </a:lnTo>
                <a:lnTo>
                  <a:pt x="1295238" y="2952750"/>
                </a:lnTo>
                <a:lnTo>
                  <a:pt x="1252414" y="2952750"/>
                </a:lnTo>
                <a:lnTo>
                  <a:pt x="1209589" y="2952750"/>
                </a:lnTo>
                <a:lnTo>
                  <a:pt x="1197026" y="2926813"/>
                </a:lnTo>
                <a:lnTo>
                  <a:pt x="1203589" y="2884494"/>
                </a:lnTo>
                <a:lnTo>
                  <a:pt x="1210142" y="2842165"/>
                </a:lnTo>
                <a:lnTo>
                  <a:pt x="1216704" y="2799845"/>
                </a:lnTo>
                <a:lnTo>
                  <a:pt x="1223258" y="2757526"/>
                </a:lnTo>
                <a:lnTo>
                  <a:pt x="1229820" y="2715206"/>
                </a:lnTo>
                <a:lnTo>
                  <a:pt x="1236383" y="2672877"/>
                </a:lnTo>
                <a:lnTo>
                  <a:pt x="1242936" y="2630557"/>
                </a:lnTo>
                <a:lnTo>
                  <a:pt x="1249499" y="2588238"/>
                </a:lnTo>
                <a:lnTo>
                  <a:pt x="1256052" y="2545918"/>
                </a:lnTo>
                <a:lnTo>
                  <a:pt x="1262615" y="2503589"/>
                </a:lnTo>
                <a:lnTo>
                  <a:pt x="1269216" y="2461279"/>
                </a:lnTo>
                <a:lnTo>
                  <a:pt x="1275931" y="2418979"/>
                </a:lnTo>
                <a:lnTo>
                  <a:pt x="1282817" y="2376707"/>
                </a:lnTo>
                <a:lnTo>
                  <a:pt x="1289875" y="2334473"/>
                </a:lnTo>
                <a:lnTo>
                  <a:pt x="1296943" y="2292229"/>
                </a:lnTo>
                <a:lnTo>
                  <a:pt x="1304001" y="2249986"/>
                </a:lnTo>
                <a:lnTo>
                  <a:pt x="1311059" y="2207743"/>
                </a:lnTo>
                <a:lnTo>
                  <a:pt x="1318127" y="2165509"/>
                </a:lnTo>
                <a:lnTo>
                  <a:pt x="1325185" y="2123265"/>
                </a:lnTo>
                <a:lnTo>
                  <a:pt x="1332243" y="2081022"/>
                </a:lnTo>
                <a:lnTo>
                  <a:pt x="1339310" y="2038779"/>
                </a:lnTo>
                <a:lnTo>
                  <a:pt x="1346368" y="1996545"/>
                </a:lnTo>
                <a:lnTo>
                  <a:pt x="1353426" y="1954301"/>
                </a:lnTo>
                <a:lnTo>
                  <a:pt x="1360494" y="1912058"/>
                </a:lnTo>
                <a:lnTo>
                  <a:pt x="1367552" y="1869815"/>
                </a:lnTo>
                <a:lnTo>
                  <a:pt x="1374610" y="1827581"/>
                </a:lnTo>
                <a:lnTo>
                  <a:pt x="1381677" y="1785337"/>
                </a:lnTo>
                <a:lnTo>
                  <a:pt x="1388735" y="1743094"/>
                </a:lnTo>
                <a:lnTo>
                  <a:pt x="1395803" y="1700851"/>
                </a:lnTo>
                <a:lnTo>
                  <a:pt x="1402861" y="1658617"/>
                </a:lnTo>
                <a:lnTo>
                  <a:pt x="1409919" y="1616373"/>
                </a:lnTo>
                <a:lnTo>
                  <a:pt x="1416987" y="1574130"/>
                </a:lnTo>
                <a:lnTo>
                  <a:pt x="1424045" y="1531887"/>
                </a:lnTo>
                <a:lnTo>
                  <a:pt x="1431103" y="1489653"/>
                </a:lnTo>
                <a:lnTo>
                  <a:pt x="1438170" y="1447409"/>
                </a:lnTo>
                <a:lnTo>
                  <a:pt x="1445228" y="1405166"/>
                </a:lnTo>
                <a:lnTo>
                  <a:pt x="1452286" y="1362923"/>
                </a:lnTo>
                <a:lnTo>
                  <a:pt x="1459354" y="1320689"/>
                </a:lnTo>
                <a:lnTo>
                  <a:pt x="1466412" y="1278446"/>
                </a:lnTo>
                <a:lnTo>
                  <a:pt x="1473775" y="1236259"/>
                </a:lnTo>
                <a:lnTo>
                  <a:pt x="1481366" y="1194102"/>
                </a:lnTo>
                <a:lnTo>
                  <a:pt x="1490196" y="1152201"/>
                </a:lnTo>
                <a:lnTo>
                  <a:pt x="1499406" y="1110377"/>
                </a:lnTo>
                <a:lnTo>
                  <a:pt x="1508627" y="1068562"/>
                </a:lnTo>
                <a:lnTo>
                  <a:pt x="1517837" y="1026738"/>
                </a:lnTo>
                <a:lnTo>
                  <a:pt x="1527058" y="984914"/>
                </a:lnTo>
                <a:lnTo>
                  <a:pt x="1536268" y="943089"/>
                </a:lnTo>
                <a:lnTo>
                  <a:pt x="1545479" y="901265"/>
                </a:lnTo>
                <a:lnTo>
                  <a:pt x="1554699" y="859441"/>
                </a:lnTo>
                <a:lnTo>
                  <a:pt x="1563910" y="817616"/>
                </a:lnTo>
                <a:lnTo>
                  <a:pt x="1573130" y="775792"/>
                </a:lnTo>
                <a:lnTo>
                  <a:pt x="1582341" y="733968"/>
                </a:lnTo>
                <a:lnTo>
                  <a:pt x="1591551" y="692144"/>
                </a:lnTo>
                <a:lnTo>
                  <a:pt x="1600772" y="650319"/>
                </a:lnTo>
                <a:lnTo>
                  <a:pt x="1609982" y="608495"/>
                </a:lnTo>
                <a:lnTo>
                  <a:pt x="1619202" y="566671"/>
                </a:lnTo>
                <a:lnTo>
                  <a:pt x="1628413" y="524847"/>
                </a:lnTo>
                <a:lnTo>
                  <a:pt x="1637624" y="483022"/>
                </a:lnTo>
                <a:lnTo>
                  <a:pt x="1646844" y="441198"/>
                </a:lnTo>
                <a:lnTo>
                  <a:pt x="1656055" y="399374"/>
                </a:lnTo>
                <a:lnTo>
                  <a:pt x="1665265" y="357549"/>
                </a:lnTo>
                <a:lnTo>
                  <a:pt x="1674485" y="315725"/>
                </a:lnTo>
                <a:lnTo>
                  <a:pt x="1683696" y="273901"/>
                </a:lnTo>
                <a:lnTo>
                  <a:pt x="1692916" y="232077"/>
                </a:lnTo>
                <a:lnTo>
                  <a:pt x="1702127" y="190252"/>
                </a:lnTo>
                <a:lnTo>
                  <a:pt x="1711338" y="148428"/>
                </a:lnTo>
                <a:lnTo>
                  <a:pt x="1720558" y="106604"/>
                </a:lnTo>
                <a:lnTo>
                  <a:pt x="1729769" y="64780"/>
                </a:lnTo>
                <a:lnTo>
                  <a:pt x="1733550" y="22365"/>
                </a:lnTo>
                <a:lnTo>
                  <a:pt x="1713090" y="0"/>
                </a:lnTo>
                <a:lnTo>
                  <a:pt x="1670256" y="0"/>
                </a:lnTo>
                <a:lnTo>
                  <a:pt x="1627432" y="0"/>
                </a:lnTo>
                <a:lnTo>
                  <a:pt x="1584608" y="0"/>
                </a:lnTo>
                <a:lnTo>
                  <a:pt x="1541774" y="0"/>
                </a:lnTo>
                <a:lnTo>
                  <a:pt x="1498949" y="0"/>
                </a:lnTo>
                <a:lnTo>
                  <a:pt x="1456125" y="0"/>
                </a:lnTo>
                <a:lnTo>
                  <a:pt x="1413291" y="0"/>
                </a:lnTo>
                <a:lnTo>
                  <a:pt x="1370467" y="0"/>
                </a:lnTo>
                <a:lnTo>
                  <a:pt x="1327642" y="0"/>
                </a:lnTo>
                <a:lnTo>
                  <a:pt x="1284818" y="0"/>
                </a:lnTo>
                <a:lnTo>
                  <a:pt x="1241984" y="0"/>
                </a:lnTo>
                <a:lnTo>
                  <a:pt x="1199159" y="0"/>
                </a:lnTo>
                <a:lnTo>
                  <a:pt x="1156335" y="0"/>
                </a:lnTo>
                <a:lnTo>
                  <a:pt x="1113501" y="0"/>
                </a:lnTo>
                <a:lnTo>
                  <a:pt x="1070677" y="0"/>
                </a:lnTo>
                <a:lnTo>
                  <a:pt x="1027852" y="0"/>
                </a:lnTo>
                <a:lnTo>
                  <a:pt x="985028" y="0"/>
                </a:lnTo>
                <a:lnTo>
                  <a:pt x="942194" y="0"/>
                </a:lnTo>
                <a:lnTo>
                  <a:pt x="899370" y="0"/>
                </a:lnTo>
                <a:lnTo>
                  <a:pt x="856545" y="0"/>
                </a:lnTo>
                <a:lnTo>
                  <a:pt x="813711" y="0"/>
                </a:lnTo>
                <a:lnTo>
                  <a:pt x="770887" y="0"/>
                </a:lnTo>
                <a:lnTo>
                  <a:pt x="728062" y="0"/>
                </a:lnTo>
                <a:lnTo>
                  <a:pt x="685238" y="0"/>
                </a:lnTo>
                <a:lnTo>
                  <a:pt x="642404" y="0"/>
                </a:lnTo>
                <a:lnTo>
                  <a:pt x="599580" y="0"/>
                </a:lnTo>
                <a:lnTo>
                  <a:pt x="556755" y="0"/>
                </a:lnTo>
                <a:lnTo>
                  <a:pt x="513921" y="0"/>
                </a:lnTo>
                <a:lnTo>
                  <a:pt x="471097" y="0"/>
                </a:lnTo>
                <a:lnTo>
                  <a:pt x="428273" y="0"/>
                </a:lnTo>
                <a:lnTo>
                  <a:pt x="385448" y="0"/>
                </a:lnTo>
                <a:lnTo>
                  <a:pt x="342614" y="0"/>
                </a:lnTo>
                <a:lnTo>
                  <a:pt x="299790" y="0"/>
                </a:lnTo>
                <a:lnTo>
                  <a:pt x="256965" y="0"/>
                </a:lnTo>
                <a:lnTo>
                  <a:pt x="214132" y="0"/>
                </a:lnTo>
                <a:lnTo>
                  <a:pt x="171307" y="0"/>
                </a:lnTo>
                <a:lnTo>
                  <a:pt x="128483" y="0"/>
                </a:lnTo>
                <a:lnTo>
                  <a:pt x="85658" y="0"/>
                </a:lnTo>
                <a:lnTo>
                  <a:pt x="42824" y="0"/>
                </a:lnTo>
                <a:lnTo>
                  <a:pt x="0" y="0"/>
                </a:lnTo>
                <a:close/>
              </a:path>
            </a:pathLst>
          </a:custGeom>
          <a:gradFill xmlns:a="http://schemas.openxmlformats.org/drawingml/2006/main">
            <a:gsLst>
              <a:gs pos="0">
                <a:srgbClr val="000000"/>
              </a:gs>
              <a:gs pos="42">
                <a:srgbClr val="B8D8F2">
                  <a:alpha val="16000"/>
                </a:srgbClr>
              </a:gs>
              <a:gs pos="76">
                <a:srgbClr val="8FC4EE">
                  <a:alpha val="32000"/>
                </a:srgbClr>
              </a:gs>
              <a:gs pos="100">
                <a:srgbClr val="72B3E8">
                  <a:alpha val="52000"/>
                </a:srgbClr>
              </a:gs>
            </a:gsLst>
            <a:lin ang="10800000"/>
          </a:gradFill>
          <a:ln xmlns:a="http://schemas.openxmlformats.org/drawingml/2006/main" w="9525">
            <a:noFill/>
            <a:prstDash val="solid"/>
          </a:ln>
        </p:spPr>
      </p:sp>
      <p:sp>
        <p:nvSpPr>
          <p:cNvPr id="52" name="phase-label-0">
            <a:extLst xmlns:a="http://schemas.openxmlformats.org/drawingml/2006/main">
              <a:ext uri="{FF2B5EF4-FFF2-40B4-BE49-F238E27FC236}">
                <a16:creationId xmlns:a16="http://schemas.microsoft.com/office/drawing/2014/main" id="{DC2487FA-BD4D-4A70-A010-D78F4F37A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1638300"/>
            <a:ext cx="228600" cy="205099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阶段一</a:t>
            </a:r>
          </a:p>
        </p:txBody>
      </p:sp>
      <p:sp>
        <p:nvSpPr>
          <p:cNvPr id="53" name="phase-label-1">
            <a:extLst xmlns:a="http://schemas.openxmlformats.org/drawingml/2006/main">
              <a:ext uri="{FF2B5EF4-FFF2-40B4-BE49-F238E27FC236}">
                <a16:creationId xmlns:a16="http://schemas.microsoft.com/office/drawing/2014/main" id="{61103745-C800-4A07-8902-3E11C06EC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3689299"/>
            <a:ext cx="228600" cy="121279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阶段二</a:t>
            </a:r>
          </a:p>
        </p:txBody>
      </p:sp>
      <p:sp>
        <p:nvSpPr>
          <p:cNvPr id="54" name="phase-label-2">
            <a:extLst xmlns:a="http://schemas.openxmlformats.org/drawingml/2006/main">
              <a:ext uri="{FF2B5EF4-FFF2-40B4-BE49-F238E27FC236}">
                <a16:creationId xmlns:a16="http://schemas.microsoft.com/office/drawing/2014/main" id="{DD4D1189-78E3-4A16-B577-D3D3D5229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4902098"/>
            <a:ext cx="228600" cy="130804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阶段三</a:t>
            </a:r>
          </a:p>
        </p:txBody>
      </p:sp>
      <p:sp>
        <p:nvSpPr>
          <p:cNvPr id="55" name="funnel-step-title-0">
            <a:extLst xmlns:a="http://schemas.openxmlformats.org/drawingml/2006/main">
              <a:ext uri="{FF2B5EF4-FFF2-40B4-BE49-F238E27FC236}">
                <a16:creationId xmlns:a16="http://schemas.microsoft.com/office/drawing/2014/main" id="{83D576DE-4D65-405A-96B4-1158FDA8F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528117" y="2944711"/>
            <a:ext cx="2183016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3600"/>
              </a:lnSpc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广泛触达</a:t>
            </a:r>
          </a:p>
        </p:txBody>
      </p:sp>
      <p:sp>
        <p:nvSpPr>
          <p:cNvPr id="56" name="funnel-step-title-1">
            <a:extLst xmlns:a="http://schemas.openxmlformats.org/drawingml/2006/main">
              <a:ext uri="{FF2B5EF4-FFF2-40B4-BE49-F238E27FC236}">
                <a16:creationId xmlns:a16="http://schemas.microsoft.com/office/drawing/2014/main" id="{74B8F373-677D-4D8B-A1E9-77E4E3B6D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10165" y="4157663"/>
            <a:ext cx="141893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3600"/>
              </a:lnSpc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兴趣识别</a:t>
            </a:r>
          </a:p>
        </p:txBody>
      </p:sp>
      <p:sp>
        <p:nvSpPr>
          <p:cNvPr id="57" name="funnel-step-title-2">
            <a:extLst xmlns:a="http://schemas.openxmlformats.org/drawingml/2006/main">
              <a:ext uri="{FF2B5EF4-FFF2-40B4-BE49-F238E27FC236}">
                <a16:creationId xmlns:a16="http://schemas.microsoft.com/office/drawing/2014/main" id="{A14A927B-E7B7-4600-AED4-DA01107E8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200525" y="5370462"/>
            <a:ext cx="8382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意向培育</a:t>
            </a:r>
          </a:p>
        </p:txBody>
      </p:sp>
      <p:sp>
        <p:nvSpPr>
          <p:cNvPr id="58" name="input-core-0">
            <a:extLst xmlns:a="http://schemas.openxmlformats.org/drawingml/2006/main">
              <a:ext uri="{FF2B5EF4-FFF2-40B4-BE49-F238E27FC236}">
                <a16:creationId xmlns:a16="http://schemas.microsoft.com/office/drawing/2014/main" id="{AC991846-6C76-46E7-BCF0-0C26C3944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62275" y="194310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23"/>
          <a:fontRef xmlns:a="http://schemas.openxmlformats.org/drawingml/2006/main" idx="major"/>
        </p:style>
      </p:sp>
      <p:pic>
        <p:nvPicPr>
          <p:cNvPr id="12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a250ad834824ab9">
            <a:extLst>
              <a:ext uri="{96DAC541-7B7A-43D3-8B79-37D633B846F1}">
                <asvg:svgBlip xmlns:asvg="http://schemas.microsoft.com/office/drawing/2016/SVG/main" r:embed="R8d1d5a3154ee4e8e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3057525" y="2038350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60" name="input-core-1">
            <a:extLst xmlns:a="http://schemas.openxmlformats.org/drawingml/2006/main">
              <a:ext uri="{FF2B5EF4-FFF2-40B4-BE49-F238E27FC236}">
                <a16:creationId xmlns:a16="http://schemas.microsoft.com/office/drawing/2014/main" id="{B979D599-09C9-4A7F-85C1-D908937E3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562350" y="1762125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23"/>
          <a:fontRef xmlns:a="http://schemas.openxmlformats.org/drawingml/2006/main" idx="major"/>
        </p:style>
      </p:sp>
      <p:pic>
        <p:nvPicPr>
          <p:cNvPr id="13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6d97bfb7b674833">
            <a:extLst>
              <a:ext uri="{96DAC541-7B7A-43D3-8B79-37D633B846F1}">
                <asvg:svgBlip xmlns:asvg="http://schemas.microsoft.com/office/drawing/2016/SVG/main" r:embed="R976017c0276842cc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3657600" y="1857375"/>
            <a:ext cx="209550" cy="209550"/>
          </a:xfrm>
          <a:prstGeom xmlns:a="http://schemas.openxmlformats.org/drawingml/2006/main" prst="rect">
            <a:avLst/>
          </a:prstGeom>
        </p:spPr>
      </p:pic>
      <p:sp>
        <p:nvSpPr>
          <p:cNvPr id="62" name="input-core-2">
            <a:extLst xmlns:a="http://schemas.openxmlformats.org/drawingml/2006/main">
              <a:ext uri="{FF2B5EF4-FFF2-40B4-BE49-F238E27FC236}">
                <a16:creationId xmlns:a16="http://schemas.microsoft.com/office/drawing/2014/main" id="{2AB04842-E1B8-46EB-B52E-9D3ABCFF9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105275" y="162877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23"/>
          <a:fontRef xmlns:a="http://schemas.openxmlformats.org/drawingml/2006/main" idx="major"/>
        </p:style>
      </p:sp>
      <p:pic>
        <p:nvPicPr>
          <p:cNvPr id="13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bca706026074759">
            <a:extLst>
              <a:ext uri="{96DAC541-7B7A-43D3-8B79-37D633B846F1}">
                <asvg:svgBlip xmlns:asvg="http://schemas.microsoft.com/office/drawing/2016/SVG/main" r:embed="Rf8502b505a364221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4200525" y="1724025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64" name="input-core-3">
            <a:extLst xmlns:a="http://schemas.openxmlformats.org/drawingml/2006/main">
              <a:ext uri="{FF2B5EF4-FFF2-40B4-BE49-F238E27FC236}">
                <a16:creationId xmlns:a16="http://schemas.microsoft.com/office/drawing/2014/main" id="{F42F61FD-7A3E-4F61-9C93-58B4DC227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705350" y="1704975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23"/>
          <a:fontRef xmlns:a="http://schemas.openxmlformats.org/drawingml/2006/main" idx="major"/>
        </p:style>
      </p:sp>
      <p:pic>
        <p:nvPicPr>
          <p:cNvPr id="13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4479d0902fb4f8b">
            <a:extLst>
              <a:ext uri="{96DAC541-7B7A-43D3-8B79-37D633B846F1}">
                <asvg:svgBlip xmlns:asvg="http://schemas.microsoft.com/office/drawing/2016/SVG/main" r:embed="Rd2b6ebb393444a12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4800600" y="1800225"/>
            <a:ext cx="209550" cy="209550"/>
          </a:xfrm>
          <a:prstGeom xmlns:a="http://schemas.openxmlformats.org/drawingml/2006/main" prst="rect">
            <a:avLst/>
          </a:prstGeom>
        </p:spPr>
      </p:pic>
      <p:sp>
        <p:nvSpPr>
          <p:cNvPr id="66" name="input-core-4">
            <a:extLst xmlns:a="http://schemas.openxmlformats.org/drawingml/2006/main">
              <a:ext uri="{FF2B5EF4-FFF2-40B4-BE49-F238E27FC236}">
                <a16:creationId xmlns:a16="http://schemas.microsoft.com/office/drawing/2014/main" id="{42850F4A-8895-437F-BAF4-42A3C6B5E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48275" y="18097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23"/>
          <a:fontRef xmlns:a="http://schemas.openxmlformats.org/drawingml/2006/main" idx="major"/>
        </p:style>
      </p:sp>
      <p:pic>
        <p:nvPicPr>
          <p:cNvPr id="13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21bf956e6944983">
            <a:extLst>
              <a:ext uri="{96DAC541-7B7A-43D3-8B79-37D633B846F1}">
                <asvg:svgBlip xmlns:asvg="http://schemas.microsoft.com/office/drawing/2016/SVG/main" r:embed="R9e772f1a3d654398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5343525" y="1905000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68" name="input-core-5">
            <a:extLst xmlns:a="http://schemas.openxmlformats.org/drawingml/2006/main">
              <a:ext uri="{FF2B5EF4-FFF2-40B4-BE49-F238E27FC236}">
                <a16:creationId xmlns:a16="http://schemas.microsoft.com/office/drawing/2014/main" id="{5C8703E0-55CB-4171-8D00-208F1AB28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848350" y="1952625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23"/>
          <a:fontRef xmlns:a="http://schemas.openxmlformats.org/drawingml/2006/main" idx="major"/>
        </p:style>
      </p:sp>
      <p:pic>
        <p:nvPicPr>
          <p:cNvPr id="13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c59807a4b664853">
            <a:extLst>
              <a:ext uri="{96DAC541-7B7A-43D3-8B79-37D633B846F1}">
                <asvg:svgBlip xmlns:asvg="http://schemas.microsoft.com/office/drawing/2016/SVG/main" r:embed="R813d65cd4c954591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5943600" y="2047875"/>
            <a:ext cx="209550" cy="2095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7094741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2" name="phase-band-0">
            <a:extLst xmlns:a="http://schemas.openxmlformats.org/drawingml/2006/main">
              <a:ext uri="{FF2B5EF4-FFF2-40B4-BE49-F238E27FC236}">
                <a16:creationId xmlns:a16="http://schemas.microsoft.com/office/drawing/2014/main" id="{90211B1F-C342-422F-BD75-B07569B6E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1638300"/>
            <a:ext cx="11144250" cy="205099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phase-band-1">
            <a:extLst xmlns:a="http://schemas.openxmlformats.org/drawingml/2006/main">
              <a:ext uri="{FF2B5EF4-FFF2-40B4-BE49-F238E27FC236}">
                <a16:creationId xmlns:a16="http://schemas.microsoft.com/office/drawing/2014/main" id="{CA8ACDEB-0F32-4233-9EB7-1223A83CF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3689299"/>
            <a:ext cx="11144250" cy="121279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38100">
            <a:solidFill>
              <a:srgbClr val="FFFFFF"/>
            </a:solidFill>
            <a:prstDash val="solid"/>
          </a:ln>
        </p:spPr>
      </p:sp>
      <p:sp>
        <p:nvSpPr>
          <p:cNvPr id="3" name="phase-band-2">
            <a:extLst xmlns:a="http://schemas.openxmlformats.org/drawingml/2006/main">
              <a:ext uri="{FF2B5EF4-FFF2-40B4-BE49-F238E27FC236}">
                <a16:creationId xmlns:a16="http://schemas.microsoft.com/office/drawing/2014/main" id="{DCD488E9-6897-4520-B79B-1458183D0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4902098"/>
            <a:ext cx="11144250" cy="130804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38100">
            <a:solidFill>
              <a:srgbClr val="FFFFFF"/>
            </a:solidFill>
            <a:prstDash val="solid"/>
          </a:ln>
        </p:spPr>
      </p:sp>
      <p:sp>
        <p:nvSpPr>
          <p:cNvPr id="4" name="phase-rail-0">
            <a:extLst xmlns:a="http://schemas.openxmlformats.org/drawingml/2006/main">
              <a:ext uri="{FF2B5EF4-FFF2-40B4-BE49-F238E27FC236}">
                <a16:creationId xmlns:a16="http://schemas.microsoft.com/office/drawing/2014/main" id="{1F16380C-7B65-49DA-8BA2-578FF01A2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1638300"/>
            <a:ext cx="514350" cy="2046494"/>
          </a:xfrm>
          <a:custGeom xmlns:a="http://schemas.openxmlformats.org/drawingml/2006/main">
            <a:pathLst>
              <a:path w="514350" h="2046494">
                <a:moveTo>
                  <a:pt x="0" y="0"/>
                </a:moveTo>
                <a:lnTo>
                  <a:pt x="20498" y="0"/>
                </a:lnTo>
                <a:lnTo>
                  <a:pt x="40996" y="0"/>
                </a:lnTo>
                <a:lnTo>
                  <a:pt x="61493" y="0"/>
                </a:lnTo>
                <a:lnTo>
                  <a:pt x="81982" y="0"/>
                </a:lnTo>
                <a:lnTo>
                  <a:pt x="102479" y="0"/>
                </a:lnTo>
                <a:lnTo>
                  <a:pt x="122977" y="0"/>
                </a:lnTo>
                <a:lnTo>
                  <a:pt x="143475" y="0"/>
                </a:lnTo>
                <a:lnTo>
                  <a:pt x="163973" y="0"/>
                </a:lnTo>
                <a:lnTo>
                  <a:pt x="184471" y="0"/>
                </a:lnTo>
                <a:lnTo>
                  <a:pt x="204959" y="0"/>
                </a:lnTo>
                <a:lnTo>
                  <a:pt x="225457" y="0"/>
                </a:lnTo>
                <a:lnTo>
                  <a:pt x="245955" y="0"/>
                </a:lnTo>
                <a:lnTo>
                  <a:pt x="266452" y="0"/>
                </a:lnTo>
                <a:lnTo>
                  <a:pt x="286950" y="0"/>
                </a:lnTo>
                <a:lnTo>
                  <a:pt x="307448" y="0"/>
                </a:lnTo>
                <a:lnTo>
                  <a:pt x="327936" y="0"/>
                </a:lnTo>
                <a:lnTo>
                  <a:pt x="348434" y="0"/>
                </a:lnTo>
                <a:lnTo>
                  <a:pt x="368932" y="0"/>
                </a:lnTo>
                <a:lnTo>
                  <a:pt x="389430" y="0"/>
                </a:lnTo>
                <a:lnTo>
                  <a:pt x="409927" y="0"/>
                </a:lnTo>
                <a:lnTo>
                  <a:pt x="430425" y="0"/>
                </a:lnTo>
                <a:lnTo>
                  <a:pt x="450914" y="0"/>
                </a:lnTo>
                <a:lnTo>
                  <a:pt x="471411" y="0"/>
                </a:lnTo>
                <a:lnTo>
                  <a:pt x="491909" y="0"/>
                </a:lnTo>
                <a:lnTo>
                  <a:pt x="512407" y="0"/>
                </a:lnTo>
                <a:lnTo>
                  <a:pt x="514350" y="18555"/>
                </a:lnTo>
                <a:lnTo>
                  <a:pt x="514350" y="39043"/>
                </a:lnTo>
                <a:lnTo>
                  <a:pt x="514350" y="59541"/>
                </a:lnTo>
                <a:lnTo>
                  <a:pt x="514350" y="80039"/>
                </a:lnTo>
                <a:lnTo>
                  <a:pt x="514350" y="100536"/>
                </a:lnTo>
                <a:lnTo>
                  <a:pt x="514350" y="121034"/>
                </a:lnTo>
                <a:lnTo>
                  <a:pt x="514350" y="141522"/>
                </a:lnTo>
                <a:lnTo>
                  <a:pt x="514350" y="162020"/>
                </a:lnTo>
                <a:lnTo>
                  <a:pt x="514350" y="182518"/>
                </a:lnTo>
                <a:lnTo>
                  <a:pt x="514350" y="203016"/>
                </a:lnTo>
                <a:lnTo>
                  <a:pt x="514350" y="223504"/>
                </a:lnTo>
                <a:lnTo>
                  <a:pt x="514350" y="244002"/>
                </a:lnTo>
                <a:lnTo>
                  <a:pt x="514350" y="264500"/>
                </a:lnTo>
                <a:lnTo>
                  <a:pt x="514350" y="284998"/>
                </a:lnTo>
                <a:lnTo>
                  <a:pt x="514350" y="305495"/>
                </a:lnTo>
                <a:lnTo>
                  <a:pt x="514350" y="325984"/>
                </a:lnTo>
                <a:lnTo>
                  <a:pt x="514350" y="346481"/>
                </a:lnTo>
                <a:lnTo>
                  <a:pt x="514350" y="366979"/>
                </a:lnTo>
                <a:lnTo>
                  <a:pt x="514350" y="387477"/>
                </a:lnTo>
                <a:lnTo>
                  <a:pt x="514350" y="407975"/>
                </a:lnTo>
                <a:lnTo>
                  <a:pt x="514350" y="428463"/>
                </a:lnTo>
                <a:lnTo>
                  <a:pt x="514350" y="448961"/>
                </a:lnTo>
                <a:lnTo>
                  <a:pt x="514350" y="469459"/>
                </a:lnTo>
                <a:lnTo>
                  <a:pt x="514350" y="489956"/>
                </a:lnTo>
                <a:lnTo>
                  <a:pt x="514350" y="510445"/>
                </a:lnTo>
                <a:lnTo>
                  <a:pt x="514350" y="530943"/>
                </a:lnTo>
                <a:lnTo>
                  <a:pt x="514350" y="551440"/>
                </a:lnTo>
                <a:lnTo>
                  <a:pt x="514350" y="571938"/>
                </a:lnTo>
                <a:lnTo>
                  <a:pt x="514350" y="592436"/>
                </a:lnTo>
                <a:lnTo>
                  <a:pt x="514350" y="612924"/>
                </a:lnTo>
                <a:lnTo>
                  <a:pt x="514350" y="633422"/>
                </a:lnTo>
                <a:lnTo>
                  <a:pt x="514350" y="653920"/>
                </a:lnTo>
                <a:lnTo>
                  <a:pt x="514350" y="674418"/>
                </a:lnTo>
                <a:lnTo>
                  <a:pt x="514350" y="694915"/>
                </a:lnTo>
                <a:lnTo>
                  <a:pt x="514350" y="715404"/>
                </a:lnTo>
                <a:lnTo>
                  <a:pt x="514350" y="735902"/>
                </a:lnTo>
                <a:lnTo>
                  <a:pt x="514350" y="756399"/>
                </a:lnTo>
                <a:lnTo>
                  <a:pt x="514350" y="776897"/>
                </a:lnTo>
                <a:lnTo>
                  <a:pt x="514350" y="797385"/>
                </a:lnTo>
                <a:lnTo>
                  <a:pt x="514350" y="817883"/>
                </a:lnTo>
                <a:lnTo>
                  <a:pt x="514350" y="838381"/>
                </a:lnTo>
                <a:lnTo>
                  <a:pt x="514350" y="858879"/>
                </a:lnTo>
                <a:lnTo>
                  <a:pt x="514350" y="879377"/>
                </a:lnTo>
                <a:lnTo>
                  <a:pt x="514350" y="899865"/>
                </a:lnTo>
                <a:lnTo>
                  <a:pt x="514350" y="920363"/>
                </a:lnTo>
                <a:lnTo>
                  <a:pt x="514350" y="940860"/>
                </a:lnTo>
                <a:lnTo>
                  <a:pt x="514350" y="961358"/>
                </a:lnTo>
                <a:lnTo>
                  <a:pt x="514350" y="981847"/>
                </a:lnTo>
                <a:lnTo>
                  <a:pt x="514350" y="1002344"/>
                </a:lnTo>
                <a:lnTo>
                  <a:pt x="514350" y="1022842"/>
                </a:lnTo>
                <a:lnTo>
                  <a:pt x="514350" y="1043340"/>
                </a:lnTo>
                <a:lnTo>
                  <a:pt x="514350" y="1063838"/>
                </a:lnTo>
                <a:lnTo>
                  <a:pt x="514350" y="1084326"/>
                </a:lnTo>
                <a:lnTo>
                  <a:pt x="514350" y="1104824"/>
                </a:lnTo>
                <a:lnTo>
                  <a:pt x="514350" y="1125322"/>
                </a:lnTo>
                <a:lnTo>
                  <a:pt x="514350" y="1145819"/>
                </a:lnTo>
                <a:lnTo>
                  <a:pt x="514350" y="1166317"/>
                </a:lnTo>
                <a:lnTo>
                  <a:pt x="514350" y="1186805"/>
                </a:lnTo>
                <a:lnTo>
                  <a:pt x="514350" y="1207303"/>
                </a:lnTo>
                <a:lnTo>
                  <a:pt x="514350" y="1227801"/>
                </a:lnTo>
                <a:lnTo>
                  <a:pt x="514350" y="1248299"/>
                </a:lnTo>
                <a:lnTo>
                  <a:pt x="514350" y="1268787"/>
                </a:lnTo>
                <a:lnTo>
                  <a:pt x="514350" y="1289285"/>
                </a:lnTo>
                <a:lnTo>
                  <a:pt x="514350" y="1309783"/>
                </a:lnTo>
                <a:lnTo>
                  <a:pt x="514350" y="1330281"/>
                </a:lnTo>
                <a:lnTo>
                  <a:pt x="514350" y="1350778"/>
                </a:lnTo>
                <a:lnTo>
                  <a:pt x="514350" y="1371267"/>
                </a:lnTo>
                <a:lnTo>
                  <a:pt x="514350" y="1391764"/>
                </a:lnTo>
                <a:lnTo>
                  <a:pt x="514350" y="1412262"/>
                </a:lnTo>
                <a:lnTo>
                  <a:pt x="514350" y="1432760"/>
                </a:lnTo>
                <a:lnTo>
                  <a:pt x="514350" y="1453248"/>
                </a:lnTo>
                <a:lnTo>
                  <a:pt x="514350" y="1473746"/>
                </a:lnTo>
                <a:lnTo>
                  <a:pt x="514350" y="1494244"/>
                </a:lnTo>
                <a:lnTo>
                  <a:pt x="514350" y="1514742"/>
                </a:lnTo>
                <a:lnTo>
                  <a:pt x="514350" y="1535240"/>
                </a:lnTo>
                <a:lnTo>
                  <a:pt x="514350" y="1555728"/>
                </a:lnTo>
                <a:lnTo>
                  <a:pt x="514350" y="1576226"/>
                </a:lnTo>
                <a:lnTo>
                  <a:pt x="514350" y="1596723"/>
                </a:lnTo>
                <a:lnTo>
                  <a:pt x="514350" y="1617221"/>
                </a:lnTo>
                <a:lnTo>
                  <a:pt x="514350" y="1637719"/>
                </a:lnTo>
                <a:lnTo>
                  <a:pt x="514350" y="1658207"/>
                </a:lnTo>
                <a:lnTo>
                  <a:pt x="514350" y="1678705"/>
                </a:lnTo>
                <a:lnTo>
                  <a:pt x="514350" y="1699203"/>
                </a:lnTo>
                <a:lnTo>
                  <a:pt x="514350" y="1719701"/>
                </a:lnTo>
                <a:lnTo>
                  <a:pt x="514350" y="1740189"/>
                </a:lnTo>
                <a:lnTo>
                  <a:pt x="514350" y="1760687"/>
                </a:lnTo>
                <a:lnTo>
                  <a:pt x="514350" y="1781185"/>
                </a:lnTo>
                <a:lnTo>
                  <a:pt x="514350" y="1801682"/>
                </a:lnTo>
                <a:lnTo>
                  <a:pt x="514350" y="1822180"/>
                </a:lnTo>
                <a:lnTo>
                  <a:pt x="514350" y="1842668"/>
                </a:lnTo>
                <a:lnTo>
                  <a:pt x="514350" y="1863166"/>
                </a:lnTo>
                <a:lnTo>
                  <a:pt x="514350" y="1883664"/>
                </a:lnTo>
                <a:lnTo>
                  <a:pt x="514350" y="1904162"/>
                </a:lnTo>
                <a:lnTo>
                  <a:pt x="499901" y="1916154"/>
                </a:lnTo>
                <a:lnTo>
                  <a:pt x="481984" y="1926107"/>
                </a:lnTo>
                <a:lnTo>
                  <a:pt x="464068" y="1936061"/>
                </a:lnTo>
                <a:lnTo>
                  <a:pt x="446151" y="1946015"/>
                </a:lnTo>
                <a:lnTo>
                  <a:pt x="428234" y="1955968"/>
                </a:lnTo>
                <a:lnTo>
                  <a:pt x="410318" y="1965922"/>
                </a:lnTo>
                <a:lnTo>
                  <a:pt x="392401" y="1975876"/>
                </a:lnTo>
                <a:lnTo>
                  <a:pt x="374485" y="1985829"/>
                </a:lnTo>
                <a:lnTo>
                  <a:pt x="356568" y="1995783"/>
                </a:lnTo>
                <a:lnTo>
                  <a:pt x="338652" y="2005736"/>
                </a:lnTo>
                <a:lnTo>
                  <a:pt x="320735" y="2015690"/>
                </a:lnTo>
                <a:lnTo>
                  <a:pt x="302819" y="2025644"/>
                </a:lnTo>
                <a:lnTo>
                  <a:pt x="284902" y="2035597"/>
                </a:lnTo>
                <a:lnTo>
                  <a:pt x="266986" y="2045551"/>
                </a:lnTo>
                <a:lnTo>
                  <a:pt x="249069" y="2046494"/>
                </a:lnTo>
                <a:lnTo>
                  <a:pt x="231153" y="2036540"/>
                </a:lnTo>
                <a:lnTo>
                  <a:pt x="213236" y="2026587"/>
                </a:lnTo>
                <a:lnTo>
                  <a:pt x="195320" y="2016633"/>
                </a:lnTo>
                <a:lnTo>
                  <a:pt x="177403" y="2006679"/>
                </a:lnTo>
                <a:lnTo>
                  <a:pt x="159477" y="1996726"/>
                </a:lnTo>
                <a:lnTo>
                  <a:pt x="141561" y="1986772"/>
                </a:lnTo>
                <a:lnTo>
                  <a:pt x="123644" y="1976819"/>
                </a:lnTo>
                <a:lnTo>
                  <a:pt x="105728" y="1966865"/>
                </a:lnTo>
                <a:lnTo>
                  <a:pt x="87811" y="1956911"/>
                </a:lnTo>
                <a:lnTo>
                  <a:pt x="69894" y="1946958"/>
                </a:lnTo>
                <a:lnTo>
                  <a:pt x="51978" y="1937004"/>
                </a:lnTo>
                <a:lnTo>
                  <a:pt x="34061" y="1927050"/>
                </a:lnTo>
                <a:lnTo>
                  <a:pt x="16145" y="1917097"/>
                </a:lnTo>
                <a:lnTo>
                  <a:pt x="0" y="1906105"/>
                </a:lnTo>
                <a:lnTo>
                  <a:pt x="0" y="1885607"/>
                </a:lnTo>
                <a:lnTo>
                  <a:pt x="0" y="1865109"/>
                </a:lnTo>
                <a:lnTo>
                  <a:pt x="0" y="1844612"/>
                </a:lnTo>
                <a:lnTo>
                  <a:pt x="0" y="1824123"/>
                </a:lnTo>
                <a:lnTo>
                  <a:pt x="0" y="1803625"/>
                </a:lnTo>
                <a:lnTo>
                  <a:pt x="0" y="1783128"/>
                </a:lnTo>
                <a:lnTo>
                  <a:pt x="0" y="1762630"/>
                </a:lnTo>
                <a:lnTo>
                  <a:pt x="0" y="1742142"/>
                </a:lnTo>
                <a:lnTo>
                  <a:pt x="0" y="1721644"/>
                </a:lnTo>
                <a:lnTo>
                  <a:pt x="0" y="1701146"/>
                </a:lnTo>
                <a:lnTo>
                  <a:pt x="0" y="1680648"/>
                </a:lnTo>
                <a:lnTo>
                  <a:pt x="0" y="1660150"/>
                </a:lnTo>
                <a:lnTo>
                  <a:pt x="0" y="1639662"/>
                </a:lnTo>
                <a:lnTo>
                  <a:pt x="0" y="1619164"/>
                </a:lnTo>
                <a:lnTo>
                  <a:pt x="0" y="1598666"/>
                </a:lnTo>
                <a:lnTo>
                  <a:pt x="0" y="1578169"/>
                </a:lnTo>
                <a:lnTo>
                  <a:pt x="0" y="1557680"/>
                </a:lnTo>
                <a:lnTo>
                  <a:pt x="0" y="1537183"/>
                </a:lnTo>
                <a:lnTo>
                  <a:pt x="0" y="1516685"/>
                </a:lnTo>
                <a:lnTo>
                  <a:pt x="0" y="1496187"/>
                </a:lnTo>
                <a:lnTo>
                  <a:pt x="0" y="1475689"/>
                </a:lnTo>
                <a:lnTo>
                  <a:pt x="0" y="1455201"/>
                </a:lnTo>
                <a:lnTo>
                  <a:pt x="0" y="1434703"/>
                </a:lnTo>
                <a:lnTo>
                  <a:pt x="0" y="1414205"/>
                </a:lnTo>
                <a:lnTo>
                  <a:pt x="0" y="1393708"/>
                </a:lnTo>
                <a:lnTo>
                  <a:pt x="0" y="1373210"/>
                </a:lnTo>
                <a:lnTo>
                  <a:pt x="0" y="1352721"/>
                </a:lnTo>
                <a:lnTo>
                  <a:pt x="0" y="1332224"/>
                </a:lnTo>
                <a:lnTo>
                  <a:pt x="0" y="1311726"/>
                </a:lnTo>
                <a:lnTo>
                  <a:pt x="0" y="1291228"/>
                </a:lnTo>
                <a:lnTo>
                  <a:pt x="0" y="1270740"/>
                </a:lnTo>
                <a:lnTo>
                  <a:pt x="0" y="1250242"/>
                </a:lnTo>
                <a:lnTo>
                  <a:pt x="0" y="1229744"/>
                </a:lnTo>
                <a:lnTo>
                  <a:pt x="0" y="1209246"/>
                </a:lnTo>
                <a:lnTo>
                  <a:pt x="0" y="1188749"/>
                </a:lnTo>
                <a:lnTo>
                  <a:pt x="0" y="1168260"/>
                </a:lnTo>
                <a:lnTo>
                  <a:pt x="0" y="1147763"/>
                </a:lnTo>
                <a:lnTo>
                  <a:pt x="0" y="1127265"/>
                </a:lnTo>
                <a:lnTo>
                  <a:pt x="0" y="1106767"/>
                </a:lnTo>
                <a:lnTo>
                  <a:pt x="0" y="1086279"/>
                </a:lnTo>
                <a:lnTo>
                  <a:pt x="0" y="1065781"/>
                </a:lnTo>
                <a:lnTo>
                  <a:pt x="0" y="1045283"/>
                </a:lnTo>
                <a:lnTo>
                  <a:pt x="0" y="1024785"/>
                </a:lnTo>
                <a:lnTo>
                  <a:pt x="0" y="1004287"/>
                </a:lnTo>
                <a:lnTo>
                  <a:pt x="0" y="983799"/>
                </a:lnTo>
                <a:lnTo>
                  <a:pt x="0" y="963301"/>
                </a:lnTo>
                <a:lnTo>
                  <a:pt x="0" y="942804"/>
                </a:lnTo>
                <a:lnTo>
                  <a:pt x="0" y="922306"/>
                </a:lnTo>
                <a:lnTo>
                  <a:pt x="0" y="901808"/>
                </a:lnTo>
                <a:lnTo>
                  <a:pt x="0" y="881320"/>
                </a:lnTo>
                <a:lnTo>
                  <a:pt x="0" y="860822"/>
                </a:lnTo>
                <a:lnTo>
                  <a:pt x="0" y="840324"/>
                </a:lnTo>
                <a:lnTo>
                  <a:pt x="0" y="819826"/>
                </a:lnTo>
                <a:lnTo>
                  <a:pt x="0" y="799338"/>
                </a:lnTo>
                <a:lnTo>
                  <a:pt x="0" y="778840"/>
                </a:lnTo>
                <a:lnTo>
                  <a:pt x="0" y="758342"/>
                </a:lnTo>
                <a:lnTo>
                  <a:pt x="0" y="737845"/>
                </a:lnTo>
                <a:lnTo>
                  <a:pt x="0" y="717347"/>
                </a:lnTo>
                <a:lnTo>
                  <a:pt x="0" y="696859"/>
                </a:lnTo>
                <a:lnTo>
                  <a:pt x="0" y="676361"/>
                </a:lnTo>
                <a:lnTo>
                  <a:pt x="0" y="655863"/>
                </a:lnTo>
                <a:lnTo>
                  <a:pt x="0" y="635365"/>
                </a:lnTo>
                <a:lnTo>
                  <a:pt x="0" y="614867"/>
                </a:lnTo>
                <a:lnTo>
                  <a:pt x="0" y="594379"/>
                </a:lnTo>
                <a:lnTo>
                  <a:pt x="0" y="573881"/>
                </a:lnTo>
                <a:lnTo>
                  <a:pt x="0" y="553383"/>
                </a:lnTo>
                <a:lnTo>
                  <a:pt x="0" y="532886"/>
                </a:lnTo>
                <a:lnTo>
                  <a:pt x="0" y="512397"/>
                </a:lnTo>
                <a:lnTo>
                  <a:pt x="0" y="491900"/>
                </a:lnTo>
                <a:lnTo>
                  <a:pt x="0" y="471402"/>
                </a:lnTo>
                <a:lnTo>
                  <a:pt x="0" y="450904"/>
                </a:lnTo>
                <a:lnTo>
                  <a:pt x="0" y="430406"/>
                </a:lnTo>
                <a:lnTo>
                  <a:pt x="0" y="409918"/>
                </a:lnTo>
                <a:lnTo>
                  <a:pt x="0" y="389420"/>
                </a:lnTo>
                <a:lnTo>
                  <a:pt x="0" y="368922"/>
                </a:lnTo>
                <a:lnTo>
                  <a:pt x="0" y="348425"/>
                </a:lnTo>
                <a:lnTo>
                  <a:pt x="0" y="327936"/>
                </a:lnTo>
                <a:lnTo>
                  <a:pt x="0" y="307438"/>
                </a:lnTo>
                <a:lnTo>
                  <a:pt x="0" y="286941"/>
                </a:lnTo>
                <a:lnTo>
                  <a:pt x="0" y="266443"/>
                </a:lnTo>
                <a:lnTo>
                  <a:pt x="0" y="245945"/>
                </a:lnTo>
                <a:lnTo>
                  <a:pt x="0" y="225457"/>
                </a:lnTo>
                <a:lnTo>
                  <a:pt x="0" y="204959"/>
                </a:lnTo>
                <a:lnTo>
                  <a:pt x="0" y="184461"/>
                </a:lnTo>
                <a:lnTo>
                  <a:pt x="0" y="163963"/>
                </a:lnTo>
                <a:lnTo>
                  <a:pt x="0" y="143466"/>
                </a:lnTo>
                <a:lnTo>
                  <a:pt x="0" y="122977"/>
                </a:lnTo>
                <a:lnTo>
                  <a:pt x="0" y="102479"/>
                </a:lnTo>
                <a:lnTo>
                  <a:pt x="0" y="81982"/>
                </a:lnTo>
                <a:lnTo>
                  <a:pt x="0" y="61484"/>
                </a:lnTo>
                <a:lnTo>
                  <a:pt x="0" y="40996"/>
                </a:lnTo>
                <a:lnTo>
                  <a:pt x="0" y="20498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5" name="phase-title-0">
            <a:extLst xmlns:a="http://schemas.openxmlformats.org/drawingml/2006/main">
              <a:ext uri="{FF2B5EF4-FFF2-40B4-BE49-F238E27FC236}">
                <a16:creationId xmlns:a16="http://schemas.microsoft.com/office/drawing/2014/main" id="{01591B07-BC02-4F26-874B-A8220EE05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2192979"/>
            <a:ext cx="1428750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精准触达</a:t>
            </a:r>
          </a:p>
        </p:txBody>
      </p:sp>
      <p:sp>
        <p:nvSpPr>
          <p:cNvPr id="6" name="phase-body-0">
            <a:extLst xmlns:a="http://schemas.openxmlformats.org/drawingml/2006/main">
              <a:ext uri="{FF2B5EF4-FFF2-40B4-BE49-F238E27FC236}">
                <a16:creationId xmlns:a16="http://schemas.microsoft.com/office/drawing/2014/main" id="{DF5264B9-0C17-4254-AF78-F4664177C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2547195"/>
            <a:ext cx="1428750" cy="587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让目标对象进</a:t>
            </a:r>
          </a:p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入体系</a:t>
            </a:r>
          </a:p>
        </p:txBody>
      </p:sp>
      <p:sp>
        <p:nvSpPr>
          <p:cNvPr id="7" name="action-icon-shell-0-0">
            <a:extLst xmlns:a="http://schemas.openxmlformats.org/drawingml/2006/main">
              <a:ext uri="{FF2B5EF4-FFF2-40B4-BE49-F238E27FC236}">
                <a16:creationId xmlns:a16="http://schemas.microsoft.com/office/drawing/2014/main" id="{AE697381-D48A-4A52-997B-E24A5A2E2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2187473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7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411e981b70e4735">
            <a:extLst>
              <a:ext uri="{96DAC541-7B7A-43D3-8B79-37D633B846F1}">
                <asvg:svgBlip xmlns:asvg="http://schemas.microsoft.com/office/drawing/2016/SVG/main" r:embed="Rb4d8fbebd8334eaa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2263673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9" name="action-title-0-0">
            <a:extLst xmlns:a="http://schemas.openxmlformats.org/drawingml/2006/main">
              <a:ext uri="{FF2B5EF4-FFF2-40B4-BE49-F238E27FC236}">
                <a16:creationId xmlns:a16="http://schemas.microsoft.com/office/drawing/2014/main" id="{503BC656-4F28-4E78-A42A-F062E060B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126456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标签体系</a:t>
            </a:r>
          </a:p>
        </p:txBody>
      </p:sp>
      <p:sp>
        <p:nvSpPr>
          <p:cNvPr id="10" name="action-body-0-0">
            <a:extLst xmlns:a="http://schemas.openxmlformats.org/drawingml/2006/main">
              <a:ext uri="{FF2B5EF4-FFF2-40B4-BE49-F238E27FC236}">
                <a16:creationId xmlns:a16="http://schemas.microsoft.com/office/drawing/2014/main" id="{2052EDB3-5D7D-4CC5-B177-10FE23938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355056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形成可识别对象</a:t>
            </a:r>
          </a:p>
        </p:txBody>
      </p:sp>
      <p:sp>
        <p:nvSpPr>
          <p:cNvPr id="11" name="action-icon-shell-0-1">
            <a:extLst xmlns:a="http://schemas.openxmlformats.org/drawingml/2006/main">
              <a:ext uri="{FF2B5EF4-FFF2-40B4-BE49-F238E27FC236}">
                <a16:creationId xmlns:a16="http://schemas.microsoft.com/office/drawing/2014/main" id="{54465697-382F-4CCC-AE1E-416180490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2187473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8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d9305b71bb14b78">
            <a:extLst>
              <a:ext uri="{96DAC541-7B7A-43D3-8B79-37D633B846F1}">
                <asvg:svgBlip xmlns:asvg="http://schemas.microsoft.com/office/drawing/2016/SVG/main" r:embed="R7dfffd5a8df744ad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2263673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13" name="action-title-0-1">
            <a:extLst xmlns:a="http://schemas.openxmlformats.org/drawingml/2006/main">
              <a:ext uri="{FF2B5EF4-FFF2-40B4-BE49-F238E27FC236}">
                <a16:creationId xmlns:a16="http://schemas.microsoft.com/office/drawing/2014/main" id="{69846E38-B752-4ACD-BA15-17583B23C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126456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渠道连接</a:t>
            </a:r>
          </a:p>
        </p:txBody>
      </p:sp>
      <p:sp>
        <p:nvSpPr>
          <p:cNvPr id="14" name="action-body-0-1">
            <a:extLst xmlns:a="http://schemas.openxmlformats.org/drawingml/2006/main">
              <a:ext uri="{FF2B5EF4-FFF2-40B4-BE49-F238E27FC236}">
                <a16:creationId xmlns:a16="http://schemas.microsoft.com/office/drawing/2014/main" id="{551FC647-25B8-4696-A1C1-54615A71A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355056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连接主要触点</a:t>
            </a:r>
          </a:p>
        </p:txBody>
      </p:sp>
      <p:sp>
        <p:nvSpPr>
          <p:cNvPr id="15" name="action-icon-shell-0-2">
            <a:extLst xmlns:a="http://schemas.openxmlformats.org/drawingml/2006/main">
              <a:ext uri="{FF2B5EF4-FFF2-40B4-BE49-F238E27FC236}">
                <a16:creationId xmlns:a16="http://schemas.microsoft.com/office/drawing/2014/main" id="{B09E66FD-8A44-4834-922F-4D4AB3EA0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2797073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8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8d4aa3e0e534fcd">
            <a:extLst>
              <a:ext uri="{96DAC541-7B7A-43D3-8B79-37D633B846F1}">
                <asvg:svgBlip xmlns:asvg="http://schemas.microsoft.com/office/drawing/2016/SVG/main" r:embed="Rfb00c51b6c11481f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2873273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17" name="action-title-0-2">
            <a:extLst xmlns:a="http://schemas.openxmlformats.org/drawingml/2006/main">
              <a:ext uri="{FF2B5EF4-FFF2-40B4-BE49-F238E27FC236}">
                <a16:creationId xmlns:a16="http://schemas.microsoft.com/office/drawing/2014/main" id="{D686BEF8-7F55-4A9A-92CA-38972B621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736056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内容优化</a:t>
            </a:r>
          </a:p>
        </p:txBody>
      </p:sp>
      <p:sp>
        <p:nvSpPr>
          <p:cNvPr id="18" name="action-body-0-2">
            <a:extLst xmlns:a="http://schemas.openxmlformats.org/drawingml/2006/main">
              <a:ext uri="{FF2B5EF4-FFF2-40B4-BE49-F238E27FC236}">
                <a16:creationId xmlns:a16="http://schemas.microsoft.com/office/drawing/2014/main" id="{FB660E44-4A89-432D-853A-01AC2C668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964656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提高触达质量</a:t>
            </a:r>
          </a:p>
        </p:txBody>
      </p:sp>
      <p:sp>
        <p:nvSpPr>
          <p:cNvPr id="19" name="action-icon-shell-0-3">
            <a:extLst xmlns:a="http://schemas.openxmlformats.org/drawingml/2006/main">
              <a:ext uri="{FF2B5EF4-FFF2-40B4-BE49-F238E27FC236}">
                <a16:creationId xmlns:a16="http://schemas.microsoft.com/office/drawing/2014/main" id="{95D9A4A8-7F04-414F-BB14-89AD3B0BF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2797073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9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779aef87c804cf8">
            <a:extLst>
              <a:ext uri="{96DAC541-7B7A-43D3-8B79-37D633B846F1}">
                <asvg:svgBlip xmlns:asvg="http://schemas.microsoft.com/office/drawing/2016/SVG/main" r:embed="R5fe572a654414f89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2873273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21" name="action-title-0-3">
            <a:extLst xmlns:a="http://schemas.openxmlformats.org/drawingml/2006/main">
              <a:ext uri="{FF2B5EF4-FFF2-40B4-BE49-F238E27FC236}">
                <a16:creationId xmlns:a16="http://schemas.microsoft.com/office/drawing/2014/main" id="{3E56A274-8712-407D-A48E-A0B64B54D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736056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行为追踪</a:t>
            </a:r>
          </a:p>
        </p:txBody>
      </p:sp>
      <p:sp>
        <p:nvSpPr>
          <p:cNvPr id="22" name="action-body-0-3">
            <a:extLst xmlns:a="http://schemas.openxmlformats.org/drawingml/2006/main">
              <a:ext uri="{FF2B5EF4-FFF2-40B4-BE49-F238E27FC236}">
                <a16:creationId xmlns:a16="http://schemas.microsoft.com/office/drawing/2014/main" id="{A2F61C1C-8A08-4897-AA01-36A093A3B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964656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记录关键反馈</a:t>
            </a:r>
          </a:p>
        </p:txBody>
      </p:sp>
      <p:sp>
        <p:nvSpPr>
          <p:cNvPr id="23" name="phase-rail-1">
            <a:extLst xmlns:a="http://schemas.openxmlformats.org/drawingml/2006/main">
              <a:ext uri="{FF2B5EF4-FFF2-40B4-BE49-F238E27FC236}">
                <a16:creationId xmlns:a16="http://schemas.microsoft.com/office/drawing/2014/main" id="{2FC4E050-0A51-406C-AAA7-38DFAF546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3689299"/>
            <a:ext cx="514350" cy="1212590"/>
          </a:xfrm>
          <a:custGeom xmlns:a="http://schemas.openxmlformats.org/drawingml/2006/main">
            <a:pathLst>
              <a:path w="514350" h="1212590">
                <a:moveTo>
                  <a:pt x="0" y="0"/>
                </a:moveTo>
                <a:lnTo>
                  <a:pt x="16564" y="9201"/>
                </a:lnTo>
                <a:lnTo>
                  <a:pt x="33137" y="18412"/>
                </a:lnTo>
                <a:lnTo>
                  <a:pt x="49701" y="27613"/>
                </a:lnTo>
                <a:lnTo>
                  <a:pt x="66275" y="36814"/>
                </a:lnTo>
                <a:lnTo>
                  <a:pt x="82839" y="46015"/>
                </a:lnTo>
                <a:lnTo>
                  <a:pt x="99403" y="55226"/>
                </a:lnTo>
                <a:lnTo>
                  <a:pt x="115976" y="64427"/>
                </a:lnTo>
                <a:lnTo>
                  <a:pt x="132540" y="73628"/>
                </a:lnTo>
                <a:lnTo>
                  <a:pt x="149114" y="82839"/>
                </a:lnTo>
                <a:lnTo>
                  <a:pt x="165678" y="92040"/>
                </a:lnTo>
                <a:lnTo>
                  <a:pt x="182242" y="101241"/>
                </a:lnTo>
                <a:lnTo>
                  <a:pt x="198815" y="110442"/>
                </a:lnTo>
                <a:lnTo>
                  <a:pt x="215379" y="119653"/>
                </a:lnTo>
                <a:lnTo>
                  <a:pt x="231953" y="128854"/>
                </a:lnTo>
                <a:lnTo>
                  <a:pt x="248517" y="138055"/>
                </a:lnTo>
                <a:lnTo>
                  <a:pt x="265081" y="138474"/>
                </a:lnTo>
                <a:lnTo>
                  <a:pt x="281654" y="129273"/>
                </a:lnTo>
                <a:lnTo>
                  <a:pt x="298218" y="120072"/>
                </a:lnTo>
                <a:lnTo>
                  <a:pt x="314782" y="110861"/>
                </a:lnTo>
                <a:lnTo>
                  <a:pt x="331356" y="101660"/>
                </a:lnTo>
                <a:lnTo>
                  <a:pt x="347920" y="92459"/>
                </a:lnTo>
                <a:lnTo>
                  <a:pt x="364493" y="83249"/>
                </a:lnTo>
                <a:lnTo>
                  <a:pt x="381057" y="74047"/>
                </a:lnTo>
                <a:lnTo>
                  <a:pt x="397621" y="64846"/>
                </a:lnTo>
                <a:lnTo>
                  <a:pt x="414195" y="55645"/>
                </a:lnTo>
                <a:lnTo>
                  <a:pt x="430759" y="46434"/>
                </a:lnTo>
                <a:lnTo>
                  <a:pt x="447332" y="37233"/>
                </a:lnTo>
                <a:lnTo>
                  <a:pt x="463896" y="28032"/>
                </a:lnTo>
                <a:lnTo>
                  <a:pt x="480460" y="18821"/>
                </a:lnTo>
                <a:lnTo>
                  <a:pt x="497034" y="9620"/>
                </a:lnTo>
                <a:lnTo>
                  <a:pt x="513598" y="419"/>
                </a:lnTo>
                <a:lnTo>
                  <a:pt x="514350" y="18098"/>
                </a:lnTo>
                <a:lnTo>
                  <a:pt x="514350" y="37043"/>
                </a:lnTo>
                <a:lnTo>
                  <a:pt x="514350" y="55997"/>
                </a:lnTo>
                <a:lnTo>
                  <a:pt x="514350" y="74952"/>
                </a:lnTo>
                <a:lnTo>
                  <a:pt x="514350" y="93897"/>
                </a:lnTo>
                <a:lnTo>
                  <a:pt x="514350" y="112852"/>
                </a:lnTo>
                <a:lnTo>
                  <a:pt x="514350" y="131807"/>
                </a:lnTo>
                <a:lnTo>
                  <a:pt x="514350" y="150762"/>
                </a:lnTo>
                <a:lnTo>
                  <a:pt x="514350" y="169707"/>
                </a:lnTo>
                <a:lnTo>
                  <a:pt x="514350" y="188662"/>
                </a:lnTo>
                <a:lnTo>
                  <a:pt x="514350" y="207616"/>
                </a:lnTo>
                <a:lnTo>
                  <a:pt x="514350" y="226562"/>
                </a:lnTo>
                <a:lnTo>
                  <a:pt x="514350" y="245516"/>
                </a:lnTo>
                <a:lnTo>
                  <a:pt x="514350" y="264471"/>
                </a:lnTo>
                <a:lnTo>
                  <a:pt x="514350" y="283426"/>
                </a:lnTo>
                <a:lnTo>
                  <a:pt x="514350" y="302371"/>
                </a:lnTo>
                <a:lnTo>
                  <a:pt x="514350" y="321326"/>
                </a:lnTo>
                <a:lnTo>
                  <a:pt x="514350" y="340281"/>
                </a:lnTo>
                <a:lnTo>
                  <a:pt x="514350" y="359226"/>
                </a:lnTo>
                <a:lnTo>
                  <a:pt x="514350" y="378181"/>
                </a:lnTo>
                <a:lnTo>
                  <a:pt x="514350" y="397135"/>
                </a:lnTo>
                <a:lnTo>
                  <a:pt x="514350" y="416090"/>
                </a:lnTo>
                <a:lnTo>
                  <a:pt x="514350" y="435035"/>
                </a:lnTo>
                <a:lnTo>
                  <a:pt x="514350" y="453990"/>
                </a:lnTo>
                <a:lnTo>
                  <a:pt x="514350" y="472945"/>
                </a:lnTo>
                <a:lnTo>
                  <a:pt x="514350" y="491890"/>
                </a:lnTo>
                <a:lnTo>
                  <a:pt x="514350" y="510845"/>
                </a:lnTo>
                <a:lnTo>
                  <a:pt x="514350" y="529800"/>
                </a:lnTo>
                <a:lnTo>
                  <a:pt x="514350" y="548754"/>
                </a:lnTo>
                <a:lnTo>
                  <a:pt x="514350" y="567700"/>
                </a:lnTo>
                <a:lnTo>
                  <a:pt x="514350" y="586654"/>
                </a:lnTo>
                <a:lnTo>
                  <a:pt x="514350" y="605609"/>
                </a:lnTo>
                <a:lnTo>
                  <a:pt x="514350" y="624554"/>
                </a:lnTo>
                <a:lnTo>
                  <a:pt x="514350" y="643509"/>
                </a:lnTo>
                <a:lnTo>
                  <a:pt x="514350" y="662464"/>
                </a:lnTo>
                <a:lnTo>
                  <a:pt x="514350" y="681419"/>
                </a:lnTo>
                <a:lnTo>
                  <a:pt x="514350" y="700364"/>
                </a:lnTo>
                <a:lnTo>
                  <a:pt x="514350" y="719318"/>
                </a:lnTo>
                <a:lnTo>
                  <a:pt x="514350" y="738273"/>
                </a:lnTo>
                <a:lnTo>
                  <a:pt x="514350" y="757218"/>
                </a:lnTo>
                <a:lnTo>
                  <a:pt x="514350" y="776173"/>
                </a:lnTo>
                <a:lnTo>
                  <a:pt x="514350" y="795128"/>
                </a:lnTo>
                <a:lnTo>
                  <a:pt x="514350" y="814083"/>
                </a:lnTo>
                <a:lnTo>
                  <a:pt x="514350" y="833028"/>
                </a:lnTo>
                <a:lnTo>
                  <a:pt x="514350" y="851983"/>
                </a:lnTo>
                <a:lnTo>
                  <a:pt x="514350" y="870937"/>
                </a:lnTo>
                <a:lnTo>
                  <a:pt x="514350" y="889883"/>
                </a:lnTo>
                <a:lnTo>
                  <a:pt x="514350" y="908837"/>
                </a:lnTo>
                <a:lnTo>
                  <a:pt x="514350" y="927792"/>
                </a:lnTo>
                <a:lnTo>
                  <a:pt x="514350" y="946747"/>
                </a:lnTo>
                <a:lnTo>
                  <a:pt x="514350" y="965692"/>
                </a:lnTo>
                <a:lnTo>
                  <a:pt x="514350" y="984647"/>
                </a:lnTo>
                <a:lnTo>
                  <a:pt x="514350" y="1003602"/>
                </a:lnTo>
                <a:lnTo>
                  <a:pt x="514350" y="1022547"/>
                </a:lnTo>
                <a:lnTo>
                  <a:pt x="514350" y="1041502"/>
                </a:lnTo>
                <a:lnTo>
                  <a:pt x="514350" y="1060456"/>
                </a:lnTo>
                <a:lnTo>
                  <a:pt x="506063" y="1074534"/>
                </a:lnTo>
                <a:lnTo>
                  <a:pt x="489499" y="1083735"/>
                </a:lnTo>
                <a:lnTo>
                  <a:pt x="472935" y="1092937"/>
                </a:lnTo>
                <a:lnTo>
                  <a:pt x="456362" y="1102147"/>
                </a:lnTo>
                <a:lnTo>
                  <a:pt x="439798" y="1111348"/>
                </a:lnTo>
                <a:lnTo>
                  <a:pt x="423224" y="1120550"/>
                </a:lnTo>
                <a:lnTo>
                  <a:pt x="406660" y="1129760"/>
                </a:lnTo>
                <a:lnTo>
                  <a:pt x="390096" y="1138961"/>
                </a:lnTo>
                <a:lnTo>
                  <a:pt x="373523" y="1148163"/>
                </a:lnTo>
                <a:lnTo>
                  <a:pt x="356959" y="1157373"/>
                </a:lnTo>
                <a:lnTo>
                  <a:pt x="340385" y="1166574"/>
                </a:lnTo>
                <a:lnTo>
                  <a:pt x="323821" y="1175776"/>
                </a:lnTo>
                <a:lnTo>
                  <a:pt x="307257" y="1184977"/>
                </a:lnTo>
                <a:lnTo>
                  <a:pt x="290684" y="1194187"/>
                </a:lnTo>
                <a:lnTo>
                  <a:pt x="274120" y="1203389"/>
                </a:lnTo>
                <a:lnTo>
                  <a:pt x="257546" y="1212590"/>
                </a:lnTo>
                <a:lnTo>
                  <a:pt x="240983" y="1203808"/>
                </a:lnTo>
                <a:lnTo>
                  <a:pt x="224419" y="1194597"/>
                </a:lnTo>
                <a:lnTo>
                  <a:pt x="207845" y="1185396"/>
                </a:lnTo>
                <a:lnTo>
                  <a:pt x="191281" y="1176195"/>
                </a:lnTo>
                <a:lnTo>
                  <a:pt x="174708" y="1166993"/>
                </a:lnTo>
                <a:lnTo>
                  <a:pt x="158144" y="1157783"/>
                </a:lnTo>
                <a:lnTo>
                  <a:pt x="141580" y="1148582"/>
                </a:lnTo>
                <a:lnTo>
                  <a:pt x="125006" y="1139381"/>
                </a:lnTo>
                <a:lnTo>
                  <a:pt x="108442" y="1130170"/>
                </a:lnTo>
                <a:lnTo>
                  <a:pt x="91869" y="1120969"/>
                </a:lnTo>
                <a:lnTo>
                  <a:pt x="75305" y="1111768"/>
                </a:lnTo>
                <a:lnTo>
                  <a:pt x="58741" y="1102566"/>
                </a:lnTo>
                <a:lnTo>
                  <a:pt x="42167" y="1093356"/>
                </a:lnTo>
                <a:lnTo>
                  <a:pt x="25603" y="1084155"/>
                </a:lnTo>
                <a:lnTo>
                  <a:pt x="9030" y="1074953"/>
                </a:lnTo>
                <a:lnTo>
                  <a:pt x="0" y="1061314"/>
                </a:lnTo>
                <a:lnTo>
                  <a:pt x="0" y="1042359"/>
                </a:lnTo>
                <a:lnTo>
                  <a:pt x="0" y="1023414"/>
                </a:lnTo>
                <a:lnTo>
                  <a:pt x="0" y="1004459"/>
                </a:lnTo>
                <a:lnTo>
                  <a:pt x="0" y="985504"/>
                </a:lnTo>
                <a:lnTo>
                  <a:pt x="0" y="966549"/>
                </a:lnTo>
                <a:lnTo>
                  <a:pt x="0" y="947604"/>
                </a:lnTo>
                <a:lnTo>
                  <a:pt x="0" y="928649"/>
                </a:lnTo>
                <a:lnTo>
                  <a:pt x="0" y="909695"/>
                </a:lnTo>
                <a:lnTo>
                  <a:pt x="0" y="890749"/>
                </a:lnTo>
                <a:lnTo>
                  <a:pt x="0" y="871795"/>
                </a:lnTo>
                <a:lnTo>
                  <a:pt x="0" y="852840"/>
                </a:lnTo>
                <a:lnTo>
                  <a:pt x="0" y="833885"/>
                </a:lnTo>
                <a:lnTo>
                  <a:pt x="0" y="814940"/>
                </a:lnTo>
                <a:lnTo>
                  <a:pt x="0" y="795985"/>
                </a:lnTo>
                <a:lnTo>
                  <a:pt x="0" y="777030"/>
                </a:lnTo>
                <a:lnTo>
                  <a:pt x="0" y="758085"/>
                </a:lnTo>
                <a:lnTo>
                  <a:pt x="0" y="739130"/>
                </a:lnTo>
                <a:lnTo>
                  <a:pt x="0" y="720176"/>
                </a:lnTo>
                <a:lnTo>
                  <a:pt x="0" y="701221"/>
                </a:lnTo>
                <a:lnTo>
                  <a:pt x="0" y="682276"/>
                </a:lnTo>
                <a:lnTo>
                  <a:pt x="0" y="663321"/>
                </a:lnTo>
                <a:lnTo>
                  <a:pt x="0" y="644366"/>
                </a:lnTo>
                <a:lnTo>
                  <a:pt x="0" y="625421"/>
                </a:lnTo>
                <a:lnTo>
                  <a:pt x="0" y="606466"/>
                </a:lnTo>
                <a:lnTo>
                  <a:pt x="0" y="587512"/>
                </a:lnTo>
                <a:lnTo>
                  <a:pt x="0" y="568557"/>
                </a:lnTo>
                <a:lnTo>
                  <a:pt x="0" y="549612"/>
                </a:lnTo>
                <a:lnTo>
                  <a:pt x="0" y="530657"/>
                </a:lnTo>
                <a:lnTo>
                  <a:pt x="0" y="511702"/>
                </a:lnTo>
                <a:lnTo>
                  <a:pt x="0" y="492757"/>
                </a:lnTo>
                <a:lnTo>
                  <a:pt x="0" y="473802"/>
                </a:lnTo>
                <a:lnTo>
                  <a:pt x="0" y="454847"/>
                </a:lnTo>
                <a:lnTo>
                  <a:pt x="0" y="435893"/>
                </a:lnTo>
                <a:lnTo>
                  <a:pt x="0" y="416947"/>
                </a:lnTo>
                <a:lnTo>
                  <a:pt x="0" y="397993"/>
                </a:lnTo>
                <a:lnTo>
                  <a:pt x="0" y="379038"/>
                </a:lnTo>
                <a:lnTo>
                  <a:pt x="0" y="360093"/>
                </a:lnTo>
                <a:lnTo>
                  <a:pt x="0" y="341138"/>
                </a:lnTo>
                <a:lnTo>
                  <a:pt x="0" y="322183"/>
                </a:lnTo>
                <a:lnTo>
                  <a:pt x="0" y="303228"/>
                </a:lnTo>
                <a:lnTo>
                  <a:pt x="0" y="284283"/>
                </a:lnTo>
                <a:lnTo>
                  <a:pt x="0" y="265328"/>
                </a:lnTo>
                <a:lnTo>
                  <a:pt x="0" y="246374"/>
                </a:lnTo>
                <a:lnTo>
                  <a:pt x="0" y="227428"/>
                </a:lnTo>
                <a:lnTo>
                  <a:pt x="0" y="208474"/>
                </a:lnTo>
                <a:lnTo>
                  <a:pt x="0" y="189519"/>
                </a:lnTo>
                <a:lnTo>
                  <a:pt x="0" y="170564"/>
                </a:lnTo>
                <a:lnTo>
                  <a:pt x="0" y="151619"/>
                </a:lnTo>
                <a:lnTo>
                  <a:pt x="0" y="132664"/>
                </a:lnTo>
                <a:lnTo>
                  <a:pt x="0" y="113709"/>
                </a:lnTo>
                <a:lnTo>
                  <a:pt x="0" y="94764"/>
                </a:lnTo>
                <a:lnTo>
                  <a:pt x="0" y="75809"/>
                </a:lnTo>
                <a:lnTo>
                  <a:pt x="0" y="56855"/>
                </a:lnTo>
                <a:lnTo>
                  <a:pt x="0" y="37900"/>
                </a:lnTo>
                <a:lnTo>
                  <a:pt x="0" y="18955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24" name="phase-title-1">
            <a:extLst xmlns:a="http://schemas.openxmlformats.org/drawingml/2006/main">
              <a:ext uri="{FF2B5EF4-FFF2-40B4-BE49-F238E27FC236}">
                <a16:creationId xmlns:a16="http://schemas.microsoft.com/office/drawing/2014/main" id="{75780E0B-9CA1-4AA6-B907-9E9349F53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3824888"/>
            <a:ext cx="1428750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意向培育</a:t>
            </a:r>
          </a:p>
        </p:txBody>
      </p:sp>
      <p:sp>
        <p:nvSpPr>
          <p:cNvPr id="25" name="phase-body-1">
            <a:extLst xmlns:a="http://schemas.openxmlformats.org/drawingml/2006/main">
              <a:ext uri="{FF2B5EF4-FFF2-40B4-BE49-F238E27FC236}">
                <a16:creationId xmlns:a16="http://schemas.microsoft.com/office/drawing/2014/main" id="{79AD2B9F-0D30-49A8-9045-82B49A089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4179094"/>
            <a:ext cx="1428750" cy="587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让有效关注形</a:t>
            </a:r>
          </a:p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成意向</a:t>
            </a:r>
          </a:p>
        </p:txBody>
      </p:sp>
      <p:sp>
        <p:nvSpPr>
          <p:cNvPr id="26" name="action-icon-shell-1-0">
            <a:extLst xmlns:a="http://schemas.openxmlformats.org/drawingml/2006/main">
              <a:ext uri="{FF2B5EF4-FFF2-40B4-BE49-F238E27FC236}">
                <a16:creationId xmlns:a16="http://schemas.microsoft.com/office/drawing/2014/main" id="{10C8EFD0-2C87-4E8D-B2B5-1CF6870C4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4124173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9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768cbfd366f48c4">
            <a:extLst>
              <a:ext uri="{96DAC541-7B7A-43D3-8B79-37D633B846F1}">
                <asvg:svgBlip xmlns:asvg="http://schemas.microsoft.com/office/drawing/2016/SVG/main" r:embed="R90632eefd58d4b04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4200373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28" name="action-title-1-0">
            <a:extLst xmlns:a="http://schemas.openxmlformats.org/drawingml/2006/main">
              <a:ext uri="{FF2B5EF4-FFF2-40B4-BE49-F238E27FC236}">
                <a16:creationId xmlns:a16="http://schemas.microsoft.com/office/drawing/2014/main" id="{8331B591-30B2-45FC-9068-04C061F5C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4063155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规则触发</a:t>
            </a:r>
          </a:p>
        </p:txBody>
      </p:sp>
      <p:sp>
        <p:nvSpPr>
          <p:cNvPr id="29" name="action-body-1-0">
            <a:extLst xmlns:a="http://schemas.openxmlformats.org/drawingml/2006/main">
              <a:ext uri="{FF2B5EF4-FFF2-40B4-BE49-F238E27FC236}">
                <a16:creationId xmlns:a16="http://schemas.microsoft.com/office/drawing/2014/main" id="{60616094-53E9-46F2-9119-9B4FDAEDF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4291755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自动下发任务</a:t>
            </a:r>
          </a:p>
        </p:txBody>
      </p:sp>
      <p:sp>
        <p:nvSpPr>
          <p:cNvPr id="30" name="action-icon-shell-1-1">
            <a:extLst xmlns:a="http://schemas.openxmlformats.org/drawingml/2006/main">
              <a:ext uri="{FF2B5EF4-FFF2-40B4-BE49-F238E27FC236}">
                <a16:creationId xmlns:a16="http://schemas.microsoft.com/office/drawing/2014/main" id="{65138B36-B3EC-468B-A5AB-EC563AEAF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4124173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10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6e1e04ed8a74b96">
            <a:extLst>
              <a:ext uri="{96DAC541-7B7A-43D3-8B79-37D633B846F1}">
                <asvg:svgBlip xmlns:asvg="http://schemas.microsoft.com/office/drawing/2016/SVG/main" r:embed="R6f28a531b2894ca8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4200373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32" name="action-title-1-1">
            <a:extLst xmlns:a="http://schemas.openxmlformats.org/drawingml/2006/main">
              <a:ext uri="{FF2B5EF4-FFF2-40B4-BE49-F238E27FC236}">
                <a16:creationId xmlns:a16="http://schemas.microsoft.com/office/drawing/2014/main" id="{2BDE0D4F-3918-4A60-9C06-AA8A7ABD3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4063155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热度评估</a:t>
            </a:r>
          </a:p>
        </p:txBody>
      </p:sp>
      <p:sp>
        <p:nvSpPr>
          <p:cNvPr id="33" name="action-body-1-1">
            <a:extLst xmlns:a="http://schemas.openxmlformats.org/drawingml/2006/main">
              <a:ext uri="{FF2B5EF4-FFF2-40B4-BE49-F238E27FC236}">
                <a16:creationId xmlns:a16="http://schemas.microsoft.com/office/drawing/2014/main" id="{959F8130-2458-4214-AEA4-5642199D0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4291755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识别优先对象</a:t>
            </a:r>
          </a:p>
        </p:txBody>
      </p:sp>
      <p:sp>
        <p:nvSpPr>
          <p:cNvPr id="34" name="phase-rail-2">
            <a:extLst xmlns:a="http://schemas.openxmlformats.org/drawingml/2006/main">
              <a:ext uri="{FF2B5EF4-FFF2-40B4-BE49-F238E27FC236}">
                <a16:creationId xmlns:a16="http://schemas.microsoft.com/office/drawing/2014/main" id="{907D0D80-3B2D-4DE1-8975-5C65CE45D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4902098"/>
            <a:ext cx="514350" cy="1307878"/>
          </a:xfrm>
          <a:custGeom xmlns:a="http://schemas.openxmlformats.org/drawingml/2006/main">
            <a:pathLst>
              <a:path w="514350" h="1307878">
                <a:moveTo>
                  <a:pt x="0" y="0"/>
                </a:moveTo>
                <a:lnTo>
                  <a:pt x="16574" y="9211"/>
                </a:lnTo>
                <a:lnTo>
                  <a:pt x="33147" y="18412"/>
                </a:lnTo>
                <a:lnTo>
                  <a:pt x="49721" y="27623"/>
                </a:lnTo>
                <a:lnTo>
                  <a:pt x="66294" y="36824"/>
                </a:lnTo>
                <a:lnTo>
                  <a:pt x="82858" y="46034"/>
                </a:lnTo>
                <a:lnTo>
                  <a:pt x="99431" y="55235"/>
                </a:lnTo>
                <a:lnTo>
                  <a:pt x="116005" y="64446"/>
                </a:lnTo>
                <a:lnTo>
                  <a:pt x="132578" y="73647"/>
                </a:lnTo>
                <a:lnTo>
                  <a:pt x="149152" y="82858"/>
                </a:lnTo>
                <a:lnTo>
                  <a:pt x="165725" y="92069"/>
                </a:lnTo>
                <a:lnTo>
                  <a:pt x="182299" y="101270"/>
                </a:lnTo>
                <a:lnTo>
                  <a:pt x="198872" y="110480"/>
                </a:lnTo>
                <a:lnTo>
                  <a:pt x="215436" y="119682"/>
                </a:lnTo>
                <a:lnTo>
                  <a:pt x="232010" y="128892"/>
                </a:lnTo>
                <a:lnTo>
                  <a:pt x="248583" y="138093"/>
                </a:lnTo>
                <a:lnTo>
                  <a:pt x="265157" y="138436"/>
                </a:lnTo>
                <a:lnTo>
                  <a:pt x="281730" y="129226"/>
                </a:lnTo>
                <a:lnTo>
                  <a:pt x="298304" y="120025"/>
                </a:lnTo>
                <a:lnTo>
                  <a:pt x="314877" y="110814"/>
                </a:lnTo>
                <a:lnTo>
                  <a:pt x="331451" y="101613"/>
                </a:lnTo>
                <a:lnTo>
                  <a:pt x="348015" y="92402"/>
                </a:lnTo>
                <a:lnTo>
                  <a:pt x="364588" y="83201"/>
                </a:lnTo>
                <a:lnTo>
                  <a:pt x="381162" y="73990"/>
                </a:lnTo>
                <a:lnTo>
                  <a:pt x="397735" y="64780"/>
                </a:lnTo>
                <a:lnTo>
                  <a:pt x="414309" y="55578"/>
                </a:lnTo>
                <a:lnTo>
                  <a:pt x="430882" y="46368"/>
                </a:lnTo>
                <a:lnTo>
                  <a:pt x="447456" y="37167"/>
                </a:lnTo>
                <a:lnTo>
                  <a:pt x="464029" y="27956"/>
                </a:lnTo>
                <a:lnTo>
                  <a:pt x="480593" y="18755"/>
                </a:lnTo>
                <a:lnTo>
                  <a:pt x="497167" y="9544"/>
                </a:lnTo>
                <a:lnTo>
                  <a:pt x="513740" y="333"/>
                </a:lnTo>
                <a:lnTo>
                  <a:pt x="514350" y="18259"/>
                </a:lnTo>
                <a:lnTo>
                  <a:pt x="514350" y="37224"/>
                </a:lnTo>
                <a:lnTo>
                  <a:pt x="514350" y="56178"/>
                </a:lnTo>
                <a:lnTo>
                  <a:pt x="514350" y="75133"/>
                </a:lnTo>
                <a:lnTo>
                  <a:pt x="514350" y="94088"/>
                </a:lnTo>
                <a:lnTo>
                  <a:pt x="514350" y="113052"/>
                </a:lnTo>
                <a:lnTo>
                  <a:pt x="514350" y="132007"/>
                </a:lnTo>
                <a:lnTo>
                  <a:pt x="514350" y="150962"/>
                </a:lnTo>
                <a:lnTo>
                  <a:pt x="514350" y="169916"/>
                </a:lnTo>
                <a:lnTo>
                  <a:pt x="514350" y="188881"/>
                </a:lnTo>
                <a:lnTo>
                  <a:pt x="514350" y="207836"/>
                </a:lnTo>
                <a:lnTo>
                  <a:pt x="514350" y="226790"/>
                </a:lnTo>
                <a:lnTo>
                  <a:pt x="514350" y="245755"/>
                </a:lnTo>
                <a:lnTo>
                  <a:pt x="514350" y="264709"/>
                </a:lnTo>
                <a:lnTo>
                  <a:pt x="514350" y="283664"/>
                </a:lnTo>
                <a:lnTo>
                  <a:pt x="514350" y="302619"/>
                </a:lnTo>
                <a:lnTo>
                  <a:pt x="514350" y="321583"/>
                </a:lnTo>
                <a:lnTo>
                  <a:pt x="514350" y="340538"/>
                </a:lnTo>
                <a:lnTo>
                  <a:pt x="514350" y="359493"/>
                </a:lnTo>
                <a:lnTo>
                  <a:pt x="514350" y="378447"/>
                </a:lnTo>
                <a:lnTo>
                  <a:pt x="514350" y="397412"/>
                </a:lnTo>
                <a:lnTo>
                  <a:pt x="514350" y="416366"/>
                </a:lnTo>
                <a:lnTo>
                  <a:pt x="514350" y="435321"/>
                </a:lnTo>
                <a:lnTo>
                  <a:pt x="514350" y="454285"/>
                </a:lnTo>
                <a:lnTo>
                  <a:pt x="514350" y="473240"/>
                </a:lnTo>
                <a:lnTo>
                  <a:pt x="514350" y="492195"/>
                </a:lnTo>
                <a:lnTo>
                  <a:pt x="514350" y="511150"/>
                </a:lnTo>
                <a:lnTo>
                  <a:pt x="514350" y="530114"/>
                </a:lnTo>
                <a:lnTo>
                  <a:pt x="514350" y="549069"/>
                </a:lnTo>
                <a:lnTo>
                  <a:pt x="514350" y="568023"/>
                </a:lnTo>
                <a:lnTo>
                  <a:pt x="514350" y="586978"/>
                </a:lnTo>
                <a:lnTo>
                  <a:pt x="514350" y="605942"/>
                </a:lnTo>
                <a:lnTo>
                  <a:pt x="514350" y="624897"/>
                </a:lnTo>
                <a:lnTo>
                  <a:pt x="514350" y="643852"/>
                </a:lnTo>
                <a:lnTo>
                  <a:pt x="514350" y="662807"/>
                </a:lnTo>
                <a:lnTo>
                  <a:pt x="514350" y="681771"/>
                </a:lnTo>
                <a:lnTo>
                  <a:pt x="514350" y="700726"/>
                </a:lnTo>
                <a:lnTo>
                  <a:pt x="514350" y="719680"/>
                </a:lnTo>
                <a:lnTo>
                  <a:pt x="514350" y="738645"/>
                </a:lnTo>
                <a:lnTo>
                  <a:pt x="514350" y="757599"/>
                </a:lnTo>
                <a:lnTo>
                  <a:pt x="514350" y="776554"/>
                </a:lnTo>
                <a:lnTo>
                  <a:pt x="514350" y="795509"/>
                </a:lnTo>
                <a:lnTo>
                  <a:pt x="514350" y="814473"/>
                </a:lnTo>
                <a:lnTo>
                  <a:pt x="514350" y="833428"/>
                </a:lnTo>
                <a:lnTo>
                  <a:pt x="514350" y="852383"/>
                </a:lnTo>
                <a:lnTo>
                  <a:pt x="514350" y="871337"/>
                </a:lnTo>
                <a:lnTo>
                  <a:pt x="514350" y="890302"/>
                </a:lnTo>
                <a:lnTo>
                  <a:pt x="514350" y="909256"/>
                </a:lnTo>
                <a:lnTo>
                  <a:pt x="514350" y="928211"/>
                </a:lnTo>
                <a:lnTo>
                  <a:pt x="514350" y="947176"/>
                </a:lnTo>
                <a:lnTo>
                  <a:pt x="514350" y="966130"/>
                </a:lnTo>
                <a:lnTo>
                  <a:pt x="514350" y="985085"/>
                </a:lnTo>
                <a:lnTo>
                  <a:pt x="514350" y="1004040"/>
                </a:lnTo>
                <a:lnTo>
                  <a:pt x="514350" y="1023004"/>
                </a:lnTo>
                <a:lnTo>
                  <a:pt x="514350" y="1041959"/>
                </a:lnTo>
                <a:lnTo>
                  <a:pt x="514350" y="1060914"/>
                </a:lnTo>
                <a:lnTo>
                  <a:pt x="514350" y="1079868"/>
                </a:lnTo>
                <a:lnTo>
                  <a:pt x="514350" y="1098833"/>
                </a:lnTo>
                <a:lnTo>
                  <a:pt x="514350" y="1117787"/>
                </a:lnTo>
                <a:lnTo>
                  <a:pt x="514350" y="1136742"/>
                </a:lnTo>
                <a:lnTo>
                  <a:pt x="514350" y="1155706"/>
                </a:lnTo>
                <a:lnTo>
                  <a:pt x="506063" y="1169784"/>
                </a:lnTo>
                <a:lnTo>
                  <a:pt x="489490" y="1178995"/>
                </a:lnTo>
                <a:lnTo>
                  <a:pt x="472916" y="1188196"/>
                </a:lnTo>
                <a:lnTo>
                  <a:pt x="456343" y="1197407"/>
                </a:lnTo>
                <a:lnTo>
                  <a:pt x="439779" y="1206608"/>
                </a:lnTo>
                <a:lnTo>
                  <a:pt x="423205" y="1215819"/>
                </a:lnTo>
                <a:lnTo>
                  <a:pt x="406632" y="1225020"/>
                </a:lnTo>
                <a:lnTo>
                  <a:pt x="390058" y="1234230"/>
                </a:lnTo>
                <a:lnTo>
                  <a:pt x="373485" y="1243432"/>
                </a:lnTo>
                <a:lnTo>
                  <a:pt x="356911" y="1252642"/>
                </a:lnTo>
                <a:lnTo>
                  <a:pt x="340338" y="1261853"/>
                </a:lnTo>
                <a:lnTo>
                  <a:pt x="323764" y="1271054"/>
                </a:lnTo>
                <a:lnTo>
                  <a:pt x="307200" y="1280265"/>
                </a:lnTo>
                <a:lnTo>
                  <a:pt x="290627" y="1289466"/>
                </a:lnTo>
                <a:lnTo>
                  <a:pt x="274053" y="1298677"/>
                </a:lnTo>
                <a:lnTo>
                  <a:pt x="257480" y="1307878"/>
                </a:lnTo>
                <a:lnTo>
                  <a:pt x="240906" y="1299010"/>
                </a:lnTo>
                <a:lnTo>
                  <a:pt x="224333" y="1289809"/>
                </a:lnTo>
                <a:lnTo>
                  <a:pt x="207759" y="1280598"/>
                </a:lnTo>
                <a:lnTo>
                  <a:pt x="191186" y="1271397"/>
                </a:lnTo>
                <a:lnTo>
                  <a:pt x="174622" y="1262186"/>
                </a:lnTo>
                <a:lnTo>
                  <a:pt x="158048" y="1252976"/>
                </a:lnTo>
                <a:lnTo>
                  <a:pt x="141475" y="1243775"/>
                </a:lnTo>
                <a:lnTo>
                  <a:pt x="124901" y="1234564"/>
                </a:lnTo>
                <a:lnTo>
                  <a:pt x="108328" y="1225363"/>
                </a:lnTo>
                <a:lnTo>
                  <a:pt x="91754" y="1216152"/>
                </a:lnTo>
                <a:lnTo>
                  <a:pt x="75181" y="1206951"/>
                </a:lnTo>
                <a:lnTo>
                  <a:pt x="58607" y="1197740"/>
                </a:lnTo>
                <a:lnTo>
                  <a:pt x="42043" y="1188539"/>
                </a:lnTo>
                <a:lnTo>
                  <a:pt x="25470" y="1179328"/>
                </a:lnTo>
                <a:lnTo>
                  <a:pt x="8896" y="1170118"/>
                </a:lnTo>
                <a:lnTo>
                  <a:pt x="0" y="1156402"/>
                </a:lnTo>
                <a:lnTo>
                  <a:pt x="0" y="1137437"/>
                </a:lnTo>
                <a:lnTo>
                  <a:pt x="0" y="1118483"/>
                </a:lnTo>
                <a:lnTo>
                  <a:pt x="0" y="1099528"/>
                </a:lnTo>
                <a:lnTo>
                  <a:pt x="0" y="1080564"/>
                </a:lnTo>
                <a:lnTo>
                  <a:pt x="0" y="1061609"/>
                </a:lnTo>
                <a:lnTo>
                  <a:pt x="0" y="1042654"/>
                </a:lnTo>
                <a:lnTo>
                  <a:pt x="0" y="1023699"/>
                </a:lnTo>
                <a:lnTo>
                  <a:pt x="0" y="1004735"/>
                </a:lnTo>
                <a:lnTo>
                  <a:pt x="0" y="985780"/>
                </a:lnTo>
                <a:lnTo>
                  <a:pt x="0" y="966826"/>
                </a:lnTo>
                <a:lnTo>
                  <a:pt x="0" y="947871"/>
                </a:lnTo>
                <a:lnTo>
                  <a:pt x="0" y="928907"/>
                </a:lnTo>
                <a:lnTo>
                  <a:pt x="0" y="909952"/>
                </a:lnTo>
                <a:lnTo>
                  <a:pt x="0" y="890997"/>
                </a:lnTo>
                <a:lnTo>
                  <a:pt x="0" y="872042"/>
                </a:lnTo>
                <a:lnTo>
                  <a:pt x="0" y="853078"/>
                </a:lnTo>
                <a:lnTo>
                  <a:pt x="0" y="834123"/>
                </a:lnTo>
                <a:lnTo>
                  <a:pt x="0" y="815169"/>
                </a:lnTo>
                <a:lnTo>
                  <a:pt x="0" y="796204"/>
                </a:lnTo>
                <a:lnTo>
                  <a:pt x="0" y="777250"/>
                </a:lnTo>
                <a:lnTo>
                  <a:pt x="0" y="758295"/>
                </a:lnTo>
                <a:lnTo>
                  <a:pt x="0" y="739340"/>
                </a:lnTo>
                <a:lnTo>
                  <a:pt x="0" y="720376"/>
                </a:lnTo>
                <a:lnTo>
                  <a:pt x="0" y="701421"/>
                </a:lnTo>
                <a:lnTo>
                  <a:pt x="0" y="682466"/>
                </a:lnTo>
                <a:lnTo>
                  <a:pt x="0" y="663512"/>
                </a:lnTo>
                <a:lnTo>
                  <a:pt x="0" y="644547"/>
                </a:lnTo>
                <a:lnTo>
                  <a:pt x="0" y="625592"/>
                </a:lnTo>
                <a:lnTo>
                  <a:pt x="0" y="606638"/>
                </a:lnTo>
                <a:lnTo>
                  <a:pt x="0" y="587673"/>
                </a:lnTo>
                <a:lnTo>
                  <a:pt x="0" y="568719"/>
                </a:lnTo>
                <a:lnTo>
                  <a:pt x="0" y="549764"/>
                </a:lnTo>
                <a:lnTo>
                  <a:pt x="0" y="530809"/>
                </a:lnTo>
                <a:lnTo>
                  <a:pt x="0" y="511845"/>
                </a:lnTo>
                <a:lnTo>
                  <a:pt x="0" y="492890"/>
                </a:lnTo>
                <a:lnTo>
                  <a:pt x="0" y="473935"/>
                </a:lnTo>
                <a:lnTo>
                  <a:pt x="0" y="454981"/>
                </a:lnTo>
                <a:lnTo>
                  <a:pt x="0" y="436016"/>
                </a:lnTo>
                <a:lnTo>
                  <a:pt x="0" y="417062"/>
                </a:lnTo>
                <a:lnTo>
                  <a:pt x="0" y="398107"/>
                </a:lnTo>
                <a:lnTo>
                  <a:pt x="0" y="379143"/>
                </a:lnTo>
                <a:lnTo>
                  <a:pt x="0" y="360188"/>
                </a:lnTo>
                <a:lnTo>
                  <a:pt x="0" y="341233"/>
                </a:lnTo>
                <a:lnTo>
                  <a:pt x="0" y="322278"/>
                </a:lnTo>
                <a:lnTo>
                  <a:pt x="0" y="303314"/>
                </a:lnTo>
                <a:lnTo>
                  <a:pt x="0" y="284359"/>
                </a:lnTo>
                <a:lnTo>
                  <a:pt x="0" y="265405"/>
                </a:lnTo>
                <a:lnTo>
                  <a:pt x="0" y="246450"/>
                </a:lnTo>
                <a:lnTo>
                  <a:pt x="0" y="227486"/>
                </a:lnTo>
                <a:lnTo>
                  <a:pt x="0" y="208531"/>
                </a:lnTo>
                <a:lnTo>
                  <a:pt x="0" y="189576"/>
                </a:lnTo>
                <a:lnTo>
                  <a:pt x="0" y="170612"/>
                </a:lnTo>
                <a:lnTo>
                  <a:pt x="0" y="151657"/>
                </a:lnTo>
                <a:lnTo>
                  <a:pt x="0" y="132702"/>
                </a:lnTo>
                <a:lnTo>
                  <a:pt x="0" y="113748"/>
                </a:lnTo>
                <a:lnTo>
                  <a:pt x="0" y="94783"/>
                </a:lnTo>
                <a:lnTo>
                  <a:pt x="0" y="75829"/>
                </a:lnTo>
                <a:lnTo>
                  <a:pt x="0" y="56874"/>
                </a:lnTo>
                <a:lnTo>
                  <a:pt x="0" y="37919"/>
                </a:lnTo>
                <a:lnTo>
                  <a:pt x="0" y="18955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78A8D5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35" name="phase-title-2">
            <a:extLst xmlns:a="http://schemas.openxmlformats.org/drawingml/2006/main">
              <a:ext uri="{FF2B5EF4-FFF2-40B4-BE49-F238E27FC236}">
                <a16:creationId xmlns:a16="http://schemas.microsoft.com/office/drawing/2014/main" id="{43AA43D2-F901-4D19-BD33-602ACADBD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5085312"/>
            <a:ext cx="1428750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持续转化</a:t>
            </a:r>
          </a:p>
        </p:txBody>
      </p:sp>
      <p:sp>
        <p:nvSpPr>
          <p:cNvPr id="36" name="phase-body-2">
            <a:extLst xmlns:a="http://schemas.openxmlformats.org/drawingml/2006/main">
              <a:ext uri="{FF2B5EF4-FFF2-40B4-BE49-F238E27FC236}">
                <a16:creationId xmlns:a16="http://schemas.microsoft.com/office/drawing/2014/main" id="{A87F0B44-AE1C-4670-B46B-BBEC39A3F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5439518"/>
            <a:ext cx="1428750" cy="587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让行动沉淀为</a:t>
            </a:r>
          </a:p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长期价值</a:t>
            </a:r>
          </a:p>
        </p:txBody>
      </p:sp>
      <p:sp>
        <p:nvSpPr>
          <p:cNvPr id="37" name="action-icon-shell-2-0">
            <a:extLst xmlns:a="http://schemas.openxmlformats.org/drawingml/2006/main">
              <a:ext uri="{FF2B5EF4-FFF2-40B4-BE49-F238E27FC236}">
                <a16:creationId xmlns:a16="http://schemas.microsoft.com/office/drawing/2014/main" id="{8CFC86A1-30AE-461A-8101-B296B740F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5384606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10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d49a548a27545dd">
            <a:extLst>
              <a:ext uri="{96DAC541-7B7A-43D3-8B79-37D633B846F1}">
                <asvg:svgBlip xmlns:asvg="http://schemas.microsoft.com/office/drawing/2016/SVG/main" r:embed="R3eefae0186914a05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5460806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39" name="action-title-2-0">
            <a:extLst xmlns:a="http://schemas.openxmlformats.org/drawingml/2006/main">
              <a:ext uri="{FF2B5EF4-FFF2-40B4-BE49-F238E27FC236}">
                <a16:creationId xmlns:a16="http://schemas.microsoft.com/office/drawing/2014/main" id="{4347789C-DD20-4040-8500-0FDB49236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5323580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数据打通</a:t>
            </a:r>
          </a:p>
        </p:txBody>
      </p:sp>
      <p:sp>
        <p:nvSpPr>
          <p:cNvPr id="40" name="action-body-2-0">
            <a:extLst xmlns:a="http://schemas.openxmlformats.org/drawingml/2006/main">
              <a:ext uri="{FF2B5EF4-FFF2-40B4-BE49-F238E27FC236}">
                <a16:creationId xmlns:a16="http://schemas.microsoft.com/office/drawing/2014/main" id="{F6FCD6E9-6992-4969-9198-EBD8AA9F0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5552180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统一分析对象</a:t>
            </a:r>
          </a:p>
        </p:txBody>
      </p:sp>
      <p:sp>
        <p:nvSpPr>
          <p:cNvPr id="41" name="action-icon-shell-2-1">
            <a:extLst xmlns:a="http://schemas.openxmlformats.org/drawingml/2006/main">
              <a:ext uri="{FF2B5EF4-FFF2-40B4-BE49-F238E27FC236}">
                <a16:creationId xmlns:a16="http://schemas.microsoft.com/office/drawing/2014/main" id="{E08BC9FF-0FDB-49FD-920A-E6E5B699F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5384606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1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7e49f47e2e84fff">
            <a:extLst>
              <a:ext uri="{96DAC541-7B7A-43D3-8B79-37D633B846F1}">
                <asvg:svgBlip xmlns:asvg="http://schemas.microsoft.com/office/drawing/2016/SVG/main" r:embed="R598eab3a8efa428d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5460806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43" name="action-title-2-1">
            <a:extLst xmlns:a="http://schemas.openxmlformats.org/drawingml/2006/main">
              <a:ext uri="{FF2B5EF4-FFF2-40B4-BE49-F238E27FC236}">
                <a16:creationId xmlns:a16="http://schemas.microsoft.com/office/drawing/2014/main" id="{9CD1C051-E73D-4C34-9FB3-0B64D9FF6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5323580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自动分群</a:t>
            </a:r>
          </a:p>
        </p:txBody>
      </p:sp>
      <p:sp>
        <p:nvSpPr>
          <p:cNvPr id="44" name="action-body-2-1">
            <a:extLst xmlns:a="http://schemas.openxmlformats.org/drawingml/2006/main">
              <a:ext uri="{FF2B5EF4-FFF2-40B4-BE49-F238E27FC236}">
                <a16:creationId xmlns:a16="http://schemas.microsoft.com/office/drawing/2014/main" id="{D686043D-C8B0-4104-B8ED-2EAD50864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5552180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指导持续运营</a:t>
            </a:r>
          </a:p>
        </p:txBody>
      </p:sp>
      <p:sp>
        <p:nvSpPr>
          <p:cNvPr id="45" name="funnel-step-body-0">
            <a:extLst xmlns:a="http://schemas.openxmlformats.org/drawingml/2006/main">
              <a:ext uri="{FF2B5EF4-FFF2-40B4-BE49-F238E27FC236}">
                <a16:creationId xmlns:a16="http://schemas.microsoft.com/office/drawing/2014/main" id="{7B054637-3380-4370-AEF0-D4200819F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52750" y="2514600"/>
            <a:ext cx="3326711" cy="1110415"/>
          </a:xfrm>
          <a:custGeom xmlns:a="http://schemas.openxmlformats.org/drawingml/2006/main">
            <a:pathLst>
              <a:path w="3326711" h="1110415">
                <a:moveTo>
                  <a:pt x="0" y="0"/>
                </a:moveTo>
                <a:lnTo>
                  <a:pt x="14516" y="30004"/>
                </a:lnTo>
                <a:lnTo>
                  <a:pt x="29032" y="60017"/>
                </a:lnTo>
                <a:lnTo>
                  <a:pt x="43548" y="90021"/>
                </a:lnTo>
                <a:lnTo>
                  <a:pt x="58055" y="120025"/>
                </a:lnTo>
                <a:lnTo>
                  <a:pt x="72571" y="150038"/>
                </a:lnTo>
                <a:lnTo>
                  <a:pt x="87087" y="180042"/>
                </a:lnTo>
                <a:lnTo>
                  <a:pt x="101603" y="210045"/>
                </a:lnTo>
                <a:lnTo>
                  <a:pt x="116119" y="240059"/>
                </a:lnTo>
                <a:lnTo>
                  <a:pt x="130635" y="270062"/>
                </a:lnTo>
                <a:lnTo>
                  <a:pt x="145142" y="300066"/>
                </a:lnTo>
                <a:lnTo>
                  <a:pt x="159658" y="330079"/>
                </a:lnTo>
                <a:lnTo>
                  <a:pt x="174174" y="360083"/>
                </a:lnTo>
                <a:lnTo>
                  <a:pt x="188690" y="390087"/>
                </a:lnTo>
                <a:lnTo>
                  <a:pt x="203206" y="420100"/>
                </a:lnTo>
                <a:lnTo>
                  <a:pt x="217722" y="450104"/>
                </a:lnTo>
                <a:lnTo>
                  <a:pt x="232229" y="480108"/>
                </a:lnTo>
                <a:lnTo>
                  <a:pt x="246745" y="510121"/>
                </a:lnTo>
                <a:lnTo>
                  <a:pt x="261261" y="540125"/>
                </a:lnTo>
                <a:lnTo>
                  <a:pt x="275777" y="570128"/>
                </a:lnTo>
                <a:lnTo>
                  <a:pt x="290293" y="600142"/>
                </a:lnTo>
                <a:lnTo>
                  <a:pt x="304810" y="630145"/>
                </a:lnTo>
                <a:lnTo>
                  <a:pt x="319316" y="660149"/>
                </a:lnTo>
                <a:lnTo>
                  <a:pt x="333832" y="690162"/>
                </a:lnTo>
                <a:lnTo>
                  <a:pt x="348348" y="720166"/>
                </a:lnTo>
                <a:lnTo>
                  <a:pt x="362864" y="750170"/>
                </a:lnTo>
                <a:lnTo>
                  <a:pt x="377381" y="780183"/>
                </a:lnTo>
                <a:lnTo>
                  <a:pt x="391897" y="810187"/>
                </a:lnTo>
                <a:lnTo>
                  <a:pt x="406413" y="840191"/>
                </a:lnTo>
                <a:lnTo>
                  <a:pt x="420919" y="870204"/>
                </a:lnTo>
                <a:lnTo>
                  <a:pt x="435435" y="900208"/>
                </a:lnTo>
                <a:lnTo>
                  <a:pt x="449951" y="930212"/>
                </a:lnTo>
                <a:lnTo>
                  <a:pt x="464468" y="960225"/>
                </a:lnTo>
                <a:lnTo>
                  <a:pt x="478984" y="990229"/>
                </a:lnTo>
                <a:lnTo>
                  <a:pt x="493500" y="1020232"/>
                </a:lnTo>
                <a:lnTo>
                  <a:pt x="513074" y="1045445"/>
                </a:lnTo>
                <a:lnTo>
                  <a:pt x="544716" y="1055770"/>
                </a:lnTo>
                <a:lnTo>
                  <a:pt x="577348" y="1062552"/>
                </a:lnTo>
                <a:lnTo>
                  <a:pt x="610257" y="1067829"/>
                </a:lnTo>
                <a:lnTo>
                  <a:pt x="643299" y="1072201"/>
                </a:lnTo>
                <a:lnTo>
                  <a:pt x="676418" y="1075954"/>
                </a:lnTo>
                <a:lnTo>
                  <a:pt x="709593" y="1079259"/>
                </a:lnTo>
                <a:lnTo>
                  <a:pt x="742788" y="1082202"/>
                </a:lnTo>
                <a:lnTo>
                  <a:pt x="776021" y="1084850"/>
                </a:lnTo>
                <a:lnTo>
                  <a:pt x="809263" y="1087250"/>
                </a:lnTo>
                <a:lnTo>
                  <a:pt x="842524" y="1089450"/>
                </a:lnTo>
                <a:lnTo>
                  <a:pt x="875795" y="1091460"/>
                </a:lnTo>
                <a:lnTo>
                  <a:pt x="909076" y="1093327"/>
                </a:lnTo>
                <a:lnTo>
                  <a:pt x="942365" y="1095032"/>
                </a:lnTo>
                <a:lnTo>
                  <a:pt x="975665" y="1096613"/>
                </a:lnTo>
                <a:lnTo>
                  <a:pt x="1008964" y="1098071"/>
                </a:lnTo>
                <a:lnTo>
                  <a:pt x="1042273" y="1099433"/>
                </a:lnTo>
                <a:lnTo>
                  <a:pt x="1075582" y="1100671"/>
                </a:lnTo>
                <a:lnTo>
                  <a:pt x="1108891" y="1101833"/>
                </a:lnTo>
                <a:lnTo>
                  <a:pt x="1142209" y="1102900"/>
                </a:lnTo>
                <a:lnTo>
                  <a:pt x="1175528" y="1103881"/>
                </a:lnTo>
                <a:lnTo>
                  <a:pt x="1208846" y="1104786"/>
                </a:lnTo>
                <a:lnTo>
                  <a:pt x="1242174" y="1105605"/>
                </a:lnTo>
                <a:lnTo>
                  <a:pt x="1275493" y="1106357"/>
                </a:lnTo>
                <a:lnTo>
                  <a:pt x="1308821" y="1107043"/>
                </a:lnTo>
                <a:lnTo>
                  <a:pt x="1342149" y="1107662"/>
                </a:lnTo>
                <a:lnTo>
                  <a:pt x="1375477" y="1108205"/>
                </a:lnTo>
                <a:lnTo>
                  <a:pt x="1408805" y="1108691"/>
                </a:lnTo>
                <a:lnTo>
                  <a:pt x="1442133" y="1109110"/>
                </a:lnTo>
                <a:lnTo>
                  <a:pt x="1475470" y="1109482"/>
                </a:lnTo>
                <a:lnTo>
                  <a:pt x="1508798" y="1109777"/>
                </a:lnTo>
                <a:lnTo>
                  <a:pt x="1542136" y="1110024"/>
                </a:lnTo>
                <a:lnTo>
                  <a:pt x="1575464" y="1110205"/>
                </a:lnTo>
                <a:lnTo>
                  <a:pt x="1608801" y="1110339"/>
                </a:lnTo>
                <a:lnTo>
                  <a:pt x="1642129" y="1110405"/>
                </a:lnTo>
                <a:lnTo>
                  <a:pt x="1675467" y="1110415"/>
                </a:lnTo>
                <a:lnTo>
                  <a:pt x="1708795" y="1110377"/>
                </a:lnTo>
                <a:lnTo>
                  <a:pt x="1742132" y="1110272"/>
                </a:lnTo>
                <a:lnTo>
                  <a:pt x="1775460" y="1110120"/>
                </a:lnTo>
                <a:lnTo>
                  <a:pt x="1808798" y="1109901"/>
                </a:lnTo>
                <a:lnTo>
                  <a:pt x="1842125" y="1109624"/>
                </a:lnTo>
                <a:lnTo>
                  <a:pt x="1875453" y="1109291"/>
                </a:lnTo>
                <a:lnTo>
                  <a:pt x="1908791" y="1108901"/>
                </a:lnTo>
                <a:lnTo>
                  <a:pt x="1942119" y="1108453"/>
                </a:lnTo>
                <a:lnTo>
                  <a:pt x="1975447" y="1107929"/>
                </a:lnTo>
                <a:lnTo>
                  <a:pt x="2008775" y="1107348"/>
                </a:lnTo>
                <a:lnTo>
                  <a:pt x="2042103" y="1106700"/>
                </a:lnTo>
                <a:lnTo>
                  <a:pt x="2075431" y="1105976"/>
                </a:lnTo>
                <a:lnTo>
                  <a:pt x="2108749" y="1105186"/>
                </a:lnTo>
                <a:lnTo>
                  <a:pt x="2142068" y="1104329"/>
                </a:lnTo>
                <a:lnTo>
                  <a:pt x="2175396" y="1103386"/>
                </a:lnTo>
                <a:lnTo>
                  <a:pt x="2208705" y="1102357"/>
                </a:lnTo>
                <a:lnTo>
                  <a:pt x="2242023" y="1101252"/>
                </a:lnTo>
                <a:lnTo>
                  <a:pt x="2275332" y="1100042"/>
                </a:lnTo>
                <a:lnTo>
                  <a:pt x="2308641" y="1098747"/>
                </a:lnTo>
                <a:lnTo>
                  <a:pt x="2341950" y="1097337"/>
                </a:lnTo>
                <a:lnTo>
                  <a:pt x="2375240" y="1095813"/>
                </a:lnTo>
                <a:lnTo>
                  <a:pt x="2408539" y="1094175"/>
                </a:lnTo>
                <a:lnTo>
                  <a:pt x="2441819" y="1092384"/>
                </a:lnTo>
                <a:lnTo>
                  <a:pt x="2475100" y="1090451"/>
                </a:lnTo>
                <a:lnTo>
                  <a:pt x="2508361" y="1088346"/>
                </a:lnTo>
                <a:lnTo>
                  <a:pt x="2541613" y="1086041"/>
                </a:lnTo>
                <a:lnTo>
                  <a:pt x="2574855" y="1083516"/>
                </a:lnTo>
                <a:lnTo>
                  <a:pt x="2608069" y="1080726"/>
                </a:lnTo>
                <a:lnTo>
                  <a:pt x="2641254" y="1077611"/>
                </a:lnTo>
                <a:lnTo>
                  <a:pt x="2674401" y="1074087"/>
                </a:lnTo>
                <a:lnTo>
                  <a:pt x="2707491" y="1070039"/>
                </a:lnTo>
                <a:lnTo>
                  <a:pt x="2740476" y="1065247"/>
                </a:lnTo>
                <a:lnTo>
                  <a:pt x="2773270" y="1059313"/>
                </a:lnTo>
                <a:lnTo>
                  <a:pt x="2805579" y="1051179"/>
                </a:lnTo>
                <a:lnTo>
                  <a:pt x="2833926" y="1034996"/>
                </a:lnTo>
                <a:lnTo>
                  <a:pt x="2847737" y="1004773"/>
                </a:lnTo>
                <a:lnTo>
                  <a:pt x="2862243" y="974769"/>
                </a:lnTo>
                <a:lnTo>
                  <a:pt x="2876760" y="944756"/>
                </a:lnTo>
                <a:lnTo>
                  <a:pt x="2891276" y="914752"/>
                </a:lnTo>
                <a:lnTo>
                  <a:pt x="2905792" y="884749"/>
                </a:lnTo>
                <a:lnTo>
                  <a:pt x="2920308" y="854735"/>
                </a:lnTo>
                <a:lnTo>
                  <a:pt x="2934824" y="824732"/>
                </a:lnTo>
                <a:lnTo>
                  <a:pt x="2949340" y="794728"/>
                </a:lnTo>
                <a:lnTo>
                  <a:pt x="2963847" y="764715"/>
                </a:lnTo>
                <a:lnTo>
                  <a:pt x="2978363" y="734711"/>
                </a:lnTo>
                <a:lnTo>
                  <a:pt x="2992879" y="704707"/>
                </a:lnTo>
                <a:lnTo>
                  <a:pt x="3007395" y="674694"/>
                </a:lnTo>
                <a:lnTo>
                  <a:pt x="3021911" y="644690"/>
                </a:lnTo>
                <a:lnTo>
                  <a:pt x="3036427" y="614686"/>
                </a:lnTo>
                <a:lnTo>
                  <a:pt x="3050934" y="584673"/>
                </a:lnTo>
                <a:lnTo>
                  <a:pt x="3065450" y="554669"/>
                </a:lnTo>
                <a:lnTo>
                  <a:pt x="3079966" y="524666"/>
                </a:lnTo>
                <a:lnTo>
                  <a:pt x="3094482" y="494652"/>
                </a:lnTo>
                <a:lnTo>
                  <a:pt x="3108998" y="464649"/>
                </a:lnTo>
                <a:lnTo>
                  <a:pt x="3123514" y="434645"/>
                </a:lnTo>
                <a:lnTo>
                  <a:pt x="3138021" y="404632"/>
                </a:lnTo>
                <a:lnTo>
                  <a:pt x="3152537" y="374628"/>
                </a:lnTo>
                <a:lnTo>
                  <a:pt x="3167053" y="344624"/>
                </a:lnTo>
                <a:lnTo>
                  <a:pt x="3181569" y="314611"/>
                </a:lnTo>
                <a:lnTo>
                  <a:pt x="3196085" y="284607"/>
                </a:lnTo>
                <a:lnTo>
                  <a:pt x="3210601" y="254603"/>
                </a:lnTo>
                <a:lnTo>
                  <a:pt x="3225108" y="224590"/>
                </a:lnTo>
                <a:lnTo>
                  <a:pt x="3239624" y="194586"/>
                </a:lnTo>
                <a:lnTo>
                  <a:pt x="3254140" y="164582"/>
                </a:lnTo>
                <a:lnTo>
                  <a:pt x="3268656" y="134569"/>
                </a:lnTo>
                <a:lnTo>
                  <a:pt x="3283172" y="104565"/>
                </a:lnTo>
                <a:lnTo>
                  <a:pt x="3297688" y="74562"/>
                </a:lnTo>
                <a:lnTo>
                  <a:pt x="3312204" y="44548"/>
                </a:lnTo>
                <a:lnTo>
                  <a:pt x="3326711" y="14545"/>
                </a:lnTo>
                <a:lnTo>
                  <a:pt x="3321415" y="10773"/>
                </a:lnTo>
                <a:lnTo>
                  <a:pt x="3289421" y="19955"/>
                </a:lnTo>
                <a:lnTo>
                  <a:pt x="3256626" y="25898"/>
                </a:lnTo>
                <a:lnTo>
                  <a:pt x="3223612" y="30518"/>
                </a:lnTo>
                <a:lnTo>
                  <a:pt x="3190504" y="34376"/>
                </a:lnTo>
                <a:lnTo>
                  <a:pt x="3157337" y="37719"/>
                </a:lnTo>
                <a:lnTo>
                  <a:pt x="3124143" y="40681"/>
                </a:lnTo>
                <a:lnTo>
                  <a:pt x="3090910" y="43339"/>
                </a:lnTo>
                <a:lnTo>
                  <a:pt x="3057668" y="45768"/>
                </a:lnTo>
                <a:lnTo>
                  <a:pt x="3024407" y="47996"/>
                </a:lnTo>
                <a:lnTo>
                  <a:pt x="2991136" y="50044"/>
                </a:lnTo>
                <a:lnTo>
                  <a:pt x="2957865" y="51949"/>
                </a:lnTo>
                <a:lnTo>
                  <a:pt x="2924575" y="53740"/>
                </a:lnTo>
                <a:lnTo>
                  <a:pt x="2891285" y="55397"/>
                </a:lnTo>
                <a:lnTo>
                  <a:pt x="2857986" y="56960"/>
                </a:lnTo>
                <a:lnTo>
                  <a:pt x="2824686" y="58426"/>
                </a:lnTo>
                <a:lnTo>
                  <a:pt x="2791387" y="59817"/>
                </a:lnTo>
                <a:lnTo>
                  <a:pt x="2758078" y="61122"/>
                </a:lnTo>
                <a:lnTo>
                  <a:pt x="2724769" y="62360"/>
                </a:lnTo>
                <a:lnTo>
                  <a:pt x="2691451" y="63522"/>
                </a:lnTo>
                <a:lnTo>
                  <a:pt x="2658142" y="64627"/>
                </a:lnTo>
                <a:lnTo>
                  <a:pt x="2624823" y="65665"/>
                </a:lnTo>
                <a:lnTo>
                  <a:pt x="2591505" y="66656"/>
                </a:lnTo>
                <a:lnTo>
                  <a:pt x="2558186" y="67589"/>
                </a:lnTo>
                <a:lnTo>
                  <a:pt x="2524858" y="68475"/>
                </a:lnTo>
                <a:lnTo>
                  <a:pt x="2491540" y="69323"/>
                </a:lnTo>
                <a:lnTo>
                  <a:pt x="2458222" y="70114"/>
                </a:lnTo>
                <a:lnTo>
                  <a:pt x="2424894" y="70856"/>
                </a:lnTo>
                <a:lnTo>
                  <a:pt x="2391566" y="71571"/>
                </a:lnTo>
                <a:lnTo>
                  <a:pt x="2358238" y="72228"/>
                </a:lnTo>
                <a:lnTo>
                  <a:pt x="2324910" y="72857"/>
                </a:lnTo>
                <a:lnTo>
                  <a:pt x="2291582" y="73447"/>
                </a:lnTo>
                <a:lnTo>
                  <a:pt x="2258254" y="74000"/>
                </a:lnTo>
                <a:lnTo>
                  <a:pt x="2224926" y="74524"/>
                </a:lnTo>
                <a:lnTo>
                  <a:pt x="2191598" y="75009"/>
                </a:lnTo>
                <a:lnTo>
                  <a:pt x="2158270" y="75457"/>
                </a:lnTo>
                <a:lnTo>
                  <a:pt x="2124942" y="75876"/>
                </a:lnTo>
                <a:lnTo>
                  <a:pt x="2091604" y="76267"/>
                </a:lnTo>
                <a:lnTo>
                  <a:pt x="2058276" y="76619"/>
                </a:lnTo>
                <a:lnTo>
                  <a:pt x="2024948" y="76943"/>
                </a:lnTo>
                <a:lnTo>
                  <a:pt x="1991611" y="77238"/>
                </a:lnTo>
                <a:lnTo>
                  <a:pt x="1958283" y="77495"/>
                </a:lnTo>
                <a:lnTo>
                  <a:pt x="1924945" y="77734"/>
                </a:lnTo>
                <a:lnTo>
                  <a:pt x="1891617" y="77943"/>
                </a:lnTo>
                <a:lnTo>
                  <a:pt x="1858280" y="78115"/>
                </a:lnTo>
                <a:lnTo>
                  <a:pt x="1824952" y="78267"/>
                </a:lnTo>
                <a:lnTo>
                  <a:pt x="1791614" y="78381"/>
                </a:lnTo>
                <a:lnTo>
                  <a:pt x="1758286" y="78476"/>
                </a:lnTo>
                <a:lnTo>
                  <a:pt x="1724949" y="78534"/>
                </a:lnTo>
                <a:lnTo>
                  <a:pt x="1691621" y="78572"/>
                </a:lnTo>
                <a:lnTo>
                  <a:pt x="1658283" y="78581"/>
                </a:lnTo>
                <a:lnTo>
                  <a:pt x="1624955" y="78562"/>
                </a:lnTo>
                <a:lnTo>
                  <a:pt x="1591618" y="78505"/>
                </a:lnTo>
                <a:lnTo>
                  <a:pt x="1558290" y="78429"/>
                </a:lnTo>
                <a:lnTo>
                  <a:pt x="1524953" y="78324"/>
                </a:lnTo>
                <a:lnTo>
                  <a:pt x="1491625" y="78191"/>
                </a:lnTo>
                <a:lnTo>
                  <a:pt x="1458287" y="78029"/>
                </a:lnTo>
                <a:lnTo>
                  <a:pt x="1424959" y="77838"/>
                </a:lnTo>
                <a:lnTo>
                  <a:pt x="1391622" y="77619"/>
                </a:lnTo>
                <a:lnTo>
                  <a:pt x="1358294" y="77372"/>
                </a:lnTo>
                <a:lnTo>
                  <a:pt x="1324966" y="77086"/>
                </a:lnTo>
                <a:lnTo>
                  <a:pt x="1291628" y="76781"/>
                </a:lnTo>
                <a:lnTo>
                  <a:pt x="1258300" y="76438"/>
                </a:lnTo>
                <a:lnTo>
                  <a:pt x="1224972" y="76067"/>
                </a:lnTo>
                <a:lnTo>
                  <a:pt x="1191635" y="75667"/>
                </a:lnTo>
                <a:lnTo>
                  <a:pt x="1158307" y="75228"/>
                </a:lnTo>
                <a:lnTo>
                  <a:pt x="1124979" y="74762"/>
                </a:lnTo>
                <a:lnTo>
                  <a:pt x="1091651" y="74266"/>
                </a:lnTo>
                <a:lnTo>
                  <a:pt x="1058323" y="73724"/>
                </a:lnTo>
                <a:lnTo>
                  <a:pt x="1024995" y="73152"/>
                </a:lnTo>
                <a:lnTo>
                  <a:pt x="991667" y="72542"/>
                </a:lnTo>
                <a:lnTo>
                  <a:pt x="958339" y="71895"/>
                </a:lnTo>
                <a:lnTo>
                  <a:pt x="925011" y="71199"/>
                </a:lnTo>
                <a:lnTo>
                  <a:pt x="891683" y="70475"/>
                </a:lnTo>
                <a:lnTo>
                  <a:pt x="858364" y="69704"/>
                </a:lnTo>
                <a:lnTo>
                  <a:pt x="825036" y="68885"/>
                </a:lnTo>
                <a:lnTo>
                  <a:pt x="791718" y="68028"/>
                </a:lnTo>
                <a:lnTo>
                  <a:pt x="758400" y="67113"/>
                </a:lnTo>
                <a:lnTo>
                  <a:pt x="725081" y="66151"/>
                </a:lnTo>
                <a:lnTo>
                  <a:pt x="691763" y="65132"/>
                </a:lnTo>
                <a:lnTo>
                  <a:pt x="658444" y="64056"/>
                </a:lnTo>
                <a:lnTo>
                  <a:pt x="625135" y="62922"/>
                </a:lnTo>
                <a:lnTo>
                  <a:pt x="591817" y="61722"/>
                </a:lnTo>
                <a:lnTo>
                  <a:pt x="558508" y="60455"/>
                </a:lnTo>
                <a:lnTo>
                  <a:pt x="525209" y="59112"/>
                </a:lnTo>
                <a:lnTo>
                  <a:pt x="491900" y="57693"/>
                </a:lnTo>
                <a:lnTo>
                  <a:pt x="458600" y="56169"/>
                </a:lnTo>
                <a:lnTo>
                  <a:pt x="425310" y="54550"/>
                </a:lnTo>
                <a:lnTo>
                  <a:pt x="392020" y="52826"/>
                </a:lnTo>
                <a:lnTo>
                  <a:pt x="358740" y="50987"/>
                </a:lnTo>
                <a:lnTo>
                  <a:pt x="325469" y="49006"/>
                </a:lnTo>
                <a:lnTo>
                  <a:pt x="292198" y="46873"/>
                </a:lnTo>
                <a:lnTo>
                  <a:pt x="258947" y="44548"/>
                </a:lnTo>
                <a:lnTo>
                  <a:pt x="225714" y="42005"/>
                </a:lnTo>
                <a:lnTo>
                  <a:pt x="192500" y="39195"/>
                </a:lnTo>
                <a:lnTo>
                  <a:pt x="159315" y="36052"/>
                </a:lnTo>
                <a:lnTo>
                  <a:pt x="126178" y="32471"/>
                </a:lnTo>
                <a:lnTo>
                  <a:pt x="93107" y="28251"/>
                </a:lnTo>
                <a:lnTo>
                  <a:pt x="60188" y="23060"/>
                </a:lnTo>
                <a:lnTo>
                  <a:pt x="27642" y="15926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46" name="funnel-step-cap-0">
            <a:extLst xmlns:a="http://schemas.openxmlformats.org/drawingml/2006/main">
              <a:ext uri="{FF2B5EF4-FFF2-40B4-BE49-F238E27FC236}">
                <a16:creationId xmlns:a16="http://schemas.microsoft.com/office/drawing/2014/main" id="{69FCAB5A-3883-4D55-A7C8-C3E42610E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52750" y="2390775"/>
            <a:ext cx="33337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47" name="funnel-step-body-1">
            <a:extLst xmlns:a="http://schemas.openxmlformats.org/drawingml/2006/main">
              <a:ext uri="{FF2B5EF4-FFF2-40B4-BE49-F238E27FC236}">
                <a16:creationId xmlns:a16="http://schemas.microsoft.com/office/drawing/2014/main" id="{C4D97024-6A03-42B5-9399-577AC1C2A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451860" y="3727418"/>
            <a:ext cx="2334397" cy="1110520"/>
          </a:xfrm>
          <a:custGeom xmlns:a="http://schemas.openxmlformats.org/drawingml/2006/main">
            <a:pathLst>
              <a:path w="2334397" h="1110520">
                <a:moveTo>
                  <a:pt x="0" y="0"/>
                </a:moveTo>
                <a:lnTo>
                  <a:pt x="8906" y="24060"/>
                </a:lnTo>
                <a:lnTo>
                  <a:pt x="17812" y="48120"/>
                </a:lnTo>
                <a:lnTo>
                  <a:pt x="26718" y="72180"/>
                </a:lnTo>
                <a:lnTo>
                  <a:pt x="35633" y="96241"/>
                </a:lnTo>
                <a:lnTo>
                  <a:pt x="44539" y="120301"/>
                </a:lnTo>
                <a:lnTo>
                  <a:pt x="53445" y="144361"/>
                </a:lnTo>
                <a:lnTo>
                  <a:pt x="62351" y="168412"/>
                </a:lnTo>
                <a:lnTo>
                  <a:pt x="71257" y="192472"/>
                </a:lnTo>
                <a:lnTo>
                  <a:pt x="80162" y="216532"/>
                </a:lnTo>
                <a:lnTo>
                  <a:pt x="89078" y="240592"/>
                </a:lnTo>
                <a:lnTo>
                  <a:pt x="97984" y="264652"/>
                </a:lnTo>
                <a:lnTo>
                  <a:pt x="106890" y="288712"/>
                </a:lnTo>
                <a:lnTo>
                  <a:pt x="115795" y="312772"/>
                </a:lnTo>
                <a:lnTo>
                  <a:pt x="124701" y="336833"/>
                </a:lnTo>
                <a:lnTo>
                  <a:pt x="133607" y="360893"/>
                </a:lnTo>
                <a:lnTo>
                  <a:pt x="142513" y="384953"/>
                </a:lnTo>
                <a:lnTo>
                  <a:pt x="151428" y="409013"/>
                </a:lnTo>
                <a:lnTo>
                  <a:pt x="160334" y="433073"/>
                </a:lnTo>
                <a:lnTo>
                  <a:pt x="169240" y="457124"/>
                </a:lnTo>
                <a:lnTo>
                  <a:pt x="178146" y="481184"/>
                </a:lnTo>
                <a:lnTo>
                  <a:pt x="187052" y="505244"/>
                </a:lnTo>
                <a:lnTo>
                  <a:pt x="195958" y="529304"/>
                </a:lnTo>
                <a:lnTo>
                  <a:pt x="204873" y="553364"/>
                </a:lnTo>
                <a:lnTo>
                  <a:pt x="213779" y="577425"/>
                </a:lnTo>
                <a:lnTo>
                  <a:pt x="222685" y="601485"/>
                </a:lnTo>
                <a:lnTo>
                  <a:pt x="231591" y="625545"/>
                </a:lnTo>
                <a:lnTo>
                  <a:pt x="240497" y="649605"/>
                </a:lnTo>
                <a:lnTo>
                  <a:pt x="249403" y="673665"/>
                </a:lnTo>
                <a:lnTo>
                  <a:pt x="258308" y="697725"/>
                </a:lnTo>
                <a:lnTo>
                  <a:pt x="267224" y="721785"/>
                </a:lnTo>
                <a:lnTo>
                  <a:pt x="276130" y="745846"/>
                </a:lnTo>
                <a:lnTo>
                  <a:pt x="285036" y="769896"/>
                </a:lnTo>
                <a:lnTo>
                  <a:pt x="293942" y="793956"/>
                </a:lnTo>
                <a:lnTo>
                  <a:pt x="302847" y="818017"/>
                </a:lnTo>
                <a:lnTo>
                  <a:pt x="311753" y="842077"/>
                </a:lnTo>
                <a:lnTo>
                  <a:pt x="320669" y="866137"/>
                </a:lnTo>
                <a:lnTo>
                  <a:pt x="329575" y="890197"/>
                </a:lnTo>
                <a:lnTo>
                  <a:pt x="338480" y="914257"/>
                </a:lnTo>
                <a:lnTo>
                  <a:pt x="347386" y="938317"/>
                </a:lnTo>
                <a:lnTo>
                  <a:pt x="356292" y="962377"/>
                </a:lnTo>
                <a:lnTo>
                  <a:pt x="365198" y="986438"/>
                </a:lnTo>
                <a:lnTo>
                  <a:pt x="374113" y="1010498"/>
                </a:lnTo>
                <a:lnTo>
                  <a:pt x="382419" y="1034691"/>
                </a:lnTo>
                <a:lnTo>
                  <a:pt x="401222" y="1051093"/>
                </a:lnTo>
                <a:lnTo>
                  <a:pt x="425263" y="1059990"/>
                </a:lnTo>
                <a:lnTo>
                  <a:pt x="450094" y="1066438"/>
                </a:lnTo>
                <a:lnTo>
                  <a:pt x="475221" y="1071591"/>
                </a:lnTo>
                <a:lnTo>
                  <a:pt x="500510" y="1075925"/>
                </a:lnTo>
                <a:lnTo>
                  <a:pt x="525885" y="1079659"/>
                </a:lnTo>
                <a:lnTo>
                  <a:pt x="551326" y="1082954"/>
                </a:lnTo>
                <a:lnTo>
                  <a:pt x="576815" y="1085879"/>
                </a:lnTo>
                <a:lnTo>
                  <a:pt x="602332" y="1088517"/>
                </a:lnTo>
                <a:lnTo>
                  <a:pt x="627878" y="1090898"/>
                </a:lnTo>
                <a:lnTo>
                  <a:pt x="653444" y="1093060"/>
                </a:lnTo>
                <a:lnTo>
                  <a:pt x="679028" y="1095032"/>
                </a:lnTo>
                <a:lnTo>
                  <a:pt x="704612" y="1096842"/>
                </a:lnTo>
                <a:lnTo>
                  <a:pt x="730215" y="1098490"/>
                </a:lnTo>
                <a:lnTo>
                  <a:pt x="755828" y="1099995"/>
                </a:lnTo>
                <a:lnTo>
                  <a:pt x="781450" y="1101376"/>
                </a:lnTo>
                <a:lnTo>
                  <a:pt x="807072" y="1102633"/>
                </a:lnTo>
                <a:lnTo>
                  <a:pt x="832704" y="1103786"/>
                </a:lnTo>
                <a:lnTo>
                  <a:pt x="858336" y="1104824"/>
                </a:lnTo>
                <a:lnTo>
                  <a:pt x="883977" y="1105767"/>
                </a:lnTo>
                <a:lnTo>
                  <a:pt x="909618" y="1106615"/>
                </a:lnTo>
                <a:lnTo>
                  <a:pt x="935260" y="1107377"/>
                </a:lnTo>
                <a:lnTo>
                  <a:pt x="960901" y="1108043"/>
                </a:lnTo>
                <a:lnTo>
                  <a:pt x="986552" y="1108634"/>
                </a:lnTo>
                <a:lnTo>
                  <a:pt x="1012203" y="1109129"/>
                </a:lnTo>
                <a:lnTo>
                  <a:pt x="1037854" y="1109558"/>
                </a:lnTo>
                <a:lnTo>
                  <a:pt x="1063504" y="1109901"/>
                </a:lnTo>
                <a:lnTo>
                  <a:pt x="1089165" y="1110167"/>
                </a:lnTo>
                <a:lnTo>
                  <a:pt x="1114816" y="1110358"/>
                </a:lnTo>
                <a:lnTo>
                  <a:pt x="1140476" y="1110472"/>
                </a:lnTo>
                <a:lnTo>
                  <a:pt x="1166127" y="1110520"/>
                </a:lnTo>
                <a:lnTo>
                  <a:pt x="1191787" y="1110482"/>
                </a:lnTo>
                <a:lnTo>
                  <a:pt x="1217438" y="1110377"/>
                </a:lnTo>
                <a:lnTo>
                  <a:pt x="1243089" y="1110196"/>
                </a:lnTo>
                <a:lnTo>
                  <a:pt x="1268749" y="1109939"/>
                </a:lnTo>
                <a:lnTo>
                  <a:pt x="1294400" y="1109605"/>
                </a:lnTo>
                <a:lnTo>
                  <a:pt x="1320051" y="1109186"/>
                </a:lnTo>
                <a:lnTo>
                  <a:pt x="1345702" y="1108700"/>
                </a:lnTo>
                <a:lnTo>
                  <a:pt x="1371352" y="1108119"/>
                </a:lnTo>
                <a:lnTo>
                  <a:pt x="1396994" y="1107462"/>
                </a:lnTo>
                <a:lnTo>
                  <a:pt x="1422644" y="1106719"/>
                </a:lnTo>
                <a:lnTo>
                  <a:pt x="1448286" y="1105881"/>
                </a:lnTo>
                <a:lnTo>
                  <a:pt x="1473927" y="1104957"/>
                </a:lnTo>
                <a:lnTo>
                  <a:pt x="1499559" y="1103919"/>
                </a:lnTo>
                <a:lnTo>
                  <a:pt x="1525191" y="1102795"/>
                </a:lnTo>
                <a:lnTo>
                  <a:pt x="1550813" y="1101547"/>
                </a:lnTo>
                <a:lnTo>
                  <a:pt x="1576435" y="1100185"/>
                </a:lnTo>
                <a:lnTo>
                  <a:pt x="1602048" y="1098690"/>
                </a:lnTo>
                <a:lnTo>
                  <a:pt x="1627642" y="1097051"/>
                </a:lnTo>
                <a:lnTo>
                  <a:pt x="1653235" y="1095280"/>
                </a:lnTo>
                <a:lnTo>
                  <a:pt x="1678819" y="1093327"/>
                </a:lnTo>
                <a:lnTo>
                  <a:pt x="1704384" y="1091184"/>
                </a:lnTo>
                <a:lnTo>
                  <a:pt x="1729931" y="1088831"/>
                </a:lnTo>
                <a:lnTo>
                  <a:pt x="1755458" y="1086231"/>
                </a:lnTo>
                <a:lnTo>
                  <a:pt x="1780946" y="1083345"/>
                </a:lnTo>
                <a:lnTo>
                  <a:pt x="1806397" y="1080106"/>
                </a:lnTo>
                <a:lnTo>
                  <a:pt x="1831791" y="1076430"/>
                </a:lnTo>
                <a:lnTo>
                  <a:pt x="1857089" y="1072182"/>
                </a:lnTo>
                <a:lnTo>
                  <a:pt x="1882245" y="1067152"/>
                </a:lnTo>
                <a:lnTo>
                  <a:pt x="1907124" y="1060914"/>
                </a:lnTo>
                <a:lnTo>
                  <a:pt x="1931327" y="1052455"/>
                </a:lnTo>
                <a:lnTo>
                  <a:pt x="1951853" y="1037711"/>
                </a:lnTo>
                <a:lnTo>
                  <a:pt x="1960283" y="1013565"/>
                </a:lnTo>
                <a:lnTo>
                  <a:pt x="1969189" y="989505"/>
                </a:lnTo>
                <a:lnTo>
                  <a:pt x="1978095" y="965444"/>
                </a:lnTo>
                <a:lnTo>
                  <a:pt x="1987010" y="941384"/>
                </a:lnTo>
                <a:lnTo>
                  <a:pt x="1995916" y="917324"/>
                </a:lnTo>
                <a:lnTo>
                  <a:pt x="2004822" y="893274"/>
                </a:lnTo>
                <a:lnTo>
                  <a:pt x="2013728" y="869213"/>
                </a:lnTo>
                <a:lnTo>
                  <a:pt x="2022634" y="845153"/>
                </a:lnTo>
                <a:lnTo>
                  <a:pt x="2031540" y="821093"/>
                </a:lnTo>
                <a:lnTo>
                  <a:pt x="2040455" y="797033"/>
                </a:lnTo>
                <a:lnTo>
                  <a:pt x="2049361" y="772973"/>
                </a:lnTo>
                <a:lnTo>
                  <a:pt x="2058267" y="748913"/>
                </a:lnTo>
                <a:lnTo>
                  <a:pt x="2067173" y="724853"/>
                </a:lnTo>
                <a:lnTo>
                  <a:pt x="2076079" y="700792"/>
                </a:lnTo>
                <a:lnTo>
                  <a:pt x="2084984" y="676732"/>
                </a:lnTo>
                <a:lnTo>
                  <a:pt x="2093890" y="652672"/>
                </a:lnTo>
                <a:lnTo>
                  <a:pt x="2102806" y="628612"/>
                </a:lnTo>
                <a:lnTo>
                  <a:pt x="2111712" y="604552"/>
                </a:lnTo>
                <a:lnTo>
                  <a:pt x="2120617" y="580501"/>
                </a:lnTo>
                <a:lnTo>
                  <a:pt x="2129523" y="556441"/>
                </a:lnTo>
                <a:lnTo>
                  <a:pt x="2138429" y="532381"/>
                </a:lnTo>
                <a:lnTo>
                  <a:pt x="2147335" y="508321"/>
                </a:lnTo>
                <a:lnTo>
                  <a:pt x="2156250" y="484261"/>
                </a:lnTo>
                <a:lnTo>
                  <a:pt x="2165156" y="460200"/>
                </a:lnTo>
                <a:lnTo>
                  <a:pt x="2174062" y="436140"/>
                </a:lnTo>
                <a:lnTo>
                  <a:pt x="2182968" y="412080"/>
                </a:lnTo>
                <a:lnTo>
                  <a:pt x="2191874" y="388020"/>
                </a:lnTo>
                <a:lnTo>
                  <a:pt x="2200780" y="363960"/>
                </a:lnTo>
                <a:lnTo>
                  <a:pt x="2209686" y="339900"/>
                </a:lnTo>
                <a:lnTo>
                  <a:pt x="2218601" y="315839"/>
                </a:lnTo>
                <a:lnTo>
                  <a:pt x="2227507" y="291779"/>
                </a:lnTo>
                <a:lnTo>
                  <a:pt x="2236413" y="267729"/>
                </a:lnTo>
                <a:lnTo>
                  <a:pt x="2245319" y="243669"/>
                </a:lnTo>
                <a:lnTo>
                  <a:pt x="2254225" y="219608"/>
                </a:lnTo>
                <a:lnTo>
                  <a:pt x="2263130" y="195548"/>
                </a:lnTo>
                <a:lnTo>
                  <a:pt x="2272046" y="171488"/>
                </a:lnTo>
                <a:lnTo>
                  <a:pt x="2280952" y="147428"/>
                </a:lnTo>
                <a:lnTo>
                  <a:pt x="2289858" y="123368"/>
                </a:lnTo>
                <a:lnTo>
                  <a:pt x="2298764" y="99308"/>
                </a:lnTo>
                <a:lnTo>
                  <a:pt x="2307669" y="75248"/>
                </a:lnTo>
                <a:lnTo>
                  <a:pt x="2316575" y="51187"/>
                </a:lnTo>
                <a:lnTo>
                  <a:pt x="2325481" y="27127"/>
                </a:lnTo>
                <a:lnTo>
                  <a:pt x="2334397" y="3067"/>
                </a:lnTo>
                <a:lnTo>
                  <a:pt x="2319804" y="14411"/>
                </a:lnTo>
                <a:lnTo>
                  <a:pt x="2295487" y="22508"/>
                </a:lnTo>
                <a:lnTo>
                  <a:pt x="2270474" y="28223"/>
                </a:lnTo>
                <a:lnTo>
                  <a:pt x="2245233" y="32776"/>
                </a:lnTo>
                <a:lnTo>
                  <a:pt x="2219868" y="36624"/>
                </a:lnTo>
                <a:lnTo>
                  <a:pt x="2194427" y="39976"/>
                </a:lnTo>
                <a:lnTo>
                  <a:pt x="2168947" y="42958"/>
                </a:lnTo>
                <a:lnTo>
                  <a:pt x="2143430" y="45634"/>
                </a:lnTo>
                <a:lnTo>
                  <a:pt x="2117893" y="48073"/>
                </a:lnTo>
                <a:lnTo>
                  <a:pt x="2092338" y="50311"/>
                </a:lnTo>
                <a:lnTo>
                  <a:pt x="2066763" y="52378"/>
                </a:lnTo>
                <a:lnTo>
                  <a:pt x="2041179" y="54293"/>
                </a:lnTo>
                <a:lnTo>
                  <a:pt x="2015585" y="56074"/>
                </a:lnTo>
                <a:lnTo>
                  <a:pt x="1989992" y="57750"/>
                </a:lnTo>
                <a:lnTo>
                  <a:pt x="1964379" y="59303"/>
                </a:lnTo>
                <a:lnTo>
                  <a:pt x="1938766" y="60760"/>
                </a:lnTo>
                <a:lnTo>
                  <a:pt x="1913144" y="62132"/>
                </a:lnTo>
                <a:lnTo>
                  <a:pt x="1887522" y="63427"/>
                </a:lnTo>
                <a:lnTo>
                  <a:pt x="1861899" y="64637"/>
                </a:lnTo>
                <a:lnTo>
                  <a:pt x="1836268" y="65780"/>
                </a:lnTo>
                <a:lnTo>
                  <a:pt x="1810636" y="66856"/>
                </a:lnTo>
                <a:lnTo>
                  <a:pt x="1785004" y="67866"/>
                </a:lnTo>
                <a:lnTo>
                  <a:pt x="1759363" y="68818"/>
                </a:lnTo>
                <a:lnTo>
                  <a:pt x="1733721" y="69723"/>
                </a:lnTo>
                <a:lnTo>
                  <a:pt x="1708080" y="70561"/>
                </a:lnTo>
                <a:lnTo>
                  <a:pt x="1682439" y="71352"/>
                </a:lnTo>
                <a:lnTo>
                  <a:pt x="1656798" y="72104"/>
                </a:lnTo>
                <a:lnTo>
                  <a:pt x="1631147" y="72800"/>
                </a:lnTo>
                <a:lnTo>
                  <a:pt x="1605505" y="73447"/>
                </a:lnTo>
                <a:lnTo>
                  <a:pt x="1579855" y="74057"/>
                </a:lnTo>
                <a:lnTo>
                  <a:pt x="1554204" y="74619"/>
                </a:lnTo>
                <a:lnTo>
                  <a:pt x="1528553" y="75143"/>
                </a:lnTo>
                <a:lnTo>
                  <a:pt x="1502902" y="75629"/>
                </a:lnTo>
                <a:lnTo>
                  <a:pt x="1477251" y="76067"/>
                </a:lnTo>
                <a:lnTo>
                  <a:pt x="1451600" y="76476"/>
                </a:lnTo>
                <a:lnTo>
                  <a:pt x="1425950" y="76848"/>
                </a:lnTo>
                <a:lnTo>
                  <a:pt x="1400299" y="77172"/>
                </a:lnTo>
                <a:lnTo>
                  <a:pt x="1374638" y="77467"/>
                </a:lnTo>
                <a:lnTo>
                  <a:pt x="1348988" y="77734"/>
                </a:lnTo>
                <a:lnTo>
                  <a:pt x="1323337" y="77953"/>
                </a:lnTo>
                <a:lnTo>
                  <a:pt x="1297676" y="78143"/>
                </a:lnTo>
                <a:lnTo>
                  <a:pt x="1272026" y="78296"/>
                </a:lnTo>
                <a:lnTo>
                  <a:pt x="1246365" y="78419"/>
                </a:lnTo>
                <a:lnTo>
                  <a:pt x="1220714" y="78505"/>
                </a:lnTo>
                <a:lnTo>
                  <a:pt x="1195054" y="78562"/>
                </a:lnTo>
                <a:lnTo>
                  <a:pt x="1169403" y="78581"/>
                </a:lnTo>
                <a:lnTo>
                  <a:pt x="1143743" y="78562"/>
                </a:lnTo>
                <a:lnTo>
                  <a:pt x="1118092" y="78515"/>
                </a:lnTo>
                <a:lnTo>
                  <a:pt x="1092441" y="78429"/>
                </a:lnTo>
                <a:lnTo>
                  <a:pt x="1066781" y="78315"/>
                </a:lnTo>
                <a:lnTo>
                  <a:pt x="1041130" y="78162"/>
                </a:lnTo>
                <a:lnTo>
                  <a:pt x="1015470" y="77981"/>
                </a:lnTo>
                <a:lnTo>
                  <a:pt x="989819" y="77762"/>
                </a:lnTo>
                <a:lnTo>
                  <a:pt x="964168" y="77505"/>
                </a:lnTo>
                <a:lnTo>
                  <a:pt x="938508" y="77219"/>
                </a:lnTo>
                <a:lnTo>
                  <a:pt x="912857" y="76886"/>
                </a:lnTo>
                <a:lnTo>
                  <a:pt x="887206" y="76524"/>
                </a:lnTo>
                <a:lnTo>
                  <a:pt x="861555" y="76124"/>
                </a:lnTo>
                <a:lnTo>
                  <a:pt x="835904" y="75686"/>
                </a:lnTo>
                <a:lnTo>
                  <a:pt x="810254" y="75209"/>
                </a:lnTo>
                <a:lnTo>
                  <a:pt x="784603" y="74686"/>
                </a:lnTo>
                <a:lnTo>
                  <a:pt x="758952" y="74133"/>
                </a:lnTo>
                <a:lnTo>
                  <a:pt x="733301" y="73533"/>
                </a:lnTo>
                <a:lnTo>
                  <a:pt x="707650" y="72885"/>
                </a:lnTo>
                <a:lnTo>
                  <a:pt x="682009" y="72190"/>
                </a:lnTo>
                <a:lnTo>
                  <a:pt x="656368" y="71457"/>
                </a:lnTo>
                <a:lnTo>
                  <a:pt x="630717" y="70666"/>
                </a:lnTo>
                <a:lnTo>
                  <a:pt x="605076" y="69828"/>
                </a:lnTo>
                <a:lnTo>
                  <a:pt x="579444" y="68942"/>
                </a:lnTo>
                <a:lnTo>
                  <a:pt x="553803" y="67989"/>
                </a:lnTo>
                <a:lnTo>
                  <a:pt x="528171" y="66989"/>
                </a:lnTo>
                <a:lnTo>
                  <a:pt x="502529" y="65923"/>
                </a:lnTo>
                <a:lnTo>
                  <a:pt x="476907" y="64789"/>
                </a:lnTo>
                <a:lnTo>
                  <a:pt x="451275" y="63589"/>
                </a:lnTo>
                <a:lnTo>
                  <a:pt x="425653" y="62303"/>
                </a:lnTo>
                <a:lnTo>
                  <a:pt x="400031" y="60941"/>
                </a:lnTo>
                <a:lnTo>
                  <a:pt x="374418" y="59493"/>
                </a:lnTo>
                <a:lnTo>
                  <a:pt x="348815" y="57950"/>
                </a:lnTo>
                <a:lnTo>
                  <a:pt x="323212" y="56302"/>
                </a:lnTo>
                <a:lnTo>
                  <a:pt x="297618" y="54521"/>
                </a:lnTo>
                <a:lnTo>
                  <a:pt x="272024" y="52635"/>
                </a:lnTo>
                <a:lnTo>
                  <a:pt x="246459" y="50587"/>
                </a:lnTo>
                <a:lnTo>
                  <a:pt x="220894" y="48368"/>
                </a:lnTo>
                <a:lnTo>
                  <a:pt x="195358" y="45958"/>
                </a:lnTo>
                <a:lnTo>
                  <a:pt x="169840" y="43310"/>
                </a:lnTo>
                <a:lnTo>
                  <a:pt x="144351" y="40376"/>
                </a:lnTo>
                <a:lnTo>
                  <a:pt x="118910" y="37081"/>
                </a:lnTo>
                <a:lnTo>
                  <a:pt x="93536" y="33309"/>
                </a:lnTo>
                <a:lnTo>
                  <a:pt x="68266" y="28851"/>
                </a:lnTo>
                <a:lnTo>
                  <a:pt x="43215" y="23327"/>
                </a:lnTo>
                <a:lnTo>
                  <a:pt x="18745" y="15678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48" name="funnel-step-cap-1">
            <a:extLst xmlns:a="http://schemas.openxmlformats.org/drawingml/2006/main">
              <a:ext uri="{FF2B5EF4-FFF2-40B4-BE49-F238E27FC236}">
                <a16:creationId xmlns:a16="http://schemas.microsoft.com/office/drawing/2014/main" id="{F5F841DC-BDAE-4391-92BE-C78C86341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451879" y="3603622"/>
            <a:ext cx="2335482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7EAC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49" name="funnel-step-body-2">
            <a:extLst xmlns:a="http://schemas.openxmlformats.org/drawingml/2006/main">
              <a:ext uri="{FF2B5EF4-FFF2-40B4-BE49-F238E27FC236}">
                <a16:creationId xmlns:a16="http://schemas.microsoft.com/office/drawing/2014/main" id="{DDF457AB-74C0-4DE5-BD29-DB26C1991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833908" y="4940332"/>
            <a:ext cx="1570082" cy="1110425"/>
          </a:xfrm>
          <a:custGeom xmlns:a="http://schemas.openxmlformats.org/drawingml/2006/main">
            <a:pathLst>
              <a:path w="1570082" h="1110425">
                <a:moveTo>
                  <a:pt x="0" y="0"/>
                </a:moveTo>
                <a:lnTo>
                  <a:pt x="6239" y="18536"/>
                </a:lnTo>
                <a:lnTo>
                  <a:pt x="12487" y="37071"/>
                </a:lnTo>
                <a:lnTo>
                  <a:pt x="18726" y="55607"/>
                </a:lnTo>
                <a:lnTo>
                  <a:pt x="24975" y="74133"/>
                </a:lnTo>
                <a:lnTo>
                  <a:pt x="31213" y="92669"/>
                </a:lnTo>
                <a:lnTo>
                  <a:pt x="37462" y="111204"/>
                </a:lnTo>
                <a:lnTo>
                  <a:pt x="43701" y="129740"/>
                </a:lnTo>
                <a:lnTo>
                  <a:pt x="49949" y="148276"/>
                </a:lnTo>
                <a:lnTo>
                  <a:pt x="56188" y="166811"/>
                </a:lnTo>
                <a:lnTo>
                  <a:pt x="62427" y="185347"/>
                </a:lnTo>
                <a:lnTo>
                  <a:pt x="68675" y="203883"/>
                </a:lnTo>
                <a:lnTo>
                  <a:pt x="74914" y="222409"/>
                </a:lnTo>
                <a:lnTo>
                  <a:pt x="81163" y="240944"/>
                </a:lnTo>
                <a:lnTo>
                  <a:pt x="87401" y="259480"/>
                </a:lnTo>
                <a:lnTo>
                  <a:pt x="93650" y="278016"/>
                </a:lnTo>
                <a:lnTo>
                  <a:pt x="99889" y="296551"/>
                </a:lnTo>
                <a:lnTo>
                  <a:pt x="106137" y="315087"/>
                </a:lnTo>
                <a:lnTo>
                  <a:pt x="112376" y="333623"/>
                </a:lnTo>
                <a:lnTo>
                  <a:pt x="118615" y="352149"/>
                </a:lnTo>
                <a:lnTo>
                  <a:pt x="124863" y="370684"/>
                </a:lnTo>
                <a:lnTo>
                  <a:pt x="131102" y="389220"/>
                </a:lnTo>
                <a:lnTo>
                  <a:pt x="137351" y="407756"/>
                </a:lnTo>
                <a:lnTo>
                  <a:pt x="143589" y="426291"/>
                </a:lnTo>
                <a:lnTo>
                  <a:pt x="149838" y="444827"/>
                </a:lnTo>
                <a:lnTo>
                  <a:pt x="156077" y="463363"/>
                </a:lnTo>
                <a:lnTo>
                  <a:pt x="162325" y="481889"/>
                </a:lnTo>
                <a:lnTo>
                  <a:pt x="168564" y="500424"/>
                </a:lnTo>
                <a:lnTo>
                  <a:pt x="174812" y="518960"/>
                </a:lnTo>
                <a:lnTo>
                  <a:pt x="181051" y="537496"/>
                </a:lnTo>
                <a:lnTo>
                  <a:pt x="187290" y="556031"/>
                </a:lnTo>
                <a:lnTo>
                  <a:pt x="193538" y="574567"/>
                </a:lnTo>
                <a:lnTo>
                  <a:pt x="199777" y="593103"/>
                </a:lnTo>
                <a:lnTo>
                  <a:pt x="206026" y="611638"/>
                </a:lnTo>
                <a:lnTo>
                  <a:pt x="212265" y="630164"/>
                </a:lnTo>
                <a:lnTo>
                  <a:pt x="218513" y="648700"/>
                </a:lnTo>
                <a:lnTo>
                  <a:pt x="224752" y="667236"/>
                </a:lnTo>
                <a:lnTo>
                  <a:pt x="231000" y="685771"/>
                </a:lnTo>
                <a:lnTo>
                  <a:pt x="237239" y="704307"/>
                </a:lnTo>
                <a:lnTo>
                  <a:pt x="243478" y="722843"/>
                </a:lnTo>
                <a:lnTo>
                  <a:pt x="249726" y="741378"/>
                </a:lnTo>
                <a:lnTo>
                  <a:pt x="255965" y="759905"/>
                </a:lnTo>
                <a:lnTo>
                  <a:pt x="262214" y="778440"/>
                </a:lnTo>
                <a:lnTo>
                  <a:pt x="268453" y="796976"/>
                </a:lnTo>
                <a:lnTo>
                  <a:pt x="274701" y="815511"/>
                </a:lnTo>
                <a:lnTo>
                  <a:pt x="280940" y="834047"/>
                </a:lnTo>
                <a:lnTo>
                  <a:pt x="287188" y="852583"/>
                </a:lnTo>
                <a:lnTo>
                  <a:pt x="293427" y="871118"/>
                </a:lnTo>
                <a:lnTo>
                  <a:pt x="299666" y="889654"/>
                </a:lnTo>
                <a:lnTo>
                  <a:pt x="305914" y="908180"/>
                </a:lnTo>
                <a:lnTo>
                  <a:pt x="312153" y="926716"/>
                </a:lnTo>
                <a:lnTo>
                  <a:pt x="318402" y="945251"/>
                </a:lnTo>
                <a:lnTo>
                  <a:pt x="324641" y="963787"/>
                </a:lnTo>
                <a:lnTo>
                  <a:pt x="330889" y="982323"/>
                </a:lnTo>
                <a:lnTo>
                  <a:pt x="337128" y="1000858"/>
                </a:lnTo>
                <a:lnTo>
                  <a:pt x="343376" y="1019394"/>
                </a:lnTo>
                <a:lnTo>
                  <a:pt x="348653" y="1038139"/>
                </a:lnTo>
                <a:lnTo>
                  <a:pt x="360845" y="1053074"/>
                </a:lnTo>
                <a:lnTo>
                  <a:pt x="377695" y="1062923"/>
                </a:lnTo>
                <a:lnTo>
                  <a:pt x="395830" y="1070229"/>
                </a:lnTo>
                <a:lnTo>
                  <a:pt x="414490" y="1076068"/>
                </a:lnTo>
                <a:lnTo>
                  <a:pt x="433435" y="1080926"/>
                </a:lnTo>
                <a:lnTo>
                  <a:pt x="452552" y="1085069"/>
                </a:lnTo>
                <a:lnTo>
                  <a:pt x="471773" y="1088660"/>
                </a:lnTo>
                <a:lnTo>
                  <a:pt x="491080" y="1091803"/>
                </a:lnTo>
                <a:lnTo>
                  <a:pt x="510435" y="1094575"/>
                </a:lnTo>
                <a:lnTo>
                  <a:pt x="529838" y="1097032"/>
                </a:lnTo>
                <a:lnTo>
                  <a:pt x="549278" y="1099214"/>
                </a:lnTo>
                <a:lnTo>
                  <a:pt x="568738" y="1101147"/>
                </a:lnTo>
                <a:lnTo>
                  <a:pt x="588216" y="1102843"/>
                </a:lnTo>
                <a:lnTo>
                  <a:pt x="607724" y="1104348"/>
                </a:lnTo>
                <a:lnTo>
                  <a:pt x="627231" y="1105662"/>
                </a:lnTo>
                <a:lnTo>
                  <a:pt x="646757" y="1106795"/>
                </a:lnTo>
                <a:lnTo>
                  <a:pt x="666293" y="1107767"/>
                </a:lnTo>
                <a:lnTo>
                  <a:pt x="685829" y="1108577"/>
                </a:lnTo>
                <a:lnTo>
                  <a:pt x="705374" y="1109234"/>
                </a:lnTo>
                <a:lnTo>
                  <a:pt x="724929" y="1109748"/>
                </a:lnTo>
                <a:lnTo>
                  <a:pt x="744484" y="1110110"/>
                </a:lnTo>
                <a:lnTo>
                  <a:pt x="764038" y="1110339"/>
                </a:lnTo>
                <a:lnTo>
                  <a:pt x="783593" y="1110425"/>
                </a:lnTo>
                <a:lnTo>
                  <a:pt x="803158" y="1110367"/>
                </a:lnTo>
                <a:lnTo>
                  <a:pt x="822712" y="1110167"/>
                </a:lnTo>
                <a:lnTo>
                  <a:pt x="842267" y="1109834"/>
                </a:lnTo>
                <a:lnTo>
                  <a:pt x="861812" y="1109358"/>
                </a:lnTo>
                <a:lnTo>
                  <a:pt x="881367" y="1108729"/>
                </a:lnTo>
                <a:lnTo>
                  <a:pt x="900903" y="1107958"/>
                </a:lnTo>
                <a:lnTo>
                  <a:pt x="920439" y="1107024"/>
                </a:lnTo>
                <a:lnTo>
                  <a:pt x="939965" y="1105919"/>
                </a:lnTo>
                <a:lnTo>
                  <a:pt x="959482" y="1104643"/>
                </a:lnTo>
                <a:lnTo>
                  <a:pt x="978989" y="1103186"/>
                </a:lnTo>
                <a:lnTo>
                  <a:pt x="998477" y="1101528"/>
                </a:lnTo>
                <a:lnTo>
                  <a:pt x="1017937" y="1099642"/>
                </a:lnTo>
                <a:lnTo>
                  <a:pt x="1037387" y="1097528"/>
                </a:lnTo>
                <a:lnTo>
                  <a:pt x="1056789" y="1095137"/>
                </a:lnTo>
                <a:lnTo>
                  <a:pt x="1076163" y="1092432"/>
                </a:lnTo>
                <a:lnTo>
                  <a:pt x="1095480" y="1089374"/>
                </a:lnTo>
                <a:lnTo>
                  <a:pt x="1114720" y="1085888"/>
                </a:lnTo>
                <a:lnTo>
                  <a:pt x="1133866" y="1081878"/>
                </a:lnTo>
                <a:lnTo>
                  <a:pt x="1152849" y="1077192"/>
                </a:lnTo>
                <a:lnTo>
                  <a:pt x="1171594" y="1071601"/>
                </a:lnTo>
                <a:lnTo>
                  <a:pt x="1189873" y="1064676"/>
                </a:lnTo>
                <a:lnTo>
                  <a:pt x="1207132" y="1055522"/>
                </a:lnTo>
                <a:lnTo>
                  <a:pt x="1221010" y="1041978"/>
                </a:lnTo>
                <a:lnTo>
                  <a:pt x="1226706" y="1023414"/>
                </a:lnTo>
                <a:lnTo>
                  <a:pt x="1232954" y="1004878"/>
                </a:lnTo>
                <a:lnTo>
                  <a:pt x="1239193" y="986342"/>
                </a:lnTo>
                <a:lnTo>
                  <a:pt x="1245441" y="967807"/>
                </a:lnTo>
                <a:lnTo>
                  <a:pt x="1251680" y="949271"/>
                </a:lnTo>
                <a:lnTo>
                  <a:pt x="1257919" y="930735"/>
                </a:lnTo>
                <a:lnTo>
                  <a:pt x="1264168" y="912200"/>
                </a:lnTo>
                <a:lnTo>
                  <a:pt x="1270406" y="893674"/>
                </a:lnTo>
                <a:lnTo>
                  <a:pt x="1276655" y="875138"/>
                </a:lnTo>
                <a:lnTo>
                  <a:pt x="1282894" y="856602"/>
                </a:lnTo>
                <a:lnTo>
                  <a:pt x="1289142" y="838067"/>
                </a:lnTo>
                <a:lnTo>
                  <a:pt x="1295381" y="819531"/>
                </a:lnTo>
                <a:lnTo>
                  <a:pt x="1301629" y="800995"/>
                </a:lnTo>
                <a:lnTo>
                  <a:pt x="1307868" y="782460"/>
                </a:lnTo>
                <a:lnTo>
                  <a:pt x="1314117" y="763924"/>
                </a:lnTo>
                <a:lnTo>
                  <a:pt x="1320356" y="745398"/>
                </a:lnTo>
                <a:lnTo>
                  <a:pt x="1326594" y="726862"/>
                </a:lnTo>
                <a:lnTo>
                  <a:pt x="1332843" y="708327"/>
                </a:lnTo>
                <a:lnTo>
                  <a:pt x="1339082" y="689791"/>
                </a:lnTo>
                <a:lnTo>
                  <a:pt x="1345330" y="671255"/>
                </a:lnTo>
                <a:lnTo>
                  <a:pt x="1351569" y="652720"/>
                </a:lnTo>
                <a:lnTo>
                  <a:pt x="1357817" y="634184"/>
                </a:lnTo>
                <a:lnTo>
                  <a:pt x="1364056" y="615658"/>
                </a:lnTo>
                <a:lnTo>
                  <a:pt x="1370305" y="597122"/>
                </a:lnTo>
                <a:lnTo>
                  <a:pt x="1376543" y="578587"/>
                </a:lnTo>
                <a:lnTo>
                  <a:pt x="1382782" y="560051"/>
                </a:lnTo>
                <a:lnTo>
                  <a:pt x="1389031" y="541515"/>
                </a:lnTo>
                <a:lnTo>
                  <a:pt x="1395270" y="522980"/>
                </a:lnTo>
                <a:lnTo>
                  <a:pt x="1401518" y="504444"/>
                </a:lnTo>
                <a:lnTo>
                  <a:pt x="1407757" y="485908"/>
                </a:lnTo>
                <a:lnTo>
                  <a:pt x="1414005" y="467382"/>
                </a:lnTo>
                <a:lnTo>
                  <a:pt x="1420244" y="448847"/>
                </a:lnTo>
                <a:lnTo>
                  <a:pt x="1426493" y="430311"/>
                </a:lnTo>
                <a:lnTo>
                  <a:pt x="1432731" y="411775"/>
                </a:lnTo>
                <a:lnTo>
                  <a:pt x="1438970" y="393240"/>
                </a:lnTo>
                <a:lnTo>
                  <a:pt x="1445219" y="374704"/>
                </a:lnTo>
                <a:lnTo>
                  <a:pt x="1451458" y="356168"/>
                </a:lnTo>
                <a:lnTo>
                  <a:pt x="1457706" y="337642"/>
                </a:lnTo>
                <a:lnTo>
                  <a:pt x="1463945" y="319107"/>
                </a:lnTo>
                <a:lnTo>
                  <a:pt x="1470193" y="300571"/>
                </a:lnTo>
                <a:lnTo>
                  <a:pt x="1476432" y="282035"/>
                </a:lnTo>
                <a:lnTo>
                  <a:pt x="1482681" y="263500"/>
                </a:lnTo>
                <a:lnTo>
                  <a:pt x="1488919" y="244964"/>
                </a:lnTo>
                <a:lnTo>
                  <a:pt x="1495158" y="226428"/>
                </a:lnTo>
                <a:lnTo>
                  <a:pt x="1501407" y="207902"/>
                </a:lnTo>
                <a:lnTo>
                  <a:pt x="1507646" y="189367"/>
                </a:lnTo>
                <a:lnTo>
                  <a:pt x="1513894" y="170831"/>
                </a:lnTo>
                <a:lnTo>
                  <a:pt x="1520133" y="152295"/>
                </a:lnTo>
                <a:lnTo>
                  <a:pt x="1526381" y="133760"/>
                </a:lnTo>
                <a:lnTo>
                  <a:pt x="1532620" y="115224"/>
                </a:lnTo>
                <a:lnTo>
                  <a:pt x="1538869" y="96688"/>
                </a:lnTo>
                <a:lnTo>
                  <a:pt x="1545107" y="78153"/>
                </a:lnTo>
                <a:lnTo>
                  <a:pt x="1551346" y="59627"/>
                </a:lnTo>
                <a:lnTo>
                  <a:pt x="1557595" y="41091"/>
                </a:lnTo>
                <a:lnTo>
                  <a:pt x="1563834" y="22555"/>
                </a:lnTo>
                <a:lnTo>
                  <a:pt x="1570082" y="4020"/>
                </a:lnTo>
                <a:lnTo>
                  <a:pt x="1563548" y="12497"/>
                </a:lnTo>
                <a:lnTo>
                  <a:pt x="1546374" y="21755"/>
                </a:lnTo>
                <a:lnTo>
                  <a:pt x="1527905" y="28146"/>
                </a:lnTo>
                <a:lnTo>
                  <a:pt x="1509008" y="33185"/>
                </a:lnTo>
                <a:lnTo>
                  <a:pt x="1489910" y="37386"/>
                </a:lnTo>
                <a:lnTo>
                  <a:pt x="1470689" y="41024"/>
                </a:lnTo>
                <a:lnTo>
                  <a:pt x="1451400" y="44225"/>
                </a:lnTo>
                <a:lnTo>
                  <a:pt x="1432055" y="47101"/>
                </a:lnTo>
                <a:lnTo>
                  <a:pt x="1412672" y="49701"/>
                </a:lnTo>
                <a:lnTo>
                  <a:pt x="1393260" y="52073"/>
                </a:lnTo>
                <a:lnTo>
                  <a:pt x="1373819" y="54254"/>
                </a:lnTo>
                <a:lnTo>
                  <a:pt x="1354369" y="56264"/>
                </a:lnTo>
                <a:lnTo>
                  <a:pt x="1334900" y="58112"/>
                </a:lnTo>
                <a:lnTo>
                  <a:pt x="1315412" y="59846"/>
                </a:lnTo>
                <a:lnTo>
                  <a:pt x="1295924" y="61455"/>
                </a:lnTo>
                <a:lnTo>
                  <a:pt x="1276426" y="62951"/>
                </a:lnTo>
                <a:lnTo>
                  <a:pt x="1256919" y="64351"/>
                </a:lnTo>
                <a:lnTo>
                  <a:pt x="1237402" y="65665"/>
                </a:lnTo>
                <a:lnTo>
                  <a:pt x="1217886" y="66875"/>
                </a:lnTo>
                <a:lnTo>
                  <a:pt x="1198359" y="68018"/>
                </a:lnTo>
                <a:lnTo>
                  <a:pt x="1178833" y="69085"/>
                </a:lnTo>
                <a:lnTo>
                  <a:pt x="1159297" y="70085"/>
                </a:lnTo>
                <a:lnTo>
                  <a:pt x="1139762" y="71009"/>
                </a:lnTo>
                <a:lnTo>
                  <a:pt x="1120226" y="71866"/>
                </a:lnTo>
                <a:lnTo>
                  <a:pt x="1100680" y="72676"/>
                </a:lnTo>
                <a:lnTo>
                  <a:pt x="1081145" y="73419"/>
                </a:lnTo>
                <a:lnTo>
                  <a:pt x="1061599" y="74105"/>
                </a:lnTo>
                <a:lnTo>
                  <a:pt x="1042045" y="74733"/>
                </a:lnTo>
                <a:lnTo>
                  <a:pt x="1022499" y="75324"/>
                </a:lnTo>
                <a:lnTo>
                  <a:pt x="1002944" y="75848"/>
                </a:lnTo>
                <a:lnTo>
                  <a:pt x="983399" y="76324"/>
                </a:lnTo>
                <a:lnTo>
                  <a:pt x="963844" y="76752"/>
                </a:lnTo>
                <a:lnTo>
                  <a:pt x="944289" y="77133"/>
                </a:lnTo>
                <a:lnTo>
                  <a:pt x="924735" y="77476"/>
                </a:lnTo>
                <a:lnTo>
                  <a:pt x="905180" y="77762"/>
                </a:lnTo>
                <a:lnTo>
                  <a:pt x="885625" y="78010"/>
                </a:lnTo>
                <a:lnTo>
                  <a:pt x="866070" y="78210"/>
                </a:lnTo>
                <a:lnTo>
                  <a:pt x="846506" y="78372"/>
                </a:lnTo>
                <a:lnTo>
                  <a:pt x="826951" y="78486"/>
                </a:lnTo>
                <a:lnTo>
                  <a:pt x="807396" y="78553"/>
                </a:lnTo>
                <a:lnTo>
                  <a:pt x="787841" y="78581"/>
                </a:lnTo>
                <a:lnTo>
                  <a:pt x="768277" y="78562"/>
                </a:lnTo>
                <a:lnTo>
                  <a:pt x="748722" y="78505"/>
                </a:lnTo>
                <a:lnTo>
                  <a:pt x="729167" y="78400"/>
                </a:lnTo>
                <a:lnTo>
                  <a:pt x="709613" y="78248"/>
                </a:lnTo>
                <a:lnTo>
                  <a:pt x="690048" y="78057"/>
                </a:lnTo>
                <a:lnTo>
                  <a:pt x="670493" y="77819"/>
                </a:lnTo>
                <a:lnTo>
                  <a:pt x="650939" y="77543"/>
                </a:lnTo>
                <a:lnTo>
                  <a:pt x="631384" y="77210"/>
                </a:lnTo>
                <a:lnTo>
                  <a:pt x="611829" y="76838"/>
                </a:lnTo>
                <a:lnTo>
                  <a:pt x="592274" y="76419"/>
                </a:lnTo>
                <a:lnTo>
                  <a:pt x="572729" y="75952"/>
                </a:lnTo>
                <a:lnTo>
                  <a:pt x="553174" y="75438"/>
                </a:lnTo>
                <a:lnTo>
                  <a:pt x="533629" y="74867"/>
                </a:lnTo>
                <a:lnTo>
                  <a:pt x="514083" y="74247"/>
                </a:lnTo>
                <a:lnTo>
                  <a:pt x="494528" y="73571"/>
                </a:lnTo>
                <a:lnTo>
                  <a:pt x="474993" y="72838"/>
                </a:lnTo>
                <a:lnTo>
                  <a:pt x="455447" y="72047"/>
                </a:lnTo>
                <a:lnTo>
                  <a:pt x="435912" y="71199"/>
                </a:lnTo>
                <a:lnTo>
                  <a:pt x="416376" y="70285"/>
                </a:lnTo>
                <a:lnTo>
                  <a:pt x="396840" y="69313"/>
                </a:lnTo>
                <a:lnTo>
                  <a:pt x="377314" y="68256"/>
                </a:lnTo>
                <a:lnTo>
                  <a:pt x="357788" y="67132"/>
                </a:lnTo>
                <a:lnTo>
                  <a:pt x="338261" y="65932"/>
                </a:lnTo>
                <a:lnTo>
                  <a:pt x="318745" y="64646"/>
                </a:lnTo>
                <a:lnTo>
                  <a:pt x="299237" y="63265"/>
                </a:lnTo>
                <a:lnTo>
                  <a:pt x="279740" y="61789"/>
                </a:lnTo>
                <a:lnTo>
                  <a:pt x="260242" y="60208"/>
                </a:lnTo>
                <a:lnTo>
                  <a:pt x="240763" y="58503"/>
                </a:lnTo>
                <a:lnTo>
                  <a:pt x="221294" y="56674"/>
                </a:lnTo>
                <a:lnTo>
                  <a:pt x="201835" y="54702"/>
                </a:lnTo>
                <a:lnTo>
                  <a:pt x="182394" y="52559"/>
                </a:lnTo>
                <a:lnTo>
                  <a:pt x="162973" y="50235"/>
                </a:lnTo>
                <a:lnTo>
                  <a:pt x="143580" y="47682"/>
                </a:lnTo>
                <a:lnTo>
                  <a:pt x="124225" y="44882"/>
                </a:lnTo>
                <a:lnTo>
                  <a:pt x="104918" y="41748"/>
                </a:lnTo>
                <a:lnTo>
                  <a:pt x="85687" y="38224"/>
                </a:lnTo>
                <a:lnTo>
                  <a:pt x="66561" y="34157"/>
                </a:lnTo>
                <a:lnTo>
                  <a:pt x="47606" y="29327"/>
                </a:lnTo>
                <a:lnTo>
                  <a:pt x="29004" y="23298"/>
                </a:lnTo>
                <a:lnTo>
                  <a:pt x="11373" y="14916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78A8D5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50" name="funnel-step-cap-2">
            <a:extLst xmlns:a="http://schemas.openxmlformats.org/drawingml/2006/main">
              <a:ext uri="{FF2B5EF4-FFF2-40B4-BE49-F238E27FC236}">
                <a16:creationId xmlns:a16="http://schemas.microsoft.com/office/drawing/2014/main" id="{3042D672-6784-49F3-B46E-49196B083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833917" y="4816478"/>
            <a:ext cx="1571406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8A8D5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51" name="funnel-flow-arrow">
            <a:extLst xmlns:a="http://schemas.openxmlformats.org/drawingml/2006/main">
              <a:ext uri="{FF2B5EF4-FFF2-40B4-BE49-F238E27FC236}">
                <a16:creationId xmlns:a16="http://schemas.microsoft.com/office/drawing/2014/main" id="{E93F871E-B93B-4270-9F19-B923375BC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52850" y="2466975"/>
            <a:ext cx="1733550" cy="3631121"/>
          </a:xfrm>
          <a:custGeom xmlns:a="http://schemas.openxmlformats.org/drawingml/2006/main">
            <a:pathLst>
              <a:path w="1733550" h="3631121">
                <a:moveTo>
                  <a:pt x="0" y="0"/>
                </a:moveTo>
                <a:lnTo>
                  <a:pt x="0" y="42824"/>
                </a:lnTo>
                <a:lnTo>
                  <a:pt x="8182" y="84763"/>
                </a:lnTo>
                <a:lnTo>
                  <a:pt x="17393" y="126587"/>
                </a:lnTo>
                <a:lnTo>
                  <a:pt x="26613" y="168412"/>
                </a:lnTo>
                <a:lnTo>
                  <a:pt x="35824" y="210236"/>
                </a:lnTo>
                <a:lnTo>
                  <a:pt x="45044" y="252060"/>
                </a:lnTo>
                <a:lnTo>
                  <a:pt x="54254" y="293884"/>
                </a:lnTo>
                <a:lnTo>
                  <a:pt x="63465" y="335709"/>
                </a:lnTo>
                <a:lnTo>
                  <a:pt x="72685" y="377533"/>
                </a:lnTo>
                <a:lnTo>
                  <a:pt x="81896" y="419357"/>
                </a:lnTo>
                <a:lnTo>
                  <a:pt x="91116" y="461181"/>
                </a:lnTo>
                <a:lnTo>
                  <a:pt x="100327" y="503006"/>
                </a:lnTo>
                <a:lnTo>
                  <a:pt x="109538" y="544830"/>
                </a:lnTo>
                <a:lnTo>
                  <a:pt x="118758" y="586654"/>
                </a:lnTo>
                <a:lnTo>
                  <a:pt x="127968" y="628479"/>
                </a:lnTo>
                <a:lnTo>
                  <a:pt x="137189" y="670303"/>
                </a:lnTo>
                <a:lnTo>
                  <a:pt x="146399" y="712127"/>
                </a:lnTo>
                <a:lnTo>
                  <a:pt x="155610" y="753951"/>
                </a:lnTo>
                <a:lnTo>
                  <a:pt x="164830" y="795776"/>
                </a:lnTo>
                <a:lnTo>
                  <a:pt x="174041" y="837600"/>
                </a:lnTo>
                <a:lnTo>
                  <a:pt x="183261" y="879424"/>
                </a:lnTo>
                <a:lnTo>
                  <a:pt x="192472" y="921248"/>
                </a:lnTo>
                <a:lnTo>
                  <a:pt x="201682" y="963073"/>
                </a:lnTo>
                <a:lnTo>
                  <a:pt x="210903" y="1004897"/>
                </a:lnTo>
                <a:lnTo>
                  <a:pt x="220113" y="1046721"/>
                </a:lnTo>
                <a:lnTo>
                  <a:pt x="229324" y="1088546"/>
                </a:lnTo>
                <a:lnTo>
                  <a:pt x="238544" y="1130370"/>
                </a:lnTo>
                <a:lnTo>
                  <a:pt x="247755" y="1172194"/>
                </a:lnTo>
                <a:lnTo>
                  <a:pt x="255813" y="1214247"/>
                </a:lnTo>
                <a:lnTo>
                  <a:pt x="263404" y="1256395"/>
                </a:lnTo>
                <a:lnTo>
                  <a:pt x="270510" y="1298629"/>
                </a:lnTo>
                <a:lnTo>
                  <a:pt x="277578" y="1340872"/>
                </a:lnTo>
                <a:lnTo>
                  <a:pt x="284636" y="1383106"/>
                </a:lnTo>
                <a:lnTo>
                  <a:pt x="291694" y="1425350"/>
                </a:lnTo>
                <a:lnTo>
                  <a:pt x="298761" y="1467593"/>
                </a:lnTo>
                <a:lnTo>
                  <a:pt x="305819" y="1509836"/>
                </a:lnTo>
                <a:lnTo>
                  <a:pt x="312877" y="1552070"/>
                </a:lnTo>
                <a:lnTo>
                  <a:pt x="319945" y="1594314"/>
                </a:lnTo>
                <a:lnTo>
                  <a:pt x="327003" y="1636557"/>
                </a:lnTo>
                <a:lnTo>
                  <a:pt x="334061" y="1678800"/>
                </a:lnTo>
                <a:lnTo>
                  <a:pt x="341128" y="1721034"/>
                </a:lnTo>
                <a:lnTo>
                  <a:pt x="348186" y="1763278"/>
                </a:lnTo>
                <a:lnTo>
                  <a:pt x="355244" y="1805521"/>
                </a:lnTo>
                <a:lnTo>
                  <a:pt x="362312" y="1847764"/>
                </a:lnTo>
                <a:lnTo>
                  <a:pt x="369370" y="1889998"/>
                </a:lnTo>
                <a:lnTo>
                  <a:pt x="376438" y="1932242"/>
                </a:lnTo>
                <a:lnTo>
                  <a:pt x="383496" y="1974485"/>
                </a:lnTo>
                <a:lnTo>
                  <a:pt x="390554" y="2016728"/>
                </a:lnTo>
                <a:lnTo>
                  <a:pt x="397621" y="2058962"/>
                </a:lnTo>
                <a:lnTo>
                  <a:pt x="404679" y="2101205"/>
                </a:lnTo>
                <a:lnTo>
                  <a:pt x="411737" y="2143449"/>
                </a:lnTo>
                <a:lnTo>
                  <a:pt x="418805" y="2185692"/>
                </a:lnTo>
                <a:lnTo>
                  <a:pt x="425863" y="2227926"/>
                </a:lnTo>
                <a:lnTo>
                  <a:pt x="432921" y="2270169"/>
                </a:lnTo>
                <a:lnTo>
                  <a:pt x="439988" y="2312413"/>
                </a:lnTo>
                <a:lnTo>
                  <a:pt x="447046" y="2354656"/>
                </a:lnTo>
                <a:lnTo>
                  <a:pt x="454104" y="2396890"/>
                </a:lnTo>
                <a:lnTo>
                  <a:pt x="460829" y="2439191"/>
                </a:lnTo>
                <a:lnTo>
                  <a:pt x="467506" y="2481491"/>
                </a:lnTo>
                <a:lnTo>
                  <a:pt x="474069" y="2523811"/>
                </a:lnTo>
                <a:lnTo>
                  <a:pt x="480632" y="2566140"/>
                </a:lnTo>
                <a:lnTo>
                  <a:pt x="487185" y="2608459"/>
                </a:lnTo>
                <a:lnTo>
                  <a:pt x="493747" y="2650779"/>
                </a:lnTo>
                <a:lnTo>
                  <a:pt x="500301" y="2693099"/>
                </a:lnTo>
                <a:lnTo>
                  <a:pt x="506863" y="2735428"/>
                </a:lnTo>
                <a:lnTo>
                  <a:pt x="513426" y="2777747"/>
                </a:lnTo>
                <a:lnTo>
                  <a:pt x="519979" y="2820067"/>
                </a:lnTo>
                <a:lnTo>
                  <a:pt x="526542" y="2862386"/>
                </a:lnTo>
                <a:lnTo>
                  <a:pt x="533095" y="2904715"/>
                </a:lnTo>
                <a:lnTo>
                  <a:pt x="539658" y="2947035"/>
                </a:lnTo>
                <a:lnTo>
                  <a:pt x="503501" y="2952750"/>
                </a:lnTo>
                <a:lnTo>
                  <a:pt x="460677" y="2952750"/>
                </a:lnTo>
                <a:lnTo>
                  <a:pt x="417843" y="2952750"/>
                </a:lnTo>
                <a:lnTo>
                  <a:pt x="375018" y="2952750"/>
                </a:lnTo>
                <a:lnTo>
                  <a:pt x="332194" y="2952750"/>
                </a:lnTo>
                <a:lnTo>
                  <a:pt x="289370" y="2952750"/>
                </a:lnTo>
                <a:lnTo>
                  <a:pt x="246536" y="2952750"/>
                </a:lnTo>
                <a:lnTo>
                  <a:pt x="225628" y="2962170"/>
                </a:lnTo>
                <a:lnTo>
                  <a:pt x="255089" y="2993250"/>
                </a:lnTo>
                <a:lnTo>
                  <a:pt x="284550" y="3024340"/>
                </a:lnTo>
                <a:lnTo>
                  <a:pt x="314011" y="3055420"/>
                </a:lnTo>
                <a:lnTo>
                  <a:pt x="343481" y="3086500"/>
                </a:lnTo>
                <a:lnTo>
                  <a:pt x="372942" y="3117580"/>
                </a:lnTo>
                <a:lnTo>
                  <a:pt x="402403" y="3148660"/>
                </a:lnTo>
                <a:lnTo>
                  <a:pt x="431864" y="3179750"/>
                </a:lnTo>
                <a:lnTo>
                  <a:pt x="461334" y="3210830"/>
                </a:lnTo>
                <a:lnTo>
                  <a:pt x="490795" y="3241910"/>
                </a:lnTo>
                <a:lnTo>
                  <a:pt x="520256" y="3272990"/>
                </a:lnTo>
                <a:lnTo>
                  <a:pt x="549716" y="3304070"/>
                </a:lnTo>
                <a:lnTo>
                  <a:pt x="579187" y="3335160"/>
                </a:lnTo>
                <a:lnTo>
                  <a:pt x="608648" y="3366240"/>
                </a:lnTo>
                <a:lnTo>
                  <a:pt x="638108" y="3397320"/>
                </a:lnTo>
                <a:lnTo>
                  <a:pt x="667569" y="3428400"/>
                </a:lnTo>
                <a:lnTo>
                  <a:pt x="697040" y="3459480"/>
                </a:lnTo>
                <a:lnTo>
                  <a:pt x="726500" y="3490570"/>
                </a:lnTo>
                <a:lnTo>
                  <a:pt x="755961" y="3521650"/>
                </a:lnTo>
                <a:lnTo>
                  <a:pt x="785422" y="3552730"/>
                </a:lnTo>
                <a:lnTo>
                  <a:pt x="814892" y="3583810"/>
                </a:lnTo>
                <a:lnTo>
                  <a:pt x="844353" y="3614890"/>
                </a:lnTo>
                <a:lnTo>
                  <a:pt x="873814" y="3631121"/>
                </a:lnTo>
                <a:lnTo>
                  <a:pt x="903275" y="3600040"/>
                </a:lnTo>
                <a:lnTo>
                  <a:pt x="932736" y="3568960"/>
                </a:lnTo>
                <a:lnTo>
                  <a:pt x="962206" y="3537880"/>
                </a:lnTo>
                <a:lnTo>
                  <a:pt x="991667" y="3506800"/>
                </a:lnTo>
                <a:lnTo>
                  <a:pt x="1021128" y="3475711"/>
                </a:lnTo>
                <a:lnTo>
                  <a:pt x="1050588" y="3444631"/>
                </a:lnTo>
                <a:lnTo>
                  <a:pt x="1080059" y="3413550"/>
                </a:lnTo>
                <a:lnTo>
                  <a:pt x="1109520" y="3382470"/>
                </a:lnTo>
                <a:lnTo>
                  <a:pt x="1138980" y="3351390"/>
                </a:lnTo>
                <a:lnTo>
                  <a:pt x="1168441" y="3320301"/>
                </a:lnTo>
                <a:lnTo>
                  <a:pt x="1197912" y="3289221"/>
                </a:lnTo>
                <a:lnTo>
                  <a:pt x="1227372" y="3258141"/>
                </a:lnTo>
                <a:lnTo>
                  <a:pt x="1256833" y="3227060"/>
                </a:lnTo>
                <a:lnTo>
                  <a:pt x="1286294" y="3195980"/>
                </a:lnTo>
                <a:lnTo>
                  <a:pt x="1315764" y="3164891"/>
                </a:lnTo>
                <a:lnTo>
                  <a:pt x="1345225" y="3133811"/>
                </a:lnTo>
                <a:lnTo>
                  <a:pt x="1374686" y="3102731"/>
                </a:lnTo>
                <a:lnTo>
                  <a:pt x="1404147" y="3071651"/>
                </a:lnTo>
                <a:lnTo>
                  <a:pt x="1433617" y="3040571"/>
                </a:lnTo>
                <a:lnTo>
                  <a:pt x="1463078" y="3009481"/>
                </a:lnTo>
                <a:lnTo>
                  <a:pt x="1492539" y="2978401"/>
                </a:lnTo>
                <a:lnTo>
                  <a:pt x="1509379" y="2952750"/>
                </a:lnTo>
                <a:lnTo>
                  <a:pt x="1466545" y="2952750"/>
                </a:lnTo>
                <a:lnTo>
                  <a:pt x="1423721" y="2952750"/>
                </a:lnTo>
                <a:lnTo>
                  <a:pt x="1380896" y="2952750"/>
                </a:lnTo>
                <a:lnTo>
                  <a:pt x="1338062" y="2952750"/>
                </a:lnTo>
                <a:lnTo>
                  <a:pt x="1295238" y="2952750"/>
                </a:lnTo>
                <a:lnTo>
                  <a:pt x="1252414" y="2952750"/>
                </a:lnTo>
                <a:lnTo>
                  <a:pt x="1209589" y="2952750"/>
                </a:lnTo>
                <a:lnTo>
                  <a:pt x="1197026" y="2926813"/>
                </a:lnTo>
                <a:lnTo>
                  <a:pt x="1203589" y="2884494"/>
                </a:lnTo>
                <a:lnTo>
                  <a:pt x="1210142" y="2842165"/>
                </a:lnTo>
                <a:lnTo>
                  <a:pt x="1216704" y="2799845"/>
                </a:lnTo>
                <a:lnTo>
                  <a:pt x="1223258" y="2757526"/>
                </a:lnTo>
                <a:lnTo>
                  <a:pt x="1229820" y="2715206"/>
                </a:lnTo>
                <a:lnTo>
                  <a:pt x="1236383" y="2672877"/>
                </a:lnTo>
                <a:lnTo>
                  <a:pt x="1242936" y="2630557"/>
                </a:lnTo>
                <a:lnTo>
                  <a:pt x="1249499" y="2588238"/>
                </a:lnTo>
                <a:lnTo>
                  <a:pt x="1256052" y="2545918"/>
                </a:lnTo>
                <a:lnTo>
                  <a:pt x="1262615" y="2503589"/>
                </a:lnTo>
                <a:lnTo>
                  <a:pt x="1269216" y="2461279"/>
                </a:lnTo>
                <a:lnTo>
                  <a:pt x="1275931" y="2418979"/>
                </a:lnTo>
                <a:lnTo>
                  <a:pt x="1282817" y="2376707"/>
                </a:lnTo>
                <a:lnTo>
                  <a:pt x="1289875" y="2334473"/>
                </a:lnTo>
                <a:lnTo>
                  <a:pt x="1296943" y="2292229"/>
                </a:lnTo>
                <a:lnTo>
                  <a:pt x="1304001" y="2249986"/>
                </a:lnTo>
                <a:lnTo>
                  <a:pt x="1311059" y="2207743"/>
                </a:lnTo>
                <a:lnTo>
                  <a:pt x="1318127" y="2165509"/>
                </a:lnTo>
                <a:lnTo>
                  <a:pt x="1325185" y="2123265"/>
                </a:lnTo>
                <a:lnTo>
                  <a:pt x="1332243" y="2081022"/>
                </a:lnTo>
                <a:lnTo>
                  <a:pt x="1339310" y="2038779"/>
                </a:lnTo>
                <a:lnTo>
                  <a:pt x="1346368" y="1996545"/>
                </a:lnTo>
                <a:lnTo>
                  <a:pt x="1353426" y="1954301"/>
                </a:lnTo>
                <a:lnTo>
                  <a:pt x="1360494" y="1912058"/>
                </a:lnTo>
                <a:lnTo>
                  <a:pt x="1367552" y="1869815"/>
                </a:lnTo>
                <a:lnTo>
                  <a:pt x="1374610" y="1827581"/>
                </a:lnTo>
                <a:lnTo>
                  <a:pt x="1381677" y="1785337"/>
                </a:lnTo>
                <a:lnTo>
                  <a:pt x="1388735" y="1743094"/>
                </a:lnTo>
                <a:lnTo>
                  <a:pt x="1395803" y="1700851"/>
                </a:lnTo>
                <a:lnTo>
                  <a:pt x="1402861" y="1658617"/>
                </a:lnTo>
                <a:lnTo>
                  <a:pt x="1409919" y="1616373"/>
                </a:lnTo>
                <a:lnTo>
                  <a:pt x="1416987" y="1574130"/>
                </a:lnTo>
                <a:lnTo>
                  <a:pt x="1424045" y="1531887"/>
                </a:lnTo>
                <a:lnTo>
                  <a:pt x="1431103" y="1489653"/>
                </a:lnTo>
                <a:lnTo>
                  <a:pt x="1438170" y="1447409"/>
                </a:lnTo>
                <a:lnTo>
                  <a:pt x="1445228" y="1405166"/>
                </a:lnTo>
                <a:lnTo>
                  <a:pt x="1452286" y="1362923"/>
                </a:lnTo>
                <a:lnTo>
                  <a:pt x="1459354" y="1320689"/>
                </a:lnTo>
                <a:lnTo>
                  <a:pt x="1466412" y="1278446"/>
                </a:lnTo>
                <a:lnTo>
                  <a:pt x="1473775" y="1236259"/>
                </a:lnTo>
                <a:lnTo>
                  <a:pt x="1481366" y="1194102"/>
                </a:lnTo>
                <a:lnTo>
                  <a:pt x="1490196" y="1152201"/>
                </a:lnTo>
                <a:lnTo>
                  <a:pt x="1499406" y="1110377"/>
                </a:lnTo>
                <a:lnTo>
                  <a:pt x="1508627" y="1068562"/>
                </a:lnTo>
                <a:lnTo>
                  <a:pt x="1517837" y="1026738"/>
                </a:lnTo>
                <a:lnTo>
                  <a:pt x="1527058" y="984914"/>
                </a:lnTo>
                <a:lnTo>
                  <a:pt x="1536268" y="943089"/>
                </a:lnTo>
                <a:lnTo>
                  <a:pt x="1545479" y="901265"/>
                </a:lnTo>
                <a:lnTo>
                  <a:pt x="1554699" y="859441"/>
                </a:lnTo>
                <a:lnTo>
                  <a:pt x="1563910" y="817616"/>
                </a:lnTo>
                <a:lnTo>
                  <a:pt x="1573130" y="775792"/>
                </a:lnTo>
                <a:lnTo>
                  <a:pt x="1582341" y="733968"/>
                </a:lnTo>
                <a:lnTo>
                  <a:pt x="1591551" y="692144"/>
                </a:lnTo>
                <a:lnTo>
                  <a:pt x="1600772" y="650319"/>
                </a:lnTo>
                <a:lnTo>
                  <a:pt x="1609982" y="608495"/>
                </a:lnTo>
                <a:lnTo>
                  <a:pt x="1619202" y="566671"/>
                </a:lnTo>
                <a:lnTo>
                  <a:pt x="1628413" y="524847"/>
                </a:lnTo>
                <a:lnTo>
                  <a:pt x="1637624" y="483022"/>
                </a:lnTo>
                <a:lnTo>
                  <a:pt x="1646844" y="441198"/>
                </a:lnTo>
                <a:lnTo>
                  <a:pt x="1656055" y="399374"/>
                </a:lnTo>
                <a:lnTo>
                  <a:pt x="1665265" y="357549"/>
                </a:lnTo>
                <a:lnTo>
                  <a:pt x="1674485" y="315725"/>
                </a:lnTo>
                <a:lnTo>
                  <a:pt x="1683696" y="273901"/>
                </a:lnTo>
                <a:lnTo>
                  <a:pt x="1692916" y="232077"/>
                </a:lnTo>
                <a:lnTo>
                  <a:pt x="1702127" y="190252"/>
                </a:lnTo>
                <a:lnTo>
                  <a:pt x="1711338" y="148428"/>
                </a:lnTo>
                <a:lnTo>
                  <a:pt x="1720558" y="106604"/>
                </a:lnTo>
                <a:lnTo>
                  <a:pt x="1729769" y="64780"/>
                </a:lnTo>
                <a:lnTo>
                  <a:pt x="1733550" y="22365"/>
                </a:lnTo>
                <a:lnTo>
                  <a:pt x="1713090" y="0"/>
                </a:lnTo>
                <a:lnTo>
                  <a:pt x="1670256" y="0"/>
                </a:lnTo>
                <a:lnTo>
                  <a:pt x="1627432" y="0"/>
                </a:lnTo>
                <a:lnTo>
                  <a:pt x="1584608" y="0"/>
                </a:lnTo>
                <a:lnTo>
                  <a:pt x="1541774" y="0"/>
                </a:lnTo>
                <a:lnTo>
                  <a:pt x="1498949" y="0"/>
                </a:lnTo>
                <a:lnTo>
                  <a:pt x="1456125" y="0"/>
                </a:lnTo>
                <a:lnTo>
                  <a:pt x="1413291" y="0"/>
                </a:lnTo>
                <a:lnTo>
                  <a:pt x="1370467" y="0"/>
                </a:lnTo>
                <a:lnTo>
                  <a:pt x="1327642" y="0"/>
                </a:lnTo>
                <a:lnTo>
                  <a:pt x="1284818" y="0"/>
                </a:lnTo>
                <a:lnTo>
                  <a:pt x="1241984" y="0"/>
                </a:lnTo>
                <a:lnTo>
                  <a:pt x="1199159" y="0"/>
                </a:lnTo>
                <a:lnTo>
                  <a:pt x="1156335" y="0"/>
                </a:lnTo>
                <a:lnTo>
                  <a:pt x="1113501" y="0"/>
                </a:lnTo>
                <a:lnTo>
                  <a:pt x="1070677" y="0"/>
                </a:lnTo>
                <a:lnTo>
                  <a:pt x="1027852" y="0"/>
                </a:lnTo>
                <a:lnTo>
                  <a:pt x="985028" y="0"/>
                </a:lnTo>
                <a:lnTo>
                  <a:pt x="942194" y="0"/>
                </a:lnTo>
                <a:lnTo>
                  <a:pt x="899370" y="0"/>
                </a:lnTo>
                <a:lnTo>
                  <a:pt x="856545" y="0"/>
                </a:lnTo>
                <a:lnTo>
                  <a:pt x="813711" y="0"/>
                </a:lnTo>
                <a:lnTo>
                  <a:pt x="770887" y="0"/>
                </a:lnTo>
                <a:lnTo>
                  <a:pt x="728062" y="0"/>
                </a:lnTo>
                <a:lnTo>
                  <a:pt x="685238" y="0"/>
                </a:lnTo>
                <a:lnTo>
                  <a:pt x="642404" y="0"/>
                </a:lnTo>
                <a:lnTo>
                  <a:pt x="599580" y="0"/>
                </a:lnTo>
                <a:lnTo>
                  <a:pt x="556755" y="0"/>
                </a:lnTo>
                <a:lnTo>
                  <a:pt x="513921" y="0"/>
                </a:lnTo>
                <a:lnTo>
                  <a:pt x="471097" y="0"/>
                </a:lnTo>
                <a:lnTo>
                  <a:pt x="428273" y="0"/>
                </a:lnTo>
                <a:lnTo>
                  <a:pt x="385448" y="0"/>
                </a:lnTo>
                <a:lnTo>
                  <a:pt x="342614" y="0"/>
                </a:lnTo>
                <a:lnTo>
                  <a:pt x="299790" y="0"/>
                </a:lnTo>
                <a:lnTo>
                  <a:pt x="256965" y="0"/>
                </a:lnTo>
                <a:lnTo>
                  <a:pt x="214132" y="0"/>
                </a:lnTo>
                <a:lnTo>
                  <a:pt x="171307" y="0"/>
                </a:lnTo>
                <a:lnTo>
                  <a:pt x="128483" y="0"/>
                </a:lnTo>
                <a:lnTo>
                  <a:pt x="85658" y="0"/>
                </a:lnTo>
                <a:lnTo>
                  <a:pt x="42824" y="0"/>
                </a:lnTo>
                <a:lnTo>
                  <a:pt x="0" y="0"/>
                </a:lnTo>
                <a:close/>
              </a:path>
            </a:pathLst>
          </a:custGeom>
          <a:gradFill xmlns:a="http://schemas.openxmlformats.org/drawingml/2006/main">
            <a:gsLst>
              <a:gs pos="0">
                <a:srgbClr val="000000"/>
              </a:gs>
              <a:gs pos="42">
                <a:srgbClr val="B8D8F2">
                  <a:alpha val="16000"/>
                </a:srgbClr>
              </a:gs>
              <a:gs pos="76">
                <a:srgbClr val="8FC4EE">
                  <a:alpha val="32000"/>
                </a:srgbClr>
              </a:gs>
              <a:gs pos="100">
                <a:srgbClr val="72B3E8">
                  <a:alpha val="52000"/>
                </a:srgbClr>
              </a:gs>
            </a:gsLst>
            <a:lin ang="10800000"/>
          </a:gradFill>
          <a:ln xmlns:a="http://schemas.openxmlformats.org/drawingml/2006/main" w="9525">
            <a:noFill/>
            <a:prstDash val="solid"/>
          </a:ln>
        </p:spPr>
      </p:sp>
      <p:sp>
        <p:nvSpPr>
          <p:cNvPr id="52" name="phase-label-0">
            <a:extLst xmlns:a="http://schemas.openxmlformats.org/drawingml/2006/main">
              <a:ext uri="{FF2B5EF4-FFF2-40B4-BE49-F238E27FC236}">
                <a16:creationId xmlns:a16="http://schemas.microsoft.com/office/drawing/2014/main" id="{A0B7723D-7E1D-4AE8-A404-7246F3C11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1638300"/>
            <a:ext cx="228600" cy="205099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阶段一</a:t>
            </a:r>
          </a:p>
        </p:txBody>
      </p:sp>
      <p:sp>
        <p:nvSpPr>
          <p:cNvPr id="53" name="phase-label-1">
            <a:extLst xmlns:a="http://schemas.openxmlformats.org/drawingml/2006/main">
              <a:ext uri="{FF2B5EF4-FFF2-40B4-BE49-F238E27FC236}">
                <a16:creationId xmlns:a16="http://schemas.microsoft.com/office/drawing/2014/main" id="{8DE2B11B-82D6-4EA3-BB6E-09E974A1F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3689299"/>
            <a:ext cx="228600" cy="121279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阶段二</a:t>
            </a:r>
          </a:p>
        </p:txBody>
      </p:sp>
      <p:sp>
        <p:nvSpPr>
          <p:cNvPr id="54" name="phase-label-2">
            <a:extLst xmlns:a="http://schemas.openxmlformats.org/drawingml/2006/main">
              <a:ext uri="{FF2B5EF4-FFF2-40B4-BE49-F238E27FC236}">
                <a16:creationId xmlns:a16="http://schemas.microsoft.com/office/drawing/2014/main" id="{E25DD405-2D54-4CE6-A039-E03DA0921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4902098"/>
            <a:ext cx="228600" cy="130804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阶段三</a:t>
            </a:r>
          </a:p>
        </p:txBody>
      </p:sp>
      <p:sp>
        <p:nvSpPr>
          <p:cNvPr id="55" name="funnel-step-title-0">
            <a:extLst xmlns:a="http://schemas.openxmlformats.org/drawingml/2006/main">
              <a:ext uri="{FF2B5EF4-FFF2-40B4-BE49-F238E27FC236}">
                <a16:creationId xmlns:a16="http://schemas.microsoft.com/office/drawing/2014/main" id="{641E4804-2DED-452D-8E4B-3E22FCACD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528117" y="2944711"/>
            <a:ext cx="2183016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3600"/>
              </a:lnSpc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广泛触达</a:t>
            </a:r>
          </a:p>
        </p:txBody>
      </p:sp>
      <p:sp>
        <p:nvSpPr>
          <p:cNvPr id="56" name="funnel-step-title-1">
            <a:extLst xmlns:a="http://schemas.openxmlformats.org/drawingml/2006/main">
              <a:ext uri="{FF2B5EF4-FFF2-40B4-BE49-F238E27FC236}">
                <a16:creationId xmlns:a16="http://schemas.microsoft.com/office/drawing/2014/main" id="{4E7D5D72-0414-47BF-88AE-D267D9DCA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10165" y="4157663"/>
            <a:ext cx="141893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3600"/>
              </a:lnSpc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兴趣识别</a:t>
            </a:r>
          </a:p>
        </p:txBody>
      </p:sp>
      <p:sp>
        <p:nvSpPr>
          <p:cNvPr id="57" name="funnel-step-title-2">
            <a:extLst xmlns:a="http://schemas.openxmlformats.org/drawingml/2006/main">
              <a:ext uri="{FF2B5EF4-FFF2-40B4-BE49-F238E27FC236}">
                <a16:creationId xmlns:a16="http://schemas.microsoft.com/office/drawing/2014/main" id="{6BEA1DFF-A58D-4EA9-AA06-F59AA3E11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200525" y="5370462"/>
            <a:ext cx="8382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意向培育</a:t>
            </a:r>
          </a:p>
        </p:txBody>
      </p:sp>
      <p:sp>
        <p:nvSpPr>
          <p:cNvPr id="58" name="input-core-0">
            <a:extLst xmlns:a="http://schemas.openxmlformats.org/drawingml/2006/main">
              <a:ext uri="{FF2B5EF4-FFF2-40B4-BE49-F238E27FC236}">
                <a16:creationId xmlns:a16="http://schemas.microsoft.com/office/drawing/2014/main" id="{8F147373-C1FD-4F50-99E5-6D58FE898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890838" y="194310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23"/>
          <a:fontRef xmlns:a="http://schemas.openxmlformats.org/drawingml/2006/main" idx="major"/>
        </p:style>
      </p:sp>
      <p:pic>
        <p:nvPicPr>
          <p:cNvPr id="13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ae4598436544305">
            <a:extLst>
              <a:ext uri="{96DAC541-7B7A-43D3-8B79-37D633B846F1}">
                <asvg:svgBlip xmlns:asvg="http://schemas.microsoft.com/office/drawing/2016/SVG/main" r:embed="R6ff86c7d65c2411a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2986088" y="2038350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60" name="input-core-1">
            <a:extLst xmlns:a="http://schemas.openxmlformats.org/drawingml/2006/main">
              <a:ext uri="{FF2B5EF4-FFF2-40B4-BE49-F238E27FC236}">
                <a16:creationId xmlns:a16="http://schemas.microsoft.com/office/drawing/2014/main" id="{93B0B5DC-E0DF-48E6-B6C3-A8A77961D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419475" y="1781175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23"/>
          <a:fontRef xmlns:a="http://schemas.openxmlformats.org/drawingml/2006/main" idx="major"/>
        </p:style>
      </p:sp>
      <p:pic>
        <p:nvPicPr>
          <p:cNvPr id="13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9af740e6d1b460c">
            <a:extLst>
              <a:ext uri="{96DAC541-7B7A-43D3-8B79-37D633B846F1}">
                <asvg:svgBlip xmlns:asvg="http://schemas.microsoft.com/office/drawing/2016/SVG/main" r:embed="R8dbcbcaa152442a3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3514725" y="1876425"/>
            <a:ext cx="209550" cy="209550"/>
          </a:xfrm>
          <a:prstGeom xmlns:a="http://schemas.openxmlformats.org/drawingml/2006/main" prst="rect">
            <a:avLst/>
          </a:prstGeom>
        </p:spPr>
      </p:pic>
      <p:sp>
        <p:nvSpPr>
          <p:cNvPr id="62" name="input-core-2">
            <a:extLst xmlns:a="http://schemas.openxmlformats.org/drawingml/2006/main">
              <a:ext uri="{FF2B5EF4-FFF2-40B4-BE49-F238E27FC236}">
                <a16:creationId xmlns:a16="http://schemas.microsoft.com/office/drawing/2014/main" id="{ECD2FA6B-80BF-42E8-9A5D-571CA1242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890963" y="163830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23"/>
          <a:fontRef xmlns:a="http://schemas.openxmlformats.org/drawingml/2006/main" idx="major"/>
        </p:style>
      </p:sp>
      <p:pic>
        <p:nvPicPr>
          <p:cNvPr id="13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7fe09d75ba64247">
            <a:extLst>
              <a:ext uri="{96DAC541-7B7A-43D3-8B79-37D633B846F1}">
                <asvg:svgBlip xmlns:asvg="http://schemas.microsoft.com/office/drawing/2016/SVG/main" r:embed="Ra646c0df55664ad9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3986213" y="1733550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64" name="input-core-3">
            <a:extLst xmlns:a="http://schemas.openxmlformats.org/drawingml/2006/main">
              <a:ext uri="{FF2B5EF4-FFF2-40B4-BE49-F238E27FC236}">
                <a16:creationId xmlns:a16="http://schemas.microsoft.com/office/drawing/2014/main" id="{18846A9C-8D3E-4102-B8C0-C4FCFAC43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419600" y="1628775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23"/>
          <a:fontRef xmlns:a="http://schemas.openxmlformats.org/drawingml/2006/main" idx="major"/>
        </p:style>
      </p:sp>
      <p:pic>
        <p:nvPicPr>
          <p:cNvPr id="13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84689cdb12b4ce7">
            <a:extLst>
              <a:ext uri="{96DAC541-7B7A-43D3-8B79-37D633B846F1}">
                <asvg:svgBlip xmlns:asvg="http://schemas.microsoft.com/office/drawing/2016/SVG/main" r:embed="R83519e0617ad4bfb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4514850" y="1724025"/>
            <a:ext cx="209550" cy="209550"/>
          </a:xfrm>
          <a:prstGeom xmlns:a="http://schemas.openxmlformats.org/drawingml/2006/main" prst="rect">
            <a:avLst/>
          </a:prstGeom>
        </p:spPr>
      </p:pic>
      <p:sp>
        <p:nvSpPr>
          <p:cNvPr id="66" name="input-core-4">
            <a:extLst xmlns:a="http://schemas.openxmlformats.org/drawingml/2006/main">
              <a:ext uri="{FF2B5EF4-FFF2-40B4-BE49-F238E27FC236}">
                <a16:creationId xmlns:a16="http://schemas.microsoft.com/office/drawing/2014/main" id="{5A3D2BE9-657D-4A95-9982-0DAC16AF6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891088" y="168592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23"/>
          <a:fontRef xmlns:a="http://schemas.openxmlformats.org/drawingml/2006/main" idx="major"/>
        </p:style>
      </p:sp>
      <p:pic>
        <p:nvPicPr>
          <p:cNvPr id="13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c8481d05cc64ae1">
            <a:extLst>
              <a:ext uri="{96DAC541-7B7A-43D3-8B79-37D633B846F1}">
                <asvg:svgBlip xmlns:asvg="http://schemas.microsoft.com/office/drawing/2016/SVG/main" r:embed="Reea3be0438044d09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4986338" y="1781175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68" name="input-core-5">
            <a:extLst xmlns:a="http://schemas.openxmlformats.org/drawingml/2006/main">
              <a:ext uri="{FF2B5EF4-FFF2-40B4-BE49-F238E27FC236}">
                <a16:creationId xmlns:a16="http://schemas.microsoft.com/office/drawing/2014/main" id="{05EB20F0-ACF5-417C-9D2F-83BDA93F1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419725" y="1857375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23"/>
          <a:fontRef xmlns:a="http://schemas.openxmlformats.org/drawingml/2006/main" idx="major"/>
        </p:style>
      </p:sp>
      <p:pic>
        <p:nvPicPr>
          <p:cNvPr id="14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548e04ece134d43">
            <a:extLst>
              <a:ext uri="{96DAC541-7B7A-43D3-8B79-37D633B846F1}">
                <asvg:svgBlip xmlns:asvg="http://schemas.microsoft.com/office/drawing/2016/SVG/main" r:embed="R4a43fb2f82b94267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5514975" y="1952625"/>
            <a:ext cx="209550" cy="209550"/>
          </a:xfrm>
          <a:prstGeom xmlns:a="http://schemas.openxmlformats.org/drawingml/2006/main" prst="rect">
            <a:avLst/>
          </a:prstGeom>
        </p:spPr>
      </p:pic>
      <p:sp>
        <p:nvSpPr>
          <p:cNvPr id="70" name="input-core-6">
            <a:extLst xmlns:a="http://schemas.openxmlformats.org/drawingml/2006/main">
              <a:ext uri="{FF2B5EF4-FFF2-40B4-BE49-F238E27FC236}">
                <a16:creationId xmlns:a16="http://schemas.microsoft.com/office/drawing/2014/main" id="{84AD1813-1C78-47D6-8E37-3AA269E97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891213" y="193357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23"/>
          <a:fontRef xmlns:a="http://schemas.openxmlformats.org/drawingml/2006/main" idx="major"/>
        </p:style>
      </p:sp>
      <p:pic>
        <p:nvPicPr>
          <p:cNvPr id="14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f65caa7fa014824">
            <a:extLst>
              <a:ext uri="{96DAC541-7B7A-43D3-8B79-37D633B846F1}">
                <asvg:svgBlip xmlns:asvg="http://schemas.microsoft.com/office/drawing/2016/SVG/main" r:embed="R0d8e09ae7eaa418c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5986463" y="2028825"/>
            <a:ext cx="266700" cy="2667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4493613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phase-band-0">
            <a:extLst xmlns:a="http://schemas.openxmlformats.org/drawingml/2006/main">
              <a:ext uri="{FF2B5EF4-FFF2-40B4-BE49-F238E27FC236}">
                <a16:creationId xmlns:a16="http://schemas.microsoft.com/office/drawing/2014/main" id="{A420DFA2-1FC7-48CA-A4E4-B64FD349E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1638300"/>
            <a:ext cx="11144250" cy="2305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phase-band-1">
            <a:extLst xmlns:a="http://schemas.openxmlformats.org/drawingml/2006/main">
              <a:ext uri="{FF2B5EF4-FFF2-40B4-BE49-F238E27FC236}">
                <a16:creationId xmlns:a16="http://schemas.microsoft.com/office/drawing/2014/main" id="{9979A1FA-7507-4EC5-A148-2A8E2196B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3943350"/>
            <a:ext cx="11144250" cy="2266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38100">
            <a:solidFill>
              <a:srgbClr val="FFFFFF"/>
            </a:solidFill>
            <a:prstDash val="solid"/>
          </a:ln>
        </p:spPr>
      </p:sp>
      <p:sp>
        <p:nvSpPr>
          <p:cNvPr id="3" name="phase-rail-0">
            <a:extLst xmlns:a="http://schemas.openxmlformats.org/drawingml/2006/main">
              <a:ext uri="{FF2B5EF4-FFF2-40B4-BE49-F238E27FC236}">
                <a16:creationId xmlns:a16="http://schemas.microsoft.com/office/drawing/2014/main" id="{46F45C74-B040-43C4-B289-407FB2EDD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1638300"/>
            <a:ext cx="514350" cy="2300954"/>
          </a:xfrm>
          <a:custGeom xmlns:a="http://schemas.openxmlformats.org/drawingml/2006/main">
            <a:pathLst>
              <a:path w="514350" h="2300954">
                <a:moveTo>
                  <a:pt x="0" y="0"/>
                </a:moveTo>
                <a:lnTo>
                  <a:pt x="22612" y="0"/>
                </a:lnTo>
                <a:lnTo>
                  <a:pt x="45225" y="0"/>
                </a:lnTo>
                <a:lnTo>
                  <a:pt x="67837" y="0"/>
                </a:lnTo>
                <a:lnTo>
                  <a:pt x="90449" y="0"/>
                </a:lnTo>
                <a:lnTo>
                  <a:pt x="113062" y="0"/>
                </a:lnTo>
                <a:lnTo>
                  <a:pt x="135674" y="0"/>
                </a:lnTo>
                <a:lnTo>
                  <a:pt x="158286" y="0"/>
                </a:lnTo>
                <a:lnTo>
                  <a:pt x="180899" y="0"/>
                </a:lnTo>
                <a:lnTo>
                  <a:pt x="203521" y="0"/>
                </a:lnTo>
                <a:lnTo>
                  <a:pt x="226133" y="0"/>
                </a:lnTo>
                <a:lnTo>
                  <a:pt x="248745" y="0"/>
                </a:lnTo>
                <a:lnTo>
                  <a:pt x="271358" y="0"/>
                </a:lnTo>
                <a:lnTo>
                  <a:pt x="293970" y="0"/>
                </a:lnTo>
                <a:lnTo>
                  <a:pt x="316582" y="0"/>
                </a:lnTo>
                <a:lnTo>
                  <a:pt x="339195" y="0"/>
                </a:lnTo>
                <a:lnTo>
                  <a:pt x="361807" y="0"/>
                </a:lnTo>
                <a:lnTo>
                  <a:pt x="384419" y="0"/>
                </a:lnTo>
                <a:lnTo>
                  <a:pt x="407032" y="0"/>
                </a:lnTo>
                <a:lnTo>
                  <a:pt x="429644" y="0"/>
                </a:lnTo>
                <a:lnTo>
                  <a:pt x="452257" y="0"/>
                </a:lnTo>
                <a:lnTo>
                  <a:pt x="474869" y="0"/>
                </a:lnTo>
                <a:lnTo>
                  <a:pt x="497481" y="0"/>
                </a:lnTo>
                <a:lnTo>
                  <a:pt x="514350" y="5744"/>
                </a:lnTo>
                <a:lnTo>
                  <a:pt x="514350" y="28356"/>
                </a:lnTo>
                <a:lnTo>
                  <a:pt x="514350" y="50968"/>
                </a:lnTo>
                <a:lnTo>
                  <a:pt x="514350" y="73581"/>
                </a:lnTo>
                <a:lnTo>
                  <a:pt x="514350" y="96203"/>
                </a:lnTo>
                <a:lnTo>
                  <a:pt x="514350" y="118815"/>
                </a:lnTo>
                <a:lnTo>
                  <a:pt x="514350" y="141427"/>
                </a:lnTo>
                <a:lnTo>
                  <a:pt x="514350" y="164040"/>
                </a:lnTo>
                <a:lnTo>
                  <a:pt x="514350" y="186652"/>
                </a:lnTo>
                <a:lnTo>
                  <a:pt x="514350" y="209264"/>
                </a:lnTo>
                <a:lnTo>
                  <a:pt x="514350" y="231877"/>
                </a:lnTo>
                <a:lnTo>
                  <a:pt x="514350" y="254489"/>
                </a:lnTo>
                <a:lnTo>
                  <a:pt x="514350" y="277101"/>
                </a:lnTo>
                <a:lnTo>
                  <a:pt x="514350" y="299714"/>
                </a:lnTo>
                <a:lnTo>
                  <a:pt x="514350" y="322326"/>
                </a:lnTo>
                <a:lnTo>
                  <a:pt x="514350" y="344938"/>
                </a:lnTo>
                <a:lnTo>
                  <a:pt x="514350" y="367551"/>
                </a:lnTo>
                <a:lnTo>
                  <a:pt x="514350" y="390163"/>
                </a:lnTo>
                <a:lnTo>
                  <a:pt x="514350" y="412775"/>
                </a:lnTo>
                <a:lnTo>
                  <a:pt x="514350" y="435388"/>
                </a:lnTo>
                <a:lnTo>
                  <a:pt x="514350" y="458000"/>
                </a:lnTo>
                <a:lnTo>
                  <a:pt x="514350" y="480622"/>
                </a:lnTo>
                <a:lnTo>
                  <a:pt x="514350" y="503234"/>
                </a:lnTo>
                <a:lnTo>
                  <a:pt x="514350" y="525847"/>
                </a:lnTo>
                <a:lnTo>
                  <a:pt x="514350" y="548459"/>
                </a:lnTo>
                <a:lnTo>
                  <a:pt x="514350" y="571071"/>
                </a:lnTo>
                <a:lnTo>
                  <a:pt x="514350" y="593684"/>
                </a:lnTo>
                <a:lnTo>
                  <a:pt x="514350" y="616296"/>
                </a:lnTo>
                <a:lnTo>
                  <a:pt x="514350" y="638908"/>
                </a:lnTo>
                <a:lnTo>
                  <a:pt x="514350" y="661521"/>
                </a:lnTo>
                <a:lnTo>
                  <a:pt x="514350" y="684133"/>
                </a:lnTo>
                <a:lnTo>
                  <a:pt x="514350" y="706745"/>
                </a:lnTo>
                <a:lnTo>
                  <a:pt x="514350" y="729358"/>
                </a:lnTo>
                <a:lnTo>
                  <a:pt x="514350" y="751970"/>
                </a:lnTo>
                <a:lnTo>
                  <a:pt x="514350" y="774583"/>
                </a:lnTo>
                <a:lnTo>
                  <a:pt x="514350" y="797195"/>
                </a:lnTo>
                <a:lnTo>
                  <a:pt x="514350" y="819807"/>
                </a:lnTo>
                <a:lnTo>
                  <a:pt x="514350" y="842420"/>
                </a:lnTo>
                <a:lnTo>
                  <a:pt x="514350" y="865041"/>
                </a:lnTo>
                <a:lnTo>
                  <a:pt x="514350" y="887654"/>
                </a:lnTo>
                <a:lnTo>
                  <a:pt x="514350" y="910266"/>
                </a:lnTo>
                <a:lnTo>
                  <a:pt x="514350" y="932879"/>
                </a:lnTo>
                <a:lnTo>
                  <a:pt x="514350" y="955491"/>
                </a:lnTo>
                <a:lnTo>
                  <a:pt x="514350" y="978103"/>
                </a:lnTo>
                <a:lnTo>
                  <a:pt x="514350" y="1000716"/>
                </a:lnTo>
                <a:lnTo>
                  <a:pt x="514350" y="1023328"/>
                </a:lnTo>
                <a:lnTo>
                  <a:pt x="514350" y="1045940"/>
                </a:lnTo>
                <a:lnTo>
                  <a:pt x="514350" y="1068553"/>
                </a:lnTo>
                <a:lnTo>
                  <a:pt x="514350" y="1091165"/>
                </a:lnTo>
                <a:lnTo>
                  <a:pt x="514350" y="1113777"/>
                </a:lnTo>
                <a:lnTo>
                  <a:pt x="514350" y="1136390"/>
                </a:lnTo>
                <a:lnTo>
                  <a:pt x="514350" y="1159002"/>
                </a:lnTo>
                <a:lnTo>
                  <a:pt x="514350" y="1181614"/>
                </a:lnTo>
                <a:lnTo>
                  <a:pt x="514350" y="1204227"/>
                </a:lnTo>
                <a:lnTo>
                  <a:pt x="514350" y="1226839"/>
                </a:lnTo>
                <a:lnTo>
                  <a:pt x="514350" y="1249451"/>
                </a:lnTo>
                <a:lnTo>
                  <a:pt x="514350" y="1272073"/>
                </a:lnTo>
                <a:lnTo>
                  <a:pt x="514350" y="1294686"/>
                </a:lnTo>
                <a:lnTo>
                  <a:pt x="514350" y="1317298"/>
                </a:lnTo>
                <a:lnTo>
                  <a:pt x="514350" y="1339910"/>
                </a:lnTo>
                <a:lnTo>
                  <a:pt x="514350" y="1362523"/>
                </a:lnTo>
                <a:lnTo>
                  <a:pt x="514350" y="1385135"/>
                </a:lnTo>
                <a:lnTo>
                  <a:pt x="514350" y="1407747"/>
                </a:lnTo>
                <a:lnTo>
                  <a:pt x="514350" y="1430360"/>
                </a:lnTo>
                <a:lnTo>
                  <a:pt x="514350" y="1452972"/>
                </a:lnTo>
                <a:lnTo>
                  <a:pt x="514350" y="1475584"/>
                </a:lnTo>
                <a:lnTo>
                  <a:pt x="514350" y="1498197"/>
                </a:lnTo>
                <a:lnTo>
                  <a:pt x="514350" y="1520809"/>
                </a:lnTo>
                <a:lnTo>
                  <a:pt x="514350" y="1543421"/>
                </a:lnTo>
                <a:lnTo>
                  <a:pt x="514350" y="1566034"/>
                </a:lnTo>
                <a:lnTo>
                  <a:pt x="514350" y="1588646"/>
                </a:lnTo>
                <a:lnTo>
                  <a:pt x="514350" y="1611259"/>
                </a:lnTo>
                <a:lnTo>
                  <a:pt x="514350" y="1633871"/>
                </a:lnTo>
                <a:lnTo>
                  <a:pt x="514350" y="1656493"/>
                </a:lnTo>
                <a:lnTo>
                  <a:pt x="514350" y="1679105"/>
                </a:lnTo>
                <a:lnTo>
                  <a:pt x="514350" y="1701717"/>
                </a:lnTo>
                <a:lnTo>
                  <a:pt x="514350" y="1724330"/>
                </a:lnTo>
                <a:lnTo>
                  <a:pt x="514350" y="1746942"/>
                </a:lnTo>
                <a:lnTo>
                  <a:pt x="514350" y="1769555"/>
                </a:lnTo>
                <a:lnTo>
                  <a:pt x="514350" y="1792167"/>
                </a:lnTo>
                <a:lnTo>
                  <a:pt x="514350" y="1814779"/>
                </a:lnTo>
                <a:lnTo>
                  <a:pt x="514350" y="1837392"/>
                </a:lnTo>
                <a:lnTo>
                  <a:pt x="514350" y="1860004"/>
                </a:lnTo>
                <a:lnTo>
                  <a:pt x="514350" y="1882616"/>
                </a:lnTo>
                <a:lnTo>
                  <a:pt x="514350" y="1905229"/>
                </a:lnTo>
                <a:lnTo>
                  <a:pt x="514350" y="1927841"/>
                </a:lnTo>
                <a:lnTo>
                  <a:pt x="514350" y="1950453"/>
                </a:lnTo>
                <a:lnTo>
                  <a:pt x="514350" y="1973066"/>
                </a:lnTo>
                <a:lnTo>
                  <a:pt x="514350" y="1995678"/>
                </a:lnTo>
                <a:lnTo>
                  <a:pt x="514350" y="2018290"/>
                </a:lnTo>
                <a:lnTo>
                  <a:pt x="514350" y="2040903"/>
                </a:lnTo>
                <a:lnTo>
                  <a:pt x="514350" y="2063525"/>
                </a:lnTo>
                <a:lnTo>
                  <a:pt x="514350" y="2086137"/>
                </a:lnTo>
                <a:lnTo>
                  <a:pt x="514350" y="2108749"/>
                </a:lnTo>
                <a:lnTo>
                  <a:pt x="514350" y="2131362"/>
                </a:lnTo>
                <a:lnTo>
                  <a:pt x="514350" y="2153974"/>
                </a:lnTo>
                <a:lnTo>
                  <a:pt x="501758" y="2169176"/>
                </a:lnTo>
                <a:lnTo>
                  <a:pt x="481984" y="2180158"/>
                </a:lnTo>
                <a:lnTo>
                  <a:pt x="462220" y="2191141"/>
                </a:lnTo>
                <a:lnTo>
                  <a:pt x="442455" y="2202123"/>
                </a:lnTo>
                <a:lnTo>
                  <a:pt x="422681" y="2213096"/>
                </a:lnTo>
                <a:lnTo>
                  <a:pt x="402917" y="2224078"/>
                </a:lnTo>
                <a:lnTo>
                  <a:pt x="383153" y="2235060"/>
                </a:lnTo>
                <a:lnTo>
                  <a:pt x="363379" y="2246043"/>
                </a:lnTo>
                <a:lnTo>
                  <a:pt x="343614" y="2257025"/>
                </a:lnTo>
                <a:lnTo>
                  <a:pt x="323850" y="2268007"/>
                </a:lnTo>
                <a:lnTo>
                  <a:pt x="304086" y="2278990"/>
                </a:lnTo>
                <a:lnTo>
                  <a:pt x="284312" y="2289972"/>
                </a:lnTo>
                <a:lnTo>
                  <a:pt x="264547" y="2300954"/>
                </a:lnTo>
                <a:lnTo>
                  <a:pt x="244783" y="2298163"/>
                </a:lnTo>
                <a:lnTo>
                  <a:pt x="225009" y="2287181"/>
                </a:lnTo>
                <a:lnTo>
                  <a:pt x="205245" y="2276199"/>
                </a:lnTo>
                <a:lnTo>
                  <a:pt x="185480" y="2265216"/>
                </a:lnTo>
                <a:lnTo>
                  <a:pt x="165706" y="2254234"/>
                </a:lnTo>
                <a:lnTo>
                  <a:pt x="145942" y="2243252"/>
                </a:lnTo>
                <a:lnTo>
                  <a:pt x="126178" y="2232269"/>
                </a:lnTo>
                <a:lnTo>
                  <a:pt x="106413" y="2221287"/>
                </a:lnTo>
                <a:lnTo>
                  <a:pt x="86639" y="2210305"/>
                </a:lnTo>
                <a:lnTo>
                  <a:pt x="66875" y="2199332"/>
                </a:lnTo>
                <a:lnTo>
                  <a:pt x="47111" y="2188350"/>
                </a:lnTo>
                <a:lnTo>
                  <a:pt x="27337" y="2177367"/>
                </a:lnTo>
                <a:lnTo>
                  <a:pt x="7572" y="2166385"/>
                </a:lnTo>
                <a:lnTo>
                  <a:pt x="0" y="2148221"/>
                </a:lnTo>
                <a:lnTo>
                  <a:pt x="0" y="2125609"/>
                </a:lnTo>
                <a:lnTo>
                  <a:pt x="0" y="2102996"/>
                </a:lnTo>
                <a:lnTo>
                  <a:pt x="0" y="2080384"/>
                </a:lnTo>
                <a:lnTo>
                  <a:pt x="0" y="2057771"/>
                </a:lnTo>
                <a:lnTo>
                  <a:pt x="0" y="2035159"/>
                </a:lnTo>
                <a:lnTo>
                  <a:pt x="0" y="2012547"/>
                </a:lnTo>
                <a:lnTo>
                  <a:pt x="0" y="1989934"/>
                </a:lnTo>
                <a:lnTo>
                  <a:pt x="0" y="1967322"/>
                </a:lnTo>
                <a:lnTo>
                  <a:pt x="0" y="1944710"/>
                </a:lnTo>
                <a:lnTo>
                  <a:pt x="0" y="1922097"/>
                </a:lnTo>
                <a:lnTo>
                  <a:pt x="0" y="1899485"/>
                </a:lnTo>
                <a:lnTo>
                  <a:pt x="0" y="1876873"/>
                </a:lnTo>
                <a:lnTo>
                  <a:pt x="0" y="1854260"/>
                </a:lnTo>
                <a:lnTo>
                  <a:pt x="0" y="1831648"/>
                </a:lnTo>
                <a:lnTo>
                  <a:pt x="0" y="1809036"/>
                </a:lnTo>
                <a:lnTo>
                  <a:pt x="0" y="1786423"/>
                </a:lnTo>
                <a:lnTo>
                  <a:pt x="0" y="1763801"/>
                </a:lnTo>
                <a:lnTo>
                  <a:pt x="0" y="1741189"/>
                </a:lnTo>
                <a:lnTo>
                  <a:pt x="0" y="1718577"/>
                </a:lnTo>
                <a:lnTo>
                  <a:pt x="0" y="1695964"/>
                </a:lnTo>
                <a:lnTo>
                  <a:pt x="0" y="1673352"/>
                </a:lnTo>
                <a:lnTo>
                  <a:pt x="0" y="1650740"/>
                </a:lnTo>
                <a:lnTo>
                  <a:pt x="0" y="1628127"/>
                </a:lnTo>
                <a:lnTo>
                  <a:pt x="0" y="1605515"/>
                </a:lnTo>
                <a:lnTo>
                  <a:pt x="0" y="1582903"/>
                </a:lnTo>
                <a:lnTo>
                  <a:pt x="0" y="1560290"/>
                </a:lnTo>
                <a:lnTo>
                  <a:pt x="0" y="1537678"/>
                </a:lnTo>
                <a:lnTo>
                  <a:pt x="0" y="1515066"/>
                </a:lnTo>
                <a:lnTo>
                  <a:pt x="0" y="1492453"/>
                </a:lnTo>
                <a:lnTo>
                  <a:pt x="0" y="1469841"/>
                </a:lnTo>
                <a:lnTo>
                  <a:pt x="0" y="1447229"/>
                </a:lnTo>
                <a:lnTo>
                  <a:pt x="0" y="1424616"/>
                </a:lnTo>
                <a:lnTo>
                  <a:pt x="0" y="1402004"/>
                </a:lnTo>
                <a:lnTo>
                  <a:pt x="0" y="1379391"/>
                </a:lnTo>
                <a:lnTo>
                  <a:pt x="0" y="1356770"/>
                </a:lnTo>
                <a:lnTo>
                  <a:pt x="0" y="1334157"/>
                </a:lnTo>
                <a:lnTo>
                  <a:pt x="0" y="1311545"/>
                </a:lnTo>
                <a:lnTo>
                  <a:pt x="0" y="1288933"/>
                </a:lnTo>
                <a:lnTo>
                  <a:pt x="0" y="1266320"/>
                </a:lnTo>
                <a:lnTo>
                  <a:pt x="0" y="1243708"/>
                </a:lnTo>
                <a:lnTo>
                  <a:pt x="0" y="1221095"/>
                </a:lnTo>
                <a:lnTo>
                  <a:pt x="0" y="1198483"/>
                </a:lnTo>
                <a:lnTo>
                  <a:pt x="0" y="1175871"/>
                </a:lnTo>
                <a:lnTo>
                  <a:pt x="0" y="1153258"/>
                </a:lnTo>
                <a:lnTo>
                  <a:pt x="0" y="1130646"/>
                </a:lnTo>
                <a:lnTo>
                  <a:pt x="0" y="1108034"/>
                </a:lnTo>
                <a:lnTo>
                  <a:pt x="0" y="1085421"/>
                </a:lnTo>
                <a:lnTo>
                  <a:pt x="0" y="1062809"/>
                </a:lnTo>
                <a:lnTo>
                  <a:pt x="0" y="1040197"/>
                </a:lnTo>
                <a:lnTo>
                  <a:pt x="0" y="1017584"/>
                </a:lnTo>
                <a:lnTo>
                  <a:pt x="0" y="994972"/>
                </a:lnTo>
                <a:lnTo>
                  <a:pt x="0" y="972350"/>
                </a:lnTo>
                <a:lnTo>
                  <a:pt x="0" y="949738"/>
                </a:lnTo>
                <a:lnTo>
                  <a:pt x="0" y="927125"/>
                </a:lnTo>
                <a:lnTo>
                  <a:pt x="0" y="904513"/>
                </a:lnTo>
                <a:lnTo>
                  <a:pt x="0" y="881901"/>
                </a:lnTo>
                <a:lnTo>
                  <a:pt x="0" y="859288"/>
                </a:lnTo>
                <a:lnTo>
                  <a:pt x="0" y="836676"/>
                </a:lnTo>
                <a:lnTo>
                  <a:pt x="0" y="814064"/>
                </a:lnTo>
                <a:lnTo>
                  <a:pt x="0" y="791451"/>
                </a:lnTo>
                <a:lnTo>
                  <a:pt x="0" y="768839"/>
                </a:lnTo>
                <a:lnTo>
                  <a:pt x="0" y="746227"/>
                </a:lnTo>
                <a:lnTo>
                  <a:pt x="0" y="723614"/>
                </a:lnTo>
                <a:lnTo>
                  <a:pt x="0" y="701002"/>
                </a:lnTo>
                <a:lnTo>
                  <a:pt x="0" y="678390"/>
                </a:lnTo>
                <a:lnTo>
                  <a:pt x="0" y="655777"/>
                </a:lnTo>
                <a:lnTo>
                  <a:pt x="0" y="633165"/>
                </a:lnTo>
                <a:lnTo>
                  <a:pt x="0" y="610553"/>
                </a:lnTo>
                <a:lnTo>
                  <a:pt x="0" y="587931"/>
                </a:lnTo>
                <a:lnTo>
                  <a:pt x="0" y="565318"/>
                </a:lnTo>
                <a:lnTo>
                  <a:pt x="0" y="542706"/>
                </a:lnTo>
                <a:lnTo>
                  <a:pt x="0" y="520094"/>
                </a:lnTo>
                <a:lnTo>
                  <a:pt x="0" y="497481"/>
                </a:lnTo>
                <a:lnTo>
                  <a:pt x="0" y="474869"/>
                </a:lnTo>
                <a:lnTo>
                  <a:pt x="0" y="452257"/>
                </a:lnTo>
                <a:lnTo>
                  <a:pt x="0" y="429644"/>
                </a:lnTo>
                <a:lnTo>
                  <a:pt x="0" y="407032"/>
                </a:lnTo>
                <a:lnTo>
                  <a:pt x="0" y="384419"/>
                </a:lnTo>
                <a:lnTo>
                  <a:pt x="0" y="361807"/>
                </a:lnTo>
                <a:lnTo>
                  <a:pt x="0" y="339195"/>
                </a:lnTo>
                <a:lnTo>
                  <a:pt x="0" y="316582"/>
                </a:lnTo>
                <a:lnTo>
                  <a:pt x="0" y="293970"/>
                </a:lnTo>
                <a:lnTo>
                  <a:pt x="0" y="271358"/>
                </a:lnTo>
                <a:lnTo>
                  <a:pt x="0" y="248745"/>
                </a:lnTo>
                <a:lnTo>
                  <a:pt x="0" y="226133"/>
                </a:lnTo>
                <a:lnTo>
                  <a:pt x="0" y="203521"/>
                </a:lnTo>
                <a:lnTo>
                  <a:pt x="0" y="180899"/>
                </a:lnTo>
                <a:lnTo>
                  <a:pt x="0" y="158286"/>
                </a:lnTo>
                <a:lnTo>
                  <a:pt x="0" y="135674"/>
                </a:lnTo>
                <a:lnTo>
                  <a:pt x="0" y="113062"/>
                </a:lnTo>
                <a:lnTo>
                  <a:pt x="0" y="90449"/>
                </a:lnTo>
                <a:lnTo>
                  <a:pt x="0" y="67837"/>
                </a:lnTo>
                <a:lnTo>
                  <a:pt x="0" y="45225"/>
                </a:lnTo>
                <a:lnTo>
                  <a:pt x="0" y="22612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4" name="phase-rail-1">
            <a:extLst xmlns:a="http://schemas.openxmlformats.org/drawingml/2006/main">
              <a:ext uri="{FF2B5EF4-FFF2-40B4-BE49-F238E27FC236}">
                <a16:creationId xmlns:a16="http://schemas.microsoft.com/office/drawing/2014/main" id="{4C85FAA7-FB0B-4535-8A33-6AEED7279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3943350"/>
            <a:ext cx="514350" cy="2266779"/>
          </a:xfrm>
          <a:custGeom xmlns:a="http://schemas.openxmlformats.org/drawingml/2006/main">
            <a:pathLst>
              <a:path w="514350" h="2266779">
                <a:moveTo>
                  <a:pt x="0" y="0"/>
                </a:moveTo>
                <a:lnTo>
                  <a:pt x="19755" y="10973"/>
                </a:lnTo>
                <a:lnTo>
                  <a:pt x="39519" y="21955"/>
                </a:lnTo>
                <a:lnTo>
                  <a:pt x="59274" y="32928"/>
                </a:lnTo>
                <a:lnTo>
                  <a:pt x="79038" y="43910"/>
                </a:lnTo>
                <a:lnTo>
                  <a:pt x="98793" y="54883"/>
                </a:lnTo>
                <a:lnTo>
                  <a:pt x="118558" y="65865"/>
                </a:lnTo>
                <a:lnTo>
                  <a:pt x="138313" y="76838"/>
                </a:lnTo>
                <a:lnTo>
                  <a:pt x="158077" y="87821"/>
                </a:lnTo>
                <a:lnTo>
                  <a:pt x="177832" y="98793"/>
                </a:lnTo>
                <a:lnTo>
                  <a:pt x="197596" y="109776"/>
                </a:lnTo>
                <a:lnTo>
                  <a:pt x="217351" y="120748"/>
                </a:lnTo>
                <a:lnTo>
                  <a:pt x="237115" y="131731"/>
                </a:lnTo>
                <a:lnTo>
                  <a:pt x="256870" y="142704"/>
                </a:lnTo>
                <a:lnTo>
                  <a:pt x="276635" y="132064"/>
                </a:lnTo>
                <a:lnTo>
                  <a:pt x="296389" y="121091"/>
                </a:lnTo>
                <a:lnTo>
                  <a:pt x="316154" y="110109"/>
                </a:lnTo>
                <a:lnTo>
                  <a:pt x="335909" y="99136"/>
                </a:lnTo>
                <a:lnTo>
                  <a:pt x="355673" y="88154"/>
                </a:lnTo>
                <a:lnTo>
                  <a:pt x="375428" y="77181"/>
                </a:lnTo>
                <a:lnTo>
                  <a:pt x="395192" y="66199"/>
                </a:lnTo>
                <a:lnTo>
                  <a:pt x="414947" y="55226"/>
                </a:lnTo>
                <a:lnTo>
                  <a:pt x="434702" y="44244"/>
                </a:lnTo>
                <a:lnTo>
                  <a:pt x="454466" y="33271"/>
                </a:lnTo>
                <a:lnTo>
                  <a:pt x="474221" y="22289"/>
                </a:lnTo>
                <a:lnTo>
                  <a:pt x="493986" y="11316"/>
                </a:lnTo>
                <a:lnTo>
                  <a:pt x="513740" y="333"/>
                </a:lnTo>
                <a:lnTo>
                  <a:pt x="514350" y="21908"/>
                </a:lnTo>
                <a:lnTo>
                  <a:pt x="514350" y="44510"/>
                </a:lnTo>
                <a:lnTo>
                  <a:pt x="514350" y="67123"/>
                </a:lnTo>
                <a:lnTo>
                  <a:pt x="514350" y="89726"/>
                </a:lnTo>
                <a:lnTo>
                  <a:pt x="514350" y="112328"/>
                </a:lnTo>
                <a:lnTo>
                  <a:pt x="514350" y="134931"/>
                </a:lnTo>
                <a:lnTo>
                  <a:pt x="514350" y="157534"/>
                </a:lnTo>
                <a:lnTo>
                  <a:pt x="514350" y="180137"/>
                </a:lnTo>
                <a:lnTo>
                  <a:pt x="514350" y="202740"/>
                </a:lnTo>
                <a:lnTo>
                  <a:pt x="514350" y="225342"/>
                </a:lnTo>
                <a:lnTo>
                  <a:pt x="514350" y="247945"/>
                </a:lnTo>
                <a:lnTo>
                  <a:pt x="514350" y="270558"/>
                </a:lnTo>
                <a:lnTo>
                  <a:pt x="514350" y="293160"/>
                </a:lnTo>
                <a:lnTo>
                  <a:pt x="514350" y="315763"/>
                </a:lnTo>
                <a:lnTo>
                  <a:pt x="514350" y="338366"/>
                </a:lnTo>
                <a:lnTo>
                  <a:pt x="514350" y="360969"/>
                </a:lnTo>
                <a:lnTo>
                  <a:pt x="514350" y="383572"/>
                </a:lnTo>
                <a:lnTo>
                  <a:pt x="514350" y="406175"/>
                </a:lnTo>
                <a:lnTo>
                  <a:pt x="514350" y="428777"/>
                </a:lnTo>
                <a:lnTo>
                  <a:pt x="514350" y="451390"/>
                </a:lnTo>
                <a:lnTo>
                  <a:pt x="514350" y="473993"/>
                </a:lnTo>
                <a:lnTo>
                  <a:pt x="514350" y="496595"/>
                </a:lnTo>
                <a:lnTo>
                  <a:pt x="514350" y="519198"/>
                </a:lnTo>
                <a:lnTo>
                  <a:pt x="514350" y="541801"/>
                </a:lnTo>
                <a:lnTo>
                  <a:pt x="514350" y="564404"/>
                </a:lnTo>
                <a:lnTo>
                  <a:pt x="514350" y="587007"/>
                </a:lnTo>
                <a:lnTo>
                  <a:pt x="514350" y="609610"/>
                </a:lnTo>
                <a:lnTo>
                  <a:pt x="514350" y="632212"/>
                </a:lnTo>
                <a:lnTo>
                  <a:pt x="514350" y="654825"/>
                </a:lnTo>
                <a:lnTo>
                  <a:pt x="514350" y="677428"/>
                </a:lnTo>
                <a:lnTo>
                  <a:pt x="514350" y="700030"/>
                </a:lnTo>
                <a:lnTo>
                  <a:pt x="514350" y="722633"/>
                </a:lnTo>
                <a:lnTo>
                  <a:pt x="514350" y="745236"/>
                </a:lnTo>
                <a:lnTo>
                  <a:pt x="514350" y="767839"/>
                </a:lnTo>
                <a:lnTo>
                  <a:pt x="514350" y="790442"/>
                </a:lnTo>
                <a:lnTo>
                  <a:pt x="514350" y="813044"/>
                </a:lnTo>
                <a:lnTo>
                  <a:pt x="514350" y="835647"/>
                </a:lnTo>
                <a:lnTo>
                  <a:pt x="514350" y="858260"/>
                </a:lnTo>
                <a:lnTo>
                  <a:pt x="514350" y="880862"/>
                </a:lnTo>
                <a:lnTo>
                  <a:pt x="514350" y="903465"/>
                </a:lnTo>
                <a:lnTo>
                  <a:pt x="514350" y="926068"/>
                </a:lnTo>
                <a:lnTo>
                  <a:pt x="514350" y="948671"/>
                </a:lnTo>
                <a:lnTo>
                  <a:pt x="514350" y="971274"/>
                </a:lnTo>
                <a:lnTo>
                  <a:pt x="514350" y="993877"/>
                </a:lnTo>
                <a:lnTo>
                  <a:pt x="514350" y="1016479"/>
                </a:lnTo>
                <a:lnTo>
                  <a:pt x="514350" y="1039092"/>
                </a:lnTo>
                <a:lnTo>
                  <a:pt x="514350" y="1061695"/>
                </a:lnTo>
                <a:lnTo>
                  <a:pt x="514350" y="1084297"/>
                </a:lnTo>
                <a:lnTo>
                  <a:pt x="514350" y="1106900"/>
                </a:lnTo>
                <a:lnTo>
                  <a:pt x="514350" y="1129503"/>
                </a:lnTo>
                <a:lnTo>
                  <a:pt x="514350" y="1152106"/>
                </a:lnTo>
                <a:lnTo>
                  <a:pt x="514350" y="1174709"/>
                </a:lnTo>
                <a:lnTo>
                  <a:pt x="514350" y="1197312"/>
                </a:lnTo>
                <a:lnTo>
                  <a:pt x="514350" y="1219914"/>
                </a:lnTo>
                <a:lnTo>
                  <a:pt x="514350" y="1242527"/>
                </a:lnTo>
                <a:lnTo>
                  <a:pt x="514350" y="1265130"/>
                </a:lnTo>
                <a:lnTo>
                  <a:pt x="514350" y="1287732"/>
                </a:lnTo>
                <a:lnTo>
                  <a:pt x="514350" y="1310335"/>
                </a:lnTo>
                <a:lnTo>
                  <a:pt x="514350" y="1332938"/>
                </a:lnTo>
                <a:lnTo>
                  <a:pt x="514350" y="1355541"/>
                </a:lnTo>
                <a:lnTo>
                  <a:pt x="514350" y="1378144"/>
                </a:lnTo>
                <a:lnTo>
                  <a:pt x="514350" y="1400747"/>
                </a:lnTo>
                <a:lnTo>
                  <a:pt x="514350" y="1423349"/>
                </a:lnTo>
                <a:lnTo>
                  <a:pt x="514350" y="1445962"/>
                </a:lnTo>
                <a:lnTo>
                  <a:pt x="514350" y="1468565"/>
                </a:lnTo>
                <a:lnTo>
                  <a:pt x="514350" y="1491167"/>
                </a:lnTo>
                <a:lnTo>
                  <a:pt x="514350" y="1513770"/>
                </a:lnTo>
                <a:lnTo>
                  <a:pt x="514350" y="1536373"/>
                </a:lnTo>
                <a:lnTo>
                  <a:pt x="514350" y="1558976"/>
                </a:lnTo>
                <a:lnTo>
                  <a:pt x="514350" y="1581579"/>
                </a:lnTo>
                <a:lnTo>
                  <a:pt x="514350" y="1604181"/>
                </a:lnTo>
                <a:lnTo>
                  <a:pt x="514350" y="1626794"/>
                </a:lnTo>
                <a:lnTo>
                  <a:pt x="514350" y="1649397"/>
                </a:lnTo>
                <a:lnTo>
                  <a:pt x="514350" y="1671999"/>
                </a:lnTo>
                <a:lnTo>
                  <a:pt x="514350" y="1694602"/>
                </a:lnTo>
                <a:lnTo>
                  <a:pt x="514350" y="1717205"/>
                </a:lnTo>
                <a:lnTo>
                  <a:pt x="514350" y="1739808"/>
                </a:lnTo>
                <a:lnTo>
                  <a:pt x="514350" y="1762411"/>
                </a:lnTo>
                <a:lnTo>
                  <a:pt x="514350" y="1785014"/>
                </a:lnTo>
                <a:lnTo>
                  <a:pt x="514350" y="1807616"/>
                </a:lnTo>
                <a:lnTo>
                  <a:pt x="514350" y="1830229"/>
                </a:lnTo>
                <a:lnTo>
                  <a:pt x="514350" y="1852832"/>
                </a:lnTo>
                <a:lnTo>
                  <a:pt x="514350" y="1875434"/>
                </a:lnTo>
                <a:lnTo>
                  <a:pt x="514350" y="1898037"/>
                </a:lnTo>
                <a:lnTo>
                  <a:pt x="514350" y="1920640"/>
                </a:lnTo>
                <a:lnTo>
                  <a:pt x="514350" y="1943243"/>
                </a:lnTo>
                <a:lnTo>
                  <a:pt x="514350" y="1965846"/>
                </a:lnTo>
                <a:lnTo>
                  <a:pt x="514350" y="1988449"/>
                </a:lnTo>
                <a:lnTo>
                  <a:pt x="514350" y="2011051"/>
                </a:lnTo>
                <a:lnTo>
                  <a:pt x="514350" y="2033664"/>
                </a:lnTo>
                <a:lnTo>
                  <a:pt x="514350" y="2056267"/>
                </a:lnTo>
                <a:lnTo>
                  <a:pt x="514350" y="2078869"/>
                </a:lnTo>
                <a:lnTo>
                  <a:pt x="514350" y="2101472"/>
                </a:lnTo>
                <a:lnTo>
                  <a:pt x="514350" y="2124075"/>
                </a:lnTo>
                <a:lnTo>
                  <a:pt x="494595" y="2135048"/>
                </a:lnTo>
                <a:lnTo>
                  <a:pt x="474831" y="2146030"/>
                </a:lnTo>
                <a:lnTo>
                  <a:pt x="455076" y="2157003"/>
                </a:lnTo>
                <a:lnTo>
                  <a:pt x="435312" y="2167985"/>
                </a:lnTo>
                <a:lnTo>
                  <a:pt x="415557" y="2178958"/>
                </a:lnTo>
                <a:lnTo>
                  <a:pt x="395792" y="2189940"/>
                </a:lnTo>
                <a:lnTo>
                  <a:pt x="376037" y="2200913"/>
                </a:lnTo>
                <a:lnTo>
                  <a:pt x="356273" y="2211896"/>
                </a:lnTo>
                <a:lnTo>
                  <a:pt x="336518" y="2222868"/>
                </a:lnTo>
                <a:lnTo>
                  <a:pt x="316754" y="2233851"/>
                </a:lnTo>
                <a:lnTo>
                  <a:pt x="296999" y="2244823"/>
                </a:lnTo>
                <a:lnTo>
                  <a:pt x="277235" y="2255806"/>
                </a:lnTo>
                <a:lnTo>
                  <a:pt x="257480" y="2266779"/>
                </a:lnTo>
                <a:lnTo>
                  <a:pt x="237715" y="2256139"/>
                </a:lnTo>
                <a:lnTo>
                  <a:pt x="217961" y="2245166"/>
                </a:lnTo>
                <a:lnTo>
                  <a:pt x="198196" y="2234184"/>
                </a:lnTo>
                <a:lnTo>
                  <a:pt x="178441" y="2223211"/>
                </a:lnTo>
                <a:lnTo>
                  <a:pt x="158677" y="2212229"/>
                </a:lnTo>
                <a:lnTo>
                  <a:pt x="138922" y="2201256"/>
                </a:lnTo>
                <a:lnTo>
                  <a:pt x="119158" y="2190274"/>
                </a:lnTo>
                <a:lnTo>
                  <a:pt x="99403" y="2179301"/>
                </a:lnTo>
                <a:lnTo>
                  <a:pt x="79648" y="2168319"/>
                </a:lnTo>
                <a:lnTo>
                  <a:pt x="59884" y="2157346"/>
                </a:lnTo>
                <a:lnTo>
                  <a:pt x="40129" y="2146364"/>
                </a:lnTo>
                <a:lnTo>
                  <a:pt x="20364" y="2135391"/>
                </a:lnTo>
                <a:lnTo>
                  <a:pt x="610" y="2124408"/>
                </a:lnTo>
                <a:lnTo>
                  <a:pt x="0" y="2102168"/>
                </a:lnTo>
                <a:lnTo>
                  <a:pt x="0" y="2079565"/>
                </a:lnTo>
                <a:lnTo>
                  <a:pt x="0" y="2056952"/>
                </a:lnTo>
                <a:lnTo>
                  <a:pt x="0" y="2034350"/>
                </a:lnTo>
                <a:lnTo>
                  <a:pt x="0" y="2011747"/>
                </a:lnTo>
                <a:lnTo>
                  <a:pt x="0" y="1989144"/>
                </a:lnTo>
                <a:lnTo>
                  <a:pt x="0" y="1966541"/>
                </a:lnTo>
                <a:lnTo>
                  <a:pt x="0" y="1943938"/>
                </a:lnTo>
                <a:lnTo>
                  <a:pt x="0" y="1921335"/>
                </a:lnTo>
                <a:lnTo>
                  <a:pt x="0" y="1898733"/>
                </a:lnTo>
                <a:lnTo>
                  <a:pt x="0" y="1876130"/>
                </a:lnTo>
                <a:lnTo>
                  <a:pt x="0" y="1853517"/>
                </a:lnTo>
                <a:lnTo>
                  <a:pt x="0" y="1830915"/>
                </a:lnTo>
                <a:lnTo>
                  <a:pt x="0" y="1808312"/>
                </a:lnTo>
                <a:lnTo>
                  <a:pt x="0" y="1785709"/>
                </a:lnTo>
                <a:lnTo>
                  <a:pt x="0" y="1763106"/>
                </a:lnTo>
                <a:lnTo>
                  <a:pt x="0" y="1740503"/>
                </a:lnTo>
                <a:lnTo>
                  <a:pt x="0" y="1717900"/>
                </a:lnTo>
                <a:lnTo>
                  <a:pt x="0" y="1695298"/>
                </a:lnTo>
                <a:lnTo>
                  <a:pt x="0" y="1672695"/>
                </a:lnTo>
                <a:lnTo>
                  <a:pt x="0" y="1650082"/>
                </a:lnTo>
                <a:lnTo>
                  <a:pt x="0" y="1627480"/>
                </a:lnTo>
                <a:lnTo>
                  <a:pt x="0" y="1604877"/>
                </a:lnTo>
                <a:lnTo>
                  <a:pt x="0" y="1582274"/>
                </a:lnTo>
                <a:lnTo>
                  <a:pt x="0" y="1559671"/>
                </a:lnTo>
                <a:lnTo>
                  <a:pt x="0" y="1537068"/>
                </a:lnTo>
                <a:lnTo>
                  <a:pt x="0" y="1514465"/>
                </a:lnTo>
                <a:lnTo>
                  <a:pt x="0" y="1491863"/>
                </a:lnTo>
                <a:lnTo>
                  <a:pt x="0" y="1469250"/>
                </a:lnTo>
                <a:lnTo>
                  <a:pt x="0" y="1446647"/>
                </a:lnTo>
                <a:lnTo>
                  <a:pt x="0" y="1424045"/>
                </a:lnTo>
                <a:lnTo>
                  <a:pt x="0" y="1401442"/>
                </a:lnTo>
                <a:lnTo>
                  <a:pt x="0" y="1378839"/>
                </a:lnTo>
                <a:lnTo>
                  <a:pt x="0" y="1356236"/>
                </a:lnTo>
                <a:lnTo>
                  <a:pt x="0" y="1333633"/>
                </a:lnTo>
                <a:lnTo>
                  <a:pt x="0" y="1311031"/>
                </a:lnTo>
                <a:lnTo>
                  <a:pt x="0" y="1288428"/>
                </a:lnTo>
                <a:lnTo>
                  <a:pt x="0" y="1265815"/>
                </a:lnTo>
                <a:lnTo>
                  <a:pt x="0" y="1243213"/>
                </a:lnTo>
                <a:lnTo>
                  <a:pt x="0" y="1220610"/>
                </a:lnTo>
                <a:lnTo>
                  <a:pt x="0" y="1198007"/>
                </a:lnTo>
                <a:lnTo>
                  <a:pt x="0" y="1175404"/>
                </a:lnTo>
                <a:lnTo>
                  <a:pt x="0" y="1152801"/>
                </a:lnTo>
                <a:lnTo>
                  <a:pt x="0" y="1130198"/>
                </a:lnTo>
                <a:lnTo>
                  <a:pt x="0" y="1107596"/>
                </a:lnTo>
                <a:lnTo>
                  <a:pt x="0" y="1084993"/>
                </a:lnTo>
                <a:lnTo>
                  <a:pt x="0" y="1062380"/>
                </a:lnTo>
                <a:lnTo>
                  <a:pt x="0" y="1039778"/>
                </a:lnTo>
                <a:lnTo>
                  <a:pt x="0" y="1017175"/>
                </a:lnTo>
                <a:lnTo>
                  <a:pt x="0" y="994572"/>
                </a:lnTo>
                <a:lnTo>
                  <a:pt x="0" y="971969"/>
                </a:lnTo>
                <a:lnTo>
                  <a:pt x="0" y="949366"/>
                </a:lnTo>
                <a:lnTo>
                  <a:pt x="0" y="926763"/>
                </a:lnTo>
                <a:lnTo>
                  <a:pt x="0" y="904161"/>
                </a:lnTo>
                <a:lnTo>
                  <a:pt x="0" y="881548"/>
                </a:lnTo>
                <a:lnTo>
                  <a:pt x="0" y="858945"/>
                </a:lnTo>
                <a:lnTo>
                  <a:pt x="0" y="836343"/>
                </a:lnTo>
                <a:lnTo>
                  <a:pt x="0" y="813740"/>
                </a:lnTo>
                <a:lnTo>
                  <a:pt x="0" y="791137"/>
                </a:lnTo>
                <a:lnTo>
                  <a:pt x="0" y="768534"/>
                </a:lnTo>
                <a:lnTo>
                  <a:pt x="0" y="745931"/>
                </a:lnTo>
                <a:lnTo>
                  <a:pt x="0" y="723329"/>
                </a:lnTo>
                <a:lnTo>
                  <a:pt x="0" y="700726"/>
                </a:lnTo>
                <a:lnTo>
                  <a:pt x="0" y="678113"/>
                </a:lnTo>
                <a:lnTo>
                  <a:pt x="0" y="655510"/>
                </a:lnTo>
                <a:lnTo>
                  <a:pt x="0" y="632908"/>
                </a:lnTo>
                <a:lnTo>
                  <a:pt x="0" y="610305"/>
                </a:lnTo>
                <a:lnTo>
                  <a:pt x="0" y="587702"/>
                </a:lnTo>
                <a:lnTo>
                  <a:pt x="0" y="565099"/>
                </a:lnTo>
                <a:lnTo>
                  <a:pt x="0" y="542496"/>
                </a:lnTo>
                <a:lnTo>
                  <a:pt x="0" y="519894"/>
                </a:lnTo>
                <a:lnTo>
                  <a:pt x="0" y="497291"/>
                </a:lnTo>
                <a:lnTo>
                  <a:pt x="0" y="474678"/>
                </a:lnTo>
                <a:lnTo>
                  <a:pt x="0" y="452076"/>
                </a:lnTo>
                <a:lnTo>
                  <a:pt x="0" y="429473"/>
                </a:lnTo>
                <a:lnTo>
                  <a:pt x="0" y="406870"/>
                </a:lnTo>
                <a:lnTo>
                  <a:pt x="0" y="384267"/>
                </a:lnTo>
                <a:lnTo>
                  <a:pt x="0" y="361664"/>
                </a:lnTo>
                <a:lnTo>
                  <a:pt x="0" y="339061"/>
                </a:lnTo>
                <a:lnTo>
                  <a:pt x="0" y="316459"/>
                </a:lnTo>
                <a:lnTo>
                  <a:pt x="0" y="293856"/>
                </a:lnTo>
                <a:lnTo>
                  <a:pt x="0" y="271243"/>
                </a:lnTo>
                <a:lnTo>
                  <a:pt x="0" y="248641"/>
                </a:lnTo>
                <a:lnTo>
                  <a:pt x="0" y="226038"/>
                </a:lnTo>
                <a:lnTo>
                  <a:pt x="0" y="203435"/>
                </a:lnTo>
                <a:lnTo>
                  <a:pt x="0" y="180832"/>
                </a:lnTo>
                <a:lnTo>
                  <a:pt x="0" y="158229"/>
                </a:lnTo>
                <a:lnTo>
                  <a:pt x="0" y="135626"/>
                </a:lnTo>
                <a:lnTo>
                  <a:pt x="0" y="113024"/>
                </a:lnTo>
                <a:lnTo>
                  <a:pt x="0" y="90411"/>
                </a:lnTo>
                <a:lnTo>
                  <a:pt x="0" y="67808"/>
                </a:lnTo>
                <a:lnTo>
                  <a:pt x="0" y="45206"/>
                </a:lnTo>
                <a:lnTo>
                  <a:pt x="0" y="22603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5" name="funnel-step-body-0">
            <a:extLst xmlns:a="http://schemas.openxmlformats.org/drawingml/2006/main">
              <a:ext uri="{FF2B5EF4-FFF2-40B4-BE49-F238E27FC236}">
                <a16:creationId xmlns:a16="http://schemas.microsoft.com/office/drawing/2014/main" id="{32FF7AA0-2E08-4A3A-BC5D-0ED82F2E0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714625" y="1847850"/>
            <a:ext cx="3326054" cy="964406"/>
          </a:xfrm>
          <a:custGeom xmlns:a="http://schemas.openxmlformats.org/drawingml/2006/main">
            <a:pathLst>
              <a:path w="3326054" h="964406">
                <a:moveTo>
                  <a:pt x="0" y="0"/>
                </a:moveTo>
                <a:lnTo>
                  <a:pt x="13306" y="29899"/>
                </a:lnTo>
                <a:lnTo>
                  <a:pt x="26613" y="59807"/>
                </a:lnTo>
                <a:lnTo>
                  <a:pt x="39929" y="89706"/>
                </a:lnTo>
                <a:lnTo>
                  <a:pt x="53235" y="119605"/>
                </a:lnTo>
                <a:lnTo>
                  <a:pt x="66542" y="149514"/>
                </a:lnTo>
                <a:lnTo>
                  <a:pt x="79848" y="179413"/>
                </a:lnTo>
                <a:lnTo>
                  <a:pt x="93155" y="209312"/>
                </a:lnTo>
                <a:lnTo>
                  <a:pt x="106461" y="239220"/>
                </a:lnTo>
                <a:lnTo>
                  <a:pt x="119777" y="269119"/>
                </a:lnTo>
                <a:lnTo>
                  <a:pt x="133083" y="299018"/>
                </a:lnTo>
                <a:lnTo>
                  <a:pt x="146390" y="328927"/>
                </a:lnTo>
                <a:lnTo>
                  <a:pt x="159696" y="358826"/>
                </a:lnTo>
                <a:lnTo>
                  <a:pt x="173003" y="388725"/>
                </a:lnTo>
                <a:lnTo>
                  <a:pt x="186309" y="418633"/>
                </a:lnTo>
                <a:lnTo>
                  <a:pt x="199625" y="448532"/>
                </a:lnTo>
                <a:lnTo>
                  <a:pt x="212931" y="478431"/>
                </a:lnTo>
                <a:lnTo>
                  <a:pt x="226238" y="508340"/>
                </a:lnTo>
                <a:lnTo>
                  <a:pt x="239544" y="538239"/>
                </a:lnTo>
                <a:lnTo>
                  <a:pt x="252851" y="568138"/>
                </a:lnTo>
                <a:lnTo>
                  <a:pt x="266157" y="598046"/>
                </a:lnTo>
                <a:lnTo>
                  <a:pt x="279473" y="627945"/>
                </a:lnTo>
                <a:lnTo>
                  <a:pt x="292779" y="657844"/>
                </a:lnTo>
                <a:lnTo>
                  <a:pt x="306086" y="687753"/>
                </a:lnTo>
                <a:lnTo>
                  <a:pt x="319392" y="717652"/>
                </a:lnTo>
                <a:lnTo>
                  <a:pt x="332699" y="747551"/>
                </a:lnTo>
                <a:lnTo>
                  <a:pt x="346015" y="777459"/>
                </a:lnTo>
                <a:lnTo>
                  <a:pt x="359321" y="807358"/>
                </a:lnTo>
                <a:lnTo>
                  <a:pt x="372628" y="837257"/>
                </a:lnTo>
                <a:lnTo>
                  <a:pt x="385934" y="867166"/>
                </a:lnTo>
                <a:lnTo>
                  <a:pt x="401384" y="895236"/>
                </a:lnTo>
                <a:lnTo>
                  <a:pt x="431873" y="906809"/>
                </a:lnTo>
                <a:lnTo>
                  <a:pt x="463839" y="913809"/>
                </a:lnTo>
                <a:lnTo>
                  <a:pt x="496129" y="919124"/>
                </a:lnTo>
                <a:lnTo>
                  <a:pt x="528561" y="923496"/>
                </a:lnTo>
                <a:lnTo>
                  <a:pt x="561080" y="927249"/>
                </a:lnTo>
                <a:lnTo>
                  <a:pt x="593646" y="930535"/>
                </a:lnTo>
                <a:lnTo>
                  <a:pt x="626240" y="933460"/>
                </a:lnTo>
                <a:lnTo>
                  <a:pt x="658863" y="936107"/>
                </a:lnTo>
                <a:lnTo>
                  <a:pt x="691505" y="938517"/>
                </a:lnTo>
                <a:lnTo>
                  <a:pt x="724167" y="940718"/>
                </a:lnTo>
                <a:lnTo>
                  <a:pt x="756828" y="942746"/>
                </a:lnTo>
                <a:lnTo>
                  <a:pt x="789508" y="944623"/>
                </a:lnTo>
                <a:lnTo>
                  <a:pt x="822188" y="946356"/>
                </a:lnTo>
                <a:lnTo>
                  <a:pt x="854878" y="947976"/>
                </a:lnTo>
                <a:lnTo>
                  <a:pt x="887578" y="949481"/>
                </a:lnTo>
                <a:lnTo>
                  <a:pt x="920277" y="950871"/>
                </a:lnTo>
                <a:lnTo>
                  <a:pt x="952976" y="952176"/>
                </a:lnTo>
                <a:lnTo>
                  <a:pt x="985685" y="953395"/>
                </a:lnTo>
                <a:lnTo>
                  <a:pt x="1018394" y="954519"/>
                </a:lnTo>
                <a:lnTo>
                  <a:pt x="1051112" y="955577"/>
                </a:lnTo>
                <a:lnTo>
                  <a:pt x="1083821" y="956558"/>
                </a:lnTo>
                <a:lnTo>
                  <a:pt x="1116540" y="957472"/>
                </a:lnTo>
                <a:lnTo>
                  <a:pt x="1149258" y="958320"/>
                </a:lnTo>
                <a:lnTo>
                  <a:pt x="1181976" y="959091"/>
                </a:lnTo>
                <a:lnTo>
                  <a:pt x="1214704" y="959815"/>
                </a:lnTo>
                <a:lnTo>
                  <a:pt x="1247423" y="960482"/>
                </a:lnTo>
                <a:lnTo>
                  <a:pt x="1280150" y="961082"/>
                </a:lnTo>
                <a:lnTo>
                  <a:pt x="1312878" y="961634"/>
                </a:lnTo>
                <a:lnTo>
                  <a:pt x="1345597" y="962139"/>
                </a:lnTo>
                <a:lnTo>
                  <a:pt x="1378325" y="962577"/>
                </a:lnTo>
                <a:lnTo>
                  <a:pt x="1411053" y="962978"/>
                </a:lnTo>
                <a:lnTo>
                  <a:pt x="1443780" y="963320"/>
                </a:lnTo>
                <a:lnTo>
                  <a:pt x="1476508" y="963616"/>
                </a:lnTo>
                <a:lnTo>
                  <a:pt x="1509246" y="963863"/>
                </a:lnTo>
                <a:lnTo>
                  <a:pt x="1541974" y="964063"/>
                </a:lnTo>
                <a:lnTo>
                  <a:pt x="1574702" y="964225"/>
                </a:lnTo>
                <a:lnTo>
                  <a:pt x="1607429" y="964330"/>
                </a:lnTo>
                <a:lnTo>
                  <a:pt x="1640157" y="964387"/>
                </a:lnTo>
                <a:lnTo>
                  <a:pt x="1672895" y="964406"/>
                </a:lnTo>
                <a:lnTo>
                  <a:pt x="1705623" y="964368"/>
                </a:lnTo>
                <a:lnTo>
                  <a:pt x="1738351" y="964292"/>
                </a:lnTo>
                <a:lnTo>
                  <a:pt x="1771079" y="964168"/>
                </a:lnTo>
                <a:lnTo>
                  <a:pt x="1803806" y="963997"/>
                </a:lnTo>
                <a:lnTo>
                  <a:pt x="1836534" y="963778"/>
                </a:lnTo>
                <a:lnTo>
                  <a:pt x="1869272" y="963511"/>
                </a:lnTo>
                <a:lnTo>
                  <a:pt x="1902000" y="963197"/>
                </a:lnTo>
                <a:lnTo>
                  <a:pt x="1934728" y="962835"/>
                </a:lnTo>
                <a:lnTo>
                  <a:pt x="1967446" y="962425"/>
                </a:lnTo>
                <a:lnTo>
                  <a:pt x="2000174" y="961958"/>
                </a:lnTo>
                <a:lnTo>
                  <a:pt x="2032902" y="961434"/>
                </a:lnTo>
                <a:lnTo>
                  <a:pt x="2065630" y="960863"/>
                </a:lnTo>
                <a:lnTo>
                  <a:pt x="2098348" y="960244"/>
                </a:lnTo>
                <a:lnTo>
                  <a:pt x="2131076" y="959558"/>
                </a:lnTo>
                <a:lnTo>
                  <a:pt x="2163794" y="958815"/>
                </a:lnTo>
                <a:lnTo>
                  <a:pt x="2196513" y="958015"/>
                </a:lnTo>
                <a:lnTo>
                  <a:pt x="2229231" y="957139"/>
                </a:lnTo>
                <a:lnTo>
                  <a:pt x="2261949" y="956205"/>
                </a:lnTo>
                <a:lnTo>
                  <a:pt x="2294668" y="955205"/>
                </a:lnTo>
                <a:lnTo>
                  <a:pt x="2327377" y="954119"/>
                </a:lnTo>
                <a:lnTo>
                  <a:pt x="2360085" y="952957"/>
                </a:lnTo>
                <a:lnTo>
                  <a:pt x="2392794" y="951709"/>
                </a:lnTo>
                <a:lnTo>
                  <a:pt x="2425494" y="950376"/>
                </a:lnTo>
                <a:lnTo>
                  <a:pt x="2458193" y="948938"/>
                </a:lnTo>
                <a:lnTo>
                  <a:pt x="2490883" y="947395"/>
                </a:lnTo>
                <a:lnTo>
                  <a:pt x="2523573" y="945737"/>
                </a:lnTo>
                <a:lnTo>
                  <a:pt x="2556253" y="943947"/>
                </a:lnTo>
                <a:lnTo>
                  <a:pt x="2588933" y="942023"/>
                </a:lnTo>
                <a:lnTo>
                  <a:pt x="2621594" y="939927"/>
                </a:lnTo>
                <a:lnTo>
                  <a:pt x="2654246" y="937660"/>
                </a:lnTo>
                <a:lnTo>
                  <a:pt x="2686879" y="935165"/>
                </a:lnTo>
                <a:lnTo>
                  <a:pt x="2719492" y="932421"/>
                </a:lnTo>
                <a:lnTo>
                  <a:pt x="2752077" y="929373"/>
                </a:lnTo>
                <a:lnTo>
                  <a:pt x="2784624" y="925925"/>
                </a:lnTo>
                <a:lnTo>
                  <a:pt x="2817114" y="921982"/>
                </a:lnTo>
                <a:lnTo>
                  <a:pt x="2849509" y="917305"/>
                </a:lnTo>
                <a:lnTo>
                  <a:pt x="2881722" y="911495"/>
                </a:lnTo>
                <a:lnTo>
                  <a:pt x="2913431" y="903456"/>
                </a:lnTo>
                <a:lnTo>
                  <a:pt x="2939501" y="886101"/>
                </a:lnTo>
                <a:lnTo>
                  <a:pt x="2952702" y="856174"/>
                </a:lnTo>
                <a:lnTo>
                  <a:pt x="2966018" y="826275"/>
                </a:lnTo>
                <a:lnTo>
                  <a:pt x="2979325" y="796366"/>
                </a:lnTo>
                <a:lnTo>
                  <a:pt x="2992631" y="766467"/>
                </a:lnTo>
                <a:lnTo>
                  <a:pt x="3005938" y="736568"/>
                </a:lnTo>
                <a:lnTo>
                  <a:pt x="3019244" y="706660"/>
                </a:lnTo>
                <a:lnTo>
                  <a:pt x="3032550" y="676761"/>
                </a:lnTo>
                <a:lnTo>
                  <a:pt x="3045866" y="646862"/>
                </a:lnTo>
                <a:lnTo>
                  <a:pt x="3059173" y="616953"/>
                </a:lnTo>
                <a:lnTo>
                  <a:pt x="3072479" y="587054"/>
                </a:lnTo>
                <a:lnTo>
                  <a:pt x="3085786" y="557155"/>
                </a:lnTo>
                <a:lnTo>
                  <a:pt x="3099092" y="527247"/>
                </a:lnTo>
                <a:lnTo>
                  <a:pt x="3112408" y="497348"/>
                </a:lnTo>
                <a:lnTo>
                  <a:pt x="3125714" y="467449"/>
                </a:lnTo>
                <a:lnTo>
                  <a:pt x="3139021" y="437540"/>
                </a:lnTo>
                <a:lnTo>
                  <a:pt x="3152327" y="407641"/>
                </a:lnTo>
                <a:lnTo>
                  <a:pt x="3165634" y="377742"/>
                </a:lnTo>
                <a:lnTo>
                  <a:pt x="3178940" y="347834"/>
                </a:lnTo>
                <a:lnTo>
                  <a:pt x="3192256" y="317935"/>
                </a:lnTo>
                <a:lnTo>
                  <a:pt x="3205563" y="288036"/>
                </a:lnTo>
                <a:lnTo>
                  <a:pt x="3218869" y="258128"/>
                </a:lnTo>
                <a:lnTo>
                  <a:pt x="3232175" y="228229"/>
                </a:lnTo>
                <a:lnTo>
                  <a:pt x="3245482" y="198330"/>
                </a:lnTo>
                <a:lnTo>
                  <a:pt x="3258788" y="168421"/>
                </a:lnTo>
                <a:lnTo>
                  <a:pt x="3272104" y="138522"/>
                </a:lnTo>
                <a:lnTo>
                  <a:pt x="3285411" y="108614"/>
                </a:lnTo>
                <a:lnTo>
                  <a:pt x="3298717" y="78715"/>
                </a:lnTo>
                <a:lnTo>
                  <a:pt x="3312023" y="48816"/>
                </a:lnTo>
                <a:lnTo>
                  <a:pt x="3325330" y="18907"/>
                </a:lnTo>
                <a:lnTo>
                  <a:pt x="3326054" y="8553"/>
                </a:lnTo>
                <a:lnTo>
                  <a:pt x="3295031" y="18717"/>
                </a:lnTo>
                <a:lnTo>
                  <a:pt x="3262894" y="24889"/>
                </a:lnTo>
                <a:lnTo>
                  <a:pt x="3230509" y="29632"/>
                </a:lnTo>
                <a:lnTo>
                  <a:pt x="3198019" y="33557"/>
                </a:lnTo>
                <a:lnTo>
                  <a:pt x="3165462" y="36938"/>
                </a:lnTo>
                <a:lnTo>
                  <a:pt x="3132877" y="39929"/>
                </a:lnTo>
                <a:lnTo>
                  <a:pt x="3100254" y="42615"/>
                </a:lnTo>
                <a:lnTo>
                  <a:pt x="3067612" y="45063"/>
                </a:lnTo>
                <a:lnTo>
                  <a:pt x="3034960" y="47301"/>
                </a:lnTo>
                <a:lnTo>
                  <a:pt x="3002299" y="49378"/>
                </a:lnTo>
                <a:lnTo>
                  <a:pt x="2969628" y="51292"/>
                </a:lnTo>
                <a:lnTo>
                  <a:pt x="2936948" y="53083"/>
                </a:lnTo>
                <a:lnTo>
                  <a:pt x="2904258" y="54759"/>
                </a:lnTo>
                <a:lnTo>
                  <a:pt x="2871568" y="56340"/>
                </a:lnTo>
                <a:lnTo>
                  <a:pt x="2838869" y="57817"/>
                </a:lnTo>
                <a:lnTo>
                  <a:pt x="2806170" y="59207"/>
                </a:lnTo>
                <a:lnTo>
                  <a:pt x="2773461" y="60522"/>
                </a:lnTo>
                <a:lnTo>
                  <a:pt x="2740762" y="61770"/>
                </a:lnTo>
                <a:lnTo>
                  <a:pt x="2708053" y="62941"/>
                </a:lnTo>
                <a:lnTo>
                  <a:pt x="2675334" y="64056"/>
                </a:lnTo>
                <a:lnTo>
                  <a:pt x="2642626" y="65113"/>
                </a:lnTo>
                <a:lnTo>
                  <a:pt x="2609907" y="66113"/>
                </a:lnTo>
                <a:lnTo>
                  <a:pt x="2577198" y="67066"/>
                </a:lnTo>
                <a:lnTo>
                  <a:pt x="2544480" y="67961"/>
                </a:lnTo>
                <a:lnTo>
                  <a:pt x="2511762" y="68809"/>
                </a:lnTo>
                <a:lnTo>
                  <a:pt x="2479034" y="69618"/>
                </a:lnTo>
                <a:lnTo>
                  <a:pt x="2446315" y="70380"/>
                </a:lnTo>
                <a:lnTo>
                  <a:pt x="2413597" y="71104"/>
                </a:lnTo>
                <a:lnTo>
                  <a:pt x="2380869" y="71780"/>
                </a:lnTo>
                <a:lnTo>
                  <a:pt x="2348151" y="72428"/>
                </a:lnTo>
                <a:lnTo>
                  <a:pt x="2315423" y="73038"/>
                </a:lnTo>
                <a:lnTo>
                  <a:pt x="2282704" y="73609"/>
                </a:lnTo>
                <a:lnTo>
                  <a:pt x="2249976" y="74143"/>
                </a:lnTo>
                <a:lnTo>
                  <a:pt x="2217249" y="74638"/>
                </a:lnTo>
                <a:lnTo>
                  <a:pt x="2184521" y="75105"/>
                </a:lnTo>
                <a:lnTo>
                  <a:pt x="2151793" y="75543"/>
                </a:lnTo>
                <a:lnTo>
                  <a:pt x="2119065" y="75952"/>
                </a:lnTo>
                <a:lnTo>
                  <a:pt x="2086337" y="76324"/>
                </a:lnTo>
                <a:lnTo>
                  <a:pt x="2053609" y="76667"/>
                </a:lnTo>
                <a:lnTo>
                  <a:pt x="2020881" y="76981"/>
                </a:lnTo>
                <a:lnTo>
                  <a:pt x="1988153" y="77267"/>
                </a:lnTo>
                <a:lnTo>
                  <a:pt x="1955425" y="77524"/>
                </a:lnTo>
                <a:lnTo>
                  <a:pt x="1922697" y="77753"/>
                </a:lnTo>
                <a:lnTo>
                  <a:pt x="1889970" y="77953"/>
                </a:lnTo>
                <a:lnTo>
                  <a:pt x="1857242" y="78124"/>
                </a:lnTo>
                <a:lnTo>
                  <a:pt x="1824504" y="78267"/>
                </a:lnTo>
                <a:lnTo>
                  <a:pt x="1791776" y="78381"/>
                </a:lnTo>
                <a:lnTo>
                  <a:pt x="1759048" y="78467"/>
                </a:lnTo>
                <a:lnTo>
                  <a:pt x="1726321" y="78534"/>
                </a:lnTo>
                <a:lnTo>
                  <a:pt x="1693593" y="78572"/>
                </a:lnTo>
                <a:lnTo>
                  <a:pt x="1660855" y="78581"/>
                </a:lnTo>
                <a:lnTo>
                  <a:pt x="1628127" y="78562"/>
                </a:lnTo>
                <a:lnTo>
                  <a:pt x="1595399" y="78515"/>
                </a:lnTo>
                <a:lnTo>
                  <a:pt x="1562672" y="78438"/>
                </a:lnTo>
                <a:lnTo>
                  <a:pt x="1529944" y="78343"/>
                </a:lnTo>
                <a:lnTo>
                  <a:pt x="1497206" y="78210"/>
                </a:lnTo>
                <a:lnTo>
                  <a:pt x="1464478" y="78057"/>
                </a:lnTo>
                <a:lnTo>
                  <a:pt x="1431750" y="77886"/>
                </a:lnTo>
                <a:lnTo>
                  <a:pt x="1399022" y="77667"/>
                </a:lnTo>
                <a:lnTo>
                  <a:pt x="1366295" y="77429"/>
                </a:lnTo>
                <a:lnTo>
                  <a:pt x="1333567" y="77162"/>
                </a:lnTo>
                <a:lnTo>
                  <a:pt x="1300839" y="76867"/>
                </a:lnTo>
                <a:lnTo>
                  <a:pt x="1268111" y="76543"/>
                </a:lnTo>
                <a:lnTo>
                  <a:pt x="1235383" y="76190"/>
                </a:lnTo>
                <a:lnTo>
                  <a:pt x="1202655" y="75809"/>
                </a:lnTo>
                <a:lnTo>
                  <a:pt x="1169927" y="75390"/>
                </a:lnTo>
                <a:lnTo>
                  <a:pt x="1137199" y="74943"/>
                </a:lnTo>
                <a:lnTo>
                  <a:pt x="1104471" y="74457"/>
                </a:lnTo>
                <a:lnTo>
                  <a:pt x="1071743" y="73943"/>
                </a:lnTo>
                <a:lnTo>
                  <a:pt x="1039025" y="73400"/>
                </a:lnTo>
                <a:lnTo>
                  <a:pt x="1006297" y="72809"/>
                </a:lnTo>
                <a:lnTo>
                  <a:pt x="973569" y="72190"/>
                </a:lnTo>
                <a:lnTo>
                  <a:pt x="940851" y="71542"/>
                </a:lnTo>
                <a:lnTo>
                  <a:pt x="908123" y="70847"/>
                </a:lnTo>
                <a:lnTo>
                  <a:pt x="875405" y="70114"/>
                </a:lnTo>
                <a:lnTo>
                  <a:pt x="842686" y="69332"/>
                </a:lnTo>
                <a:lnTo>
                  <a:pt x="809968" y="68504"/>
                </a:lnTo>
                <a:lnTo>
                  <a:pt x="777250" y="67637"/>
                </a:lnTo>
                <a:lnTo>
                  <a:pt x="744531" y="66723"/>
                </a:lnTo>
                <a:lnTo>
                  <a:pt x="711813" y="65751"/>
                </a:lnTo>
                <a:lnTo>
                  <a:pt x="679094" y="64732"/>
                </a:lnTo>
                <a:lnTo>
                  <a:pt x="646386" y="63656"/>
                </a:lnTo>
                <a:lnTo>
                  <a:pt x="613677" y="62522"/>
                </a:lnTo>
                <a:lnTo>
                  <a:pt x="580968" y="61322"/>
                </a:lnTo>
                <a:lnTo>
                  <a:pt x="548269" y="60055"/>
                </a:lnTo>
                <a:lnTo>
                  <a:pt x="515560" y="58703"/>
                </a:lnTo>
                <a:lnTo>
                  <a:pt x="482860" y="57283"/>
                </a:lnTo>
                <a:lnTo>
                  <a:pt x="450171" y="55769"/>
                </a:lnTo>
                <a:lnTo>
                  <a:pt x="417481" y="54159"/>
                </a:lnTo>
                <a:lnTo>
                  <a:pt x="384791" y="52445"/>
                </a:lnTo>
                <a:lnTo>
                  <a:pt x="352111" y="50606"/>
                </a:lnTo>
                <a:lnTo>
                  <a:pt x="319440" y="48635"/>
                </a:lnTo>
                <a:lnTo>
                  <a:pt x="286788" y="46501"/>
                </a:lnTo>
                <a:lnTo>
                  <a:pt x="254137" y="44186"/>
                </a:lnTo>
                <a:lnTo>
                  <a:pt x="221504" y="41662"/>
                </a:lnTo>
                <a:lnTo>
                  <a:pt x="188890" y="38872"/>
                </a:lnTo>
                <a:lnTo>
                  <a:pt x="156315" y="35747"/>
                </a:lnTo>
                <a:lnTo>
                  <a:pt x="123777" y="32185"/>
                </a:lnTo>
                <a:lnTo>
                  <a:pt x="91316" y="28004"/>
                </a:lnTo>
                <a:lnTo>
                  <a:pt x="58998" y="22841"/>
                </a:lnTo>
                <a:lnTo>
                  <a:pt x="27051" y="15764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6" name="funnel-step-cap-0">
            <a:extLst xmlns:a="http://schemas.openxmlformats.org/drawingml/2006/main">
              <a:ext uri="{FF2B5EF4-FFF2-40B4-BE49-F238E27FC236}">
                <a16:creationId xmlns:a16="http://schemas.microsoft.com/office/drawing/2014/main" id="{2D55AC50-E869-408A-B7B7-D44917137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714625" y="1724025"/>
            <a:ext cx="33337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7" name="funnel-step-body-1">
            <a:extLst xmlns:a="http://schemas.openxmlformats.org/drawingml/2006/main">
              <a:ext uri="{FF2B5EF4-FFF2-40B4-BE49-F238E27FC236}">
                <a16:creationId xmlns:a16="http://schemas.microsoft.com/office/drawing/2014/main" id="{DEA69733-33B4-4027-88F1-A2CE8DEC8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108865" y="2914650"/>
            <a:ext cx="2544032" cy="964406"/>
          </a:xfrm>
          <a:custGeom xmlns:a="http://schemas.openxmlformats.org/drawingml/2006/main">
            <a:pathLst>
              <a:path w="2544032" h="964406">
                <a:moveTo>
                  <a:pt x="0" y="0"/>
                </a:moveTo>
                <a:lnTo>
                  <a:pt x="8601" y="25251"/>
                </a:lnTo>
                <a:lnTo>
                  <a:pt x="17202" y="50511"/>
                </a:lnTo>
                <a:lnTo>
                  <a:pt x="25813" y="75762"/>
                </a:lnTo>
                <a:lnTo>
                  <a:pt x="34414" y="101022"/>
                </a:lnTo>
                <a:lnTo>
                  <a:pt x="43015" y="126273"/>
                </a:lnTo>
                <a:lnTo>
                  <a:pt x="51616" y="151533"/>
                </a:lnTo>
                <a:lnTo>
                  <a:pt x="60217" y="176784"/>
                </a:lnTo>
                <a:lnTo>
                  <a:pt x="68828" y="202044"/>
                </a:lnTo>
                <a:lnTo>
                  <a:pt x="77429" y="227295"/>
                </a:lnTo>
                <a:lnTo>
                  <a:pt x="86030" y="252555"/>
                </a:lnTo>
                <a:lnTo>
                  <a:pt x="94631" y="277806"/>
                </a:lnTo>
                <a:lnTo>
                  <a:pt x="103241" y="303066"/>
                </a:lnTo>
                <a:lnTo>
                  <a:pt x="111843" y="328317"/>
                </a:lnTo>
                <a:lnTo>
                  <a:pt x="120444" y="353568"/>
                </a:lnTo>
                <a:lnTo>
                  <a:pt x="129045" y="378828"/>
                </a:lnTo>
                <a:lnTo>
                  <a:pt x="137646" y="404079"/>
                </a:lnTo>
                <a:lnTo>
                  <a:pt x="146256" y="429339"/>
                </a:lnTo>
                <a:lnTo>
                  <a:pt x="154857" y="454590"/>
                </a:lnTo>
                <a:lnTo>
                  <a:pt x="163459" y="479850"/>
                </a:lnTo>
                <a:lnTo>
                  <a:pt x="172060" y="505101"/>
                </a:lnTo>
                <a:lnTo>
                  <a:pt x="180661" y="530362"/>
                </a:lnTo>
                <a:lnTo>
                  <a:pt x="189271" y="555612"/>
                </a:lnTo>
                <a:lnTo>
                  <a:pt x="197872" y="580873"/>
                </a:lnTo>
                <a:lnTo>
                  <a:pt x="206473" y="606123"/>
                </a:lnTo>
                <a:lnTo>
                  <a:pt x="215074" y="631384"/>
                </a:lnTo>
                <a:lnTo>
                  <a:pt x="223676" y="656634"/>
                </a:lnTo>
                <a:lnTo>
                  <a:pt x="232286" y="681885"/>
                </a:lnTo>
                <a:lnTo>
                  <a:pt x="240887" y="707146"/>
                </a:lnTo>
                <a:lnTo>
                  <a:pt x="249488" y="732396"/>
                </a:lnTo>
                <a:lnTo>
                  <a:pt x="258089" y="757657"/>
                </a:lnTo>
                <a:lnTo>
                  <a:pt x="266690" y="782907"/>
                </a:lnTo>
                <a:lnTo>
                  <a:pt x="275301" y="808168"/>
                </a:lnTo>
                <a:lnTo>
                  <a:pt x="283902" y="833418"/>
                </a:lnTo>
                <a:lnTo>
                  <a:pt x="292503" y="858679"/>
                </a:lnTo>
                <a:lnTo>
                  <a:pt x="301104" y="883930"/>
                </a:lnTo>
                <a:lnTo>
                  <a:pt x="318697" y="902141"/>
                </a:lnTo>
                <a:lnTo>
                  <a:pt x="343853" y="910952"/>
                </a:lnTo>
                <a:lnTo>
                  <a:pt x="369789" y="917172"/>
                </a:lnTo>
                <a:lnTo>
                  <a:pt x="396002" y="922125"/>
                </a:lnTo>
                <a:lnTo>
                  <a:pt x="422358" y="926287"/>
                </a:lnTo>
                <a:lnTo>
                  <a:pt x="448789" y="929888"/>
                </a:lnTo>
                <a:lnTo>
                  <a:pt x="475278" y="933079"/>
                </a:lnTo>
                <a:lnTo>
                  <a:pt x="501806" y="935927"/>
                </a:lnTo>
                <a:lnTo>
                  <a:pt x="528361" y="938498"/>
                </a:lnTo>
                <a:lnTo>
                  <a:pt x="554946" y="940851"/>
                </a:lnTo>
                <a:lnTo>
                  <a:pt x="581539" y="942994"/>
                </a:lnTo>
                <a:lnTo>
                  <a:pt x="608143" y="944975"/>
                </a:lnTo>
                <a:lnTo>
                  <a:pt x="634756" y="946795"/>
                </a:lnTo>
                <a:lnTo>
                  <a:pt x="661387" y="948480"/>
                </a:lnTo>
                <a:lnTo>
                  <a:pt x="688019" y="950043"/>
                </a:lnTo>
                <a:lnTo>
                  <a:pt x="714661" y="951490"/>
                </a:lnTo>
                <a:lnTo>
                  <a:pt x="741312" y="952833"/>
                </a:lnTo>
                <a:lnTo>
                  <a:pt x="767963" y="954081"/>
                </a:lnTo>
                <a:lnTo>
                  <a:pt x="794614" y="955234"/>
                </a:lnTo>
                <a:lnTo>
                  <a:pt x="821274" y="956310"/>
                </a:lnTo>
                <a:lnTo>
                  <a:pt x="847935" y="957301"/>
                </a:lnTo>
                <a:lnTo>
                  <a:pt x="874595" y="958215"/>
                </a:lnTo>
                <a:lnTo>
                  <a:pt x="901265" y="959053"/>
                </a:lnTo>
                <a:lnTo>
                  <a:pt x="927935" y="959825"/>
                </a:lnTo>
                <a:lnTo>
                  <a:pt x="954605" y="960530"/>
                </a:lnTo>
                <a:lnTo>
                  <a:pt x="981275" y="961177"/>
                </a:lnTo>
                <a:lnTo>
                  <a:pt x="1007955" y="961749"/>
                </a:lnTo>
                <a:lnTo>
                  <a:pt x="1034625" y="962263"/>
                </a:lnTo>
                <a:lnTo>
                  <a:pt x="1061304" y="962720"/>
                </a:lnTo>
                <a:lnTo>
                  <a:pt x="1087984" y="963130"/>
                </a:lnTo>
                <a:lnTo>
                  <a:pt x="1114663" y="963473"/>
                </a:lnTo>
                <a:lnTo>
                  <a:pt x="1141343" y="963759"/>
                </a:lnTo>
                <a:lnTo>
                  <a:pt x="1168022" y="963997"/>
                </a:lnTo>
                <a:lnTo>
                  <a:pt x="1194702" y="964178"/>
                </a:lnTo>
                <a:lnTo>
                  <a:pt x="1221381" y="964301"/>
                </a:lnTo>
                <a:lnTo>
                  <a:pt x="1248061" y="964378"/>
                </a:lnTo>
                <a:lnTo>
                  <a:pt x="1274740" y="964406"/>
                </a:lnTo>
                <a:lnTo>
                  <a:pt x="1301420" y="964368"/>
                </a:lnTo>
                <a:lnTo>
                  <a:pt x="1328099" y="964292"/>
                </a:lnTo>
                <a:lnTo>
                  <a:pt x="1354779" y="964149"/>
                </a:lnTo>
                <a:lnTo>
                  <a:pt x="1381458" y="963959"/>
                </a:lnTo>
                <a:lnTo>
                  <a:pt x="1408138" y="963720"/>
                </a:lnTo>
                <a:lnTo>
                  <a:pt x="1434817" y="963425"/>
                </a:lnTo>
                <a:lnTo>
                  <a:pt x="1461497" y="963063"/>
                </a:lnTo>
                <a:lnTo>
                  <a:pt x="1488167" y="962654"/>
                </a:lnTo>
                <a:lnTo>
                  <a:pt x="1514846" y="962187"/>
                </a:lnTo>
                <a:lnTo>
                  <a:pt x="1541526" y="961663"/>
                </a:lnTo>
                <a:lnTo>
                  <a:pt x="1568196" y="961073"/>
                </a:lnTo>
                <a:lnTo>
                  <a:pt x="1594866" y="960425"/>
                </a:lnTo>
                <a:lnTo>
                  <a:pt x="1621536" y="959710"/>
                </a:lnTo>
                <a:lnTo>
                  <a:pt x="1648206" y="958929"/>
                </a:lnTo>
                <a:lnTo>
                  <a:pt x="1674876" y="958072"/>
                </a:lnTo>
                <a:lnTo>
                  <a:pt x="1701536" y="957148"/>
                </a:lnTo>
                <a:lnTo>
                  <a:pt x="1728197" y="956148"/>
                </a:lnTo>
                <a:lnTo>
                  <a:pt x="1754857" y="955062"/>
                </a:lnTo>
                <a:lnTo>
                  <a:pt x="1781508" y="953891"/>
                </a:lnTo>
                <a:lnTo>
                  <a:pt x="1808159" y="952633"/>
                </a:lnTo>
                <a:lnTo>
                  <a:pt x="1834810" y="951271"/>
                </a:lnTo>
                <a:lnTo>
                  <a:pt x="1861452" y="949804"/>
                </a:lnTo>
                <a:lnTo>
                  <a:pt x="1888084" y="948223"/>
                </a:lnTo>
                <a:lnTo>
                  <a:pt x="1914706" y="946509"/>
                </a:lnTo>
                <a:lnTo>
                  <a:pt x="1941328" y="944670"/>
                </a:lnTo>
                <a:lnTo>
                  <a:pt x="1967932" y="942661"/>
                </a:lnTo>
                <a:lnTo>
                  <a:pt x="1994516" y="940489"/>
                </a:lnTo>
                <a:lnTo>
                  <a:pt x="2021091" y="938108"/>
                </a:lnTo>
                <a:lnTo>
                  <a:pt x="2047646" y="935498"/>
                </a:lnTo>
                <a:lnTo>
                  <a:pt x="2074164" y="932593"/>
                </a:lnTo>
                <a:lnTo>
                  <a:pt x="2100653" y="929354"/>
                </a:lnTo>
                <a:lnTo>
                  <a:pt x="2127075" y="925678"/>
                </a:lnTo>
                <a:lnTo>
                  <a:pt x="2153412" y="921410"/>
                </a:lnTo>
                <a:lnTo>
                  <a:pt x="2179596" y="916295"/>
                </a:lnTo>
                <a:lnTo>
                  <a:pt x="2205466" y="909790"/>
                </a:lnTo>
                <a:lnTo>
                  <a:pt x="2230345" y="900284"/>
                </a:lnTo>
                <a:lnTo>
                  <a:pt x="2245519" y="879948"/>
                </a:lnTo>
                <a:lnTo>
                  <a:pt x="2254120" y="854697"/>
                </a:lnTo>
                <a:lnTo>
                  <a:pt x="2262721" y="829437"/>
                </a:lnTo>
                <a:lnTo>
                  <a:pt x="2271332" y="804186"/>
                </a:lnTo>
                <a:lnTo>
                  <a:pt x="2279933" y="778926"/>
                </a:lnTo>
                <a:lnTo>
                  <a:pt x="2288534" y="753675"/>
                </a:lnTo>
                <a:lnTo>
                  <a:pt x="2297135" y="728424"/>
                </a:lnTo>
                <a:lnTo>
                  <a:pt x="2305745" y="703164"/>
                </a:lnTo>
                <a:lnTo>
                  <a:pt x="2314346" y="677913"/>
                </a:lnTo>
                <a:lnTo>
                  <a:pt x="2322947" y="652653"/>
                </a:lnTo>
                <a:lnTo>
                  <a:pt x="2331549" y="627402"/>
                </a:lnTo>
                <a:lnTo>
                  <a:pt x="2340150" y="602142"/>
                </a:lnTo>
                <a:lnTo>
                  <a:pt x="2348760" y="576891"/>
                </a:lnTo>
                <a:lnTo>
                  <a:pt x="2357361" y="551631"/>
                </a:lnTo>
                <a:lnTo>
                  <a:pt x="2365962" y="526380"/>
                </a:lnTo>
                <a:lnTo>
                  <a:pt x="2374563" y="501120"/>
                </a:lnTo>
                <a:lnTo>
                  <a:pt x="2383165" y="475869"/>
                </a:lnTo>
                <a:lnTo>
                  <a:pt x="2391775" y="450609"/>
                </a:lnTo>
                <a:lnTo>
                  <a:pt x="2400376" y="425358"/>
                </a:lnTo>
                <a:lnTo>
                  <a:pt x="2408977" y="400098"/>
                </a:lnTo>
                <a:lnTo>
                  <a:pt x="2417578" y="374847"/>
                </a:lnTo>
                <a:lnTo>
                  <a:pt x="2426179" y="349596"/>
                </a:lnTo>
                <a:lnTo>
                  <a:pt x="2434790" y="324336"/>
                </a:lnTo>
                <a:lnTo>
                  <a:pt x="2443391" y="299085"/>
                </a:lnTo>
                <a:lnTo>
                  <a:pt x="2451992" y="273825"/>
                </a:lnTo>
                <a:lnTo>
                  <a:pt x="2460593" y="248574"/>
                </a:lnTo>
                <a:lnTo>
                  <a:pt x="2469194" y="223314"/>
                </a:lnTo>
                <a:lnTo>
                  <a:pt x="2477805" y="198063"/>
                </a:lnTo>
                <a:lnTo>
                  <a:pt x="2486406" y="172803"/>
                </a:lnTo>
                <a:lnTo>
                  <a:pt x="2495007" y="147552"/>
                </a:lnTo>
                <a:lnTo>
                  <a:pt x="2503608" y="122291"/>
                </a:lnTo>
                <a:lnTo>
                  <a:pt x="2512219" y="97041"/>
                </a:lnTo>
                <a:lnTo>
                  <a:pt x="2520820" y="71780"/>
                </a:lnTo>
                <a:lnTo>
                  <a:pt x="2529421" y="46530"/>
                </a:lnTo>
                <a:lnTo>
                  <a:pt x="2538022" y="21279"/>
                </a:lnTo>
                <a:lnTo>
                  <a:pt x="2544032" y="3962"/>
                </a:lnTo>
                <a:lnTo>
                  <a:pt x="2521201" y="16964"/>
                </a:lnTo>
                <a:lnTo>
                  <a:pt x="2495464" y="23946"/>
                </a:lnTo>
                <a:lnTo>
                  <a:pt x="2469290" y="29137"/>
                </a:lnTo>
                <a:lnTo>
                  <a:pt x="2442953" y="33366"/>
                </a:lnTo>
                <a:lnTo>
                  <a:pt x="2416521" y="36976"/>
                </a:lnTo>
                <a:lnTo>
                  <a:pt x="2390023" y="40138"/>
                </a:lnTo>
                <a:lnTo>
                  <a:pt x="2363495" y="42977"/>
                </a:lnTo>
                <a:lnTo>
                  <a:pt x="2336940" y="45539"/>
                </a:lnTo>
                <a:lnTo>
                  <a:pt x="2310365" y="47882"/>
                </a:lnTo>
                <a:lnTo>
                  <a:pt x="2283771" y="50044"/>
                </a:lnTo>
                <a:lnTo>
                  <a:pt x="2257168" y="52035"/>
                </a:lnTo>
                <a:lnTo>
                  <a:pt x="2230545" y="53892"/>
                </a:lnTo>
                <a:lnTo>
                  <a:pt x="2203923" y="55616"/>
                </a:lnTo>
                <a:lnTo>
                  <a:pt x="2177291" y="57236"/>
                </a:lnTo>
                <a:lnTo>
                  <a:pt x="2150659" y="58760"/>
                </a:lnTo>
                <a:lnTo>
                  <a:pt x="2124018" y="60188"/>
                </a:lnTo>
                <a:lnTo>
                  <a:pt x="2097367" y="61532"/>
                </a:lnTo>
                <a:lnTo>
                  <a:pt x="2070716" y="62798"/>
                </a:lnTo>
                <a:lnTo>
                  <a:pt x="2044065" y="63998"/>
                </a:lnTo>
                <a:lnTo>
                  <a:pt x="2017405" y="65122"/>
                </a:lnTo>
                <a:lnTo>
                  <a:pt x="1990754" y="66189"/>
                </a:lnTo>
                <a:lnTo>
                  <a:pt x="1964093" y="67189"/>
                </a:lnTo>
                <a:lnTo>
                  <a:pt x="1937423" y="68142"/>
                </a:lnTo>
                <a:lnTo>
                  <a:pt x="1910763" y="69037"/>
                </a:lnTo>
                <a:lnTo>
                  <a:pt x="1884093" y="69885"/>
                </a:lnTo>
                <a:lnTo>
                  <a:pt x="1857423" y="70685"/>
                </a:lnTo>
                <a:lnTo>
                  <a:pt x="1830753" y="71438"/>
                </a:lnTo>
                <a:lnTo>
                  <a:pt x="1804083" y="72142"/>
                </a:lnTo>
                <a:lnTo>
                  <a:pt x="1777413" y="72800"/>
                </a:lnTo>
                <a:lnTo>
                  <a:pt x="1750743" y="73428"/>
                </a:lnTo>
                <a:lnTo>
                  <a:pt x="1724063" y="74009"/>
                </a:lnTo>
                <a:lnTo>
                  <a:pt x="1697393" y="74552"/>
                </a:lnTo>
                <a:lnTo>
                  <a:pt x="1670714" y="75057"/>
                </a:lnTo>
                <a:lnTo>
                  <a:pt x="1644044" y="75524"/>
                </a:lnTo>
                <a:lnTo>
                  <a:pt x="1617364" y="75952"/>
                </a:lnTo>
                <a:lnTo>
                  <a:pt x="1590685" y="76352"/>
                </a:lnTo>
                <a:lnTo>
                  <a:pt x="1564005" y="76714"/>
                </a:lnTo>
                <a:lnTo>
                  <a:pt x="1537325" y="77048"/>
                </a:lnTo>
                <a:lnTo>
                  <a:pt x="1510655" y="77343"/>
                </a:lnTo>
                <a:lnTo>
                  <a:pt x="1483976" y="77610"/>
                </a:lnTo>
                <a:lnTo>
                  <a:pt x="1457296" y="77838"/>
                </a:lnTo>
                <a:lnTo>
                  <a:pt x="1430617" y="78038"/>
                </a:lnTo>
                <a:lnTo>
                  <a:pt x="1403937" y="78200"/>
                </a:lnTo>
                <a:lnTo>
                  <a:pt x="1377258" y="78343"/>
                </a:lnTo>
                <a:lnTo>
                  <a:pt x="1350569" y="78448"/>
                </a:lnTo>
                <a:lnTo>
                  <a:pt x="1323889" y="78524"/>
                </a:lnTo>
                <a:lnTo>
                  <a:pt x="1297210" y="78562"/>
                </a:lnTo>
                <a:lnTo>
                  <a:pt x="1270530" y="78581"/>
                </a:lnTo>
                <a:lnTo>
                  <a:pt x="1243851" y="78562"/>
                </a:lnTo>
                <a:lnTo>
                  <a:pt x="1217171" y="78515"/>
                </a:lnTo>
                <a:lnTo>
                  <a:pt x="1190492" y="78429"/>
                </a:lnTo>
                <a:lnTo>
                  <a:pt x="1163812" y="78324"/>
                </a:lnTo>
                <a:lnTo>
                  <a:pt x="1137133" y="78181"/>
                </a:lnTo>
                <a:lnTo>
                  <a:pt x="1110453" y="78010"/>
                </a:lnTo>
                <a:lnTo>
                  <a:pt x="1083774" y="77800"/>
                </a:lnTo>
                <a:lnTo>
                  <a:pt x="1057094" y="77572"/>
                </a:lnTo>
                <a:lnTo>
                  <a:pt x="1030415" y="77295"/>
                </a:lnTo>
                <a:lnTo>
                  <a:pt x="1003735" y="77000"/>
                </a:lnTo>
                <a:lnTo>
                  <a:pt x="977055" y="76667"/>
                </a:lnTo>
                <a:lnTo>
                  <a:pt x="950376" y="76295"/>
                </a:lnTo>
                <a:lnTo>
                  <a:pt x="923706" y="75895"/>
                </a:lnTo>
                <a:lnTo>
                  <a:pt x="897026" y="75457"/>
                </a:lnTo>
                <a:lnTo>
                  <a:pt x="870347" y="74981"/>
                </a:lnTo>
                <a:lnTo>
                  <a:pt x="843677" y="74466"/>
                </a:lnTo>
                <a:lnTo>
                  <a:pt x="816997" y="73914"/>
                </a:lnTo>
                <a:lnTo>
                  <a:pt x="790327" y="73333"/>
                </a:lnTo>
                <a:lnTo>
                  <a:pt x="763657" y="72704"/>
                </a:lnTo>
                <a:lnTo>
                  <a:pt x="736978" y="72028"/>
                </a:lnTo>
                <a:lnTo>
                  <a:pt x="710308" y="71314"/>
                </a:lnTo>
                <a:lnTo>
                  <a:pt x="683638" y="70561"/>
                </a:lnTo>
                <a:lnTo>
                  <a:pt x="656977" y="69752"/>
                </a:lnTo>
                <a:lnTo>
                  <a:pt x="630307" y="68904"/>
                </a:lnTo>
                <a:lnTo>
                  <a:pt x="603647" y="67999"/>
                </a:lnTo>
                <a:lnTo>
                  <a:pt x="576977" y="67037"/>
                </a:lnTo>
                <a:lnTo>
                  <a:pt x="550316" y="66027"/>
                </a:lnTo>
                <a:lnTo>
                  <a:pt x="523656" y="64951"/>
                </a:lnTo>
                <a:lnTo>
                  <a:pt x="497005" y="63808"/>
                </a:lnTo>
                <a:lnTo>
                  <a:pt x="470354" y="62608"/>
                </a:lnTo>
                <a:lnTo>
                  <a:pt x="443703" y="61331"/>
                </a:lnTo>
                <a:lnTo>
                  <a:pt x="417052" y="59969"/>
                </a:lnTo>
                <a:lnTo>
                  <a:pt x="390411" y="58522"/>
                </a:lnTo>
                <a:lnTo>
                  <a:pt x="363779" y="56988"/>
                </a:lnTo>
                <a:lnTo>
                  <a:pt x="337147" y="55359"/>
                </a:lnTo>
                <a:lnTo>
                  <a:pt x="310525" y="53607"/>
                </a:lnTo>
                <a:lnTo>
                  <a:pt x="283912" y="51730"/>
                </a:lnTo>
                <a:lnTo>
                  <a:pt x="257308" y="49711"/>
                </a:lnTo>
                <a:lnTo>
                  <a:pt x="230715" y="47530"/>
                </a:lnTo>
                <a:lnTo>
                  <a:pt x="204140" y="45149"/>
                </a:lnTo>
                <a:lnTo>
                  <a:pt x="177594" y="42548"/>
                </a:lnTo>
                <a:lnTo>
                  <a:pt x="151067" y="39672"/>
                </a:lnTo>
                <a:lnTo>
                  <a:pt x="124577" y="36433"/>
                </a:lnTo>
                <a:lnTo>
                  <a:pt x="98155" y="32737"/>
                </a:lnTo>
                <a:lnTo>
                  <a:pt x="71838" y="28394"/>
                </a:lnTo>
                <a:lnTo>
                  <a:pt x="45710" y="23003"/>
                </a:lnTo>
                <a:lnTo>
                  <a:pt x="20107" y="15564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8" name="funnel-step-cap-1">
            <a:extLst xmlns:a="http://schemas.openxmlformats.org/drawingml/2006/main">
              <a:ext uri="{FF2B5EF4-FFF2-40B4-BE49-F238E27FC236}">
                <a16:creationId xmlns:a16="http://schemas.microsoft.com/office/drawing/2014/main" id="{EBE9B405-C4FF-4DB4-8658-2B17D2C5F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108874" y="2790825"/>
            <a:ext cx="2545261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9" name="funnel-step-body-2">
            <a:extLst xmlns:a="http://schemas.openxmlformats.org/drawingml/2006/main">
              <a:ext uri="{FF2B5EF4-FFF2-40B4-BE49-F238E27FC236}">
                <a16:creationId xmlns:a16="http://schemas.microsoft.com/office/drawing/2014/main" id="{BD7DC683-264B-4D8B-B3C6-E42CBFDC9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410617" y="3981450"/>
            <a:ext cx="1941662" cy="964406"/>
          </a:xfrm>
          <a:custGeom xmlns:a="http://schemas.openxmlformats.org/drawingml/2006/main">
            <a:pathLst>
              <a:path w="1941662" h="964406">
                <a:moveTo>
                  <a:pt x="0" y="0"/>
                </a:moveTo>
                <a:lnTo>
                  <a:pt x="6467" y="20869"/>
                </a:lnTo>
                <a:lnTo>
                  <a:pt x="12935" y="41739"/>
                </a:lnTo>
                <a:lnTo>
                  <a:pt x="19402" y="62608"/>
                </a:lnTo>
                <a:lnTo>
                  <a:pt x="25870" y="83487"/>
                </a:lnTo>
                <a:lnTo>
                  <a:pt x="32337" y="104356"/>
                </a:lnTo>
                <a:lnTo>
                  <a:pt x="38805" y="125225"/>
                </a:lnTo>
                <a:lnTo>
                  <a:pt x="45272" y="146094"/>
                </a:lnTo>
                <a:lnTo>
                  <a:pt x="51740" y="166964"/>
                </a:lnTo>
                <a:lnTo>
                  <a:pt x="58207" y="187833"/>
                </a:lnTo>
                <a:lnTo>
                  <a:pt x="64675" y="208712"/>
                </a:lnTo>
                <a:lnTo>
                  <a:pt x="71142" y="229581"/>
                </a:lnTo>
                <a:lnTo>
                  <a:pt x="77610" y="250450"/>
                </a:lnTo>
                <a:lnTo>
                  <a:pt x="84077" y="271320"/>
                </a:lnTo>
                <a:lnTo>
                  <a:pt x="90545" y="292189"/>
                </a:lnTo>
                <a:lnTo>
                  <a:pt x="97012" y="313058"/>
                </a:lnTo>
                <a:lnTo>
                  <a:pt x="103480" y="333927"/>
                </a:lnTo>
                <a:lnTo>
                  <a:pt x="109947" y="354806"/>
                </a:lnTo>
                <a:lnTo>
                  <a:pt x="116415" y="375676"/>
                </a:lnTo>
                <a:lnTo>
                  <a:pt x="122882" y="396545"/>
                </a:lnTo>
                <a:lnTo>
                  <a:pt x="129350" y="417414"/>
                </a:lnTo>
                <a:lnTo>
                  <a:pt x="135817" y="438283"/>
                </a:lnTo>
                <a:lnTo>
                  <a:pt x="142294" y="459153"/>
                </a:lnTo>
                <a:lnTo>
                  <a:pt x="148761" y="480031"/>
                </a:lnTo>
                <a:lnTo>
                  <a:pt x="155229" y="500901"/>
                </a:lnTo>
                <a:lnTo>
                  <a:pt x="161696" y="521770"/>
                </a:lnTo>
                <a:lnTo>
                  <a:pt x="168164" y="542639"/>
                </a:lnTo>
                <a:lnTo>
                  <a:pt x="174631" y="563509"/>
                </a:lnTo>
                <a:lnTo>
                  <a:pt x="181099" y="584378"/>
                </a:lnTo>
                <a:lnTo>
                  <a:pt x="187566" y="605247"/>
                </a:lnTo>
                <a:lnTo>
                  <a:pt x="194034" y="626126"/>
                </a:lnTo>
                <a:lnTo>
                  <a:pt x="200501" y="646995"/>
                </a:lnTo>
                <a:lnTo>
                  <a:pt x="206969" y="667864"/>
                </a:lnTo>
                <a:lnTo>
                  <a:pt x="213436" y="688734"/>
                </a:lnTo>
                <a:lnTo>
                  <a:pt x="219904" y="709603"/>
                </a:lnTo>
                <a:lnTo>
                  <a:pt x="226371" y="730472"/>
                </a:lnTo>
                <a:lnTo>
                  <a:pt x="232839" y="751351"/>
                </a:lnTo>
                <a:lnTo>
                  <a:pt x="239306" y="772220"/>
                </a:lnTo>
                <a:lnTo>
                  <a:pt x="245774" y="793090"/>
                </a:lnTo>
                <a:lnTo>
                  <a:pt x="252241" y="813959"/>
                </a:lnTo>
                <a:lnTo>
                  <a:pt x="258709" y="834828"/>
                </a:lnTo>
                <a:lnTo>
                  <a:pt x="265176" y="855697"/>
                </a:lnTo>
                <a:lnTo>
                  <a:pt x="271643" y="876576"/>
                </a:lnTo>
                <a:lnTo>
                  <a:pt x="279597" y="896531"/>
                </a:lnTo>
                <a:lnTo>
                  <a:pt x="297961" y="908142"/>
                </a:lnTo>
                <a:lnTo>
                  <a:pt x="318449" y="915705"/>
                </a:lnTo>
                <a:lnTo>
                  <a:pt x="339519" y="921496"/>
                </a:lnTo>
                <a:lnTo>
                  <a:pt x="360836" y="926249"/>
                </a:lnTo>
                <a:lnTo>
                  <a:pt x="382305" y="930307"/>
                </a:lnTo>
                <a:lnTo>
                  <a:pt x="403870" y="933841"/>
                </a:lnTo>
                <a:lnTo>
                  <a:pt x="425491" y="936965"/>
                </a:lnTo>
                <a:lnTo>
                  <a:pt x="447161" y="939775"/>
                </a:lnTo>
                <a:lnTo>
                  <a:pt x="468868" y="942308"/>
                </a:lnTo>
                <a:lnTo>
                  <a:pt x="490595" y="944604"/>
                </a:lnTo>
                <a:lnTo>
                  <a:pt x="512340" y="946699"/>
                </a:lnTo>
                <a:lnTo>
                  <a:pt x="534105" y="948614"/>
                </a:lnTo>
                <a:lnTo>
                  <a:pt x="555889" y="950385"/>
                </a:lnTo>
                <a:lnTo>
                  <a:pt x="577682" y="951995"/>
                </a:lnTo>
                <a:lnTo>
                  <a:pt x="599475" y="953481"/>
                </a:lnTo>
                <a:lnTo>
                  <a:pt x="621287" y="954843"/>
                </a:lnTo>
                <a:lnTo>
                  <a:pt x="643099" y="956091"/>
                </a:lnTo>
                <a:lnTo>
                  <a:pt x="664921" y="957234"/>
                </a:lnTo>
                <a:lnTo>
                  <a:pt x="686743" y="958272"/>
                </a:lnTo>
                <a:lnTo>
                  <a:pt x="708574" y="959225"/>
                </a:lnTo>
                <a:lnTo>
                  <a:pt x="730406" y="960082"/>
                </a:lnTo>
                <a:lnTo>
                  <a:pt x="752246" y="960853"/>
                </a:lnTo>
                <a:lnTo>
                  <a:pt x="774078" y="961549"/>
                </a:lnTo>
                <a:lnTo>
                  <a:pt x="795919" y="962158"/>
                </a:lnTo>
                <a:lnTo>
                  <a:pt x="817769" y="962692"/>
                </a:lnTo>
                <a:lnTo>
                  <a:pt x="839610" y="963149"/>
                </a:lnTo>
                <a:lnTo>
                  <a:pt x="861460" y="963530"/>
                </a:lnTo>
                <a:lnTo>
                  <a:pt x="883310" y="963844"/>
                </a:lnTo>
                <a:lnTo>
                  <a:pt x="905151" y="964092"/>
                </a:lnTo>
                <a:lnTo>
                  <a:pt x="927002" y="964263"/>
                </a:lnTo>
                <a:lnTo>
                  <a:pt x="948852" y="964368"/>
                </a:lnTo>
                <a:lnTo>
                  <a:pt x="970702" y="964406"/>
                </a:lnTo>
                <a:lnTo>
                  <a:pt x="992553" y="964368"/>
                </a:lnTo>
                <a:lnTo>
                  <a:pt x="1014403" y="964263"/>
                </a:lnTo>
                <a:lnTo>
                  <a:pt x="1036253" y="964101"/>
                </a:lnTo>
                <a:lnTo>
                  <a:pt x="1058104" y="963854"/>
                </a:lnTo>
                <a:lnTo>
                  <a:pt x="1079945" y="963539"/>
                </a:lnTo>
                <a:lnTo>
                  <a:pt x="1101795" y="963158"/>
                </a:lnTo>
                <a:lnTo>
                  <a:pt x="1123636" y="962692"/>
                </a:lnTo>
                <a:lnTo>
                  <a:pt x="1145486" y="962168"/>
                </a:lnTo>
                <a:lnTo>
                  <a:pt x="1167327" y="961558"/>
                </a:lnTo>
                <a:lnTo>
                  <a:pt x="1189168" y="960863"/>
                </a:lnTo>
                <a:lnTo>
                  <a:pt x="1210999" y="960101"/>
                </a:lnTo>
                <a:lnTo>
                  <a:pt x="1232830" y="959234"/>
                </a:lnTo>
                <a:lnTo>
                  <a:pt x="1254662" y="958291"/>
                </a:lnTo>
                <a:lnTo>
                  <a:pt x="1276483" y="957243"/>
                </a:lnTo>
                <a:lnTo>
                  <a:pt x="1298305" y="956110"/>
                </a:lnTo>
                <a:lnTo>
                  <a:pt x="1320117" y="954862"/>
                </a:lnTo>
                <a:lnTo>
                  <a:pt x="1341930" y="953500"/>
                </a:lnTo>
                <a:lnTo>
                  <a:pt x="1363732" y="952014"/>
                </a:lnTo>
                <a:lnTo>
                  <a:pt x="1385516" y="950414"/>
                </a:lnTo>
                <a:lnTo>
                  <a:pt x="1407300" y="948652"/>
                </a:lnTo>
                <a:lnTo>
                  <a:pt x="1429064" y="946728"/>
                </a:lnTo>
                <a:lnTo>
                  <a:pt x="1450810" y="944642"/>
                </a:lnTo>
                <a:lnTo>
                  <a:pt x="1472546" y="942346"/>
                </a:lnTo>
                <a:lnTo>
                  <a:pt x="1494244" y="939813"/>
                </a:lnTo>
                <a:lnTo>
                  <a:pt x="1515913" y="937012"/>
                </a:lnTo>
                <a:lnTo>
                  <a:pt x="1537535" y="933888"/>
                </a:lnTo>
                <a:lnTo>
                  <a:pt x="1559100" y="930364"/>
                </a:lnTo>
                <a:lnTo>
                  <a:pt x="1580579" y="926325"/>
                </a:lnTo>
                <a:lnTo>
                  <a:pt x="1601905" y="921582"/>
                </a:lnTo>
                <a:lnTo>
                  <a:pt x="1622974" y="915810"/>
                </a:lnTo>
                <a:lnTo>
                  <a:pt x="1643472" y="908285"/>
                </a:lnTo>
                <a:lnTo>
                  <a:pt x="1661912" y="896788"/>
                </a:lnTo>
                <a:lnTo>
                  <a:pt x="1670018" y="876919"/>
                </a:lnTo>
                <a:lnTo>
                  <a:pt x="1676486" y="856040"/>
                </a:lnTo>
                <a:lnTo>
                  <a:pt x="1682953" y="835171"/>
                </a:lnTo>
                <a:lnTo>
                  <a:pt x="1689421" y="814302"/>
                </a:lnTo>
                <a:lnTo>
                  <a:pt x="1695888" y="793433"/>
                </a:lnTo>
                <a:lnTo>
                  <a:pt x="1702356" y="772563"/>
                </a:lnTo>
                <a:lnTo>
                  <a:pt x="1708823" y="751694"/>
                </a:lnTo>
                <a:lnTo>
                  <a:pt x="1715291" y="730825"/>
                </a:lnTo>
                <a:lnTo>
                  <a:pt x="1721758" y="709946"/>
                </a:lnTo>
                <a:lnTo>
                  <a:pt x="1728226" y="689077"/>
                </a:lnTo>
                <a:lnTo>
                  <a:pt x="1734693" y="668207"/>
                </a:lnTo>
                <a:lnTo>
                  <a:pt x="1741160" y="647338"/>
                </a:lnTo>
                <a:lnTo>
                  <a:pt x="1747628" y="626469"/>
                </a:lnTo>
                <a:lnTo>
                  <a:pt x="1754095" y="605600"/>
                </a:lnTo>
                <a:lnTo>
                  <a:pt x="1760563" y="584721"/>
                </a:lnTo>
                <a:lnTo>
                  <a:pt x="1767030" y="563851"/>
                </a:lnTo>
                <a:lnTo>
                  <a:pt x="1773498" y="542982"/>
                </a:lnTo>
                <a:lnTo>
                  <a:pt x="1779965" y="522113"/>
                </a:lnTo>
                <a:lnTo>
                  <a:pt x="1786433" y="501244"/>
                </a:lnTo>
                <a:lnTo>
                  <a:pt x="1792900" y="480374"/>
                </a:lnTo>
                <a:lnTo>
                  <a:pt x="1799368" y="459496"/>
                </a:lnTo>
                <a:lnTo>
                  <a:pt x="1805835" y="438626"/>
                </a:lnTo>
                <a:lnTo>
                  <a:pt x="1812303" y="417757"/>
                </a:lnTo>
                <a:lnTo>
                  <a:pt x="1818770" y="396888"/>
                </a:lnTo>
                <a:lnTo>
                  <a:pt x="1825238" y="376018"/>
                </a:lnTo>
                <a:lnTo>
                  <a:pt x="1831705" y="355149"/>
                </a:lnTo>
                <a:lnTo>
                  <a:pt x="1838173" y="334280"/>
                </a:lnTo>
                <a:lnTo>
                  <a:pt x="1844640" y="313401"/>
                </a:lnTo>
                <a:lnTo>
                  <a:pt x="1851108" y="292532"/>
                </a:lnTo>
                <a:lnTo>
                  <a:pt x="1857585" y="271663"/>
                </a:lnTo>
                <a:lnTo>
                  <a:pt x="1864052" y="250793"/>
                </a:lnTo>
                <a:lnTo>
                  <a:pt x="1870520" y="229924"/>
                </a:lnTo>
                <a:lnTo>
                  <a:pt x="1876987" y="209055"/>
                </a:lnTo>
                <a:lnTo>
                  <a:pt x="1883454" y="188176"/>
                </a:lnTo>
                <a:lnTo>
                  <a:pt x="1889922" y="167307"/>
                </a:lnTo>
                <a:lnTo>
                  <a:pt x="1896389" y="146437"/>
                </a:lnTo>
                <a:lnTo>
                  <a:pt x="1902857" y="125568"/>
                </a:lnTo>
                <a:lnTo>
                  <a:pt x="1909324" y="104699"/>
                </a:lnTo>
                <a:lnTo>
                  <a:pt x="1915792" y="83830"/>
                </a:lnTo>
                <a:lnTo>
                  <a:pt x="1922259" y="62960"/>
                </a:lnTo>
                <a:lnTo>
                  <a:pt x="1928727" y="42081"/>
                </a:lnTo>
                <a:lnTo>
                  <a:pt x="1935194" y="21212"/>
                </a:lnTo>
                <a:lnTo>
                  <a:pt x="1941662" y="343"/>
                </a:lnTo>
                <a:lnTo>
                  <a:pt x="1927698" y="14926"/>
                </a:lnTo>
                <a:lnTo>
                  <a:pt x="1907362" y="22860"/>
                </a:lnTo>
                <a:lnTo>
                  <a:pt x="1886274" y="28556"/>
                </a:lnTo>
                <a:lnTo>
                  <a:pt x="1864909" y="33128"/>
                </a:lnTo>
                <a:lnTo>
                  <a:pt x="1843402" y="36995"/>
                </a:lnTo>
                <a:lnTo>
                  <a:pt x="1821818" y="40367"/>
                </a:lnTo>
                <a:lnTo>
                  <a:pt x="1800168" y="43358"/>
                </a:lnTo>
                <a:lnTo>
                  <a:pt x="1778489" y="46063"/>
                </a:lnTo>
                <a:lnTo>
                  <a:pt x="1756781" y="48520"/>
                </a:lnTo>
                <a:lnTo>
                  <a:pt x="1735045" y="50768"/>
                </a:lnTo>
                <a:lnTo>
                  <a:pt x="1713290" y="52845"/>
                </a:lnTo>
                <a:lnTo>
                  <a:pt x="1691526" y="54769"/>
                </a:lnTo>
                <a:lnTo>
                  <a:pt x="1669752" y="56559"/>
                </a:lnTo>
                <a:lnTo>
                  <a:pt x="1647968" y="58226"/>
                </a:lnTo>
                <a:lnTo>
                  <a:pt x="1626175" y="59788"/>
                </a:lnTo>
                <a:lnTo>
                  <a:pt x="1604372" y="61255"/>
                </a:lnTo>
                <a:lnTo>
                  <a:pt x="1582569" y="62627"/>
                </a:lnTo>
                <a:lnTo>
                  <a:pt x="1560757" y="63913"/>
                </a:lnTo>
                <a:lnTo>
                  <a:pt x="1538935" y="65132"/>
                </a:lnTo>
                <a:lnTo>
                  <a:pt x="1517113" y="66265"/>
                </a:lnTo>
                <a:lnTo>
                  <a:pt x="1495292" y="67342"/>
                </a:lnTo>
                <a:lnTo>
                  <a:pt x="1473470" y="68351"/>
                </a:lnTo>
                <a:lnTo>
                  <a:pt x="1451639" y="69304"/>
                </a:lnTo>
                <a:lnTo>
                  <a:pt x="1429807" y="70190"/>
                </a:lnTo>
                <a:lnTo>
                  <a:pt x="1407976" y="71028"/>
                </a:lnTo>
                <a:lnTo>
                  <a:pt x="1386135" y="71809"/>
                </a:lnTo>
                <a:lnTo>
                  <a:pt x="1364294" y="72533"/>
                </a:lnTo>
                <a:lnTo>
                  <a:pt x="1342463" y="73219"/>
                </a:lnTo>
                <a:lnTo>
                  <a:pt x="1320622" y="73857"/>
                </a:lnTo>
                <a:lnTo>
                  <a:pt x="1298772" y="74447"/>
                </a:lnTo>
                <a:lnTo>
                  <a:pt x="1276931" y="75000"/>
                </a:lnTo>
                <a:lnTo>
                  <a:pt x="1255090" y="75505"/>
                </a:lnTo>
                <a:lnTo>
                  <a:pt x="1233240" y="75971"/>
                </a:lnTo>
                <a:lnTo>
                  <a:pt x="1211399" y="76391"/>
                </a:lnTo>
                <a:lnTo>
                  <a:pt x="1189549" y="76781"/>
                </a:lnTo>
                <a:lnTo>
                  <a:pt x="1167708" y="77124"/>
                </a:lnTo>
                <a:lnTo>
                  <a:pt x="1145858" y="77429"/>
                </a:lnTo>
                <a:lnTo>
                  <a:pt x="1124007" y="77705"/>
                </a:lnTo>
                <a:lnTo>
                  <a:pt x="1102157" y="77934"/>
                </a:lnTo>
                <a:lnTo>
                  <a:pt x="1080306" y="78134"/>
                </a:lnTo>
                <a:lnTo>
                  <a:pt x="1058466" y="78296"/>
                </a:lnTo>
                <a:lnTo>
                  <a:pt x="1036615" y="78419"/>
                </a:lnTo>
                <a:lnTo>
                  <a:pt x="1014765" y="78505"/>
                </a:lnTo>
                <a:lnTo>
                  <a:pt x="992915" y="78562"/>
                </a:lnTo>
                <a:lnTo>
                  <a:pt x="971064" y="78581"/>
                </a:lnTo>
                <a:lnTo>
                  <a:pt x="949214" y="78562"/>
                </a:lnTo>
                <a:lnTo>
                  <a:pt x="927364" y="78505"/>
                </a:lnTo>
                <a:lnTo>
                  <a:pt x="905513" y="78419"/>
                </a:lnTo>
                <a:lnTo>
                  <a:pt x="883663" y="78296"/>
                </a:lnTo>
                <a:lnTo>
                  <a:pt x="861812" y="78134"/>
                </a:lnTo>
                <a:lnTo>
                  <a:pt x="839962" y="77943"/>
                </a:lnTo>
                <a:lnTo>
                  <a:pt x="818121" y="77705"/>
                </a:lnTo>
                <a:lnTo>
                  <a:pt x="796271" y="77438"/>
                </a:lnTo>
                <a:lnTo>
                  <a:pt x="774421" y="77133"/>
                </a:lnTo>
                <a:lnTo>
                  <a:pt x="752570" y="76781"/>
                </a:lnTo>
                <a:lnTo>
                  <a:pt x="730729" y="76400"/>
                </a:lnTo>
                <a:lnTo>
                  <a:pt x="708879" y="75981"/>
                </a:lnTo>
                <a:lnTo>
                  <a:pt x="687038" y="75514"/>
                </a:lnTo>
                <a:lnTo>
                  <a:pt x="665188" y="75009"/>
                </a:lnTo>
                <a:lnTo>
                  <a:pt x="643347" y="74457"/>
                </a:lnTo>
                <a:lnTo>
                  <a:pt x="621506" y="73866"/>
                </a:lnTo>
                <a:lnTo>
                  <a:pt x="599665" y="73228"/>
                </a:lnTo>
                <a:lnTo>
                  <a:pt x="577825" y="72552"/>
                </a:lnTo>
                <a:lnTo>
                  <a:pt x="555993" y="71819"/>
                </a:lnTo>
                <a:lnTo>
                  <a:pt x="534152" y="71037"/>
                </a:lnTo>
                <a:lnTo>
                  <a:pt x="512321" y="70199"/>
                </a:lnTo>
                <a:lnTo>
                  <a:pt x="490490" y="69313"/>
                </a:lnTo>
                <a:lnTo>
                  <a:pt x="468659" y="68370"/>
                </a:lnTo>
                <a:lnTo>
                  <a:pt x="446827" y="67361"/>
                </a:lnTo>
                <a:lnTo>
                  <a:pt x="425006" y="66284"/>
                </a:lnTo>
                <a:lnTo>
                  <a:pt x="403184" y="65151"/>
                </a:lnTo>
                <a:lnTo>
                  <a:pt x="381371" y="63941"/>
                </a:lnTo>
                <a:lnTo>
                  <a:pt x="359559" y="62655"/>
                </a:lnTo>
                <a:lnTo>
                  <a:pt x="337757" y="61284"/>
                </a:lnTo>
                <a:lnTo>
                  <a:pt x="315954" y="59817"/>
                </a:lnTo>
                <a:lnTo>
                  <a:pt x="294161" y="58255"/>
                </a:lnTo>
                <a:lnTo>
                  <a:pt x="272367" y="56588"/>
                </a:lnTo>
                <a:lnTo>
                  <a:pt x="250593" y="54797"/>
                </a:lnTo>
                <a:lnTo>
                  <a:pt x="228829" y="52883"/>
                </a:lnTo>
                <a:lnTo>
                  <a:pt x="207083" y="50806"/>
                </a:lnTo>
                <a:lnTo>
                  <a:pt x="185347" y="48558"/>
                </a:lnTo>
                <a:lnTo>
                  <a:pt x="163630" y="46101"/>
                </a:lnTo>
                <a:lnTo>
                  <a:pt x="141951" y="43405"/>
                </a:lnTo>
                <a:lnTo>
                  <a:pt x="120310" y="40415"/>
                </a:lnTo>
                <a:lnTo>
                  <a:pt x="98717" y="37062"/>
                </a:lnTo>
                <a:lnTo>
                  <a:pt x="77210" y="33195"/>
                </a:lnTo>
                <a:lnTo>
                  <a:pt x="55845" y="28642"/>
                </a:lnTo>
                <a:lnTo>
                  <a:pt x="34747" y="22965"/>
                </a:lnTo>
                <a:lnTo>
                  <a:pt x="14392" y="15088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10" name="funnel-step-cap-2">
            <a:extLst xmlns:a="http://schemas.openxmlformats.org/drawingml/2006/main">
              <a:ext uri="{FF2B5EF4-FFF2-40B4-BE49-F238E27FC236}">
                <a16:creationId xmlns:a16="http://schemas.microsoft.com/office/drawing/2014/main" id="{D00F043F-B9B7-4335-A4B4-F131D344C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410626" y="3857625"/>
            <a:ext cx="1941747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7EAC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11" name="funnel-step-body-3">
            <a:extLst xmlns:a="http://schemas.openxmlformats.org/drawingml/2006/main">
              <a:ext uri="{FF2B5EF4-FFF2-40B4-BE49-F238E27FC236}">
                <a16:creationId xmlns:a16="http://schemas.microsoft.com/office/drawing/2014/main" id="{5CBE610B-C755-4E48-B8C6-5CB30E58C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685127" y="5048250"/>
            <a:ext cx="1391717" cy="964397"/>
          </a:xfrm>
          <a:custGeom xmlns:a="http://schemas.openxmlformats.org/drawingml/2006/main">
            <a:pathLst>
              <a:path w="1391717" h="964397">
                <a:moveTo>
                  <a:pt x="0" y="0"/>
                </a:moveTo>
                <a:lnTo>
                  <a:pt x="5324" y="18259"/>
                </a:lnTo>
                <a:lnTo>
                  <a:pt x="10649" y="36528"/>
                </a:lnTo>
                <a:lnTo>
                  <a:pt x="15973" y="54788"/>
                </a:lnTo>
                <a:lnTo>
                  <a:pt x="21298" y="73057"/>
                </a:lnTo>
                <a:lnTo>
                  <a:pt x="26622" y="91316"/>
                </a:lnTo>
                <a:lnTo>
                  <a:pt x="31947" y="109585"/>
                </a:lnTo>
                <a:lnTo>
                  <a:pt x="37271" y="127845"/>
                </a:lnTo>
                <a:lnTo>
                  <a:pt x="42586" y="146104"/>
                </a:lnTo>
                <a:lnTo>
                  <a:pt x="47911" y="164373"/>
                </a:lnTo>
                <a:lnTo>
                  <a:pt x="53235" y="182632"/>
                </a:lnTo>
                <a:lnTo>
                  <a:pt x="58560" y="200901"/>
                </a:lnTo>
                <a:lnTo>
                  <a:pt x="63884" y="219161"/>
                </a:lnTo>
                <a:lnTo>
                  <a:pt x="69209" y="237430"/>
                </a:lnTo>
                <a:lnTo>
                  <a:pt x="74533" y="255689"/>
                </a:lnTo>
                <a:lnTo>
                  <a:pt x="79858" y="273949"/>
                </a:lnTo>
                <a:lnTo>
                  <a:pt x="85182" y="292217"/>
                </a:lnTo>
                <a:lnTo>
                  <a:pt x="90507" y="310477"/>
                </a:lnTo>
                <a:lnTo>
                  <a:pt x="95831" y="328746"/>
                </a:lnTo>
                <a:lnTo>
                  <a:pt x="101155" y="347005"/>
                </a:lnTo>
                <a:lnTo>
                  <a:pt x="106480" y="365265"/>
                </a:lnTo>
                <a:lnTo>
                  <a:pt x="111804" y="383534"/>
                </a:lnTo>
                <a:lnTo>
                  <a:pt x="117129" y="401793"/>
                </a:lnTo>
                <a:lnTo>
                  <a:pt x="122453" y="420062"/>
                </a:lnTo>
                <a:lnTo>
                  <a:pt x="127778" y="438321"/>
                </a:lnTo>
                <a:lnTo>
                  <a:pt x="133093" y="456590"/>
                </a:lnTo>
                <a:lnTo>
                  <a:pt x="138417" y="474850"/>
                </a:lnTo>
                <a:lnTo>
                  <a:pt x="143742" y="493109"/>
                </a:lnTo>
                <a:lnTo>
                  <a:pt x="149066" y="511378"/>
                </a:lnTo>
                <a:lnTo>
                  <a:pt x="154391" y="529638"/>
                </a:lnTo>
                <a:lnTo>
                  <a:pt x="159715" y="547907"/>
                </a:lnTo>
                <a:lnTo>
                  <a:pt x="165040" y="566166"/>
                </a:lnTo>
                <a:lnTo>
                  <a:pt x="170364" y="584435"/>
                </a:lnTo>
                <a:lnTo>
                  <a:pt x="175689" y="602694"/>
                </a:lnTo>
                <a:lnTo>
                  <a:pt x="181013" y="620954"/>
                </a:lnTo>
                <a:lnTo>
                  <a:pt x="186338" y="639223"/>
                </a:lnTo>
                <a:lnTo>
                  <a:pt x="191662" y="657482"/>
                </a:lnTo>
                <a:lnTo>
                  <a:pt x="196987" y="675751"/>
                </a:lnTo>
                <a:lnTo>
                  <a:pt x="202311" y="694011"/>
                </a:lnTo>
                <a:lnTo>
                  <a:pt x="207635" y="712270"/>
                </a:lnTo>
                <a:lnTo>
                  <a:pt x="212960" y="730539"/>
                </a:lnTo>
                <a:lnTo>
                  <a:pt x="218275" y="748798"/>
                </a:lnTo>
                <a:lnTo>
                  <a:pt x="223599" y="767067"/>
                </a:lnTo>
                <a:lnTo>
                  <a:pt x="228924" y="785327"/>
                </a:lnTo>
                <a:lnTo>
                  <a:pt x="234248" y="803596"/>
                </a:lnTo>
                <a:lnTo>
                  <a:pt x="239573" y="821855"/>
                </a:lnTo>
                <a:lnTo>
                  <a:pt x="244897" y="840115"/>
                </a:lnTo>
                <a:lnTo>
                  <a:pt x="250222" y="858383"/>
                </a:lnTo>
                <a:lnTo>
                  <a:pt x="255546" y="876643"/>
                </a:lnTo>
                <a:lnTo>
                  <a:pt x="260509" y="894912"/>
                </a:lnTo>
                <a:lnTo>
                  <a:pt x="273529" y="908533"/>
                </a:lnTo>
                <a:lnTo>
                  <a:pt x="290151" y="917734"/>
                </a:lnTo>
                <a:lnTo>
                  <a:pt x="307848" y="924687"/>
                </a:lnTo>
                <a:lnTo>
                  <a:pt x="326022" y="930297"/>
                </a:lnTo>
                <a:lnTo>
                  <a:pt x="344462" y="934993"/>
                </a:lnTo>
                <a:lnTo>
                  <a:pt x="363045" y="939022"/>
                </a:lnTo>
                <a:lnTo>
                  <a:pt x="381743" y="942518"/>
                </a:lnTo>
                <a:lnTo>
                  <a:pt x="400517" y="945604"/>
                </a:lnTo>
                <a:lnTo>
                  <a:pt x="419348" y="948328"/>
                </a:lnTo>
                <a:lnTo>
                  <a:pt x="438217" y="950738"/>
                </a:lnTo>
                <a:lnTo>
                  <a:pt x="457114" y="952891"/>
                </a:lnTo>
                <a:lnTo>
                  <a:pt x="476040" y="954805"/>
                </a:lnTo>
                <a:lnTo>
                  <a:pt x="494995" y="956501"/>
                </a:lnTo>
                <a:lnTo>
                  <a:pt x="513959" y="958005"/>
                </a:lnTo>
                <a:lnTo>
                  <a:pt x="532933" y="959329"/>
                </a:lnTo>
                <a:lnTo>
                  <a:pt x="551926" y="960472"/>
                </a:lnTo>
                <a:lnTo>
                  <a:pt x="570919" y="961463"/>
                </a:lnTo>
                <a:lnTo>
                  <a:pt x="589921" y="962301"/>
                </a:lnTo>
                <a:lnTo>
                  <a:pt x="608933" y="962997"/>
                </a:lnTo>
                <a:lnTo>
                  <a:pt x="627955" y="963539"/>
                </a:lnTo>
                <a:lnTo>
                  <a:pt x="646967" y="963959"/>
                </a:lnTo>
                <a:lnTo>
                  <a:pt x="665988" y="964235"/>
                </a:lnTo>
                <a:lnTo>
                  <a:pt x="685019" y="964378"/>
                </a:lnTo>
                <a:lnTo>
                  <a:pt x="704040" y="964397"/>
                </a:lnTo>
                <a:lnTo>
                  <a:pt x="723062" y="964273"/>
                </a:lnTo>
                <a:lnTo>
                  <a:pt x="742083" y="964016"/>
                </a:lnTo>
                <a:lnTo>
                  <a:pt x="761105" y="963635"/>
                </a:lnTo>
                <a:lnTo>
                  <a:pt x="780117" y="963111"/>
                </a:lnTo>
                <a:lnTo>
                  <a:pt x="799128" y="962454"/>
                </a:lnTo>
                <a:lnTo>
                  <a:pt x="818140" y="961644"/>
                </a:lnTo>
                <a:lnTo>
                  <a:pt x="837133" y="960682"/>
                </a:lnTo>
                <a:lnTo>
                  <a:pt x="856126" y="959568"/>
                </a:lnTo>
                <a:lnTo>
                  <a:pt x="875109" y="958282"/>
                </a:lnTo>
                <a:lnTo>
                  <a:pt x="894074" y="956815"/>
                </a:lnTo>
                <a:lnTo>
                  <a:pt x="913028" y="955157"/>
                </a:lnTo>
                <a:lnTo>
                  <a:pt x="931955" y="953281"/>
                </a:lnTo>
                <a:lnTo>
                  <a:pt x="950862" y="951176"/>
                </a:lnTo>
                <a:lnTo>
                  <a:pt x="969740" y="948814"/>
                </a:lnTo>
                <a:lnTo>
                  <a:pt x="988581" y="946156"/>
                </a:lnTo>
                <a:lnTo>
                  <a:pt x="1007364" y="943146"/>
                </a:lnTo>
                <a:lnTo>
                  <a:pt x="1026071" y="939737"/>
                </a:lnTo>
                <a:lnTo>
                  <a:pt x="1044692" y="935822"/>
                </a:lnTo>
                <a:lnTo>
                  <a:pt x="1063161" y="931269"/>
                </a:lnTo>
                <a:lnTo>
                  <a:pt x="1081392" y="925859"/>
                </a:lnTo>
                <a:lnTo>
                  <a:pt x="1099214" y="919220"/>
                </a:lnTo>
                <a:lnTo>
                  <a:pt x="1116140" y="910571"/>
                </a:lnTo>
                <a:lnTo>
                  <a:pt x="1130313" y="898065"/>
                </a:lnTo>
                <a:lnTo>
                  <a:pt x="1136161" y="880186"/>
                </a:lnTo>
                <a:lnTo>
                  <a:pt x="1141486" y="861927"/>
                </a:lnTo>
                <a:lnTo>
                  <a:pt x="1146810" y="843658"/>
                </a:lnTo>
                <a:lnTo>
                  <a:pt x="1152134" y="825398"/>
                </a:lnTo>
                <a:lnTo>
                  <a:pt x="1157459" y="807139"/>
                </a:lnTo>
                <a:lnTo>
                  <a:pt x="1162783" y="788870"/>
                </a:lnTo>
                <a:lnTo>
                  <a:pt x="1168108" y="770611"/>
                </a:lnTo>
                <a:lnTo>
                  <a:pt x="1173432" y="752342"/>
                </a:lnTo>
                <a:lnTo>
                  <a:pt x="1178757" y="734082"/>
                </a:lnTo>
                <a:lnTo>
                  <a:pt x="1184081" y="715813"/>
                </a:lnTo>
                <a:lnTo>
                  <a:pt x="1189406" y="697554"/>
                </a:lnTo>
                <a:lnTo>
                  <a:pt x="1194730" y="679294"/>
                </a:lnTo>
                <a:lnTo>
                  <a:pt x="1200055" y="661025"/>
                </a:lnTo>
                <a:lnTo>
                  <a:pt x="1205379" y="642766"/>
                </a:lnTo>
                <a:lnTo>
                  <a:pt x="1210704" y="624497"/>
                </a:lnTo>
                <a:lnTo>
                  <a:pt x="1216028" y="606238"/>
                </a:lnTo>
                <a:lnTo>
                  <a:pt x="1221343" y="587978"/>
                </a:lnTo>
                <a:lnTo>
                  <a:pt x="1226668" y="569709"/>
                </a:lnTo>
                <a:lnTo>
                  <a:pt x="1231992" y="551450"/>
                </a:lnTo>
                <a:lnTo>
                  <a:pt x="1237317" y="533181"/>
                </a:lnTo>
                <a:lnTo>
                  <a:pt x="1242641" y="514922"/>
                </a:lnTo>
                <a:lnTo>
                  <a:pt x="1247966" y="496653"/>
                </a:lnTo>
                <a:lnTo>
                  <a:pt x="1253290" y="478393"/>
                </a:lnTo>
                <a:lnTo>
                  <a:pt x="1258614" y="460134"/>
                </a:lnTo>
                <a:lnTo>
                  <a:pt x="1263939" y="441865"/>
                </a:lnTo>
                <a:lnTo>
                  <a:pt x="1269263" y="423605"/>
                </a:lnTo>
                <a:lnTo>
                  <a:pt x="1274588" y="405336"/>
                </a:lnTo>
                <a:lnTo>
                  <a:pt x="1279912" y="387077"/>
                </a:lnTo>
                <a:lnTo>
                  <a:pt x="1285237" y="368808"/>
                </a:lnTo>
                <a:lnTo>
                  <a:pt x="1290561" y="350549"/>
                </a:lnTo>
                <a:lnTo>
                  <a:pt x="1295886" y="332289"/>
                </a:lnTo>
                <a:lnTo>
                  <a:pt x="1301210" y="314020"/>
                </a:lnTo>
                <a:lnTo>
                  <a:pt x="1306535" y="295761"/>
                </a:lnTo>
                <a:lnTo>
                  <a:pt x="1311850" y="277492"/>
                </a:lnTo>
                <a:lnTo>
                  <a:pt x="1317174" y="259232"/>
                </a:lnTo>
                <a:lnTo>
                  <a:pt x="1322499" y="240973"/>
                </a:lnTo>
                <a:lnTo>
                  <a:pt x="1327823" y="222704"/>
                </a:lnTo>
                <a:lnTo>
                  <a:pt x="1333148" y="204445"/>
                </a:lnTo>
                <a:lnTo>
                  <a:pt x="1338472" y="186176"/>
                </a:lnTo>
                <a:lnTo>
                  <a:pt x="1343797" y="167916"/>
                </a:lnTo>
                <a:lnTo>
                  <a:pt x="1349121" y="149647"/>
                </a:lnTo>
                <a:lnTo>
                  <a:pt x="1354445" y="131388"/>
                </a:lnTo>
                <a:lnTo>
                  <a:pt x="1359770" y="113128"/>
                </a:lnTo>
                <a:lnTo>
                  <a:pt x="1365094" y="94859"/>
                </a:lnTo>
                <a:lnTo>
                  <a:pt x="1370419" y="76600"/>
                </a:lnTo>
                <a:lnTo>
                  <a:pt x="1375743" y="58331"/>
                </a:lnTo>
                <a:lnTo>
                  <a:pt x="1381068" y="40072"/>
                </a:lnTo>
                <a:lnTo>
                  <a:pt x="1386392" y="21803"/>
                </a:lnTo>
                <a:lnTo>
                  <a:pt x="1391717" y="3543"/>
                </a:lnTo>
                <a:lnTo>
                  <a:pt x="1385335" y="12859"/>
                </a:lnTo>
                <a:lnTo>
                  <a:pt x="1368981" y="22460"/>
                </a:lnTo>
                <a:lnTo>
                  <a:pt x="1351169" y="29137"/>
                </a:lnTo>
                <a:lnTo>
                  <a:pt x="1332890" y="34385"/>
                </a:lnTo>
                <a:lnTo>
                  <a:pt x="1314374" y="38757"/>
                </a:lnTo>
                <a:lnTo>
                  <a:pt x="1295733" y="42520"/>
                </a:lnTo>
                <a:lnTo>
                  <a:pt x="1276998" y="45834"/>
                </a:lnTo>
                <a:lnTo>
                  <a:pt x="1258205" y="48797"/>
                </a:lnTo>
                <a:lnTo>
                  <a:pt x="1239374" y="51464"/>
                </a:lnTo>
                <a:lnTo>
                  <a:pt x="1220505" y="53892"/>
                </a:lnTo>
                <a:lnTo>
                  <a:pt x="1201607" y="56121"/>
                </a:lnTo>
                <a:lnTo>
                  <a:pt x="1182700" y="58160"/>
                </a:lnTo>
                <a:lnTo>
                  <a:pt x="1163765" y="60046"/>
                </a:lnTo>
                <a:lnTo>
                  <a:pt x="1144829" y="61779"/>
                </a:lnTo>
                <a:lnTo>
                  <a:pt x="1125874" y="63398"/>
                </a:lnTo>
                <a:lnTo>
                  <a:pt x="1106900" y="64894"/>
                </a:lnTo>
                <a:lnTo>
                  <a:pt x="1087936" y="66284"/>
                </a:lnTo>
                <a:lnTo>
                  <a:pt x="1068953" y="67580"/>
                </a:lnTo>
                <a:lnTo>
                  <a:pt x="1049969" y="68771"/>
                </a:lnTo>
                <a:lnTo>
                  <a:pt x="1030976" y="69885"/>
                </a:lnTo>
                <a:lnTo>
                  <a:pt x="1011984" y="70914"/>
                </a:lnTo>
                <a:lnTo>
                  <a:pt x="992981" y="71866"/>
                </a:lnTo>
                <a:lnTo>
                  <a:pt x="973979" y="72742"/>
                </a:lnTo>
                <a:lnTo>
                  <a:pt x="954967" y="73552"/>
                </a:lnTo>
                <a:lnTo>
                  <a:pt x="935965" y="74295"/>
                </a:lnTo>
                <a:lnTo>
                  <a:pt x="916953" y="74962"/>
                </a:lnTo>
                <a:lnTo>
                  <a:pt x="897931" y="75571"/>
                </a:lnTo>
                <a:lnTo>
                  <a:pt x="878919" y="76124"/>
                </a:lnTo>
                <a:lnTo>
                  <a:pt x="859907" y="76619"/>
                </a:lnTo>
                <a:lnTo>
                  <a:pt x="840886" y="77057"/>
                </a:lnTo>
                <a:lnTo>
                  <a:pt x="821865" y="77429"/>
                </a:lnTo>
                <a:lnTo>
                  <a:pt x="802843" y="77753"/>
                </a:lnTo>
                <a:lnTo>
                  <a:pt x="783822" y="78019"/>
                </a:lnTo>
                <a:lnTo>
                  <a:pt x="764800" y="78238"/>
                </a:lnTo>
                <a:lnTo>
                  <a:pt x="745779" y="78400"/>
                </a:lnTo>
                <a:lnTo>
                  <a:pt x="726758" y="78515"/>
                </a:lnTo>
                <a:lnTo>
                  <a:pt x="707727" y="78572"/>
                </a:lnTo>
                <a:lnTo>
                  <a:pt x="688705" y="78572"/>
                </a:lnTo>
                <a:lnTo>
                  <a:pt x="669684" y="78524"/>
                </a:lnTo>
                <a:lnTo>
                  <a:pt x="650662" y="78429"/>
                </a:lnTo>
                <a:lnTo>
                  <a:pt x="631641" y="78276"/>
                </a:lnTo>
                <a:lnTo>
                  <a:pt x="612610" y="78067"/>
                </a:lnTo>
                <a:lnTo>
                  <a:pt x="593588" y="77810"/>
                </a:lnTo>
                <a:lnTo>
                  <a:pt x="574567" y="77495"/>
                </a:lnTo>
                <a:lnTo>
                  <a:pt x="555555" y="77133"/>
                </a:lnTo>
                <a:lnTo>
                  <a:pt x="536534" y="76705"/>
                </a:lnTo>
                <a:lnTo>
                  <a:pt x="517512" y="76229"/>
                </a:lnTo>
                <a:lnTo>
                  <a:pt x="498500" y="75686"/>
                </a:lnTo>
                <a:lnTo>
                  <a:pt x="479489" y="75086"/>
                </a:lnTo>
                <a:lnTo>
                  <a:pt x="460477" y="74428"/>
                </a:lnTo>
                <a:lnTo>
                  <a:pt x="441465" y="73704"/>
                </a:lnTo>
                <a:lnTo>
                  <a:pt x="422453" y="72904"/>
                </a:lnTo>
                <a:lnTo>
                  <a:pt x="403450" y="72038"/>
                </a:lnTo>
                <a:lnTo>
                  <a:pt x="384448" y="71104"/>
                </a:lnTo>
                <a:lnTo>
                  <a:pt x="365455" y="70094"/>
                </a:lnTo>
                <a:lnTo>
                  <a:pt x="346462" y="68999"/>
                </a:lnTo>
                <a:lnTo>
                  <a:pt x="327479" y="67818"/>
                </a:lnTo>
                <a:lnTo>
                  <a:pt x="308496" y="66551"/>
                </a:lnTo>
                <a:lnTo>
                  <a:pt x="289522" y="65170"/>
                </a:lnTo>
                <a:lnTo>
                  <a:pt x="270558" y="63703"/>
                </a:lnTo>
                <a:lnTo>
                  <a:pt x="251593" y="62103"/>
                </a:lnTo>
                <a:lnTo>
                  <a:pt x="232648" y="60389"/>
                </a:lnTo>
                <a:lnTo>
                  <a:pt x="213722" y="58541"/>
                </a:lnTo>
                <a:lnTo>
                  <a:pt x="194805" y="56531"/>
                </a:lnTo>
                <a:lnTo>
                  <a:pt x="175908" y="54340"/>
                </a:lnTo>
                <a:lnTo>
                  <a:pt x="157029" y="51959"/>
                </a:lnTo>
                <a:lnTo>
                  <a:pt x="138189" y="49340"/>
                </a:lnTo>
                <a:lnTo>
                  <a:pt x="119386" y="46434"/>
                </a:lnTo>
                <a:lnTo>
                  <a:pt x="100641" y="43196"/>
                </a:lnTo>
                <a:lnTo>
                  <a:pt x="81982" y="39529"/>
                </a:lnTo>
                <a:lnTo>
                  <a:pt x="63437" y="35290"/>
                </a:lnTo>
                <a:lnTo>
                  <a:pt x="45091" y="30242"/>
                </a:lnTo>
                <a:lnTo>
                  <a:pt x="27165" y="23908"/>
                </a:lnTo>
                <a:lnTo>
                  <a:pt x="10344" y="15107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12" name="funnel-step-cap-3">
            <a:extLst xmlns:a="http://schemas.openxmlformats.org/drawingml/2006/main">
              <a:ext uri="{FF2B5EF4-FFF2-40B4-BE49-F238E27FC236}">
                <a16:creationId xmlns:a16="http://schemas.microsoft.com/office/drawing/2014/main" id="{5FDBE167-13F0-4FE9-B01A-6B87162DA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685146" y="4924425"/>
            <a:ext cx="1392707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7EAC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13" name="funnel-flow-arrow">
            <a:extLst xmlns:a="http://schemas.openxmlformats.org/drawingml/2006/main">
              <a:ext uri="{FF2B5EF4-FFF2-40B4-BE49-F238E27FC236}">
                <a16:creationId xmlns:a16="http://schemas.microsoft.com/office/drawing/2014/main" id="{85A7820B-082C-4AEF-8A2E-DAEE86D50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514725" y="1800225"/>
            <a:ext cx="1733550" cy="4264209"/>
          </a:xfrm>
          <a:custGeom xmlns:a="http://schemas.openxmlformats.org/drawingml/2006/main">
            <a:pathLst>
              <a:path w="1733550" h="4264209">
                <a:moveTo>
                  <a:pt x="0" y="0"/>
                </a:moveTo>
                <a:lnTo>
                  <a:pt x="57" y="47920"/>
                </a:lnTo>
                <a:lnTo>
                  <a:pt x="9354" y="94936"/>
                </a:lnTo>
                <a:lnTo>
                  <a:pt x="18650" y="141961"/>
                </a:lnTo>
                <a:lnTo>
                  <a:pt x="27946" y="188976"/>
                </a:lnTo>
                <a:lnTo>
                  <a:pt x="37243" y="235991"/>
                </a:lnTo>
                <a:lnTo>
                  <a:pt x="46530" y="283007"/>
                </a:lnTo>
                <a:lnTo>
                  <a:pt x="55826" y="330032"/>
                </a:lnTo>
                <a:lnTo>
                  <a:pt x="65122" y="377047"/>
                </a:lnTo>
                <a:lnTo>
                  <a:pt x="74419" y="424063"/>
                </a:lnTo>
                <a:lnTo>
                  <a:pt x="83715" y="471078"/>
                </a:lnTo>
                <a:lnTo>
                  <a:pt x="93012" y="518093"/>
                </a:lnTo>
                <a:lnTo>
                  <a:pt x="102308" y="565118"/>
                </a:lnTo>
                <a:lnTo>
                  <a:pt x="111595" y="612134"/>
                </a:lnTo>
                <a:lnTo>
                  <a:pt x="120891" y="659149"/>
                </a:lnTo>
                <a:lnTo>
                  <a:pt x="130188" y="706164"/>
                </a:lnTo>
                <a:lnTo>
                  <a:pt x="139484" y="753189"/>
                </a:lnTo>
                <a:lnTo>
                  <a:pt x="148781" y="800205"/>
                </a:lnTo>
                <a:lnTo>
                  <a:pt x="158077" y="847220"/>
                </a:lnTo>
                <a:lnTo>
                  <a:pt x="167373" y="894236"/>
                </a:lnTo>
                <a:lnTo>
                  <a:pt x="176660" y="941260"/>
                </a:lnTo>
                <a:lnTo>
                  <a:pt x="185957" y="988276"/>
                </a:lnTo>
                <a:lnTo>
                  <a:pt x="195253" y="1035291"/>
                </a:lnTo>
                <a:lnTo>
                  <a:pt x="202930" y="1082602"/>
                </a:lnTo>
                <a:lnTo>
                  <a:pt x="210350" y="1129951"/>
                </a:lnTo>
                <a:lnTo>
                  <a:pt x="217456" y="1177347"/>
                </a:lnTo>
                <a:lnTo>
                  <a:pt x="224561" y="1224744"/>
                </a:lnTo>
                <a:lnTo>
                  <a:pt x="231667" y="1272140"/>
                </a:lnTo>
                <a:lnTo>
                  <a:pt x="238773" y="1319536"/>
                </a:lnTo>
                <a:lnTo>
                  <a:pt x="245878" y="1366942"/>
                </a:lnTo>
                <a:lnTo>
                  <a:pt x="252984" y="1414339"/>
                </a:lnTo>
                <a:lnTo>
                  <a:pt x="260090" y="1461735"/>
                </a:lnTo>
                <a:lnTo>
                  <a:pt x="267195" y="1509131"/>
                </a:lnTo>
                <a:lnTo>
                  <a:pt x="274301" y="1556528"/>
                </a:lnTo>
                <a:lnTo>
                  <a:pt x="281407" y="1603924"/>
                </a:lnTo>
                <a:lnTo>
                  <a:pt x="288512" y="1651330"/>
                </a:lnTo>
                <a:lnTo>
                  <a:pt x="295618" y="1698727"/>
                </a:lnTo>
                <a:lnTo>
                  <a:pt x="302724" y="1746123"/>
                </a:lnTo>
                <a:lnTo>
                  <a:pt x="309829" y="1793519"/>
                </a:lnTo>
                <a:lnTo>
                  <a:pt x="316925" y="1840916"/>
                </a:lnTo>
                <a:lnTo>
                  <a:pt x="324031" y="1888312"/>
                </a:lnTo>
                <a:lnTo>
                  <a:pt x="331137" y="1935718"/>
                </a:lnTo>
                <a:lnTo>
                  <a:pt x="338242" y="1983115"/>
                </a:lnTo>
                <a:lnTo>
                  <a:pt x="345348" y="2030511"/>
                </a:lnTo>
                <a:lnTo>
                  <a:pt x="352454" y="2077907"/>
                </a:lnTo>
                <a:lnTo>
                  <a:pt x="359388" y="2125332"/>
                </a:lnTo>
                <a:lnTo>
                  <a:pt x="366093" y="2172786"/>
                </a:lnTo>
                <a:lnTo>
                  <a:pt x="372599" y="2220268"/>
                </a:lnTo>
                <a:lnTo>
                  <a:pt x="379066" y="2267760"/>
                </a:lnTo>
                <a:lnTo>
                  <a:pt x="385534" y="2315251"/>
                </a:lnTo>
                <a:lnTo>
                  <a:pt x="392001" y="2362743"/>
                </a:lnTo>
                <a:lnTo>
                  <a:pt x="398459" y="2410225"/>
                </a:lnTo>
                <a:lnTo>
                  <a:pt x="404927" y="2457717"/>
                </a:lnTo>
                <a:lnTo>
                  <a:pt x="411394" y="2505208"/>
                </a:lnTo>
                <a:lnTo>
                  <a:pt x="417862" y="2552700"/>
                </a:lnTo>
                <a:lnTo>
                  <a:pt x="424329" y="2600182"/>
                </a:lnTo>
                <a:lnTo>
                  <a:pt x="430797" y="2647674"/>
                </a:lnTo>
                <a:lnTo>
                  <a:pt x="437255" y="2695165"/>
                </a:lnTo>
                <a:lnTo>
                  <a:pt x="443722" y="2742657"/>
                </a:lnTo>
                <a:lnTo>
                  <a:pt x="450190" y="2790149"/>
                </a:lnTo>
                <a:lnTo>
                  <a:pt x="456657" y="2837631"/>
                </a:lnTo>
                <a:lnTo>
                  <a:pt x="463125" y="2885123"/>
                </a:lnTo>
                <a:lnTo>
                  <a:pt x="469592" y="2932614"/>
                </a:lnTo>
                <a:lnTo>
                  <a:pt x="476050" y="2980106"/>
                </a:lnTo>
                <a:lnTo>
                  <a:pt x="482517" y="3027588"/>
                </a:lnTo>
                <a:lnTo>
                  <a:pt x="488985" y="3075080"/>
                </a:lnTo>
                <a:lnTo>
                  <a:pt x="495452" y="3122571"/>
                </a:lnTo>
                <a:lnTo>
                  <a:pt x="501920" y="3170063"/>
                </a:lnTo>
                <a:lnTo>
                  <a:pt x="508159" y="3217583"/>
                </a:lnTo>
                <a:lnTo>
                  <a:pt x="514379" y="3265103"/>
                </a:lnTo>
                <a:lnTo>
                  <a:pt x="520560" y="3312633"/>
                </a:lnTo>
                <a:lnTo>
                  <a:pt x="526733" y="3360153"/>
                </a:lnTo>
                <a:lnTo>
                  <a:pt x="532914" y="3407683"/>
                </a:lnTo>
                <a:lnTo>
                  <a:pt x="539096" y="3455213"/>
                </a:lnTo>
                <a:lnTo>
                  <a:pt x="545268" y="3502743"/>
                </a:lnTo>
                <a:lnTo>
                  <a:pt x="551450" y="3550272"/>
                </a:lnTo>
                <a:lnTo>
                  <a:pt x="538963" y="3581400"/>
                </a:lnTo>
                <a:lnTo>
                  <a:pt x="491033" y="3581400"/>
                </a:lnTo>
                <a:lnTo>
                  <a:pt x="443113" y="3581400"/>
                </a:lnTo>
                <a:lnTo>
                  <a:pt x="395183" y="3581400"/>
                </a:lnTo>
                <a:lnTo>
                  <a:pt x="347253" y="3581400"/>
                </a:lnTo>
                <a:lnTo>
                  <a:pt x="299323" y="3581400"/>
                </a:lnTo>
                <a:lnTo>
                  <a:pt x="251403" y="3581400"/>
                </a:lnTo>
                <a:lnTo>
                  <a:pt x="250793" y="3602069"/>
                </a:lnTo>
                <a:lnTo>
                  <a:pt x="283359" y="3637236"/>
                </a:lnTo>
                <a:lnTo>
                  <a:pt x="315925" y="3672402"/>
                </a:lnTo>
                <a:lnTo>
                  <a:pt x="348491" y="3707568"/>
                </a:lnTo>
                <a:lnTo>
                  <a:pt x="381057" y="3742734"/>
                </a:lnTo>
                <a:lnTo>
                  <a:pt x="413623" y="3777891"/>
                </a:lnTo>
                <a:lnTo>
                  <a:pt x="446189" y="3813058"/>
                </a:lnTo>
                <a:lnTo>
                  <a:pt x="478755" y="3848224"/>
                </a:lnTo>
                <a:lnTo>
                  <a:pt x="511321" y="3883390"/>
                </a:lnTo>
                <a:lnTo>
                  <a:pt x="543887" y="3918547"/>
                </a:lnTo>
                <a:lnTo>
                  <a:pt x="576453" y="3953713"/>
                </a:lnTo>
                <a:lnTo>
                  <a:pt x="609019" y="3988879"/>
                </a:lnTo>
                <a:lnTo>
                  <a:pt x="641585" y="4024046"/>
                </a:lnTo>
                <a:lnTo>
                  <a:pt x="674151" y="4059203"/>
                </a:lnTo>
                <a:lnTo>
                  <a:pt x="706717" y="4094369"/>
                </a:lnTo>
                <a:lnTo>
                  <a:pt x="739283" y="4129535"/>
                </a:lnTo>
                <a:lnTo>
                  <a:pt x="771849" y="4164701"/>
                </a:lnTo>
                <a:lnTo>
                  <a:pt x="804415" y="4199868"/>
                </a:lnTo>
                <a:lnTo>
                  <a:pt x="836981" y="4235025"/>
                </a:lnTo>
                <a:lnTo>
                  <a:pt x="869547" y="4264209"/>
                </a:lnTo>
                <a:lnTo>
                  <a:pt x="902113" y="4229043"/>
                </a:lnTo>
                <a:lnTo>
                  <a:pt x="934679" y="4193877"/>
                </a:lnTo>
                <a:lnTo>
                  <a:pt x="967245" y="4158720"/>
                </a:lnTo>
                <a:lnTo>
                  <a:pt x="999811" y="4123553"/>
                </a:lnTo>
                <a:lnTo>
                  <a:pt x="1032377" y="4088387"/>
                </a:lnTo>
                <a:lnTo>
                  <a:pt x="1064943" y="4053221"/>
                </a:lnTo>
                <a:lnTo>
                  <a:pt x="1097509" y="4018064"/>
                </a:lnTo>
                <a:lnTo>
                  <a:pt x="1130075" y="3982898"/>
                </a:lnTo>
                <a:lnTo>
                  <a:pt x="1162641" y="3947732"/>
                </a:lnTo>
                <a:lnTo>
                  <a:pt x="1195207" y="3912565"/>
                </a:lnTo>
                <a:lnTo>
                  <a:pt x="1227773" y="3877399"/>
                </a:lnTo>
                <a:lnTo>
                  <a:pt x="1260338" y="3842242"/>
                </a:lnTo>
                <a:lnTo>
                  <a:pt x="1292904" y="3807076"/>
                </a:lnTo>
                <a:lnTo>
                  <a:pt x="1325470" y="3771910"/>
                </a:lnTo>
                <a:lnTo>
                  <a:pt x="1358036" y="3736743"/>
                </a:lnTo>
                <a:lnTo>
                  <a:pt x="1390602" y="3701586"/>
                </a:lnTo>
                <a:lnTo>
                  <a:pt x="1423168" y="3666420"/>
                </a:lnTo>
                <a:lnTo>
                  <a:pt x="1455734" y="3631254"/>
                </a:lnTo>
                <a:lnTo>
                  <a:pt x="1488300" y="3596088"/>
                </a:lnTo>
                <a:lnTo>
                  <a:pt x="1473994" y="3581400"/>
                </a:lnTo>
                <a:lnTo>
                  <a:pt x="1426064" y="3581400"/>
                </a:lnTo>
                <a:lnTo>
                  <a:pt x="1378144" y="3581400"/>
                </a:lnTo>
                <a:lnTo>
                  <a:pt x="1330214" y="3581400"/>
                </a:lnTo>
                <a:lnTo>
                  <a:pt x="1282284" y="3581400"/>
                </a:lnTo>
                <a:lnTo>
                  <a:pt x="1234354" y="3581400"/>
                </a:lnTo>
                <a:lnTo>
                  <a:pt x="1186434" y="3581400"/>
                </a:lnTo>
                <a:lnTo>
                  <a:pt x="1183148" y="3542176"/>
                </a:lnTo>
                <a:lnTo>
                  <a:pt x="1189330" y="3494656"/>
                </a:lnTo>
                <a:lnTo>
                  <a:pt x="1195511" y="3447126"/>
                </a:lnTo>
                <a:lnTo>
                  <a:pt x="1201684" y="3399596"/>
                </a:lnTo>
                <a:lnTo>
                  <a:pt x="1207865" y="3352067"/>
                </a:lnTo>
                <a:lnTo>
                  <a:pt x="1214047" y="3304546"/>
                </a:lnTo>
                <a:lnTo>
                  <a:pt x="1220219" y="3257017"/>
                </a:lnTo>
                <a:lnTo>
                  <a:pt x="1226449" y="3209496"/>
                </a:lnTo>
                <a:lnTo>
                  <a:pt x="1232735" y="3161976"/>
                </a:lnTo>
                <a:lnTo>
                  <a:pt x="1239203" y="3114494"/>
                </a:lnTo>
                <a:lnTo>
                  <a:pt x="1245660" y="3067002"/>
                </a:lnTo>
                <a:lnTo>
                  <a:pt x="1252128" y="3019511"/>
                </a:lnTo>
                <a:lnTo>
                  <a:pt x="1258595" y="2972019"/>
                </a:lnTo>
                <a:lnTo>
                  <a:pt x="1265063" y="2924527"/>
                </a:lnTo>
                <a:lnTo>
                  <a:pt x="1271530" y="2877045"/>
                </a:lnTo>
                <a:lnTo>
                  <a:pt x="1277998" y="2829554"/>
                </a:lnTo>
                <a:lnTo>
                  <a:pt x="1284456" y="2782062"/>
                </a:lnTo>
                <a:lnTo>
                  <a:pt x="1290923" y="2734570"/>
                </a:lnTo>
                <a:lnTo>
                  <a:pt x="1297391" y="2687088"/>
                </a:lnTo>
                <a:lnTo>
                  <a:pt x="1303858" y="2639597"/>
                </a:lnTo>
                <a:lnTo>
                  <a:pt x="1310326" y="2592105"/>
                </a:lnTo>
                <a:lnTo>
                  <a:pt x="1316793" y="2544613"/>
                </a:lnTo>
                <a:lnTo>
                  <a:pt x="1323251" y="2497122"/>
                </a:lnTo>
                <a:lnTo>
                  <a:pt x="1329719" y="2449640"/>
                </a:lnTo>
                <a:lnTo>
                  <a:pt x="1336186" y="2402148"/>
                </a:lnTo>
                <a:lnTo>
                  <a:pt x="1342654" y="2354656"/>
                </a:lnTo>
                <a:lnTo>
                  <a:pt x="1349121" y="2307165"/>
                </a:lnTo>
                <a:lnTo>
                  <a:pt x="1355588" y="2259682"/>
                </a:lnTo>
                <a:lnTo>
                  <a:pt x="1362046" y="2212191"/>
                </a:lnTo>
                <a:lnTo>
                  <a:pt x="1368600" y="2164709"/>
                </a:lnTo>
                <a:lnTo>
                  <a:pt x="1375305" y="2117255"/>
                </a:lnTo>
                <a:lnTo>
                  <a:pt x="1382306" y="2069840"/>
                </a:lnTo>
                <a:lnTo>
                  <a:pt x="1389412" y="2022443"/>
                </a:lnTo>
                <a:lnTo>
                  <a:pt x="1396517" y="1975047"/>
                </a:lnTo>
                <a:lnTo>
                  <a:pt x="1403623" y="1927650"/>
                </a:lnTo>
                <a:lnTo>
                  <a:pt x="1410719" y="1880254"/>
                </a:lnTo>
                <a:lnTo>
                  <a:pt x="1417825" y="1832848"/>
                </a:lnTo>
                <a:lnTo>
                  <a:pt x="1424930" y="1785452"/>
                </a:lnTo>
                <a:lnTo>
                  <a:pt x="1432036" y="1738055"/>
                </a:lnTo>
                <a:lnTo>
                  <a:pt x="1439142" y="1690659"/>
                </a:lnTo>
                <a:lnTo>
                  <a:pt x="1446247" y="1643263"/>
                </a:lnTo>
                <a:lnTo>
                  <a:pt x="1453353" y="1595866"/>
                </a:lnTo>
                <a:lnTo>
                  <a:pt x="1460459" y="1548460"/>
                </a:lnTo>
                <a:lnTo>
                  <a:pt x="1467564" y="1501064"/>
                </a:lnTo>
                <a:lnTo>
                  <a:pt x="1474670" y="1453667"/>
                </a:lnTo>
                <a:lnTo>
                  <a:pt x="1481776" y="1406271"/>
                </a:lnTo>
                <a:lnTo>
                  <a:pt x="1488881" y="1358875"/>
                </a:lnTo>
                <a:lnTo>
                  <a:pt x="1495987" y="1311478"/>
                </a:lnTo>
                <a:lnTo>
                  <a:pt x="1503093" y="1264072"/>
                </a:lnTo>
                <a:lnTo>
                  <a:pt x="1510198" y="1216676"/>
                </a:lnTo>
                <a:lnTo>
                  <a:pt x="1517304" y="1169279"/>
                </a:lnTo>
                <a:lnTo>
                  <a:pt x="1524410" y="1121883"/>
                </a:lnTo>
                <a:lnTo>
                  <a:pt x="1531906" y="1074544"/>
                </a:lnTo>
                <a:lnTo>
                  <a:pt x="1539878" y="1027290"/>
                </a:lnTo>
                <a:lnTo>
                  <a:pt x="1549175" y="980275"/>
                </a:lnTo>
                <a:lnTo>
                  <a:pt x="1558471" y="933260"/>
                </a:lnTo>
                <a:lnTo>
                  <a:pt x="1567767" y="886235"/>
                </a:lnTo>
                <a:lnTo>
                  <a:pt x="1577054" y="839219"/>
                </a:lnTo>
                <a:lnTo>
                  <a:pt x="1586351" y="792204"/>
                </a:lnTo>
                <a:lnTo>
                  <a:pt x="1595647" y="745188"/>
                </a:lnTo>
                <a:lnTo>
                  <a:pt x="1604943" y="698163"/>
                </a:lnTo>
                <a:lnTo>
                  <a:pt x="1614240" y="651148"/>
                </a:lnTo>
                <a:lnTo>
                  <a:pt x="1623536" y="604133"/>
                </a:lnTo>
                <a:lnTo>
                  <a:pt x="1632833" y="557117"/>
                </a:lnTo>
                <a:lnTo>
                  <a:pt x="1642120" y="510102"/>
                </a:lnTo>
                <a:lnTo>
                  <a:pt x="1651416" y="463077"/>
                </a:lnTo>
                <a:lnTo>
                  <a:pt x="1660712" y="416062"/>
                </a:lnTo>
                <a:lnTo>
                  <a:pt x="1670009" y="369046"/>
                </a:lnTo>
                <a:lnTo>
                  <a:pt x="1679305" y="322031"/>
                </a:lnTo>
                <a:lnTo>
                  <a:pt x="1688602" y="275006"/>
                </a:lnTo>
                <a:lnTo>
                  <a:pt x="1697898" y="227990"/>
                </a:lnTo>
                <a:lnTo>
                  <a:pt x="1707185" y="180975"/>
                </a:lnTo>
                <a:lnTo>
                  <a:pt x="1716481" y="133960"/>
                </a:lnTo>
                <a:lnTo>
                  <a:pt x="1725778" y="86935"/>
                </a:lnTo>
                <a:lnTo>
                  <a:pt x="1733550" y="39767"/>
                </a:lnTo>
                <a:lnTo>
                  <a:pt x="1725397" y="0"/>
                </a:lnTo>
                <a:lnTo>
                  <a:pt x="1677467" y="0"/>
                </a:lnTo>
                <a:lnTo>
                  <a:pt x="1629537" y="0"/>
                </a:lnTo>
                <a:lnTo>
                  <a:pt x="1581607" y="0"/>
                </a:lnTo>
                <a:lnTo>
                  <a:pt x="1533687" y="0"/>
                </a:lnTo>
                <a:lnTo>
                  <a:pt x="1485757" y="0"/>
                </a:lnTo>
                <a:lnTo>
                  <a:pt x="1437827" y="0"/>
                </a:lnTo>
                <a:lnTo>
                  <a:pt x="1389898" y="0"/>
                </a:lnTo>
                <a:lnTo>
                  <a:pt x="1341977" y="0"/>
                </a:lnTo>
                <a:lnTo>
                  <a:pt x="1294047" y="0"/>
                </a:lnTo>
                <a:lnTo>
                  <a:pt x="1246118" y="0"/>
                </a:lnTo>
                <a:lnTo>
                  <a:pt x="1198188" y="0"/>
                </a:lnTo>
                <a:lnTo>
                  <a:pt x="1150258" y="0"/>
                </a:lnTo>
                <a:lnTo>
                  <a:pt x="1102338" y="0"/>
                </a:lnTo>
                <a:lnTo>
                  <a:pt x="1054408" y="0"/>
                </a:lnTo>
                <a:lnTo>
                  <a:pt x="1006478" y="0"/>
                </a:lnTo>
                <a:lnTo>
                  <a:pt x="958548" y="0"/>
                </a:lnTo>
                <a:lnTo>
                  <a:pt x="910628" y="0"/>
                </a:lnTo>
                <a:lnTo>
                  <a:pt x="862698" y="0"/>
                </a:lnTo>
                <a:lnTo>
                  <a:pt x="814769" y="0"/>
                </a:lnTo>
                <a:lnTo>
                  <a:pt x="766839" y="0"/>
                </a:lnTo>
                <a:lnTo>
                  <a:pt x="718918" y="0"/>
                </a:lnTo>
                <a:lnTo>
                  <a:pt x="670989" y="0"/>
                </a:lnTo>
                <a:lnTo>
                  <a:pt x="623059" y="0"/>
                </a:lnTo>
                <a:lnTo>
                  <a:pt x="575129" y="0"/>
                </a:lnTo>
                <a:lnTo>
                  <a:pt x="527199" y="0"/>
                </a:lnTo>
                <a:lnTo>
                  <a:pt x="479279" y="0"/>
                </a:lnTo>
                <a:lnTo>
                  <a:pt x="431349" y="0"/>
                </a:lnTo>
                <a:lnTo>
                  <a:pt x="383419" y="0"/>
                </a:lnTo>
                <a:lnTo>
                  <a:pt x="335490" y="0"/>
                </a:lnTo>
                <a:lnTo>
                  <a:pt x="287569" y="0"/>
                </a:lnTo>
                <a:lnTo>
                  <a:pt x="239639" y="0"/>
                </a:lnTo>
                <a:lnTo>
                  <a:pt x="191710" y="0"/>
                </a:lnTo>
                <a:lnTo>
                  <a:pt x="143780" y="0"/>
                </a:lnTo>
                <a:lnTo>
                  <a:pt x="95850" y="0"/>
                </a:lnTo>
                <a:lnTo>
                  <a:pt x="47930" y="0"/>
                </a:lnTo>
                <a:lnTo>
                  <a:pt x="0" y="0"/>
                </a:lnTo>
                <a:close/>
              </a:path>
            </a:pathLst>
          </a:custGeom>
          <a:gradFill xmlns:a="http://schemas.openxmlformats.org/drawingml/2006/main">
            <a:gsLst>
              <a:gs pos="0">
                <a:srgbClr val="000000"/>
              </a:gs>
              <a:gs pos="42">
                <a:srgbClr val="B8D8F2">
                  <a:alpha val="16000"/>
                </a:srgbClr>
              </a:gs>
              <a:gs pos="76">
                <a:srgbClr val="8FC4EE">
                  <a:alpha val="32000"/>
                </a:srgbClr>
              </a:gs>
              <a:gs pos="100">
                <a:srgbClr val="72B3E8">
                  <a:alpha val="52000"/>
                </a:srgbClr>
              </a:gs>
            </a:gsLst>
            <a:lin ang="10800000"/>
          </a:gradFill>
          <a:ln xmlns:a="http://schemas.openxmlformats.org/drawingml/2006/main" w="9525">
            <a:noFill/>
            <a:prstDash val="solid"/>
          </a:ln>
        </p:spPr>
      </p:sp>
      <p:sp>
        <p:nvSpPr>
          <p:cNvPr id="14" name="phase-label-0">
            <a:extLst xmlns:a="http://schemas.openxmlformats.org/drawingml/2006/main">
              <a:ext uri="{FF2B5EF4-FFF2-40B4-BE49-F238E27FC236}">
                <a16:creationId xmlns:a16="http://schemas.microsoft.com/office/drawing/2014/main" id="{6BC9365F-AC3A-4A8B-AED1-B57AA5673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1638300"/>
            <a:ext cx="228600" cy="2305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阶段一</a:t>
            </a:r>
          </a:p>
        </p:txBody>
      </p:sp>
      <p:sp>
        <p:nvSpPr>
          <p:cNvPr id="15" name="phase-guide-0">
            <a:extLst xmlns:a="http://schemas.openxmlformats.org/drawingml/2006/main">
              <a:ext uri="{FF2B5EF4-FFF2-40B4-BE49-F238E27FC236}">
                <a16:creationId xmlns:a16="http://schemas.microsoft.com/office/drawing/2014/main" id="{20E15E55-2D92-4306-ADEF-2A90DD61B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476875" y="2790825"/>
            <a:ext cx="1123950" cy="9525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78A8D5">
                  <a:alpha val="8000"/>
                </a:srgbClr>
              </a:gs>
              <a:gs pos="100000">
                <a:srgbClr val="78A8D5">
                  <a:alpha val="75000"/>
                </a:srgbClr>
              </a:gs>
            </a:gsLst>
            <a:lin ang="5400000"/>
          </a:gradFill>
          <a:ln xmlns:a="http://schemas.openxmlformats.org/drawingml/2006/main" w="0">
            <a:noFill/>
            <a:prstDash val="solid"/>
          </a:ln>
        </p:spPr>
      </p:sp>
      <p:sp>
        <p:nvSpPr>
          <p:cNvPr id="16" name="phase-divider-0">
            <a:extLst xmlns:a="http://schemas.openxmlformats.org/drawingml/2006/main">
              <a:ext uri="{FF2B5EF4-FFF2-40B4-BE49-F238E27FC236}">
                <a16:creationId xmlns:a16="http://schemas.microsoft.com/office/drawing/2014/main" id="{24BEBBAC-1299-481C-BB49-ABF3909D2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753350" y="1984029"/>
            <a:ext cx="28575" cy="161344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phase-index-0">
            <a:extLst xmlns:a="http://schemas.openxmlformats.org/drawingml/2006/main">
              <a:ext uri="{FF2B5EF4-FFF2-40B4-BE49-F238E27FC236}">
                <a16:creationId xmlns:a16="http://schemas.microsoft.com/office/drawing/2014/main" id="{406ED877-4797-42FD-8B49-EBC38A982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58000" y="2486025"/>
            <a:ext cx="8953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800" b="1" i="0">
                <a:solidFill>
                  <a:srgbClr val="2F5EA8">
                    <a:alpha val="18000"/>
                  </a:srgbClr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800" b="1" i="0">
                <a:solidFill>
                  <a:srgbClr val="2F5EA8">
                    <a:alpha val="18000"/>
                  </a:srgbClr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18" name="phase-content-title-0">
            <a:extLst xmlns:a="http://schemas.openxmlformats.org/drawingml/2006/main">
              <a:ext uri="{FF2B5EF4-FFF2-40B4-BE49-F238E27FC236}">
                <a16:creationId xmlns:a16="http://schemas.microsoft.com/office/drawing/2014/main" id="{A08DA55B-F8AA-4B89-85A1-0265BFAD1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867650" y="2475605"/>
            <a:ext cx="34004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900"/>
              </a:lnSpc>
              <a:buNone/>
              <a:defRPr sz="23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获取与识别</a:t>
            </a:r>
          </a:p>
        </p:txBody>
      </p:sp>
      <p:sp>
        <p:nvSpPr>
          <p:cNvPr id="19" name="phase-content-body-0">
            <a:extLst xmlns:a="http://schemas.openxmlformats.org/drawingml/2006/main">
              <a:ext uri="{FF2B5EF4-FFF2-40B4-BE49-F238E27FC236}">
                <a16:creationId xmlns:a16="http://schemas.microsoft.com/office/drawing/2014/main" id="{3B51A44C-1438-4AFB-8F8E-221324C14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867650" y="2799455"/>
            <a:ext cx="3400425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42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让目标对象进入并形成意向</a:t>
            </a:r>
          </a:p>
        </p:txBody>
      </p:sp>
      <p:sp>
        <p:nvSpPr>
          <p:cNvPr id="20" name="phase-label-1">
            <a:extLst xmlns:a="http://schemas.openxmlformats.org/drawingml/2006/main">
              <a:ext uri="{FF2B5EF4-FFF2-40B4-BE49-F238E27FC236}">
                <a16:creationId xmlns:a16="http://schemas.microsoft.com/office/drawing/2014/main" id="{404BEB7B-3101-4D6B-BE97-ED2EC11F3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3943350"/>
            <a:ext cx="228600" cy="2266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阶段二</a:t>
            </a:r>
          </a:p>
        </p:txBody>
      </p:sp>
      <p:sp>
        <p:nvSpPr>
          <p:cNvPr id="21" name="phase-guide-1">
            <a:extLst xmlns:a="http://schemas.openxmlformats.org/drawingml/2006/main">
              <a:ext uri="{FF2B5EF4-FFF2-40B4-BE49-F238E27FC236}">
                <a16:creationId xmlns:a16="http://schemas.microsoft.com/office/drawing/2014/main" id="{DB85FA59-6E74-4E62-8147-96AB6F2AF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476875" y="5076825"/>
            <a:ext cx="1123950" cy="9525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78A8D5">
                  <a:alpha val="8000"/>
                </a:srgbClr>
              </a:gs>
              <a:gs pos="100000">
                <a:srgbClr val="78A8D5">
                  <a:alpha val="75000"/>
                </a:srgbClr>
              </a:gs>
            </a:gsLst>
            <a:lin ang="5400000"/>
          </a:gradFill>
          <a:ln xmlns:a="http://schemas.openxmlformats.org/drawingml/2006/main" w="0">
            <a:noFill/>
            <a:prstDash val="solid"/>
          </a:ln>
        </p:spPr>
      </p:sp>
      <p:sp>
        <p:nvSpPr>
          <p:cNvPr id="22" name="phase-divider-1">
            <a:extLst xmlns:a="http://schemas.openxmlformats.org/drawingml/2006/main">
              <a:ext uri="{FF2B5EF4-FFF2-40B4-BE49-F238E27FC236}">
                <a16:creationId xmlns:a16="http://schemas.microsoft.com/office/drawing/2014/main" id="{B400CA85-CC56-4193-82EC-33172909F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753350" y="4283278"/>
            <a:ext cx="28575" cy="15868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F7EA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phase-index-1">
            <a:extLst xmlns:a="http://schemas.openxmlformats.org/drawingml/2006/main">
              <a:ext uri="{FF2B5EF4-FFF2-40B4-BE49-F238E27FC236}">
                <a16:creationId xmlns:a16="http://schemas.microsoft.com/office/drawing/2014/main" id="{C56B89DC-23FE-4641-BC51-B78A6C67E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58000" y="4772025"/>
            <a:ext cx="8953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800" b="1" i="0">
                <a:solidFill>
                  <a:srgbClr val="2F5EA8">
                    <a:alpha val="18000"/>
                  </a:srgbClr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800" b="1" i="0">
                <a:solidFill>
                  <a:srgbClr val="2F5EA8">
                    <a:alpha val="18000"/>
                  </a:srgbClr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24" name="phase-content-title-1">
            <a:extLst xmlns:a="http://schemas.openxmlformats.org/drawingml/2006/main">
              <a:ext uri="{FF2B5EF4-FFF2-40B4-BE49-F238E27FC236}">
                <a16:creationId xmlns:a16="http://schemas.microsoft.com/office/drawing/2014/main" id="{4868DE72-F229-462C-AAF8-F6877A311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867650" y="4761605"/>
            <a:ext cx="34004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900"/>
              </a:lnSpc>
              <a:buNone/>
              <a:defRPr sz="23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培育与转化</a:t>
            </a:r>
          </a:p>
        </p:txBody>
      </p:sp>
      <p:sp>
        <p:nvSpPr>
          <p:cNvPr id="25" name="phase-content-body-1">
            <a:extLst xmlns:a="http://schemas.openxmlformats.org/drawingml/2006/main">
              <a:ext uri="{FF2B5EF4-FFF2-40B4-BE49-F238E27FC236}">
                <a16:creationId xmlns:a16="http://schemas.microsoft.com/office/drawing/2014/main" id="{8D28B099-8ADA-4900-B7C0-9A26BFCDD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867650" y="5085455"/>
            <a:ext cx="3400425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42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让有效意向沉淀为长期价值</a:t>
            </a:r>
          </a:p>
        </p:txBody>
      </p:sp>
      <p:sp>
        <p:nvSpPr>
          <p:cNvPr id="26" name="funnel-step-title-0">
            <a:extLst xmlns:a="http://schemas.openxmlformats.org/drawingml/2006/main">
              <a:ext uri="{FF2B5EF4-FFF2-40B4-BE49-F238E27FC236}">
                <a16:creationId xmlns:a16="http://schemas.microsoft.com/office/drawing/2014/main" id="{AB1A0F4F-80EC-4F10-93B8-D83E619F0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423199" y="2205038"/>
            <a:ext cx="2392861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3600"/>
              </a:lnSpc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广泛触达</a:t>
            </a:r>
          </a:p>
        </p:txBody>
      </p:sp>
      <p:sp>
        <p:nvSpPr>
          <p:cNvPr id="27" name="funnel-step-title-1">
            <a:extLst xmlns:a="http://schemas.openxmlformats.org/drawingml/2006/main">
              <a:ext uri="{FF2B5EF4-FFF2-40B4-BE49-F238E27FC236}">
                <a16:creationId xmlns:a16="http://schemas.microsoft.com/office/drawing/2014/main" id="{BF687825-D469-42D7-B5E1-905A2289A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25018" y="3271838"/>
            <a:ext cx="1789214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3600"/>
              </a:lnSpc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兴趣识别</a:t>
            </a:r>
          </a:p>
        </p:txBody>
      </p:sp>
      <p:sp>
        <p:nvSpPr>
          <p:cNvPr id="28" name="funnel-step-title-2">
            <a:extLst xmlns:a="http://schemas.openxmlformats.org/drawingml/2006/main">
              <a:ext uri="{FF2B5EF4-FFF2-40B4-BE49-F238E27FC236}">
                <a16:creationId xmlns:a16="http://schemas.microsoft.com/office/drawing/2014/main" id="{5F3F682A-C596-4113-B1A1-E6C9EBC7A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99528" y="4338638"/>
            <a:ext cx="1240184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3600"/>
              </a:lnSpc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意向培育</a:t>
            </a:r>
          </a:p>
        </p:txBody>
      </p:sp>
      <p:sp>
        <p:nvSpPr>
          <p:cNvPr id="29" name="funnel-step-title-3">
            <a:extLst xmlns:a="http://schemas.openxmlformats.org/drawingml/2006/main">
              <a:ext uri="{FF2B5EF4-FFF2-40B4-BE49-F238E27FC236}">
                <a16:creationId xmlns:a16="http://schemas.microsoft.com/office/drawing/2014/main" id="{4F0969EE-1389-4F5C-B08D-82C13E1A1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200525" y="5405438"/>
            <a:ext cx="8382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行动转化</a:t>
            </a:r>
          </a:p>
        </p:txBody>
      </p:sp>
    </p:spTree>
    <p:extLst>
      <p:ext uri="{BB962C8B-B14F-4D97-AF65-F5344CB8AC3E}">
        <p14:creationId xmlns:p14="http://schemas.microsoft.com/office/powerpoint/2010/main" val="1193640484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0" name="phase-band-0">
            <a:extLst xmlns:a="http://schemas.openxmlformats.org/drawingml/2006/main">
              <a:ext uri="{FF2B5EF4-FFF2-40B4-BE49-F238E27FC236}">
                <a16:creationId xmlns:a16="http://schemas.microsoft.com/office/drawing/2014/main" id="{D760ABF1-6188-4903-960A-54C52D6A9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1638300"/>
            <a:ext cx="11144250" cy="2657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phase-band-1">
            <a:extLst xmlns:a="http://schemas.openxmlformats.org/drawingml/2006/main">
              <a:ext uri="{FF2B5EF4-FFF2-40B4-BE49-F238E27FC236}">
                <a16:creationId xmlns:a16="http://schemas.microsoft.com/office/drawing/2014/main" id="{D7224F80-8643-43A9-AC8D-0FBADBFA1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4295775"/>
            <a:ext cx="11144250" cy="1914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38100">
            <a:solidFill>
              <a:srgbClr val="FFFFFF"/>
            </a:solidFill>
            <a:prstDash val="solid"/>
          </a:ln>
        </p:spPr>
      </p:sp>
      <p:sp>
        <p:nvSpPr>
          <p:cNvPr id="3" name="phase-rail-0">
            <a:extLst xmlns:a="http://schemas.openxmlformats.org/drawingml/2006/main">
              <a:ext uri="{FF2B5EF4-FFF2-40B4-BE49-F238E27FC236}">
                <a16:creationId xmlns:a16="http://schemas.microsoft.com/office/drawing/2014/main" id="{F0181093-540F-4B6C-A772-7F3BAE5A8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1638300"/>
            <a:ext cx="514350" cy="2656656"/>
          </a:xfrm>
          <a:custGeom xmlns:a="http://schemas.openxmlformats.org/drawingml/2006/main">
            <a:pathLst>
              <a:path w="514350" h="2656656">
                <a:moveTo>
                  <a:pt x="0" y="0"/>
                </a:moveTo>
                <a:lnTo>
                  <a:pt x="25546" y="0"/>
                </a:lnTo>
                <a:lnTo>
                  <a:pt x="51102" y="0"/>
                </a:lnTo>
                <a:lnTo>
                  <a:pt x="76648" y="0"/>
                </a:lnTo>
                <a:lnTo>
                  <a:pt x="102203" y="0"/>
                </a:lnTo>
                <a:lnTo>
                  <a:pt x="127749" y="0"/>
                </a:lnTo>
                <a:lnTo>
                  <a:pt x="153295" y="0"/>
                </a:lnTo>
                <a:lnTo>
                  <a:pt x="178851" y="0"/>
                </a:lnTo>
                <a:lnTo>
                  <a:pt x="204397" y="0"/>
                </a:lnTo>
                <a:lnTo>
                  <a:pt x="229953" y="0"/>
                </a:lnTo>
                <a:lnTo>
                  <a:pt x="255499" y="0"/>
                </a:lnTo>
                <a:lnTo>
                  <a:pt x="281045" y="0"/>
                </a:lnTo>
                <a:lnTo>
                  <a:pt x="306600" y="0"/>
                </a:lnTo>
                <a:lnTo>
                  <a:pt x="332146" y="0"/>
                </a:lnTo>
                <a:lnTo>
                  <a:pt x="357692" y="0"/>
                </a:lnTo>
                <a:lnTo>
                  <a:pt x="383248" y="0"/>
                </a:lnTo>
                <a:lnTo>
                  <a:pt x="408794" y="0"/>
                </a:lnTo>
                <a:lnTo>
                  <a:pt x="434350" y="0"/>
                </a:lnTo>
                <a:lnTo>
                  <a:pt x="459896" y="0"/>
                </a:lnTo>
                <a:lnTo>
                  <a:pt x="485442" y="0"/>
                </a:lnTo>
                <a:lnTo>
                  <a:pt x="510997" y="0"/>
                </a:lnTo>
                <a:lnTo>
                  <a:pt x="514350" y="22193"/>
                </a:lnTo>
                <a:lnTo>
                  <a:pt x="514350" y="47749"/>
                </a:lnTo>
                <a:lnTo>
                  <a:pt x="514350" y="73295"/>
                </a:lnTo>
                <a:lnTo>
                  <a:pt x="514350" y="98841"/>
                </a:lnTo>
                <a:lnTo>
                  <a:pt x="514350" y="124397"/>
                </a:lnTo>
                <a:lnTo>
                  <a:pt x="514350" y="149943"/>
                </a:lnTo>
                <a:lnTo>
                  <a:pt x="514350" y="175498"/>
                </a:lnTo>
                <a:lnTo>
                  <a:pt x="514350" y="201044"/>
                </a:lnTo>
                <a:lnTo>
                  <a:pt x="514350" y="226590"/>
                </a:lnTo>
                <a:lnTo>
                  <a:pt x="514350" y="252146"/>
                </a:lnTo>
                <a:lnTo>
                  <a:pt x="514350" y="277692"/>
                </a:lnTo>
                <a:lnTo>
                  <a:pt x="514350" y="303247"/>
                </a:lnTo>
                <a:lnTo>
                  <a:pt x="514350" y="328793"/>
                </a:lnTo>
                <a:lnTo>
                  <a:pt x="514350" y="354340"/>
                </a:lnTo>
                <a:lnTo>
                  <a:pt x="514350" y="379895"/>
                </a:lnTo>
                <a:lnTo>
                  <a:pt x="514350" y="405441"/>
                </a:lnTo>
                <a:lnTo>
                  <a:pt x="514350" y="430987"/>
                </a:lnTo>
                <a:lnTo>
                  <a:pt x="514350" y="456543"/>
                </a:lnTo>
                <a:lnTo>
                  <a:pt x="514350" y="482089"/>
                </a:lnTo>
                <a:lnTo>
                  <a:pt x="514350" y="507644"/>
                </a:lnTo>
                <a:lnTo>
                  <a:pt x="514350" y="533190"/>
                </a:lnTo>
                <a:lnTo>
                  <a:pt x="514350" y="558737"/>
                </a:lnTo>
                <a:lnTo>
                  <a:pt x="514350" y="584292"/>
                </a:lnTo>
                <a:lnTo>
                  <a:pt x="514350" y="609838"/>
                </a:lnTo>
                <a:lnTo>
                  <a:pt x="514350" y="635394"/>
                </a:lnTo>
                <a:lnTo>
                  <a:pt x="514350" y="660940"/>
                </a:lnTo>
                <a:lnTo>
                  <a:pt x="514350" y="686486"/>
                </a:lnTo>
                <a:lnTo>
                  <a:pt x="514350" y="712041"/>
                </a:lnTo>
                <a:lnTo>
                  <a:pt x="514350" y="737587"/>
                </a:lnTo>
                <a:lnTo>
                  <a:pt x="514350" y="763143"/>
                </a:lnTo>
                <a:lnTo>
                  <a:pt x="514350" y="788689"/>
                </a:lnTo>
                <a:lnTo>
                  <a:pt x="514350" y="814235"/>
                </a:lnTo>
                <a:lnTo>
                  <a:pt x="514350" y="839791"/>
                </a:lnTo>
                <a:lnTo>
                  <a:pt x="514350" y="865337"/>
                </a:lnTo>
                <a:lnTo>
                  <a:pt x="514350" y="890883"/>
                </a:lnTo>
                <a:lnTo>
                  <a:pt x="514350" y="916438"/>
                </a:lnTo>
                <a:lnTo>
                  <a:pt x="514350" y="941984"/>
                </a:lnTo>
                <a:lnTo>
                  <a:pt x="514350" y="967540"/>
                </a:lnTo>
                <a:lnTo>
                  <a:pt x="514350" y="993086"/>
                </a:lnTo>
                <a:lnTo>
                  <a:pt x="514350" y="1018632"/>
                </a:lnTo>
                <a:lnTo>
                  <a:pt x="514350" y="1044188"/>
                </a:lnTo>
                <a:lnTo>
                  <a:pt x="514350" y="1069734"/>
                </a:lnTo>
                <a:lnTo>
                  <a:pt x="514350" y="1095289"/>
                </a:lnTo>
                <a:lnTo>
                  <a:pt x="514350" y="1120835"/>
                </a:lnTo>
                <a:lnTo>
                  <a:pt x="514350" y="1146381"/>
                </a:lnTo>
                <a:lnTo>
                  <a:pt x="514350" y="1171937"/>
                </a:lnTo>
                <a:lnTo>
                  <a:pt x="514350" y="1197483"/>
                </a:lnTo>
                <a:lnTo>
                  <a:pt x="514350" y="1223039"/>
                </a:lnTo>
                <a:lnTo>
                  <a:pt x="514350" y="1248585"/>
                </a:lnTo>
                <a:lnTo>
                  <a:pt x="514350" y="1274131"/>
                </a:lnTo>
                <a:lnTo>
                  <a:pt x="514350" y="1299686"/>
                </a:lnTo>
                <a:lnTo>
                  <a:pt x="514350" y="1325232"/>
                </a:lnTo>
                <a:lnTo>
                  <a:pt x="514350" y="1350788"/>
                </a:lnTo>
                <a:lnTo>
                  <a:pt x="514350" y="1376334"/>
                </a:lnTo>
                <a:lnTo>
                  <a:pt x="514350" y="1401880"/>
                </a:lnTo>
                <a:lnTo>
                  <a:pt x="514350" y="1427436"/>
                </a:lnTo>
                <a:lnTo>
                  <a:pt x="514350" y="1452982"/>
                </a:lnTo>
                <a:lnTo>
                  <a:pt x="514350" y="1478528"/>
                </a:lnTo>
                <a:lnTo>
                  <a:pt x="514350" y="1504083"/>
                </a:lnTo>
                <a:lnTo>
                  <a:pt x="514350" y="1529629"/>
                </a:lnTo>
                <a:lnTo>
                  <a:pt x="514350" y="1555185"/>
                </a:lnTo>
                <a:lnTo>
                  <a:pt x="514350" y="1580731"/>
                </a:lnTo>
                <a:lnTo>
                  <a:pt x="514350" y="1606277"/>
                </a:lnTo>
                <a:lnTo>
                  <a:pt x="514350" y="1631833"/>
                </a:lnTo>
                <a:lnTo>
                  <a:pt x="514350" y="1657379"/>
                </a:lnTo>
                <a:lnTo>
                  <a:pt x="514350" y="1682934"/>
                </a:lnTo>
                <a:lnTo>
                  <a:pt x="514350" y="1708480"/>
                </a:lnTo>
                <a:lnTo>
                  <a:pt x="514350" y="1734026"/>
                </a:lnTo>
                <a:lnTo>
                  <a:pt x="514350" y="1759582"/>
                </a:lnTo>
                <a:lnTo>
                  <a:pt x="514350" y="1785128"/>
                </a:lnTo>
                <a:lnTo>
                  <a:pt x="514350" y="1810683"/>
                </a:lnTo>
                <a:lnTo>
                  <a:pt x="514350" y="1836230"/>
                </a:lnTo>
                <a:lnTo>
                  <a:pt x="514350" y="1861776"/>
                </a:lnTo>
                <a:lnTo>
                  <a:pt x="514350" y="1887331"/>
                </a:lnTo>
                <a:lnTo>
                  <a:pt x="514350" y="1912877"/>
                </a:lnTo>
                <a:lnTo>
                  <a:pt x="514350" y="1938433"/>
                </a:lnTo>
                <a:lnTo>
                  <a:pt x="514350" y="1963979"/>
                </a:lnTo>
                <a:lnTo>
                  <a:pt x="514350" y="1989525"/>
                </a:lnTo>
                <a:lnTo>
                  <a:pt x="514350" y="2015080"/>
                </a:lnTo>
                <a:lnTo>
                  <a:pt x="514350" y="2040626"/>
                </a:lnTo>
                <a:lnTo>
                  <a:pt x="514350" y="2066173"/>
                </a:lnTo>
                <a:lnTo>
                  <a:pt x="514350" y="2091728"/>
                </a:lnTo>
                <a:lnTo>
                  <a:pt x="514350" y="2117274"/>
                </a:lnTo>
                <a:lnTo>
                  <a:pt x="514350" y="2142830"/>
                </a:lnTo>
                <a:lnTo>
                  <a:pt x="514350" y="2168376"/>
                </a:lnTo>
                <a:lnTo>
                  <a:pt x="514350" y="2193922"/>
                </a:lnTo>
                <a:lnTo>
                  <a:pt x="514350" y="2219477"/>
                </a:lnTo>
                <a:lnTo>
                  <a:pt x="514350" y="2245023"/>
                </a:lnTo>
                <a:lnTo>
                  <a:pt x="514350" y="2270579"/>
                </a:lnTo>
                <a:lnTo>
                  <a:pt x="514350" y="2296125"/>
                </a:lnTo>
                <a:lnTo>
                  <a:pt x="514350" y="2321671"/>
                </a:lnTo>
                <a:lnTo>
                  <a:pt x="514350" y="2347227"/>
                </a:lnTo>
                <a:lnTo>
                  <a:pt x="514350" y="2372773"/>
                </a:lnTo>
                <a:lnTo>
                  <a:pt x="514350" y="2398328"/>
                </a:lnTo>
                <a:lnTo>
                  <a:pt x="514350" y="2423874"/>
                </a:lnTo>
                <a:lnTo>
                  <a:pt x="514350" y="2449420"/>
                </a:lnTo>
                <a:lnTo>
                  <a:pt x="514350" y="2474976"/>
                </a:lnTo>
                <a:lnTo>
                  <a:pt x="514350" y="2500522"/>
                </a:lnTo>
                <a:lnTo>
                  <a:pt x="504320" y="2520172"/>
                </a:lnTo>
                <a:lnTo>
                  <a:pt x="481984" y="2532583"/>
                </a:lnTo>
                <a:lnTo>
                  <a:pt x="459648" y="2544985"/>
                </a:lnTo>
                <a:lnTo>
                  <a:pt x="437321" y="2557396"/>
                </a:lnTo>
                <a:lnTo>
                  <a:pt x="414985" y="2569807"/>
                </a:lnTo>
                <a:lnTo>
                  <a:pt x="392649" y="2582208"/>
                </a:lnTo>
                <a:lnTo>
                  <a:pt x="370313" y="2594620"/>
                </a:lnTo>
                <a:lnTo>
                  <a:pt x="347977" y="2607031"/>
                </a:lnTo>
                <a:lnTo>
                  <a:pt x="325641" y="2619432"/>
                </a:lnTo>
                <a:lnTo>
                  <a:pt x="303314" y="2631843"/>
                </a:lnTo>
                <a:lnTo>
                  <a:pt x="280978" y="2644254"/>
                </a:lnTo>
                <a:lnTo>
                  <a:pt x="258642" y="2656656"/>
                </a:lnTo>
                <a:lnTo>
                  <a:pt x="236306" y="2645883"/>
                </a:lnTo>
                <a:lnTo>
                  <a:pt x="213970" y="2633472"/>
                </a:lnTo>
                <a:lnTo>
                  <a:pt x="191633" y="2621061"/>
                </a:lnTo>
                <a:lnTo>
                  <a:pt x="169307" y="2608659"/>
                </a:lnTo>
                <a:lnTo>
                  <a:pt x="146971" y="2596248"/>
                </a:lnTo>
                <a:lnTo>
                  <a:pt x="124635" y="2583837"/>
                </a:lnTo>
                <a:lnTo>
                  <a:pt x="102299" y="2571436"/>
                </a:lnTo>
                <a:lnTo>
                  <a:pt x="79962" y="2559025"/>
                </a:lnTo>
                <a:lnTo>
                  <a:pt x="57626" y="2546614"/>
                </a:lnTo>
                <a:lnTo>
                  <a:pt x="35300" y="2534212"/>
                </a:lnTo>
                <a:lnTo>
                  <a:pt x="12964" y="2521801"/>
                </a:lnTo>
                <a:lnTo>
                  <a:pt x="0" y="2503875"/>
                </a:lnTo>
                <a:lnTo>
                  <a:pt x="0" y="2478329"/>
                </a:lnTo>
                <a:lnTo>
                  <a:pt x="0" y="2452783"/>
                </a:lnTo>
                <a:lnTo>
                  <a:pt x="0" y="2427227"/>
                </a:lnTo>
                <a:lnTo>
                  <a:pt x="0" y="2401681"/>
                </a:lnTo>
                <a:lnTo>
                  <a:pt x="0" y="2376126"/>
                </a:lnTo>
                <a:lnTo>
                  <a:pt x="0" y="2350580"/>
                </a:lnTo>
                <a:lnTo>
                  <a:pt x="0" y="2325033"/>
                </a:lnTo>
                <a:lnTo>
                  <a:pt x="0" y="2299478"/>
                </a:lnTo>
                <a:lnTo>
                  <a:pt x="0" y="2273932"/>
                </a:lnTo>
                <a:lnTo>
                  <a:pt x="0" y="2248376"/>
                </a:lnTo>
                <a:lnTo>
                  <a:pt x="0" y="2222830"/>
                </a:lnTo>
                <a:lnTo>
                  <a:pt x="0" y="2197284"/>
                </a:lnTo>
                <a:lnTo>
                  <a:pt x="0" y="2171729"/>
                </a:lnTo>
                <a:lnTo>
                  <a:pt x="0" y="2146183"/>
                </a:lnTo>
                <a:lnTo>
                  <a:pt x="0" y="2120627"/>
                </a:lnTo>
                <a:lnTo>
                  <a:pt x="0" y="2095081"/>
                </a:lnTo>
                <a:lnTo>
                  <a:pt x="0" y="2069535"/>
                </a:lnTo>
                <a:lnTo>
                  <a:pt x="0" y="2043979"/>
                </a:lnTo>
                <a:lnTo>
                  <a:pt x="0" y="2018433"/>
                </a:lnTo>
                <a:lnTo>
                  <a:pt x="0" y="1992887"/>
                </a:lnTo>
                <a:lnTo>
                  <a:pt x="0" y="1967332"/>
                </a:lnTo>
                <a:lnTo>
                  <a:pt x="0" y="1941786"/>
                </a:lnTo>
                <a:lnTo>
                  <a:pt x="0" y="1916230"/>
                </a:lnTo>
                <a:lnTo>
                  <a:pt x="0" y="1890684"/>
                </a:lnTo>
                <a:lnTo>
                  <a:pt x="0" y="1865138"/>
                </a:lnTo>
                <a:lnTo>
                  <a:pt x="0" y="1839582"/>
                </a:lnTo>
                <a:lnTo>
                  <a:pt x="0" y="1814036"/>
                </a:lnTo>
                <a:lnTo>
                  <a:pt x="0" y="1788481"/>
                </a:lnTo>
                <a:lnTo>
                  <a:pt x="0" y="1762935"/>
                </a:lnTo>
                <a:lnTo>
                  <a:pt x="0" y="1737389"/>
                </a:lnTo>
                <a:lnTo>
                  <a:pt x="0" y="1711833"/>
                </a:lnTo>
                <a:lnTo>
                  <a:pt x="0" y="1686287"/>
                </a:lnTo>
                <a:lnTo>
                  <a:pt x="0" y="1660731"/>
                </a:lnTo>
                <a:lnTo>
                  <a:pt x="0" y="1635185"/>
                </a:lnTo>
                <a:lnTo>
                  <a:pt x="0" y="1609639"/>
                </a:lnTo>
                <a:lnTo>
                  <a:pt x="0" y="1584084"/>
                </a:lnTo>
                <a:lnTo>
                  <a:pt x="0" y="1558538"/>
                </a:lnTo>
                <a:lnTo>
                  <a:pt x="0" y="1532982"/>
                </a:lnTo>
                <a:lnTo>
                  <a:pt x="0" y="1507436"/>
                </a:lnTo>
                <a:lnTo>
                  <a:pt x="0" y="1481890"/>
                </a:lnTo>
                <a:lnTo>
                  <a:pt x="0" y="1456334"/>
                </a:lnTo>
                <a:lnTo>
                  <a:pt x="0" y="1430788"/>
                </a:lnTo>
                <a:lnTo>
                  <a:pt x="0" y="1405233"/>
                </a:lnTo>
                <a:lnTo>
                  <a:pt x="0" y="1379687"/>
                </a:lnTo>
                <a:lnTo>
                  <a:pt x="0" y="1354141"/>
                </a:lnTo>
                <a:lnTo>
                  <a:pt x="0" y="1328585"/>
                </a:lnTo>
                <a:lnTo>
                  <a:pt x="0" y="1303039"/>
                </a:lnTo>
                <a:lnTo>
                  <a:pt x="0" y="1277493"/>
                </a:lnTo>
                <a:lnTo>
                  <a:pt x="0" y="1251937"/>
                </a:lnTo>
                <a:lnTo>
                  <a:pt x="0" y="1226391"/>
                </a:lnTo>
                <a:lnTo>
                  <a:pt x="0" y="1200836"/>
                </a:lnTo>
                <a:lnTo>
                  <a:pt x="0" y="1175290"/>
                </a:lnTo>
                <a:lnTo>
                  <a:pt x="0" y="1149744"/>
                </a:lnTo>
                <a:lnTo>
                  <a:pt x="0" y="1124188"/>
                </a:lnTo>
                <a:lnTo>
                  <a:pt x="0" y="1098642"/>
                </a:lnTo>
                <a:lnTo>
                  <a:pt x="0" y="1073087"/>
                </a:lnTo>
                <a:lnTo>
                  <a:pt x="0" y="1047540"/>
                </a:lnTo>
                <a:lnTo>
                  <a:pt x="0" y="1021994"/>
                </a:lnTo>
                <a:lnTo>
                  <a:pt x="0" y="996439"/>
                </a:lnTo>
                <a:lnTo>
                  <a:pt x="0" y="970893"/>
                </a:lnTo>
                <a:lnTo>
                  <a:pt x="0" y="945337"/>
                </a:lnTo>
                <a:lnTo>
                  <a:pt x="0" y="919791"/>
                </a:lnTo>
                <a:lnTo>
                  <a:pt x="0" y="894245"/>
                </a:lnTo>
                <a:lnTo>
                  <a:pt x="0" y="868690"/>
                </a:lnTo>
                <a:lnTo>
                  <a:pt x="0" y="843143"/>
                </a:lnTo>
                <a:lnTo>
                  <a:pt x="0" y="817588"/>
                </a:lnTo>
                <a:lnTo>
                  <a:pt x="0" y="792042"/>
                </a:lnTo>
                <a:lnTo>
                  <a:pt x="0" y="766496"/>
                </a:lnTo>
                <a:lnTo>
                  <a:pt x="0" y="740940"/>
                </a:lnTo>
                <a:lnTo>
                  <a:pt x="0" y="715394"/>
                </a:lnTo>
                <a:lnTo>
                  <a:pt x="0" y="689848"/>
                </a:lnTo>
                <a:lnTo>
                  <a:pt x="0" y="664293"/>
                </a:lnTo>
                <a:lnTo>
                  <a:pt x="0" y="638747"/>
                </a:lnTo>
                <a:lnTo>
                  <a:pt x="0" y="613191"/>
                </a:lnTo>
                <a:lnTo>
                  <a:pt x="0" y="587645"/>
                </a:lnTo>
                <a:lnTo>
                  <a:pt x="0" y="562099"/>
                </a:lnTo>
                <a:lnTo>
                  <a:pt x="0" y="536543"/>
                </a:lnTo>
                <a:lnTo>
                  <a:pt x="0" y="510997"/>
                </a:lnTo>
                <a:lnTo>
                  <a:pt x="0" y="485442"/>
                </a:lnTo>
                <a:lnTo>
                  <a:pt x="0" y="459896"/>
                </a:lnTo>
                <a:lnTo>
                  <a:pt x="0" y="434350"/>
                </a:lnTo>
                <a:lnTo>
                  <a:pt x="0" y="408794"/>
                </a:lnTo>
                <a:lnTo>
                  <a:pt x="0" y="383248"/>
                </a:lnTo>
                <a:lnTo>
                  <a:pt x="0" y="357692"/>
                </a:lnTo>
                <a:lnTo>
                  <a:pt x="0" y="332146"/>
                </a:lnTo>
                <a:lnTo>
                  <a:pt x="0" y="306600"/>
                </a:lnTo>
                <a:lnTo>
                  <a:pt x="0" y="281045"/>
                </a:lnTo>
                <a:lnTo>
                  <a:pt x="0" y="255499"/>
                </a:lnTo>
                <a:lnTo>
                  <a:pt x="0" y="229953"/>
                </a:lnTo>
                <a:lnTo>
                  <a:pt x="0" y="204397"/>
                </a:lnTo>
                <a:lnTo>
                  <a:pt x="0" y="178851"/>
                </a:lnTo>
                <a:lnTo>
                  <a:pt x="0" y="153295"/>
                </a:lnTo>
                <a:lnTo>
                  <a:pt x="0" y="127749"/>
                </a:lnTo>
                <a:lnTo>
                  <a:pt x="0" y="102203"/>
                </a:lnTo>
                <a:lnTo>
                  <a:pt x="0" y="76648"/>
                </a:lnTo>
                <a:lnTo>
                  <a:pt x="0" y="51102"/>
                </a:lnTo>
                <a:lnTo>
                  <a:pt x="0" y="25546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4" name="phase-title-0">
            <a:extLst xmlns:a="http://schemas.openxmlformats.org/drawingml/2006/main">
              <a:ext uri="{FF2B5EF4-FFF2-40B4-BE49-F238E27FC236}">
                <a16:creationId xmlns:a16="http://schemas.microsoft.com/office/drawing/2014/main" id="{79A219AB-90D1-4A38-AF72-9C1B7B7C1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2496293"/>
            <a:ext cx="1428750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获取与识别</a:t>
            </a:r>
          </a:p>
        </p:txBody>
      </p:sp>
      <p:sp>
        <p:nvSpPr>
          <p:cNvPr id="5" name="phase-body-0">
            <a:extLst xmlns:a="http://schemas.openxmlformats.org/drawingml/2006/main">
              <a:ext uri="{FF2B5EF4-FFF2-40B4-BE49-F238E27FC236}">
                <a16:creationId xmlns:a16="http://schemas.microsoft.com/office/drawing/2014/main" id="{5BB78DBE-9375-4704-BF64-726EEF3D4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2850509"/>
            <a:ext cx="1428750" cy="587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让目标对象进</a:t>
            </a:r>
          </a:p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入并形成意向</a:t>
            </a:r>
          </a:p>
        </p:txBody>
      </p:sp>
      <p:sp>
        <p:nvSpPr>
          <p:cNvPr id="6" name="action-icon-shell-0-0">
            <a:extLst xmlns:a="http://schemas.openxmlformats.org/drawingml/2006/main">
              <a:ext uri="{FF2B5EF4-FFF2-40B4-BE49-F238E27FC236}">
                <a16:creationId xmlns:a16="http://schemas.microsoft.com/office/drawing/2014/main" id="{4AC74FBD-CF00-4B25-A156-384F4D701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2490788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5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8b6efd5c11d41f2">
            <a:extLst>
              <a:ext uri="{96DAC541-7B7A-43D3-8B79-37D633B846F1}">
                <asvg:svgBlip xmlns:asvg="http://schemas.microsoft.com/office/drawing/2016/SVG/main" r:embed="R86ce5f387491417e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2566988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8" name="action-title-0-0">
            <a:extLst xmlns:a="http://schemas.openxmlformats.org/drawingml/2006/main">
              <a:ext uri="{FF2B5EF4-FFF2-40B4-BE49-F238E27FC236}">
                <a16:creationId xmlns:a16="http://schemas.microsoft.com/office/drawing/2014/main" id="{27814D86-173F-41EE-B144-F6B725CBE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429770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标签体系</a:t>
            </a:r>
          </a:p>
        </p:txBody>
      </p:sp>
      <p:sp>
        <p:nvSpPr>
          <p:cNvPr id="9" name="action-body-0-0">
            <a:extLst xmlns:a="http://schemas.openxmlformats.org/drawingml/2006/main">
              <a:ext uri="{FF2B5EF4-FFF2-40B4-BE49-F238E27FC236}">
                <a16:creationId xmlns:a16="http://schemas.microsoft.com/office/drawing/2014/main" id="{036D07AC-D006-4B81-8428-209AE082D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658370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形成可识别对象</a:t>
            </a:r>
          </a:p>
        </p:txBody>
      </p:sp>
      <p:sp>
        <p:nvSpPr>
          <p:cNvPr id="10" name="action-icon-shell-0-1">
            <a:extLst xmlns:a="http://schemas.openxmlformats.org/drawingml/2006/main">
              <a:ext uri="{FF2B5EF4-FFF2-40B4-BE49-F238E27FC236}">
                <a16:creationId xmlns:a16="http://schemas.microsoft.com/office/drawing/2014/main" id="{0B041E93-35DD-4A8C-8629-AAE2F4C85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2490788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6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1320b00126c4512">
            <a:extLst>
              <a:ext uri="{96DAC541-7B7A-43D3-8B79-37D633B846F1}">
                <asvg:svgBlip xmlns:asvg="http://schemas.microsoft.com/office/drawing/2016/SVG/main" r:embed="R301993d68fbc4b07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2566988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12" name="action-title-0-1">
            <a:extLst xmlns:a="http://schemas.openxmlformats.org/drawingml/2006/main">
              <a:ext uri="{FF2B5EF4-FFF2-40B4-BE49-F238E27FC236}">
                <a16:creationId xmlns:a16="http://schemas.microsoft.com/office/drawing/2014/main" id="{AC8DD51B-5101-4272-9001-81F86651D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429770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渠道连接</a:t>
            </a:r>
          </a:p>
        </p:txBody>
      </p:sp>
      <p:sp>
        <p:nvSpPr>
          <p:cNvPr id="13" name="action-body-0-1">
            <a:extLst xmlns:a="http://schemas.openxmlformats.org/drawingml/2006/main">
              <a:ext uri="{FF2B5EF4-FFF2-40B4-BE49-F238E27FC236}">
                <a16:creationId xmlns:a16="http://schemas.microsoft.com/office/drawing/2014/main" id="{839ED5F5-0915-4077-ADE3-0A7C2C543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658370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连接主要触点</a:t>
            </a:r>
          </a:p>
        </p:txBody>
      </p:sp>
      <p:sp>
        <p:nvSpPr>
          <p:cNvPr id="14" name="action-icon-shell-0-2">
            <a:extLst xmlns:a="http://schemas.openxmlformats.org/drawingml/2006/main">
              <a:ext uri="{FF2B5EF4-FFF2-40B4-BE49-F238E27FC236}">
                <a16:creationId xmlns:a16="http://schemas.microsoft.com/office/drawing/2014/main" id="{8E8CA9AD-E0EF-441C-8935-ADF532F18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3100388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6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24a33a5bc1545da">
            <a:extLst>
              <a:ext uri="{96DAC541-7B7A-43D3-8B79-37D633B846F1}">
                <asvg:svgBlip xmlns:asvg="http://schemas.microsoft.com/office/drawing/2016/SVG/main" r:embed="R610931e5fcaa4825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3176588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16" name="action-title-0-2">
            <a:extLst xmlns:a="http://schemas.openxmlformats.org/drawingml/2006/main">
              <a:ext uri="{FF2B5EF4-FFF2-40B4-BE49-F238E27FC236}">
                <a16:creationId xmlns:a16="http://schemas.microsoft.com/office/drawing/2014/main" id="{F655F420-01B4-4811-ACBA-9D6425092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3039370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内容优化</a:t>
            </a:r>
          </a:p>
        </p:txBody>
      </p:sp>
      <p:sp>
        <p:nvSpPr>
          <p:cNvPr id="17" name="action-body-0-2">
            <a:extLst xmlns:a="http://schemas.openxmlformats.org/drawingml/2006/main">
              <a:ext uri="{FF2B5EF4-FFF2-40B4-BE49-F238E27FC236}">
                <a16:creationId xmlns:a16="http://schemas.microsoft.com/office/drawing/2014/main" id="{5C19B762-CC62-44D5-A006-132048616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3267970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提高触达质量</a:t>
            </a:r>
          </a:p>
        </p:txBody>
      </p:sp>
      <p:sp>
        <p:nvSpPr>
          <p:cNvPr id="18" name="action-icon-shell-0-3">
            <a:extLst xmlns:a="http://schemas.openxmlformats.org/drawingml/2006/main">
              <a:ext uri="{FF2B5EF4-FFF2-40B4-BE49-F238E27FC236}">
                <a16:creationId xmlns:a16="http://schemas.microsoft.com/office/drawing/2014/main" id="{A56560B8-4AA6-42FB-9790-93A0E02FB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3100388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6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c502f10aa6d41b7">
            <a:extLst>
              <a:ext uri="{96DAC541-7B7A-43D3-8B79-37D633B846F1}">
                <asvg:svgBlip xmlns:asvg="http://schemas.microsoft.com/office/drawing/2016/SVG/main" r:embed="Rdff6c6deeb144c11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3176588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20" name="action-title-0-3">
            <a:extLst xmlns:a="http://schemas.openxmlformats.org/drawingml/2006/main">
              <a:ext uri="{FF2B5EF4-FFF2-40B4-BE49-F238E27FC236}">
                <a16:creationId xmlns:a16="http://schemas.microsoft.com/office/drawing/2014/main" id="{29143919-7EC0-4834-9984-A42FB7685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3039370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行为追踪</a:t>
            </a:r>
          </a:p>
        </p:txBody>
      </p:sp>
      <p:sp>
        <p:nvSpPr>
          <p:cNvPr id="21" name="action-body-0-3">
            <a:extLst xmlns:a="http://schemas.openxmlformats.org/drawingml/2006/main">
              <a:ext uri="{FF2B5EF4-FFF2-40B4-BE49-F238E27FC236}">
                <a16:creationId xmlns:a16="http://schemas.microsoft.com/office/drawing/2014/main" id="{FC94685F-D5C6-4646-AF3E-5B123BB12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3267970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记录关键反馈</a:t>
            </a:r>
          </a:p>
        </p:txBody>
      </p:sp>
      <p:sp>
        <p:nvSpPr>
          <p:cNvPr id="22" name="phase-rail-1">
            <a:extLst xmlns:a="http://schemas.openxmlformats.org/drawingml/2006/main">
              <a:ext uri="{FF2B5EF4-FFF2-40B4-BE49-F238E27FC236}">
                <a16:creationId xmlns:a16="http://schemas.microsoft.com/office/drawing/2014/main" id="{D3E6F0F5-2789-4251-8452-FFB9CCE45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4295775"/>
            <a:ext cx="514350" cy="1914134"/>
          </a:xfrm>
          <a:custGeom xmlns:a="http://schemas.openxmlformats.org/drawingml/2006/main">
            <a:pathLst>
              <a:path w="514350" h="1914134">
                <a:moveTo>
                  <a:pt x="0" y="0"/>
                </a:moveTo>
                <a:lnTo>
                  <a:pt x="17193" y="9554"/>
                </a:lnTo>
                <a:lnTo>
                  <a:pt x="34385" y="19098"/>
                </a:lnTo>
                <a:lnTo>
                  <a:pt x="51578" y="28651"/>
                </a:lnTo>
                <a:lnTo>
                  <a:pt x="68771" y="38205"/>
                </a:lnTo>
                <a:lnTo>
                  <a:pt x="85963" y="47758"/>
                </a:lnTo>
                <a:lnTo>
                  <a:pt x="103156" y="57302"/>
                </a:lnTo>
                <a:lnTo>
                  <a:pt x="120348" y="66856"/>
                </a:lnTo>
                <a:lnTo>
                  <a:pt x="137541" y="76410"/>
                </a:lnTo>
                <a:lnTo>
                  <a:pt x="154724" y="85963"/>
                </a:lnTo>
                <a:lnTo>
                  <a:pt x="171917" y="95507"/>
                </a:lnTo>
                <a:lnTo>
                  <a:pt x="189109" y="105061"/>
                </a:lnTo>
                <a:lnTo>
                  <a:pt x="206302" y="114614"/>
                </a:lnTo>
                <a:lnTo>
                  <a:pt x="223495" y="124168"/>
                </a:lnTo>
                <a:lnTo>
                  <a:pt x="240687" y="133712"/>
                </a:lnTo>
                <a:lnTo>
                  <a:pt x="257880" y="142484"/>
                </a:lnTo>
                <a:lnTo>
                  <a:pt x="275072" y="132931"/>
                </a:lnTo>
                <a:lnTo>
                  <a:pt x="292265" y="123377"/>
                </a:lnTo>
                <a:lnTo>
                  <a:pt x="309458" y="113833"/>
                </a:lnTo>
                <a:lnTo>
                  <a:pt x="326650" y="104280"/>
                </a:lnTo>
                <a:lnTo>
                  <a:pt x="343843" y="94726"/>
                </a:lnTo>
                <a:lnTo>
                  <a:pt x="361036" y="85173"/>
                </a:lnTo>
                <a:lnTo>
                  <a:pt x="378228" y="75629"/>
                </a:lnTo>
                <a:lnTo>
                  <a:pt x="395421" y="66075"/>
                </a:lnTo>
                <a:lnTo>
                  <a:pt x="412613" y="56521"/>
                </a:lnTo>
                <a:lnTo>
                  <a:pt x="429806" y="46968"/>
                </a:lnTo>
                <a:lnTo>
                  <a:pt x="446999" y="37424"/>
                </a:lnTo>
                <a:lnTo>
                  <a:pt x="464182" y="27870"/>
                </a:lnTo>
                <a:lnTo>
                  <a:pt x="481374" y="18317"/>
                </a:lnTo>
                <a:lnTo>
                  <a:pt x="498567" y="8763"/>
                </a:lnTo>
                <a:lnTo>
                  <a:pt x="514350" y="1619"/>
                </a:lnTo>
                <a:lnTo>
                  <a:pt x="514350" y="21279"/>
                </a:lnTo>
                <a:lnTo>
                  <a:pt x="514350" y="40948"/>
                </a:lnTo>
                <a:lnTo>
                  <a:pt x="514350" y="60617"/>
                </a:lnTo>
                <a:lnTo>
                  <a:pt x="514350" y="80286"/>
                </a:lnTo>
                <a:lnTo>
                  <a:pt x="514350" y="99955"/>
                </a:lnTo>
                <a:lnTo>
                  <a:pt x="514350" y="119615"/>
                </a:lnTo>
                <a:lnTo>
                  <a:pt x="514350" y="139284"/>
                </a:lnTo>
                <a:lnTo>
                  <a:pt x="514350" y="158953"/>
                </a:lnTo>
                <a:lnTo>
                  <a:pt x="514350" y="178622"/>
                </a:lnTo>
                <a:lnTo>
                  <a:pt x="514350" y="198282"/>
                </a:lnTo>
                <a:lnTo>
                  <a:pt x="514350" y="217951"/>
                </a:lnTo>
                <a:lnTo>
                  <a:pt x="514350" y="237620"/>
                </a:lnTo>
                <a:lnTo>
                  <a:pt x="514350" y="257289"/>
                </a:lnTo>
                <a:lnTo>
                  <a:pt x="514350" y="276958"/>
                </a:lnTo>
                <a:lnTo>
                  <a:pt x="514350" y="296618"/>
                </a:lnTo>
                <a:lnTo>
                  <a:pt x="514350" y="316287"/>
                </a:lnTo>
                <a:lnTo>
                  <a:pt x="514350" y="335956"/>
                </a:lnTo>
                <a:lnTo>
                  <a:pt x="514350" y="355625"/>
                </a:lnTo>
                <a:lnTo>
                  <a:pt x="514350" y="375295"/>
                </a:lnTo>
                <a:lnTo>
                  <a:pt x="514350" y="394954"/>
                </a:lnTo>
                <a:lnTo>
                  <a:pt x="514350" y="414623"/>
                </a:lnTo>
                <a:lnTo>
                  <a:pt x="514350" y="434292"/>
                </a:lnTo>
                <a:lnTo>
                  <a:pt x="514350" y="453961"/>
                </a:lnTo>
                <a:lnTo>
                  <a:pt x="514350" y="473621"/>
                </a:lnTo>
                <a:lnTo>
                  <a:pt x="514350" y="493290"/>
                </a:lnTo>
                <a:lnTo>
                  <a:pt x="514350" y="512959"/>
                </a:lnTo>
                <a:lnTo>
                  <a:pt x="514350" y="532628"/>
                </a:lnTo>
                <a:lnTo>
                  <a:pt x="514350" y="552298"/>
                </a:lnTo>
                <a:lnTo>
                  <a:pt x="514350" y="571957"/>
                </a:lnTo>
                <a:lnTo>
                  <a:pt x="514350" y="591626"/>
                </a:lnTo>
                <a:lnTo>
                  <a:pt x="514350" y="611295"/>
                </a:lnTo>
                <a:lnTo>
                  <a:pt x="514350" y="630965"/>
                </a:lnTo>
                <a:lnTo>
                  <a:pt x="514350" y="650624"/>
                </a:lnTo>
                <a:lnTo>
                  <a:pt x="514350" y="670293"/>
                </a:lnTo>
                <a:lnTo>
                  <a:pt x="514350" y="689962"/>
                </a:lnTo>
                <a:lnTo>
                  <a:pt x="514350" y="709632"/>
                </a:lnTo>
                <a:lnTo>
                  <a:pt x="514350" y="729301"/>
                </a:lnTo>
                <a:lnTo>
                  <a:pt x="514350" y="748960"/>
                </a:lnTo>
                <a:lnTo>
                  <a:pt x="514350" y="768629"/>
                </a:lnTo>
                <a:lnTo>
                  <a:pt x="514350" y="788299"/>
                </a:lnTo>
                <a:lnTo>
                  <a:pt x="514350" y="807968"/>
                </a:lnTo>
                <a:lnTo>
                  <a:pt x="514350" y="827637"/>
                </a:lnTo>
                <a:lnTo>
                  <a:pt x="514350" y="847296"/>
                </a:lnTo>
                <a:lnTo>
                  <a:pt x="514350" y="866966"/>
                </a:lnTo>
                <a:lnTo>
                  <a:pt x="514350" y="886635"/>
                </a:lnTo>
                <a:lnTo>
                  <a:pt x="514350" y="906304"/>
                </a:lnTo>
                <a:lnTo>
                  <a:pt x="514350" y="925963"/>
                </a:lnTo>
                <a:lnTo>
                  <a:pt x="514350" y="945632"/>
                </a:lnTo>
                <a:lnTo>
                  <a:pt x="514350" y="965302"/>
                </a:lnTo>
                <a:lnTo>
                  <a:pt x="514350" y="984971"/>
                </a:lnTo>
                <a:lnTo>
                  <a:pt x="514350" y="1004640"/>
                </a:lnTo>
                <a:lnTo>
                  <a:pt x="514350" y="1024299"/>
                </a:lnTo>
                <a:lnTo>
                  <a:pt x="514350" y="1043969"/>
                </a:lnTo>
                <a:lnTo>
                  <a:pt x="514350" y="1063638"/>
                </a:lnTo>
                <a:lnTo>
                  <a:pt x="514350" y="1083307"/>
                </a:lnTo>
                <a:lnTo>
                  <a:pt x="514350" y="1102966"/>
                </a:lnTo>
                <a:lnTo>
                  <a:pt x="514350" y="1122636"/>
                </a:lnTo>
                <a:lnTo>
                  <a:pt x="514350" y="1142305"/>
                </a:lnTo>
                <a:lnTo>
                  <a:pt x="514350" y="1161974"/>
                </a:lnTo>
                <a:lnTo>
                  <a:pt x="514350" y="1181643"/>
                </a:lnTo>
                <a:lnTo>
                  <a:pt x="514350" y="1201303"/>
                </a:lnTo>
                <a:lnTo>
                  <a:pt x="514350" y="1220972"/>
                </a:lnTo>
                <a:lnTo>
                  <a:pt x="514350" y="1240641"/>
                </a:lnTo>
                <a:lnTo>
                  <a:pt x="514350" y="1260310"/>
                </a:lnTo>
                <a:lnTo>
                  <a:pt x="514350" y="1279970"/>
                </a:lnTo>
                <a:lnTo>
                  <a:pt x="514350" y="1299639"/>
                </a:lnTo>
                <a:lnTo>
                  <a:pt x="514350" y="1319308"/>
                </a:lnTo>
                <a:lnTo>
                  <a:pt x="514350" y="1338977"/>
                </a:lnTo>
                <a:lnTo>
                  <a:pt x="514350" y="1358646"/>
                </a:lnTo>
                <a:lnTo>
                  <a:pt x="514350" y="1378306"/>
                </a:lnTo>
                <a:lnTo>
                  <a:pt x="514350" y="1397975"/>
                </a:lnTo>
                <a:lnTo>
                  <a:pt x="514350" y="1417644"/>
                </a:lnTo>
                <a:lnTo>
                  <a:pt x="514350" y="1437313"/>
                </a:lnTo>
                <a:lnTo>
                  <a:pt x="514350" y="1456982"/>
                </a:lnTo>
                <a:lnTo>
                  <a:pt x="514350" y="1476642"/>
                </a:lnTo>
                <a:lnTo>
                  <a:pt x="514350" y="1496311"/>
                </a:lnTo>
                <a:lnTo>
                  <a:pt x="514350" y="1515980"/>
                </a:lnTo>
                <a:lnTo>
                  <a:pt x="514350" y="1535649"/>
                </a:lnTo>
                <a:lnTo>
                  <a:pt x="514350" y="1555309"/>
                </a:lnTo>
                <a:lnTo>
                  <a:pt x="514350" y="1574978"/>
                </a:lnTo>
                <a:lnTo>
                  <a:pt x="514350" y="1594647"/>
                </a:lnTo>
                <a:lnTo>
                  <a:pt x="514350" y="1614316"/>
                </a:lnTo>
                <a:lnTo>
                  <a:pt x="514350" y="1633985"/>
                </a:lnTo>
                <a:lnTo>
                  <a:pt x="514350" y="1653645"/>
                </a:lnTo>
                <a:lnTo>
                  <a:pt x="514350" y="1673314"/>
                </a:lnTo>
                <a:lnTo>
                  <a:pt x="514350" y="1692983"/>
                </a:lnTo>
                <a:lnTo>
                  <a:pt x="514350" y="1712652"/>
                </a:lnTo>
                <a:lnTo>
                  <a:pt x="514350" y="1732312"/>
                </a:lnTo>
                <a:lnTo>
                  <a:pt x="514350" y="1751981"/>
                </a:lnTo>
                <a:lnTo>
                  <a:pt x="514350" y="1771650"/>
                </a:lnTo>
                <a:lnTo>
                  <a:pt x="497157" y="1781204"/>
                </a:lnTo>
                <a:lnTo>
                  <a:pt x="479965" y="1790748"/>
                </a:lnTo>
                <a:lnTo>
                  <a:pt x="462772" y="1800301"/>
                </a:lnTo>
                <a:lnTo>
                  <a:pt x="445580" y="1809855"/>
                </a:lnTo>
                <a:lnTo>
                  <a:pt x="428387" y="1819408"/>
                </a:lnTo>
                <a:lnTo>
                  <a:pt x="411194" y="1828952"/>
                </a:lnTo>
                <a:lnTo>
                  <a:pt x="394002" y="1838506"/>
                </a:lnTo>
                <a:lnTo>
                  <a:pt x="376809" y="1848060"/>
                </a:lnTo>
                <a:lnTo>
                  <a:pt x="359626" y="1857613"/>
                </a:lnTo>
                <a:lnTo>
                  <a:pt x="342433" y="1867157"/>
                </a:lnTo>
                <a:lnTo>
                  <a:pt x="325241" y="1876711"/>
                </a:lnTo>
                <a:lnTo>
                  <a:pt x="308048" y="1886264"/>
                </a:lnTo>
                <a:lnTo>
                  <a:pt x="290855" y="1895818"/>
                </a:lnTo>
                <a:lnTo>
                  <a:pt x="273663" y="1905362"/>
                </a:lnTo>
                <a:lnTo>
                  <a:pt x="256470" y="1914134"/>
                </a:lnTo>
                <a:lnTo>
                  <a:pt x="239278" y="1904581"/>
                </a:lnTo>
                <a:lnTo>
                  <a:pt x="222085" y="1895027"/>
                </a:lnTo>
                <a:lnTo>
                  <a:pt x="204892" y="1885483"/>
                </a:lnTo>
                <a:lnTo>
                  <a:pt x="187700" y="1875930"/>
                </a:lnTo>
                <a:lnTo>
                  <a:pt x="170507" y="1866376"/>
                </a:lnTo>
                <a:lnTo>
                  <a:pt x="153314" y="1856823"/>
                </a:lnTo>
                <a:lnTo>
                  <a:pt x="136122" y="1847279"/>
                </a:lnTo>
                <a:lnTo>
                  <a:pt x="118929" y="1837725"/>
                </a:lnTo>
                <a:lnTo>
                  <a:pt x="101737" y="1828171"/>
                </a:lnTo>
                <a:lnTo>
                  <a:pt x="84544" y="1818618"/>
                </a:lnTo>
                <a:lnTo>
                  <a:pt x="67351" y="1809074"/>
                </a:lnTo>
                <a:lnTo>
                  <a:pt x="50168" y="1799520"/>
                </a:lnTo>
                <a:lnTo>
                  <a:pt x="32976" y="1789967"/>
                </a:lnTo>
                <a:lnTo>
                  <a:pt x="15783" y="1780413"/>
                </a:lnTo>
                <a:lnTo>
                  <a:pt x="0" y="1770031"/>
                </a:lnTo>
                <a:lnTo>
                  <a:pt x="0" y="1750371"/>
                </a:lnTo>
                <a:lnTo>
                  <a:pt x="0" y="1730702"/>
                </a:lnTo>
                <a:lnTo>
                  <a:pt x="0" y="1711033"/>
                </a:lnTo>
                <a:lnTo>
                  <a:pt x="0" y="1691364"/>
                </a:lnTo>
                <a:lnTo>
                  <a:pt x="0" y="1671695"/>
                </a:lnTo>
                <a:lnTo>
                  <a:pt x="0" y="1652035"/>
                </a:lnTo>
                <a:lnTo>
                  <a:pt x="0" y="1632366"/>
                </a:lnTo>
                <a:lnTo>
                  <a:pt x="0" y="1612697"/>
                </a:lnTo>
                <a:lnTo>
                  <a:pt x="0" y="1593028"/>
                </a:lnTo>
                <a:lnTo>
                  <a:pt x="0" y="1573368"/>
                </a:lnTo>
                <a:lnTo>
                  <a:pt x="0" y="1553699"/>
                </a:lnTo>
                <a:lnTo>
                  <a:pt x="0" y="1534030"/>
                </a:lnTo>
                <a:lnTo>
                  <a:pt x="0" y="1514361"/>
                </a:lnTo>
                <a:lnTo>
                  <a:pt x="0" y="1494692"/>
                </a:lnTo>
                <a:lnTo>
                  <a:pt x="0" y="1475032"/>
                </a:lnTo>
                <a:lnTo>
                  <a:pt x="0" y="1455363"/>
                </a:lnTo>
                <a:lnTo>
                  <a:pt x="0" y="1435694"/>
                </a:lnTo>
                <a:lnTo>
                  <a:pt x="0" y="1416025"/>
                </a:lnTo>
                <a:lnTo>
                  <a:pt x="0" y="1396355"/>
                </a:lnTo>
                <a:lnTo>
                  <a:pt x="0" y="1376696"/>
                </a:lnTo>
                <a:lnTo>
                  <a:pt x="0" y="1357027"/>
                </a:lnTo>
                <a:lnTo>
                  <a:pt x="0" y="1337358"/>
                </a:lnTo>
                <a:lnTo>
                  <a:pt x="0" y="1317689"/>
                </a:lnTo>
                <a:lnTo>
                  <a:pt x="0" y="1298029"/>
                </a:lnTo>
                <a:lnTo>
                  <a:pt x="0" y="1278360"/>
                </a:lnTo>
                <a:lnTo>
                  <a:pt x="0" y="1258691"/>
                </a:lnTo>
                <a:lnTo>
                  <a:pt x="0" y="1239022"/>
                </a:lnTo>
                <a:lnTo>
                  <a:pt x="0" y="1219352"/>
                </a:lnTo>
                <a:lnTo>
                  <a:pt x="0" y="1199693"/>
                </a:lnTo>
                <a:lnTo>
                  <a:pt x="0" y="1180024"/>
                </a:lnTo>
                <a:lnTo>
                  <a:pt x="0" y="1160355"/>
                </a:lnTo>
                <a:lnTo>
                  <a:pt x="0" y="1140685"/>
                </a:lnTo>
                <a:lnTo>
                  <a:pt x="0" y="1121026"/>
                </a:lnTo>
                <a:lnTo>
                  <a:pt x="0" y="1101357"/>
                </a:lnTo>
                <a:lnTo>
                  <a:pt x="0" y="1081688"/>
                </a:lnTo>
                <a:lnTo>
                  <a:pt x="0" y="1062018"/>
                </a:lnTo>
                <a:lnTo>
                  <a:pt x="0" y="1042349"/>
                </a:lnTo>
                <a:lnTo>
                  <a:pt x="0" y="1022690"/>
                </a:lnTo>
                <a:lnTo>
                  <a:pt x="0" y="1003021"/>
                </a:lnTo>
                <a:lnTo>
                  <a:pt x="0" y="983351"/>
                </a:lnTo>
                <a:lnTo>
                  <a:pt x="0" y="963682"/>
                </a:lnTo>
                <a:lnTo>
                  <a:pt x="0" y="944023"/>
                </a:lnTo>
                <a:lnTo>
                  <a:pt x="0" y="924354"/>
                </a:lnTo>
                <a:lnTo>
                  <a:pt x="0" y="904685"/>
                </a:lnTo>
                <a:lnTo>
                  <a:pt x="0" y="885015"/>
                </a:lnTo>
                <a:lnTo>
                  <a:pt x="0" y="865346"/>
                </a:lnTo>
                <a:lnTo>
                  <a:pt x="0" y="845687"/>
                </a:lnTo>
                <a:lnTo>
                  <a:pt x="0" y="826018"/>
                </a:lnTo>
                <a:lnTo>
                  <a:pt x="0" y="806348"/>
                </a:lnTo>
                <a:lnTo>
                  <a:pt x="0" y="786679"/>
                </a:lnTo>
                <a:lnTo>
                  <a:pt x="0" y="767010"/>
                </a:lnTo>
                <a:lnTo>
                  <a:pt x="0" y="747351"/>
                </a:lnTo>
                <a:lnTo>
                  <a:pt x="0" y="727681"/>
                </a:lnTo>
                <a:lnTo>
                  <a:pt x="0" y="708012"/>
                </a:lnTo>
                <a:lnTo>
                  <a:pt x="0" y="688343"/>
                </a:lnTo>
                <a:lnTo>
                  <a:pt x="0" y="668684"/>
                </a:lnTo>
                <a:lnTo>
                  <a:pt x="0" y="649014"/>
                </a:lnTo>
                <a:lnTo>
                  <a:pt x="0" y="629345"/>
                </a:lnTo>
                <a:lnTo>
                  <a:pt x="0" y="609676"/>
                </a:lnTo>
                <a:lnTo>
                  <a:pt x="0" y="590007"/>
                </a:lnTo>
                <a:lnTo>
                  <a:pt x="0" y="570347"/>
                </a:lnTo>
                <a:lnTo>
                  <a:pt x="0" y="550678"/>
                </a:lnTo>
                <a:lnTo>
                  <a:pt x="0" y="531009"/>
                </a:lnTo>
                <a:lnTo>
                  <a:pt x="0" y="511340"/>
                </a:lnTo>
                <a:lnTo>
                  <a:pt x="0" y="491681"/>
                </a:lnTo>
                <a:lnTo>
                  <a:pt x="0" y="472011"/>
                </a:lnTo>
                <a:lnTo>
                  <a:pt x="0" y="452342"/>
                </a:lnTo>
                <a:lnTo>
                  <a:pt x="0" y="432673"/>
                </a:lnTo>
                <a:lnTo>
                  <a:pt x="0" y="413004"/>
                </a:lnTo>
                <a:lnTo>
                  <a:pt x="0" y="393344"/>
                </a:lnTo>
                <a:lnTo>
                  <a:pt x="0" y="373675"/>
                </a:lnTo>
                <a:lnTo>
                  <a:pt x="0" y="354006"/>
                </a:lnTo>
                <a:lnTo>
                  <a:pt x="0" y="334337"/>
                </a:lnTo>
                <a:lnTo>
                  <a:pt x="0" y="314668"/>
                </a:lnTo>
                <a:lnTo>
                  <a:pt x="0" y="295008"/>
                </a:lnTo>
                <a:lnTo>
                  <a:pt x="0" y="275339"/>
                </a:lnTo>
                <a:lnTo>
                  <a:pt x="0" y="255670"/>
                </a:lnTo>
                <a:lnTo>
                  <a:pt x="0" y="236001"/>
                </a:lnTo>
                <a:lnTo>
                  <a:pt x="0" y="216341"/>
                </a:lnTo>
                <a:lnTo>
                  <a:pt x="0" y="196672"/>
                </a:lnTo>
                <a:lnTo>
                  <a:pt x="0" y="177003"/>
                </a:lnTo>
                <a:lnTo>
                  <a:pt x="0" y="157334"/>
                </a:lnTo>
                <a:lnTo>
                  <a:pt x="0" y="137665"/>
                </a:lnTo>
                <a:lnTo>
                  <a:pt x="0" y="118005"/>
                </a:lnTo>
                <a:lnTo>
                  <a:pt x="0" y="98336"/>
                </a:lnTo>
                <a:lnTo>
                  <a:pt x="0" y="78667"/>
                </a:lnTo>
                <a:lnTo>
                  <a:pt x="0" y="58998"/>
                </a:lnTo>
                <a:lnTo>
                  <a:pt x="0" y="39338"/>
                </a:lnTo>
                <a:lnTo>
                  <a:pt x="0" y="19669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23" name="phase-title-1">
            <a:extLst xmlns:a="http://schemas.openxmlformats.org/drawingml/2006/main">
              <a:ext uri="{FF2B5EF4-FFF2-40B4-BE49-F238E27FC236}">
                <a16:creationId xmlns:a16="http://schemas.microsoft.com/office/drawing/2014/main" id="{1C3740AE-D761-4D72-B825-ED58B403E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4782293"/>
            <a:ext cx="1428750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培育与转化</a:t>
            </a:r>
          </a:p>
        </p:txBody>
      </p:sp>
      <p:sp>
        <p:nvSpPr>
          <p:cNvPr id="24" name="phase-body-1">
            <a:extLst xmlns:a="http://schemas.openxmlformats.org/drawingml/2006/main">
              <a:ext uri="{FF2B5EF4-FFF2-40B4-BE49-F238E27FC236}">
                <a16:creationId xmlns:a16="http://schemas.microsoft.com/office/drawing/2014/main" id="{939A7112-281C-4EC7-AE85-A09355F7B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5136509"/>
            <a:ext cx="1428750" cy="587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让有效意向沉</a:t>
            </a:r>
          </a:p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淀为长期价值</a:t>
            </a:r>
          </a:p>
        </p:txBody>
      </p:sp>
      <p:sp>
        <p:nvSpPr>
          <p:cNvPr id="25" name="action-icon-shell-1-0">
            <a:extLst xmlns:a="http://schemas.openxmlformats.org/drawingml/2006/main">
              <a:ext uri="{FF2B5EF4-FFF2-40B4-BE49-F238E27FC236}">
                <a16:creationId xmlns:a16="http://schemas.microsoft.com/office/drawing/2014/main" id="{E7665359-BB3B-48A8-A2B9-DEF574784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5081588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7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d0642b8b3514756">
            <a:extLst>
              <a:ext uri="{96DAC541-7B7A-43D3-8B79-37D633B846F1}">
                <asvg:svgBlip xmlns:asvg="http://schemas.microsoft.com/office/drawing/2016/SVG/main" r:embed="R81a4c95e6fbf4c62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5157788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27" name="action-title-1-0">
            <a:extLst xmlns:a="http://schemas.openxmlformats.org/drawingml/2006/main">
              <a:ext uri="{FF2B5EF4-FFF2-40B4-BE49-F238E27FC236}">
                <a16:creationId xmlns:a16="http://schemas.microsoft.com/office/drawing/2014/main" id="{20FB6DFE-AA17-4232-A293-13CE655F2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5020570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数据打通</a:t>
            </a:r>
          </a:p>
        </p:txBody>
      </p:sp>
      <p:sp>
        <p:nvSpPr>
          <p:cNvPr id="28" name="action-body-1-0">
            <a:extLst xmlns:a="http://schemas.openxmlformats.org/drawingml/2006/main">
              <a:ext uri="{FF2B5EF4-FFF2-40B4-BE49-F238E27FC236}">
                <a16:creationId xmlns:a16="http://schemas.microsoft.com/office/drawing/2014/main" id="{B7F4242D-4DDD-4928-9D87-9BFF82278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5249170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统一分析对象</a:t>
            </a:r>
          </a:p>
        </p:txBody>
      </p:sp>
      <p:sp>
        <p:nvSpPr>
          <p:cNvPr id="29" name="action-icon-shell-1-1">
            <a:extLst xmlns:a="http://schemas.openxmlformats.org/drawingml/2006/main">
              <a:ext uri="{FF2B5EF4-FFF2-40B4-BE49-F238E27FC236}">
                <a16:creationId xmlns:a16="http://schemas.microsoft.com/office/drawing/2014/main" id="{788372F9-A46E-4245-8F35-0D95D771F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5081588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7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946e493972345d3">
            <a:extLst>
              <a:ext uri="{96DAC541-7B7A-43D3-8B79-37D633B846F1}">
                <asvg:svgBlip xmlns:asvg="http://schemas.microsoft.com/office/drawing/2016/SVG/main" r:embed="R4c8f7d99952a4bfb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5157788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31" name="action-title-1-1">
            <a:extLst xmlns:a="http://schemas.openxmlformats.org/drawingml/2006/main">
              <a:ext uri="{FF2B5EF4-FFF2-40B4-BE49-F238E27FC236}">
                <a16:creationId xmlns:a16="http://schemas.microsoft.com/office/drawing/2014/main" id="{4201A944-DD77-4ACA-9EA6-97F94AB96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5020570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自动分群</a:t>
            </a:r>
          </a:p>
        </p:txBody>
      </p:sp>
      <p:sp>
        <p:nvSpPr>
          <p:cNvPr id="32" name="action-body-1-1">
            <a:extLst xmlns:a="http://schemas.openxmlformats.org/drawingml/2006/main">
              <a:ext uri="{FF2B5EF4-FFF2-40B4-BE49-F238E27FC236}">
                <a16:creationId xmlns:a16="http://schemas.microsoft.com/office/drawing/2014/main" id="{660E690D-F8AC-4B20-8140-BB8201D2D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5249170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指导持续运营</a:t>
            </a:r>
          </a:p>
        </p:txBody>
      </p:sp>
      <p:sp>
        <p:nvSpPr>
          <p:cNvPr id="33" name="funnel-step-body-0">
            <a:extLst xmlns:a="http://schemas.openxmlformats.org/drawingml/2006/main">
              <a:ext uri="{FF2B5EF4-FFF2-40B4-BE49-F238E27FC236}">
                <a16:creationId xmlns:a16="http://schemas.microsoft.com/office/drawing/2014/main" id="{4BA181EA-06AB-4B70-8106-24EE237F8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52750" y="2514600"/>
            <a:ext cx="3331178" cy="807244"/>
          </a:xfrm>
          <a:custGeom xmlns:a="http://schemas.openxmlformats.org/drawingml/2006/main">
            <a:pathLst>
              <a:path w="3331178" h="807244">
                <a:moveTo>
                  <a:pt x="0" y="0"/>
                </a:moveTo>
                <a:lnTo>
                  <a:pt x="15011" y="27756"/>
                </a:lnTo>
                <a:lnTo>
                  <a:pt x="30032" y="55502"/>
                </a:lnTo>
                <a:lnTo>
                  <a:pt x="45044" y="83258"/>
                </a:lnTo>
                <a:lnTo>
                  <a:pt x="60065" y="111014"/>
                </a:lnTo>
                <a:lnTo>
                  <a:pt x="75076" y="138760"/>
                </a:lnTo>
                <a:lnTo>
                  <a:pt x="90087" y="166516"/>
                </a:lnTo>
                <a:lnTo>
                  <a:pt x="105108" y="194262"/>
                </a:lnTo>
                <a:lnTo>
                  <a:pt x="120120" y="222018"/>
                </a:lnTo>
                <a:lnTo>
                  <a:pt x="135141" y="249774"/>
                </a:lnTo>
                <a:lnTo>
                  <a:pt x="150152" y="277520"/>
                </a:lnTo>
                <a:lnTo>
                  <a:pt x="165164" y="305276"/>
                </a:lnTo>
                <a:lnTo>
                  <a:pt x="180184" y="333032"/>
                </a:lnTo>
                <a:lnTo>
                  <a:pt x="195196" y="360778"/>
                </a:lnTo>
                <a:lnTo>
                  <a:pt x="210217" y="388534"/>
                </a:lnTo>
                <a:lnTo>
                  <a:pt x="225228" y="416281"/>
                </a:lnTo>
                <a:lnTo>
                  <a:pt x="240249" y="444036"/>
                </a:lnTo>
                <a:lnTo>
                  <a:pt x="255260" y="471792"/>
                </a:lnTo>
                <a:lnTo>
                  <a:pt x="270272" y="499539"/>
                </a:lnTo>
                <a:lnTo>
                  <a:pt x="285293" y="527294"/>
                </a:lnTo>
                <a:lnTo>
                  <a:pt x="300304" y="555050"/>
                </a:lnTo>
                <a:lnTo>
                  <a:pt x="315325" y="582797"/>
                </a:lnTo>
                <a:lnTo>
                  <a:pt x="330337" y="610553"/>
                </a:lnTo>
                <a:lnTo>
                  <a:pt x="345348" y="638299"/>
                </a:lnTo>
                <a:lnTo>
                  <a:pt x="360369" y="666055"/>
                </a:lnTo>
                <a:lnTo>
                  <a:pt x="375380" y="693811"/>
                </a:lnTo>
                <a:lnTo>
                  <a:pt x="390401" y="721557"/>
                </a:lnTo>
                <a:lnTo>
                  <a:pt x="411366" y="743064"/>
                </a:lnTo>
                <a:lnTo>
                  <a:pt x="441579" y="752046"/>
                </a:lnTo>
                <a:lnTo>
                  <a:pt x="472526" y="758200"/>
                </a:lnTo>
                <a:lnTo>
                  <a:pt x="503701" y="763057"/>
                </a:lnTo>
                <a:lnTo>
                  <a:pt x="534991" y="767115"/>
                </a:lnTo>
                <a:lnTo>
                  <a:pt x="566347" y="770639"/>
                </a:lnTo>
                <a:lnTo>
                  <a:pt x="597741" y="773754"/>
                </a:lnTo>
                <a:lnTo>
                  <a:pt x="629174" y="776554"/>
                </a:lnTo>
                <a:lnTo>
                  <a:pt x="660625" y="779078"/>
                </a:lnTo>
                <a:lnTo>
                  <a:pt x="692096" y="781393"/>
                </a:lnTo>
                <a:lnTo>
                  <a:pt x="723576" y="783517"/>
                </a:lnTo>
                <a:lnTo>
                  <a:pt x="755075" y="785479"/>
                </a:lnTo>
                <a:lnTo>
                  <a:pt x="786575" y="787298"/>
                </a:lnTo>
                <a:lnTo>
                  <a:pt x="818083" y="788984"/>
                </a:lnTo>
                <a:lnTo>
                  <a:pt x="849592" y="790556"/>
                </a:lnTo>
                <a:lnTo>
                  <a:pt x="881120" y="792023"/>
                </a:lnTo>
                <a:lnTo>
                  <a:pt x="912638" y="793394"/>
                </a:lnTo>
                <a:lnTo>
                  <a:pt x="944166" y="794671"/>
                </a:lnTo>
                <a:lnTo>
                  <a:pt x="975703" y="795861"/>
                </a:lnTo>
                <a:lnTo>
                  <a:pt x="1007231" y="796985"/>
                </a:lnTo>
                <a:lnTo>
                  <a:pt x="1038768" y="798033"/>
                </a:lnTo>
                <a:lnTo>
                  <a:pt x="1070305" y="798995"/>
                </a:lnTo>
                <a:lnTo>
                  <a:pt x="1101852" y="799900"/>
                </a:lnTo>
                <a:lnTo>
                  <a:pt x="1133389" y="800748"/>
                </a:lnTo>
                <a:lnTo>
                  <a:pt x="1164936" y="801538"/>
                </a:lnTo>
                <a:lnTo>
                  <a:pt x="1196483" y="802262"/>
                </a:lnTo>
                <a:lnTo>
                  <a:pt x="1228030" y="802938"/>
                </a:lnTo>
                <a:lnTo>
                  <a:pt x="1259576" y="803548"/>
                </a:lnTo>
                <a:lnTo>
                  <a:pt x="1291123" y="804110"/>
                </a:lnTo>
                <a:lnTo>
                  <a:pt x="1322680" y="804624"/>
                </a:lnTo>
                <a:lnTo>
                  <a:pt x="1354226" y="805091"/>
                </a:lnTo>
                <a:lnTo>
                  <a:pt x="1385773" y="805510"/>
                </a:lnTo>
                <a:lnTo>
                  <a:pt x="1417330" y="805882"/>
                </a:lnTo>
                <a:lnTo>
                  <a:pt x="1448886" y="806206"/>
                </a:lnTo>
                <a:lnTo>
                  <a:pt x="1480433" y="806482"/>
                </a:lnTo>
                <a:lnTo>
                  <a:pt x="1511989" y="806720"/>
                </a:lnTo>
                <a:lnTo>
                  <a:pt x="1543545" y="806910"/>
                </a:lnTo>
                <a:lnTo>
                  <a:pt x="1575092" y="807063"/>
                </a:lnTo>
                <a:lnTo>
                  <a:pt x="1606648" y="807168"/>
                </a:lnTo>
                <a:lnTo>
                  <a:pt x="1638205" y="807225"/>
                </a:lnTo>
                <a:lnTo>
                  <a:pt x="1669752" y="807244"/>
                </a:lnTo>
                <a:lnTo>
                  <a:pt x="1701308" y="807215"/>
                </a:lnTo>
                <a:lnTo>
                  <a:pt x="1732864" y="807149"/>
                </a:lnTo>
                <a:lnTo>
                  <a:pt x="1764421" y="807034"/>
                </a:lnTo>
                <a:lnTo>
                  <a:pt x="1795967" y="806882"/>
                </a:lnTo>
                <a:lnTo>
                  <a:pt x="1827524" y="806682"/>
                </a:lnTo>
                <a:lnTo>
                  <a:pt x="1859080" y="806434"/>
                </a:lnTo>
                <a:lnTo>
                  <a:pt x="1890627" y="806148"/>
                </a:lnTo>
                <a:lnTo>
                  <a:pt x="1922183" y="805815"/>
                </a:lnTo>
                <a:lnTo>
                  <a:pt x="1953730" y="805434"/>
                </a:lnTo>
                <a:lnTo>
                  <a:pt x="1985286" y="805015"/>
                </a:lnTo>
                <a:lnTo>
                  <a:pt x="2016833" y="804539"/>
                </a:lnTo>
                <a:lnTo>
                  <a:pt x="2048380" y="804015"/>
                </a:lnTo>
                <a:lnTo>
                  <a:pt x="2079936" y="803443"/>
                </a:lnTo>
                <a:lnTo>
                  <a:pt x="2111483" y="802815"/>
                </a:lnTo>
                <a:lnTo>
                  <a:pt x="2143030" y="802129"/>
                </a:lnTo>
                <a:lnTo>
                  <a:pt x="2174577" y="801395"/>
                </a:lnTo>
                <a:lnTo>
                  <a:pt x="2206114" y="800595"/>
                </a:lnTo>
                <a:lnTo>
                  <a:pt x="2237661" y="799748"/>
                </a:lnTo>
                <a:lnTo>
                  <a:pt x="2269198" y="798833"/>
                </a:lnTo>
                <a:lnTo>
                  <a:pt x="2300735" y="797843"/>
                </a:lnTo>
                <a:lnTo>
                  <a:pt x="2332272" y="796785"/>
                </a:lnTo>
                <a:lnTo>
                  <a:pt x="2363810" y="795652"/>
                </a:lnTo>
                <a:lnTo>
                  <a:pt x="2395337" y="794442"/>
                </a:lnTo>
                <a:lnTo>
                  <a:pt x="2426865" y="793156"/>
                </a:lnTo>
                <a:lnTo>
                  <a:pt x="2458393" y="791766"/>
                </a:lnTo>
                <a:lnTo>
                  <a:pt x="2489911" y="790280"/>
                </a:lnTo>
                <a:lnTo>
                  <a:pt x="2521420" y="788689"/>
                </a:lnTo>
                <a:lnTo>
                  <a:pt x="2552929" y="786975"/>
                </a:lnTo>
                <a:lnTo>
                  <a:pt x="2584428" y="785136"/>
                </a:lnTo>
                <a:lnTo>
                  <a:pt x="2615917" y="783136"/>
                </a:lnTo>
                <a:lnTo>
                  <a:pt x="2647398" y="780993"/>
                </a:lnTo>
                <a:lnTo>
                  <a:pt x="2678868" y="778640"/>
                </a:lnTo>
                <a:lnTo>
                  <a:pt x="2710320" y="776059"/>
                </a:lnTo>
                <a:lnTo>
                  <a:pt x="2741743" y="773211"/>
                </a:lnTo>
                <a:lnTo>
                  <a:pt x="2773137" y="770030"/>
                </a:lnTo>
                <a:lnTo>
                  <a:pt x="2804484" y="766420"/>
                </a:lnTo>
                <a:lnTo>
                  <a:pt x="2835754" y="762238"/>
                </a:lnTo>
                <a:lnTo>
                  <a:pt x="2866901" y="757199"/>
                </a:lnTo>
                <a:lnTo>
                  <a:pt x="2897772" y="750703"/>
                </a:lnTo>
                <a:lnTo>
                  <a:pt x="2927652" y="740721"/>
                </a:lnTo>
                <a:lnTo>
                  <a:pt x="2946092" y="716490"/>
                </a:lnTo>
                <a:lnTo>
                  <a:pt x="2961113" y="688743"/>
                </a:lnTo>
                <a:lnTo>
                  <a:pt x="2976124" y="660987"/>
                </a:lnTo>
                <a:lnTo>
                  <a:pt x="2991145" y="633232"/>
                </a:lnTo>
                <a:lnTo>
                  <a:pt x="3006157" y="605485"/>
                </a:lnTo>
                <a:lnTo>
                  <a:pt x="3021168" y="577729"/>
                </a:lnTo>
                <a:lnTo>
                  <a:pt x="3036189" y="549983"/>
                </a:lnTo>
                <a:lnTo>
                  <a:pt x="3051200" y="522227"/>
                </a:lnTo>
                <a:lnTo>
                  <a:pt x="3066221" y="494471"/>
                </a:lnTo>
                <a:lnTo>
                  <a:pt x="3081233" y="466725"/>
                </a:lnTo>
                <a:lnTo>
                  <a:pt x="3096244" y="438969"/>
                </a:lnTo>
                <a:lnTo>
                  <a:pt x="3111265" y="411213"/>
                </a:lnTo>
                <a:lnTo>
                  <a:pt x="3126276" y="383467"/>
                </a:lnTo>
                <a:lnTo>
                  <a:pt x="3141297" y="355711"/>
                </a:lnTo>
                <a:lnTo>
                  <a:pt x="3156309" y="327965"/>
                </a:lnTo>
                <a:lnTo>
                  <a:pt x="3171320" y="300209"/>
                </a:lnTo>
                <a:lnTo>
                  <a:pt x="3186341" y="272453"/>
                </a:lnTo>
                <a:lnTo>
                  <a:pt x="3201353" y="244707"/>
                </a:lnTo>
                <a:lnTo>
                  <a:pt x="3216373" y="216951"/>
                </a:lnTo>
                <a:lnTo>
                  <a:pt x="3231385" y="189195"/>
                </a:lnTo>
                <a:lnTo>
                  <a:pt x="3246396" y="161449"/>
                </a:lnTo>
                <a:lnTo>
                  <a:pt x="3261417" y="133693"/>
                </a:lnTo>
                <a:lnTo>
                  <a:pt x="3276429" y="105937"/>
                </a:lnTo>
                <a:lnTo>
                  <a:pt x="3291449" y="78191"/>
                </a:lnTo>
                <a:lnTo>
                  <a:pt x="3306461" y="50435"/>
                </a:lnTo>
                <a:lnTo>
                  <a:pt x="3321472" y="22689"/>
                </a:lnTo>
                <a:lnTo>
                  <a:pt x="3331178" y="4982"/>
                </a:lnTo>
                <a:lnTo>
                  <a:pt x="3302260" y="16955"/>
                </a:lnTo>
                <a:lnTo>
                  <a:pt x="3271390" y="23451"/>
                </a:lnTo>
                <a:lnTo>
                  <a:pt x="3240224" y="28318"/>
                </a:lnTo>
                <a:lnTo>
                  <a:pt x="3208915" y="32309"/>
                </a:lnTo>
                <a:lnTo>
                  <a:pt x="3177550" y="35728"/>
                </a:lnTo>
                <a:lnTo>
                  <a:pt x="3146146" y="38757"/>
                </a:lnTo>
                <a:lnTo>
                  <a:pt x="3114704" y="41462"/>
                </a:lnTo>
                <a:lnTo>
                  <a:pt x="3083252" y="43920"/>
                </a:lnTo>
                <a:lnTo>
                  <a:pt x="3051772" y="46177"/>
                </a:lnTo>
                <a:lnTo>
                  <a:pt x="3020292" y="48254"/>
                </a:lnTo>
                <a:lnTo>
                  <a:pt x="2988793" y="50187"/>
                </a:lnTo>
                <a:lnTo>
                  <a:pt x="2957293" y="51978"/>
                </a:lnTo>
                <a:lnTo>
                  <a:pt x="2925785" y="53673"/>
                </a:lnTo>
                <a:lnTo>
                  <a:pt x="2894267" y="55255"/>
                </a:lnTo>
                <a:lnTo>
                  <a:pt x="2862748" y="56740"/>
                </a:lnTo>
                <a:lnTo>
                  <a:pt x="2831230" y="58150"/>
                </a:lnTo>
                <a:lnTo>
                  <a:pt x="2799702" y="59474"/>
                </a:lnTo>
                <a:lnTo>
                  <a:pt x="2768175" y="60731"/>
                </a:lnTo>
                <a:lnTo>
                  <a:pt x="2736647" y="61922"/>
                </a:lnTo>
                <a:lnTo>
                  <a:pt x="2705110" y="63046"/>
                </a:lnTo>
                <a:lnTo>
                  <a:pt x="2673572" y="64113"/>
                </a:lnTo>
                <a:lnTo>
                  <a:pt x="2642035" y="65132"/>
                </a:lnTo>
                <a:lnTo>
                  <a:pt x="2610498" y="66094"/>
                </a:lnTo>
                <a:lnTo>
                  <a:pt x="2578951" y="67008"/>
                </a:lnTo>
                <a:lnTo>
                  <a:pt x="2547414" y="67885"/>
                </a:lnTo>
                <a:lnTo>
                  <a:pt x="2515867" y="68704"/>
                </a:lnTo>
                <a:lnTo>
                  <a:pt x="2484330" y="69494"/>
                </a:lnTo>
                <a:lnTo>
                  <a:pt x="2452783" y="70237"/>
                </a:lnTo>
                <a:lnTo>
                  <a:pt x="2421236" y="70942"/>
                </a:lnTo>
                <a:lnTo>
                  <a:pt x="2389689" y="71609"/>
                </a:lnTo>
                <a:lnTo>
                  <a:pt x="2358142" y="72238"/>
                </a:lnTo>
                <a:lnTo>
                  <a:pt x="2326596" y="72828"/>
                </a:lnTo>
                <a:lnTo>
                  <a:pt x="2295039" y="73390"/>
                </a:lnTo>
                <a:lnTo>
                  <a:pt x="2263492" y="73924"/>
                </a:lnTo>
                <a:lnTo>
                  <a:pt x="2231946" y="74419"/>
                </a:lnTo>
                <a:lnTo>
                  <a:pt x="2200389" y="74886"/>
                </a:lnTo>
                <a:lnTo>
                  <a:pt x="2168843" y="75324"/>
                </a:lnTo>
                <a:lnTo>
                  <a:pt x="2137296" y="75724"/>
                </a:lnTo>
                <a:lnTo>
                  <a:pt x="2105739" y="76105"/>
                </a:lnTo>
                <a:lnTo>
                  <a:pt x="2074183" y="76457"/>
                </a:lnTo>
                <a:lnTo>
                  <a:pt x="2042636" y="76772"/>
                </a:lnTo>
                <a:lnTo>
                  <a:pt x="2011080" y="77067"/>
                </a:lnTo>
                <a:lnTo>
                  <a:pt x="1979533" y="77343"/>
                </a:lnTo>
                <a:lnTo>
                  <a:pt x="1947977" y="77572"/>
                </a:lnTo>
                <a:lnTo>
                  <a:pt x="1916420" y="77791"/>
                </a:lnTo>
                <a:lnTo>
                  <a:pt x="1884874" y="77972"/>
                </a:lnTo>
                <a:lnTo>
                  <a:pt x="1853317" y="78143"/>
                </a:lnTo>
                <a:lnTo>
                  <a:pt x="1821761" y="78276"/>
                </a:lnTo>
                <a:lnTo>
                  <a:pt x="1790214" y="78391"/>
                </a:lnTo>
                <a:lnTo>
                  <a:pt x="1758658" y="78467"/>
                </a:lnTo>
                <a:lnTo>
                  <a:pt x="1727102" y="78534"/>
                </a:lnTo>
                <a:lnTo>
                  <a:pt x="1695545" y="78572"/>
                </a:lnTo>
                <a:lnTo>
                  <a:pt x="1663998" y="78581"/>
                </a:lnTo>
                <a:lnTo>
                  <a:pt x="1632442" y="78562"/>
                </a:lnTo>
                <a:lnTo>
                  <a:pt x="1600886" y="78524"/>
                </a:lnTo>
                <a:lnTo>
                  <a:pt x="1569329" y="78457"/>
                </a:lnTo>
                <a:lnTo>
                  <a:pt x="1537783" y="78372"/>
                </a:lnTo>
                <a:lnTo>
                  <a:pt x="1506226" y="78257"/>
                </a:lnTo>
                <a:lnTo>
                  <a:pt x="1474670" y="78115"/>
                </a:lnTo>
                <a:lnTo>
                  <a:pt x="1443114" y="77943"/>
                </a:lnTo>
                <a:lnTo>
                  <a:pt x="1411567" y="77753"/>
                </a:lnTo>
                <a:lnTo>
                  <a:pt x="1380011" y="77534"/>
                </a:lnTo>
                <a:lnTo>
                  <a:pt x="1348454" y="77286"/>
                </a:lnTo>
                <a:lnTo>
                  <a:pt x="1316907" y="77019"/>
                </a:lnTo>
                <a:lnTo>
                  <a:pt x="1285351" y="76724"/>
                </a:lnTo>
                <a:lnTo>
                  <a:pt x="1253804" y="76391"/>
                </a:lnTo>
                <a:lnTo>
                  <a:pt x="1222248" y="76038"/>
                </a:lnTo>
                <a:lnTo>
                  <a:pt x="1190701" y="75657"/>
                </a:lnTo>
                <a:lnTo>
                  <a:pt x="1159145" y="75248"/>
                </a:lnTo>
                <a:lnTo>
                  <a:pt x="1127598" y="74809"/>
                </a:lnTo>
                <a:lnTo>
                  <a:pt x="1096042" y="74333"/>
                </a:lnTo>
                <a:lnTo>
                  <a:pt x="1064495" y="73828"/>
                </a:lnTo>
                <a:lnTo>
                  <a:pt x="1032948" y="73295"/>
                </a:lnTo>
                <a:lnTo>
                  <a:pt x="1001401" y="72723"/>
                </a:lnTo>
                <a:lnTo>
                  <a:pt x="969845" y="72123"/>
                </a:lnTo>
                <a:lnTo>
                  <a:pt x="938298" y="71485"/>
                </a:lnTo>
                <a:lnTo>
                  <a:pt x="906751" y="70809"/>
                </a:lnTo>
                <a:lnTo>
                  <a:pt x="875205" y="70104"/>
                </a:lnTo>
                <a:lnTo>
                  <a:pt x="843667" y="69352"/>
                </a:lnTo>
                <a:lnTo>
                  <a:pt x="812121" y="68561"/>
                </a:lnTo>
                <a:lnTo>
                  <a:pt x="780574" y="67723"/>
                </a:lnTo>
                <a:lnTo>
                  <a:pt x="749036" y="66846"/>
                </a:lnTo>
                <a:lnTo>
                  <a:pt x="717499" y="65923"/>
                </a:lnTo>
                <a:lnTo>
                  <a:pt x="685952" y="64951"/>
                </a:lnTo>
                <a:lnTo>
                  <a:pt x="654415" y="63922"/>
                </a:lnTo>
                <a:lnTo>
                  <a:pt x="622887" y="62846"/>
                </a:lnTo>
                <a:lnTo>
                  <a:pt x="591350" y="61703"/>
                </a:lnTo>
                <a:lnTo>
                  <a:pt x="559822" y="60503"/>
                </a:lnTo>
                <a:lnTo>
                  <a:pt x="528295" y="59236"/>
                </a:lnTo>
                <a:lnTo>
                  <a:pt x="496767" y="57902"/>
                </a:lnTo>
                <a:lnTo>
                  <a:pt x="465239" y="56483"/>
                </a:lnTo>
                <a:lnTo>
                  <a:pt x="433721" y="54978"/>
                </a:lnTo>
                <a:lnTo>
                  <a:pt x="402212" y="53369"/>
                </a:lnTo>
                <a:lnTo>
                  <a:pt x="370703" y="51664"/>
                </a:lnTo>
                <a:lnTo>
                  <a:pt x="339204" y="49844"/>
                </a:lnTo>
                <a:lnTo>
                  <a:pt x="307705" y="47892"/>
                </a:lnTo>
                <a:lnTo>
                  <a:pt x="276225" y="45777"/>
                </a:lnTo>
                <a:lnTo>
                  <a:pt x="244754" y="43491"/>
                </a:lnTo>
                <a:lnTo>
                  <a:pt x="213303" y="40986"/>
                </a:lnTo>
                <a:lnTo>
                  <a:pt x="181870" y="38224"/>
                </a:lnTo>
                <a:lnTo>
                  <a:pt x="150466" y="35147"/>
                </a:lnTo>
                <a:lnTo>
                  <a:pt x="119110" y="31633"/>
                </a:lnTo>
                <a:lnTo>
                  <a:pt x="87830" y="27499"/>
                </a:lnTo>
                <a:lnTo>
                  <a:pt x="56683" y="22422"/>
                </a:lnTo>
                <a:lnTo>
                  <a:pt x="25927" y="1544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34" name="funnel-step-cap-0">
            <a:extLst xmlns:a="http://schemas.openxmlformats.org/drawingml/2006/main">
              <a:ext uri="{FF2B5EF4-FFF2-40B4-BE49-F238E27FC236}">
                <a16:creationId xmlns:a16="http://schemas.microsoft.com/office/drawing/2014/main" id="{2FD2EE53-1F48-477F-8522-8A2994460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52750" y="2390775"/>
            <a:ext cx="33337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35" name="funnel-step-body-1">
            <a:extLst xmlns:a="http://schemas.openxmlformats.org/drawingml/2006/main">
              <a:ext uri="{FF2B5EF4-FFF2-40B4-BE49-F238E27FC236}">
                <a16:creationId xmlns:a16="http://schemas.microsoft.com/office/drawing/2014/main" id="{30DB29A5-414E-4DBF-B27B-CE54DAF49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346990" y="3424238"/>
            <a:ext cx="2543223" cy="807234"/>
          </a:xfrm>
          <a:custGeom xmlns:a="http://schemas.openxmlformats.org/drawingml/2006/main">
            <a:pathLst>
              <a:path w="2543223" h="807234">
                <a:moveTo>
                  <a:pt x="0" y="0"/>
                </a:moveTo>
                <a:lnTo>
                  <a:pt x="9735" y="23517"/>
                </a:lnTo>
                <a:lnTo>
                  <a:pt x="19479" y="47034"/>
                </a:lnTo>
                <a:lnTo>
                  <a:pt x="29213" y="70552"/>
                </a:lnTo>
                <a:lnTo>
                  <a:pt x="38957" y="94069"/>
                </a:lnTo>
                <a:lnTo>
                  <a:pt x="48692" y="117586"/>
                </a:lnTo>
                <a:lnTo>
                  <a:pt x="58436" y="141103"/>
                </a:lnTo>
                <a:lnTo>
                  <a:pt x="68170" y="164621"/>
                </a:lnTo>
                <a:lnTo>
                  <a:pt x="77915" y="188138"/>
                </a:lnTo>
                <a:lnTo>
                  <a:pt x="87649" y="211655"/>
                </a:lnTo>
                <a:lnTo>
                  <a:pt x="97393" y="235172"/>
                </a:lnTo>
                <a:lnTo>
                  <a:pt x="107128" y="258689"/>
                </a:lnTo>
                <a:lnTo>
                  <a:pt x="116872" y="282207"/>
                </a:lnTo>
                <a:lnTo>
                  <a:pt x="126606" y="305724"/>
                </a:lnTo>
                <a:lnTo>
                  <a:pt x="136341" y="329241"/>
                </a:lnTo>
                <a:lnTo>
                  <a:pt x="146085" y="352758"/>
                </a:lnTo>
                <a:lnTo>
                  <a:pt x="155819" y="376276"/>
                </a:lnTo>
                <a:lnTo>
                  <a:pt x="165564" y="399793"/>
                </a:lnTo>
                <a:lnTo>
                  <a:pt x="175298" y="423310"/>
                </a:lnTo>
                <a:lnTo>
                  <a:pt x="185042" y="446827"/>
                </a:lnTo>
                <a:lnTo>
                  <a:pt x="194777" y="470345"/>
                </a:lnTo>
                <a:lnTo>
                  <a:pt x="204521" y="493862"/>
                </a:lnTo>
                <a:lnTo>
                  <a:pt x="214255" y="517379"/>
                </a:lnTo>
                <a:lnTo>
                  <a:pt x="223999" y="540896"/>
                </a:lnTo>
                <a:lnTo>
                  <a:pt x="233734" y="564413"/>
                </a:lnTo>
                <a:lnTo>
                  <a:pt x="243478" y="587931"/>
                </a:lnTo>
                <a:lnTo>
                  <a:pt x="253213" y="611448"/>
                </a:lnTo>
                <a:lnTo>
                  <a:pt x="262947" y="634965"/>
                </a:lnTo>
                <a:lnTo>
                  <a:pt x="272691" y="658482"/>
                </a:lnTo>
                <a:lnTo>
                  <a:pt x="282426" y="682000"/>
                </a:lnTo>
                <a:lnTo>
                  <a:pt x="292170" y="705517"/>
                </a:lnTo>
                <a:lnTo>
                  <a:pt x="301762" y="729072"/>
                </a:lnTo>
                <a:lnTo>
                  <a:pt x="319764" y="745474"/>
                </a:lnTo>
                <a:lnTo>
                  <a:pt x="343805" y="753770"/>
                </a:lnTo>
                <a:lnTo>
                  <a:pt x="368541" y="759752"/>
                </a:lnTo>
                <a:lnTo>
                  <a:pt x="393544" y="764534"/>
                </a:lnTo>
                <a:lnTo>
                  <a:pt x="418671" y="768582"/>
                </a:lnTo>
                <a:lnTo>
                  <a:pt x="443884" y="772097"/>
                </a:lnTo>
                <a:lnTo>
                  <a:pt x="469144" y="775211"/>
                </a:lnTo>
                <a:lnTo>
                  <a:pt x="494443" y="778002"/>
                </a:lnTo>
                <a:lnTo>
                  <a:pt x="519770" y="780526"/>
                </a:lnTo>
                <a:lnTo>
                  <a:pt x="545125" y="782841"/>
                </a:lnTo>
                <a:lnTo>
                  <a:pt x="570490" y="784965"/>
                </a:lnTo>
                <a:lnTo>
                  <a:pt x="595865" y="786917"/>
                </a:lnTo>
                <a:lnTo>
                  <a:pt x="621259" y="788727"/>
                </a:lnTo>
                <a:lnTo>
                  <a:pt x="646652" y="790404"/>
                </a:lnTo>
                <a:lnTo>
                  <a:pt x="672065" y="791956"/>
                </a:lnTo>
                <a:lnTo>
                  <a:pt x="697478" y="793404"/>
                </a:lnTo>
                <a:lnTo>
                  <a:pt x="722890" y="794756"/>
                </a:lnTo>
                <a:lnTo>
                  <a:pt x="748313" y="796014"/>
                </a:lnTo>
                <a:lnTo>
                  <a:pt x="773744" y="797176"/>
                </a:lnTo>
                <a:lnTo>
                  <a:pt x="799176" y="798262"/>
                </a:lnTo>
                <a:lnTo>
                  <a:pt x="824608" y="799271"/>
                </a:lnTo>
                <a:lnTo>
                  <a:pt x="850049" y="800214"/>
                </a:lnTo>
                <a:lnTo>
                  <a:pt x="875481" y="801081"/>
                </a:lnTo>
                <a:lnTo>
                  <a:pt x="900922" y="801881"/>
                </a:lnTo>
                <a:lnTo>
                  <a:pt x="926373" y="802615"/>
                </a:lnTo>
                <a:lnTo>
                  <a:pt x="951814" y="803291"/>
                </a:lnTo>
                <a:lnTo>
                  <a:pt x="977265" y="803920"/>
                </a:lnTo>
                <a:lnTo>
                  <a:pt x="1002706" y="804481"/>
                </a:lnTo>
                <a:lnTo>
                  <a:pt x="1028157" y="804986"/>
                </a:lnTo>
                <a:lnTo>
                  <a:pt x="1053608" y="805434"/>
                </a:lnTo>
                <a:lnTo>
                  <a:pt x="1079059" y="805834"/>
                </a:lnTo>
                <a:lnTo>
                  <a:pt x="1104509" y="806186"/>
                </a:lnTo>
                <a:lnTo>
                  <a:pt x="1129960" y="806482"/>
                </a:lnTo>
                <a:lnTo>
                  <a:pt x="1155411" y="806729"/>
                </a:lnTo>
                <a:lnTo>
                  <a:pt x="1180871" y="806929"/>
                </a:lnTo>
                <a:lnTo>
                  <a:pt x="1206322" y="807082"/>
                </a:lnTo>
                <a:lnTo>
                  <a:pt x="1231773" y="807177"/>
                </a:lnTo>
                <a:lnTo>
                  <a:pt x="1257233" y="807234"/>
                </a:lnTo>
                <a:lnTo>
                  <a:pt x="1282684" y="807234"/>
                </a:lnTo>
                <a:lnTo>
                  <a:pt x="1308135" y="807196"/>
                </a:lnTo>
                <a:lnTo>
                  <a:pt x="1333595" y="807101"/>
                </a:lnTo>
                <a:lnTo>
                  <a:pt x="1359046" y="806968"/>
                </a:lnTo>
                <a:lnTo>
                  <a:pt x="1384497" y="806777"/>
                </a:lnTo>
                <a:lnTo>
                  <a:pt x="1409957" y="806539"/>
                </a:lnTo>
                <a:lnTo>
                  <a:pt x="1435408" y="806253"/>
                </a:lnTo>
                <a:lnTo>
                  <a:pt x="1460859" y="805910"/>
                </a:lnTo>
                <a:lnTo>
                  <a:pt x="1486310" y="805520"/>
                </a:lnTo>
                <a:lnTo>
                  <a:pt x="1511760" y="805082"/>
                </a:lnTo>
                <a:lnTo>
                  <a:pt x="1537211" y="804586"/>
                </a:lnTo>
                <a:lnTo>
                  <a:pt x="1562652" y="804043"/>
                </a:lnTo>
                <a:lnTo>
                  <a:pt x="1588103" y="803434"/>
                </a:lnTo>
                <a:lnTo>
                  <a:pt x="1613545" y="802767"/>
                </a:lnTo>
                <a:lnTo>
                  <a:pt x="1638995" y="802043"/>
                </a:lnTo>
                <a:lnTo>
                  <a:pt x="1664437" y="801253"/>
                </a:lnTo>
                <a:lnTo>
                  <a:pt x="1689878" y="800395"/>
                </a:lnTo>
                <a:lnTo>
                  <a:pt x="1715310" y="799481"/>
                </a:lnTo>
                <a:lnTo>
                  <a:pt x="1740741" y="798481"/>
                </a:lnTo>
                <a:lnTo>
                  <a:pt x="1766173" y="797414"/>
                </a:lnTo>
                <a:lnTo>
                  <a:pt x="1791605" y="796261"/>
                </a:lnTo>
                <a:lnTo>
                  <a:pt x="1817027" y="795023"/>
                </a:lnTo>
                <a:lnTo>
                  <a:pt x="1842449" y="793699"/>
                </a:lnTo>
                <a:lnTo>
                  <a:pt x="1867862" y="792270"/>
                </a:lnTo>
                <a:lnTo>
                  <a:pt x="1893275" y="790737"/>
                </a:lnTo>
                <a:lnTo>
                  <a:pt x="1918668" y="789089"/>
                </a:lnTo>
                <a:lnTo>
                  <a:pt x="1944062" y="787308"/>
                </a:lnTo>
                <a:lnTo>
                  <a:pt x="1969446" y="785384"/>
                </a:lnTo>
                <a:lnTo>
                  <a:pt x="1994811" y="783307"/>
                </a:lnTo>
                <a:lnTo>
                  <a:pt x="2020167" y="781040"/>
                </a:lnTo>
                <a:lnTo>
                  <a:pt x="2045494" y="778554"/>
                </a:lnTo>
                <a:lnTo>
                  <a:pt x="2070802" y="775821"/>
                </a:lnTo>
                <a:lnTo>
                  <a:pt x="2096081" y="772782"/>
                </a:lnTo>
                <a:lnTo>
                  <a:pt x="2121303" y="769363"/>
                </a:lnTo>
                <a:lnTo>
                  <a:pt x="2146449" y="765439"/>
                </a:lnTo>
                <a:lnTo>
                  <a:pt x="2171481" y="760828"/>
                </a:lnTo>
                <a:lnTo>
                  <a:pt x="2196294" y="755161"/>
                </a:lnTo>
                <a:lnTo>
                  <a:pt x="2220563" y="747532"/>
                </a:lnTo>
                <a:lnTo>
                  <a:pt x="2241756" y="734063"/>
                </a:lnTo>
                <a:lnTo>
                  <a:pt x="2251053" y="710470"/>
                </a:lnTo>
                <a:lnTo>
                  <a:pt x="2260797" y="686953"/>
                </a:lnTo>
                <a:lnTo>
                  <a:pt x="2270531" y="663435"/>
                </a:lnTo>
                <a:lnTo>
                  <a:pt x="2280266" y="639918"/>
                </a:lnTo>
                <a:lnTo>
                  <a:pt x="2290010" y="616401"/>
                </a:lnTo>
                <a:lnTo>
                  <a:pt x="2299745" y="592884"/>
                </a:lnTo>
                <a:lnTo>
                  <a:pt x="2309489" y="569366"/>
                </a:lnTo>
                <a:lnTo>
                  <a:pt x="2319223" y="545849"/>
                </a:lnTo>
                <a:lnTo>
                  <a:pt x="2328967" y="522332"/>
                </a:lnTo>
                <a:lnTo>
                  <a:pt x="2338702" y="498815"/>
                </a:lnTo>
                <a:lnTo>
                  <a:pt x="2348446" y="475298"/>
                </a:lnTo>
                <a:lnTo>
                  <a:pt x="2358180" y="451780"/>
                </a:lnTo>
                <a:lnTo>
                  <a:pt x="2367925" y="428263"/>
                </a:lnTo>
                <a:lnTo>
                  <a:pt x="2377659" y="404746"/>
                </a:lnTo>
                <a:lnTo>
                  <a:pt x="2387403" y="381229"/>
                </a:lnTo>
                <a:lnTo>
                  <a:pt x="2397138" y="357711"/>
                </a:lnTo>
                <a:lnTo>
                  <a:pt x="2406872" y="334194"/>
                </a:lnTo>
                <a:lnTo>
                  <a:pt x="2416616" y="310677"/>
                </a:lnTo>
                <a:lnTo>
                  <a:pt x="2426351" y="287160"/>
                </a:lnTo>
                <a:lnTo>
                  <a:pt x="2436095" y="263633"/>
                </a:lnTo>
                <a:lnTo>
                  <a:pt x="2445829" y="240125"/>
                </a:lnTo>
                <a:lnTo>
                  <a:pt x="2455574" y="216598"/>
                </a:lnTo>
                <a:lnTo>
                  <a:pt x="2465308" y="193081"/>
                </a:lnTo>
                <a:lnTo>
                  <a:pt x="2475052" y="169564"/>
                </a:lnTo>
                <a:lnTo>
                  <a:pt x="2484787" y="146047"/>
                </a:lnTo>
                <a:lnTo>
                  <a:pt x="2494531" y="122530"/>
                </a:lnTo>
                <a:lnTo>
                  <a:pt x="2504265" y="99012"/>
                </a:lnTo>
                <a:lnTo>
                  <a:pt x="2514009" y="75495"/>
                </a:lnTo>
                <a:lnTo>
                  <a:pt x="2523744" y="51978"/>
                </a:lnTo>
                <a:lnTo>
                  <a:pt x="2533479" y="28461"/>
                </a:lnTo>
                <a:lnTo>
                  <a:pt x="2543223" y="4943"/>
                </a:lnTo>
                <a:lnTo>
                  <a:pt x="2531259" y="13068"/>
                </a:lnTo>
                <a:lnTo>
                  <a:pt x="2507132" y="21117"/>
                </a:lnTo>
                <a:lnTo>
                  <a:pt x="2482310" y="26718"/>
                </a:lnTo>
                <a:lnTo>
                  <a:pt x="2457250" y="31156"/>
                </a:lnTo>
                <a:lnTo>
                  <a:pt x="2432075" y="34909"/>
                </a:lnTo>
                <a:lnTo>
                  <a:pt x="2406825" y="38176"/>
                </a:lnTo>
                <a:lnTo>
                  <a:pt x="2381545" y="41081"/>
                </a:lnTo>
                <a:lnTo>
                  <a:pt x="2356218" y="43701"/>
                </a:lnTo>
                <a:lnTo>
                  <a:pt x="2330882" y="46091"/>
                </a:lnTo>
                <a:lnTo>
                  <a:pt x="2305517" y="48292"/>
                </a:lnTo>
                <a:lnTo>
                  <a:pt x="2280152" y="50321"/>
                </a:lnTo>
                <a:lnTo>
                  <a:pt x="2254768" y="52207"/>
                </a:lnTo>
                <a:lnTo>
                  <a:pt x="2229374" y="53969"/>
                </a:lnTo>
                <a:lnTo>
                  <a:pt x="2203971" y="55616"/>
                </a:lnTo>
                <a:lnTo>
                  <a:pt x="2178568" y="57160"/>
                </a:lnTo>
                <a:lnTo>
                  <a:pt x="2153155" y="58617"/>
                </a:lnTo>
                <a:lnTo>
                  <a:pt x="2127733" y="59998"/>
                </a:lnTo>
                <a:lnTo>
                  <a:pt x="2102310" y="61293"/>
                </a:lnTo>
                <a:lnTo>
                  <a:pt x="2076888" y="62513"/>
                </a:lnTo>
                <a:lnTo>
                  <a:pt x="2051456" y="63675"/>
                </a:lnTo>
                <a:lnTo>
                  <a:pt x="2026034" y="64770"/>
                </a:lnTo>
                <a:lnTo>
                  <a:pt x="2000593" y="65799"/>
                </a:lnTo>
                <a:lnTo>
                  <a:pt x="1975161" y="66780"/>
                </a:lnTo>
                <a:lnTo>
                  <a:pt x="1949729" y="67713"/>
                </a:lnTo>
                <a:lnTo>
                  <a:pt x="1924288" y="68590"/>
                </a:lnTo>
                <a:lnTo>
                  <a:pt x="1898847" y="69428"/>
                </a:lnTo>
                <a:lnTo>
                  <a:pt x="1873406" y="70209"/>
                </a:lnTo>
                <a:lnTo>
                  <a:pt x="1847964" y="70961"/>
                </a:lnTo>
                <a:lnTo>
                  <a:pt x="1822514" y="71657"/>
                </a:lnTo>
                <a:lnTo>
                  <a:pt x="1797072" y="72323"/>
                </a:lnTo>
                <a:lnTo>
                  <a:pt x="1771621" y="72942"/>
                </a:lnTo>
                <a:lnTo>
                  <a:pt x="1746180" y="73523"/>
                </a:lnTo>
                <a:lnTo>
                  <a:pt x="1720729" y="74076"/>
                </a:lnTo>
                <a:lnTo>
                  <a:pt x="1695279" y="74590"/>
                </a:lnTo>
                <a:lnTo>
                  <a:pt x="1669828" y="75067"/>
                </a:lnTo>
                <a:lnTo>
                  <a:pt x="1644377" y="75514"/>
                </a:lnTo>
                <a:lnTo>
                  <a:pt x="1618926" y="75933"/>
                </a:lnTo>
                <a:lnTo>
                  <a:pt x="1593475" y="76314"/>
                </a:lnTo>
                <a:lnTo>
                  <a:pt x="1568025" y="76667"/>
                </a:lnTo>
                <a:lnTo>
                  <a:pt x="1542574" y="76991"/>
                </a:lnTo>
                <a:lnTo>
                  <a:pt x="1517123" y="77276"/>
                </a:lnTo>
                <a:lnTo>
                  <a:pt x="1491672" y="77534"/>
                </a:lnTo>
                <a:lnTo>
                  <a:pt x="1466212" y="77762"/>
                </a:lnTo>
                <a:lnTo>
                  <a:pt x="1440761" y="77962"/>
                </a:lnTo>
                <a:lnTo>
                  <a:pt x="1415310" y="78134"/>
                </a:lnTo>
                <a:lnTo>
                  <a:pt x="1389859" y="78286"/>
                </a:lnTo>
                <a:lnTo>
                  <a:pt x="1364399" y="78400"/>
                </a:lnTo>
                <a:lnTo>
                  <a:pt x="1338948" y="78486"/>
                </a:lnTo>
                <a:lnTo>
                  <a:pt x="1313498" y="78543"/>
                </a:lnTo>
                <a:lnTo>
                  <a:pt x="1288037" y="78572"/>
                </a:lnTo>
                <a:lnTo>
                  <a:pt x="1262586" y="78572"/>
                </a:lnTo>
                <a:lnTo>
                  <a:pt x="1237136" y="78553"/>
                </a:lnTo>
                <a:lnTo>
                  <a:pt x="1211675" y="78505"/>
                </a:lnTo>
                <a:lnTo>
                  <a:pt x="1186224" y="78419"/>
                </a:lnTo>
                <a:lnTo>
                  <a:pt x="1160774" y="78305"/>
                </a:lnTo>
                <a:lnTo>
                  <a:pt x="1135313" y="78172"/>
                </a:lnTo>
                <a:lnTo>
                  <a:pt x="1109863" y="78000"/>
                </a:lnTo>
                <a:lnTo>
                  <a:pt x="1084412" y="77810"/>
                </a:lnTo>
                <a:lnTo>
                  <a:pt x="1058951" y="77581"/>
                </a:lnTo>
                <a:lnTo>
                  <a:pt x="1033501" y="77333"/>
                </a:lnTo>
                <a:lnTo>
                  <a:pt x="1008050" y="77048"/>
                </a:lnTo>
                <a:lnTo>
                  <a:pt x="982599" y="76733"/>
                </a:lnTo>
                <a:lnTo>
                  <a:pt x="957148" y="76391"/>
                </a:lnTo>
                <a:lnTo>
                  <a:pt x="931697" y="76010"/>
                </a:lnTo>
                <a:lnTo>
                  <a:pt x="906247" y="75609"/>
                </a:lnTo>
                <a:lnTo>
                  <a:pt x="880796" y="75171"/>
                </a:lnTo>
                <a:lnTo>
                  <a:pt x="855345" y="74695"/>
                </a:lnTo>
                <a:lnTo>
                  <a:pt x="829894" y="74190"/>
                </a:lnTo>
                <a:lnTo>
                  <a:pt x="804443" y="73647"/>
                </a:lnTo>
                <a:lnTo>
                  <a:pt x="779002" y="73066"/>
                </a:lnTo>
                <a:lnTo>
                  <a:pt x="753551" y="72457"/>
                </a:lnTo>
                <a:lnTo>
                  <a:pt x="728110" y="71799"/>
                </a:lnTo>
                <a:lnTo>
                  <a:pt x="702659" y="71104"/>
                </a:lnTo>
                <a:lnTo>
                  <a:pt x="677218" y="70371"/>
                </a:lnTo>
                <a:lnTo>
                  <a:pt x="651777" y="69590"/>
                </a:lnTo>
                <a:lnTo>
                  <a:pt x="626335" y="68771"/>
                </a:lnTo>
                <a:lnTo>
                  <a:pt x="600894" y="67904"/>
                </a:lnTo>
                <a:lnTo>
                  <a:pt x="575462" y="66980"/>
                </a:lnTo>
                <a:lnTo>
                  <a:pt x="550021" y="66008"/>
                </a:lnTo>
                <a:lnTo>
                  <a:pt x="524589" y="64989"/>
                </a:lnTo>
                <a:lnTo>
                  <a:pt x="499158" y="63903"/>
                </a:lnTo>
                <a:lnTo>
                  <a:pt x="473726" y="62760"/>
                </a:lnTo>
                <a:lnTo>
                  <a:pt x="448304" y="61551"/>
                </a:lnTo>
                <a:lnTo>
                  <a:pt x="422881" y="60274"/>
                </a:lnTo>
                <a:lnTo>
                  <a:pt x="397469" y="58922"/>
                </a:lnTo>
                <a:lnTo>
                  <a:pt x="372056" y="57483"/>
                </a:lnTo>
                <a:lnTo>
                  <a:pt x="346643" y="55950"/>
                </a:lnTo>
                <a:lnTo>
                  <a:pt x="321240" y="54321"/>
                </a:lnTo>
                <a:lnTo>
                  <a:pt x="295847" y="52588"/>
                </a:lnTo>
                <a:lnTo>
                  <a:pt x="270462" y="50730"/>
                </a:lnTo>
                <a:lnTo>
                  <a:pt x="245088" y="48730"/>
                </a:lnTo>
                <a:lnTo>
                  <a:pt x="219723" y="46568"/>
                </a:lnTo>
                <a:lnTo>
                  <a:pt x="194377" y="44225"/>
                </a:lnTo>
                <a:lnTo>
                  <a:pt x="169050" y="41653"/>
                </a:lnTo>
                <a:lnTo>
                  <a:pt x="143761" y="38814"/>
                </a:lnTo>
                <a:lnTo>
                  <a:pt x="118501" y="35633"/>
                </a:lnTo>
                <a:lnTo>
                  <a:pt x="93316" y="31994"/>
                </a:lnTo>
                <a:lnTo>
                  <a:pt x="68218" y="27727"/>
                </a:lnTo>
                <a:lnTo>
                  <a:pt x="43329" y="22431"/>
                </a:lnTo>
                <a:lnTo>
                  <a:pt x="18955" y="15126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36" name="funnel-step-cap-1">
            <a:extLst xmlns:a="http://schemas.openxmlformats.org/drawingml/2006/main">
              <a:ext uri="{FF2B5EF4-FFF2-40B4-BE49-F238E27FC236}">
                <a16:creationId xmlns:a16="http://schemas.microsoft.com/office/drawing/2014/main" id="{0F3B7F12-87CE-40BE-AAC9-A02C0C745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346999" y="3300413"/>
            <a:ext cx="2545261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37" name="funnel-step-body-2">
            <a:extLst xmlns:a="http://schemas.openxmlformats.org/drawingml/2006/main">
              <a:ext uri="{FF2B5EF4-FFF2-40B4-BE49-F238E27FC236}">
                <a16:creationId xmlns:a16="http://schemas.microsoft.com/office/drawing/2014/main" id="{D32874D8-77C2-4DF4-ACFC-3C3FFF237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648742" y="4333875"/>
            <a:ext cx="1938547" cy="807234"/>
          </a:xfrm>
          <a:custGeom xmlns:a="http://schemas.openxmlformats.org/drawingml/2006/main">
            <a:pathLst>
              <a:path w="1938547" h="807234">
                <a:moveTo>
                  <a:pt x="0" y="0"/>
                </a:moveTo>
                <a:lnTo>
                  <a:pt x="7268" y="19288"/>
                </a:lnTo>
                <a:lnTo>
                  <a:pt x="14535" y="38576"/>
                </a:lnTo>
                <a:lnTo>
                  <a:pt x="21803" y="57864"/>
                </a:lnTo>
                <a:lnTo>
                  <a:pt x="29061" y="77153"/>
                </a:lnTo>
                <a:lnTo>
                  <a:pt x="36328" y="96441"/>
                </a:lnTo>
                <a:lnTo>
                  <a:pt x="43596" y="115719"/>
                </a:lnTo>
                <a:lnTo>
                  <a:pt x="50864" y="135007"/>
                </a:lnTo>
                <a:lnTo>
                  <a:pt x="58131" y="154295"/>
                </a:lnTo>
                <a:lnTo>
                  <a:pt x="65399" y="173584"/>
                </a:lnTo>
                <a:lnTo>
                  <a:pt x="72657" y="192872"/>
                </a:lnTo>
                <a:lnTo>
                  <a:pt x="79924" y="212160"/>
                </a:lnTo>
                <a:lnTo>
                  <a:pt x="87192" y="231448"/>
                </a:lnTo>
                <a:lnTo>
                  <a:pt x="94459" y="250736"/>
                </a:lnTo>
                <a:lnTo>
                  <a:pt x="101727" y="270024"/>
                </a:lnTo>
                <a:lnTo>
                  <a:pt x="108995" y="289312"/>
                </a:lnTo>
                <a:lnTo>
                  <a:pt x="116262" y="308591"/>
                </a:lnTo>
                <a:lnTo>
                  <a:pt x="123520" y="327879"/>
                </a:lnTo>
                <a:lnTo>
                  <a:pt x="130788" y="347167"/>
                </a:lnTo>
                <a:lnTo>
                  <a:pt x="138055" y="366455"/>
                </a:lnTo>
                <a:lnTo>
                  <a:pt x="145323" y="385743"/>
                </a:lnTo>
                <a:lnTo>
                  <a:pt x="152591" y="405032"/>
                </a:lnTo>
                <a:lnTo>
                  <a:pt x="159858" y="424320"/>
                </a:lnTo>
                <a:lnTo>
                  <a:pt x="167116" y="443608"/>
                </a:lnTo>
                <a:lnTo>
                  <a:pt x="174384" y="462896"/>
                </a:lnTo>
                <a:lnTo>
                  <a:pt x="181651" y="482184"/>
                </a:lnTo>
                <a:lnTo>
                  <a:pt x="188919" y="501472"/>
                </a:lnTo>
                <a:lnTo>
                  <a:pt x="196186" y="520751"/>
                </a:lnTo>
                <a:lnTo>
                  <a:pt x="203454" y="540039"/>
                </a:lnTo>
                <a:lnTo>
                  <a:pt x="210722" y="559327"/>
                </a:lnTo>
                <a:lnTo>
                  <a:pt x="217980" y="578615"/>
                </a:lnTo>
                <a:lnTo>
                  <a:pt x="225247" y="597903"/>
                </a:lnTo>
                <a:lnTo>
                  <a:pt x="232515" y="617191"/>
                </a:lnTo>
                <a:lnTo>
                  <a:pt x="239782" y="636480"/>
                </a:lnTo>
                <a:lnTo>
                  <a:pt x="247050" y="655768"/>
                </a:lnTo>
                <a:lnTo>
                  <a:pt x="254318" y="675056"/>
                </a:lnTo>
                <a:lnTo>
                  <a:pt x="261576" y="694344"/>
                </a:lnTo>
                <a:lnTo>
                  <a:pt x="268843" y="713632"/>
                </a:lnTo>
                <a:lnTo>
                  <a:pt x="275358" y="733101"/>
                </a:lnTo>
                <a:lnTo>
                  <a:pt x="290046" y="747017"/>
                </a:lnTo>
                <a:lnTo>
                  <a:pt x="308877" y="755342"/>
                </a:lnTo>
                <a:lnTo>
                  <a:pt x="328536" y="761495"/>
                </a:lnTo>
                <a:lnTo>
                  <a:pt x="348539" y="766458"/>
                </a:lnTo>
                <a:lnTo>
                  <a:pt x="368722" y="770649"/>
                </a:lnTo>
                <a:lnTo>
                  <a:pt x="389011" y="774287"/>
                </a:lnTo>
                <a:lnTo>
                  <a:pt x="409365" y="777507"/>
                </a:lnTo>
                <a:lnTo>
                  <a:pt x="429768" y="780383"/>
                </a:lnTo>
                <a:lnTo>
                  <a:pt x="450218" y="782984"/>
                </a:lnTo>
                <a:lnTo>
                  <a:pt x="470697" y="785346"/>
                </a:lnTo>
                <a:lnTo>
                  <a:pt x="491185" y="787498"/>
                </a:lnTo>
                <a:lnTo>
                  <a:pt x="511702" y="789480"/>
                </a:lnTo>
                <a:lnTo>
                  <a:pt x="532238" y="791299"/>
                </a:lnTo>
                <a:lnTo>
                  <a:pt x="552774" y="792975"/>
                </a:lnTo>
                <a:lnTo>
                  <a:pt x="573329" y="794518"/>
                </a:lnTo>
                <a:lnTo>
                  <a:pt x="593893" y="795947"/>
                </a:lnTo>
                <a:lnTo>
                  <a:pt x="614458" y="797262"/>
                </a:lnTo>
                <a:lnTo>
                  <a:pt x="635032" y="798471"/>
                </a:lnTo>
                <a:lnTo>
                  <a:pt x="655615" y="799595"/>
                </a:lnTo>
                <a:lnTo>
                  <a:pt x="676199" y="800614"/>
                </a:lnTo>
                <a:lnTo>
                  <a:pt x="696792" y="801557"/>
                </a:lnTo>
                <a:lnTo>
                  <a:pt x="717385" y="802415"/>
                </a:lnTo>
                <a:lnTo>
                  <a:pt x="737978" y="803196"/>
                </a:lnTo>
                <a:lnTo>
                  <a:pt x="758571" y="803900"/>
                </a:lnTo>
                <a:lnTo>
                  <a:pt x="779174" y="804529"/>
                </a:lnTo>
                <a:lnTo>
                  <a:pt x="799776" y="805091"/>
                </a:lnTo>
                <a:lnTo>
                  <a:pt x="820379" y="805586"/>
                </a:lnTo>
                <a:lnTo>
                  <a:pt x="840991" y="806015"/>
                </a:lnTo>
                <a:lnTo>
                  <a:pt x="861593" y="806377"/>
                </a:lnTo>
                <a:lnTo>
                  <a:pt x="882206" y="806672"/>
                </a:lnTo>
                <a:lnTo>
                  <a:pt x="902818" y="806910"/>
                </a:lnTo>
                <a:lnTo>
                  <a:pt x="923420" y="807082"/>
                </a:lnTo>
                <a:lnTo>
                  <a:pt x="944032" y="807187"/>
                </a:lnTo>
                <a:lnTo>
                  <a:pt x="964644" y="807234"/>
                </a:lnTo>
                <a:lnTo>
                  <a:pt x="985256" y="807225"/>
                </a:lnTo>
                <a:lnTo>
                  <a:pt x="1005869" y="807149"/>
                </a:lnTo>
                <a:lnTo>
                  <a:pt x="1026471" y="807015"/>
                </a:lnTo>
                <a:lnTo>
                  <a:pt x="1047083" y="806825"/>
                </a:lnTo>
                <a:lnTo>
                  <a:pt x="1067695" y="806567"/>
                </a:lnTo>
                <a:lnTo>
                  <a:pt x="1088298" y="806244"/>
                </a:lnTo>
                <a:lnTo>
                  <a:pt x="1108910" y="805853"/>
                </a:lnTo>
                <a:lnTo>
                  <a:pt x="1129513" y="805396"/>
                </a:lnTo>
                <a:lnTo>
                  <a:pt x="1150115" y="804882"/>
                </a:lnTo>
                <a:lnTo>
                  <a:pt x="1170718" y="804291"/>
                </a:lnTo>
                <a:lnTo>
                  <a:pt x="1191320" y="803634"/>
                </a:lnTo>
                <a:lnTo>
                  <a:pt x="1211913" y="802900"/>
                </a:lnTo>
                <a:lnTo>
                  <a:pt x="1232516" y="802081"/>
                </a:lnTo>
                <a:lnTo>
                  <a:pt x="1253099" y="801195"/>
                </a:lnTo>
                <a:lnTo>
                  <a:pt x="1273693" y="800224"/>
                </a:lnTo>
                <a:lnTo>
                  <a:pt x="1294276" y="799167"/>
                </a:lnTo>
                <a:lnTo>
                  <a:pt x="1314850" y="798014"/>
                </a:lnTo>
                <a:lnTo>
                  <a:pt x="1335424" y="796757"/>
                </a:lnTo>
                <a:lnTo>
                  <a:pt x="1355989" y="795404"/>
                </a:lnTo>
                <a:lnTo>
                  <a:pt x="1376543" y="793928"/>
                </a:lnTo>
                <a:lnTo>
                  <a:pt x="1397098" y="792328"/>
                </a:lnTo>
                <a:lnTo>
                  <a:pt x="1417634" y="790594"/>
                </a:lnTo>
                <a:lnTo>
                  <a:pt x="1438161" y="788718"/>
                </a:lnTo>
                <a:lnTo>
                  <a:pt x="1458668" y="786670"/>
                </a:lnTo>
                <a:lnTo>
                  <a:pt x="1479156" y="784441"/>
                </a:lnTo>
                <a:lnTo>
                  <a:pt x="1499616" y="781983"/>
                </a:lnTo>
                <a:lnTo>
                  <a:pt x="1520057" y="779278"/>
                </a:lnTo>
                <a:lnTo>
                  <a:pt x="1540440" y="776278"/>
                </a:lnTo>
                <a:lnTo>
                  <a:pt x="1560776" y="772906"/>
                </a:lnTo>
                <a:lnTo>
                  <a:pt x="1581026" y="769068"/>
                </a:lnTo>
                <a:lnTo>
                  <a:pt x="1601143" y="764600"/>
                </a:lnTo>
                <a:lnTo>
                  <a:pt x="1621041" y="759247"/>
                </a:lnTo>
                <a:lnTo>
                  <a:pt x="1640481" y="752418"/>
                </a:lnTo>
                <a:lnTo>
                  <a:pt x="1658531" y="742579"/>
                </a:lnTo>
                <a:lnTo>
                  <a:pt x="1668523" y="725300"/>
                </a:lnTo>
                <a:lnTo>
                  <a:pt x="1675790" y="706012"/>
                </a:lnTo>
                <a:lnTo>
                  <a:pt x="1683058" y="686724"/>
                </a:lnTo>
                <a:lnTo>
                  <a:pt x="1690316" y="667445"/>
                </a:lnTo>
                <a:lnTo>
                  <a:pt x="1697584" y="648157"/>
                </a:lnTo>
                <a:lnTo>
                  <a:pt x="1704851" y="628869"/>
                </a:lnTo>
                <a:lnTo>
                  <a:pt x="1712119" y="609581"/>
                </a:lnTo>
                <a:lnTo>
                  <a:pt x="1719386" y="590293"/>
                </a:lnTo>
                <a:lnTo>
                  <a:pt x="1726654" y="571005"/>
                </a:lnTo>
                <a:lnTo>
                  <a:pt x="1733912" y="551717"/>
                </a:lnTo>
                <a:lnTo>
                  <a:pt x="1741180" y="532428"/>
                </a:lnTo>
                <a:lnTo>
                  <a:pt x="1748447" y="513140"/>
                </a:lnTo>
                <a:lnTo>
                  <a:pt x="1755715" y="493852"/>
                </a:lnTo>
                <a:lnTo>
                  <a:pt x="1762982" y="474574"/>
                </a:lnTo>
                <a:lnTo>
                  <a:pt x="1770250" y="455285"/>
                </a:lnTo>
                <a:lnTo>
                  <a:pt x="1777517" y="435997"/>
                </a:lnTo>
                <a:lnTo>
                  <a:pt x="1784775" y="416709"/>
                </a:lnTo>
                <a:lnTo>
                  <a:pt x="1792043" y="397421"/>
                </a:lnTo>
                <a:lnTo>
                  <a:pt x="1799311" y="378133"/>
                </a:lnTo>
                <a:lnTo>
                  <a:pt x="1806578" y="358845"/>
                </a:lnTo>
                <a:lnTo>
                  <a:pt x="1813846" y="339557"/>
                </a:lnTo>
                <a:lnTo>
                  <a:pt x="1821113" y="320269"/>
                </a:lnTo>
                <a:lnTo>
                  <a:pt x="1828381" y="300980"/>
                </a:lnTo>
                <a:lnTo>
                  <a:pt x="1835639" y="281692"/>
                </a:lnTo>
                <a:lnTo>
                  <a:pt x="1842907" y="262414"/>
                </a:lnTo>
                <a:lnTo>
                  <a:pt x="1850174" y="243126"/>
                </a:lnTo>
                <a:lnTo>
                  <a:pt x="1857442" y="223838"/>
                </a:lnTo>
                <a:lnTo>
                  <a:pt x="1864709" y="204549"/>
                </a:lnTo>
                <a:lnTo>
                  <a:pt x="1871977" y="185261"/>
                </a:lnTo>
                <a:lnTo>
                  <a:pt x="1879235" y="165973"/>
                </a:lnTo>
                <a:lnTo>
                  <a:pt x="1886502" y="146685"/>
                </a:lnTo>
                <a:lnTo>
                  <a:pt x="1893770" y="127397"/>
                </a:lnTo>
                <a:lnTo>
                  <a:pt x="1901038" y="108109"/>
                </a:lnTo>
                <a:lnTo>
                  <a:pt x="1908305" y="88821"/>
                </a:lnTo>
                <a:lnTo>
                  <a:pt x="1915573" y="69542"/>
                </a:lnTo>
                <a:lnTo>
                  <a:pt x="1922831" y="50254"/>
                </a:lnTo>
                <a:lnTo>
                  <a:pt x="1930098" y="30966"/>
                </a:lnTo>
                <a:lnTo>
                  <a:pt x="1937366" y="11678"/>
                </a:lnTo>
                <a:lnTo>
                  <a:pt x="1938547" y="7268"/>
                </a:lnTo>
                <a:lnTo>
                  <a:pt x="1921097" y="17945"/>
                </a:lnTo>
                <a:lnTo>
                  <a:pt x="1901600" y="24575"/>
                </a:lnTo>
                <a:lnTo>
                  <a:pt x="1881616" y="29632"/>
                </a:lnTo>
                <a:lnTo>
                  <a:pt x="1861433" y="33795"/>
                </a:lnTo>
                <a:lnTo>
                  <a:pt x="1841135" y="37367"/>
                </a:lnTo>
                <a:lnTo>
                  <a:pt x="1820770" y="40519"/>
                </a:lnTo>
                <a:lnTo>
                  <a:pt x="1800349" y="43339"/>
                </a:lnTo>
                <a:lnTo>
                  <a:pt x="1779899" y="45891"/>
                </a:lnTo>
                <a:lnTo>
                  <a:pt x="1759420" y="48225"/>
                </a:lnTo>
                <a:lnTo>
                  <a:pt x="1738922" y="50378"/>
                </a:lnTo>
                <a:lnTo>
                  <a:pt x="1718415" y="52378"/>
                </a:lnTo>
                <a:lnTo>
                  <a:pt x="1697888" y="54226"/>
                </a:lnTo>
                <a:lnTo>
                  <a:pt x="1677343" y="55950"/>
                </a:lnTo>
                <a:lnTo>
                  <a:pt x="1656798" y="57569"/>
                </a:lnTo>
                <a:lnTo>
                  <a:pt x="1636243" y="59084"/>
                </a:lnTo>
                <a:lnTo>
                  <a:pt x="1615688" y="60503"/>
                </a:lnTo>
                <a:lnTo>
                  <a:pt x="1595114" y="61846"/>
                </a:lnTo>
                <a:lnTo>
                  <a:pt x="1574549" y="63113"/>
                </a:lnTo>
                <a:lnTo>
                  <a:pt x="1553966" y="64303"/>
                </a:lnTo>
                <a:lnTo>
                  <a:pt x="1533392" y="65427"/>
                </a:lnTo>
                <a:lnTo>
                  <a:pt x="1512808" y="66494"/>
                </a:lnTo>
                <a:lnTo>
                  <a:pt x="1492225" y="67494"/>
                </a:lnTo>
                <a:lnTo>
                  <a:pt x="1471632" y="68437"/>
                </a:lnTo>
                <a:lnTo>
                  <a:pt x="1451039" y="69323"/>
                </a:lnTo>
                <a:lnTo>
                  <a:pt x="1430445" y="70161"/>
                </a:lnTo>
                <a:lnTo>
                  <a:pt x="1409852" y="70952"/>
                </a:lnTo>
                <a:lnTo>
                  <a:pt x="1389259" y="71695"/>
                </a:lnTo>
                <a:lnTo>
                  <a:pt x="1368657" y="72400"/>
                </a:lnTo>
                <a:lnTo>
                  <a:pt x="1348054" y="73057"/>
                </a:lnTo>
                <a:lnTo>
                  <a:pt x="1327452" y="73666"/>
                </a:lnTo>
                <a:lnTo>
                  <a:pt x="1306849" y="74238"/>
                </a:lnTo>
                <a:lnTo>
                  <a:pt x="1286246" y="74771"/>
                </a:lnTo>
                <a:lnTo>
                  <a:pt x="1265644" y="75267"/>
                </a:lnTo>
                <a:lnTo>
                  <a:pt x="1245041" y="75724"/>
                </a:lnTo>
                <a:lnTo>
                  <a:pt x="1224429" y="76143"/>
                </a:lnTo>
                <a:lnTo>
                  <a:pt x="1203827" y="76533"/>
                </a:lnTo>
                <a:lnTo>
                  <a:pt x="1183215" y="76886"/>
                </a:lnTo>
                <a:lnTo>
                  <a:pt x="1162612" y="77200"/>
                </a:lnTo>
                <a:lnTo>
                  <a:pt x="1142000" y="77486"/>
                </a:lnTo>
                <a:lnTo>
                  <a:pt x="1121388" y="77734"/>
                </a:lnTo>
                <a:lnTo>
                  <a:pt x="1100785" y="77953"/>
                </a:lnTo>
                <a:lnTo>
                  <a:pt x="1080173" y="78134"/>
                </a:lnTo>
                <a:lnTo>
                  <a:pt x="1059561" y="78286"/>
                </a:lnTo>
                <a:lnTo>
                  <a:pt x="1038949" y="78410"/>
                </a:lnTo>
                <a:lnTo>
                  <a:pt x="1018346" y="78496"/>
                </a:lnTo>
                <a:lnTo>
                  <a:pt x="997734" y="78553"/>
                </a:lnTo>
                <a:lnTo>
                  <a:pt x="977122" y="78572"/>
                </a:lnTo>
                <a:lnTo>
                  <a:pt x="956510" y="78572"/>
                </a:lnTo>
                <a:lnTo>
                  <a:pt x="935898" y="78534"/>
                </a:lnTo>
                <a:lnTo>
                  <a:pt x="915295" y="78457"/>
                </a:lnTo>
                <a:lnTo>
                  <a:pt x="894683" y="78362"/>
                </a:lnTo>
                <a:lnTo>
                  <a:pt x="874071" y="78229"/>
                </a:lnTo>
                <a:lnTo>
                  <a:pt x="853459" y="78067"/>
                </a:lnTo>
                <a:lnTo>
                  <a:pt x="832847" y="77867"/>
                </a:lnTo>
                <a:lnTo>
                  <a:pt x="812244" y="77638"/>
                </a:lnTo>
                <a:lnTo>
                  <a:pt x="791632" y="77381"/>
                </a:lnTo>
                <a:lnTo>
                  <a:pt x="771020" y="77076"/>
                </a:lnTo>
                <a:lnTo>
                  <a:pt x="750418" y="76752"/>
                </a:lnTo>
                <a:lnTo>
                  <a:pt x="729806" y="76381"/>
                </a:lnTo>
                <a:lnTo>
                  <a:pt x="709203" y="75981"/>
                </a:lnTo>
                <a:lnTo>
                  <a:pt x="688600" y="75543"/>
                </a:lnTo>
                <a:lnTo>
                  <a:pt x="667988" y="75076"/>
                </a:lnTo>
                <a:lnTo>
                  <a:pt x="647386" y="74562"/>
                </a:lnTo>
                <a:lnTo>
                  <a:pt x="626783" y="74019"/>
                </a:lnTo>
                <a:lnTo>
                  <a:pt x="606181" y="73428"/>
                </a:lnTo>
                <a:lnTo>
                  <a:pt x="585578" y="72800"/>
                </a:lnTo>
                <a:lnTo>
                  <a:pt x="564985" y="72123"/>
                </a:lnTo>
                <a:lnTo>
                  <a:pt x="544382" y="71409"/>
                </a:lnTo>
                <a:lnTo>
                  <a:pt x="523789" y="70647"/>
                </a:lnTo>
                <a:lnTo>
                  <a:pt x="503196" y="69837"/>
                </a:lnTo>
                <a:lnTo>
                  <a:pt x="482603" y="68980"/>
                </a:lnTo>
                <a:lnTo>
                  <a:pt x="462010" y="68066"/>
                </a:lnTo>
                <a:lnTo>
                  <a:pt x="441417" y="67094"/>
                </a:lnTo>
                <a:lnTo>
                  <a:pt x="420834" y="66075"/>
                </a:lnTo>
                <a:lnTo>
                  <a:pt x="400250" y="64989"/>
                </a:lnTo>
                <a:lnTo>
                  <a:pt x="379676" y="63837"/>
                </a:lnTo>
                <a:lnTo>
                  <a:pt x="359102" y="62627"/>
                </a:lnTo>
                <a:lnTo>
                  <a:pt x="338528" y="61331"/>
                </a:lnTo>
                <a:lnTo>
                  <a:pt x="317964" y="59960"/>
                </a:lnTo>
                <a:lnTo>
                  <a:pt x="297409" y="58493"/>
                </a:lnTo>
                <a:lnTo>
                  <a:pt x="276854" y="56940"/>
                </a:lnTo>
                <a:lnTo>
                  <a:pt x="256318" y="55283"/>
                </a:lnTo>
                <a:lnTo>
                  <a:pt x="235782" y="53511"/>
                </a:lnTo>
                <a:lnTo>
                  <a:pt x="215255" y="51606"/>
                </a:lnTo>
                <a:lnTo>
                  <a:pt x="194748" y="49549"/>
                </a:lnTo>
                <a:lnTo>
                  <a:pt x="174260" y="47330"/>
                </a:lnTo>
                <a:lnTo>
                  <a:pt x="153791" y="44910"/>
                </a:lnTo>
                <a:lnTo>
                  <a:pt x="133350" y="42262"/>
                </a:lnTo>
                <a:lnTo>
                  <a:pt x="112957" y="39319"/>
                </a:lnTo>
                <a:lnTo>
                  <a:pt x="92612" y="36014"/>
                </a:lnTo>
                <a:lnTo>
                  <a:pt x="72352" y="32233"/>
                </a:lnTo>
                <a:lnTo>
                  <a:pt x="52226" y="27765"/>
                </a:lnTo>
                <a:lnTo>
                  <a:pt x="32385" y="22212"/>
                </a:lnTo>
                <a:lnTo>
                  <a:pt x="13287" y="14526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38" name="funnel-step-cap-2">
            <a:extLst xmlns:a="http://schemas.openxmlformats.org/drawingml/2006/main">
              <a:ext uri="{FF2B5EF4-FFF2-40B4-BE49-F238E27FC236}">
                <a16:creationId xmlns:a16="http://schemas.microsoft.com/office/drawing/2014/main" id="{701DE815-8B0E-4CEA-BD58-ECD1736F4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648751" y="4210050"/>
            <a:ext cx="1941747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7EAC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39" name="funnel-step-body-3">
            <a:extLst xmlns:a="http://schemas.openxmlformats.org/drawingml/2006/main">
              <a:ext uri="{FF2B5EF4-FFF2-40B4-BE49-F238E27FC236}">
                <a16:creationId xmlns:a16="http://schemas.microsoft.com/office/drawing/2014/main" id="{56F937BF-D93C-4027-8C61-280F355A0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23252" y="5243513"/>
            <a:ext cx="1390888" cy="807234"/>
          </a:xfrm>
          <a:custGeom xmlns:a="http://schemas.openxmlformats.org/drawingml/2006/main">
            <a:pathLst>
              <a:path w="1390888" h="807234">
                <a:moveTo>
                  <a:pt x="0" y="0"/>
                </a:moveTo>
                <a:lnTo>
                  <a:pt x="6363" y="17955"/>
                </a:lnTo>
                <a:lnTo>
                  <a:pt x="12725" y="35909"/>
                </a:lnTo>
                <a:lnTo>
                  <a:pt x="19088" y="53864"/>
                </a:lnTo>
                <a:lnTo>
                  <a:pt x="25451" y="71819"/>
                </a:lnTo>
                <a:lnTo>
                  <a:pt x="31814" y="89773"/>
                </a:lnTo>
                <a:lnTo>
                  <a:pt x="38176" y="107728"/>
                </a:lnTo>
                <a:lnTo>
                  <a:pt x="44539" y="125682"/>
                </a:lnTo>
                <a:lnTo>
                  <a:pt x="50902" y="143637"/>
                </a:lnTo>
                <a:lnTo>
                  <a:pt x="57264" y="161592"/>
                </a:lnTo>
                <a:lnTo>
                  <a:pt x="63627" y="179546"/>
                </a:lnTo>
                <a:lnTo>
                  <a:pt x="69990" y="197501"/>
                </a:lnTo>
                <a:lnTo>
                  <a:pt x="76352" y="215456"/>
                </a:lnTo>
                <a:lnTo>
                  <a:pt x="82715" y="233410"/>
                </a:lnTo>
                <a:lnTo>
                  <a:pt x="89078" y="251365"/>
                </a:lnTo>
                <a:lnTo>
                  <a:pt x="95441" y="269319"/>
                </a:lnTo>
                <a:lnTo>
                  <a:pt x="101803" y="287274"/>
                </a:lnTo>
                <a:lnTo>
                  <a:pt x="108166" y="305229"/>
                </a:lnTo>
                <a:lnTo>
                  <a:pt x="114529" y="323183"/>
                </a:lnTo>
                <a:lnTo>
                  <a:pt x="120891" y="341138"/>
                </a:lnTo>
                <a:lnTo>
                  <a:pt x="127254" y="359093"/>
                </a:lnTo>
                <a:lnTo>
                  <a:pt x="133617" y="377047"/>
                </a:lnTo>
                <a:lnTo>
                  <a:pt x="139979" y="395002"/>
                </a:lnTo>
                <a:lnTo>
                  <a:pt x="146342" y="412956"/>
                </a:lnTo>
                <a:lnTo>
                  <a:pt x="152705" y="430911"/>
                </a:lnTo>
                <a:lnTo>
                  <a:pt x="159068" y="448866"/>
                </a:lnTo>
                <a:lnTo>
                  <a:pt x="165430" y="466820"/>
                </a:lnTo>
                <a:lnTo>
                  <a:pt x="171793" y="484775"/>
                </a:lnTo>
                <a:lnTo>
                  <a:pt x="178156" y="502730"/>
                </a:lnTo>
                <a:lnTo>
                  <a:pt x="184518" y="520684"/>
                </a:lnTo>
                <a:lnTo>
                  <a:pt x="190881" y="538639"/>
                </a:lnTo>
                <a:lnTo>
                  <a:pt x="197244" y="556593"/>
                </a:lnTo>
                <a:lnTo>
                  <a:pt x="203606" y="574548"/>
                </a:lnTo>
                <a:lnTo>
                  <a:pt x="209969" y="592503"/>
                </a:lnTo>
                <a:lnTo>
                  <a:pt x="216332" y="610457"/>
                </a:lnTo>
                <a:lnTo>
                  <a:pt x="222695" y="628412"/>
                </a:lnTo>
                <a:lnTo>
                  <a:pt x="229057" y="646367"/>
                </a:lnTo>
                <a:lnTo>
                  <a:pt x="235420" y="664321"/>
                </a:lnTo>
                <a:lnTo>
                  <a:pt x="241783" y="682276"/>
                </a:lnTo>
                <a:lnTo>
                  <a:pt x="248145" y="700230"/>
                </a:lnTo>
                <a:lnTo>
                  <a:pt x="254508" y="718185"/>
                </a:lnTo>
                <a:lnTo>
                  <a:pt x="259861" y="736368"/>
                </a:lnTo>
                <a:lnTo>
                  <a:pt x="272310" y="750494"/>
                </a:lnTo>
                <a:lnTo>
                  <a:pt x="288808" y="759952"/>
                </a:lnTo>
                <a:lnTo>
                  <a:pt x="306476" y="767048"/>
                </a:lnTo>
                <a:lnTo>
                  <a:pt x="324650" y="772744"/>
                </a:lnTo>
                <a:lnTo>
                  <a:pt x="343091" y="777507"/>
                </a:lnTo>
                <a:lnTo>
                  <a:pt x="361693" y="781583"/>
                </a:lnTo>
                <a:lnTo>
                  <a:pt x="380409" y="785127"/>
                </a:lnTo>
                <a:lnTo>
                  <a:pt x="399202" y="788232"/>
                </a:lnTo>
                <a:lnTo>
                  <a:pt x="418052" y="790985"/>
                </a:lnTo>
                <a:lnTo>
                  <a:pt x="436950" y="793423"/>
                </a:lnTo>
                <a:lnTo>
                  <a:pt x="455867" y="795595"/>
                </a:lnTo>
                <a:lnTo>
                  <a:pt x="474821" y="797528"/>
                </a:lnTo>
                <a:lnTo>
                  <a:pt x="493795" y="799243"/>
                </a:lnTo>
                <a:lnTo>
                  <a:pt x="512778" y="800757"/>
                </a:lnTo>
                <a:lnTo>
                  <a:pt x="531781" y="802091"/>
                </a:lnTo>
                <a:lnTo>
                  <a:pt x="550793" y="803253"/>
                </a:lnTo>
                <a:lnTo>
                  <a:pt x="569814" y="804253"/>
                </a:lnTo>
                <a:lnTo>
                  <a:pt x="588845" y="805101"/>
                </a:lnTo>
                <a:lnTo>
                  <a:pt x="607886" y="805796"/>
                </a:lnTo>
                <a:lnTo>
                  <a:pt x="626926" y="806358"/>
                </a:lnTo>
                <a:lnTo>
                  <a:pt x="645966" y="806777"/>
                </a:lnTo>
                <a:lnTo>
                  <a:pt x="665016" y="807063"/>
                </a:lnTo>
                <a:lnTo>
                  <a:pt x="684066" y="807215"/>
                </a:lnTo>
                <a:lnTo>
                  <a:pt x="703107" y="807234"/>
                </a:lnTo>
                <a:lnTo>
                  <a:pt x="722157" y="807120"/>
                </a:lnTo>
                <a:lnTo>
                  <a:pt x="741207" y="806872"/>
                </a:lnTo>
                <a:lnTo>
                  <a:pt x="760247" y="806491"/>
                </a:lnTo>
                <a:lnTo>
                  <a:pt x="779288" y="805977"/>
                </a:lnTo>
                <a:lnTo>
                  <a:pt x="798328" y="805320"/>
                </a:lnTo>
                <a:lnTo>
                  <a:pt x="817359" y="804520"/>
                </a:lnTo>
                <a:lnTo>
                  <a:pt x="836390" y="803558"/>
                </a:lnTo>
                <a:lnTo>
                  <a:pt x="855402" y="802443"/>
                </a:lnTo>
                <a:lnTo>
                  <a:pt x="874405" y="801167"/>
                </a:lnTo>
                <a:lnTo>
                  <a:pt x="893397" y="799700"/>
                </a:lnTo>
                <a:lnTo>
                  <a:pt x="912381" y="798052"/>
                </a:lnTo>
                <a:lnTo>
                  <a:pt x="931335" y="796185"/>
                </a:lnTo>
                <a:lnTo>
                  <a:pt x="950262" y="794090"/>
                </a:lnTo>
                <a:lnTo>
                  <a:pt x="969169" y="791728"/>
                </a:lnTo>
                <a:lnTo>
                  <a:pt x="988028" y="789070"/>
                </a:lnTo>
                <a:lnTo>
                  <a:pt x="1006840" y="786079"/>
                </a:lnTo>
                <a:lnTo>
                  <a:pt x="1025585" y="782669"/>
                </a:lnTo>
                <a:lnTo>
                  <a:pt x="1044226" y="778764"/>
                </a:lnTo>
                <a:lnTo>
                  <a:pt x="1062723" y="774230"/>
                </a:lnTo>
                <a:lnTo>
                  <a:pt x="1080992" y="768829"/>
                </a:lnTo>
                <a:lnTo>
                  <a:pt x="1098852" y="762219"/>
                </a:lnTo>
                <a:lnTo>
                  <a:pt x="1115816" y="753608"/>
                </a:lnTo>
                <a:lnTo>
                  <a:pt x="1130103" y="741188"/>
                </a:lnTo>
                <a:lnTo>
                  <a:pt x="1136371" y="723433"/>
                </a:lnTo>
                <a:lnTo>
                  <a:pt x="1142733" y="705479"/>
                </a:lnTo>
                <a:lnTo>
                  <a:pt x="1149096" y="687524"/>
                </a:lnTo>
                <a:lnTo>
                  <a:pt x="1155459" y="669569"/>
                </a:lnTo>
                <a:lnTo>
                  <a:pt x="1161821" y="651615"/>
                </a:lnTo>
                <a:lnTo>
                  <a:pt x="1168184" y="633660"/>
                </a:lnTo>
                <a:lnTo>
                  <a:pt x="1174547" y="615706"/>
                </a:lnTo>
                <a:lnTo>
                  <a:pt x="1180910" y="597751"/>
                </a:lnTo>
                <a:lnTo>
                  <a:pt x="1187272" y="579796"/>
                </a:lnTo>
                <a:lnTo>
                  <a:pt x="1193635" y="561842"/>
                </a:lnTo>
                <a:lnTo>
                  <a:pt x="1199998" y="543887"/>
                </a:lnTo>
                <a:lnTo>
                  <a:pt x="1206360" y="525932"/>
                </a:lnTo>
                <a:lnTo>
                  <a:pt x="1212723" y="507978"/>
                </a:lnTo>
                <a:lnTo>
                  <a:pt x="1219086" y="490023"/>
                </a:lnTo>
                <a:lnTo>
                  <a:pt x="1225448" y="472069"/>
                </a:lnTo>
                <a:lnTo>
                  <a:pt x="1231811" y="454114"/>
                </a:lnTo>
                <a:lnTo>
                  <a:pt x="1238174" y="436159"/>
                </a:lnTo>
                <a:lnTo>
                  <a:pt x="1244537" y="418205"/>
                </a:lnTo>
                <a:lnTo>
                  <a:pt x="1250899" y="400250"/>
                </a:lnTo>
                <a:lnTo>
                  <a:pt x="1257262" y="382295"/>
                </a:lnTo>
                <a:lnTo>
                  <a:pt x="1263625" y="364341"/>
                </a:lnTo>
                <a:lnTo>
                  <a:pt x="1269987" y="346386"/>
                </a:lnTo>
                <a:lnTo>
                  <a:pt x="1276350" y="328432"/>
                </a:lnTo>
                <a:lnTo>
                  <a:pt x="1282713" y="310477"/>
                </a:lnTo>
                <a:lnTo>
                  <a:pt x="1289085" y="292522"/>
                </a:lnTo>
                <a:lnTo>
                  <a:pt x="1295448" y="274568"/>
                </a:lnTo>
                <a:lnTo>
                  <a:pt x="1301810" y="256613"/>
                </a:lnTo>
                <a:lnTo>
                  <a:pt x="1308173" y="238658"/>
                </a:lnTo>
                <a:lnTo>
                  <a:pt x="1314536" y="220704"/>
                </a:lnTo>
                <a:lnTo>
                  <a:pt x="1320898" y="202749"/>
                </a:lnTo>
                <a:lnTo>
                  <a:pt x="1327261" y="184795"/>
                </a:lnTo>
                <a:lnTo>
                  <a:pt x="1333624" y="166840"/>
                </a:lnTo>
                <a:lnTo>
                  <a:pt x="1339987" y="148885"/>
                </a:lnTo>
                <a:lnTo>
                  <a:pt x="1346349" y="130931"/>
                </a:lnTo>
                <a:lnTo>
                  <a:pt x="1352712" y="112976"/>
                </a:lnTo>
                <a:lnTo>
                  <a:pt x="1359075" y="95021"/>
                </a:lnTo>
                <a:lnTo>
                  <a:pt x="1365437" y="77067"/>
                </a:lnTo>
                <a:lnTo>
                  <a:pt x="1371800" y="59112"/>
                </a:lnTo>
                <a:lnTo>
                  <a:pt x="1378163" y="41158"/>
                </a:lnTo>
                <a:lnTo>
                  <a:pt x="1384525" y="23203"/>
                </a:lnTo>
                <a:lnTo>
                  <a:pt x="1390888" y="5248"/>
                </a:lnTo>
                <a:lnTo>
                  <a:pt x="1386716" y="11630"/>
                </a:lnTo>
                <a:lnTo>
                  <a:pt x="1370648" y="21698"/>
                </a:lnTo>
                <a:lnTo>
                  <a:pt x="1352893" y="28575"/>
                </a:lnTo>
                <a:lnTo>
                  <a:pt x="1334614" y="33928"/>
                </a:lnTo>
                <a:lnTo>
                  <a:pt x="1316088" y="38376"/>
                </a:lnTo>
                <a:lnTo>
                  <a:pt x="1297429" y="42196"/>
                </a:lnTo>
                <a:lnTo>
                  <a:pt x="1278684" y="45558"/>
                </a:lnTo>
                <a:lnTo>
                  <a:pt x="1259872" y="48549"/>
                </a:lnTo>
                <a:lnTo>
                  <a:pt x="1241012" y="51245"/>
                </a:lnTo>
                <a:lnTo>
                  <a:pt x="1222124" y="53702"/>
                </a:lnTo>
                <a:lnTo>
                  <a:pt x="1203208" y="55940"/>
                </a:lnTo>
                <a:lnTo>
                  <a:pt x="1184272" y="57998"/>
                </a:lnTo>
                <a:lnTo>
                  <a:pt x="1165317" y="59893"/>
                </a:lnTo>
                <a:lnTo>
                  <a:pt x="1146353" y="61646"/>
                </a:lnTo>
                <a:lnTo>
                  <a:pt x="1127369" y="63275"/>
                </a:lnTo>
                <a:lnTo>
                  <a:pt x="1108377" y="64789"/>
                </a:lnTo>
                <a:lnTo>
                  <a:pt x="1089384" y="66180"/>
                </a:lnTo>
                <a:lnTo>
                  <a:pt x="1070381" y="67485"/>
                </a:lnTo>
                <a:lnTo>
                  <a:pt x="1051370" y="68685"/>
                </a:lnTo>
                <a:lnTo>
                  <a:pt x="1032358" y="69809"/>
                </a:lnTo>
                <a:lnTo>
                  <a:pt x="1013336" y="70847"/>
                </a:lnTo>
                <a:lnTo>
                  <a:pt x="994305" y="71799"/>
                </a:lnTo>
                <a:lnTo>
                  <a:pt x="975284" y="72685"/>
                </a:lnTo>
                <a:lnTo>
                  <a:pt x="956253" y="73495"/>
                </a:lnTo>
                <a:lnTo>
                  <a:pt x="937212" y="74247"/>
                </a:lnTo>
                <a:lnTo>
                  <a:pt x="918181" y="74924"/>
                </a:lnTo>
                <a:lnTo>
                  <a:pt x="899141" y="75533"/>
                </a:lnTo>
                <a:lnTo>
                  <a:pt x="880100" y="76095"/>
                </a:lnTo>
                <a:lnTo>
                  <a:pt x="861060" y="76591"/>
                </a:lnTo>
                <a:lnTo>
                  <a:pt x="842010" y="77029"/>
                </a:lnTo>
                <a:lnTo>
                  <a:pt x="822970" y="77410"/>
                </a:lnTo>
                <a:lnTo>
                  <a:pt x="803920" y="77734"/>
                </a:lnTo>
                <a:lnTo>
                  <a:pt x="784879" y="78010"/>
                </a:lnTo>
                <a:lnTo>
                  <a:pt x="765829" y="78229"/>
                </a:lnTo>
                <a:lnTo>
                  <a:pt x="746779" y="78400"/>
                </a:lnTo>
                <a:lnTo>
                  <a:pt x="727729" y="78505"/>
                </a:lnTo>
                <a:lnTo>
                  <a:pt x="708679" y="78562"/>
                </a:lnTo>
                <a:lnTo>
                  <a:pt x="689639" y="78572"/>
                </a:lnTo>
                <a:lnTo>
                  <a:pt x="670589" y="78524"/>
                </a:lnTo>
                <a:lnTo>
                  <a:pt x="651539" y="78429"/>
                </a:lnTo>
                <a:lnTo>
                  <a:pt x="632489" y="78286"/>
                </a:lnTo>
                <a:lnTo>
                  <a:pt x="613439" y="78086"/>
                </a:lnTo>
                <a:lnTo>
                  <a:pt x="594398" y="77819"/>
                </a:lnTo>
                <a:lnTo>
                  <a:pt x="575348" y="77514"/>
                </a:lnTo>
                <a:lnTo>
                  <a:pt x="556308" y="77143"/>
                </a:lnTo>
                <a:lnTo>
                  <a:pt x="537258" y="76724"/>
                </a:lnTo>
                <a:lnTo>
                  <a:pt x="518217" y="76248"/>
                </a:lnTo>
                <a:lnTo>
                  <a:pt x="499177" y="75705"/>
                </a:lnTo>
                <a:lnTo>
                  <a:pt x="480136" y="75105"/>
                </a:lnTo>
                <a:lnTo>
                  <a:pt x="461096" y="74447"/>
                </a:lnTo>
                <a:lnTo>
                  <a:pt x="442065" y="73724"/>
                </a:lnTo>
                <a:lnTo>
                  <a:pt x="423034" y="72933"/>
                </a:lnTo>
                <a:lnTo>
                  <a:pt x="404003" y="72066"/>
                </a:lnTo>
                <a:lnTo>
                  <a:pt x="384981" y="71133"/>
                </a:lnTo>
                <a:lnTo>
                  <a:pt x="365960" y="70123"/>
                </a:lnTo>
                <a:lnTo>
                  <a:pt x="346939" y="69028"/>
                </a:lnTo>
                <a:lnTo>
                  <a:pt x="327927" y="67847"/>
                </a:lnTo>
                <a:lnTo>
                  <a:pt x="308924" y="66580"/>
                </a:lnTo>
                <a:lnTo>
                  <a:pt x="289922" y="65199"/>
                </a:lnTo>
                <a:lnTo>
                  <a:pt x="270929" y="63732"/>
                </a:lnTo>
                <a:lnTo>
                  <a:pt x="251946" y="62141"/>
                </a:lnTo>
                <a:lnTo>
                  <a:pt x="232982" y="60427"/>
                </a:lnTo>
                <a:lnTo>
                  <a:pt x="214017" y="58569"/>
                </a:lnTo>
                <a:lnTo>
                  <a:pt x="195072" y="56559"/>
                </a:lnTo>
                <a:lnTo>
                  <a:pt x="176155" y="54378"/>
                </a:lnTo>
                <a:lnTo>
                  <a:pt x="157258" y="51987"/>
                </a:lnTo>
                <a:lnTo>
                  <a:pt x="138389" y="49368"/>
                </a:lnTo>
                <a:lnTo>
                  <a:pt x="119558" y="46463"/>
                </a:lnTo>
                <a:lnTo>
                  <a:pt x="100794" y="43224"/>
                </a:lnTo>
                <a:lnTo>
                  <a:pt x="82096" y="39548"/>
                </a:lnTo>
                <a:lnTo>
                  <a:pt x="63532" y="35309"/>
                </a:lnTo>
                <a:lnTo>
                  <a:pt x="45168" y="30261"/>
                </a:lnTo>
                <a:lnTo>
                  <a:pt x="27203" y="23927"/>
                </a:lnTo>
                <a:lnTo>
                  <a:pt x="10363" y="15116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40" name="funnel-step-cap-3">
            <a:extLst xmlns:a="http://schemas.openxmlformats.org/drawingml/2006/main">
              <a:ext uri="{FF2B5EF4-FFF2-40B4-BE49-F238E27FC236}">
                <a16:creationId xmlns:a16="http://schemas.microsoft.com/office/drawing/2014/main" id="{5E3C1435-3551-41D4-B399-4A22AEF77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23271" y="5119688"/>
            <a:ext cx="1392707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7EAC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41" name="funnel-flow-arrow">
            <a:extLst xmlns:a="http://schemas.openxmlformats.org/drawingml/2006/main">
              <a:ext uri="{FF2B5EF4-FFF2-40B4-BE49-F238E27FC236}">
                <a16:creationId xmlns:a16="http://schemas.microsoft.com/office/drawing/2014/main" id="{FD325AB2-D760-45E6-B3FD-C047C6E87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52850" y="2466975"/>
            <a:ext cx="1733550" cy="3631149"/>
          </a:xfrm>
          <a:custGeom xmlns:a="http://schemas.openxmlformats.org/drawingml/2006/main">
            <a:pathLst>
              <a:path w="1733550" h="3631149">
                <a:moveTo>
                  <a:pt x="0" y="0"/>
                </a:moveTo>
                <a:lnTo>
                  <a:pt x="0" y="42824"/>
                </a:lnTo>
                <a:lnTo>
                  <a:pt x="8630" y="84668"/>
                </a:lnTo>
                <a:lnTo>
                  <a:pt x="18345" y="126378"/>
                </a:lnTo>
                <a:lnTo>
                  <a:pt x="28061" y="168088"/>
                </a:lnTo>
                <a:lnTo>
                  <a:pt x="37776" y="209807"/>
                </a:lnTo>
                <a:lnTo>
                  <a:pt x="47492" y="251517"/>
                </a:lnTo>
                <a:lnTo>
                  <a:pt x="57207" y="293227"/>
                </a:lnTo>
                <a:lnTo>
                  <a:pt x="66923" y="334947"/>
                </a:lnTo>
                <a:lnTo>
                  <a:pt x="76638" y="376657"/>
                </a:lnTo>
                <a:lnTo>
                  <a:pt x="86354" y="418367"/>
                </a:lnTo>
                <a:lnTo>
                  <a:pt x="96069" y="460077"/>
                </a:lnTo>
                <a:lnTo>
                  <a:pt x="105785" y="501796"/>
                </a:lnTo>
                <a:lnTo>
                  <a:pt x="115500" y="543506"/>
                </a:lnTo>
                <a:lnTo>
                  <a:pt x="125216" y="585216"/>
                </a:lnTo>
                <a:lnTo>
                  <a:pt x="134931" y="626926"/>
                </a:lnTo>
                <a:lnTo>
                  <a:pt x="144647" y="668645"/>
                </a:lnTo>
                <a:lnTo>
                  <a:pt x="154362" y="710355"/>
                </a:lnTo>
                <a:lnTo>
                  <a:pt x="164078" y="752065"/>
                </a:lnTo>
                <a:lnTo>
                  <a:pt x="173793" y="793785"/>
                </a:lnTo>
                <a:lnTo>
                  <a:pt x="183509" y="835495"/>
                </a:lnTo>
                <a:lnTo>
                  <a:pt x="193224" y="877205"/>
                </a:lnTo>
                <a:lnTo>
                  <a:pt x="201378" y="919248"/>
                </a:lnTo>
                <a:lnTo>
                  <a:pt x="209312" y="961339"/>
                </a:lnTo>
                <a:lnTo>
                  <a:pt x="216751" y="1003516"/>
                </a:lnTo>
                <a:lnTo>
                  <a:pt x="224190" y="1045693"/>
                </a:lnTo>
                <a:lnTo>
                  <a:pt x="231629" y="1087869"/>
                </a:lnTo>
                <a:lnTo>
                  <a:pt x="239068" y="1130046"/>
                </a:lnTo>
                <a:lnTo>
                  <a:pt x="246507" y="1172223"/>
                </a:lnTo>
                <a:lnTo>
                  <a:pt x="253946" y="1214409"/>
                </a:lnTo>
                <a:lnTo>
                  <a:pt x="261385" y="1256586"/>
                </a:lnTo>
                <a:lnTo>
                  <a:pt x="268815" y="1298762"/>
                </a:lnTo>
                <a:lnTo>
                  <a:pt x="276254" y="1340939"/>
                </a:lnTo>
                <a:lnTo>
                  <a:pt x="283693" y="1383116"/>
                </a:lnTo>
                <a:lnTo>
                  <a:pt x="291132" y="1425292"/>
                </a:lnTo>
                <a:lnTo>
                  <a:pt x="298571" y="1467479"/>
                </a:lnTo>
                <a:lnTo>
                  <a:pt x="306010" y="1509655"/>
                </a:lnTo>
                <a:lnTo>
                  <a:pt x="313449" y="1551832"/>
                </a:lnTo>
                <a:lnTo>
                  <a:pt x="320888" y="1594009"/>
                </a:lnTo>
                <a:lnTo>
                  <a:pt x="328317" y="1636185"/>
                </a:lnTo>
                <a:lnTo>
                  <a:pt x="335756" y="1678362"/>
                </a:lnTo>
                <a:lnTo>
                  <a:pt x="343195" y="1720548"/>
                </a:lnTo>
                <a:lnTo>
                  <a:pt x="350634" y="1762725"/>
                </a:lnTo>
                <a:lnTo>
                  <a:pt x="357930" y="1804921"/>
                </a:lnTo>
                <a:lnTo>
                  <a:pt x="364960" y="1847174"/>
                </a:lnTo>
                <a:lnTo>
                  <a:pt x="371846" y="1889446"/>
                </a:lnTo>
                <a:lnTo>
                  <a:pt x="378619" y="1931737"/>
                </a:lnTo>
                <a:lnTo>
                  <a:pt x="385391" y="1974028"/>
                </a:lnTo>
                <a:lnTo>
                  <a:pt x="392163" y="2016319"/>
                </a:lnTo>
                <a:lnTo>
                  <a:pt x="398936" y="2058610"/>
                </a:lnTo>
                <a:lnTo>
                  <a:pt x="405698" y="2100901"/>
                </a:lnTo>
                <a:lnTo>
                  <a:pt x="412471" y="2143192"/>
                </a:lnTo>
                <a:lnTo>
                  <a:pt x="419243" y="2185483"/>
                </a:lnTo>
                <a:lnTo>
                  <a:pt x="426015" y="2227764"/>
                </a:lnTo>
                <a:lnTo>
                  <a:pt x="432787" y="2270055"/>
                </a:lnTo>
                <a:lnTo>
                  <a:pt x="439560" y="2312346"/>
                </a:lnTo>
                <a:lnTo>
                  <a:pt x="446332" y="2354637"/>
                </a:lnTo>
                <a:lnTo>
                  <a:pt x="453104" y="2396928"/>
                </a:lnTo>
                <a:lnTo>
                  <a:pt x="459877" y="2439219"/>
                </a:lnTo>
                <a:lnTo>
                  <a:pt x="466649" y="2481510"/>
                </a:lnTo>
                <a:lnTo>
                  <a:pt x="473412" y="2523801"/>
                </a:lnTo>
                <a:lnTo>
                  <a:pt x="480184" y="2566092"/>
                </a:lnTo>
                <a:lnTo>
                  <a:pt x="486956" y="2608383"/>
                </a:lnTo>
                <a:lnTo>
                  <a:pt x="493728" y="2650674"/>
                </a:lnTo>
                <a:lnTo>
                  <a:pt x="500501" y="2692965"/>
                </a:lnTo>
                <a:lnTo>
                  <a:pt x="507101" y="2735285"/>
                </a:lnTo>
                <a:lnTo>
                  <a:pt x="513655" y="2777604"/>
                </a:lnTo>
                <a:lnTo>
                  <a:pt x="520151" y="2819933"/>
                </a:lnTo>
                <a:lnTo>
                  <a:pt x="526656" y="2862272"/>
                </a:lnTo>
                <a:lnTo>
                  <a:pt x="533152" y="2904601"/>
                </a:lnTo>
                <a:lnTo>
                  <a:pt x="539648" y="2946940"/>
                </a:lnTo>
                <a:lnTo>
                  <a:pt x="503596" y="2952750"/>
                </a:lnTo>
                <a:lnTo>
                  <a:pt x="460762" y="2952750"/>
                </a:lnTo>
                <a:lnTo>
                  <a:pt x="417938" y="2952750"/>
                </a:lnTo>
                <a:lnTo>
                  <a:pt x="375104" y="2952750"/>
                </a:lnTo>
                <a:lnTo>
                  <a:pt x="332280" y="2952750"/>
                </a:lnTo>
                <a:lnTo>
                  <a:pt x="289446" y="2952750"/>
                </a:lnTo>
                <a:lnTo>
                  <a:pt x="246621" y="2952750"/>
                </a:lnTo>
                <a:lnTo>
                  <a:pt x="225571" y="2962113"/>
                </a:lnTo>
                <a:lnTo>
                  <a:pt x="255032" y="2993193"/>
                </a:lnTo>
                <a:lnTo>
                  <a:pt x="284502" y="3024283"/>
                </a:lnTo>
                <a:lnTo>
                  <a:pt x="313963" y="3055363"/>
                </a:lnTo>
                <a:lnTo>
                  <a:pt x="343424" y="3086443"/>
                </a:lnTo>
                <a:lnTo>
                  <a:pt x="372894" y="3117533"/>
                </a:lnTo>
                <a:lnTo>
                  <a:pt x="402355" y="3148613"/>
                </a:lnTo>
                <a:lnTo>
                  <a:pt x="431825" y="3179702"/>
                </a:lnTo>
                <a:lnTo>
                  <a:pt x="461286" y="3210782"/>
                </a:lnTo>
                <a:lnTo>
                  <a:pt x="490747" y="3241862"/>
                </a:lnTo>
                <a:lnTo>
                  <a:pt x="520217" y="3272952"/>
                </a:lnTo>
                <a:lnTo>
                  <a:pt x="549678" y="3304032"/>
                </a:lnTo>
                <a:lnTo>
                  <a:pt x="579139" y="3335112"/>
                </a:lnTo>
                <a:lnTo>
                  <a:pt x="608609" y="3366202"/>
                </a:lnTo>
                <a:lnTo>
                  <a:pt x="638070" y="3397282"/>
                </a:lnTo>
                <a:lnTo>
                  <a:pt x="667541" y="3428362"/>
                </a:lnTo>
                <a:lnTo>
                  <a:pt x="697001" y="3459451"/>
                </a:lnTo>
                <a:lnTo>
                  <a:pt x="726462" y="3490532"/>
                </a:lnTo>
                <a:lnTo>
                  <a:pt x="755933" y="3521612"/>
                </a:lnTo>
                <a:lnTo>
                  <a:pt x="785393" y="3552701"/>
                </a:lnTo>
                <a:lnTo>
                  <a:pt x="814854" y="3583781"/>
                </a:lnTo>
                <a:lnTo>
                  <a:pt x="844325" y="3614861"/>
                </a:lnTo>
                <a:lnTo>
                  <a:pt x="873785" y="3631149"/>
                </a:lnTo>
                <a:lnTo>
                  <a:pt x="903256" y="3600069"/>
                </a:lnTo>
                <a:lnTo>
                  <a:pt x="932717" y="3568989"/>
                </a:lnTo>
                <a:lnTo>
                  <a:pt x="962177" y="3537899"/>
                </a:lnTo>
                <a:lnTo>
                  <a:pt x="991648" y="3506819"/>
                </a:lnTo>
                <a:lnTo>
                  <a:pt x="1021109" y="3475739"/>
                </a:lnTo>
                <a:lnTo>
                  <a:pt x="1050579" y="3444650"/>
                </a:lnTo>
                <a:lnTo>
                  <a:pt x="1080040" y="3413570"/>
                </a:lnTo>
                <a:lnTo>
                  <a:pt x="1109501" y="3382480"/>
                </a:lnTo>
                <a:lnTo>
                  <a:pt x="1138971" y="3351400"/>
                </a:lnTo>
                <a:lnTo>
                  <a:pt x="1168432" y="3320320"/>
                </a:lnTo>
                <a:lnTo>
                  <a:pt x="1197893" y="3289230"/>
                </a:lnTo>
                <a:lnTo>
                  <a:pt x="1227363" y="3258150"/>
                </a:lnTo>
                <a:lnTo>
                  <a:pt x="1256824" y="3227070"/>
                </a:lnTo>
                <a:lnTo>
                  <a:pt x="1286294" y="3195980"/>
                </a:lnTo>
                <a:lnTo>
                  <a:pt x="1315755" y="3164900"/>
                </a:lnTo>
                <a:lnTo>
                  <a:pt x="1345216" y="3133820"/>
                </a:lnTo>
                <a:lnTo>
                  <a:pt x="1374686" y="3102731"/>
                </a:lnTo>
                <a:lnTo>
                  <a:pt x="1404147" y="3071651"/>
                </a:lnTo>
                <a:lnTo>
                  <a:pt x="1433608" y="3040571"/>
                </a:lnTo>
                <a:lnTo>
                  <a:pt x="1463078" y="3009481"/>
                </a:lnTo>
                <a:lnTo>
                  <a:pt x="1492539" y="2978401"/>
                </a:lnTo>
                <a:lnTo>
                  <a:pt x="1509370" y="2952750"/>
                </a:lnTo>
                <a:lnTo>
                  <a:pt x="1466545" y="2952750"/>
                </a:lnTo>
                <a:lnTo>
                  <a:pt x="1423711" y="2952750"/>
                </a:lnTo>
                <a:lnTo>
                  <a:pt x="1380887" y="2952750"/>
                </a:lnTo>
                <a:lnTo>
                  <a:pt x="1338053" y="2952750"/>
                </a:lnTo>
                <a:lnTo>
                  <a:pt x="1295229" y="2952750"/>
                </a:lnTo>
                <a:lnTo>
                  <a:pt x="1252395" y="2952750"/>
                </a:lnTo>
                <a:lnTo>
                  <a:pt x="1209570" y="2952750"/>
                </a:lnTo>
                <a:lnTo>
                  <a:pt x="1196988" y="2926785"/>
                </a:lnTo>
                <a:lnTo>
                  <a:pt x="1203493" y="2884456"/>
                </a:lnTo>
                <a:lnTo>
                  <a:pt x="1209989" y="2842117"/>
                </a:lnTo>
                <a:lnTo>
                  <a:pt x="1216485" y="2799788"/>
                </a:lnTo>
                <a:lnTo>
                  <a:pt x="1223010" y="2757459"/>
                </a:lnTo>
                <a:lnTo>
                  <a:pt x="1229573" y="2715130"/>
                </a:lnTo>
                <a:lnTo>
                  <a:pt x="1236269" y="2672829"/>
                </a:lnTo>
                <a:lnTo>
                  <a:pt x="1243041" y="2630538"/>
                </a:lnTo>
                <a:lnTo>
                  <a:pt x="1249813" y="2588247"/>
                </a:lnTo>
                <a:lnTo>
                  <a:pt x="1256586" y="2545956"/>
                </a:lnTo>
                <a:lnTo>
                  <a:pt x="1263358" y="2503675"/>
                </a:lnTo>
                <a:lnTo>
                  <a:pt x="1270130" y="2461384"/>
                </a:lnTo>
                <a:lnTo>
                  <a:pt x="1276902" y="2419093"/>
                </a:lnTo>
                <a:lnTo>
                  <a:pt x="1283675" y="2376802"/>
                </a:lnTo>
                <a:lnTo>
                  <a:pt x="1290447" y="2334511"/>
                </a:lnTo>
                <a:lnTo>
                  <a:pt x="1297210" y="2292220"/>
                </a:lnTo>
                <a:lnTo>
                  <a:pt x="1303982" y="2249929"/>
                </a:lnTo>
                <a:lnTo>
                  <a:pt x="1310754" y="2207638"/>
                </a:lnTo>
                <a:lnTo>
                  <a:pt x="1317527" y="2165347"/>
                </a:lnTo>
                <a:lnTo>
                  <a:pt x="1324299" y="2123056"/>
                </a:lnTo>
                <a:lnTo>
                  <a:pt x="1331071" y="2080765"/>
                </a:lnTo>
                <a:lnTo>
                  <a:pt x="1337843" y="2038474"/>
                </a:lnTo>
                <a:lnTo>
                  <a:pt x="1344616" y="1996183"/>
                </a:lnTo>
                <a:lnTo>
                  <a:pt x="1351388" y="1953892"/>
                </a:lnTo>
                <a:lnTo>
                  <a:pt x="1358160" y="1911601"/>
                </a:lnTo>
                <a:lnTo>
                  <a:pt x="1364923" y="1869310"/>
                </a:lnTo>
                <a:lnTo>
                  <a:pt x="1371933" y="1827066"/>
                </a:lnTo>
                <a:lnTo>
                  <a:pt x="1379020" y="1784823"/>
                </a:lnTo>
                <a:lnTo>
                  <a:pt x="1386459" y="1742646"/>
                </a:lnTo>
                <a:lnTo>
                  <a:pt x="1393898" y="1700470"/>
                </a:lnTo>
                <a:lnTo>
                  <a:pt x="1401328" y="1658293"/>
                </a:lnTo>
                <a:lnTo>
                  <a:pt x="1408767" y="1616107"/>
                </a:lnTo>
                <a:lnTo>
                  <a:pt x="1416206" y="1573930"/>
                </a:lnTo>
                <a:lnTo>
                  <a:pt x="1423645" y="1531753"/>
                </a:lnTo>
                <a:lnTo>
                  <a:pt x="1431084" y="1489577"/>
                </a:lnTo>
                <a:lnTo>
                  <a:pt x="1438523" y="1447400"/>
                </a:lnTo>
                <a:lnTo>
                  <a:pt x="1445962" y="1405214"/>
                </a:lnTo>
                <a:lnTo>
                  <a:pt x="1453401" y="1363037"/>
                </a:lnTo>
                <a:lnTo>
                  <a:pt x="1460830" y="1320860"/>
                </a:lnTo>
                <a:lnTo>
                  <a:pt x="1468269" y="1278684"/>
                </a:lnTo>
                <a:lnTo>
                  <a:pt x="1475708" y="1236507"/>
                </a:lnTo>
                <a:lnTo>
                  <a:pt x="1483147" y="1194330"/>
                </a:lnTo>
                <a:lnTo>
                  <a:pt x="1490586" y="1152144"/>
                </a:lnTo>
                <a:lnTo>
                  <a:pt x="1498025" y="1109967"/>
                </a:lnTo>
                <a:lnTo>
                  <a:pt x="1505464" y="1067791"/>
                </a:lnTo>
                <a:lnTo>
                  <a:pt x="1512903" y="1025614"/>
                </a:lnTo>
                <a:lnTo>
                  <a:pt x="1520333" y="983437"/>
                </a:lnTo>
                <a:lnTo>
                  <a:pt x="1527981" y="941299"/>
                </a:lnTo>
                <a:lnTo>
                  <a:pt x="1535982" y="899217"/>
                </a:lnTo>
                <a:lnTo>
                  <a:pt x="1544955" y="857355"/>
                </a:lnTo>
                <a:lnTo>
                  <a:pt x="1554671" y="815635"/>
                </a:lnTo>
                <a:lnTo>
                  <a:pt x="1564386" y="773925"/>
                </a:lnTo>
                <a:lnTo>
                  <a:pt x="1574102" y="732215"/>
                </a:lnTo>
                <a:lnTo>
                  <a:pt x="1583817" y="690496"/>
                </a:lnTo>
                <a:lnTo>
                  <a:pt x="1593533" y="648786"/>
                </a:lnTo>
                <a:lnTo>
                  <a:pt x="1603248" y="607076"/>
                </a:lnTo>
                <a:lnTo>
                  <a:pt x="1612964" y="565366"/>
                </a:lnTo>
                <a:lnTo>
                  <a:pt x="1622679" y="523646"/>
                </a:lnTo>
                <a:lnTo>
                  <a:pt x="1632395" y="481936"/>
                </a:lnTo>
                <a:lnTo>
                  <a:pt x="1642110" y="440226"/>
                </a:lnTo>
                <a:lnTo>
                  <a:pt x="1651825" y="398516"/>
                </a:lnTo>
                <a:lnTo>
                  <a:pt x="1661541" y="356797"/>
                </a:lnTo>
                <a:lnTo>
                  <a:pt x="1671257" y="315087"/>
                </a:lnTo>
                <a:lnTo>
                  <a:pt x="1680972" y="273377"/>
                </a:lnTo>
                <a:lnTo>
                  <a:pt x="1690688" y="231658"/>
                </a:lnTo>
                <a:lnTo>
                  <a:pt x="1700403" y="189948"/>
                </a:lnTo>
                <a:lnTo>
                  <a:pt x="1710119" y="148238"/>
                </a:lnTo>
                <a:lnTo>
                  <a:pt x="1719834" y="106528"/>
                </a:lnTo>
                <a:lnTo>
                  <a:pt x="1729550" y="64808"/>
                </a:lnTo>
                <a:lnTo>
                  <a:pt x="1733550" y="22441"/>
                </a:lnTo>
                <a:lnTo>
                  <a:pt x="1713167" y="0"/>
                </a:lnTo>
                <a:lnTo>
                  <a:pt x="1670333" y="0"/>
                </a:lnTo>
                <a:lnTo>
                  <a:pt x="1627508" y="0"/>
                </a:lnTo>
                <a:lnTo>
                  <a:pt x="1584674" y="0"/>
                </a:lnTo>
                <a:lnTo>
                  <a:pt x="1541850" y="0"/>
                </a:lnTo>
                <a:lnTo>
                  <a:pt x="1499016" y="0"/>
                </a:lnTo>
                <a:lnTo>
                  <a:pt x="1456192" y="0"/>
                </a:lnTo>
                <a:lnTo>
                  <a:pt x="1413358" y="0"/>
                </a:lnTo>
                <a:lnTo>
                  <a:pt x="1370533" y="0"/>
                </a:lnTo>
                <a:lnTo>
                  <a:pt x="1327699" y="0"/>
                </a:lnTo>
                <a:lnTo>
                  <a:pt x="1284875" y="0"/>
                </a:lnTo>
                <a:lnTo>
                  <a:pt x="1242041" y="0"/>
                </a:lnTo>
                <a:lnTo>
                  <a:pt x="1199217" y="0"/>
                </a:lnTo>
                <a:lnTo>
                  <a:pt x="1156383" y="0"/>
                </a:lnTo>
                <a:lnTo>
                  <a:pt x="1113558" y="0"/>
                </a:lnTo>
                <a:lnTo>
                  <a:pt x="1070724" y="0"/>
                </a:lnTo>
                <a:lnTo>
                  <a:pt x="1027900" y="0"/>
                </a:lnTo>
                <a:lnTo>
                  <a:pt x="985066" y="0"/>
                </a:lnTo>
                <a:lnTo>
                  <a:pt x="942242" y="0"/>
                </a:lnTo>
                <a:lnTo>
                  <a:pt x="899408" y="0"/>
                </a:lnTo>
                <a:lnTo>
                  <a:pt x="856583" y="0"/>
                </a:lnTo>
                <a:lnTo>
                  <a:pt x="813749" y="0"/>
                </a:lnTo>
                <a:lnTo>
                  <a:pt x="770925" y="0"/>
                </a:lnTo>
                <a:lnTo>
                  <a:pt x="728091" y="0"/>
                </a:lnTo>
                <a:lnTo>
                  <a:pt x="685267" y="0"/>
                </a:lnTo>
                <a:lnTo>
                  <a:pt x="642433" y="0"/>
                </a:lnTo>
                <a:lnTo>
                  <a:pt x="599608" y="0"/>
                </a:lnTo>
                <a:lnTo>
                  <a:pt x="556774" y="0"/>
                </a:lnTo>
                <a:lnTo>
                  <a:pt x="513950" y="0"/>
                </a:lnTo>
                <a:lnTo>
                  <a:pt x="471116" y="0"/>
                </a:lnTo>
                <a:lnTo>
                  <a:pt x="428292" y="0"/>
                </a:lnTo>
                <a:lnTo>
                  <a:pt x="385458" y="0"/>
                </a:lnTo>
                <a:lnTo>
                  <a:pt x="342633" y="0"/>
                </a:lnTo>
                <a:lnTo>
                  <a:pt x="299799" y="0"/>
                </a:lnTo>
                <a:lnTo>
                  <a:pt x="256975" y="0"/>
                </a:lnTo>
                <a:lnTo>
                  <a:pt x="214141" y="0"/>
                </a:lnTo>
                <a:lnTo>
                  <a:pt x="171317" y="0"/>
                </a:lnTo>
                <a:lnTo>
                  <a:pt x="128492" y="0"/>
                </a:lnTo>
                <a:lnTo>
                  <a:pt x="85658" y="0"/>
                </a:lnTo>
                <a:lnTo>
                  <a:pt x="42824" y="0"/>
                </a:lnTo>
                <a:lnTo>
                  <a:pt x="0" y="0"/>
                </a:lnTo>
                <a:close/>
              </a:path>
            </a:pathLst>
          </a:custGeom>
          <a:gradFill xmlns:a="http://schemas.openxmlformats.org/drawingml/2006/main">
            <a:gsLst>
              <a:gs pos="0">
                <a:srgbClr val="000000"/>
              </a:gs>
              <a:gs pos="42">
                <a:srgbClr val="B8D8F2">
                  <a:alpha val="16000"/>
                </a:srgbClr>
              </a:gs>
              <a:gs pos="76">
                <a:srgbClr val="8FC4EE">
                  <a:alpha val="32000"/>
                </a:srgbClr>
              </a:gs>
              <a:gs pos="100">
                <a:srgbClr val="72B3E8">
                  <a:alpha val="52000"/>
                </a:srgbClr>
              </a:gs>
            </a:gsLst>
            <a:lin ang="10800000"/>
          </a:gradFill>
          <a:ln xmlns:a="http://schemas.openxmlformats.org/drawingml/2006/main" w="9525">
            <a:noFill/>
            <a:prstDash val="solid"/>
          </a:ln>
        </p:spPr>
      </p:sp>
      <p:sp>
        <p:nvSpPr>
          <p:cNvPr id="42" name="phase-label-0">
            <a:extLst xmlns:a="http://schemas.openxmlformats.org/drawingml/2006/main">
              <a:ext uri="{FF2B5EF4-FFF2-40B4-BE49-F238E27FC236}">
                <a16:creationId xmlns:a16="http://schemas.microsoft.com/office/drawing/2014/main" id="{4A747A2D-D404-4001-8BA9-D5B71C918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1638300"/>
            <a:ext cx="228600" cy="2657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阶段一</a:t>
            </a:r>
          </a:p>
        </p:txBody>
      </p:sp>
      <p:sp>
        <p:nvSpPr>
          <p:cNvPr id="43" name="phase-label-1">
            <a:extLst xmlns:a="http://schemas.openxmlformats.org/drawingml/2006/main">
              <a:ext uri="{FF2B5EF4-FFF2-40B4-BE49-F238E27FC236}">
                <a16:creationId xmlns:a16="http://schemas.microsoft.com/office/drawing/2014/main" id="{CD6E0E10-74A7-4233-832A-FFE6F782B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4295775"/>
            <a:ext cx="228600" cy="1914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阶段二</a:t>
            </a:r>
          </a:p>
        </p:txBody>
      </p:sp>
      <p:sp>
        <p:nvSpPr>
          <p:cNvPr id="44" name="funnel-step-title-0">
            <a:extLst xmlns:a="http://schemas.openxmlformats.org/drawingml/2006/main">
              <a:ext uri="{FF2B5EF4-FFF2-40B4-BE49-F238E27FC236}">
                <a16:creationId xmlns:a16="http://schemas.microsoft.com/office/drawing/2014/main" id="{24BE491D-63AC-4095-A018-9DF4DFC2A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423199" y="2793206"/>
            <a:ext cx="2392861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3600"/>
              </a:lnSpc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广泛触达</a:t>
            </a:r>
          </a:p>
        </p:txBody>
      </p:sp>
      <p:sp>
        <p:nvSpPr>
          <p:cNvPr id="45" name="funnel-step-title-1">
            <a:extLst xmlns:a="http://schemas.openxmlformats.org/drawingml/2006/main">
              <a:ext uri="{FF2B5EF4-FFF2-40B4-BE49-F238E27FC236}">
                <a16:creationId xmlns:a16="http://schemas.microsoft.com/office/drawing/2014/main" id="{DB997BE2-C9E0-4CEB-A6F8-CB2D78BAB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25018" y="3702844"/>
            <a:ext cx="1789214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3600"/>
              </a:lnSpc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兴趣识别</a:t>
            </a:r>
          </a:p>
        </p:txBody>
      </p:sp>
      <p:sp>
        <p:nvSpPr>
          <p:cNvPr id="46" name="funnel-step-title-2">
            <a:extLst xmlns:a="http://schemas.openxmlformats.org/drawingml/2006/main">
              <a:ext uri="{FF2B5EF4-FFF2-40B4-BE49-F238E27FC236}">
                <a16:creationId xmlns:a16="http://schemas.microsoft.com/office/drawing/2014/main" id="{4BD1A199-25BC-49CF-ACD0-C3567E08A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99528" y="4612481"/>
            <a:ext cx="1240184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3600"/>
              </a:lnSpc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意向培育</a:t>
            </a:r>
          </a:p>
        </p:txBody>
      </p:sp>
      <p:sp>
        <p:nvSpPr>
          <p:cNvPr id="47" name="funnel-step-title-3">
            <a:extLst xmlns:a="http://schemas.openxmlformats.org/drawingml/2006/main">
              <a:ext uri="{FF2B5EF4-FFF2-40B4-BE49-F238E27FC236}">
                <a16:creationId xmlns:a16="http://schemas.microsoft.com/office/drawing/2014/main" id="{C456B2E7-4E8A-4CAA-BDA3-82D366AB5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200525" y="5522119"/>
            <a:ext cx="8382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行动转化</a:t>
            </a:r>
          </a:p>
        </p:txBody>
      </p:sp>
      <p:sp>
        <p:nvSpPr>
          <p:cNvPr id="48" name="input-core-0">
            <a:extLst xmlns:a="http://schemas.openxmlformats.org/drawingml/2006/main">
              <a:ext uri="{FF2B5EF4-FFF2-40B4-BE49-F238E27FC236}">
                <a16:creationId xmlns:a16="http://schemas.microsoft.com/office/drawing/2014/main" id="{A63240B3-7EE0-4467-AD33-3CB4B86DF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391025" y="187642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23"/>
          <a:fontRef xmlns:a="http://schemas.openxmlformats.org/drawingml/2006/main" idx="major"/>
        </p:style>
      </p:sp>
      <p:pic>
        <p:nvPicPr>
          <p:cNvPr id="9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0d8ce700e69417f">
            <a:extLst>
              <a:ext uri="{96DAC541-7B7A-43D3-8B79-37D633B846F1}">
                <asvg:svgBlip xmlns:asvg="http://schemas.microsoft.com/office/drawing/2016/SVG/main" r:embed="Rddff36c5068b49e5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4486275" y="1971675"/>
            <a:ext cx="266700" cy="2667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740392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2" name="phase-band-0">
            <a:extLst xmlns:a="http://schemas.openxmlformats.org/drawingml/2006/main">
              <a:ext uri="{FF2B5EF4-FFF2-40B4-BE49-F238E27FC236}">
                <a16:creationId xmlns:a16="http://schemas.microsoft.com/office/drawing/2014/main" id="{2EA77628-046D-44C1-80CC-A82AD11C3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1638300"/>
            <a:ext cx="11144250" cy="2657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phase-band-1">
            <a:extLst xmlns:a="http://schemas.openxmlformats.org/drawingml/2006/main">
              <a:ext uri="{FF2B5EF4-FFF2-40B4-BE49-F238E27FC236}">
                <a16:creationId xmlns:a16="http://schemas.microsoft.com/office/drawing/2014/main" id="{F958A603-DBF6-4221-B8C6-13D0F5A0A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4295775"/>
            <a:ext cx="11144250" cy="1914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38100">
            <a:solidFill>
              <a:srgbClr val="FFFFFF"/>
            </a:solidFill>
            <a:prstDash val="solid"/>
          </a:ln>
        </p:spPr>
      </p:sp>
      <p:sp>
        <p:nvSpPr>
          <p:cNvPr id="3" name="phase-rail-0">
            <a:extLst xmlns:a="http://schemas.openxmlformats.org/drawingml/2006/main">
              <a:ext uri="{FF2B5EF4-FFF2-40B4-BE49-F238E27FC236}">
                <a16:creationId xmlns:a16="http://schemas.microsoft.com/office/drawing/2014/main" id="{701D479F-CB4C-42A0-A7FB-B53F4B40E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1638300"/>
            <a:ext cx="514350" cy="2656656"/>
          </a:xfrm>
          <a:custGeom xmlns:a="http://schemas.openxmlformats.org/drawingml/2006/main">
            <a:pathLst>
              <a:path w="514350" h="2656656">
                <a:moveTo>
                  <a:pt x="0" y="0"/>
                </a:moveTo>
                <a:lnTo>
                  <a:pt x="25546" y="0"/>
                </a:lnTo>
                <a:lnTo>
                  <a:pt x="51102" y="0"/>
                </a:lnTo>
                <a:lnTo>
                  <a:pt x="76648" y="0"/>
                </a:lnTo>
                <a:lnTo>
                  <a:pt x="102203" y="0"/>
                </a:lnTo>
                <a:lnTo>
                  <a:pt x="127749" y="0"/>
                </a:lnTo>
                <a:lnTo>
                  <a:pt x="153295" y="0"/>
                </a:lnTo>
                <a:lnTo>
                  <a:pt x="178851" y="0"/>
                </a:lnTo>
                <a:lnTo>
                  <a:pt x="204397" y="0"/>
                </a:lnTo>
                <a:lnTo>
                  <a:pt x="229953" y="0"/>
                </a:lnTo>
                <a:lnTo>
                  <a:pt x="255499" y="0"/>
                </a:lnTo>
                <a:lnTo>
                  <a:pt x="281045" y="0"/>
                </a:lnTo>
                <a:lnTo>
                  <a:pt x="306600" y="0"/>
                </a:lnTo>
                <a:lnTo>
                  <a:pt x="332146" y="0"/>
                </a:lnTo>
                <a:lnTo>
                  <a:pt x="357692" y="0"/>
                </a:lnTo>
                <a:lnTo>
                  <a:pt x="383248" y="0"/>
                </a:lnTo>
                <a:lnTo>
                  <a:pt x="408794" y="0"/>
                </a:lnTo>
                <a:lnTo>
                  <a:pt x="434350" y="0"/>
                </a:lnTo>
                <a:lnTo>
                  <a:pt x="459896" y="0"/>
                </a:lnTo>
                <a:lnTo>
                  <a:pt x="485442" y="0"/>
                </a:lnTo>
                <a:lnTo>
                  <a:pt x="510997" y="0"/>
                </a:lnTo>
                <a:lnTo>
                  <a:pt x="514350" y="22193"/>
                </a:lnTo>
                <a:lnTo>
                  <a:pt x="514350" y="47749"/>
                </a:lnTo>
                <a:lnTo>
                  <a:pt x="514350" y="73295"/>
                </a:lnTo>
                <a:lnTo>
                  <a:pt x="514350" y="98841"/>
                </a:lnTo>
                <a:lnTo>
                  <a:pt x="514350" y="124397"/>
                </a:lnTo>
                <a:lnTo>
                  <a:pt x="514350" y="149943"/>
                </a:lnTo>
                <a:lnTo>
                  <a:pt x="514350" y="175498"/>
                </a:lnTo>
                <a:lnTo>
                  <a:pt x="514350" y="201044"/>
                </a:lnTo>
                <a:lnTo>
                  <a:pt x="514350" y="226590"/>
                </a:lnTo>
                <a:lnTo>
                  <a:pt x="514350" y="252146"/>
                </a:lnTo>
                <a:lnTo>
                  <a:pt x="514350" y="277692"/>
                </a:lnTo>
                <a:lnTo>
                  <a:pt x="514350" y="303247"/>
                </a:lnTo>
                <a:lnTo>
                  <a:pt x="514350" y="328793"/>
                </a:lnTo>
                <a:lnTo>
                  <a:pt x="514350" y="354340"/>
                </a:lnTo>
                <a:lnTo>
                  <a:pt x="514350" y="379895"/>
                </a:lnTo>
                <a:lnTo>
                  <a:pt x="514350" y="405441"/>
                </a:lnTo>
                <a:lnTo>
                  <a:pt x="514350" y="430987"/>
                </a:lnTo>
                <a:lnTo>
                  <a:pt x="514350" y="456543"/>
                </a:lnTo>
                <a:lnTo>
                  <a:pt x="514350" y="482089"/>
                </a:lnTo>
                <a:lnTo>
                  <a:pt x="514350" y="507644"/>
                </a:lnTo>
                <a:lnTo>
                  <a:pt x="514350" y="533190"/>
                </a:lnTo>
                <a:lnTo>
                  <a:pt x="514350" y="558737"/>
                </a:lnTo>
                <a:lnTo>
                  <a:pt x="514350" y="584292"/>
                </a:lnTo>
                <a:lnTo>
                  <a:pt x="514350" y="609838"/>
                </a:lnTo>
                <a:lnTo>
                  <a:pt x="514350" y="635394"/>
                </a:lnTo>
                <a:lnTo>
                  <a:pt x="514350" y="660940"/>
                </a:lnTo>
                <a:lnTo>
                  <a:pt x="514350" y="686486"/>
                </a:lnTo>
                <a:lnTo>
                  <a:pt x="514350" y="712041"/>
                </a:lnTo>
                <a:lnTo>
                  <a:pt x="514350" y="737587"/>
                </a:lnTo>
                <a:lnTo>
                  <a:pt x="514350" y="763143"/>
                </a:lnTo>
                <a:lnTo>
                  <a:pt x="514350" y="788689"/>
                </a:lnTo>
                <a:lnTo>
                  <a:pt x="514350" y="814235"/>
                </a:lnTo>
                <a:lnTo>
                  <a:pt x="514350" y="839791"/>
                </a:lnTo>
                <a:lnTo>
                  <a:pt x="514350" y="865337"/>
                </a:lnTo>
                <a:lnTo>
                  <a:pt x="514350" y="890883"/>
                </a:lnTo>
                <a:lnTo>
                  <a:pt x="514350" y="916438"/>
                </a:lnTo>
                <a:lnTo>
                  <a:pt x="514350" y="941984"/>
                </a:lnTo>
                <a:lnTo>
                  <a:pt x="514350" y="967540"/>
                </a:lnTo>
                <a:lnTo>
                  <a:pt x="514350" y="993086"/>
                </a:lnTo>
                <a:lnTo>
                  <a:pt x="514350" y="1018632"/>
                </a:lnTo>
                <a:lnTo>
                  <a:pt x="514350" y="1044188"/>
                </a:lnTo>
                <a:lnTo>
                  <a:pt x="514350" y="1069734"/>
                </a:lnTo>
                <a:lnTo>
                  <a:pt x="514350" y="1095289"/>
                </a:lnTo>
                <a:lnTo>
                  <a:pt x="514350" y="1120835"/>
                </a:lnTo>
                <a:lnTo>
                  <a:pt x="514350" y="1146381"/>
                </a:lnTo>
                <a:lnTo>
                  <a:pt x="514350" y="1171937"/>
                </a:lnTo>
                <a:lnTo>
                  <a:pt x="514350" y="1197483"/>
                </a:lnTo>
                <a:lnTo>
                  <a:pt x="514350" y="1223039"/>
                </a:lnTo>
                <a:lnTo>
                  <a:pt x="514350" y="1248585"/>
                </a:lnTo>
                <a:lnTo>
                  <a:pt x="514350" y="1274131"/>
                </a:lnTo>
                <a:lnTo>
                  <a:pt x="514350" y="1299686"/>
                </a:lnTo>
                <a:lnTo>
                  <a:pt x="514350" y="1325232"/>
                </a:lnTo>
                <a:lnTo>
                  <a:pt x="514350" y="1350788"/>
                </a:lnTo>
                <a:lnTo>
                  <a:pt x="514350" y="1376334"/>
                </a:lnTo>
                <a:lnTo>
                  <a:pt x="514350" y="1401880"/>
                </a:lnTo>
                <a:lnTo>
                  <a:pt x="514350" y="1427436"/>
                </a:lnTo>
                <a:lnTo>
                  <a:pt x="514350" y="1452982"/>
                </a:lnTo>
                <a:lnTo>
                  <a:pt x="514350" y="1478528"/>
                </a:lnTo>
                <a:lnTo>
                  <a:pt x="514350" y="1504083"/>
                </a:lnTo>
                <a:lnTo>
                  <a:pt x="514350" y="1529629"/>
                </a:lnTo>
                <a:lnTo>
                  <a:pt x="514350" y="1555185"/>
                </a:lnTo>
                <a:lnTo>
                  <a:pt x="514350" y="1580731"/>
                </a:lnTo>
                <a:lnTo>
                  <a:pt x="514350" y="1606277"/>
                </a:lnTo>
                <a:lnTo>
                  <a:pt x="514350" y="1631833"/>
                </a:lnTo>
                <a:lnTo>
                  <a:pt x="514350" y="1657379"/>
                </a:lnTo>
                <a:lnTo>
                  <a:pt x="514350" y="1682934"/>
                </a:lnTo>
                <a:lnTo>
                  <a:pt x="514350" y="1708480"/>
                </a:lnTo>
                <a:lnTo>
                  <a:pt x="514350" y="1734026"/>
                </a:lnTo>
                <a:lnTo>
                  <a:pt x="514350" y="1759582"/>
                </a:lnTo>
                <a:lnTo>
                  <a:pt x="514350" y="1785128"/>
                </a:lnTo>
                <a:lnTo>
                  <a:pt x="514350" y="1810683"/>
                </a:lnTo>
                <a:lnTo>
                  <a:pt x="514350" y="1836230"/>
                </a:lnTo>
                <a:lnTo>
                  <a:pt x="514350" y="1861776"/>
                </a:lnTo>
                <a:lnTo>
                  <a:pt x="514350" y="1887331"/>
                </a:lnTo>
                <a:lnTo>
                  <a:pt x="514350" y="1912877"/>
                </a:lnTo>
                <a:lnTo>
                  <a:pt x="514350" y="1938433"/>
                </a:lnTo>
                <a:lnTo>
                  <a:pt x="514350" y="1963979"/>
                </a:lnTo>
                <a:lnTo>
                  <a:pt x="514350" y="1989525"/>
                </a:lnTo>
                <a:lnTo>
                  <a:pt x="514350" y="2015080"/>
                </a:lnTo>
                <a:lnTo>
                  <a:pt x="514350" y="2040626"/>
                </a:lnTo>
                <a:lnTo>
                  <a:pt x="514350" y="2066173"/>
                </a:lnTo>
                <a:lnTo>
                  <a:pt x="514350" y="2091728"/>
                </a:lnTo>
                <a:lnTo>
                  <a:pt x="514350" y="2117274"/>
                </a:lnTo>
                <a:lnTo>
                  <a:pt x="514350" y="2142830"/>
                </a:lnTo>
                <a:lnTo>
                  <a:pt x="514350" y="2168376"/>
                </a:lnTo>
                <a:lnTo>
                  <a:pt x="514350" y="2193922"/>
                </a:lnTo>
                <a:lnTo>
                  <a:pt x="514350" y="2219477"/>
                </a:lnTo>
                <a:lnTo>
                  <a:pt x="514350" y="2245023"/>
                </a:lnTo>
                <a:lnTo>
                  <a:pt x="514350" y="2270579"/>
                </a:lnTo>
                <a:lnTo>
                  <a:pt x="514350" y="2296125"/>
                </a:lnTo>
                <a:lnTo>
                  <a:pt x="514350" y="2321671"/>
                </a:lnTo>
                <a:lnTo>
                  <a:pt x="514350" y="2347227"/>
                </a:lnTo>
                <a:lnTo>
                  <a:pt x="514350" y="2372773"/>
                </a:lnTo>
                <a:lnTo>
                  <a:pt x="514350" y="2398328"/>
                </a:lnTo>
                <a:lnTo>
                  <a:pt x="514350" y="2423874"/>
                </a:lnTo>
                <a:lnTo>
                  <a:pt x="514350" y="2449420"/>
                </a:lnTo>
                <a:lnTo>
                  <a:pt x="514350" y="2474976"/>
                </a:lnTo>
                <a:lnTo>
                  <a:pt x="514350" y="2500522"/>
                </a:lnTo>
                <a:lnTo>
                  <a:pt x="504320" y="2520172"/>
                </a:lnTo>
                <a:lnTo>
                  <a:pt x="481984" y="2532583"/>
                </a:lnTo>
                <a:lnTo>
                  <a:pt x="459648" y="2544985"/>
                </a:lnTo>
                <a:lnTo>
                  <a:pt x="437321" y="2557396"/>
                </a:lnTo>
                <a:lnTo>
                  <a:pt x="414985" y="2569807"/>
                </a:lnTo>
                <a:lnTo>
                  <a:pt x="392649" y="2582208"/>
                </a:lnTo>
                <a:lnTo>
                  <a:pt x="370313" y="2594620"/>
                </a:lnTo>
                <a:lnTo>
                  <a:pt x="347977" y="2607031"/>
                </a:lnTo>
                <a:lnTo>
                  <a:pt x="325641" y="2619432"/>
                </a:lnTo>
                <a:lnTo>
                  <a:pt x="303314" y="2631843"/>
                </a:lnTo>
                <a:lnTo>
                  <a:pt x="280978" y="2644254"/>
                </a:lnTo>
                <a:lnTo>
                  <a:pt x="258642" y="2656656"/>
                </a:lnTo>
                <a:lnTo>
                  <a:pt x="236306" y="2645883"/>
                </a:lnTo>
                <a:lnTo>
                  <a:pt x="213970" y="2633472"/>
                </a:lnTo>
                <a:lnTo>
                  <a:pt x="191633" y="2621061"/>
                </a:lnTo>
                <a:lnTo>
                  <a:pt x="169307" y="2608659"/>
                </a:lnTo>
                <a:lnTo>
                  <a:pt x="146971" y="2596248"/>
                </a:lnTo>
                <a:lnTo>
                  <a:pt x="124635" y="2583837"/>
                </a:lnTo>
                <a:lnTo>
                  <a:pt x="102299" y="2571436"/>
                </a:lnTo>
                <a:lnTo>
                  <a:pt x="79962" y="2559025"/>
                </a:lnTo>
                <a:lnTo>
                  <a:pt x="57626" y="2546614"/>
                </a:lnTo>
                <a:lnTo>
                  <a:pt x="35300" y="2534212"/>
                </a:lnTo>
                <a:lnTo>
                  <a:pt x="12964" y="2521801"/>
                </a:lnTo>
                <a:lnTo>
                  <a:pt x="0" y="2503875"/>
                </a:lnTo>
                <a:lnTo>
                  <a:pt x="0" y="2478329"/>
                </a:lnTo>
                <a:lnTo>
                  <a:pt x="0" y="2452783"/>
                </a:lnTo>
                <a:lnTo>
                  <a:pt x="0" y="2427227"/>
                </a:lnTo>
                <a:lnTo>
                  <a:pt x="0" y="2401681"/>
                </a:lnTo>
                <a:lnTo>
                  <a:pt x="0" y="2376126"/>
                </a:lnTo>
                <a:lnTo>
                  <a:pt x="0" y="2350580"/>
                </a:lnTo>
                <a:lnTo>
                  <a:pt x="0" y="2325033"/>
                </a:lnTo>
                <a:lnTo>
                  <a:pt x="0" y="2299478"/>
                </a:lnTo>
                <a:lnTo>
                  <a:pt x="0" y="2273932"/>
                </a:lnTo>
                <a:lnTo>
                  <a:pt x="0" y="2248376"/>
                </a:lnTo>
                <a:lnTo>
                  <a:pt x="0" y="2222830"/>
                </a:lnTo>
                <a:lnTo>
                  <a:pt x="0" y="2197284"/>
                </a:lnTo>
                <a:lnTo>
                  <a:pt x="0" y="2171729"/>
                </a:lnTo>
                <a:lnTo>
                  <a:pt x="0" y="2146183"/>
                </a:lnTo>
                <a:lnTo>
                  <a:pt x="0" y="2120627"/>
                </a:lnTo>
                <a:lnTo>
                  <a:pt x="0" y="2095081"/>
                </a:lnTo>
                <a:lnTo>
                  <a:pt x="0" y="2069535"/>
                </a:lnTo>
                <a:lnTo>
                  <a:pt x="0" y="2043979"/>
                </a:lnTo>
                <a:lnTo>
                  <a:pt x="0" y="2018433"/>
                </a:lnTo>
                <a:lnTo>
                  <a:pt x="0" y="1992887"/>
                </a:lnTo>
                <a:lnTo>
                  <a:pt x="0" y="1967332"/>
                </a:lnTo>
                <a:lnTo>
                  <a:pt x="0" y="1941786"/>
                </a:lnTo>
                <a:lnTo>
                  <a:pt x="0" y="1916230"/>
                </a:lnTo>
                <a:lnTo>
                  <a:pt x="0" y="1890684"/>
                </a:lnTo>
                <a:lnTo>
                  <a:pt x="0" y="1865138"/>
                </a:lnTo>
                <a:lnTo>
                  <a:pt x="0" y="1839582"/>
                </a:lnTo>
                <a:lnTo>
                  <a:pt x="0" y="1814036"/>
                </a:lnTo>
                <a:lnTo>
                  <a:pt x="0" y="1788481"/>
                </a:lnTo>
                <a:lnTo>
                  <a:pt x="0" y="1762935"/>
                </a:lnTo>
                <a:lnTo>
                  <a:pt x="0" y="1737389"/>
                </a:lnTo>
                <a:lnTo>
                  <a:pt x="0" y="1711833"/>
                </a:lnTo>
                <a:lnTo>
                  <a:pt x="0" y="1686287"/>
                </a:lnTo>
                <a:lnTo>
                  <a:pt x="0" y="1660731"/>
                </a:lnTo>
                <a:lnTo>
                  <a:pt x="0" y="1635185"/>
                </a:lnTo>
                <a:lnTo>
                  <a:pt x="0" y="1609639"/>
                </a:lnTo>
                <a:lnTo>
                  <a:pt x="0" y="1584084"/>
                </a:lnTo>
                <a:lnTo>
                  <a:pt x="0" y="1558538"/>
                </a:lnTo>
                <a:lnTo>
                  <a:pt x="0" y="1532982"/>
                </a:lnTo>
                <a:lnTo>
                  <a:pt x="0" y="1507436"/>
                </a:lnTo>
                <a:lnTo>
                  <a:pt x="0" y="1481890"/>
                </a:lnTo>
                <a:lnTo>
                  <a:pt x="0" y="1456334"/>
                </a:lnTo>
                <a:lnTo>
                  <a:pt x="0" y="1430788"/>
                </a:lnTo>
                <a:lnTo>
                  <a:pt x="0" y="1405233"/>
                </a:lnTo>
                <a:lnTo>
                  <a:pt x="0" y="1379687"/>
                </a:lnTo>
                <a:lnTo>
                  <a:pt x="0" y="1354141"/>
                </a:lnTo>
                <a:lnTo>
                  <a:pt x="0" y="1328585"/>
                </a:lnTo>
                <a:lnTo>
                  <a:pt x="0" y="1303039"/>
                </a:lnTo>
                <a:lnTo>
                  <a:pt x="0" y="1277493"/>
                </a:lnTo>
                <a:lnTo>
                  <a:pt x="0" y="1251937"/>
                </a:lnTo>
                <a:lnTo>
                  <a:pt x="0" y="1226391"/>
                </a:lnTo>
                <a:lnTo>
                  <a:pt x="0" y="1200836"/>
                </a:lnTo>
                <a:lnTo>
                  <a:pt x="0" y="1175290"/>
                </a:lnTo>
                <a:lnTo>
                  <a:pt x="0" y="1149744"/>
                </a:lnTo>
                <a:lnTo>
                  <a:pt x="0" y="1124188"/>
                </a:lnTo>
                <a:lnTo>
                  <a:pt x="0" y="1098642"/>
                </a:lnTo>
                <a:lnTo>
                  <a:pt x="0" y="1073087"/>
                </a:lnTo>
                <a:lnTo>
                  <a:pt x="0" y="1047540"/>
                </a:lnTo>
                <a:lnTo>
                  <a:pt x="0" y="1021994"/>
                </a:lnTo>
                <a:lnTo>
                  <a:pt x="0" y="996439"/>
                </a:lnTo>
                <a:lnTo>
                  <a:pt x="0" y="970893"/>
                </a:lnTo>
                <a:lnTo>
                  <a:pt x="0" y="945337"/>
                </a:lnTo>
                <a:lnTo>
                  <a:pt x="0" y="919791"/>
                </a:lnTo>
                <a:lnTo>
                  <a:pt x="0" y="894245"/>
                </a:lnTo>
                <a:lnTo>
                  <a:pt x="0" y="868690"/>
                </a:lnTo>
                <a:lnTo>
                  <a:pt x="0" y="843143"/>
                </a:lnTo>
                <a:lnTo>
                  <a:pt x="0" y="817588"/>
                </a:lnTo>
                <a:lnTo>
                  <a:pt x="0" y="792042"/>
                </a:lnTo>
                <a:lnTo>
                  <a:pt x="0" y="766496"/>
                </a:lnTo>
                <a:lnTo>
                  <a:pt x="0" y="740940"/>
                </a:lnTo>
                <a:lnTo>
                  <a:pt x="0" y="715394"/>
                </a:lnTo>
                <a:lnTo>
                  <a:pt x="0" y="689848"/>
                </a:lnTo>
                <a:lnTo>
                  <a:pt x="0" y="664293"/>
                </a:lnTo>
                <a:lnTo>
                  <a:pt x="0" y="638747"/>
                </a:lnTo>
                <a:lnTo>
                  <a:pt x="0" y="613191"/>
                </a:lnTo>
                <a:lnTo>
                  <a:pt x="0" y="587645"/>
                </a:lnTo>
                <a:lnTo>
                  <a:pt x="0" y="562099"/>
                </a:lnTo>
                <a:lnTo>
                  <a:pt x="0" y="536543"/>
                </a:lnTo>
                <a:lnTo>
                  <a:pt x="0" y="510997"/>
                </a:lnTo>
                <a:lnTo>
                  <a:pt x="0" y="485442"/>
                </a:lnTo>
                <a:lnTo>
                  <a:pt x="0" y="459896"/>
                </a:lnTo>
                <a:lnTo>
                  <a:pt x="0" y="434350"/>
                </a:lnTo>
                <a:lnTo>
                  <a:pt x="0" y="408794"/>
                </a:lnTo>
                <a:lnTo>
                  <a:pt x="0" y="383248"/>
                </a:lnTo>
                <a:lnTo>
                  <a:pt x="0" y="357692"/>
                </a:lnTo>
                <a:lnTo>
                  <a:pt x="0" y="332146"/>
                </a:lnTo>
                <a:lnTo>
                  <a:pt x="0" y="306600"/>
                </a:lnTo>
                <a:lnTo>
                  <a:pt x="0" y="281045"/>
                </a:lnTo>
                <a:lnTo>
                  <a:pt x="0" y="255499"/>
                </a:lnTo>
                <a:lnTo>
                  <a:pt x="0" y="229953"/>
                </a:lnTo>
                <a:lnTo>
                  <a:pt x="0" y="204397"/>
                </a:lnTo>
                <a:lnTo>
                  <a:pt x="0" y="178851"/>
                </a:lnTo>
                <a:lnTo>
                  <a:pt x="0" y="153295"/>
                </a:lnTo>
                <a:lnTo>
                  <a:pt x="0" y="127749"/>
                </a:lnTo>
                <a:lnTo>
                  <a:pt x="0" y="102203"/>
                </a:lnTo>
                <a:lnTo>
                  <a:pt x="0" y="76648"/>
                </a:lnTo>
                <a:lnTo>
                  <a:pt x="0" y="51102"/>
                </a:lnTo>
                <a:lnTo>
                  <a:pt x="0" y="25546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4" name="phase-title-0">
            <a:extLst xmlns:a="http://schemas.openxmlformats.org/drawingml/2006/main">
              <a:ext uri="{FF2B5EF4-FFF2-40B4-BE49-F238E27FC236}">
                <a16:creationId xmlns:a16="http://schemas.microsoft.com/office/drawing/2014/main" id="{E7614404-3DBE-4BCA-819C-F352ED033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2496293"/>
            <a:ext cx="1428750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获取与识别</a:t>
            </a:r>
          </a:p>
        </p:txBody>
      </p:sp>
      <p:sp>
        <p:nvSpPr>
          <p:cNvPr id="5" name="phase-body-0">
            <a:extLst xmlns:a="http://schemas.openxmlformats.org/drawingml/2006/main">
              <a:ext uri="{FF2B5EF4-FFF2-40B4-BE49-F238E27FC236}">
                <a16:creationId xmlns:a16="http://schemas.microsoft.com/office/drawing/2014/main" id="{B2F3304F-FA31-4A33-A6DE-3013F56C4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2850509"/>
            <a:ext cx="1428750" cy="587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让目标对象进</a:t>
            </a:r>
          </a:p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入并形成意向</a:t>
            </a:r>
          </a:p>
        </p:txBody>
      </p:sp>
      <p:sp>
        <p:nvSpPr>
          <p:cNvPr id="6" name="action-icon-shell-0-0">
            <a:extLst xmlns:a="http://schemas.openxmlformats.org/drawingml/2006/main">
              <a:ext uri="{FF2B5EF4-FFF2-40B4-BE49-F238E27FC236}">
                <a16:creationId xmlns:a16="http://schemas.microsoft.com/office/drawing/2014/main" id="{D5320FA5-54C3-42C8-A8BF-C9D5E6CEC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2490788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5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068bb74ba82458d">
            <a:extLst>
              <a:ext uri="{96DAC541-7B7A-43D3-8B79-37D633B846F1}">
                <asvg:svgBlip xmlns:asvg="http://schemas.microsoft.com/office/drawing/2016/SVG/main" r:embed="Rd1c36a9d43df4c30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2566988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8" name="action-title-0-0">
            <a:extLst xmlns:a="http://schemas.openxmlformats.org/drawingml/2006/main">
              <a:ext uri="{FF2B5EF4-FFF2-40B4-BE49-F238E27FC236}">
                <a16:creationId xmlns:a16="http://schemas.microsoft.com/office/drawing/2014/main" id="{FFFCF14B-F44E-4D5F-A1C4-9A88FD4E7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429770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标签体系</a:t>
            </a:r>
          </a:p>
        </p:txBody>
      </p:sp>
      <p:sp>
        <p:nvSpPr>
          <p:cNvPr id="9" name="action-body-0-0">
            <a:extLst xmlns:a="http://schemas.openxmlformats.org/drawingml/2006/main">
              <a:ext uri="{FF2B5EF4-FFF2-40B4-BE49-F238E27FC236}">
                <a16:creationId xmlns:a16="http://schemas.microsoft.com/office/drawing/2014/main" id="{693BA5FC-B3DF-4395-A044-D59E5B4E8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658370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形成可识别对象</a:t>
            </a:r>
          </a:p>
        </p:txBody>
      </p:sp>
      <p:sp>
        <p:nvSpPr>
          <p:cNvPr id="10" name="action-icon-shell-0-1">
            <a:extLst xmlns:a="http://schemas.openxmlformats.org/drawingml/2006/main">
              <a:ext uri="{FF2B5EF4-FFF2-40B4-BE49-F238E27FC236}">
                <a16:creationId xmlns:a16="http://schemas.microsoft.com/office/drawing/2014/main" id="{1C5209D4-F6FB-4945-8A38-3624CD701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2490788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6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c40103edbbc41cc">
            <a:extLst>
              <a:ext uri="{96DAC541-7B7A-43D3-8B79-37D633B846F1}">
                <asvg:svgBlip xmlns:asvg="http://schemas.microsoft.com/office/drawing/2016/SVG/main" r:embed="R6ebaf0a7ca8a412c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2566988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12" name="action-title-0-1">
            <a:extLst xmlns:a="http://schemas.openxmlformats.org/drawingml/2006/main">
              <a:ext uri="{FF2B5EF4-FFF2-40B4-BE49-F238E27FC236}">
                <a16:creationId xmlns:a16="http://schemas.microsoft.com/office/drawing/2014/main" id="{0F967B50-86FE-494A-9C4F-354DE0816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429770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渠道连接</a:t>
            </a:r>
          </a:p>
        </p:txBody>
      </p:sp>
      <p:sp>
        <p:nvSpPr>
          <p:cNvPr id="13" name="action-body-0-1">
            <a:extLst xmlns:a="http://schemas.openxmlformats.org/drawingml/2006/main">
              <a:ext uri="{FF2B5EF4-FFF2-40B4-BE49-F238E27FC236}">
                <a16:creationId xmlns:a16="http://schemas.microsoft.com/office/drawing/2014/main" id="{2F242AEB-FC67-4018-BF8F-340166975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658370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连接主要触点</a:t>
            </a:r>
          </a:p>
        </p:txBody>
      </p:sp>
      <p:sp>
        <p:nvSpPr>
          <p:cNvPr id="14" name="action-icon-shell-0-2">
            <a:extLst xmlns:a="http://schemas.openxmlformats.org/drawingml/2006/main">
              <a:ext uri="{FF2B5EF4-FFF2-40B4-BE49-F238E27FC236}">
                <a16:creationId xmlns:a16="http://schemas.microsoft.com/office/drawing/2014/main" id="{5BF3B38A-C255-45AC-9205-C7C20CC02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3100388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6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e55c4377c1f488f">
            <a:extLst>
              <a:ext uri="{96DAC541-7B7A-43D3-8B79-37D633B846F1}">
                <asvg:svgBlip xmlns:asvg="http://schemas.microsoft.com/office/drawing/2016/SVG/main" r:embed="Rb4c16c5989074247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3176588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16" name="action-title-0-2">
            <a:extLst xmlns:a="http://schemas.openxmlformats.org/drawingml/2006/main">
              <a:ext uri="{FF2B5EF4-FFF2-40B4-BE49-F238E27FC236}">
                <a16:creationId xmlns:a16="http://schemas.microsoft.com/office/drawing/2014/main" id="{358D72DB-587C-4101-9701-3EACD6B0D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3039370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内容优化</a:t>
            </a:r>
          </a:p>
        </p:txBody>
      </p:sp>
      <p:sp>
        <p:nvSpPr>
          <p:cNvPr id="17" name="action-body-0-2">
            <a:extLst xmlns:a="http://schemas.openxmlformats.org/drawingml/2006/main">
              <a:ext uri="{FF2B5EF4-FFF2-40B4-BE49-F238E27FC236}">
                <a16:creationId xmlns:a16="http://schemas.microsoft.com/office/drawing/2014/main" id="{FD6D8CCA-264E-4513-8A31-332F5E68A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3267970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提高触达质量</a:t>
            </a:r>
          </a:p>
        </p:txBody>
      </p:sp>
      <p:sp>
        <p:nvSpPr>
          <p:cNvPr id="18" name="action-icon-shell-0-3">
            <a:extLst xmlns:a="http://schemas.openxmlformats.org/drawingml/2006/main">
              <a:ext uri="{FF2B5EF4-FFF2-40B4-BE49-F238E27FC236}">
                <a16:creationId xmlns:a16="http://schemas.microsoft.com/office/drawing/2014/main" id="{D07A0D7F-6538-45EB-85B6-CB0EBC2FA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3100388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7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a9cbc48c9cf4ada">
            <a:extLst>
              <a:ext uri="{96DAC541-7B7A-43D3-8B79-37D633B846F1}">
                <asvg:svgBlip xmlns:asvg="http://schemas.microsoft.com/office/drawing/2016/SVG/main" r:embed="R58afc922a88b4efe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3176588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20" name="action-title-0-3">
            <a:extLst xmlns:a="http://schemas.openxmlformats.org/drawingml/2006/main">
              <a:ext uri="{FF2B5EF4-FFF2-40B4-BE49-F238E27FC236}">
                <a16:creationId xmlns:a16="http://schemas.microsoft.com/office/drawing/2014/main" id="{62730567-5FE4-4F2B-86BA-CE37DDC3C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3039370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行为追踪</a:t>
            </a:r>
          </a:p>
        </p:txBody>
      </p:sp>
      <p:sp>
        <p:nvSpPr>
          <p:cNvPr id="21" name="action-body-0-3">
            <a:extLst xmlns:a="http://schemas.openxmlformats.org/drawingml/2006/main">
              <a:ext uri="{FF2B5EF4-FFF2-40B4-BE49-F238E27FC236}">
                <a16:creationId xmlns:a16="http://schemas.microsoft.com/office/drawing/2014/main" id="{C7914CE5-5BE2-4A6D-9403-86B319EE2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3267970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记录关键反馈</a:t>
            </a:r>
          </a:p>
        </p:txBody>
      </p:sp>
      <p:sp>
        <p:nvSpPr>
          <p:cNvPr id="22" name="phase-rail-1">
            <a:extLst xmlns:a="http://schemas.openxmlformats.org/drawingml/2006/main">
              <a:ext uri="{FF2B5EF4-FFF2-40B4-BE49-F238E27FC236}">
                <a16:creationId xmlns:a16="http://schemas.microsoft.com/office/drawing/2014/main" id="{6F90F999-835E-4381-B2E9-D5B35B859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4295775"/>
            <a:ext cx="514350" cy="1914134"/>
          </a:xfrm>
          <a:custGeom xmlns:a="http://schemas.openxmlformats.org/drawingml/2006/main">
            <a:pathLst>
              <a:path w="514350" h="1914134">
                <a:moveTo>
                  <a:pt x="0" y="0"/>
                </a:moveTo>
                <a:lnTo>
                  <a:pt x="17193" y="9554"/>
                </a:lnTo>
                <a:lnTo>
                  <a:pt x="34385" y="19098"/>
                </a:lnTo>
                <a:lnTo>
                  <a:pt x="51578" y="28651"/>
                </a:lnTo>
                <a:lnTo>
                  <a:pt x="68771" y="38205"/>
                </a:lnTo>
                <a:lnTo>
                  <a:pt x="85963" y="47758"/>
                </a:lnTo>
                <a:lnTo>
                  <a:pt x="103156" y="57302"/>
                </a:lnTo>
                <a:lnTo>
                  <a:pt x="120348" y="66856"/>
                </a:lnTo>
                <a:lnTo>
                  <a:pt x="137541" y="76410"/>
                </a:lnTo>
                <a:lnTo>
                  <a:pt x="154724" y="85963"/>
                </a:lnTo>
                <a:lnTo>
                  <a:pt x="171917" y="95507"/>
                </a:lnTo>
                <a:lnTo>
                  <a:pt x="189109" y="105061"/>
                </a:lnTo>
                <a:lnTo>
                  <a:pt x="206302" y="114614"/>
                </a:lnTo>
                <a:lnTo>
                  <a:pt x="223495" y="124168"/>
                </a:lnTo>
                <a:lnTo>
                  <a:pt x="240687" y="133712"/>
                </a:lnTo>
                <a:lnTo>
                  <a:pt x="257880" y="142484"/>
                </a:lnTo>
                <a:lnTo>
                  <a:pt x="275072" y="132931"/>
                </a:lnTo>
                <a:lnTo>
                  <a:pt x="292265" y="123377"/>
                </a:lnTo>
                <a:lnTo>
                  <a:pt x="309458" y="113833"/>
                </a:lnTo>
                <a:lnTo>
                  <a:pt x="326650" y="104280"/>
                </a:lnTo>
                <a:lnTo>
                  <a:pt x="343843" y="94726"/>
                </a:lnTo>
                <a:lnTo>
                  <a:pt x="361036" y="85173"/>
                </a:lnTo>
                <a:lnTo>
                  <a:pt x="378228" y="75629"/>
                </a:lnTo>
                <a:lnTo>
                  <a:pt x="395421" y="66075"/>
                </a:lnTo>
                <a:lnTo>
                  <a:pt x="412613" y="56521"/>
                </a:lnTo>
                <a:lnTo>
                  <a:pt x="429806" y="46968"/>
                </a:lnTo>
                <a:lnTo>
                  <a:pt x="446999" y="37424"/>
                </a:lnTo>
                <a:lnTo>
                  <a:pt x="464182" y="27870"/>
                </a:lnTo>
                <a:lnTo>
                  <a:pt x="481374" y="18317"/>
                </a:lnTo>
                <a:lnTo>
                  <a:pt x="498567" y="8763"/>
                </a:lnTo>
                <a:lnTo>
                  <a:pt x="514350" y="1619"/>
                </a:lnTo>
                <a:lnTo>
                  <a:pt x="514350" y="21279"/>
                </a:lnTo>
                <a:lnTo>
                  <a:pt x="514350" y="40948"/>
                </a:lnTo>
                <a:lnTo>
                  <a:pt x="514350" y="60617"/>
                </a:lnTo>
                <a:lnTo>
                  <a:pt x="514350" y="80286"/>
                </a:lnTo>
                <a:lnTo>
                  <a:pt x="514350" y="99955"/>
                </a:lnTo>
                <a:lnTo>
                  <a:pt x="514350" y="119615"/>
                </a:lnTo>
                <a:lnTo>
                  <a:pt x="514350" y="139284"/>
                </a:lnTo>
                <a:lnTo>
                  <a:pt x="514350" y="158953"/>
                </a:lnTo>
                <a:lnTo>
                  <a:pt x="514350" y="178622"/>
                </a:lnTo>
                <a:lnTo>
                  <a:pt x="514350" y="198282"/>
                </a:lnTo>
                <a:lnTo>
                  <a:pt x="514350" y="217951"/>
                </a:lnTo>
                <a:lnTo>
                  <a:pt x="514350" y="237620"/>
                </a:lnTo>
                <a:lnTo>
                  <a:pt x="514350" y="257289"/>
                </a:lnTo>
                <a:lnTo>
                  <a:pt x="514350" y="276958"/>
                </a:lnTo>
                <a:lnTo>
                  <a:pt x="514350" y="296618"/>
                </a:lnTo>
                <a:lnTo>
                  <a:pt x="514350" y="316287"/>
                </a:lnTo>
                <a:lnTo>
                  <a:pt x="514350" y="335956"/>
                </a:lnTo>
                <a:lnTo>
                  <a:pt x="514350" y="355625"/>
                </a:lnTo>
                <a:lnTo>
                  <a:pt x="514350" y="375295"/>
                </a:lnTo>
                <a:lnTo>
                  <a:pt x="514350" y="394954"/>
                </a:lnTo>
                <a:lnTo>
                  <a:pt x="514350" y="414623"/>
                </a:lnTo>
                <a:lnTo>
                  <a:pt x="514350" y="434292"/>
                </a:lnTo>
                <a:lnTo>
                  <a:pt x="514350" y="453961"/>
                </a:lnTo>
                <a:lnTo>
                  <a:pt x="514350" y="473621"/>
                </a:lnTo>
                <a:lnTo>
                  <a:pt x="514350" y="493290"/>
                </a:lnTo>
                <a:lnTo>
                  <a:pt x="514350" y="512959"/>
                </a:lnTo>
                <a:lnTo>
                  <a:pt x="514350" y="532628"/>
                </a:lnTo>
                <a:lnTo>
                  <a:pt x="514350" y="552298"/>
                </a:lnTo>
                <a:lnTo>
                  <a:pt x="514350" y="571957"/>
                </a:lnTo>
                <a:lnTo>
                  <a:pt x="514350" y="591626"/>
                </a:lnTo>
                <a:lnTo>
                  <a:pt x="514350" y="611295"/>
                </a:lnTo>
                <a:lnTo>
                  <a:pt x="514350" y="630965"/>
                </a:lnTo>
                <a:lnTo>
                  <a:pt x="514350" y="650624"/>
                </a:lnTo>
                <a:lnTo>
                  <a:pt x="514350" y="670293"/>
                </a:lnTo>
                <a:lnTo>
                  <a:pt x="514350" y="689962"/>
                </a:lnTo>
                <a:lnTo>
                  <a:pt x="514350" y="709632"/>
                </a:lnTo>
                <a:lnTo>
                  <a:pt x="514350" y="729301"/>
                </a:lnTo>
                <a:lnTo>
                  <a:pt x="514350" y="748960"/>
                </a:lnTo>
                <a:lnTo>
                  <a:pt x="514350" y="768629"/>
                </a:lnTo>
                <a:lnTo>
                  <a:pt x="514350" y="788299"/>
                </a:lnTo>
                <a:lnTo>
                  <a:pt x="514350" y="807968"/>
                </a:lnTo>
                <a:lnTo>
                  <a:pt x="514350" y="827637"/>
                </a:lnTo>
                <a:lnTo>
                  <a:pt x="514350" y="847296"/>
                </a:lnTo>
                <a:lnTo>
                  <a:pt x="514350" y="866966"/>
                </a:lnTo>
                <a:lnTo>
                  <a:pt x="514350" y="886635"/>
                </a:lnTo>
                <a:lnTo>
                  <a:pt x="514350" y="906304"/>
                </a:lnTo>
                <a:lnTo>
                  <a:pt x="514350" y="925963"/>
                </a:lnTo>
                <a:lnTo>
                  <a:pt x="514350" y="945632"/>
                </a:lnTo>
                <a:lnTo>
                  <a:pt x="514350" y="965302"/>
                </a:lnTo>
                <a:lnTo>
                  <a:pt x="514350" y="984971"/>
                </a:lnTo>
                <a:lnTo>
                  <a:pt x="514350" y="1004640"/>
                </a:lnTo>
                <a:lnTo>
                  <a:pt x="514350" y="1024299"/>
                </a:lnTo>
                <a:lnTo>
                  <a:pt x="514350" y="1043969"/>
                </a:lnTo>
                <a:lnTo>
                  <a:pt x="514350" y="1063638"/>
                </a:lnTo>
                <a:lnTo>
                  <a:pt x="514350" y="1083307"/>
                </a:lnTo>
                <a:lnTo>
                  <a:pt x="514350" y="1102966"/>
                </a:lnTo>
                <a:lnTo>
                  <a:pt x="514350" y="1122636"/>
                </a:lnTo>
                <a:lnTo>
                  <a:pt x="514350" y="1142305"/>
                </a:lnTo>
                <a:lnTo>
                  <a:pt x="514350" y="1161974"/>
                </a:lnTo>
                <a:lnTo>
                  <a:pt x="514350" y="1181643"/>
                </a:lnTo>
                <a:lnTo>
                  <a:pt x="514350" y="1201303"/>
                </a:lnTo>
                <a:lnTo>
                  <a:pt x="514350" y="1220972"/>
                </a:lnTo>
                <a:lnTo>
                  <a:pt x="514350" y="1240641"/>
                </a:lnTo>
                <a:lnTo>
                  <a:pt x="514350" y="1260310"/>
                </a:lnTo>
                <a:lnTo>
                  <a:pt x="514350" y="1279970"/>
                </a:lnTo>
                <a:lnTo>
                  <a:pt x="514350" y="1299639"/>
                </a:lnTo>
                <a:lnTo>
                  <a:pt x="514350" y="1319308"/>
                </a:lnTo>
                <a:lnTo>
                  <a:pt x="514350" y="1338977"/>
                </a:lnTo>
                <a:lnTo>
                  <a:pt x="514350" y="1358646"/>
                </a:lnTo>
                <a:lnTo>
                  <a:pt x="514350" y="1378306"/>
                </a:lnTo>
                <a:lnTo>
                  <a:pt x="514350" y="1397975"/>
                </a:lnTo>
                <a:lnTo>
                  <a:pt x="514350" y="1417644"/>
                </a:lnTo>
                <a:lnTo>
                  <a:pt x="514350" y="1437313"/>
                </a:lnTo>
                <a:lnTo>
                  <a:pt x="514350" y="1456982"/>
                </a:lnTo>
                <a:lnTo>
                  <a:pt x="514350" y="1476642"/>
                </a:lnTo>
                <a:lnTo>
                  <a:pt x="514350" y="1496311"/>
                </a:lnTo>
                <a:lnTo>
                  <a:pt x="514350" y="1515980"/>
                </a:lnTo>
                <a:lnTo>
                  <a:pt x="514350" y="1535649"/>
                </a:lnTo>
                <a:lnTo>
                  <a:pt x="514350" y="1555309"/>
                </a:lnTo>
                <a:lnTo>
                  <a:pt x="514350" y="1574978"/>
                </a:lnTo>
                <a:lnTo>
                  <a:pt x="514350" y="1594647"/>
                </a:lnTo>
                <a:lnTo>
                  <a:pt x="514350" y="1614316"/>
                </a:lnTo>
                <a:lnTo>
                  <a:pt x="514350" y="1633985"/>
                </a:lnTo>
                <a:lnTo>
                  <a:pt x="514350" y="1653645"/>
                </a:lnTo>
                <a:lnTo>
                  <a:pt x="514350" y="1673314"/>
                </a:lnTo>
                <a:lnTo>
                  <a:pt x="514350" y="1692983"/>
                </a:lnTo>
                <a:lnTo>
                  <a:pt x="514350" y="1712652"/>
                </a:lnTo>
                <a:lnTo>
                  <a:pt x="514350" y="1732312"/>
                </a:lnTo>
                <a:lnTo>
                  <a:pt x="514350" y="1751981"/>
                </a:lnTo>
                <a:lnTo>
                  <a:pt x="514350" y="1771650"/>
                </a:lnTo>
                <a:lnTo>
                  <a:pt x="497157" y="1781204"/>
                </a:lnTo>
                <a:lnTo>
                  <a:pt x="479965" y="1790748"/>
                </a:lnTo>
                <a:lnTo>
                  <a:pt x="462772" y="1800301"/>
                </a:lnTo>
                <a:lnTo>
                  <a:pt x="445580" y="1809855"/>
                </a:lnTo>
                <a:lnTo>
                  <a:pt x="428387" y="1819408"/>
                </a:lnTo>
                <a:lnTo>
                  <a:pt x="411194" y="1828952"/>
                </a:lnTo>
                <a:lnTo>
                  <a:pt x="394002" y="1838506"/>
                </a:lnTo>
                <a:lnTo>
                  <a:pt x="376809" y="1848060"/>
                </a:lnTo>
                <a:lnTo>
                  <a:pt x="359626" y="1857613"/>
                </a:lnTo>
                <a:lnTo>
                  <a:pt x="342433" y="1867157"/>
                </a:lnTo>
                <a:lnTo>
                  <a:pt x="325241" y="1876711"/>
                </a:lnTo>
                <a:lnTo>
                  <a:pt x="308048" y="1886264"/>
                </a:lnTo>
                <a:lnTo>
                  <a:pt x="290855" y="1895818"/>
                </a:lnTo>
                <a:lnTo>
                  <a:pt x="273663" y="1905362"/>
                </a:lnTo>
                <a:lnTo>
                  <a:pt x="256470" y="1914134"/>
                </a:lnTo>
                <a:lnTo>
                  <a:pt x="239278" y="1904581"/>
                </a:lnTo>
                <a:lnTo>
                  <a:pt x="222085" y="1895027"/>
                </a:lnTo>
                <a:lnTo>
                  <a:pt x="204892" y="1885483"/>
                </a:lnTo>
                <a:lnTo>
                  <a:pt x="187700" y="1875930"/>
                </a:lnTo>
                <a:lnTo>
                  <a:pt x="170507" y="1866376"/>
                </a:lnTo>
                <a:lnTo>
                  <a:pt x="153314" y="1856823"/>
                </a:lnTo>
                <a:lnTo>
                  <a:pt x="136122" y="1847279"/>
                </a:lnTo>
                <a:lnTo>
                  <a:pt x="118929" y="1837725"/>
                </a:lnTo>
                <a:lnTo>
                  <a:pt x="101737" y="1828171"/>
                </a:lnTo>
                <a:lnTo>
                  <a:pt x="84544" y="1818618"/>
                </a:lnTo>
                <a:lnTo>
                  <a:pt x="67351" y="1809074"/>
                </a:lnTo>
                <a:lnTo>
                  <a:pt x="50168" y="1799520"/>
                </a:lnTo>
                <a:lnTo>
                  <a:pt x="32976" y="1789967"/>
                </a:lnTo>
                <a:lnTo>
                  <a:pt x="15783" y="1780413"/>
                </a:lnTo>
                <a:lnTo>
                  <a:pt x="0" y="1770031"/>
                </a:lnTo>
                <a:lnTo>
                  <a:pt x="0" y="1750371"/>
                </a:lnTo>
                <a:lnTo>
                  <a:pt x="0" y="1730702"/>
                </a:lnTo>
                <a:lnTo>
                  <a:pt x="0" y="1711033"/>
                </a:lnTo>
                <a:lnTo>
                  <a:pt x="0" y="1691364"/>
                </a:lnTo>
                <a:lnTo>
                  <a:pt x="0" y="1671695"/>
                </a:lnTo>
                <a:lnTo>
                  <a:pt x="0" y="1652035"/>
                </a:lnTo>
                <a:lnTo>
                  <a:pt x="0" y="1632366"/>
                </a:lnTo>
                <a:lnTo>
                  <a:pt x="0" y="1612697"/>
                </a:lnTo>
                <a:lnTo>
                  <a:pt x="0" y="1593028"/>
                </a:lnTo>
                <a:lnTo>
                  <a:pt x="0" y="1573368"/>
                </a:lnTo>
                <a:lnTo>
                  <a:pt x="0" y="1553699"/>
                </a:lnTo>
                <a:lnTo>
                  <a:pt x="0" y="1534030"/>
                </a:lnTo>
                <a:lnTo>
                  <a:pt x="0" y="1514361"/>
                </a:lnTo>
                <a:lnTo>
                  <a:pt x="0" y="1494692"/>
                </a:lnTo>
                <a:lnTo>
                  <a:pt x="0" y="1475032"/>
                </a:lnTo>
                <a:lnTo>
                  <a:pt x="0" y="1455363"/>
                </a:lnTo>
                <a:lnTo>
                  <a:pt x="0" y="1435694"/>
                </a:lnTo>
                <a:lnTo>
                  <a:pt x="0" y="1416025"/>
                </a:lnTo>
                <a:lnTo>
                  <a:pt x="0" y="1396355"/>
                </a:lnTo>
                <a:lnTo>
                  <a:pt x="0" y="1376696"/>
                </a:lnTo>
                <a:lnTo>
                  <a:pt x="0" y="1357027"/>
                </a:lnTo>
                <a:lnTo>
                  <a:pt x="0" y="1337358"/>
                </a:lnTo>
                <a:lnTo>
                  <a:pt x="0" y="1317689"/>
                </a:lnTo>
                <a:lnTo>
                  <a:pt x="0" y="1298029"/>
                </a:lnTo>
                <a:lnTo>
                  <a:pt x="0" y="1278360"/>
                </a:lnTo>
                <a:lnTo>
                  <a:pt x="0" y="1258691"/>
                </a:lnTo>
                <a:lnTo>
                  <a:pt x="0" y="1239022"/>
                </a:lnTo>
                <a:lnTo>
                  <a:pt x="0" y="1219352"/>
                </a:lnTo>
                <a:lnTo>
                  <a:pt x="0" y="1199693"/>
                </a:lnTo>
                <a:lnTo>
                  <a:pt x="0" y="1180024"/>
                </a:lnTo>
                <a:lnTo>
                  <a:pt x="0" y="1160355"/>
                </a:lnTo>
                <a:lnTo>
                  <a:pt x="0" y="1140685"/>
                </a:lnTo>
                <a:lnTo>
                  <a:pt x="0" y="1121026"/>
                </a:lnTo>
                <a:lnTo>
                  <a:pt x="0" y="1101357"/>
                </a:lnTo>
                <a:lnTo>
                  <a:pt x="0" y="1081688"/>
                </a:lnTo>
                <a:lnTo>
                  <a:pt x="0" y="1062018"/>
                </a:lnTo>
                <a:lnTo>
                  <a:pt x="0" y="1042349"/>
                </a:lnTo>
                <a:lnTo>
                  <a:pt x="0" y="1022690"/>
                </a:lnTo>
                <a:lnTo>
                  <a:pt x="0" y="1003021"/>
                </a:lnTo>
                <a:lnTo>
                  <a:pt x="0" y="983351"/>
                </a:lnTo>
                <a:lnTo>
                  <a:pt x="0" y="963682"/>
                </a:lnTo>
                <a:lnTo>
                  <a:pt x="0" y="944023"/>
                </a:lnTo>
                <a:lnTo>
                  <a:pt x="0" y="924354"/>
                </a:lnTo>
                <a:lnTo>
                  <a:pt x="0" y="904685"/>
                </a:lnTo>
                <a:lnTo>
                  <a:pt x="0" y="885015"/>
                </a:lnTo>
                <a:lnTo>
                  <a:pt x="0" y="865346"/>
                </a:lnTo>
                <a:lnTo>
                  <a:pt x="0" y="845687"/>
                </a:lnTo>
                <a:lnTo>
                  <a:pt x="0" y="826018"/>
                </a:lnTo>
                <a:lnTo>
                  <a:pt x="0" y="806348"/>
                </a:lnTo>
                <a:lnTo>
                  <a:pt x="0" y="786679"/>
                </a:lnTo>
                <a:lnTo>
                  <a:pt x="0" y="767010"/>
                </a:lnTo>
                <a:lnTo>
                  <a:pt x="0" y="747351"/>
                </a:lnTo>
                <a:lnTo>
                  <a:pt x="0" y="727681"/>
                </a:lnTo>
                <a:lnTo>
                  <a:pt x="0" y="708012"/>
                </a:lnTo>
                <a:lnTo>
                  <a:pt x="0" y="688343"/>
                </a:lnTo>
                <a:lnTo>
                  <a:pt x="0" y="668684"/>
                </a:lnTo>
                <a:lnTo>
                  <a:pt x="0" y="649014"/>
                </a:lnTo>
                <a:lnTo>
                  <a:pt x="0" y="629345"/>
                </a:lnTo>
                <a:lnTo>
                  <a:pt x="0" y="609676"/>
                </a:lnTo>
                <a:lnTo>
                  <a:pt x="0" y="590007"/>
                </a:lnTo>
                <a:lnTo>
                  <a:pt x="0" y="570347"/>
                </a:lnTo>
                <a:lnTo>
                  <a:pt x="0" y="550678"/>
                </a:lnTo>
                <a:lnTo>
                  <a:pt x="0" y="531009"/>
                </a:lnTo>
                <a:lnTo>
                  <a:pt x="0" y="511340"/>
                </a:lnTo>
                <a:lnTo>
                  <a:pt x="0" y="491681"/>
                </a:lnTo>
                <a:lnTo>
                  <a:pt x="0" y="472011"/>
                </a:lnTo>
                <a:lnTo>
                  <a:pt x="0" y="452342"/>
                </a:lnTo>
                <a:lnTo>
                  <a:pt x="0" y="432673"/>
                </a:lnTo>
                <a:lnTo>
                  <a:pt x="0" y="413004"/>
                </a:lnTo>
                <a:lnTo>
                  <a:pt x="0" y="393344"/>
                </a:lnTo>
                <a:lnTo>
                  <a:pt x="0" y="373675"/>
                </a:lnTo>
                <a:lnTo>
                  <a:pt x="0" y="354006"/>
                </a:lnTo>
                <a:lnTo>
                  <a:pt x="0" y="334337"/>
                </a:lnTo>
                <a:lnTo>
                  <a:pt x="0" y="314668"/>
                </a:lnTo>
                <a:lnTo>
                  <a:pt x="0" y="295008"/>
                </a:lnTo>
                <a:lnTo>
                  <a:pt x="0" y="275339"/>
                </a:lnTo>
                <a:lnTo>
                  <a:pt x="0" y="255670"/>
                </a:lnTo>
                <a:lnTo>
                  <a:pt x="0" y="236001"/>
                </a:lnTo>
                <a:lnTo>
                  <a:pt x="0" y="216341"/>
                </a:lnTo>
                <a:lnTo>
                  <a:pt x="0" y="196672"/>
                </a:lnTo>
                <a:lnTo>
                  <a:pt x="0" y="177003"/>
                </a:lnTo>
                <a:lnTo>
                  <a:pt x="0" y="157334"/>
                </a:lnTo>
                <a:lnTo>
                  <a:pt x="0" y="137665"/>
                </a:lnTo>
                <a:lnTo>
                  <a:pt x="0" y="118005"/>
                </a:lnTo>
                <a:lnTo>
                  <a:pt x="0" y="98336"/>
                </a:lnTo>
                <a:lnTo>
                  <a:pt x="0" y="78667"/>
                </a:lnTo>
                <a:lnTo>
                  <a:pt x="0" y="58998"/>
                </a:lnTo>
                <a:lnTo>
                  <a:pt x="0" y="39338"/>
                </a:lnTo>
                <a:lnTo>
                  <a:pt x="0" y="19669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23" name="phase-title-1">
            <a:extLst xmlns:a="http://schemas.openxmlformats.org/drawingml/2006/main">
              <a:ext uri="{FF2B5EF4-FFF2-40B4-BE49-F238E27FC236}">
                <a16:creationId xmlns:a16="http://schemas.microsoft.com/office/drawing/2014/main" id="{153490BA-FAFC-4FE4-A452-7271343B3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4782293"/>
            <a:ext cx="1428750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培育与转化</a:t>
            </a:r>
          </a:p>
        </p:txBody>
      </p:sp>
      <p:sp>
        <p:nvSpPr>
          <p:cNvPr id="24" name="phase-body-1">
            <a:extLst xmlns:a="http://schemas.openxmlformats.org/drawingml/2006/main">
              <a:ext uri="{FF2B5EF4-FFF2-40B4-BE49-F238E27FC236}">
                <a16:creationId xmlns:a16="http://schemas.microsoft.com/office/drawing/2014/main" id="{6CEFBDA8-6270-4B40-9B10-4671159A6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5136509"/>
            <a:ext cx="1428750" cy="587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让有效意向沉</a:t>
            </a:r>
          </a:p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淀为长期价值</a:t>
            </a:r>
          </a:p>
        </p:txBody>
      </p:sp>
      <p:sp>
        <p:nvSpPr>
          <p:cNvPr id="25" name="action-icon-shell-1-0">
            <a:extLst xmlns:a="http://schemas.openxmlformats.org/drawingml/2006/main">
              <a:ext uri="{FF2B5EF4-FFF2-40B4-BE49-F238E27FC236}">
                <a16:creationId xmlns:a16="http://schemas.microsoft.com/office/drawing/2014/main" id="{EE590F83-F780-4741-9B4A-DC1C287F2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5081588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7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dc5d5c928b74e04">
            <a:extLst>
              <a:ext uri="{96DAC541-7B7A-43D3-8B79-37D633B846F1}">
                <asvg:svgBlip xmlns:asvg="http://schemas.microsoft.com/office/drawing/2016/SVG/main" r:embed="R2c5047479bfc4530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5157788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27" name="action-title-1-0">
            <a:extLst xmlns:a="http://schemas.openxmlformats.org/drawingml/2006/main">
              <a:ext uri="{FF2B5EF4-FFF2-40B4-BE49-F238E27FC236}">
                <a16:creationId xmlns:a16="http://schemas.microsoft.com/office/drawing/2014/main" id="{AEF9E9FB-C74D-4CB3-9174-D1607B3D8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5020570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数据打通</a:t>
            </a:r>
          </a:p>
        </p:txBody>
      </p:sp>
      <p:sp>
        <p:nvSpPr>
          <p:cNvPr id="28" name="action-body-1-0">
            <a:extLst xmlns:a="http://schemas.openxmlformats.org/drawingml/2006/main">
              <a:ext uri="{FF2B5EF4-FFF2-40B4-BE49-F238E27FC236}">
                <a16:creationId xmlns:a16="http://schemas.microsoft.com/office/drawing/2014/main" id="{FBADC3E0-CCAA-4679-A267-F4A757F47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5249170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统一分析对象</a:t>
            </a:r>
          </a:p>
        </p:txBody>
      </p:sp>
      <p:sp>
        <p:nvSpPr>
          <p:cNvPr id="29" name="action-icon-shell-1-1">
            <a:extLst xmlns:a="http://schemas.openxmlformats.org/drawingml/2006/main">
              <a:ext uri="{FF2B5EF4-FFF2-40B4-BE49-F238E27FC236}">
                <a16:creationId xmlns:a16="http://schemas.microsoft.com/office/drawing/2014/main" id="{8F76A7D6-63ED-4EB1-BCED-DCC389993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5081588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8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57c43fc75a34096">
            <a:extLst>
              <a:ext uri="{96DAC541-7B7A-43D3-8B79-37D633B846F1}">
                <asvg:svgBlip xmlns:asvg="http://schemas.microsoft.com/office/drawing/2016/SVG/main" r:embed="R9003adbf87ee4bca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5157788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31" name="action-title-1-1">
            <a:extLst xmlns:a="http://schemas.openxmlformats.org/drawingml/2006/main">
              <a:ext uri="{FF2B5EF4-FFF2-40B4-BE49-F238E27FC236}">
                <a16:creationId xmlns:a16="http://schemas.microsoft.com/office/drawing/2014/main" id="{2F91A158-3EAA-413E-B4CA-4DBF86904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5020570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自动分群</a:t>
            </a:r>
          </a:p>
        </p:txBody>
      </p:sp>
      <p:sp>
        <p:nvSpPr>
          <p:cNvPr id="32" name="action-body-1-1">
            <a:extLst xmlns:a="http://schemas.openxmlformats.org/drawingml/2006/main">
              <a:ext uri="{FF2B5EF4-FFF2-40B4-BE49-F238E27FC236}">
                <a16:creationId xmlns:a16="http://schemas.microsoft.com/office/drawing/2014/main" id="{8B12D9E3-A794-4676-8256-93AB89509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5249170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指导持续运营</a:t>
            </a:r>
          </a:p>
        </p:txBody>
      </p:sp>
      <p:sp>
        <p:nvSpPr>
          <p:cNvPr id="33" name="funnel-step-body-0">
            <a:extLst xmlns:a="http://schemas.openxmlformats.org/drawingml/2006/main">
              <a:ext uri="{FF2B5EF4-FFF2-40B4-BE49-F238E27FC236}">
                <a16:creationId xmlns:a16="http://schemas.microsoft.com/office/drawing/2014/main" id="{7BD07A55-2668-4920-BF51-8A1FA4DCC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52750" y="2514600"/>
            <a:ext cx="3331178" cy="807244"/>
          </a:xfrm>
          <a:custGeom xmlns:a="http://schemas.openxmlformats.org/drawingml/2006/main">
            <a:pathLst>
              <a:path w="3331178" h="807244">
                <a:moveTo>
                  <a:pt x="0" y="0"/>
                </a:moveTo>
                <a:lnTo>
                  <a:pt x="15011" y="27756"/>
                </a:lnTo>
                <a:lnTo>
                  <a:pt x="30032" y="55502"/>
                </a:lnTo>
                <a:lnTo>
                  <a:pt x="45044" y="83258"/>
                </a:lnTo>
                <a:lnTo>
                  <a:pt x="60065" y="111014"/>
                </a:lnTo>
                <a:lnTo>
                  <a:pt x="75076" y="138760"/>
                </a:lnTo>
                <a:lnTo>
                  <a:pt x="90087" y="166516"/>
                </a:lnTo>
                <a:lnTo>
                  <a:pt x="105108" y="194262"/>
                </a:lnTo>
                <a:lnTo>
                  <a:pt x="120120" y="222018"/>
                </a:lnTo>
                <a:lnTo>
                  <a:pt x="135141" y="249774"/>
                </a:lnTo>
                <a:lnTo>
                  <a:pt x="150152" y="277520"/>
                </a:lnTo>
                <a:lnTo>
                  <a:pt x="165164" y="305276"/>
                </a:lnTo>
                <a:lnTo>
                  <a:pt x="180184" y="333032"/>
                </a:lnTo>
                <a:lnTo>
                  <a:pt x="195196" y="360778"/>
                </a:lnTo>
                <a:lnTo>
                  <a:pt x="210217" y="388534"/>
                </a:lnTo>
                <a:lnTo>
                  <a:pt x="225228" y="416281"/>
                </a:lnTo>
                <a:lnTo>
                  <a:pt x="240249" y="444036"/>
                </a:lnTo>
                <a:lnTo>
                  <a:pt x="255260" y="471792"/>
                </a:lnTo>
                <a:lnTo>
                  <a:pt x="270272" y="499539"/>
                </a:lnTo>
                <a:lnTo>
                  <a:pt x="285293" y="527294"/>
                </a:lnTo>
                <a:lnTo>
                  <a:pt x="300304" y="555050"/>
                </a:lnTo>
                <a:lnTo>
                  <a:pt x="315325" y="582797"/>
                </a:lnTo>
                <a:lnTo>
                  <a:pt x="330337" y="610553"/>
                </a:lnTo>
                <a:lnTo>
                  <a:pt x="345348" y="638299"/>
                </a:lnTo>
                <a:lnTo>
                  <a:pt x="360369" y="666055"/>
                </a:lnTo>
                <a:lnTo>
                  <a:pt x="375380" y="693811"/>
                </a:lnTo>
                <a:lnTo>
                  <a:pt x="390401" y="721557"/>
                </a:lnTo>
                <a:lnTo>
                  <a:pt x="411366" y="743064"/>
                </a:lnTo>
                <a:lnTo>
                  <a:pt x="441579" y="752046"/>
                </a:lnTo>
                <a:lnTo>
                  <a:pt x="472526" y="758200"/>
                </a:lnTo>
                <a:lnTo>
                  <a:pt x="503701" y="763057"/>
                </a:lnTo>
                <a:lnTo>
                  <a:pt x="534991" y="767115"/>
                </a:lnTo>
                <a:lnTo>
                  <a:pt x="566347" y="770639"/>
                </a:lnTo>
                <a:lnTo>
                  <a:pt x="597741" y="773754"/>
                </a:lnTo>
                <a:lnTo>
                  <a:pt x="629174" y="776554"/>
                </a:lnTo>
                <a:lnTo>
                  <a:pt x="660625" y="779078"/>
                </a:lnTo>
                <a:lnTo>
                  <a:pt x="692096" y="781393"/>
                </a:lnTo>
                <a:lnTo>
                  <a:pt x="723576" y="783517"/>
                </a:lnTo>
                <a:lnTo>
                  <a:pt x="755075" y="785479"/>
                </a:lnTo>
                <a:lnTo>
                  <a:pt x="786575" y="787298"/>
                </a:lnTo>
                <a:lnTo>
                  <a:pt x="818083" y="788984"/>
                </a:lnTo>
                <a:lnTo>
                  <a:pt x="849592" y="790556"/>
                </a:lnTo>
                <a:lnTo>
                  <a:pt x="881120" y="792023"/>
                </a:lnTo>
                <a:lnTo>
                  <a:pt x="912638" y="793394"/>
                </a:lnTo>
                <a:lnTo>
                  <a:pt x="944166" y="794671"/>
                </a:lnTo>
                <a:lnTo>
                  <a:pt x="975703" y="795861"/>
                </a:lnTo>
                <a:lnTo>
                  <a:pt x="1007231" y="796985"/>
                </a:lnTo>
                <a:lnTo>
                  <a:pt x="1038768" y="798033"/>
                </a:lnTo>
                <a:lnTo>
                  <a:pt x="1070305" y="798995"/>
                </a:lnTo>
                <a:lnTo>
                  <a:pt x="1101852" y="799900"/>
                </a:lnTo>
                <a:lnTo>
                  <a:pt x="1133389" y="800748"/>
                </a:lnTo>
                <a:lnTo>
                  <a:pt x="1164936" y="801538"/>
                </a:lnTo>
                <a:lnTo>
                  <a:pt x="1196483" y="802262"/>
                </a:lnTo>
                <a:lnTo>
                  <a:pt x="1228030" y="802938"/>
                </a:lnTo>
                <a:lnTo>
                  <a:pt x="1259576" y="803548"/>
                </a:lnTo>
                <a:lnTo>
                  <a:pt x="1291123" y="804110"/>
                </a:lnTo>
                <a:lnTo>
                  <a:pt x="1322680" y="804624"/>
                </a:lnTo>
                <a:lnTo>
                  <a:pt x="1354226" y="805091"/>
                </a:lnTo>
                <a:lnTo>
                  <a:pt x="1385773" y="805510"/>
                </a:lnTo>
                <a:lnTo>
                  <a:pt x="1417330" y="805882"/>
                </a:lnTo>
                <a:lnTo>
                  <a:pt x="1448886" y="806206"/>
                </a:lnTo>
                <a:lnTo>
                  <a:pt x="1480433" y="806482"/>
                </a:lnTo>
                <a:lnTo>
                  <a:pt x="1511989" y="806720"/>
                </a:lnTo>
                <a:lnTo>
                  <a:pt x="1543545" y="806910"/>
                </a:lnTo>
                <a:lnTo>
                  <a:pt x="1575092" y="807063"/>
                </a:lnTo>
                <a:lnTo>
                  <a:pt x="1606648" y="807168"/>
                </a:lnTo>
                <a:lnTo>
                  <a:pt x="1638205" y="807225"/>
                </a:lnTo>
                <a:lnTo>
                  <a:pt x="1669752" y="807244"/>
                </a:lnTo>
                <a:lnTo>
                  <a:pt x="1701308" y="807215"/>
                </a:lnTo>
                <a:lnTo>
                  <a:pt x="1732864" y="807149"/>
                </a:lnTo>
                <a:lnTo>
                  <a:pt x="1764421" y="807034"/>
                </a:lnTo>
                <a:lnTo>
                  <a:pt x="1795967" y="806882"/>
                </a:lnTo>
                <a:lnTo>
                  <a:pt x="1827524" y="806682"/>
                </a:lnTo>
                <a:lnTo>
                  <a:pt x="1859080" y="806434"/>
                </a:lnTo>
                <a:lnTo>
                  <a:pt x="1890627" y="806148"/>
                </a:lnTo>
                <a:lnTo>
                  <a:pt x="1922183" y="805815"/>
                </a:lnTo>
                <a:lnTo>
                  <a:pt x="1953730" y="805434"/>
                </a:lnTo>
                <a:lnTo>
                  <a:pt x="1985286" y="805015"/>
                </a:lnTo>
                <a:lnTo>
                  <a:pt x="2016833" y="804539"/>
                </a:lnTo>
                <a:lnTo>
                  <a:pt x="2048380" y="804015"/>
                </a:lnTo>
                <a:lnTo>
                  <a:pt x="2079936" y="803443"/>
                </a:lnTo>
                <a:lnTo>
                  <a:pt x="2111483" y="802815"/>
                </a:lnTo>
                <a:lnTo>
                  <a:pt x="2143030" y="802129"/>
                </a:lnTo>
                <a:lnTo>
                  <a:pt x="2174577" y="801395"/>
                </a:lnTo>
                <a:lnTo>
                  <a:pt x="2206114" y="800595"/>
                </a:lnTo>
                <a:lnTo>
                  <a:pt x="2237661" y="799748"/>
                </a:lnTo>
                <a:lnTo>
                  <a:pt x="2269198" y="798833"/>
                </a:lnTo>
                <a:lnTo>
                  <a:pt x="2300735" y="797843"/>
                </a:lnTo>
                <a:lnTo>
                  <a:pt x="2332272" y="796785"/>
                </a:lnTo>
                <a:lnTo>
                  <a:pt x="2363810" y="795652"/>
                </a:lnTo>
                <a:lnTo>
                  <a:pt x="2395337" y="794442"/>
                </a:lnTo>
                <a:lnTo>
                  <a:pt x="2426865" y="793156"/>
                </a:lnTo>
                <a:lnTo>
                  <a:pt x="2458393" y="791766"/>
                </a:lnTo>
                <a:lnTo>
                  <a:pt x="2489911" y="790280"/>
                </a:lnTo>
                <a:lnTo>
                  <a:pt x="2521420" y="788689"/>
                </a:lnTo>
                <a:lnTo>
                  <a:pt x="2552929" y="786975"/>
                </a:lnTo>
                <a:lnTo>
                  <a:pt x="2584428" y="785136"/>
                </a:lnTo>
                <a:lnTo>
                  <a:pt x="2615917" y="783136"/>
                </a:lnTo>
                <a:lnTo>
                  <a:pt x="2647398" y="780993"/>
                </a:lnTo>
                <a:lnTo>
                  <a:pt x="2678868" y="778640"/>
                </a:lnTo>
                <a:lnTo>
                  <a:pt x="2710320" y="776059"/>
                </a:lnTo>
                <a:lnTo>
                  <a:pt x="2741743" y="773211"/>
                </a:lnTo>
                <a:lnTo>
                  <a:pt x="2773137" y="770030"/>
                </a:lnTo>
                <a:lnTo>
                  <a:pt x="2804484" y="766420"/>
                </a:lnTo>
                <a:lnTo>
                  <a:pt x="2835754" y="762238"/>
                </a:lnTo>
                <a:lnTo>
                  <a:pt x="2866901" y="757199"/>
                </a:lnTo>
                <a:lnTo>
                  <a:pt x="2897772" y="750703"/>
                </a:lnTo>
                <a:lnTo>
                  <a:pt x="2927652" y="740721"/>
                </a:lnTo>
                <a:lnTo>
                  <a:pt x="2946092" y="716490"/>
                </a:lnTo>
                <a:lnTo>
                  <a:pt x="2961113" y="688743"/>
                </a:lnTo>
                <a:lnTo>
                  <a:pt x="2976124" y="660987"/>
                </a:lnTo>
                <a:lnTo>
                  <a:pt x="2991145" y="633232"/>
                </a:lnTo>
                <a:lnTo>
                  <a:pt x="3006157" y="605485"/>
                </a:lnTo>
                <a:lnTo>
                  <a:pt x="3021168" y="577729"/>
                </a:lnTo>
                <a:lnTo>
                  <a:pt x="3036189" y="549983"/>
                </a:lnTo>
                <a:lnTo>
                  <a:pt x="3051200" y="522227"/>
                </a:lnTo>
                <a:lnTo>
                  <a:pt x="3066221" y="494471"/>
                </a:lnTo>
                <a:lnTo>
                  <a:pt x="3081233" y="466725"/>
                </a:lnTo>
                <a:lnTo>
                  <a:pt x="3096244" y="438969"/>
                </a:lnTo>
                <a:lnTo>
                  <a:pt x="3111265" y="411213"/>
                </a:lnTo>
                <a:lnTo>
                  <a:pt x="3126276" y="383467"/>
                </a:lnTo>
                <a:lnTo>
                  <a:pt x="3141297" y="355711"/>
                </a:lnTo>
                <a:lnTo>
                  <a:pt x="3156309" y="327965"/>
                </a:lnTo>
                <a:lnTo>
                  <a:pt x="3171320" y="300209"/>
                </a:lnTo>
                <a:lnTo>
                  <a:pt x="3186341" y="272453"/>
                </a:lnTo>
                <a:lnTo>
                  <a:pt x="3201353" y="244707"/>
                </a:lnTo>
                <a:lnTo>
                  <a:pt x="3216373" y="216951"/>
                </a:lnTo>
                <a:lnTo>
                  <a:pt x="3231385" y="189195"/>
                </a:lnTo>
                <a:lnTo>
                  <a:pt x="3246396" y="161449"/>
                </a:lnTo>
                <a:lnTo>
                  <a:pt x="3261417" y="133693"/>
                </a:lnTo>
                <a:lnTo>
                  <a:pt x="3276429" y="105937"/>
                </a:lnTo>
                <a:lnTo>
                  <a:pt x="3291449" y="78191"/>
                </a:lnTo>
                <a:lnTo>
                  <a:pt x="3306461" y="50435"/>
                </a:lnTo>
                <a:lnTo>
                  <a:pt x="3321472" y="22689"/>
                </a:lnTo>
                <a:lnTo>
                  <a:pt x="3331178" y="4982"/>
                </a:lnTo>
                <a:lnTo>
                  <a:pt x="3302260" y="16955"/>
                </a:lnTo>
                <a:lnTo>
                  <a:pt x="3271390" y="23451"/>
                </a:lnTo>
                <a:lnTo>
                  <a:pt x="3240224" y="28318"/>
                </a:lnTo>
                <a:lnTo>
                  <a:pt x="3208915" y="32309"/>
                </a:lnTo>
                <a:lnTo>
                  <a:pt x="3177550" y="35728"/>
                </a:lnTo>
                <a:lnTo>
                  <a:pt x="3146146" y="38757"/>
                </a:lnTo>
                <a:lnTo>
                  <a:pt x="3114704" y="41462"/>
                </a:lnTo>
                <a:lnTo>
                  <a:pt x="3083252" y="43920"/>
                </a:lnTo>
                <a:lnTo>
                  <a:pt x="3051772" y="46177"/>
                </a:lnTo>
                <a:lnTo>
                  <a:pt x="3020292" y="48254"/>
                </a:lnTo>
                <a:lnTo>
                  <a:pt x="2988793" y="50187"/>
                </a:lnTo>
                <a:lnTo>
                  <a:pt x="2957293" y="51978"/>
                </a:lnTo>
                <a:lnTo>
                  <a:pt x="2925785" y="53673"/>
                </a:lnTo>
                <a:lnTo>
                  <a:pt x="2894267" y="55255"/>
                </a:lnTo>
                <a:lnTo>
                  <a:pt x="2862748" y="56740"/>
                </a:lnTo>
                <a:lnTo>
                  <a:pt x="2831230" y="58150"/>
                </a:lnTo>
                <a:lnTo>
                  <a:pt x="2799702" y="59474"/>
                </a:lnTo>
                <a:lnTo>
                  <a:pt x="2768175" y="60731"/>
                </a:lnTo>
                <a:lnTo>
                  <a:pt x="2736647" y="61922"/>
                </a:lnTo>
                <a:lnTo>
                  <a:pt x="2705110" y="63046"/>
                </a:lnTo>
                <a:lnTo>
                  <a:pt x="2673572" y="64113"/>
                </a:lnTo>
                <a:lnTo>
                  <a:pt x="2642035" y="65132"/>
                </a:lnTo>
                <a:lnTo>
                  <a:pt x="2610498" y="66094"/>
                </a:lnTo>
                <a:lnTo>
                  <a:pt x="2578951" y="67008"/>
                </a:lnTo>
                <a:lnTo>
                  <a:pt x="2547414" y="67885"/>
                </a:lnTo>
                <a:lnTo>
                  <a:pt x="2515867" y="68704"/>
                </a:lnTo>
                <a:lnTo>
                  <a:pt x="2484330" y="69494"/>
                </a:lnTo>
                <a:lnTo>
                  <a:pt x="2452783" y="70237"/>
                </a:lnTo>
                <a:lnTo>
                  <a:pt x="2421236" y="70942"/>
                </a:lnTo>
                <a:lnTo>
                  <a:pt x="2389689" y="71609"/>
                </a:lnTo>
                <a:lnTo>
                  <a:pt x="2358142" y="72238"/>
                </a:lnTo>
                <a:lnTo>
                  <a:pt x="2326596" y="72828"/>
                </a:lnTo>
                <a:lnTo>
                  <a:pt x="2295039" y="73390"/>
                </a:lnTo>
                <a:lnTo>
                  <a:pt x="2263492" y="73924"/>
                </a:lnTo>
                <a:lnTo>
                  <a:pt x="2231946" y="74419"/>
                </a:lnTo>
                <a:lnTo>
                  <a:pt x="2200389" y="74886"/>
                </a:lnTo>
                <a:lnTo>
                  <a:pt x="2168843" y="75324"/>
                </a:lnTo>
                <a:lnTo>
                  <a:pt x="2137296" y="75724"/>
                </a:lnTo>
                <a:lnTo>
                  <a:pt x="2105739" y="76105"/>
                </a:lnTo>
                <a:lnTo>
                  <a:pt x="2074183" y="76457"/>
                </a:lnTo>
                <a:lnTo>
                  <a:pt x="2042636" y="76772"/>
                </a:lnTo>
                <a:lnTo>
                  <a:pt x="2011080" y="77067"/>
                </a:lnTo>
                <a:lnTo>
                  <a:pt x="1979533" y="77343"/>
                </a:lnTo>
                <a:lnTo>
                  <a:pt x="1947977" y="77572"/>
                </a:lnTo>
                <a:lnTo>
                  <a:pt x="1916420" y="77791"/>
                </a:lnTo>
                <a:lnTo>
                  <a:pt x="1884874" y="77972"/>
                </a:lnTo>
                <a:lnTo>
                  <a:pt x="1853317" y="78143"/>
                </a:lnTo>
                <a:lnTo>
                  <a:pt x="1821761" y="78276"/>
                </a:lnTo>
                <a:lnTo>
                  <a:pt x="1790214" y="78391"/>
                </a:lnTo>
                <a:lnTo>
                  <a:pt x="1758658" y="78467"/>
                </a:lnTo>
                <a:lnTo>
                  <a:pt x="1727102" y="78534"/>
                </a:lnTo>
                <a:lnTo>
                  <a:pt x="1695545" y="78572"/>
                </a:lnTo>
                <a:lnTo>
                  <a:pt x="1663998" y="78581"/>
                </a:lnTo>
                <a:lnTo>
                  <a:pt x="1632442" y="78562"/>
                </a:lnTo>
                <a:lnTo>
                  <a:pt x="1600886" y="78524"/>
                </a:lnTo>
                <a:lnTo>
                  <a:pt x="1569329" y="78457"/>
                </a:lnTo>
                <a:lnTo>
                  <a:pt x="1537783" y="78372"/>
                </a:lnTo>
                <a:lnTo>
                  <a:pt x="1506226" y="78257"/>
                </a:lnTo>
                <a:lnTo>
                  <a:pt x="1474670" y="78115"/>
                </a:lnTo>
                <a:lnTo>
                  <a:pt x="1443114" y="77943"/>
                </a:lnTo>
                <a:lnTo>
                  <a:pt x="1411567" y="77753"/>
                </a:lnTo>
                <a:lnTo>
                  <a:pt x="1380011" y="77534"/>
                </a:lnTo>
                <a:lnTo>
                  <a:pt x="1348454" y="77286"/>
                </a:lnTo>
                <a:lnTo>
                  <a:pt x="1316907" y="77019"/>
                </a:lnTo>
                <a:lnTo>
                  <a:pt x="1285351" y="76724"/>
                </a:lnTo>
                <a:lnTo>
                  <a:pt x="1253804" y="76391"/>
                </a:lnTo>
                <a:lnTo>
                  <a:pt x="1222248" y="76038"/>
                </a:lnTo>
                <a:lnTo>
                  <a:pt x="1190701" y="75657"/>
                </a:lnTo>
                <a:lnTo>
                  <a:pt x="1159145" y="75248"/>
                </a:lnTo>
                <a:lnTo>
                  <a:pt x="1127598" y="74809"/>
                </a:lnTo>
                <a:lnTo>
                  <a:pt x="1096042" y="74333"/>
                </a:lnTo>
                <a:lnTo>
                  <a:pt x="1064495" y="73828"/>
                </a:lnTo>
                <a:lnTo>
                  <a:pt x="1032948" y="73295"/>
                </a:lnTo>
                <a:lnTo>
                  <a:pt x="1001401" y="72723"/>
                </a:lnTo>
                <a:lnTo>
                  <a:pt x="969845" y="72123"/>
                </a:lnTo>
                <a:lnTo>
                  <a:pt x="938298" y="71485"/>
                </a:lnTo>
                <a:lnTo>
                  <a:pt x="906751" y="70809"/>
                </a:lnTo>
                <a:lnTo>
                  <a:pt x="875205" y="70104"/>
                </a:lnTo>
                <a:lnTo>
                  <a:pt x="843667" y="69352"/>
                </a:lnTo>
                <a:lnTo>
                  <a:pt x="812121" y="68561"/>
                </a:lnTo>
                <a:lnTo>
                  <a:pt x="780574" y="67723"/>
                </a:lnTo>
                <a:lnTo>
                  <a:pt x="749036" y="66846"/>
                </a:lnTo>
                <a:lnTo>
                  <a:pt x="717499" y="65923"/>
                </a:lnTo>
                <a:lnTo>
                  <a:pt x="685952" y="64951"/>
                </a:lnTo>
                <a:lnTo>
                  <a:pt x="654415" y="63922"/>
                </a:lnTo>
                <a:lnTo>
                  <a:pt x="622887" y="62846"/>
                </a:lnTo>
                <a:lnTo>
                  <a:pt x="591350" y="61703"/>
                </a:lnTo>
                <a:lnTo>
                  <a:pt x="559822" y="60503"/>
                </a:lnTo>
                <a:lnTo>
                  <a:pt x="528295" y="59236"/>
                </a:lnTo>
                <a:lnTo>
                  <a:pt x="496767" y="57902"/>
                </a:lnTo>
                <a:lnTo>
                  <a:pt x="465239" y="56483"/>
                </a:lnTo>
                <a:lnTo>
                  <a:pt x="433721" y="54978"/>
                </a:lnTo>
                <a:lnTo>
                  <a:pt x="402212" y="53369"/>
                </a:lnTo>
                <a:lnTo>
                  <a:pt x="370703" y="51664"/>
                </a:lnTo>
                <a:lnTo>
                  <a:pt x="339204" y="49844"/>
                </a:lnTo>
                <a:lnTo>
                  <a:pt x="307705" y="47892"/>
                </a:lnTo>
                <a:lnTo>
                  <a:pt x="276225" y="45777"/>
                </a:lnTo>
                <a:lnTo>
                  <a:pt x="244754" y="43491"/>
                </a:lnTo>
                <a:lnTo>
                  <a:pt x="213303" y="40986"/>
                </a:lnTo>
                <a:lnTo>
                  <a:pt x="181870" y="38224"/>
                </a:lnTo>
                <a:lnTo>
                  <a:pt x="150466" y="35147"/>
                </a:lnTo>
                <a:lnTo>
                  <a:pt x="119110" y="31633"/>
                </a:lnTo>
                <a:lnTo>
                  <a:pt x="87830" y="27499"/>
                </a:lnTo>
                <a:lnTo>
                  <a:pt x="56683" y="22422"/>
                </a:lnTo>
                <a:lnTo>
                  <a:pt x="25927" y="1544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34" name="funnel-step-cap-0">
            <a:extLst xmlns:a="http://schemas.openxmlformats.org/drawingml/2006/main">
              <a:ext uri="{FF2B5EF4-FFF2-40B4-BE49-F238E27FC236}">
                <a16:creationId xmlns:a16="http://schemas.microsoft.com/office/drawing/2014/main" id="{D67694D4-B1F9-44B0-B576-78238C02B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52750" y="2390775"/>
            <a:ext cx="33337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35" name="funnel-step-body-1">
            <a:extLst xmlns:a="http://schemas.openxmlformats.org/drawingml/2006/main">
              <a:ext uri="{FF2B5EF4-FFF2-40B4-BE49-F238E27FC236}">
                <a16:creationId xmlns:a16="http://schemas.microsoft.com/office/drawing/2014/main" id="{ED6C7C47-E5F3-493F-9DDE-4098381D4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346990" y="3424238"/>
            <a:ext cx="2543223" cy="807234"/>
          </a:xfrm>
          <a:custGeom xmlns:a="http://schemas.openxmlformats.org/drawingml/2006/main">
            <a:pathLst>
              <a:path w="2543223" h="807234">
                <a:moveTo>
                  <a:pt x="0" y="0"/>
                </a:moveTo>
                <a:lnTo>
                  <a:pt x="9735" y="23517"/>
                </a:lnTo>
                <a:lnTo>
                  <a:pt x="19479" y="47034"/>
                </a:lnTo>
                <a:lnTo>
                  <a:pt x="29213" y="70552"/>
                </a:lnTo>
                <a:lnTo>
                  <a:pt x="38957" y="94069"/>
                </a:lnTo>
                <a:lnTo>
                  <a:pt x="48692" y="117586"/>
                </a:lnTo>
                <a:lnTo>
                  <a:pt x="58436" y="141103"/>
                </a:lnTo>
                <a:lnTo>
                  <a:pt x="68170" y="164621"/>
                </a:lnTo>
                <a:lnTo>
                  <a:pt x="77915" y="188138"/>
                </a:lnTo>
                <a:lnTo>
                  <a:pt x="87649" y="211655"/>
                </a:lnTo>
                <a:lnTo>
                  <a:pt x="97393" y="235172"/>
                </a:lnTo>
                <a:lnTo>
                  <a:pt x="107128" y="258689"/>
                </a:lnTo>
                <a:lnTo>
                  <a:pt x="116872" y="282207"/>
                </a:lnTo>
                <a:lnTo>
                  <a:pt x="126606" y="305724"/>
                </a:lnTo>
                <a:lnTo>
                  <a:pt x="136341" y="329241"/>
                </a:lnTo>
                <a:lnTo>
                  <a:pt x="146085" y="352758"/>
                </a:lnTo>
                <a:lnTo>
                  <a:pt x="155819" y="376276"/>
                </a:lnTo>
                <a:lnTo>
                  <a:pt x="165564" y="399793"/>
                </a:lnTo>
                <a:lnTo>
                  <a:pt x="175298" y="423310"/>
                </a:lnTo>
                <a:lnTo>
                  <a:pt x="185042" y="446827"/>
                </a:lnTo>
                <a:lnTo>
                  <a:pt x="194777" y="470345"/>
                </a:lnTo>
                <a:lnTo>
                  <a:pt x="204521" y="493862"/>
                </a:lnTo>
                <a:lnTo>
                  <a:pt x="214255" y="517379"/>
                </a:lnTo>
                <a:lnTo>
                  <a:pt x="223999" y="540896"/>
                </a:lnTo>
                <a:lnTo>
                  <a:pt x="233734" y="564413"/>
                </a:lnTo>
                <a:lnTo>
                  <a:pt x="243478" y="587931"/>
                </a:lnTo>
                <a:lnTo>
                  <a:pt x="253213" y="611448"/>
                </a:lnTo>
                <a:lnTo>
                  <a:pt x="262947" y="634965"/>
                </a:lnTo>
                <a:lnTo>
                  <a:pt x="272691" y="658482"/>
                </a:lnTo>
                <a:lnTo>
                  <a:pt x="282426" y="682000"/>
                </a:lnTo>
                <a:lnTo>
                  <a:pt x="292170" y="705517"/>
                </a:lnTo>
                <a:lnTo>
                  <a:pt x="301762" y="729072"/>
                </a:lnTo>
                <a:lnTo>
                  <a:pt x="319764" y="745474"/>
                </a:lnTo>
                <a:lnTo>
                  <a:pt x="343805" y="753770"/>
                </a:lnTo>
                <a:lnTo>
                  <a:pt x="368541" y="759752"/>
                </a:lnTo>
                <a:lnTo>
                  <a:pt x="393544" y="764534"/>
                </a:lnTo>
                <a:lnTo>
                  <a:pt x="418671" y="768582"/>
                </a:lnTo>
                <a:lnTo>
                  <a:pt x="443884" y="772097"/>
                </a:lnTo>
                <a:lnTo>
                  <a:pt x="469144" y="775211"/>
                </a:lnTo>
                <a:lnTo>
                  <a:pt x="494443" y="778002"/>
                </a:lnTo>
                <a:lnTo>
                  <a:pt x="519770" y="780526"/>
                </a:lnTo>
                <a:lnTo>
                  <a:pt x="545125" y="782841"/>
                </a:lnTo>
                <a:lnTo>
                  <a:pt x="570490" y="784965"/>
                </a:lnTo>
                <a:lnTo>
                  <a:pt x="595865" y="786917"/>
                </a:lnTo>
                <a:lnTo>
                  <a:pt x="621259" y="788727"/>
                </a:lnTo>
                <a:lnTo>
                  <a:pt x="646652" y="790404"/>
                </a:lnTo>
                <a:lnTo>
                  <a:pt x="672065" y="791956"/>
                </a:lnTo>
                <a:lnTo>
                  <a:pt x="697478" y="793404"/>
                </a:lnTo>
                <a:lnTo>
                  <a:pt x="722890" y="794756"/>
                </a:lnTo>
                <a:lnTo>
                  <a:pt x="748313" y="796014"/>
                </a:lnTo>
                <a:lnTo>
                  <a:pt x="773744" y="797176"/>
                </a:lnTo>
                <a:lnTo>
                  <a:pt x="799176" y="798262"/>
                </a:lnTo>
                <a:lnTo>
                  <a:pt x="824608" y="799271"/>
                </a:lnTo>
                <a:lnTo>
                  <a:pt x="850049" y="800214"/>
                </a:lnTo>
                <a:lnTo>
                  <a:pt x="875481" y="801081"/>
                </a:lnTo>
                <a:lnTo>
                  <a:pt x="900922" y="801881"/>
                </a:lnTo>
                <a:lnTo>
                  <a:pt x="926373" y="802615"/>
                </a:lnTo>
                <a:lnTo>
                  <a:pt x="951814" y="803291"/>
                </a:lnTo>
                <a:lnTo>
                  <a:pt x="977265" y="803920"/>
                </a:lnTo>
                <a:lnTo>
                  <a:pt x="1002706" y="804481"/>
                </a:lnTo>
                <a:lnTo>
                  <a:pt x="1028157" y="804986"/>
                </a:lnTo>
                <a:lnTo>
                  <a:pt x="1053608" y="805434"/>
                </a:lnTo>
                <a:lnTo>
                  <a:pt x="1079059" y="805834"/>
                </a:lnTo>
                <a:lnTo>
                  <a:pt x="1104509" y="806186"/>
                </a:lnTo>
                <a:lnTo>
                  <a:pt x="1129960" y="806482"/>
                </a:lnTo>
                <a:lnTo>
                  <a:pt x="1155411" y="806729"/>
                </a:lnTo>
                <a:lnTo>
                  <a:pt x="1180871" y="806929"/>
                </a:lnTo>
                <a:lnTo>
                  <a:pt x="1206322" y="807082"/>
                </a:lnTo>
                <a:lnTo>
                  <a:pt x="1231773" y="807177"/>
                </a:lnTo>
                <a:lnTo>
                  <a:pt x="1257233" y="807234"/>
                </a:lnTo>
                <a:lnTo>
                  <a:pt x="1282684" y="807234"/>
                </a:lnTo>
                <a:lnTo>
                  <a:pt x="1308135" y="807196"/>
                </a:lnTo>
                <a:lnTo>
                  <a:pt x="1333595" y="807101"/>
                </a:lnTo>
                <a:lnTo>
                  <a:pt x="1359046" y="806968"/>
                </a:lnTo>
                <a:lnTo>
                  <a:pt x="1384497" y="806777"/>
                </a:lnTo>
                <a:lnTo>
                  <a:pt x="1409957" y="806539"/>
                </a:lnTo>
                <a:lnTo>
                  <a:pt x="1435408" y="806253"/>
                </a:lnTo>
                <a:lnTo>
                  <a:pt x="1460859" y="805910"/>
                </a:lnTo>
                <a:lnTo>
                  <a:pt x="1486310" y="805520"/>
                </a:lnTo>
                <a:lnTo>
                  <a:pt x="1511760" y="805082"/>
                </a:lnTo>
                <a:lnTo>
                  <a:pt x="1537211" y="804586"/>
                </a:lnTo>
                <a:lnTo>
                  <a:pt x="1562652" y="804043"/>
                </a:lnTo>
                <a:lnTo>
                  <a:pt x="1588103" y="803434"/>
                </a:lnTo>
                <a:lnTo>
                  <a:pt x="1613545" y="802767"/>
                </a:lnTo>
                <a:lnTo>
                  <a:pt x="1638995" y="802043"/>
                </a:lnTo>
                <a:lnTo>
                  <a:pt x="1664437" y="801253"/>
                </a:lnTo>
                <a:lnTo>
                  <a:pt x="1689878" y="800395"/>
                </a:lnTo>
                <a:lnTo>
                  <a:pt x="1715310" y="799481"/>
                </a:lnTo>
                <a:lnTo>
                  <a:pt x="1740741" y="798481"/>
                </a:lnTo>
                <a:lnTo>
                  <a:pt x="1766173" y="797414"/>
                </a:lnTo>
                <a:lnTo>
                  <a:pt x="1791605" y="796261"/>
                </a:lnTo>
                <a:lnTo>
                  <a:pt x="1817027" y="795023"/>
                </a:lnTo>
                <a:lnTo>
                  <a:pt x="1842449" y="793699"/>
                </a:lnTo>
                <a:lnTo>
                  <a:pt x="1867862" y="792270"/>
                </a:lnTo>
                <a:lnTo>
                  <a:pt x="1893275" y="790737"/>
                </a:lnTo>
                <a:lnTo>
                  <a:pt x="1918668" y="789089"/>
                </a:lnTo>
                <a:lnTo>
                  <a:pt x="1944062" y="787308"/>
                </a:lnTo>
                <a:lnTo>
                  <a:pt x="1969446" y="785384"/>
                </a:lnTo>
                <a:lnTo>
                  <a:pt x="1994811" y="783307"/>
                </a:lnTo>
                <a:lnTo>
                  <a:pt x="2020167" y="781040"/>
                </a:lnTo>
                <a:lnTo>
                  <a:pt x="2045494" y="778554"/>
                </a:lnTo>
                <a:lnTo>
                  <a:pt x="2070802" y="775821"/>
                </a:lnTo>
                <a:lnTo>
                  <a:pt x="2096081" y="772782"/>
                </a:lnTo>
                <a:lnTo>
                  <a:pt x="2121303" y="769363"/>
                </a:lnTo>
                <a:lnTo>
                  <a:pt x="2146449" y="765439"/>
                </a:lnTo>
                <a:lnTo>
                  <a:pt x="2171481" y="760828"/>
                </a:lnTo>
                <a:lnTo>
                  <a:pt x="2196294" y="755161"/>
                </a:lnTo>
                <a:lnTo>
                  <a:pt x="2220563" y="747532"/>
                </a:lnTo>
                <a:lnTo>
                  <a:pt x="2241756" y="734063"/>
                </a:lnTo>
                <a:lnTo>
                  <a:pt x="2251053" y="710470"/>
                </a:lnTo>
                <a:lnTo>
                  <a:pt x="2260797" y="686953"/>
                </a:lnTo>
                <a:lnTo>
                  <a:pt x="2270531" y="663435"/>
                </a:lnTo>
                <a:lnTo>
                  <a:pt x="2280266" y="639918"/>
                </a:lnTo>
                <a:lnTo>
                  <a:pt x="2290010" y="616401"/>
                </a:lnTo>
                <a:lnTo>
                  <a:pt x="2299745" y="592884"/>
                </a:lnTo>
                <a:lnTo>
                  <a:pt x="2309489" y="569366"/>
                </a:lnTo>
                <a:lnTo>
                  <a:pt x="2319223" y="545849"/>
                </a:lnTo>
                <a:lnTo>
                  <a:pt x="2328967" y="522332"/>
                </a:lnTo>
                <a:lnTo>
                  <a:pt x="2338702" y="498815"/>
                </a:lnTo>
                <a:lnTo>
                  <a:pt x="2348446" y="475298"/>
                </a:lnTo>
                <a:lnTo>
                  <a:pt x="2358180" y="451780"/>
                </a:lnTo>
                <a:lnTo>
                  <a:pt x="2367925" y="428263"/>
                </a:lnTo>
                <a:lnTo>
                  <a:pt x="2377659" y="404746"/>
                </a:lnTo>
                <a:lnTo>
                  <a:pt x="2387403" y="381229"/>
                </a:lnTo>
                <a:lnTo>
                  <a:pt x="2397138" y="357711"/>
                </a:lnTo>
                <a:lnTo>
                  <a:pt x="2406872" y="334194"/>
                </a:lnTo>
                <a:lnTo>
                  <a:pt x="2416616" y="310677"/>
                </a:lnTo>
                <a:lnTo>
                  <a:pt x="2426351" y="287160"/>
                </a:lnTo>
                <a:lnTo>
                  <a:pt x="2436095" y="263633"/>
                </a:lnTo>
                <a:lnTo>
                  <a:pt x="2445829" y="240125"/>
                </a:lnTo>
                <a:lnTo>
                  <a:pt x="2455574" y="216598"/>
                </a:lnTo>
                <a:lnTo>
                  <a:pt x="2465308" y="193081"/>
                </a:lnTo>
                <a:lnTo>
                  <a:pt x="2475052" y="169564"/>
                </a:lnTo>
                <a:lnTo>
                  <a:pt x="2484787" y="146047"/>
                </a:lnTo>
                <a:lnTo>
                  <a:pt x="2494531" y="122530"/>
                </a:lnTo>
                <a:lnTo>
                  <a:pt x="2504265" y="99012"/>
                </a:lnTo>
                <a:lnTo>
                  <a:pt x="2514009" y="75495"/>
                </a:lnTo>
                <a:lnTo>
                  <a:pt x="2523744" y="51978"/>
                </a:lnTo>
                <a:lnTo>
                  <a:pt x="2533479" y="28461"/>
                </a:lnTo>
                <a:lnTo>
                  <a:pt x="2543223" y="4943"/>
                </a:lnTo>
                <a:lnTo>
                  <a:pt x="2531259" y="13068"/>
                </a:lnTo>
                <a:lnTo>
                  <a:pt x="2507132" y="21117"/>
                </a:lnTo>
                <a:lnTo>
                  <a:pt x="2482310" y="26718"/>
                </a:lnTo>
                <a:lnTo>
                  <a:pt x="2457250" y="31156"/>
                </a:lnTo>
                <a:lnTo>
                  <a:pt x="2432075" y="34909"/>
                </a:lnTo>
                <a:lnTo>
                  <a:pt x="2406825" y="38176"/>
                </a:lnTo>
                <a:lnTo>
                  <a:pt x="2381545" y="41081"/>
                </a:lnTo>
                <a:lnTo>
                  <a:pt x="2356218" y="43701"/>
                </a:lnTo>
                <a:lnTo>
                  <a:pt x="2330882" y="46091"/>
                </a:lnTo>
                <a:lnTo>
                  <a:pt x="2305517" y="48292"/>
                </a:lnTo>
                <a:lnTo>
                  <a:pt x="2280152" y="50321"/>
                </a:lnTo>
                <a:lnTo>
                  <a:pt x="2254768" y="52207"/>
                </a:lnTo>
                <a:lnTo>
                  <a:pt x="2229374" y="53969"/>
                </a:lnTo>
                <a:lnTo>
                  <a:pt x="2203971" y="55616"/>
                </a:lnTo>
                <a:lnTo>
                  <a:pt x="2178568" y="57160"/>
                </a:lnTo>
                <a:lnTo>
                  <a:pt x="2153155" y="58617"/>
                </a:lnTo>
                <a:lnTo>
                  <a:pt x="2127733" y="59998"/>
                </a:lnTo>
                <a:lnTo>
                  <a:pt x="2102310" y="61293"/>
                </a:lnTo>
                <a:lnTo>
                  <a:pt x="2076888" y="62513"/>
                </a:lnTo>
                <a:lnTo>
                  <a:pt x="2051456" y="63675"/>
                </a:lnTo>
                <a:lnTo>
                  <a:pt x="2026034" y="64770"/>
                </a:lnTo>
                <a:lnTo>
                  <a:pt x="2000593" y="65799"/>
                </a:lnTo>
                <a:lnTo>
                  <a:pt x="1975161" y="66780"/>
                </a:lnTo>
                <a:lnTo>
                  <a:pt x="1949729" y="67713"/>
                </a:lnTo>
                <a:lnTo>
                  <a:pt x="1924288" y="68590"/>
                </a:lnTo>
                <a:lnTo>
                  <a:pt x="1898847" y="69428"/>
                </a:lnTo>
                <a:lnTo>
                  <a:pt x="1873406" y="70209"/>
                </a:lnTo>
                <a:lnTo>
                  <a:pt x="1847964" y="70961"/>
                </a:lnTo>
                <a:lnTo>
                  <a:pt x="1822514" y="71657"/>
                </a:lnTo>
                <a:lnTo>
                  <a:pt x="1797072" y="72323"/>
                </a:lnTo>
                <a:lnTo>
                  <a:pt x="1771621" y="72942"/>
                </a:lnTo>
                <a:lnTo>
                  <a:pt x="1746180" y="73523"/>
                </a:lnTo>
                <a:lnTo>
                  <a:pt x="1720729" y="74076"/>
                </a:lnTo>
                <a:lnTo>
                  <a:pt x="1695279" y="74590"/>
                </a:lnTo>
                <a:lnTo>
                  <a:pt x="1669828" y="75067"/>
                </a:lnTo>
                <a:lnTo>
                  <a:pt x="1644377" y="75514"/>
                </a:lnTo>
                <a:lnTo>
                  <a:pt x="1618926" y="75933"/>
                </a:lnTo>
                <a:lnTo>
                  <a:pt x="1593475" y="76314"/>
                </a:lnTo>
                <a:lnTo>
                  <a:pt x="1568025" y="76667"/>
                </a:lnTo>
                <a:lnTo>
                  <a:pt x="1542574" y="76991"/>
                </a:lnTo>
                <a:lnTo>
                  <a:pt x="1517123" y="77276"/>
                </a:lnTo>
                <a:lnTo>
                  <a:pt x="1491672" y="77534"/>
                </a:lnTo>
                <a:lnTo>
                  <a:pt x="1466212" y="77762"/>
                </a:lnTo>
                <a:lnTo>
                  <a:pt x="1440761" y="77962"/>
                </a:lnTo>
                <a:lnTo>
                  <a:pt x="1415310" y="78134"/>
                </a:lnTo>
                <a:lnTo>
                  <a:pt x="1389859" y="78286"/>
                </a:lnTo>
                <a:lnTo>
                  <a:pt x="1364399" y="78400"/>
                </a:lnTo>
                <a:lnTo>
                  <a:pt x="1338948" y="78486"/>
                </a:lnTo>
                <a:lnTo>
                  <a:pt x="1313498" y="78543"/>
                </a:lnTo>
                <a:lnTo>
                  <a:pt x="1288037" y="78572"/>
                </a:lnTo>
                <a:lnTo>
                  <a:pt x="1262586" y="78572"/>
                </a:lnTo>
                <a:lnTo>
                  <a:pt x="1237136" y="78553"/>
                </a:lnTo>
                <a:lnTo>
                  <a:pt x="1211675" y="78505"/>
                </a:lnTo>
                <a:lnTo>
                  <a:pt x="1186224" y="78419"/>
                </a:lnTo>
                <a:lnTo>
                  <a:pt x="1160774" y="78305"/>
                </a:lnTo>
                <a:lnTo>
                  <a:pt x="1135313" y="78172"/>
                </a:lnTo>
                <a:lnTo>
                  <a:pt x="1109863" y="78000"/>
                </a:lnTo>
                <a:lnTo>
                  <a:pt x="1084412" y="77810"/>
                </a:lnTo>
                <a:lnTo>
                  <a:pt x="1058951" y="77581"/>
                </a:lnTo>
                <a:lnTo>
                  <a:pt x="1033501" y="77333"/>
                </a:lnTo>
                <a:lnTo>
                  <a:pt x="1008050" y="77048"/>
                </a:lnTo>
                <a:lnTo>
                  <a:pt x="982599" y="76733"/>
                </a:lnTo>
                <a:lnTo>
                  <a:pt x="957148" y="76391"/>
                </a:lnTo>
                <a:lnTo>
                  <a:pt x="931697" y="76010"/>
                </a:lnTo>
                <a:lnTo>
                  <a:pt x="906247" y="75609"/>
                </a:lnTo>
                <a:lnTo>
                  <a:pt x="880796" y="75171"/>
                </a:lnTo>
                <a:lnTo>
                  <a:pt x="855345" y="74695"/>
                </a:lnTo>
                <a:lnTo>
                  <a:pt x="829894" y="74190"/>
                </a:lnTo>
                <a:lnTo>
                  <a:pt x="804443" y="73647"/>
                </a:lnTo>
                <a:lnTo>
                  <a:pt x="779002" y="73066"/>
                </a:lnTo>
                <a:lnTo>
                  <a:pt x="753551" y="72457"/>
                </a:lnTo>
                <a:lnTo>
                  <a:pt x="728110" y="71799"/>
                </a:lnTo>
                <a:lnTo>
                  <a:pt x="702659" y="71104"/>
                </a:lnTo>
                <a:lnTo>
                  <a:pt x="677218" y="70371"/>
                </a:lnTo>
                <a:lnTo>
                  <a:pt x="651777" y="69590"/>
                </a:lnTo>
                <a:lnTo>
                  <a:pt x="626335" y="68771"/>
                </a:lnTo>
                <a:lnTo>
                  <a:pt x="600894" y="67904"/>
                </a:lnTo>
                <a:lnTo>
                  <a:pt x="575462" y="66980"/>
                </a:lnTo>
                <a:lnTo>
                  <a:pt x="550021" y="66008"/>
                </a:lnTo>
                <a:lnTo>
                  <a:pt x="524589" y="64989"/>
                </a:lnTo>
                <a:lnTo>
                  <a:pt x="499158" y="63903"/>
                </a:lnTo>
                <a:lnTo>
                  <a:pt x="473726" y="62760"/>
                </a:lnTo>
                <a:lnTo>
                  <a:pt x="448304" y="61551"/>
                </a:lnTo>
                <a:lnTo>
                  <a:pt x="422881" y="60274"/>
                </a:lnTo>
                <a:lnTo>
                  <a:pt x="397469" y="58922"/>
                </a:lnTo>
                <a:lnTo>
                  <a:pt x="372056" y="57483"/>
                </a:lnTo>
                <a:lnTo>
                  <a:pt x="346643" y="55950"/>
                </a:lnTo>
                <a:lnTo>
                  <a:pt x="321240" y="54321"/>
                </a:lnTo>
                <a:lnTo>
                  <a:pt x="295847" y="52588"/>
                </a:lnTo>
                <a:lnTo>
                  <a:pt x="270462" y="50730"/>
                </a:lnTo>
                <a:lnTo>
                  <a:pt x="245088" y="48730"/>
                </a:lnTo>
                <a:lnTo>
                  <a:pt x="219723" y="46568"/>
                </a:lnTo>
                <a:lnTo>
                  <a:pt x="194377" y="44225"/>
                </a:lnTo>
                <a:lnTo>
                  <a:pt x="169050" y="41653"/>
                </a:lnTo>
                <a:lnTo>
                  <a:pt x="143761" y="38814"/>
                </a:lnTo>
                <a:lnTo>
                  <a:pt x="118501" y="35633"/>
                </a:lnTo>
                <a:lnTo>
                  <a:pt x="93316" y="31994"/>
                </a:lnTo>
                <a:lnTo>
                  <a:pt x="68218" y="27727"/>
                </a:lnTo>
                <a:lnTo>
                  <a:pt x="43329" y="22431"/>
                </a:lnTo>
                <a:lnTo>
                  <a:pt x="18955" y="15126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36" name="funnel-step-cap-1">
            <a:extLst xmlns:a="http://schemas.openxmlformats.org/drawingml/2006/main">
              <a:ext uri="{FF2B5EF4-FFF2-40B4-BE49-F238E27FC236}">
                <a16:creationId xmlns:a16="http://schemas.microsoft.com/office/drawing/2014/main" id="{CDDDB04D-9A59-45AA-8B5F-1F5FC5B8C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346999" y="3300413"/>
            <a:ext cx="2545261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37" name="funnel-step-body-2">
            <a:extLst xmlns:a="http://schemas.openxmlformats.org/drawingml/2006/main">
              <a:ext uri="{FF2B5EF4-FFF2-40B4-BE49-F238E27FC236}">
                <a16:creationId xmlns:a16="http://schemas.microsoft.com/office/drawing/2014/main" id="{F5A67D15-6DC1-49FA-A41A-72DFE9CD1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648742" y="4333875"/>
            <a:ext cx="1938547" cy="807234"/>
          </a:xfrm>
          <a:custGeom xmlns:a="http://schemas.openxmlformats.org/drawingml/2006/main">
            <a:pathLst>
              <a:path w="1938547" h="807234">
                <a:moveTo>
                  <a:pt x="0" y="0"/>
                </a:moveTo>
                <a:lnTo>
                  <a:pt x="7268" y="19288"/>
                </a:lnTo>
                <a:lnTo>
                  <a:pt x="14535" y="38576"/>
                </a:lnTo>
                <a:lnTo>
                  <a:pt x="21803" y="57864"/>
                </a:lnTo>
                <a:lnTo>
                  <a:pt x="29061" y="77153"/>
                </a:lnTo>
                <a:lnTo>
                  <a:pt x="36328" y="96441"/>
                </a:lnTo>
                <a:lnTo>
                  <a:pt x="43596" y="115719"/>
                </a:lnTo>
                <a:lnTo>
                  <a:pt x="50864" y="135007"/>
                </a:lnTo>
                <a:lnTo>
                  <a:pt x="58131" y="154295"/>
                </a:lnTo>
                <a:lnTo>
                  <a:pt x="65399" y="173584"/>
                </a:lnTo>
                <a:lnTo>
                  <a:pt x="72657" y="192872"/>
                </a:lnTo>
                <a:lnTo>
                  <a:pt x="79924" y="212160"/>
                </a:lnTo>
                <a:lnTo>
                  <a:pt x="87192" y="231448"/>
                </a:lnTo>
                <a:lnTo>
                  <a:pt x="94459" y="250736"/>
                </a:lnTo>
                <a:lnTo>
                  <a:pt x="101727" y="270024"/>
                </a:lnTo>
                <a:lnTo>
                  <a:pt x="108995" y="289312"/>
                </a:lnTo>
                <a:lnTo>
                  <a:pt x="116262" y="308591"/>
                </a:lnTo>
                <a:lnTo>
                  <a:pt x="123520" y="327879"/>
                </a:lnTo>
                <a:lnTo>
                  <a:pt x="130788" y="347167"/>
                </a:lnTo>
                <a:lnTo>
                  <a:pt x="138055" y="366455"/>
                </a:lnTo>
                <a:lnTo>
                  <a:pt x="145323" y="385743"/>
                </a:lnTo>
                <a:lnTo>
                  <a:pt x="152591" y="405032"/>
                </a:lnTo>
                <a:lnTo>
                  <a:pt x="159858" y="424320"/>
                </a:lnTo>
                <a:lnTo>
                  <a:pt x="167116" y="443608"/>
                </a:lnTo>
                <a:lnTo>
                  <a:pt x="174384" y="462896"/>
                </a:lnTo>
                <a:lnTo>
                  <a:pt x="181651" y="482184"/>
                </a:lnTo>
                <a:lnTo>
                  <a:pt x="188919" y="501472"/>
                </a:lnTo>
                <a:lnTo>
                  <a:pt x="196186" y="520751"/>
                </a:lnTo>
                <a:lnTo>
                  <a:pt x="203454" y="540039"/>
                </a:lnTo>
                <a:lnTo>
                  <a:pt x="210722" y="559327"/>
                </a:lnTo>
                <a:lnTo>
                  <a:pt x="217980" y="578615"/>
                </a:lnTo>
                <a:lnTo>
                  <a:pt x="225247" y="597903"/>
                </a:lnTo>
                <a:lnTo>
                  <a:pt x="232515" y="617191"/>
                </a:lnTo>
                <a:lnTo>
                  <a:pt x="239782" y="636480"/>
                </a:lnTo>
                <a:lnTo>
                  <a:pt x="247050" y="655768"/>
                </a:lnTo>
                <a:lnTo>
                  <a:pt x="254318" y="675056"/>
                </a:lnTo>
                <a:lnTo>
                  <a:pt x="261576" y="694344"/>
                </a:lnTo>
                <a:lnTo>
                  <a:pt x="268843" y="713632"/>
                </a:lnTo>
                <a:lnTo>
                  <a:pt x="275358" y="733101"/>
                </a:lnTo>
                <a:lnTo>
                  <a:pt x="290046" y="747017"/>
                </a:lnTo>
                <a:lnTo>
                  <a:pt x="308877" y="755342"/>
                </a:lnTo>
                <a:lnTo>
                  <a:pt x="328536" y="761495"/>
                </a:lnTo>
                <a:lnTo>
                  <a:pt x="348539" y="766458"/>
                </a:lnTo>
                <a:lnTo>
                  <a:pt x="368722" y="770649"/>
                </a:lnTo>
                <a:lnTo>
                  <a:pt x="389011" y="774287"/>
                </a:lnTo>
                <a:lnTo>
                  <a:pt x="409365" y="777507"/>
                </a:lnTo>
                <a:lnTo>
                  <a:pt x="429768" y="780383"/>
                </a:lnTo>
                <a:lnTo>
                  <a:pt x="450218" y="782984"/>
                </a:lnTo>
                <a:lnTo>
                  <a:pt x="470697" y="785346"/>
                </a:lnTo>
                <a:lnTo>
                  <a:pt x="491185" y="787498"/>
                </a:lnTo>
                <a:lnTo>
                  <a:pt x="511702" y="789480"/>
                </a:lnTo>
                <a:lnTo>
                  <a:pt x="532238" y="791299"/>
                </a:lnTo>
                <a:lnTo>
                  <a:pt x="552774" y="792975"/>
                </a:lnTo>
                <a:lnTo>
                  <a:pt x="573329" y="794518"/>
                </a:lnTo>
                <a:lnTo>
                  <a:pt x="593893" y="795947"/>
                </a:lnTo>
                <a:lnTo>
                  <a:pt x="614458" y="797262"/>
                </a:lnTo>
                <a:lnTo>
                  <a:pt x="635032" y="798471"/>
                </a:lnTo>
                <a:lnTo>
                  <a:pt x="655615" y="799595"/>
                </a:lnTo>
                <a:lnTo>
                  <a:pt x="676199" y="800614"/>
                </a:lnTo>
                <a:lnTo>
                  <a:pt x="696792" y="801557"/>
                </a:lnTo>
                <a:lnTo>
                  <a:pt x="717385" y="802415"/>
                </a:lnTo>
                <a:lnTo>
                  <a:pt x="737978" y="803196"/>
                </a:lnTo>
                <a:lnTo>
                  <a:pt x="758571" y="803900"/>
                </a:lnTo>
                <a:lnTo>
                  <a:pt x="779174" y="804529"/>
                </a:lnTo>
                <a:lnTo>
                  <a:pt x="799776" y="805091"/>
                </a:lnTo>
                <a:lnTo>
                  <a:pt x="820379" y="805586"/>
                </a:lnTo>
                <a:lnTo>
                  <a:pt x="840991" y="806015"/>
                </a:lnTo>
                <a:lnTo>
                  <a:pt x="861593" y="806377"/>
                </a:lnTo>
                <a:lnTo>
                  <a:pt x="882206" y="806672"/>
                </a:lnTo>
                <a:lnTo>
                  <a:pt x="902818" y="806910"/>
                </a:lnTo>
                <a:lnTo>
                  <a:pt x="923420" y="807082"/>
                </a:lnTo>
                <a:lnTo>
                  <a:pt x="944032" y="807187"/>
                </a:lnTo>
                <a:lnTo>
                  <a:pt x="964644" y="807234"/>
                </a:lnTo>
                <a:lnTo>
                  <a:pt x="985256" y="807225"/>
                </a:lnTo>
                <a:lnTo>
                  <a:pt x="1005869" y="807149"/>
                </a:lnTo>
                <a:lnTo>
                  <a:pt x="1026471" y="807015"/>
                </a:lnTo>
                <a:lnTo>
                  <a:pt x="1047083" y="806825"/>
                </a:lnTo>
                <a:lnTo>
                  <a:pt x="1067695" y="806567"/>
                </a:lnTo>
                <a:lnTo>
                  <a:pt x="1088298" y="806244"/>
                </a:lnTo>
                <a:lnTo>
                  <a:pt x="1108910" y="805853"/>
                </a:lnTo>
                <a:lnTo>
                  <a:pt x="1129513" y="805396"/>
                </a:lnTo>
                <a:lnTo>
                  <a:pt x="1150115" y="804882"/>
                </a:lnTo>
                <a:lnTo>
                  <a:pt x="1170718" y="804291"/>
                </a:lnTo>
                <a:lnTo>
                  <a:pt x="1191320" y="803634"/>
                </a:lnTo>
                <a:lnTo>
                  <a:pt x="1211913" y="802900"/>
                </a:lnTo>
                <a:lnTo>
                  <a:pt x="1232516" y="802081"/>
                </a:lnTo>
                <a:lnTo>
                  <a:pt x="1253099" y="801195"/>
                </a:lnTo>
                <a:lnTo>
                  <a:pt x="1273693" y="800224"/>
                </a:lnTo>
                <a:lnTo>
                  <a:pt x="1294276" y="799167"/>
                </a:lnTo>
                <a:lnTo>
                  <a:pt x="1314850" y="798014"/>
                </a:lnTo>
                <a:lnTo>
                  <a:pt x="1335424" y="796757"/>
                </a:lnTo>
                <a:lnTo>
                  <a:pt x="1355989" y="795404"/>
                </a:lnTo>
                <a:lnTo>
                  <a:pt x="1376543" y="793928"/>
                </a:lnTo>
                <a:lnTo>
                  <a:pt x="1397098" y="792328"/>
                </a:lnTo>
                <a:lnTo>
                  <a:pt x="1417634" y="790594"/>
                </a:lnTo>
                <a:lnTo>
                  <a:pt x="1438161" y="788718"/>
                </a:lnTo>
                <a:lnTo>
                  <a:pt x="1458668" y="786670"/>
                </a:lnTo>
                <a:lnTo>
                  <a:pt x="1479156" y="784441"/>
                </a:lnTo>
                <a:lnTo>
                  <a:pt x="1499616" y="781983"/>
                </a:lnTo>
                <a:lnTo>
                  <a:pt x="1520057" y="779278"/>
                </a:lnTo>
                <a:lnTo>
                  <a:pt x="1540440" y="776278"/>
                </a:lnTo>
                <a:lnTo>
                  <a:pt x="1560776" y="772906"/>
                </a:lnTo>
                <a:lnTo>
                  <a:pt x="1581026" y="769068"/>
                </a:lnTo>
                <a:lnTo>
                  <a:pt x="1601143" y="764600"/>
                </a:lnTo>
                <a:lnTo>
                  <a:pt x="1621041" y="759247"/>
                </a:lnTo>
                <a:lnTo>
                  <a:pt x="1640481" y="752418"/>
                </a:lnTo>
                <a:lnTo>
                  <a:pt x="1658531" y="742579"/>
                </a:lnTo>
                <a:lnTo>
                  <a:pt x="1668523" y="725300"/>
                </a:lnTo>
                <a:lnTo>
                  <a:pt x="1675790" y="706012"/>
                </a:lnTo>
                <a:lnTo>
                  <a:pt x="1683058" y="686724"/>
                </a:lnTo>
                <a:lnTo>
                  <a:pt x="1690316" y="667445"/>
                </a:lnTo>
                <a:lnTo>
                  <a:pt x="1697584" y="648157"/>
                </a:lnTo>
                <a:lnTo>
                  <a:pt x="1704851" y="628869"/>
                </a:lnTo>
                <a:lnTo>
                  <a:pt x="1712119" y="609581"/>
                </a:lnTo>
                <a:lnTo>
                  <a:pt x="1719386" y="590293"/>
                </a:lnTo>
                <a:lnTo>
                  <a:pt x="1726654" y="571005"/>
                </a:lnTo>
                <a:lnTo>
                  <a:pt x="1733912" y="551717"/>
                </a:lnTo>
                <a:lnTo>
                  <a:pt x="1741180" y="532428"/>
                </a:lnTo>
                <a:lnTo>
                  <a:pt x="1748447" y="513140"/>
                </a:lnTo>
                <a:lnTo>
                  <a:pt x="1755715" y="493852"/>
                </a:lnTo>
                <a:lnTo>
                  <a:pt x="1762982" y="474574"/>
                </a:lnTo>
                <a:lnTo>
                  <a:pt x="1770250" y="455285"/>
                </a:lnTo>
                <a:lnTo>
                  <a:pt x="1777517" y="435997"/>
                </a:lnTo>
                <a:lnTo>
                  <a:pt x="1784775" y="416709"/>
                </a:lnTo>
                <a:lnTo>
                  <a:pt x="1792043" y="397421"/>
                </a:lnTo>
                <a:lnTo>
                  <a:pt x="1799311" y="378133"/>
                </a:lnTo>
                <a:lnTo>
                  <a:pt x="1806578" y="358845"/>
                </a:lnTo>
                <a:lnTo>
                  <a:pt x="1813846" y="339557"/>
                </a:lnTo>
                <a:lnTo>
                  <a:pt x="1821113" y="320269"/>
                </a:lnTo>
                <a:lnTo>
                  <a:pt x="1828381" y="300980"/>
                </a:lnTo>
                <a:lnTo>
                  <a:pt x="1835639" y="281692"/>
                </a:lnTo>
                <a:lnTo>
                  <a:pt x="1842907" y="262414"/>
                </a:lnTo>
                <a:lnTo>
                  <a:pt x="1850174" y="243126"/>
                </a:lnTo>
                <a:lnTo>
                  <a:pt x="1857442" y="223838"/>
                </a:lnTo>
                <a:lnTo>
                  <a:pt x="1864709" y="204549"/>
                </a:lnTo>
                <a:lnTo>
                  <a:pt x="1871977" y="185261"/>
                </a:lnTo>
                <a:lnTo>
                  <a:pt x="1879235" y="165973"/>
                </a:lnTo>
                <a:lnTo>
                  <a:pt x="1886502" y="146685"/>
                </a:lnTo>
                <a:lnTo>
                  <a:pt x="1893770" y="127397"/>
                </a:lnTo>
                <a:lnTo>
                  <a:pt x="1901038" y="108109"/>
                </a:lnTo>
                <a:lnTo>
                  <a:pt x="1908305" y="88821"/>
                </a:lnTo>
                <a:lnTo>
                  <a:pt x="1915573" y="69542"/>
                </a:lnTo>
                <a:lnTo>
                  <a:pt x="1922831" y="50254"/>
                </a:lnTo>
                <a:lnTo>
                  <a:pt x="1930098" y="30966"/>
                </a:lnTo>
                <a:lnTo>
                  <a:pt x="1937366" y="11678"/>
                </a:lnTo>
                <a:lnTo>
                  <a:pt x="1938547" y="7268"/>
                </a:lnTo>
                <a:lnTo>
                  <a:pt x="1921097" y="17945"/>
                </a:lnTo>
                <a:lnTo>
                  <a:pt x="1901600" y="24575"/>
                </a:lnTo>
                <a:lnTo>
                  <a:pt x="1881616" y="29632"/>
                </a:lnTo>
                <a:lnTo>
                  <a:pt x="1861433" y="33795"/>
                </a:lnTo>
                <a:lnTo>
                  <a:pt x="1841135" y="37367"/>
                </a:lnTo>
                <a:lnTo>
                  <a:pt x="1820770" y="40519"/>
                </a:lnTo>
                <a:lnTo>
                  <a:pt x="1800349" y="43339"/>
                </a:lnTo>
                <a:lnTo>
                  <a:pt x="1779899" y="45891"/>
                </a:lnTo>
                <a:lnTo>
                  <a:pt x="1759420" y="48225"/>
                </a:lnTo>
                <a:lnTo>
                  <a:pt x="1738922" y="50378"/>
                </a:lnTo>
                <a:lnTo>
                  <a:pt x="1718415" y="52378"/>
                </a:lnTo>
                <a:lnTo>
                  <a:pt x="1697888" y="54226"/>
                </a:lnTo>
                <a:lnTo>
                  <a:pt x="1677343" y="55950"/>
                </a:lnTo>
                <a:lnTo>
                  <a:pt x="1656798" y="57569"/>
                </a:lnTo>
                <a:lnTo>
                  <a:pt x="1636243" y="59084"/>
                </a:lnTo>
                <a:lnTo>
                  <a:pt x="1615688" y="60503"/>
                </a:lnTo>
                <a:lnTo>
                  <a:pt x="1595114" y="61846"/>
                </a:lnTo>
                <a:lnTo>
                  <a:pt x="1574549" y="63113"/>
                </a:lnTo>
                <a:lnTo>
                  <a:pt x="1553966" y="64303"/>
                </a:lnTo>
                <a:lnTo>
                  <a:pt x="1533392" y="65427"/>
                </a:lnTo>
                <a:lnTo>
                  <a:pt x="1512808" y="66494"/>
                </a:lnTo>
                <a:lnTo>
                  <a:pt x="1492225" y="67494"/>
                </a:lnTo>
                <a:lnTo>
                  <a:pt x="1471632" y="68437"/>
                </a:lnTo>
                <a:lnTo>
                  <a:pt x="1451039" y="69323"/>
                </a:lnTo>
                <a:lnTo>
                  <a:pt x="1430445" y="70161"/>
                </a:lnTo>
                <a:lnTo>
                  <a:pt x="1409852" y="70952"/>
                </a:lnTo>
                <a:lnTo>
                  <a:pt x="1389259" y="71695"/>
                </a:lnTo>
                <a:lnTo>
                  <a:pt x="1368657" y="72400"/>
                </a:lnTo>
                <a:lnTo>
                  <a:pt x="1348054" y="73057"/>
                </a:lnTo>
                <a:lnTo>
                  <a:pt x="1327452" y="73666"/>
                </a:lnTo>
                <a:lnTo>
                  <a:pt x="1306849" y="74238"/>
                </a:lnTo>
                <a:lnTo>
                  <a:pt x="1286246" y="74771"/>
                </a:lnTo>
                <a:lnTo>
                  <a:pt x="1265644" y="75267"/>
                </a:lnTo>
                <a:lnTo>
                  <a:pt x="1245041" y="75724"/>
                </a:lnTo>
                <a:lnTo>
                  <a:pt x="1224429" y="76143"/>
                </a:lnTo>
                <a:lnTo>
                  <a:pt x="1203827" y="76533"/>
                </a:lnTo>
                <a:lnTo>
                  <a:pt x="1183215" y="76886"/>
                </a:lnTo>
                <a:lnTo>
                  <a:pt x="1162612" y="77200"/>
                </a:lnTo>
                <a:lnTo>
                  <a:pt x="1142000" y="77486"/>
                </a:lnTo>
                <a:lnTo>
                  <a:pt x="1121388" y="77734"/>
                </a:lnTo>
                <a:lnTo>
                  <a:pt x="1100785" y="77953"/>
                </a:lnTo>
                <a:lnTo>
                  <a:pt x="1080173" y="78134"/>
                </a:lnTo>
                <a:lnTo>
                  <a:pt x="1059561" y="78286"/>
                </a:lnTo>
                <a:lnTo>
                  <a:pt x="1038949" y="78410"/>
                </a:lnTo>
                <a:lnTo>
                  <a:pt x="1018346" y="78496"/>
                </a:lnTo>
                <a:lnTo>
                  <a:pt x="997734" y="78553"/>
                </a:lnTo>
                <a:lnTo>
                  <a:pt x="977122" y="78572"/>
                </a:lnTo>
                <a:lnTo>
                  <a:pt x="956510" y="78572"/>
                </a:lnTo>
                <a:lnTo>
                  <a:pt x="935898" y="78534"/>
                </a:lnTo>
                <a:lnTo>
                  <a:pt x="915295" y="78457"/>
                </a:lnTo>
                <a:lnTo>
                  <a:pt x="894683" y="78362"/>
                </a:lnTo>
                <a:lnTo>
                  <a:pt x="874071" y="78229"/>
                </a:lnTo>
                <a:lnTo>
                  <a:pt x="853459" y="78067"/>
                </a:lnTo>
                <a:lnTo>
                  <a:pt x="832847" y="77867"/>
                </a:lnTo>
                <a:lnTo>
                  <a:pt x="812244" y="77638"/>
                </a:lnTo>
                <a:lnTo>
                  <a:pt x="791632" y="77381"/>
                </a:lnTo>
                <a:lnTo>
                  <a:pt x="771020" y="77076"/>
                </a:lnTo>
                <a:lnTo>
                  <a:pt x="750418" y="76752"/>
                </a:lnTo>
                <a:lnTo>
                  <a:pt x="729806" y="76381"/>
                </a:lnTo>
                <a:lnTo>
                  <a:pt x="709203" y="75981"/>
                </a:lnTo>
                <a:lnTo>
                  <a:pt x="688600" y="75543"/>
                </a:lnTo>
                <a:lnTo>
                  <a:pt x="667988" y="75076"/>
                </a:lnTo>
                <a:lnTo>
                  <a:pt x="647386" y="74562"/>
                </a:lnTo>
                <a:lnTo>
                  <a:pt x="626783" y="74019"/>
                </a:lnTo>
                <a:lnTo>
                  <a:pt x="606181" y="73428"/>
                </a:lnTo>
                <a:lnTo>
                  <a:pt x="585578" y="72800"/>
                </a:lnTo>
                <a:lnTo>
                  <a:pt x="564985" y="72123"/>
                </a:lnTo>
                <a:lnTo>
                  <a:pt x="544382" y="71409"/>
                </a:lnTo>
                <a:lnTo>
                  <a:pt x="523789" y="70647"/>
                </a:lnTo>
                <a:lnTo>
                  <a:pt x="503196" y="69837"/>
                </a:lnTo>
                <a:lnTo>
                  <a:pt x="482603" y="68980"/>
                </a:lnTo>
                <a:lnTo>
                  <a:pt x="462010" y="68066"/>
                </a:lnTo>
                <a:lnTo>
                  <a:pt x="441417" y="67094"/>
                </a:lnTo>
                <a:lnTo>
                  <a:pt x="420834" y="66075"/>
                </a:lnTo>
                <a:lnTo>
                  <a:pt x="400250" y="64989"/>
                </a:lnTo>
                <a:lnTo>
                  <a:pt x="379676" y="63837"/>
                </a:lnTo>
                <a:lnTo>
                  <a:pt x="359102" y="62627"/>
                </a:lnTo>
                <a:lnTo>
                  <a:pt x="338528" y="61331"/>
                </a:lnTo>
                <a:lnTo>
                  <a:pt x="317964" y="59960"/>
                </a:lnTo>
                <a:lnTo>
                  <a:pt x="297409" y="58493"/>
                </a:lnTo>
                <a:lnTo>
                  <a:pt x="276854" y="56940"/>
                </a:lnTo>
                <a:lnTo>
                  <a:pt x="256318" y="55283"/>
                </a:lnTo>
                <a:lnTo>
                  <a:pt x="235782" y="53511"/>
                </a:lnTo>
                <a:lnTo>
                  <a:pt x="215255" y="51606"/>
                </a:lnTo>
                <a:lnTo>
                  <a:pt x="194748" y="49549"/>
                </a:lnTo>
                <a:lnTo>
                  <a:pt x="174260" y="47330"/>
                </a:lnTo>
                <a:lnTo>
                  <a:pt x="153791" y="44910"/>
                </a:lnTo>
                <a:lnTo>
                  <a:pt x="133350" y="42262"/>
                </a:lnTo>
                <a:lnTo>
                  <a:pt x="112957" y="39319"/>
                </a:lnTo>
                <a:lnTo>
                  <a:pt x="92612" y="36014"/>
                </a:lnTo>
                <a:lnTo>
                  <a:pt x="72352" y="32233"/>
                </a:lnTo>
                <a:lnTo>
                  <a:pt x="52226" y="27765"/>
                </a:lnTo>
                <a:lnTo>
                  <a:pt x="32385" y="22212"/>
                </a:lnTo>
                <a:lnTo>
                  <a:pt x="13287" y="14526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38" name="funnel-step-cap-2">
            <a:extLst xmlns:a="http://schemas.openxmlformats.org/drawingml/2006/main">
              <a:ext uri="{FF2B5EF4-FFF2-40B4-BE49-F238E27FC236}">
                <a16:creationId xmlns:a16="http://schemas.microsoft.com/office/drawing/2014/main" id="{96E79CC6-64EB-43A4-A3CC-C8073EB6F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648751" y="4210050"/>
            <a:ext cx="1941747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7EAC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39" name="funnel-step-body-3">
            <a:extLst xmlns:a="http://schemas.openxmlformats.org/drawingml/2006/main">
              <a:ext uri="{FF2B5EF4-FFF2-40B4-BE49-F238E27FC236}">
                <a16:creationId xmlns:a16="http://schemas.microsoft.com/office/drawing/2014/main" id="{9CCBD863-7670-4801-81D5-A13FE763F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23252" y="5243513"/>
            <a:ext cx="1390888" cy="807234"/>
          </a:xfrm>
          <a:custGeom xmlns:a="http://schemas.openxmlformats.org/drawingml/2006/main">
            <a:pathLst>
              <a:path w="1390888" h="807234">
                <a:moveTo>
                  <a:pt x="0" y="0"/>
                </a:moveTo>
                <a:lnTo>
                  <a:pt x="6363" y="17955"/>
                </a:lnTo>
                <a:lnTo>
                  <a:pt x="12725" y="35909"/>
                </a:lnTo>
                <a:lnTo>
                  <a:pt x="19088" y="53864"/>
                </a:lnTo>
                <a:lnTo>
                  <a:pt x="25451" y="71819"/>
                </a:lnTo>
                <a:lnTo>
                  <a:pt x="31814" y="89773"/>
                </a:lnTo>
                <a:lnTo>
                  <a:pt x="38176" y="107728"/>
                </a:lnTo>
                <a:lnTo>
                  <a:pt x="44539" y="125682"/>
                </a:lnTo>
                <a:lnTo>
                  <a:pt x="50902" y="143637"/>
                </a:lnTo>
                <a:lnTo>
                  <a:pt x="57264" y="161592"/>
                </a:lnTo>
                <a:lnTo>
                  <a:pt x="63627" y="179546"/>
                </a:lnTo>
                <a:lnTo>
                  <a:pt x="69990" y="197501"/>
                </a:lnTo>
                <a:lnTo>
                  <a:pt x="76352" y="215456"/>
                </a:lnTo>
                <a:lnTo>
                  <a:pt x="82715" y="233410"/>
                </a:lnTo>
                <a:lnTo>
                  <a:pt x="89078" y="251365"/>
                </a:lnTo>
                <a:lnTo>
                  <a:pt x="95441" y="269319"/>
                </a:lnTo>
                <a:lnTo>
                  <a:pt x="101803" y="287274"/>
                </a:lnTo>
                <a:lnTo>
                  <a:pt x="108166" y="305229"/>
                </a:lnTo>
                <a:lnTo>
                  <a:pt x="114529" y="323183"/>
                </a:lnTo>
                <a:lnTo>
                  <a:pt x="120891" y="341138"/>
                </a:lnTo>
                <a:lnTo>
                  <a:pt x="127254" y="359093"/>
                </a:lnTo>
                <a:lnTo>
                  <a:pt x="133617" y="377047"/>
                </a:lnTo>
                <a:lnTo>
                  <a:pt x="139979" y="395002"/>
                </a:lnTo>
                <a:lnTo>
                  <a:pt x="146342" y="412956"/>
                </a:lnTo>
                <a:lnTo>
                  <a:pt x="152705" y="430911"/>
                </a:lnTo>
                <a:lnTo>
                  <a:pt x="159068" y="448866"/>
                </a:lnTo>
                <a:lnTo>
                  <a:pt x="165430" y="466820"/>
                </a:lnTo>
                <a:lnTo>
                  <a:pt x="171793" y="484775"/>
                </a:lnTo>
                <a:lnTo>
                  <a:pt x="178156" y="502730"/>
                </a:lnTo>
                <a:lnTo>
                  <a:pt x="184518" y="520684"/>
                </a:lnTo>
                <a:lnTo>
                  <a:pt x="190881" y="538639"/>
                </a:lnTo>
                <a:lnTo>
                  <a:pt x="197244" y="556593"/>
                </a:lnTo>
                <a:lnTo>
                  <a:pt x="203606" y="574548"/>
                </a:lnTo>
                <a:lnTo>
                  <a:pt x="209969" y="592503"/>
                </a:lnTo>
                <a:lnTo>
                  <a:pt x="216332" y="610457"/>
                </a:lnTo>
                <a:lnTo>
                  <a:pt x="222695" y="628412"/>
                </a:lnTo>
                <a:lnTo>
                  <a:pt x="229057" y="646367"/>
                </a:lnTo>
                <a:lnTo>
                  <a:pt x="235420" y="664321"/>
                </a:lnTo>
                <a:lnTo>
                  <a:pt x="241783" y="682276"/>
                </a:lnTo>
                <a:lnTo>
                  <a:pt x="248145" y="700230"/>
                </a:lnTo>
                <a:lnTo>
                  <a:pt x="254508" y="718185"/>
                </a:lnTo>
                <a:lnTo>
                  <a:pt x="259861" y="736368"/>
                </a:lnTo>
                <a:lnTo>
                  <a:pt x="272310" y="750494"/>
                </a:lnTo>
                <a:lnTo>
                  <a:pt x="288808" y="759952"/>
                </a:lnTo>
                <a:lnTo>
                  <a:pt x="306476" y="767048"/>
                </a:lnTo>
                <a:lnTo>
                  <a:pt x="324650" y="772744"/>
                </a:lnTo>
                <a:lnTo>
                  <a:pt x="343091" y="777507"/>
                </a:lnTo>
                <a:lnTo>
                  <a:pt x="361693" y="781583"/>
                </a:lnTo>
                <a:lnTo>
                  <a:pt x="380409" y="785127"/>
                </a:lnTo>
                <a:lnTo>
                  <a:pt x="399202" y="788232"/>
                </a:lnTo>
                <a:lnTo>
                  <a:pt x="418052" y="790985"/>
                </a:lnTo>
                <a:lnTo>
                  <a:pt x="436950" y="793423"/>
                </a:lnTo>
                <a:lnTo>
                  <a:pt x="455867" y="795595"/>
                </a:lnTo>
                <a:lnTo>
                  <a:pt x="474821" y="797528"/>
                </a:lnTo>
                <a:lnTo>
                  <a:pt x="493795" y="799243"/>
                </a:lnTo>
                <a:lnTo>
                  <a:pt x="512778" y="800757"/>
                </a:lnTo>
                <a:lnTo>
                  <a:pt x="531781" y="802091"/>
                </a:lnTo>
                <a:lnTo>
                  <a:pt x="550793" y="803253"/>
                </a:lnTo>
                <a:lnTo>
                  <a:pt x="569814" y="804253"/>
                </a:lnTo>
                <a:lnTo>
                  <a:pt x="588845" y="805101"/>
                </a:lnTo>
                <a:lnTo>
                  <a:pt x="607886" y="805796"/>
                </a:lnTo>
                <a:lnTo>
                  <a:pt x="626926" y="806358"/>
                </a:lnTo>
                <a:lnTo>
                  <a:pt x="645966" y="806777"/>
                </a:lnTo>
                <a:lnTo>
                  <a:pt x="665016" y="807063"/>
                </a:lnTo>
                <a:lnTo>
                  <a:pt x="684066" y="807215"/>
                </a:lnTo>
                <a:lnTo>
                  <a:pt x="703107" y="807234"/>
                </a:lnTo>
                <a:lnTo>
                  <a:pt x="722157" y="807120"/>
                </a:lnTo>
                <a:lnTo>
                  <a:pt x="741207" y="806872"/>
                </a:lnTo>
                <a:lnTo>
                  <a:pt x="760247" y="806491"/>
                </a:lnTo>
                <a:lnTo>
                  <a:pt x="779288" y="805977"/>
                </a:lnTo>
                <a:lnTo>
                  <a:pt x="798328" y="805320"/>
                </a:lnTo>
                <a:lnTo>
                  <a:pt x="817359" y="804520"/>
                </a:lnTo>
                <a:lnTo>
                  <a:pt x="836390" y="803558"/>
                </a:lnTo>
                <a:lnTo>
                  <a:pt x="855402" y="802443"/>
                </a:lnTo>
                <a:lnTo>
                  <a:pt x="874405" y="801167"/>
                </a:lnTo>
                <a:lnTo>
                  <a:pt x="893397" y="799700"/>
                </a:lnTo>
                <a:lnTo>
                  <a:pt x="912381" y="798052"/>
                </a:lnTo>
                <a:lnTo>
                  <a:pt x="931335" y="796185"/>
                </a:lnTo>
                <a:lnTo>
                  <a:pt x="950262" y="794090"/>
                </a:lnTo>
                <a:lnTo>
                  <a:pt x="969169" y="791728"/>
                </a:lnTo>
                <a:lnTo>
                  <a:pt x="988028" y="789070"/>
                </a:lnTo>
                <a:lnTo>
                  <a:pt x="1006840" y="786079"/>
                </a:lnTo>
                <a:lnTo>
                  <a:pt x="1025585" y="782669"/>
                </a:lnTo>
                <a:lnTo>
                  <a:pt x="1044226" y="778764"/>
                </a:lnTo>
                <a:lnTo>
                  <a:pt x="1062723" y="774230"/>
                </a:lnTo>
                <a:lnTo>
                  <a:pt x="1080992" y="768829"/>
                </a:lnTo>
                <a:lnTo>
                  <a:pt x="1098852" y="762219"/>
                </a:lnTo>
                <a:lnTo>
                  <a:pt x="1115816" y="753608"/>
                </a:lnTo>
                <a:lnTo>
                  <a:pt x="1130103" y="741188"/>
                </a:lnTo>
                <a:lnTo>
                  <a:pt x="1136371" y="723433"/>
                </a:lnTo>
                <a:lnTo>
                  <a:pt x="1142733" y="705479"/>
                </a:lnTo>
                <a:lnTo>
                  <a:pt x="1149096" y="687524"/>
                </a:lnTo>
                <a:lnTo>
                  <a:pt x="1155459" y="669569"/>
                </a:lnTo>
                <a:lnTo>
                  <a:pt x="1161821" y="651615"/>
                </a:lnTo>
                <a:lnTo>
                  <a:pt x="1168184" y="633660"/>
                </a:lnTo>
                <a:lnTo>
                  <a:pt x="1174547" y="615706"/>
                </a:lnTo>
                <a:lnTo>
                  <a:pt x="1180910" y="597751"/>
                </a:lnTo>
                <a:lnTo>
                  <a:pt x="1187272" y="579796"/>
                </a:lnTo>
                <a:lnTo>
                  <a:pt x="1193635" y="561842"/>
                </a:lnTo>
                <a:lnTo>
                  <a:pt x="1199998" y="543887"/>
                </a:lnTo>
                <a:lnTo>
                  <a:pt x="1206360" y="525932"/>
                </a:lnTo>
                <a:lnTo>
                  <a:pt x="1212723" y="507978"/>
                </a:lnTo>
                <a:lnTo>
                  <a:pt x="1219086" y="490023"/>
                </a:lnTo>
                <a:lnTo>
                  <a:pt x="1225448" y="472069"/>
                </a:lnTo>
                <a:lnTo>
                  <a:pt x="1231811" y="454114"/>
                </a:lnTo>
                <a:lnTo>
                  <a:pt x="1238174" y="436159"/>
                </a:lnTo>
                <a:lnTo>
                  <a:pt x="1244537" y="418205"/>
                </a:lnTo>
                <a:lnTo>
                  <a:pt x="1250899" y="400250"/>
                </a:lnTo>
                <a:lnTo>
                  <a:pt x="1257262" y="382295"/>
                </a:lnTo>
                <a:lnTo>
                  <a:pt x="1263625" y="364341"/>
                </a:lnTo>
                <a:lnTo>
                  <a:pt x="1269987" y="346386"/>
                </a:lnTo>
                <a:lnTo>
                  <a:pt x="1276350" y="328432"/>
                </a:lnTo>
                <a:lnTo>
                  <a:pt x="1282713" y="310477"/>
                </a:lnTo>
                <a:lnTo>
                  <a:pt x="1289085" y="292522"/>
                </a:lnTo>
                <a:lnTo>
                  <a:pt x="1295448" y="274568"/>
                </a:lnTo>
                <a:lnTo>
                  <a:pt x="1301810" y="256613"/>
                </a:lnTo>
                <a:lnTo>
                  <a:pt x="1308173" y="238658"/>
                </a:lnTo>
                <a:lnTo>
                  <a:pt x="1314536" y="220704"/>
                </a:lnTo>
                <a:lnTo>
                  <a:pt x="1320898" y="202749"/>
                </a:lnTo>
                <a:lnTo>
                  <a:pt x="1327261" y="184795"/>
                </a:lnTo>
                <a:lnTo>
                  <a:pt x="1333624" y="166840"/>
                </a:lnTo>
                <a:lnTo>
                  <a:pt x="1339987" y="148885"/>
                </a:lnTo>
                <a:lnTo>
                  <a:pt x="1346349" y="130931"/>
                </a:lnTo>
                <a:lnTo>
                  <a:pt x="1352712" y="112976"/>
                </a:lnTo>
                <a:lnTo>
                  <a:pt x="1359075" y="95021"/>
                </a:lnTo>
                <a:lnTo>
                  <a:pt x="1365437" y="77067"/>
                </a:lnTo>
                <a:lnTo>
                  <a:pt x="1371800" y="59112"/>
                </a:lnTo>
                <a:lnTo>
                  <a:pt x="1378163" y="41158"/>
                </a:lnTo>
                <a:lnTo>
                  <a:pt x="1384525" y="23203"/>
                </a:lnTo>
                <a:lnTo>
                  <a:pt x="1390888" y="5248"/>
                </a:lnTo>
                <a:lnTo>
                  <a:pt x="1386716" y="11630"/>
                </a:lnTo>
                <a:lnTo>
                  <a:pt x="1370648" y="21698"/>
                </a:lnTo>
                <a:lnTo>
                  <a:pt x="1352893" y="28575"/>
                </a:lnTo>
                <a:lnTo>
                  <a:pt x="1334614" y="33928"/>
                </a:lnTo>
                <a:lnTo>
                  <a:pt x="1316088" y="38376"/>
                </a:lnTo>
                <a:lnTo>
                  <a:pt x="1297429" y="42196"/>
                </a:lnTo>
                <a:lnTo>
                  <a:pt x="1278684" y="45558"/>
                </a:lnTo>
                <a:lnTo>
                  <a:pt x="1259872" y="48549"/>
                </a:lnTo>
                <a:lnTo>
                  <a:pt x="1241012" y="51245"/>
                </a:lnTo>
                <a:lnTo>
                  <a:pt x="1222124" y="53702"/>
                </a:lnTo>
                <a:lnTo>
                  <a:pt x="1203208" y="55940"/>
                </a:lnTo>
                <a:lnTo>
                  <a:pt x="1184272" y="57998"/>
                </a:lnTo>
                <a:lnTo>
                  <a:pt x="1165317" y="59893"/>
                </a:lnTo>
                <a:lnTo>
                  <a:pt x="1146353" y="61646"/>
                </a:lnTo>
                <a:lnTo>
                  <a:pt x="1127369" y="63275"/>
                </a:lnTo>
                <a:lnTo>
                  <a:pt x="1108377" y="64789"/>
                </a:lnTo>
                <a:lnTo>
                  <a:pt x="1089384" y="66180"/>
                </a:lnTo>
                <a:lnTo>
                  <a:pt x="1070381" y="67485"/>
                </a:lnTo>
                <a:lnTo>
                  <a:pt x="1051370" y="68685"/>
                </a:lnTo>
                <a:lnTo>
                  <a:pt x="1032358" y="69809"/>
                </a:lnTo>
                <a:lnTo>
                  <a:pt x="1013336" y="70847"/>
                </a:lnTo>
                <a:lnTo>
                  <a:pt x="994305" y="71799"/>
                </a:lnTo>
                <a:lnTo>
                  <a:pt x="975284" y="72685"/>
                </a:lnTo>
                <a:lnTo>
                  <a:pt x="956253" y="73495"/>
                </a:lnTo>
                <a:lnTo>
                  <a:pt x="937212" y="74247"/>
                </a:lnTo>
                <a:lnTo>
                  <a:pt x="918181" y="74924"/>
                </a:lnTo>
                <a:lnTo>
                  <a:pt x="899141" y="75533"/>
                </a:lnTo>
                <a:lnTo>
                  <a:pt x="880100" y="76095"/>
                </a:lnTo>
                <a:lnTo>
                  <a:pt x="861060" y="76591"/>
                </a:lnTo>
                <a:lnTo>
                  <a:pt x="842010" y="77029"/>
                </a:lnTo>
                <a:lnTo>
                  <a:pt x="822970" y="77410"/>
                </a:lnTo>
                <a:lnTo>
                  <a:pt x="803920" y="77734"/>
                </a:lnTo>
                <a:lnTo>
                  <a:pt x="784879" y="78010"/>
                </a:lnTo>
                <a:lnTo>
                  <a:pt x="765829" y="78229"/>
                </a:lnTo>
                <a:lnTo>
                  <a:pt x="746779" y="78400"/>
                </a:lnTo>
                <a:lnTo>
                  <a:pt x="727729" y="78505"/>
                </a:lnTo>
                <a:lnTo>
                  <a:pt x="708679" y="78562"/>
                </a:lnTo>
                <a:lnTo>
                  <a:pt x="689639" y="78572"/>
                </a:lnTo>
                <a:lnTo>
                  <a:pt x="670589" y="78524"/>
                </a:lnTo>
                <a:lnTo>
                  <a:pt x="651539" y="78429"/>
                </a:lnTo>
                <a:lnTo>
                  <a:pt x="632489" y="78286"/>
                </a:lnTo>
                <a:lnTo>
                  <a:pt x="613439" y="78086"/>
                </a:lnTo>
                <a:lnTo>
                  <a:pt x="594398" y="77819"/>
                </a:lnTo>
                <a:lnTo>
                  <a:pt x="575348" y="77514"/>
                </a:lnTo>
                <a:lnTo>
                  <a:pt x="556308" y="77143"/>
                </a:lnTo>
                <a:lnTo>
                  <a:pt x="537258" y="76724"/>
                </a:lnTo>
                <a:lnTo>
                  <a:pt x="518217" y="76248"/>
                </a:lnTo>
                <a:lnTo>
                  <a:pt x="499177" y="75705"/>
                </a:lnTo>
                <a:lnTo>
                  <a:pt x="480136" y="75105"/>
                </a:lnTo>
                <a:lnTo>
                  <a:pt x="461096" y="74447"/>
                </a:lnTo>
                <a:lnTo>
                  <a:pt x="442065" y="73724"/>
                </a:lnTo>
                <a:lnTo>
                  <a:pt x="423034" y="72933"/>
                </a:lnTo>
                <a:lnTo>
                  <a:pt x="404003" y="72066"/>
                </a:lnTo>
                <a:lnTo>
                  <a:pt x="384981" y="71133"/>
                </a:lnTo>
                <a:lnTo>
                  <a:pt x="365960" y="70123"/>
                </a:lnTo>
                <a:lnTo>
                  <a:pt x="346939" y="69028"/>
                </a:lnTo>
                <a:lnTo>
                  <a:pt x="327927" y="67847"/>
                </a:lnTo>
                <a:lnTo>
                  <a:pt x="308924" y="66580"/>
                </a:lnTo>
                <a:lnTo>
                  <a:pt x="289922" y="65199"/>
                </a:lnTo>
                <a:lnTo>
                  <a:pt x="270929" y="63732"/>
                </a:lnTo>
                <a:lnTo>
                  <a:pt x="251946" y="62141"/>
                </a:lnTo>
                <a:lnTo>
                  <a:pt x="232982" y="60427"/>
                </a:lnTo>
                <a:lnTo>
                  <a:pt x="214017" y="58569"/>
                </a:lnTo>
                <a:lnTo>
                  <a:pt x="195072" y="56559"/>
                </a:lnTo>
                <a:lnTo>
                  <a:pt x="176155" y="54378"/>
                </a:lnTo>
                <a:lnTo>
                  <a:pt x="157258" y="51987"/>
                </a:lnTo>
                <a:lnTo>
                  <a:pt x="138389" y="49368"/>
                </a:lnTo>
                <a:lnTo>
                  <a:pt x="119558" y="46463"/>
                </a:lnTo>
                <a:lnTo>
                  <a:pt x="100794" y="43224"/>
                </a:lnTo>
                <a:lnTo>
                  <a:pt x="82096" y="39548"/>
                </a:lnTo>
                <a:lnTo>
                  <a:pt x="63532" y="35309"/>
                </a:lnTo>
                <a:lnTo>
                  <a:pt x="45168" y="30261"/>
                </a:lnTo>
                <a:lnTo>
                  <a:pt x="27203" y="23927"/>
                </a:lnTo>
                <a:lnTo>
                  <a:pt x="10363" y="15116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40" name="funnel-step-cap-3">
            <a:extLst xmlns:a="http://schemas.openxmlformats.org/drawingml/2006/main">
              <a:ext uri="{FF2B5EF4-FFF2-40B4-BE49-F238E27FC236}">
                <a16:creationId xmlns:a16="http://schemas.microsoft.com/office/drawing/2014/main" id="{ED3EF16F-082B-457A-83D3-5A155FBEF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23271" y="5119688"/>
            <a:ext cx="1392707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7EAC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41" name="funnel-flow-arrow">
            <a:extLst xmlns:a="http://schemas.openxmlformats.org/drawingml/2006/main">
              <a:ext uri="{FF2B5EF4-FFF2-40B4-BE49-F238E27FC236}">
                <a16:creationId xmlns:a16="http://schemas.microsoft.com/office/drawing/2014/main" id="{77E955B5-9312-4241-B3B7-8484CEECB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52850" y="2466975"/>
            <a:ext cx="1733550" cy="3631149"/>
          </a:xfrm>
          <a:custGeom xmlns:a="http://schemas.openxmlformats.org/drawingml/2006/main">
            <a:pathLst>
              <a:path w="1733550" h="3631149">
                <a:moveTo>
                  <a:pt x="0" y="0"/>
                </a:moveTo>
                <a:lnTo>
                  <a:pt x="0" y="42824"/>
                </a:lnTo>
                <a:lnTo>
                  <a:pt x="8630" y="84668"/>
                </a:lnTo>
                <a:lnTo>
                  <a:pt x="18345" y="126378"/>
                </a:lnTo>
                <a:lnTo>
                  <a:pt x="28061" y="168088"/>
                </a:lnTo>
                <a:lnTo>
                  <a:pt x="37776" y="209807"/>
                </a:lnTo>
                <a:lnTo>
                  <a:pt x="47492" y="251517"/>
                </a:lnTo>
                <a:lnTo>
                  <a:pt x="57207" y="293227"/>
                </a:lnTo>
                <a:lnTo>
                  <a:pt x="66923" y="334947"/>
                </a:lnTo>
                <a:lnTo>
                  <a:pt x="76638" y="376657"/>
                </a:lnTo>
                <a:lnTo>
                  <a:pt x="86354" y="418367"/>
                </a:lnTo>
                <a:lnTo>
                  <a:pt x="96069" y="460077"/>
                </a:lnTo>
                <a:lnTo>
                  <a:pt x="105785" y="501796"/>
                </a:lnTo>
                <a:lnTo>
                  <a:pt x="115500" y="543506"/>
                </a:lnTo>
                <a:lnTo>
                  <a:pt x="125216" y="585216"/>
                </a:lnTo>
                <a:lnTo>
                  <a:pt x="134931" y="626926"/>
                </a:lnTo>
                <a:lnTo>
                  <a:pt x="144647" y="668645"/>
                </a:lnTo>
                <a:lnTo>
                  <a:pt x="154362" y="710355"/>
                </a:lnTo>
                <a:lnTo>
                  <a:pt x="164078" y="752065"/>
                </a:lnTo>
                <a:lnTo>
                  <a:pt x="173793" y="793785"/>
                </a:lnTo>
                <a:lnTo>
                  <a:pt x="183509" y="835495"/>
                </a:lnTo>
                <a:lnTo>
                  <a:pt x="193224" y="877205"/>
                </a:lnTo>
                <a:lnTo>
                  <a:pt x="201378" y="919248"/>
                </a:lnTo>
                <a:lnTo>
                  <a:pt x="209312" y="961339"/>
                </a:lnTo>
                <a:lnTo>
                  <a:pt x="216751" y="1003516"/>
                </a:lnTo>
                <a:lnTo>
                  <a:pt x="224190" y="1045693"/>
                </a:lnTo>
                <a:lnTo>
                  <a:pt x="231629" y="1087869"/>
                </a:lnTo>
                <a:lnTo>
                  <a:pt x="239068" y="1130046"/>
                </a:lnTo>
                <a:lnTo>
                  <a:pt x="246507" y="1172223"/>
                </a:lnTo>
                <a:lnTo>
                  <a:pt x="253946" y="1214409"/>
                </a:lnTo>
                <a:lnTo>
                  <a:pt x="261385" y="1256586"/>
                </a:lnTo>
                <a:lnTo>
                  <a:pt x="268815" y="1298762"/>
                </a:lnTo>
                <a:lnTo>
                  <a:pt x="276254" y="1340939"/>
                </a:lnTo>
                <a:lnTo>
                  <a:pt x="283693" y="1383116"/>
                </a:lnTo>
                <a:lnTo>
                  <a:pt x="291132" y="1425292"/>
                </a:lnTo>
                <a:lnTo>
                  <a:pt x="298571" y="1467479"/>
                </a:lnTo>
                <a:lnTo>
                  <a:pt x="306010" y="1509655"/>
                </a:lnTo>
                <a:lnTo>
                  <a:pt x="313449" y="1551832"/>
                </a:lnTo>
                <a:lnTo>
                  <a:pt x="320888" y="1594009"/>
                </a:lnTo>
                <a:lnTo>
                  <a:pt x="328317" y="1636185"/>
                </a:lnTo>
                <a:lnTo>
                  <a:pt x="335756" y="1678362"/>
                </a:lnTo>
                <a:lnTo>
                  <a:pt x="343195" y="1720548"/>
                </a:lnTo>
                <a:lnTo>
                  <a:pt x="350634" y="1762725"/>
                </a:lnTo>
                <a:lnTo>
                  <a:pt x="357930" y="1804921"/>
                </a:lnTo>
                <a:lnTo>
                  <a:pt x="364960" y="1847174"/>
                </a:lnTo>
                <a:lnTo>
                  <a:pt x="371846" y="1889446"/>
                </a:lnTo>
                <a:lnTo>
                  <a:pt x="378619" y="1931737"/>
                </a:lnTo>
                <a:lnTo>
                  <a:pt x="385391" y="1974028"/>
                </a:lnTo>
                <a:lnTo>
                  <a:pt x="392163" y="2016319"/>
                </a:lnTo>
                <a:lnTo>
                  <a:pt x="398936" y="2058610"/>
                </a:lnTo>
                <a:lnTo>
                  <a:pt x="405698" y="2100901"/>
                </a:lnTo>
                <a:lnTo>
                  <a:pt x="412471" y="2143192"/>
                </a:lnTo>
                <a:lnTo>
                  <a:pt x="419243" y="2185483"/>
                </a:lnTo>
                <a:lnTo>
                  <a:pt x="426015" y="2227764"/>
                </a:lnTo>
                <a:lnTo>
                  <a:pt x="432787" y="2270055"/>
                </a:lnTo>
                <a:lnTo>
                  <a:pt x="439560" y="2312346"/>
                </a:lnTo>
                <a:lnTo>
                  <a:pt x="446332" y="2354637"/>
                </a:lnTo>
                <a:lnTo>
                  <a:pt x="453104" y="2396928"/>
                </a:lnTo>
                <a:lnTo>
                  <a:pt x="459877" y="2439219"/>
                </a:lnTo>
                <a:lnTo>
                  <a:pt x="466649" y="2481510"/>
                </a:lnTo>
                <a:lnTo>
                  <a:pt x="473412" y="2523801"/>
                </a:lnTo>
                <a:lnTo>
                  <a:pt x="480184" y="2566092"/>
                </a:lnTo>
                <a:lnTo>
                  <a:pt x="486956" y="2608383"/>
                </a:lnTo>
                <a:lnTo>
                  <a:pt x="493728" y="2650674"/>
                </a:lnTo>
                <a:lnTo>
                  <a:pt x="500501" y="2692965"/>
                </a:lnTo>
                <a:lnTo>
                  <a:pt x="507101" y="2735285"/>
                </a:lnTo>
                <a:lnTo>
                  <a:pt x="513655" y="2777604"/>
                </a:lnTo>
                <a:lnTo>
                  <a:pt x="520151" y="2819933"/>
                </a:lnTo>
                <a:lnTo>
                  <a:pt x="526656" y="2862272"/>
                </a:lnTo>
                <a:lnTo>
                  <a:pt x="533152" y="2904601"/>
                </a:lnTo>
                <a:lnTo>
                  <a:pt x="539648" y="2946940"/>
                </a:lnTo>
                <a:lnTo>
                  <a:pt x="503596" y="2952750"/>
                </a:lnTo>
                <a:lnTo>
                  <a:pt x="460762" y="2952750"/>
                </a:lnTo>
                <a:lnTo>
                  <a:pt x="417938" y="2952750"/>
                </a:lnTo>
                <a:lnTo>
                  <a:pt x="375104" y="2952750"/>
                </a:lnTo>
                <a:lnTo>
                  <a:pt x="332280" y="2952750"/>
                </a:lnTo>
                <a:lnTo>
                  <a:pt x="289446" y="2952750"/>
                </a:lnTo>
                <a:lnTo>
                  <a:pt x="246621" y="2952750"/>
                </a:lnTo>
                <a:lnTo>
                  <a:pt x="225571" y="2962113"/>
                </a:lnTo>
                <a:lnTo>
                  <a:pt x="255032" y="2993193"/>
                </a:lnTo>
                <a:lnTo>
                  <a:pt x="284502" y="3024283"/>
                </a:lnTo>
                <a:lnTo>
                  <a:pt x="313963" y="3055363"/>
                </a:lnTo>
                <a:lnTo>
                  <a:pt x="343424" y="3086443"/>
                </a:lnTo>
                <a:lnTo>
                  <a:pt x="372894" y="3117533"/>
                </a:lnTo>
                <a:lnTo>
                  <a:pt x="402355" y="3148613"/>
                </a:lnTo>
                <a:lnTo>
                  <a:pt x="431825" y="3179702"/>
                </a:lnTo>
                <a:lnTo>
                  <a:pt x="461286" y="3210782"/>
                </a:lnTo>
                <a:lnTo>
                  <a:pt x="490747" y="3241862"/>
                </a:lnTo>
                <a:lnTo>
                  <a:pt x="520217" y="3272952"/>
                </a:lnTo>
                <a:lnTo>
                  <a:pt x="549678" y="3304032"/>
                </a:lnTo>
                <a:lnTo>
                  <a:pt x="579139" y="3335112"/>
                </a:lnTo>
                <a:lnTo>
                  <a:pt x="608609" y="3366202"/>
                </a:lnTo>
                <a:lnTo>
                  <a:pt x="638070" y="3397282"/>
                </a:lnTo>
                <a:lnTo>
                  <a:pt x="667541" y="3428362"/>
                </a:lnTo>
                <a:lnTo>
                  <a:pt x="697001" y="3459451"/>
                </a:lnTo>
                <a:lnTo>
                  <a:pt x="726462" y="3490532"/>
                </a:lnTo>
                <a:lnTo>
                  <a:pt x="755933" y="3521612"/>
                </a:lnTo>
                <a:lnTo>
                  <a:pt x="785393" y="3552701"/>
                </a:lnTo>
                <a:lnTo>
                  <a:pt x="814854" y="3583781"/>
                </a:lnTo>
                <a:lnTo>
                  <a:pt x="844325" y="3614861"/>
                </a:lnTo>
                <a:lnTo>
                  <a:pt x="873785" y="3631149"/>
                </a:lnTo>
                <a:lnTo>
                  <a:pt x="903256" y="3600069"/>
                </a:lnTo>
                <a:lnTo>
                  <a:pt x="932717" y="3568989"/>
                </a:lnTo>
                <a:lnTo>
                  <a:pt x="962177" y="3537899"/>
                </a:lnTo>
                <a:lnTo>
                  <a:pt x="991648" y="3506819"/>
                </a:lnTo>
                <a:lnTo>
                  <a:pt x="1021109" y="3475739"/>
                </a:lnTo>
                <a:lnTo>
                  <a:pt x="1050579" y="3444650"/>
                </a:lnTo>
                <a:lnTo>
                  <a:pt x="1080040" y="3413570"/>
                </a:lnTo>
                <a:lnTo>
                  <a:pt x="1109501" y="3382480"/>
                </a:lnTo>
                <a:lnTo>
                  <a:pt x="1138971" y="3351400"/>
                </a:lnTo>
                <a:lnTo>
                  <a:pt x="1168432" y="3320320"/>
                </a:lnTo>
                <a:lnTo>
                  <a:pt x="1197893" y="3289230"/>
                </a:lnTo>
                <a:lnTo>
                  <a:pt x="1227363" y="3258150"/>
                </a:lnTo>
                <a:lnTo>
                  <a:pt x="1256824" y="3227070"/>
                </a:lnTo>
                <a:lnTo>
                  <a:pt x="1286294" y="3195980"/>
                </a:lnTo>
                <a:lnTo>
                  <a:pt x="1315755" y="3164900"/>
                </a:lnTo>
                <a:lnTo>
                  <a:pt x="1345216" y="3133820"/>
                </a:lnTo>
                <a:lnTo>
                  <a:pt x="1374686" y="3102731"/>
                </a:lnTo>
                <a:lnTo>
                  <a:pt x="1404147" y="3071651"/>
                </a:lnTo>
                <a:lnTo>
                  <a:pt x="1433608" y="3040571"/>
                </a:lnTo>
                <a:lnTo>
                  <a:pt x="1463078" y="3009481"/>
                </a:lnTo>
                <a:lnTo>
                  <a:pt x="1492539" y="2978401"/>
                </a:lnTo>
                <a:lnTo>
                  <a:pt x="1509370" y="2952750"/>
                </a:lnTo>
                <a:lnTo>
                  <a:pt x="1466545" y="2952750"/>
                </a:lnTo>
                <a:lnTo>
                  <a:pt x="1423711" y="2952750"/>
                </a:lnTo>
                <a:lnTo>
                  <a:pt x="1380887" y="2952750"/>
                </a:lnTo>
                <a:lnTo>
                  <a:pt x="1338053" y="2952750"/>
                </a:lnTo>
                <a:lnTo>
                  <a:pt x="1295229" y="2952750"/>
                </a:lnTo>
                <a:lnTo>
                  <a:pt x="1252395" y="2952750"/>
                </a:lnTo>
                <a:lnTo>
                  <a:pt x="1209570" y="2952750"/>
                </a:lnTo>
                <a:lnTo>
                  <a:pt x="1196988" y="2926785"/>
                </a:lnTo>
                <a:lnTo>
                  <a:pt x="1203493" y="2884456"/>
                </a:lnTo>
                <a:lnTo>
                  <a:pt x="1209989" y="2842117"/>
                </a:lnTo>
                <a:lnTo>
                  <a:pt x="1216485" y="2799788"/>
                </a:lnTo>
                <a:lnTo>
                  <a:pt x="1223010" y="2757459"/>
                </a:lnTo>
                <a:lnTo>
                  <a:pt x="1229573" y="2715130"/>
                </a:lnTo>
                <a:lnTo>
                  <a:pt x="1236269" y="2672829"/>
                </a:lnTo>
                <a:lnTo>
                  <a:pt x="1243041" y="2630538"/>
                </a:lnTo>
                <a:lnTo>
                  <a:pt x="1249813" y="2588247"/>
                </a:lnTo>
                <a:lnTo>
                  <a:pt x="1256586" y="2545956"/>
                </a:lnTo>
                <a:lnTo>
                  <a:pt x="1263358" y="2503675"/>
                </a:lnTo>
                <a:lnTo>
                  <a:pt x="1270130" y="2461384"/>
                </a:lnTo>
                <a:lnTo>
                  <a:pt x="1276902" y="2419093"/>
                </a:lnTo>
                <a:lnTo>
                  <a:pt x="1283675" y="2376802"/>
                </a:lnTo>
                <a:lnTo>
                  <a:pt x="1290447" y="2334511"/>
                </a:lnTo>
                <a:lnTo>
                  <a:pt x="1297210" y="2292220"/>
                </a:lnTo>
                <a:lnTo>
                  <a:pt x="1303982" y="2249929"/>
                </a:lnTo>
                <a:lnTo>
                  <a:pt x="1310754" y="2207638"/>
                </a:lnTo>
                <a:lnTo>
                  <a:pt x="1317527" y="2165347"/>
                </a:lnTo>
                <a:lnTo>
                  <a:pt x="1324299" y="2123056"/>
                </a:lnTo>
                <a:lnTo>
                  <a:pt x="1331071" y="2080765"/>
                </a:lnTo>
                <a:lnTo>
                  <a:pt x="1337843" y="2038474"/>
                </a:lnTo>
                <a:lnTo>
                  <a:pt x="1344616" y="1996183"/>
                </a:lnTo>
                <a:lnTo>
                  <a:pt x="1351388" y="1953892"/>
                </a:lnTo>
                <a:lnTo>
                  <a:pt x="1358160" y="1911601"/>
                </a:lnTo>
                <a:lnTo>
                  <a:pt x="1364923" y="1869310"/>
                </a:lnTo>
                <a:lnTo>
                  <a:pt x="1371933" y="1827066"/>
                </a:lnTo>
                <a:lnTo>
                  <a:pt x="1379020" y="1784823"/>
                </a:lnTo>
                <a:lnTo>
                  <a:pt x="1386459" y="1742646"/>
                </a:lnTo>
                <a:lnTo>
                  <a:pt x="1393898" y="1700470"/>
                </a:lnTo>
                <a:lnTo>
                  <a:pt x="1401328" y="1658293"/>
                </a:lnTo>
                <a:lnTo>
                  <a:pt x="1408767" y="1616107"/>
                </a:lnTo>
                <a:lnTo>
                  <a:pt x="1416206" y="1573930"/>
                </a:lnTo>
                <a:lnTo>
                  <a:pt x="1423645" y="1531753"/>
                </a:lnTo>
                <a:lnTo>
                  <a:pt x="1431084" y="1489577"/>
                </a:lnTo>
                <a:lnTo>
                  <a:pt x="1438523" y="1447400"/>
                </a:lnTo>
                <a:lnTo>
                  <a:pt x="1445962" y="1405214"/>
                </a:lnTo>
                <a:lnTo>
                  <a:pt x="1453401" y="1363037"/>
                </a:lnTo>
                <a:lnTo>
                  <a:pt x="1460830" y="1320860"/>
                </a:lnTo>
                <a:lnTo>
                  <a:pt x="1468269" y="1278684"/>
                </a:lnTo>
                <a:lnTo>
                  <a:pt x="1475708" y="1236507"/>
                </a:lnTo>
                <a:lnTo>
                  <a:pt x="1483147" y="1194330"/>
                </a:lnTo>
                <a:lnTo>
                  <a:pt x="1490586" y="1152144"/>
                </a:lnTo>
                <a:lnTo>
                  <a:pt x="1498025" y="1109967"/>
                </a:lnTo>
                <a:lnTo>
                  <a:pt x="1505464" y="1067791"/>
                </a:lnTo>
                <a:lnTo>
                  <a:pt x="1512903" y="1025614"/>
                </a:lnTo>
                <a:lnTo>
                  <a:pt x="1520333" y="983437"/>
                </a:lnTo>
                <a:lnTo>
                  <a:pt x="1527981" y="941299"/>
                </a:lnTo>
                <a:lnTo>
                  <a:pt x="1535982" y="899217"/>
                </a:lnTo>
                <a:lnTo>
                  <a:pt x="1544955" y="857355"/>
                </a:lnTo>
                <a:lnTo>
                  <a:pt x="1554671" y="815635"/>
                </a:lnTo>
                <a:lnTo>
                  <a:pt x="1564386" y="773925"/>
                </a:lnTo>
                <a:lnTo>
                  <a:pt x="1574102" y="732215"/>
                </a:lnTo>
                <a:lnTo>
                  <a:pt x="1583817" y="690496"/>
                </a:lnTo>
                <a:lnTo>
                  <a:pt x="1593533" y="648786"/>
                </a:lnTo>
                <a:lnTo>
                  <a:pt x="1603248" y="607076"/>
                </a:lnTo>
                <a:lnTo>
                  <a:pt x="1612964" y="565366"/>
                </a:lnTo>
                <a:lnTo>
                  <a:pt x="1622679" y="523646"/>
                </a:lnTo>
                <a:lnTo>
                  <a:pt x="1632395" y="481936"/>
                </a:lnTo>
                <a:lnTo>
                  <a:pt x="1642110" y="440226"/>
                </a:lnTo>
                <a:lnTo>
                  <a:pt x="1651825" y="398516"/>
                </a:lnTo>
                <a:lnTo>
                  <a:pt x="1661541" y="356797"/>
                </a:lnTo>
                <a:lnTo>
                  <a:pt x="1671257" y="315087"/>
                </a:lnTo>
                <a:lnTo>
                  <a:pt x="1680972" y="273377"/>
                </a:lnTo>
                <a:lnTo>
                  <a:pt x="1690688" y="231658"/>
                </a:lnTo>
                <a:lnTo>
                  <a:pt x="1700403" y="189948"/>
                </a:lnTo>
                <a:lnTo>
                  <a:pt x="1710119" y="148238"/>
                </a:lnTo>
                <a:lnTo>
                  <a:pt x="1719834" y="106528"/>
                </a:lnTo>
                <a:lnTo>
                  <a:pt x="1729550" y="64808"/>
                </a:lnTo>
                <a:lnTo>
                  <a:pt x="1733550" y="22441"/>
                </a:lnTo>
                <a:lnTo>
                  <a:pt x="1713167" y="0"/>
                </a:lnTo>
                <a:lnTo>
                  <a:pt x="1670333" y="0"/>
                </a:lnTo>
                <a:lnTo>
                  <a:pt x="1627508" y="0"/>
                </a:lnTo>
                <a:lnTo>
                  <a:pt x="1584674" y="0"/>
                </a:lnTo>
                <a:lnTo>
                  <a:pt x="1541850" y="0"/>
                </a:lnTo>
                <a:lnTo>
                  <a:pt x="1499016" y="0"/>
                </a:lnTo>
                <a:lnTo>
                  <a:pt x="1456192" y="0"/>
                </a:lnTo>
                <a:lnTo>
                  <a:pt x="1413358" y="0"/>
                </a:lnTo>
                <a:lnTo>
                  <a:pt x="1370533" y="0"/>
                </a:lnTo>
                <a:lnTo>
                  <a:pt x="1327699" y="0"/>
                </a:lnTo>
                <a:lnTo>
                  <a:pt x="1284875" y="0"/>
                </a:lnTo>
                <a:lnTo>
                  <a:pt x="1242041" y="0"/>
                </a:lnTo>
                <a:lnTo>
                  <a:pt x="1199217" y="0"/>
                </a:lnTo>
                <a:lnTo>
                  <a:pt x="1156383" y="0"/>
                </a:lnTo>
                <a:lnTo>
                  <a:pt x="1113558" y="0"/>
                </a:lnTo>
                <a:lnTo>
                  <a:pt x="1070724" y="0"/>
                </a:lnTo>
                <a:lnTo>
                  <a:pt x="1027900" y="0"/>
                </a:lnTo>
                <a:lnTo>
                  <a:pt x="985066" y="0"/>
                </a:lnTo>
                <a:lnTo>
                  <a:pt x="942242" y="0"/>
                </a:lnTo>
                <a:lnTo>
                  <a:pt x="899408" y="0"/>
                </a:lnTo>
                <a:lnTo>
                  <a:pt x="856583" y="0"/>
                </a:lnTo>
                <a:lnTo>
                  <a:pt x="813749" y="0"/>
                </a:lnTo>
                <a:lnTo>
                  <a:pt x="770925" y="0"/>
                </a:lnTo>
                <a:lnTo>
                  <a:pt x="728091" y="0"/>
                </a:lnTo>
                <a:lnTo>
                  <a:pt x="685267" y="0"/>
                </a:lnTo>
                <a:lnTo>
                  <a:pt x="642433" y="0"/>
                </a:lnTo>
                <a:lnTo>
                  <a:pt x="599608" y="0"/>
                </a:lnTo>
                <a:lnTo>
                  <a:pt x="556774" y="0"/>
                </a:lnTo>
                <a:lnTo>
                  <a:pt x="513950" y="0"/>
                </a:lnTo>
                <a:lnTo>
                  <a:pt x="471116" y="0"/>
                </a:lnTo>
                <a:lnTo>
                  <a:pt x="428292" y="0"/>
                </a:lnTo>
                <a:lnTo>
                  <a:pt x="385458" y="0"/>
                </a:lnTo>
                <a:lnTo>
                  <a:pt x="342633" y="0"/>
                </a:lnTo>
                <a:lnTo>
                  <a:pt x="299799" y="0"/>
                </a:lnTo>
                <a:lnTo>
                  <a:pt x="256975" y="0"/>
                </a:lnTo>
                <a:lnTo>
                  <a:pt x="214141" y="0"/>
                </a:lnTo>
                <a:lnTo>
                  <a:pt x="171317" y="0"/>
                </a:lnTo>
                <a:lnTo>
                  <a:pt x="128492" y="0"/>
                </a:lnTo>
                <a:lnTo>
                  <a:pt x="85658" y="0"/>
                </a:lnTo>
                <a:lnTo>
                  <a:pt x="42824" y="0"/>
                </a:lnTo>
                <a:lnTo>
                  <a:pt x="0" y="0"/>
                </a:lnTo>
                <a:close/>
              </a:path>
            </a:pathLst>
          </a:custGeom>
          <a:gradFill xmlns:a="http://schemas.openxmlformats.org/drawingml/2006/main">
            <a:gsLst>
              <a:gs pos="0">
                <a:srgbClr val="000000"/>
              </a:gs>
              <a:gs pos="42">
                <a:srgbClr val="B8D8F2">
                  <a:alpha val="16000"/>
                </a:srgbClr>
              </a:gs>
              <a:gs pos="76">
                <a:srgbClr val="8FC4EE">
                  <a:alpha val="32000"/>
                </a:srgbClr>
              </a:gs>
              <a:gs pos="100">
                <a:srgbClr val="72B3E8">
                  <a:alpha val="52000"/>
                </a:srgbClr>
              </a:gs>
            </a:gsLst>
            <a:lin ang="10800000"/>
          </a:gradFill>
          <a:ln xmlns:a="http://schemas.openxmlformats.org/drawingml/2006/main" w="9525">
            <a:noFill/>
            <a:prstDash val="solid"/>
          </a:ln>
        </p:spPr>
      </p:sp>
      <p:sp>
        <p:nvSpPr>
          <p:cNvPr id="42" name="phase-label-0">
            <a:extLst xmlns:a="http://schemas.openxmlformats.org/drawingml/2006/main">
              <a:ext uri="{FF2B5EF4-FFF2-40B4-BE49-F238E27FC236}">
                <a16:creationId xmlns:a16="http://schemas.microsoft.com/office/drawing/2014/main" id="{7BF1EA89-02B9-4F7F-8D5D-E5DD5461D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1638300"/>
            <a:ext cx="228600" cy="2657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阶段一</a:t>
            </a:r>
          </a:p>
        </p:txBody>
      </p:sp>
      <p:sp>
        <p:nvSpPr>
          <p:cNvPr id="43" name="phase-label-1">
            <a:extLst xmlns:a="http://schemas.openxmlformats.org/drawingml/2006/main">
              <a:ext uri="{FF2B5EF4-FFF2-40B4-BE49-F238E27FC236}">
                <a16:creationId xmlns:a16="http://schemas.microsoft.com/office/drawing/2014/main" id="{46E0096C-0920-4535-8D83-F4BD1DB36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4295775"/>
            <a:ext cx="228600" cy="1914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阶段二</a:t>
            </a:r>
          </a:p>
        </p:txBody>
      </p:sp>
      <p:sp>
        <p:nvSpPr>
          <p:cNvPr id="44" name="funnel-step-title-0">
            <a:extLst xmlns:a="http://schemas.openxmlformats.org/drawingml/2006/main">
              <a:ext uri="{FF2B5EF4-FFF2-40B4-BE49-F238E27FC236}">
                <a16:creationId xmlns:a16="http://schemas.microsoft.com/office/drawing/2014/main" id="{56A0A00A-297C-42B5-94D0-110AAECCC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423199" y="2793206"/>
            <a:ext cx="2392861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3600"/>
              </a:lnSpc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广泛触达</a:t>
            </a:r>
          </a:p>
        </p:txBody>
      </p:sp>
      <p:sp>
        <p:nvSpPr>
          <p:cNvPr id="45" name="funnel-step-title-1">
            <a:extLst xmlns:a="http://schemas.openxmlformats.org/drawingml/2006/main">
              <a:ext uri="{FF2B5EF4-FFF2-40B4-BE49-F238E27FC236}">
                <a16:creationId xmlns:a16="http://schemas.microsoft.com/office/drawing/2014/main" id="{26CA9C4E-F222-42EA-B974-4A94DCB66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25018" y="3702844"/>
            <a:ext cx="1789214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3600"/>
              </a:lnSpc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兴趣识别</a:t>
            </a:r>
          </a:p>
        </p:txBody>
      </p:sp>
      <p:sp>
        <p:nvSpPr>
          <p:cNvPr id="46" name="funnel-step-title-2">
            <a:extLst xmlns:a="http://schemas.openxmlformats.org/drawingml/2006/main">
              <a:ext uri="{FF2B5EF4-FFF2-40B4-BE49-F238E27FC236}">
                <a16:creationId xmlns:a16="http://schemas.microsoft.com/office/drawing/2014/main" id="{4F5B178A-7686-4A92-9EA5-F5ECDD625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99528" y="4612481"/>
            <a:ext cx="1240184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3600"/>
              </a:lnSpc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意向培育</a:t>
            </a:r>
          </a:p>
        </p:txBody>
      </p:sp>
      <p:sp>
        <p:nvSpPr>
          <p:cNvPr id="47" name="funnel-step-title-3">
            <a:extLst xmlns:a="http://schemas.openxmlformats.org/drawingml/2006/main">
              <a:ext uri="{FF2B5EF4-FFF2-40B4-BE49-F238E27FC236}">
                <a16:creationId xmlns:a16="http://schemas.microsoft.com/office/drawing/2014/main" id="{19A10892-634D-4D0F-8722-0F73ADD8E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200525" y="5522119"/>
            <a:ext cx="8382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行动转化</a:t>
            </a:r>
          </a:p>
        </p:txBody>
      </p:sp>
      <p:sp>
        <p:nvSpPr>
          <p:cNvPr id="48" name="input-core-0">
            <a:extLst xmlns:a="http://schemas.openxmlformats.org/drawingml/2006/main">
              <a:ext uri="{FF2B5EF4-FFF2-40B4-BE49-F238E27FC236}">
                <a16:creationId xmlns:a16="http://schemas.microsoft.com/office/drawing/2014/main" id="{788D4CFB-AECF-4973-9BE7-93E6480CB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676650" y="190500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23"/>
          <a:fontRef xmlns:a="http://schemas.openxmlformats.org/drawingml/2006/main" idx="major"/>
        </p:style>
      </p:sp>
      <p:pic>
        <p:nvPicPr>
          <p:cNvPr id="10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565fd45a12044bd">
            <a:extLst>
              <a:ext uri="{96DAC541-7B7A-43D3-8B79-37D633B846F1}">
                <asvg:svgBlip xmlns:asvg="http://schemas.microsoft.com/office/drawing/2016/SVG/main" r:embed="Rceb0291f6b0b464d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3771900" y="2000250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50" name="input-core-1">
            <a:extLst xmlns:a="http://schemas.openxmlformats.org/drawingml/2006/main">
              <a:ext uri="{FF2B5EF4-FFF2-40B4-BE49-F238E27FC236}">
                <a16:creationId xmlns:a16="http://schemas.microsoft.com/office/drawing/2014/main" id="{BEFADE8C-A1AF-4DF5-BBB1-51C788205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133975" y="1743075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23"/>
          <a:fontRef xmlns:a="http://schemas.openxmlformats.org/drawingml/2006/main" idx="major"/>
        </p:style>
      </p:sp>
      <p:pic>
        <p:nvPicPr>
          <p:cNvPr id="10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8b9476711194c11">
            <a:extLst>
              <a:ext uri="{96DAC541-7B7A-43D3-8B79-37D633B846F1}">
                <asvg:svgBlip xmlns:asvg="http://schemas.microsoft.com/office/drawing/2016/SVG/main" r:embed="R9a9ba322aea746f3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5229225" y="1838325"/>
            <a:ext cx="209550" cy="2095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9064060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4" name="phase-band-0">
            <a:extLst xmlns:a="http://schemas.openxmlformats.org/drawingml/2006/main">
              <a:ext uri="{FF2B5EF4-FFF2-40B4-BE49-F238E27FC236}">
                <a16:creationId xmlns:a16="http://schemas.microsoft.com/office/drawing/2014/main" id="{2F2BE19D-E549-47BB-B1F7-B46735CBB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1638300"/>
            <a:ext cx="11144250" cy="2657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phase-band-1">
            <a:extLst xmlns:a="http://schemas.openxmlformats.org/drawingml/2006/main">
              <a:ext uri="{FF2B5EF4-FFF2-40B4-BE49-F238E27FC236}">
                <a16:creationId xmlns:a16="http://schemas.microsoft.com/office/drawing/2014/main" id="{554BB1CC-CFAA-4C54-A0D8-E90707DAF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4295775"/>
            <a:ext cx="11144250" cy="1914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38100">
            <a:solidFill>
              <a:srgbClr val="FFFFFF"/>
            </a:solidFill>
            <a:prstDash val="solid"/>
          </a:ln>
        </p:spPr>
      </p:sp>
      <p:sp>
        <p:nvSpPr>
          <p:cNvPr id="3" name="phase-rail-0">
            <a:extLst xmlns:a="http://schemas.openxmlformats.org/drawingml/2006/main">
              <a:ext uri="{FF2B5EF4-FFF2-40B4-BE49-F238E27FC236}">
                <a16:creationId xmlns:a16="http://schemas.microsoft.com/office/drawing/2014/main" id="{58DE7DDC-872B-4571-8DF1-6ECB0BBB1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1638300"/>
            <a:ext cx="514350" cy="2656656"/>
          </a:xfrm>
          <a:custGeom xmlns:a="http://schemas.openxmlformats.org/drawingml/2006/main">
            <a:pathLst>
              <a:path w="514350" h="2656656">
                <a:moveTo>
                  <a:pt x="0" y="0"/>
                </a:moveTo>
                <a:lnTo>
                  <a:pt x="25546" y="0"/>
                </a:lnTo>
                <a:lnTo>
                  <a:pt x="51102" y="0"/>
                </a:lnTo>
                <a:lnTo>
                  <a:pt x="76648" y="0"/>
                </a:lnTo>
                <a:lnTo>
                  <a:pt x="102203" y="0"/>
                </a:lnTo>
                <a:lnTo>
                  <a:pt x="127749" y="0"/>
                </a:lnTo>
                <a:lnTo>
                  <a:pt x="153295" y="0"/>
                </a:lnTo>
                <a:lnTo>
                  <a:pt x="178851" y="0"/>
                </a:lnTo>
                <a:lnTo>
                  <a:pt x="204397" y="0"/>
                </a:lnTo>
                <a:lnTo>
                  <a:pt x="229953" y="0"/>
                </a:lnTo>
                <a:lnTo>
                  <a:pt x="255499" y="0"/>
                </a:lnTo>
                <a:lnTo>
                  <a:pt x="281045" y="0"/>
                </a:lnTo>
                <a:lnTo>
                  <a:pt x="306600" y="0"/>
                </a:lnTo>
                <a:lnTo>
                  <a:pt x="332146" y="0"/>
                </a:lnTo>
                <a:lnTo>
                  <a:pt x="357692" y="0"/>
                </a:lnTo>
                <a:lnTo>
                  <a:pt x="383248" y="0"/>
                </a:lnTo>
                <a:lnTo>
                  <a:pt x="408794" y="0"/>
                </a:lnTo>
                <a:lnTo>
                  <a:pt x="434350" y="0"/>
                </a:lnTo>
                <a:lnTo>
                  <a:pt x="459896" y="0"/>
                </a:lnTo>
                <a:lnTo>
                  <a:pt x="485442" y="0"/>
                </a:lnTo>
                <a:lnTo>
                  <a:pt x="510997" y="0"/>
                </a:lnTo>
                <a:lnTo>
                  <a:pt x="514350" y="22193"/>
                </a:lnTo>
                <a:lnTo>
                  <a:pt x="514350" y="47749"/>
                </a:lnTo>
                <a:lnTo>
                  <a:pt x="514350" y="73295"/>
                </a:lnTo>
                <a:lnTo>
                  <a:pt x="514350" y="98841"/>
                </a:lnTo>
                <a:lnTo>
                  <a:pt x="514350" y="124397"/>
                </a:lnTo>
                <a:lnTo>
                  <a:pt x="514350" y="149943"/>
                </a:lnTo>
                <a:lnTo>
                  <a:pt x="514350" y="175498"/>
                </a:lnTo>
                <a:lnTo>
                  <a:pt x="514350" y="201044"/>
                </a:lnTo>
                <a:lnTo>
                  <a:pt x="514350" y="226590"/>
                </a:lnTo>
                <a:lnTo>
                  <a:pt x="514350" y="252146"/>
                </a:lnTo>
                <a:lnTo>
                  <a:pt x="514350" y="277692"/>
                </a:lnTo>
                <a:lnTo>
                  <a:pt x="514350" y="303247"/>
                </a:lnTo>
                <a:lnTo>
                  <a:pt x="514350" y="328793"/>
                </a:lnTo>
                <a:lnTo>
                  <a:pt x="514350" y="354340"/>
                </a:lnTo>
                <a:lnTo>
                  <a:pt x="514350" y="379895"/>
                </a:lnTo>
                <a:lnTo>
                  <a:pt x="514350" y="405441"/>
                </a:lnTo>
                <a:lnTo>
                  <a:pt x="514350" y="430987"/>
                </a:lnTo>
                <a:lnTo>
                  <a:pt x="514350" y="456543"/>
                </a:lnTo>
                <a:lnTo>
                  <a:pt x="514350" y="482089"/>
                </a:lnTo>
                <a:lnTo>
                  <a:pt x="514350" y="507644"/>
                </a:lnTo>
                <a:lnTo>
                  <a:pt x="514350" y="533190"/>
                </a:lnTo>
                <a:lnTo>
                  <a:pt x="514350" y="558737"/>
                </a:lnTo>
                <a:lnTo>
                  <a:pt x="514350" y="584292"/>
                </a:lnTo>
                <a:lnTo>
                  <a:pt x="514350" y="609838"/>
                </a:lnTo>
                <a:lnTo>
                  <a:pt x="514350" y="635394"/>
                </a:lnTo>
                <a:lnTo>
                  <a:pt x="514350" y="660940"/>
                </a:lnTo>
                <a:lnTo>
                  <a:pt x="514350" y="686486"/>
                </a:lnTo>
                <a:lnTo>
                  <a:pt x="514350" y="712041"/>
                </a:lnTo>
                <a:lnTo>
                  <a:pt x="514350" y="737587"/>
                </a:lnTo>
                <a:lnTo>
                  <a:pt x="514350" y="763143"/>
                </a:lnTo>
                <a:lnTo>
                  <a:pt x="514350" y="788689"/>
                </a:lnTo>
                <a:lnTo>
                  <a:pt x="514350" y="814235"/>
                </a:lnTo>
                <a:lnTo>
                  <a:pt x="514350" y="839791"/>
                </a:lnTo>
                <a:lnTo>
                  <a:pt x="514350" y="865337"/>
                </a:lnTo>
                <a:lnTo>
                  <a:pt x="514350" y="890883"/>
                </a:lnTo>
                <a:lnTo>
                  <a:pt x="514350" y="916438"/>
                </a:lnTo>
                <a:lnTo>
                  <a:pt x="514350" y="941984"/>
                </a:lnTo>
                <a:lnTo>
                  <a:pt x="514350" y="967540"/>
                </a:lnTo>
                <a:lnTo>
                  <a:pt x="514350" y="993086"/>
                </a:lnTo>
                <a:lnTo>
                  <a:pt x="514350" y="1018632"/>
                </a:lnTo>
                <a:lnTo>
                  <a:pt x="514350" y="1044188"/>
                </a:lnTo>
                <a:lnTo>
                  <a:pt x="514350" y="1069734"/>
                </a:lnTo>
                <a:lnTo>
                  <a:pt x="514350" y="1095289"/>
                </a:lnTo>
                <a:lnTo>
                  <a:pt x="514350" y="1120835"/>
                </a:lnTo>
                <a:lnTo>
                  <a:pt x="514350" y="1146381"/>
                </a:lnTo>
                <a:lnTo>
                  <a:pt x="514350" y="1171937"/>
                </a:lnTo>
                <a:lnTo>
                  <a:pt x="514350" y="1197483"/>
                </a:lnTo>
                <a:lnTo>
                  <a:pt x="514350" y="1223039"/>
                </a:lnTo>
                <a:lnTo>
                  <a:pt x="514350" y="1248585"/>
                </a:lnTo>
                <a:lnTo>
                  <a:pt x="514350" y="1274131"/>
                </a:lnTo>
                <a:lnTo>
                  <a:pt x="514350" y="1299686"/>
                </a:lnTo>
                <a:lnTo>
                  <a:pt x="514350" y="1325232"/>
                </a:lnTo>
                <a:lnTo>
                  <a:pt x="514350" y="1350788"/>
                </a:lnTo>
                <a:lnTo>
                  <a:pt x="514350" y="1376334"/>
                </a:lnTo>
                <a:lnTo>
                  <a:pt x="514350" y="1401880"/>
                </a:lnTo>
                <a:lnTo>
                  <a:pt x="514350" y="1427436"/>
                </a:lnTo>
                <a:lnTo>
                  <a:pt x="514350" y="1452982"/>
                </a:lnTo>
                <a:lnTo>
                  <a:pt x="514350" y="1478528"/>
                </a:lnTo>
                <a:lnTo>
                  <a:pt x="514350" y="1504083"/>
                </a:lnTo>
                <a:lnTo>
                  <a:pt x="514350" y="1529629"/>
                </a:lnTo>
                <a:lnTo>
                  <a:pt x="514350" y="1555185"/>
                </a:lnTo>
                <a:lnTo>
                  <a:pt x="514350" y="1580731"/>
                </a:lnTo>
                <a:lnTo>
                  <a:pt x="514350" y="1606277"/>
                </a:lnTo>
                <a:lnTo>
                  <a:pt x="514350" y="1631833"/>
                </a:lnTo>
                <a:lnTo>
                  <a:pt x="514350" y="1657379"/>
                </a:lnTo>
                <a:lnTo>
                  <a:pt x="514350" y="1682934"/>
                </a:lnTo>
                <a:lnTo>
                  <a:pt x="514350" y="1708480"/>
                </a:lnTo>
                <a:lnTo>
                  <a:pt x="514350" y="1734026"/>
                </a:lnTo>
                <a:lnTo>
                  <a:pt x="514350" y="1759582"/>
                </a:lnTo>
                <a:lnTo>
                  <a:pt x="514350" y="1785128"/>
                </a:lnTo>
                <a:lnTo>
                  <a:pt x="514350" y="1810683"/>
                </a:lnTo>
                <a:lnTo>
                  <a:pt x="514350" y="1836230"/>
                </a:lnTo>
                <a:lnTo>
                  <a:pt x="514350" y="1861776"/>
                </a:lnTo>
                <a:lnTo>
                  <a:pt x="514350" y="1887331"/>
                </a:lnTo>
                <a:lnTo>
                  <a:pt x="514350" y="1912877"/>
                </a:lnTo>
                <a:lnTo>
                  <a:pt x="514350" y="1938433"/>
                </a:lnTo>
                <a:lnTo>
                  <a:pt x="514350" y="1963979"/>
                </a:lnTo>
                <a:lnTo>
                  <a:pt x="514350" y="1989525"/>
                </a:lnTo>
                <a:lnTo>
                  <a:pt x="514350" y="2015080"/>
                </a:lnTo>
                <a:lnTo>
                  <a:pt x="514350" y="2040626"/>
                </a:lnTo>
                <a:lnTo>
                  <a:pt x="514350" y="2066173"/>
                </a:lnTo>
                <a:lnTo>
                  <a:pt x="514350" y="2091728"/>
                </a:lnTo>
                <a:lnTo>
                  <a:pt x="514350" y="2117274"/>
                </a:lnTo>
                <a:lnTo>
                  <a:pt x="514350" y="2142830"/>
                </a:lnTo>
                <a:lnTo>
                  <a:pt x="514350" y="2168376"/>
                </a:lnTo>
                <a:lnTo>
                  <a:pt x="514350" y="2193922"/>
                </a:lnTo>
                <a:lnTo>
                  <a:pt x="514350" y="2219477"/>
                </a:lnTo>
                <a:lnTo>
                  <a:pt x="514350" y="2245023"/>
                </a:lnTo>
                <a:lnTo>
                  <a:pt x="514350" y="2270579"/>
                </a:lnTo>
                <a:lnTo>
                  <a:pt x="514350" y="2296125"/>
                </a:lnTo>
                <a:lnTo>
                  <a:pt x="514350" y="2321671"/>
                </a:lnTo>
                <a:lnTo>
                  <a:pt x="514350" y="2347227"/>
                </a:lnTo>
                <a:lnTo>
                  <a:pt x="514350" y="2372773"/>
                </a:lnTo>
                <a:lnTo>
                  <a:pt x="514350" y="2398328"/>
                </a:lnTo>
                <a:lnTo>
                  <a:pt x="514350" y="2423874"/>
                </a:lnTo>
                <a:lnTo>
                  <a:pt x="514350" y="2449420"/>
                </a:lnTo>
                <a:lnTo>
                  <a:pt x="514350" y="2474976"/>
                </a:lnTo>
                <a:lnTo>
                  <a:pt x="514350" y="2500522"/>
                </a:lnTo>
                <a:lnTo>
                  <a:pt x="504320" y="2520172"/>
                </a:lnTo>
                <a:lnTo>
                  <a:pt x="481984" y="2532583"/>
                </a:lnTo>
                <a:lnTo>
                  <a:pt x="459648" y="2544985"/>
                </a:lnTo>
                <a:lnTo>
                  <a:pt x="437321" y="2557396"/>
                </a:lnTo>
                <a:lnTo>
                  <a:pt x="414985" y="2569807"/>
                </a:lnTo>
                <a:lnTo>
                  <a:pt x="392649" y="2582208"/>
                </a:lnTo>
                <a:lnTo>
                  <a:pt x="370313" y="2594620"/>
                </a:lnTo>
                <a:lnTo>
                  <a:pt x="347977" y="2607031"/>
                </a:lnTo>
                <a:lnTo>
                  <a:pt x="325641" y="2619432"/>
                </a:lnTo>
                <a:lnTo>
                  <a:pt x="303314" y="2631843"/>
                </a:lnTo>
                <a:lnTo>
                  <a:pt x="280978" y="2644254"/>
                </a:lnTo>
                <a:lnTo>
                  <a:pt x="258642" y="2656656"/>
                </a:lnTo>
                <a:lnTo>
                  <a:pt x="236306" y="2645883"/>
                </a:lnTo>
                <a:lnTo>
                  <a:pt x="213970" y="2633472"/>
                </a:lnTo>
                <a:lnTo>
                  <a:pt x="191633" y="2621061"/>
                </a:lnTo>
                <a:lnTo>
                  <a:pt x="169307" y="2608659"/>
                </a:lnTo>
                <a:lnTo>
                  <a:pt x="146971" y="2596248"/>
                </a:lnTo>
                <a:lnTo>
                  <a:pt x="124635" y="2583837"/>
                </a:lnTo>
                <a:lnTo>
                  <a:pt x="102299" y="2571436"/>
                </a:lnTo>
                <a:lnTo>
                  <a:pt x="79962" y="2559025"/>
                </a:lnTo>
                <a:lnTo>
                  <a:pt x="57626" y="2546614"/>
                </a:lnTo>
                <a:lnTo>
                  <a:pt x="35300" y="2534212"/>
                </a:lnTo>
                <a:lnTo>
                  <a:pt x="12964" y="2521801"/>
                </a:lnTo>
                <a:lnTo>
                  <a:pt x="0" y="2503875"/>
                </a:lnTo>
                <a:lnTo>
                  <a:pt x="0" y="2478329"/>
                </a:lnTo>
                <a:lnTo>
                  <a:pt x="0" y="2452783"/>
                </a:lnTo>
                <a:lnTo>
                  <a:pt x="0" y="2427227"/>
                </a:lnTo>
                <a:lnTo>
                  <a:pt x="0" y="2401681"/>
                </a:lnTo>
                <a:lnTo>
                  <a:pt x="0" y="2376126"/>
                </a:lnTo>
                <a:lnTo>
                  <a:pt x="0" y="2350580"/>
                </a:lnTo>
                <a:lnTo>
                  <a:pt x="0" y="2325033"/>
                </a:lnTo>
                <a:lnTo>
                  <a:pt x="0" y="2299478"/>
                </a:lnTo>
                <a:lnTo>
                  <a:pt x="0" y="2273932"/>
                </a:lnTo>
                <a:lnTo>
                  <a:pt x="0" y="2248376"/>
                </a:lnTo>
                <a:lnTo>
                  <a:pt x="0" y="2222830"/>
                </a:lnTo>
                <a:lnTo>
                  <a:pt x="0" y="2197284"/>
                </a:lnTo>
                <a:lnTo>
                  <a:pt x="0" y="2171729"/>
                </a:lnTo>
                <a:lnTo>
                  <a:pt x="0" y="2146183"/>
                </a:lnTo>
                <a:lnTo>
                  <a:pt x="0" y="2120627"/>
                </a:lnTo>
                <a:lnTo>
                  <a:pt x="0" y="2095081"/>
                </a:lnTo>
                <a:lnTo>
                  <a:pt x="0" y="2069535"/>
                </a:lnTo>
                <a:lnTo>
                  <a:pt x="0" y="2043979"/>
                </a:lnTo>
                <a:lnTo>
                  <a:pt x="0" y="2018433"/>
                </a:lnTo>
                <a:lnTo>
                  <a:pt x="0" y="1992887"/>
                </a:lnTo>
                <a:lnTo>
                  <a:pt x="0" y="1967332"/>
                </a:lnTo>
                <a:lnTo>
                  <a:pt x="0" y="1941786"/>
                </a:lnTo>
                <a:lnTo>
                  <a:pt x="0" y="1916230"/>
                </a:lnTo>
                <a:lnTo>
                  <a:pt x="0" y="1890684"/>
                </a:lnTo>
                <a:lnTo>
                  <a:pt x="0" y="1865138"/>
                </a:lnTo>
                <a:lnTo>
                  <a:pt x="0" y="1839582"/>
                </a:lnTo>
                <a:lnTo>
                  <a:pt x="0" y="1814036"/>
                </a:lnTo>
                <a:lnTo>
                  <a:pt x="0" y="1788481"/>
                </a:lnTo>
                <a:lnTo>
                  <a:pt x="0" y="1762935"/>
                </a:lnTo>
                <a:lnTo>
                  <a:pt x="0" y="1737389"/>
                </a:lnTo>
                <a:lnTo>
                  <a:pt x="0" y="1711833"/>
                </a:lnTo>
                <a:lnTo>
                  <a:pt x="0" y="1686287"/>
                </a:lnTo>
                <a:lnTo>
                  <a:pt x="0" y="1660731"/>
                </a:lnTo>
                <a:lnTo>
                  <a:pt x="0" y="1635185"/>
                </a:lnTo>
                <a:lnTo>
                  <a:pt x="0" y="1609639"/>
                </a:lnTo>
                <a:lnTo>
                  <a:pt x="0" y="1584084"/>
                </a:lnTo>
                <a:lnTo>
                  <a:pt x="0" y="1558538"/>
                </a:lnTo>
                <a:lnTo>
                  <a:pt x="0" y="1532982"/>
                </a:lnTo>
                <a:lnTo>
                  <a:pt x="0" y="1507436"/>
                </a:lnTo>
                <a:lnTo>
                  <a:pt x="0" y="1481890"/>
                </a:lnTo>
                <a:lnTo>
                  <a:pt x="0" y="1456334"/>
                </a:lnTo>
                <a:lnTo>
                  <a:pt x="0" y="1430788"/>
                </a:lnTo>
                <a:lnTo>
                  <a:pt x="0" y="1405233"/>
                </a:lnTo>
                <a:lnTo>
                  <a:pt x="0" y="1379687"/>
                </a:lnTo>
                <a:lnTo>
                  <a:pt x="0" y="1354141"/>
                </a:lnTo>
                <a:lnTo>
                  <a:pt x="0" y="1328585"/>
                </a:lnTo>
                <a:lnTo>
                  <a:pt x="0" y="1303039"/>
                </a:lnTo>
                <a:lnTo>
                  <a:pt x="0" y="1277493"/>
                </a:lnTo>
                <a:lnTo>
                  <a:pt x="0" y="1251937"/>
                </a:lnTo>
                <a:lnTo>
                  <a:pt x="0" y="1226391"/>
                </a:lnTo>
                <a:lnTo>
                  <a:pt x="0" y="1200836"/>
                </a:lnTo>
                <a:lnTo>
                  <a:pt x="0" y="1175290"/>
                </a:lnTo>
                <a:lnTo>
                  <a:pt x="0" y="1149744"/>
                </a:lnTo>
                <a:lnTo>
                  <a:pt x="0" y="1124188"/>
                </a:lnTo>
                <a:lnTo>
                  <a:pt x="0" y="1098642"/>
                </a:lnTo>
                <a:lnTo>
                  <a:pt x="0" y="1073087"/>
                </a:lnTo>
                <a:lnTo>
                  <a:pt x="0" y="1047540"/>
                </a:lnTo>
                <a:lnTo>
                  <a:pt x="0" y="1021994"/>
                </a:lnTo>
                <a:lnTo>
                  <a:pt x="0" y="996439"/>
                </a:lnTo>
                <a:lnTo>
                  <a:pt x="0" y="970893"/>
                </a:lnTo>
                <a:lnTo>
                  <a:pt x="0" y="945337"/>
                </a:lnTo>
                <a:lnTo>
                  <a:pt x="0" y="919791"/>
                </a:lnTo>
                <a:lnTo>
                  <a:pt x="0" y="894245"/>
                </a:lnTo>
                <a:lnTo>
                  <a:pt x="0" y="868690"/>
                </a:lnTo>
                <a:lnTo>
                  <a:pt x="0" y="843143"/>
                </a:lnTo>
                <a:lnTo>
                  <a:pt x="0" y="817588"/>
                </a:lnTo>
                <a:lnTo>
                  <a:pt x="0" y="792042"/>
                </a:lnTo>
                <a:lnTo>
                  <a:pt x="0" y="766496"/>
                </a:lnTo>
                <a:lnTo>
                  <a:pt x="0" y="740940"/>
                </a:lnTo>
                <a:lnTo>
                  <a:pt x="0" y="715394"/>
                </a:lnTo>
                <a:lnTo>
                  <a:pt x="0" y="689848"/>
                </a:lnTo>
                <a:lnTo>
                  <a:pt x="0" y="664293"/>
                </a:lnTo>
                <a:lnTo>
                  <a:pt x="0" y="638747"/>
                </a:lnTo>
                <a:lnTo>
                  <a:pt x="0" y="613191"/>
                </a:lnTo>
                <a:lnTo>
                  <a:pt x="0" y="587645"/>
                </a:lnTo>
                <a:lnTo>
                  <a:pt x="0" y="562099"/>
                </a:lnTo>
                <a:lnTo>
                  <a:pt x="0" y="536543"/>
                </a:lnTo>
                <a:lnTo>
                  <a:pt x="0" y="510997"/>
                </a:lnTo>
                <a:lnTo>
                  <a:pt x="0" y="485442"/>
                </a:lnTo>
                <a:lnTo>
                  <a:pt x="0" y="459896"/>
                </a:lnTo>
                <a:lnTo>
                  <a:pt x="0" y="434350"/>
                </a:lnTo>
                <a:lnTo>
                  <a:pt x="0" y="408794"/>
                </a:lnTo>
                <a:lnTo>
                  <a:pt x="0" y="383248"/>
                </a:lnTo>
                <a:lnTo>
                  <a:pt x="0" y="357692"/>
                </a:lnTo>
                <a:lnTo>
                  <a:pt x="0" y="332146"/>
                </a:lnTo>
                <a:lnTo>
                  <a:pt x="0" y="306600"/>
                </a:lnTo>
                <a:lnTo>
                  <a:pt x="0" y="281045"/>
                </a:lnTo>
                <a:lnTo>
                  <a:pt x="0" y="255499"/>
                </a:lnTo>
                <a:lnTo>
                  <a:pt x="0" y="229953"/>
                </a:lnTo>
                <a:lnTo>
                  <a:pt x="0" y="204397"/>
                </a:lnTo>
                <a:lnTo>
                  <a:pt x="0" y="178851"/>
                </a:lnTo>
                <a:lnTo>
                  <a:pt x="0" y="153295"/>
                </a:lnTo>
                <a:lnTo>
                  <a:pt x="0" y="127749"/>
                </a:lnTo>
                <a:lnTo>
                  <a:pt x="0" y="102203"/>
                </a:lnTo>
                <a:lnTo>
                  <a:pt x="0" y="76648"/>
                </a:lnTo>
                <a:lnTo>
                  <a:pt x="0" y="51102"/>
                </a:lnTo>
                <a:lnTo>
                  <a:pt x="0" y="25546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4" name="phase-title-0">
            <a:extLst xmlns:a="http://schemas.openxmlformats.org/drawingml/2006/main">
              <a:ext uri="{FF2B5EF4-FFF2-40B4-BE49-F238E27FC236}">
                <a16:creationId xmlns:a16="http://schemas.microsoft.com/office/drawing/2014/main" id="{9C2E21FD-BED7-478F-914A-D60F40EBF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2496293"/>
            <a:ext cx="1428750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获取与识别</a:t>
            </a:r>
          </a:p>
        </p:txBody>
      </p:sp>
      <p:sp>
        <p:nvSpPr>
          <p:cNvPr id="5" name="phase-body-0">
            <a:extLst xmlns:a="http://schemas.openxmlformats.org/drawingml/2006/main">
              <a:ext uri="{FF2B5EF4-FFF2-40B4-BE49-F238E27FC236}">
                <a16:creationId xmlns:a16="http://schemas.microsoft.com/office/drawing/2014/main" id="{C117C8DD-CB48-4B3F-95AA-62A0C44F1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2850509"/>
            <a:ext cx="1428750" cy="587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让目标对象进</a:t>
            </a:r>
          </a:p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入并形成意向</a:t>
            </a:r>
          </a:p>
        </p:txBody>
      </p:sp>
      <p:sp>
        <p:nvSpPr>
          <p:cNvPr id="6" name="action-icon-shell-0-0">
            <a:extLst xmlns:a="http://schemas.openxmlformats.org/drawingml/2006/main">
              <a:ext uri="{FF2B5EF4-FFF2-40B4-BE49-F238E27FC236}">
                <a16:creationId xmlns:a16="http://schemas.microsoft.com/office/drawing/2014/main" id="{9564FA49-45C5-45AD-ABE8-63CC2A126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2490788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6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c83c9cb9d454429">
            <a:extLst>
              <a:ext uri="{96DAC541-7B7A-43D3-8B79-37D633B846F1}">
                <asvg:svgBlip xmlns:asvg="http://schemas.microsoft.com/office/drawing/2016/SVG/main" r:embed="Re9d0c748df024bc5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2566988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8" name="action-title-0-0">
            <a:extLst xmlns:a="http://schemas.openxmlformats.org/drawingml/2006/main">
              <a:ext uri="{FF2B5EF4-FFF2-40B4-BE49-F238E27FC236}">
                <a16:creationId xmlns:a16="http://schemas.microsoft.com/office/drawing/2014/main" id="{1D822543-2FFB-4367-AA1C-070AD703A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429770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标签体系</a:t>
            </a:r>
          </a:p>
        </p:txBody>
      </p:sp>
      <p:sp>
        <p:nvSpPr>
          <p:cNvPr id="9" name="action-body-0-0">
            <a:extLst xmlns:a="http://schemas.openxmlformats.org/drawingml/2006/main">
              <a:ext uri="{FF2B5EF4-FFF2-40B4-BE49-F238E27FC236}">
                <a16:creationId xmlns:a16="http://schemas.microsoft.com/office/drawing/2014/main" id="{98423AC4-2F2C-4323-9208-02B561017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658370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形成可识别对象</a:t>
            </a:r>
          </a:p>
        </p:txBody>
      </p:sp>
      <p:sp>
        <p:nvSpPr>
          <p:cNvPr id="10" name="action-icon-shell-0-1">
            <a:extLst xmlns:a="http://schemas.openxmlformats.org/drawingml/2006/main">
              <a:ext uri="{FF2B5EF4-FFF2-40B4-BE49-F238E27FC236}">
                <a16:creationId xmlns:a16="http://schemas.microsoft.com/office/drawing/2014/main" id="{A6FF7736-93B1-4F02-8476-33A303812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2490788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6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f1312a1fb194d21">
            <a:extLst>
              <a:ext uri="{96DAC541-7B7A-43D3-8B79-37D633B846F1}">
                <asvg:svgBlip xmlns:asvg="http://schemas.microsoft.com/office/drawing/2016/SVG/main" r:embed="R5d6dfdf9454c4b34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2566988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12" name="action-title-0-1">
            <a:extLst xmlns:a="http://schemas.openxmlformats.org/drawingml/2006/main">
              <a:ext uri="{FF2B5EF4-FFF2-40B4-BE49-F238E27FC236}">
                <a16:creationId xmlns:a16="http://schemas.microsoft.com/office/drawing/2014/main" id="{2B4C9B2C-24A3-450C-B80B-33141100E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429770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渠道连接</a:t>
            </a:r>
          </a:p>
        </p:txBody>
      </p:sp>
      <p:sp>
        <p:nvSpPr>
          <p:cNvPr id="13" name="action-body-0-1">
            <a:extLst xmlns:a="http://schemas.openxmlformats.org/drawingml/2006/main">
              <a:ext uri="{FF2B5EF4-FFF2-40B4-BE49-F238E27FC236}">
                <a16:creationId xmlns:a16="http://schemas.microsoft.com/office/drawing/2014/main" id="{30AB25E9-01C8-4F49-9D8B-6C7DC3B2A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658370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连接主要触点</a:t>
            </a:r>
          </a:p>
        </p:txBody>
      </p:sp>
      <p:sp>
        <p:nvSpPr>
          <p:cNvPr id="14" name="action-icon-shell-0-2">
            <a:extLst xmlns:a="http://schemas.openxmlformats.org/drawingml/2006/main">
              <a:ext uri="{FF2B5EF4-FFF2-40B4-BE49-F238E27FC236}">
                <a16:creationId xmlns:a16="http://schemas.microsoft.com/office/drawing/2014/main" id="{DD482854-7607-44C7-B447-5C54AAC65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3100388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6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7fd8dee9f084295">
            <a:extLst>
              <a:ext uri="{96DAC541-7B7A-43D3-8B79-37D633B846F1}">
                <asvg:svgBlip xmlns:asvg="http://schemas.microsoft.com/office/drawing/2016/SVG/main" r:embed="Re9ea5d792bd4477d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3176588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16" name="action-title-0-2">
            <a:extLst xmlns:a="http://schemas.openxmlformats.org/drawingml/2006/main">
              <a:ext uri="{FF2B5EF4-FFF2-40B4-BE49-F238E27FC236}">
                <a16:creationId xmlns:a16="http://schemas.microsoft.com/office/drawing/2014/main" id="{CE0A220C-E5B5-453A-A303-610562CC0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3039370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内容优化</a:t>
            </a:r>
          </a:p>
        </p:txBody>
      </p:sp>
      <p:sp>
        <p:nvSpPr>
          <p:cNvPr id="17" name="action-body-0-2">
            <a:extLst xmlns:a="http://schemas.openxmlformats.org/drawingml/2006/main">
              <a:ext uri="{FF2B5EF4-FFF2-40B4-BE49-F238E27FC236}">
                <a16:creationId xmlns:a16="http://schemas.microsoft.com/office/drawing/2014/main" id="{6E9F94AD-2250-4B1E-9918-29B1DCD8F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3267970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提高触达质量</a:t>
            </a:r>
          </a:p>
        </p:txBody>
      </p:sp>
      <p:sp>
        <p:nvSpPr>
          <p:cNvPr id="18" name="action-icon-shell-0-3">
            <a:extLst xmlns:a="http://schemas.openxmlformats.org/drawingml/2006/main">
              <a:ext uri="{FF2B5EF4-FFF2-40B4-BE49-F238E27FC236}">
                <a16:creationId xmlns:a16="http://schemas.microsoft.com/office/drawing/2014/main" id="{4936FDBE-561D-4A52-A8E8-821555F06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3100388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7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1e9bd0f00874416">
            <a:extLst>
              <a:ext uri="{96DAC541-7B7A-43D3-8B79-37D633B846F1}">
                <asvg:svgBlip xmlns:asvg="http://schemas.microsoft.com/office/drawing/2016/SVG/main" r:embed="R83aa271125d04b65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3176588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20" name="action-title-0-3">
            <a:extLst xmlns:a="http://schemas.openxmlformats.org/drawingml/2006/main">
              <a:ext uri="{FF2B5EF4-FFF2-40B4-BE49-F238E27FC236}">
                <a16:creationId xmlns:a16="http://schemas.microsoft.com/office/drawing/2014/main" id="{57B1DB82-F132-4284-B084-BAF8DEA4A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3039370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行为追踪</a:t>
            </a:r>
          </a:p>
        </p:txBody>
      </p:sp>
      <p:sp>
        <p:nvSpPr>
          <p:cNvPr id="21" name="action-body-0-3">
            <a:extLst xmlns:a="http://schemas.openxmlformats.org/drawingml/2006/main">
              <a:ext uri="{FF2B5EF4-FFF2-40B4-BE49-F238E27FC236}">
                <a16:creationId xmlns:a16="http://schemas.microsoft.com/office/drawing/2014/main" id="{AD0052CB-5553-4BB6-91CE-C4F541524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3267970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记录关键反馈</a:t>
            </a:r>
          </a:p>
        </p:txBody>
      </p:sp>
      <p:sp>
        <p:nvSpPr>
          <p:cNvPr id="22" name="phase-rail-1">
            <a:extLst xmlns:a="http://schemas.openxmlformats.org/drawingml/2006/main">
              <a:ext uri="{FF2B5EF4-FFF2-40B4-BE49-F238E27FC236}">
                <a16:creationId xmlns:a16="http://schemas.microsoft.com/office/drawing/2014/main" id="{101302E0-9B9D-40C3-B7BB-B2B874EC2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4295775"/>
            <a:ext cx="514350" cy="1914134"/>
          </a:xfrm>
          <a:custGeom xmlns:a="http://schemas.openxmlformats.org/drawingml/2006/main">
            <a:pathLst>
              <a:path w="514350" h="1914134">
                <a:moveTo>
                  <a:pt x="0" y="0"/>
                </a:moveTo>
                <a:lnTo>
                  <a:pt x="17193" y="9554"/>
                </a:lnTo>
                <a:lnTo>
                  <a:pt x="34385" y="19098"/>
                </a:lnTo>
                <a:lnTo>
                  <a:pt x="51578" y="28651"/>
                </a:lnTo>
                <a:lnTo>
                  <a:pt x="68771" y="38205"/>
                </a:lnTo>
                <a:lnTo>
                  <a:pt x="85963" y="47758"/>
                </a:lnTo>
                <a:lnTo>
                  <a:pt x="103156" y="57302"/>
                </a:lnTo>
                <a:lnTo>
                  <a:pt x="120348" y="66856"/>
                </a:lnTo>
                <a:lnTo>
                  <a:pt x="137541" y="76410"/>
                </a:lnTo>
                <a:lnTo>
                  <a:pt x="154724" y="85963"/>
                </a:lnTo>
                <a:lnTo>
                  <a:pt x="171917" y="95507"/>
                </a:lnTo>
                <a:lnTo>
                  <a:pt x="189109" y="105061"/>
                </a:lnTo>
                <a:lnTo>
                  <a:pt x="206302" y="114614"/>
                </a:lnTo>
                <a:lnTo>
                  <a:pt x="223495" y="124168"/>
                </a:lnTo>
                <a:lnTo>
                  <a:pt x="240687" y="133712"/>
                </a:lnTo>
                <a:lnTo>
                  <a:pt x="257880" y="142484"/>
                </a:lnTo>
                <a:lnTo>
                  <a:pt x="275072" y="132931"/>
                </a:lnTo>
                <a:lnTo>
                  <a:pt x="292265" y="123377"/>
                </a:lnTo>
                <a:lnTo>
                  <a:pt x="309458" y="113833"/>
                </a:lnTo>
                <a:lnTo>
                  <a:pt x="326650" y="104280"/>
                </a:lnTo>
                <a:lnTo>
                  <a:pt x="343843" y="94726"/>
                </a:lnTo>
                <a:lnTo>
                  <a:pt x="361036" y="85173"/>
                </a:lnTo>
                <a:lnTo>
                  <a:pt x="378228" y="75629"/>
                </a:lnTo>
                <a:lnTo>
                  <a:pt x="395421" y="66075"/>
                </a:lnTo>
                <a:lnTo>
                  <a:pt x="412613" y="56521"/>
                </a:lnTo>
                <a:lnTo>
                  <a:pt x="429806" y="46968"/>
                </a:lnTo>
                <a:lnTo>
                  <a:pt x="446999" y="37424"/>
                </a:lnTo>
                <a:lnTo>
                  <a:pt x="464182" y="27870"/>
                </a:lnTo>
                <a:lnTo>
                  <a:pt x="481374" y="18317"/>
                </a:lnTo>
                <a:lnTo>
                  <a:pt x="498567" y="8763"/>
                </a:lnTo>
                <a:lnTo>
                  <a:pt x="514350" y="1619"/>
                </a:lnTo>
                <a:lnTo>
                  <a:pt x="514350" y="21279"/>
                </a:lnTo>
                <a:lnTo>
                  <a:pt x="514350" y="40948"/>
                </a:lnTo>
                <a:lnTo>
                  <a:pt x="514350" y="60617"/>
                </a:lnTo>
                <a:lnTo>
                  <a:pt x="514350" y="80286"/>
                </a:lnTo>
                <a:lnTo>
                  <a:pt x="514350" y="99955"/>
                </a:lnTo>
                <a:lnTo>
                  <a:pt x="514350" y="119615"/>
                </a:lnTo>
                <a:lnTo>
                  <a:pt x="514350" y="139284"/>
                </a:lnTo>
                <a:lnTo>
                  <a:pt x="514350" y="158953"/>
                </a:lnTo>
                <a:lnTo>
                  <a:pt x="514350" y="178622"/>
                </a:lnTo>
                <a:lnTo>
                  <a:pt x="514350" y="198282"/>
                </a:lnTo>
                <a:lnTo>
                  <a:pt x="514350" y="217951"/>
                </a:lnTo>
                <a:lnTo>
                  <a:pt x="514350" y="237620"/>
                </a:lnTo>
                <a:lnTo>
                  <a:pt x="514350" y="257289"/>
                </a:lnTo>
                <a:lnTo>
                  <a:pt x="514350" y="276958"/>
                </a:lnTo>
                <a:lnTo>
                  <a:pt x="514350" y="296618"/>
                </a:lnTo>
                <a:lnTo>
                  <a:pt x="514350" y="316287"/>
                </a:lnTo>
                <a:lnTo>
                  <a:pt x="514350" y="335956"/>
                </a:lnTo>
                <a:lnTo>
                  <a:pt x="514350" y="355625"/>
                </a:lnTo>
                <a:lnTo>
                  <a:pt x="514350" y="375295"/>
                </a:lnTo>
                <a:lnTo>
                  <a:pt x="514350" y="394954"/>
                </a:lnTo>
                <a:lnTo>
                  <a:pt x="514350" y="414623"/>
                </a:lnTo>
                <a:lnTo>
                  <a:pt x="514350" y="434292"/>
                </a:lnTo>
                <a:lnTo>
                  <a:pt x="514350" y="453961"/>
                </a:lnTo>
                <a:lnTo>
                  <a:pt x="514350" y="473621"/>
                </a:lnTo>
                <a:lnTo>
                  <a:pt x="514350" y="493290"/>
                </a:lnTo>
                <a:lnTo>
                  <a:pt x="514350" y="512959"/>
                </a:lnTo>
                <a:lnTo>
                  <a:pt x="514350" y="532628"/>
                </a:lnTo>
                <a:lnTo>
                  <a:pt x="514350" y="552298"/>
                </a:lnTo>
                <a:lnTo>
                  <a:pt x="514350" y="571957"/>
                </a:lnTo>
                <a:lnTo>
                  <a:pt x="514350" y="591626"/>
                </a:lnTo>
                <a:lnTo>
                  <a:pt x="514350" y="611295"/>
                </a:lnTo>
                <a:lnTo>
                  <a:pt x="514350" y="630965"/>
                </a:lnTo>
                <a:lnTo>
                  <a:pt x="514350" y="650624"/>
                </a:lnTo>
                <a:lnTo>
                  <a:pt x="514350" y="670293"/>
                </a:lnTo>
                <a:lnTo>
                  <a:pt x="514350" y="689962"/>
                </a:lnTo>
                <a:lnTo>
                  <a:pt x="514350" y="709632"/>
                </a:lnTo>
                <a:lnTo>
                  <a:pt x="514350" y="729301"/>
                </a:lnTo>
                <a:lnTo>
                  <a:pt x="514350" y="748960"/>
                </a:lnTo>
                <a:lnTo>
                  <a:pt x="514350" y="768629"/>
                </a:lnTo>
                <a:lnTo>
                  <a:pt x="514350" y="788299"/>
                </a:lnTo>
                <a:lnTo>
                  <a:pt x="514350" y="807968"/>
                </a:lnTo>
                <a:lnTo>
                  <a:pt x="514350" y="827637"/>
                </a:lnTo>
                <a:lnTo>
                  <a:pt x="514350" y="847296"/>
                </a:lnTo>
                <a:lnTo>
                  <a:pt x="514350" y="866966"/>
                </a:lnTo>
                <a:lnTo>
                  <a:pt x="514350" y="886635"/>
                </a:lnTo>
                <a:lnTo>
                  <a:pt x="514350" y="906304"/>
                </a:lnTo>
                <a:lnTo>
                  <a:pt x="514350" y="925963"/>
                </a:lnTo>
                <a:lnTo>
                  <a:pt x="514350" y="945632"/>
                </a:lnTo>
                <a:lnTo>
                  <a:pt x="514350" y="965302"/>
                </a:lnTo>
                <a:lnTo>
                  <a:pt x="514350" y="984971"/>
                </a:lnTo>
                <a:lnTo>
                  <a:pt x="514350" y="1004640"/>
                </a:lnTo>
                <a:lnTo>
                  <a:pt x="514350" y="1024299"/>
                </a:lnTo>
                <a:lnTo>
                  <a:pt x="514350" y="1043969"/>
                </a:lnTo>
                <a:lnTo>
                  <a:pt x="514350" y="1063638"/>
                </a:lnTo>
                <a:lnTo>
                  <a:pt x="514350" y="1083307"/>
                </a:lnTo>
                <a:lnTo>
                  <a:pt x="514350" y="1102966"/>
                </a:lnTo>
                <a:lnTo>
                  <a:pt x="514350" y="1122636"/>
                </a:lnTo>
                <a:lnTo>
                  <a:pt x="514350" y="1142305"/>
                </a:lnTo>
                <a:lnTo>
                  <a:pt x="514350" y="1161974"/>
                </a:lnTo>
                <a:lnTo>
                  <a:pt x="514350" y="1181643"/>
                </a:lnTo>
                <a:lnTo>
                  <a:pt x="514350" y="1201303"/>
                </a:lnTo>
                <a:lnTo>
                  <a:pt x="514350" y="1220972"/>
                </a:lnTo>
                <a:lnTo>
                  <a:pt x="514350" y="1240641"/>
                </a:lnTo>
                <a:lnTo>
                  <a:pt x="514350" y="1260310"/>
                </a:lnTo>
                <a:lnTo>
                  <a:pt x="514350" y="1279970"/>
                </a:lnTo>
                <a:lnTo>
                  <a:pt x="514350" y="1299639"/>
                </a:lnTo>
                <a:lnTo>
                  <a:pt x="514350" y="1319308"/>
                </a:lnTo>
                <a:lnTo>
                  <a:pt x="514350" y="1338977"/>
                </a:lnTo>
                <a:lnTo>
                  <a:pt x="514350" y="1358646"/>
                </a:lnTo>
                <a:lnTo>
                  <a:pt x="514350" y="1378306"/>
                </a:lnTo>
                <a:lnTo>
                  <a:pt x="514350" y="1397975"/>
                </a:lnTo>
                <a:lnTo>
                  <a:pt x="514350" y="1417644"/>
                </a:lnTo>
                <a:lnTo>
                  <a:pt x="514350" y="1437313"/>
                </a:lnTo>
                <a:lnTo>
                  <a:pt x="514350" y="1456982"/>
                </a:lnTo>
                <a:lnTo>
                  <a:pt x="514350" y="1476642"/>
                </a:lnTo>
                <a:lnTo>
                  <a:pt x="514350" y="1496311"/>
                </a:lnTo>
                <a:lnTo>
                  <a:pt x="514350" y="1515980"/>
                </a:lnTo>
                <a:lnTo>
                  <a:pt x="514350" y="1535649"/>
                </a:lnTo>
                <a:lnTo>
                  <a:pt x="514350" y="1555309"/>
                </a:lnTo>
                <a:lnTo>
                  <a:pt x="514350" y="1574978"/>
                </a:lnTo>
                <a:lnTo>
                  <a:pt x="514350" y="1594647"/>
                </a:lnTo>
                <a:lnTo>
                  <a:pt x="514350" y="1614316"/>
                </a:lnTo>
                <a:lnTo>
                  <a:pt x="514350" y="1633985"/>
                </a:lnTo>
                <a:lnTo>
                  <a:pt x="514350" y="1653645"/>
                </a:lnTo>
                <a:lnTo>
                  <a:pt x="514350" y="1673314"/>
                </a:lnTo>
                <a:lnTo>
                  <a:pt x="514350" y="1692983"/>
                </a:lnTo>
                <a:lnTo>
                  <a:pt x="514350" y="1712652"/>
                </a:lnTo>
                <a:lnTo>
                  <a:pt x="514350" y="1732312"/>
                </a:lnTo>
                <a:lnTo>
                  <a:pt x="514350" y="1751981"/>
                </a:lnTo>
                <a:lnTo>
                  <a:pt x="514350" y="1771650"/>
                </a:lnTo>
                <a:lnTo>
                  <a:pt x="497157" y="1781204"/>
                </a:lnTo>
                <a:lnTo>
                  <a:pt x="479965" y="1790748"/>
                </a:lnTo>
                <a:lnTo>
                  <a:pt x="462772" y="1800301"/>
                </a:lnTo>
                <a:lnTo>
                  <a:pt x="445580" y="1809855"/>
                </a:lnTo>
                <a:lnTo>
                  <a:pt x="428387" y="1819408"/>
                </a:lnTo>
                <a:lnTo>
                  <a:pt x="411194" y="1828952"/>
                </a:lnTo>
                <a:lnTo>
                  <a:pt x="394002" y="1838506"/>
                </a:lnTo>
                <a:lnTo>
                  <a:pt x="376809" y="1848060"/>
                </a:lnTo>
                <a:lnTo>
                  <a:pt x="359626" y="1857613"/>
                </a:lnTo>
                <a:lnTo>
                  <a:pt x="342433" y="1867157"/>
                </a:lnTo>
                <a:lnTo>
                  <a:pt x="325241" y="1876711"/>
                </a:lnTo>
                <a:lnTo>
                  <a:pt x="308048" y="1886264"/>
                </a:lnTo>
                <a:lnTo>
                  <a:pt x="290855" y="1895818"/>
                </a:lnTo>
                <a:lnTo>
                  <a:pt x="273663" y="1905362"/>
                </a:lnTo>
                <a:lnTo>
                  <a:pt x="256470" y="1914134"/>
                </a:lnTo>
                <a:lnTo>
                  <a:pt x="239278" y="1904581"/>
                </a:lnTo>
                <a:lnTo>
                  <a:pt x="222085" y="1895027"/>
                </a:lnTo>
                <a:lnTo>
                  <a:pt x="204892" y="1885483"/>
                </a:lnTo>
                <a:lnTo>
                  <a:pt x="187700" y="1875930"/>
                </a:lnTo>
                <a:lnTo>
                  <a:pt x="170507" y="1866376"/>
                </a:lnTo>
                <a:lnTo>
                  <a:pt x="153314" y="1856823"/>
                </a:lnTo>
                <a:lnTo>
                  <a:pt x="136122" y="1847279"/>
                </a:lnTo>
                <a:lnTo>
                  <a:pt x="118929" y="1837725"/>
                </a:lnTo>
                <a:lnTo>
                  <a:pt x="101737" y="1828171"/>
                </a:lnTo>
                <a:lnTo>
                  <a:pt x="84544" y="1818618"/>
                </a:lnTo>
                <a:lnTo>
                  <a:pt x="67351" y="1809074"/>
                </a:lnTo>
                <a:lnTo>
                  <a:pt x="50168" y="1799520"/>
                </a:lnTo>
                <a:lnTo>
                  <a:pt x="32976" y="1789967"/>
                </a:lnTo>
                <a:lnTo>
                  <a:pt x="15783" y="1780413"/>
                </a:lnTo>
                <a:lnTo>
                  <a:pt x="0" y="1770031"/>
                </a:lnTo>
                <a:lnTo>
                  <a:pt x="0" y="1750371"/>
                </a:lnTo>
                <a:lnTo>
                  <a:pt x="0" y="1730702"/>
                </a:lnTo>
                <a:lnTo>
                  <a:pt x="0" y="1711033"/>
                </a:lnTo>
                <a:lnTo>
                  <a:pt x="0" y="1691364"/>
                </a:lnTo>
                <a:lnTo>
                  <a:pt x="0" y="1671695"/>
                </a:lnTo>
                <a:lnTo>
                  <a:pt x="0" y="1652035"/>
                </a:lnTo>
                <a:lnTo>
                  <a:pt x="0" y="1632366"/>
                </a:lnTo>
                <a:lnTo>
                  <a:pt x="0" y="1612697"/>
                </a:lnTo>
                <a:lnTo>
                  <a:pt x="0" y="1593028"/>
                </a:lnTo>
                <a:lnTo>
                  <a:pt x="0" y="1573368"/>
                </a:lnTo>
                <a:lnTo>
                  <a:pt x="0" y="1553699"/>
                </a:lnTo>
                <a:lnTo>
                  <a:pt x="0" y="1534030"/>
                </a:lnTo>
                <a:lnTo>
                  <a:pt x="0" y="1514361"/>
                </a:lnTo>
                <a:lnTo>
                  <a:pt x="0" y="1494692"/>
                </a:lnTo>
                <a:lnTo>
                  <a:pt x="0" y="1475032"/>
                </a:lnTo>
                <a:lnTo>
                  <a:pt x="0" y="1455363"/>
                </a:lnTo>
                <a:lnTo>
                  <a:pt x="0" y="1435694"/>
                </a:lnTo>
                <a:lnTo>
                  <a:pt x="0" y="1416025"/>
                </a:lnTo>
                <a:lnTo>
                  <a:pt x="0" y="1396355"/>
                </a:lnTo>
                <a:lnTo>
                  <a:pt x="0" y="1376696"/>
                </a:lnTo>
                <a:lnTo>
                  <a:pt x="0" y="1357027"/>
                </a:lnTo>
                <a:lnTo>
                  <a:pt x="0" y="1337358"/>
                </a:lnTo>
                <a:lnTo>
                  <a:pt x="0" y="1317689"/>
                </a:lnTo>
                <a:lnTo>
                  <a:pt x="0" y="1298029"/>
                </a:lnTo>
                <a:lnTo>
                  <a:pt x="0" y="1278360"/>
                </a:lnTo>
                <a:lnTo>
                  <a:pt x="0" y="1258691"/>
                </a:lnTo>
                <a:lnTo>
                  <a:pt x="0" y="1239022"/>
                </a:lnTo>
                <a:lnTo>
                  <a:pt x="0" y="1219352"/>
                </a:lnTo>
                <a:lnTo>
                  <a:pt x="0" y="1199693"/>
                </a:lnTo>
                <a:lnTo>
                  <a:pt x="0" y="1180024"/>
                </a:lnTo>
                <a:lnTo>
                  <a:pt x="0" y="1160355"/>
                </a:lnTo>
                <a:lnTo>
                  <a:pt x="0" y="1140685"/>
                </a:lnTo>
                <a:lnTo>
                  <a:pt x="0" y="1121026"/>
                </a:lnTo>
                <a:lnTo>
                  <a:pt x="0" y="1101357"/>
                </a:lnTo>
                <a:lnTo>
                  <a:pt x="0" y="1081688"/>
                </a:lnTo>
                <a:lnTo>
                  <a:pt x="0" y="1062018"/>
                </a:lnTo>
                <a:lnTo>
                  <a:pt x="0" y="1042349"/>
                </a:lnTo>
                <a:lnTo>
                  <a:pt x="0" y="1022690"/>
                </a:lnTo>
                <a:lnTo>
                  <a:pt x="0" y="1003021"/>
                </a:lnTo>
                <a:lnTo>
                  <a:pt x="0" y="983351"/>
                </a:lnTo>
                <a:lnTo>
                  <a:pt x="0" y="963682"/>
                </a:lnTo>
                <a:lnTo>
                  <a:pt x="0" y="944023"/>
                </a:lnTo>
                <a:lnTo>
                  <a:pt x="0" y="924354"/>
                </a:lnTo>
                <a:lnTo>
                  <a:pt x="0" y="904685"/>
                </a:lnTo>
                <a:lnTo>
                  <a:pt x="0" y="885015"/>
                </a:lnTo>
                <a:lnTo>
                  <a:pt x="0" y="865346"/>
                </a:lnTo>
                <a:lnTo>
                  <a:pt x="0" y="845687"/>
                </a:lnTo>
                <a:lnTo>
                  <a:pt x="0" y="826018"/>
                </a:lnTo>
                <a:lnTo>
                  <a:pt x="0" y="806348"/>
                </a:lnTo>
                <a:lnTo>
                  <a:pt x="0" y="786679"/>
                </a:lnTo>
                <a:lnTo>
                  <a:pt x="0" y="767010"/>
                </a:lnTo>
                <a:lnTo>
                  <a:pt x="0" y="747351"/>
                </a:lnTo>
                <a:lnTo>
                  <a:pt x="0" y="727681"/>
                </a:lnTo>
                <a:lnTo>
                  <a:pt x="0" y="708012"/>
                </a:lnTo>
                <a:lnTo>
                  <a:pt x="0" y="688343"/>
                </a:lnTo>
                <a:lnTo>
                  <a:pt x="0" y="668684"/>
                </a:lnTo>
                <a:lnTo>
                  <a:pt x="0" y="649014"/>
                </a:lnTo>
                <a:lnTo>
                  <a:pt x="0" y="629345"/>
                </a:lnTo>
                <a:lnTo>
                  <a:pt x="0" y="609676"/>
                </a:lnTo>
                <a:lnTo>
                  <a:pt x="0" y="590007"/>
                </a:lnTo>
                <a:lnTo>
                  <a:pt x="0" y="570347"/>
                </a:lnTo>
                <a:lnTo>
                  <a:pt x="0" y="550678"/>
                </a:lnTo>
                <a:lnTo>
                  <a:pt x="0" y="531009"/>
                </a:lnTo>
                <a:lnTo>
                  <a:pt x="0" y="511340"/>
                </a:lnTo>
                <a:lnTo>
                  <a:pt x="0" y="491681"/>
                </a:lnTo>
                <a:lnTo>
                  <a:pt x="0" y="472011"/>
                </a:lnTo>
                <a:lnTo>
                  <a:pt x="0" y="452342"/>
                </a:lnTo>
                <a:lnTo>
                  <a:pt x="0" y="432673"/>
                </a:lnTo>
                <a:lnTo>
                  <a:pt x="0" y="413004"/>
                </a:lnTo>
                <a:lnTo>
                  <a:pt x="0" y="393344"/>
                </a:lnTo>
                <a:lnTo>
                  <a:pt x="0" y="373675"/>
                </a:lnTo>
                <a:lnTo>
                  <a:pt x="0" y="354006"/>
                </a:lnTo>
                <a:lnTo>
                  <a:pt x="0" y="334337"/>
                </a:lnTo>
                <a:lnTo>
                  <a:pt x="0" y="314668"/>
                </a:lnTo>
                <a:lnTo>
                  <a:pt x="0" y="295008"/>
                </a:lnTo>
                <a:lnTo>
                  <a:pt x="0" y="275339"/>
                </a:lnTo>
                <a:lnTo>
                  <a:pt x="0" y="255670"/>
                </a:lnTo>
                <a:lnTo>
                  <a:pt x="0" y="236001"/>
                </a:lnTo>
                <a:lnTo>
                  <a:pt x="0" y="216341"/>
                </a:lnTo>
                <a:lnTo>
                  <a:pt x="0" y="196672"/>
                </a:lnTo>
                <a:lnTo>
                  <a:pt x="0" y="177003"/>
                </a:lnTo>
                <a:lnTo>
                  <a:pt x="0" y="157334"/>
                </a:lnTo>
                <a:lnTo>
                  <a:pt x="0" y="137665"/>
                </a:lnTo>
                <a:lnTo>
                  <a:pt x="0" y="118005"/>
                </a:lnTo>
                <a:lnTo>
                  <a:pt x="0" y="98336"/>
                </a:lnTo>
                <a:lnTo>
                  <a:pt x="0" y="78667"/>
                </a:lnTo>
                <a:lnTo>
                  <a:pt x="0" y="58998"/>
                </a:lnTo>
                <a:lnTo>
                  <a:pt x="0" y="39338"/>
                </a:lnTo>
                <a:lnTo>
                  <a:pt x="0" y="19669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23" name="phase-title-1">
            <a:extLst xmlns:a="http://schemas.openxmlformats.org/drawingml/2006/main">
              <a:ext uri="{FF2B5EF4-FFF2-40B4-BE49-F238E27FC236}">
                <a16:creationId xmlns:a16="http://schemas.microsoft.com/office/drawing/2014/main" id="{EC03BED6-9B38-4B35-9C00-B84C182A7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4782293"/>
            <a:ext cx="1428750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培育与转化</a:t>
            </a:r>
          </a:p>
        </p:txBody>
      </p:sp>
      <p:sp>
        <p:nvSpPr>
          <p:cNvPr id="24" name="phase-body-1">
            <a:extLst xmlns:a="http://schemas.openxmlformats.org/drawingml/2006/main">
              <a:ext uri="{FF2B5EF4-FFF2-40B4-BE49-F238E27FC236}">
                <a16:creationId xmlns:a16="http://schemas.microsoft.com/office/drawing/2014/main" id="{AAEEF018-35D4-4FA2-93E4-D48922547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5136509"/>
            <a:ext cx="1428750" cy="587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让有效意向沉</a:t>
            </a:r>
          </a:p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淀为长期价值</a:t>
            </a:r>
          </a:p>
        </p:txBody>
      </p:sp>
      <p:sp>
        <p:nvSpPr>
          <p:cNvPr id="25" name="action-icon-shell-1-0">
            <a:extLst xmlns:a="http://schemas.openxmlformats.org/drawingml/2006/main">
              <a:ext uri="{FF2B5EF4-FFF2-40B4-BE49-F238E27FC236}">
                <a16:creationId xmlns:a16="http://schemas.microsoft.com/office/drawing/2014/main" id="{CC0C3828-FA28-4EA4-A022-1BC2D53B8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5081588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7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abca2636fd34aa3">
            <a:extLst>
              <a:ext uri="{96DAC541-7B7A-43D3-8B79-37D633B846F1}">
                <asvg:svgBlip xmlns:asvg="http://schemas.microsoft.com/office/drawing/2016/SVG/main" r:embed="R0d249c3b0b034fc3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5157788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27" name="action-title-1-0">
            <a:extLst xmlns:a="http://schemas.openxmlformats.org/drawingml/2006/main">
              <a:ext uri="{FF2B5EF4-FFF2-40B4-BE49-F238E27FC236}">
                <a16:creationId xmlns:a16="http://schemas.microsoft.com/office/drawing/2014/main" id="{A12D4BE4-4787-481A-AAAF-5886FF053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5020570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数据打通</a:t>
            </a:r>
          </a:p>
        </p:txBody>
      </p:sp>
      <p:sp>
        <p:nvSpPr>
          <p:cNvPr id="28" name="action-body-1-0">
            <a:extLst xmlns:a="http://schemas.openxmlformats.org/drawingml/2006/main">
              <a:ext uri="{FF2B5EF4-FFF2-40B4-BE49-F238E27FC236}">
                <a16:creationId xmlns:a16="http://schemas.microsoft.com/office/drawing/2014/main" id="{E4B32A5F-BF2E-4A9A-852E-AD522686E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5249170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统一分析对象</a:t>
            </a:r>
          </a:p>
        </p:txBody>
      </p:sp>
      <p:sp>
        <p:nvSpPr>
          <p:cNvPr id="29" name="action-icon-shell-1-1">
            <a:extLst xmlns:a="http://schemas.openxmlformats.org/drawingml/2006/main">
              <a:ext uri="{FF2B5EF4-FFF2-40B4-BE49-F238E27FC236}">
                <a16:creationId xmlns:a16="http://schemas.microsoft.com/office/drawing/2014/main" id="{56F15426-E1E2-45E8-8391-5EC01F289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5081588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8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0a340a7dae54985">
            <a:extLst>
              <a:ext uri="{96DAC541-7B7A-43D3-8B79-37D633B846F1}">
                <asvg:svgBlip xmlns:asvg="http://schemas.microsoft.com/office/drawing/2016/SVG/main" r:embed="R19d2025d731d479c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5157788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31" name="action-title-1-1">
            <a:extLst xmlns:a="http://schemas.openxmlformats.org/drawingml/2006/main">
              <a:ext uri="{FF2B5EF4-FFF2-40B4-BE49-F238E27FC236}">
                <a16:creationId xmlns:a16="http://schemas.microsoft.com/office/drawing/2014/main" id="{E356F4B5-59A9-44CA-BD66-C7D932F88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5020570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自动分群</a:t>
            </a:r>
          </a:p>
        </p:txBody>
      </p:sp>
      <p:sp>
        <p:nvSpPr>
          <p:cNvPr id="32" name="action-body-1-1">
            <a:extLst xmlns:a="http://schemas.openxmlformats.org/drawingml/2006/main">
              <a:ext uri="{FF2B5EF4-FFF2-40B4-BE49-F238E27FC236}">
                <a16:creationId xmlns:a16="http://schemas.microsoft.com/office/drawing/2014/main" id="{4C53C704-40CE-45F1-B16B-CF0D47AE2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5249170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指导持续运营</a:t>
            </a:r>
          </a:p>
        </p:txBody>
      </p:sp>
      <p:sp>
        <p:nvSpPr>
          <p:cNvPr id="33" name="funnel-step-body-0">
            <a:extLst xmlns:a="http://schemas.openxmlformats.org/drawingml/2006/main">
              <a:ext uri="{FF2B5EF4-FFF2-40B4-BE49-F238E27FC236}">
                <a16:creationId xmlns:a16="http://schemas.microsoft.com/office/drawing/2014/main" id="{9DBA382F-9B40-44DA-8CC6-FD25E5009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52750" y="2514600"/>
            <a:ext cx="3331178" cy="807244"/>
          </a:xfrm>
          <a:custGeom xmlns:a="http://schemas.openxmlformats.org/drawingml/2006/main">
            <a:pathLst>
              <a:path w="3331178" h="807244">
                <a:moveTo>
                  <a:pt x="0" y="0"/>
                </a:moveTo>
                <a:lnTo>
                  <a:pt x="15011" y="27756"/>
                </a:lnTo>
                <a:lnTo>
                  <a:pt x="30032" y="55502"/>
                </a:lnTo>
                <a:lnTo>
                  <a:pt x="45044" y="83258"/>
                </a:lnTo>
                <a:lnTo>
                  <a:pt x="60065" y="111014"/>
                </a:lnTo>
                <a:lnTo>
                  <a:pt x="75076" y="138760"/>
                </a:lnTo>
                <a:lnTo>
                  <a:pt x="90087" y="166516"/>
                </a:lnTo>
                <a:lnTo>
                  <a:pt x="105108" y="194262"/>
                </a:lnTo>
                <a:lnTo>
                  <a:pt x="120120" y="222018"/>
                </a:lnTo>
                <a:lnTo>
                  <a:pt x="135141" y="249774"/>
                </a:lnTo>
                <a:lnTo>
                  <a:pt x="150152" y="277520"/>
                </a:lnTo>
                <a:lnTo>
                  <a:pt x="165164" y="305276"/>
                </a:lnTo>
                <a:lnTo>
                  <a:pt x="180184" y="333032"/>
                </a:lnTo>
                <a:lnTo>
                  <a:pt x="195196" y="360778"/>
                </a:lnTo>
                <a:lnTo>
                  <a:pt x="210217" y="388534"/>
                </a:lnTo>
                <a:lnTo>
                  <a:pt x="225228" y="416281"/>
                </a:lnTo>
                <a:lnTo>
                  <a:pt x="240249" y="444036"/>
                </a:lnTo>
                <a:lnTo>
                  <a:pt x="255260" y="471792"/>
                </a:lnTo>
                <a:lnTo>
                  <a:pt x="270272" y="499539"/>
                </a:lnTo>
                <a:lnTo>
                  <a:pt x="285293" y="527294"/>
                </a:lnTo>
                <a:lnTo>
                  <a:pt x="300304" y="555050"/>
                </a:lnTo>
                <a:lnTo>
                  <a:pt x="315325" y="582797"/>
                </a:lnTo>
                <a:lnTo>
                  <a:pt x="330337" y="610553"/>
                </a:lnTo>
                <a:lnTo>
                  <a:pt x="345348" y="638299"/>
                </a:lnTo>
                <a:lnTo>
                  <a:pt x="360369" y="666055"/>
                </a:lnTo>
                <a:lnTo>
                  <a:pt x="375380" y="693811"/>
                </a:lnTo>
                <a:lnTo>
                  <a:pt x="390401" y="721557"/>
                </a:lnTo>
                <a:lnTo>
                  <a:pt x="411366" y="743064"/>
                </a:lnTo>
                <a:lnTo>
                  <a:pt x="441579" y="752046"/>
                </a:lnTo>
                <a:lnTo>
                  <a:pt x="472526" y="758200"/>
                </a:lnTo>
                <a:lnTo>
                  <a:pt x="503701" y="763057"/>
                </a:lnTo>
                <a:lnTo>
                  <a:pt x="534991" y="767115"/>
                </a:lnTo>
                <a:lnTo>
                  <a:pt x="566347" y="770639"/>
                </a:lnTo>
                <a:lnTo>
                  <a:pt x="597741" y="773754"/>
                </a:lnTo>
                <a:lnTo>
                  <a:pt x="629174" y="776554"/>
                </a:lnTo>
                <a:lnTo>
                  <a:pt x="660625" y="779078"/>
                </a:lnTo>
                <a:lnTo>
                  <a:pt x="692096" y="781393"/>
                </a:lnTo>
                <a:lnTo>
                  <a:pt x="723576" y="783517"/>
                </a:lnTo>
                <a:lnTo>
                  <a:pt x="755075" y="785479"/>
                </a:lnTo>
                <a:lnTo>
                  <a:pt x="786575" y="787298"/>
                </a:lnTo>
                <a:lnTo>
                  <a:pt x="818083" y="788984"/>
                </a:lnTo>
                <a:lnTo>
                  <a:pt x="849592" y="790556"/>
                </a:lnTo>
                <a:lnTo>
                  <a:pt x="881120" y="792023"/>
                </a:lnTo>
                <a:lnTo>
                  <a:pt x="912638" y="793394"/>
                </a:lnTo>
                <a:lnTo>
                  <a:pt x="944166" y="794671"/>
                </a:lnTo>
                <a:lnTo>
                  <a:pt x="975703" y="795861"/>
                </a:lnTo>
                <a:lnTo>
                  <a:pt x="1007231" y="796985"/>
                </a:lnTo>
                <a:lnTo>
                  <a:pt x="1038768" y="798033"/>
                </a:lnTo>
                <a:lnTo>
                  <a:pt x="1070305" y="798995"/>
                </a:lnTo>
                <a:lnTo>
                  <a:pt x="1101852" y="799900"/>
                </a:lnTo>
                <a:lnTo>
                  <a:pt x="1133389" y="800748"/>
                </a:lnTo>
                <a:lnTo>
                  <a:pt x="1164936" y="801538"/>
                </a:lnTo>
                <a:lnTo>
                  <a:pt x="1196483" y="802262"/>
                </a:lnTo>
                <a:lnTo>
                  <a:pt x="1228030" y="802938"/>
                </a:lnTo>
                <a:lnTo>
                  <a:pt x="1259576" y="803548"/>
                </a:lnTo>
                <a:lnTo>
                  <a:pt x="1291123" y="804110"/>
                </a:lnTo>
                <a:lnTo>
                  <a:pt x="1322680" y="804624"/>
                </a:lnTo>
                <a:lnTo>
                  <a:pt x="1354226" y="805091"/>
                </a:lnTo>
                <a:lnTo>
                  <a:pt x="1385773" y="805510"/>
                </a:lnTo>
                <a:lnTo>
                  <a:pt x="1417330" y="805882"/>
                </a:lnTo>
                <a:lnTo>
                  <a:pt x="1448886" y="806206"/>
                </a:lnTo>
                <a:lnTo>
                  <a:pt x="1480433" y="806482"/>
                </a:lnTo>
                <a:lnTo>
                  <a:pt x="1511989" y="806720"/>
                </a:lnTo>
                <a:lnTo>
                  <a:pt x="1543545" y="806910"/>
                </a:lnTo>
                <a:lnTo>
                  <a:pt x="1575092" y="807063"/>
                </a:lnTo>
                <a:lnTo>
                  <a:pt x="1606648" y="807168"/>
                </a:lnTo>
                <a:lnTo>
                  <a:pt x="1638205" y="807225"/>
                </a:lnTo>
                <a:lnTo>
                  <a:pt x="1669752" y="807244"/>
                </a:lnTo>
                <a:lnTo>
                  <a:pt x="1701308" y="807215"/>
                </a:lnTo>
                <a:lnTo>
                  <a:pt x="1732864" y="807149"/>
                </a:lnTo>
                <a:lnTo>
                  <a:pt x="1764421" y="807034"/>
                </a:lnTo>
                <a:lnTo>
                  <a:pt x="1795967" y="806882"/>
                </a:lnTo>
                <a:lnTo>
                  <a:pt x="1827524" y="806682"/>
                </a:lnTo>
                <a:lnTo>
                  <a:pt x="1859080" y="806434"/>
                </a:lnTo>
                <a:lnTo>
                  <a:pt x="1890627" y="806148"/>
                </a:lnTo>
                <a:lnTo>
                  <a:pt x="1922183" y="805815"/>
                </a:lnTo>
                <a:lnTo>
                  <a:pt x="1953730" y="805434"/>
                </a:lnTo>
                <a:lnTo>
                  <a:pt x="1985286" y="805015"/>
                </a:lnTo>
                <a:lnTo>
                  <a:pt x="2016833" y="804539"/>
                </a:lnTo>
                <a:lnTo>
                  <a:pt x="2048380" y="804015"/>
                </a:lnTo>
                <a:lnTo>
                  <a:pt x="2079936" y="803443"/>
                </a:lnTo>
                <a:lnTo>
                  <a:pt x="2111483" y="802815"/>
                </a:lnTo>
                <a:lnTo>
                  <a:pt x="2143030" y="802129"/>
                </a:lnTo>
                <a:lnTo>
                  <a:pt x="2174577" y="801395"/>
                </a:lnTo>
                <a:lnTo>
                  <a:pt x="2206114" y="800595"/>
                </a:lnTo>
                <a:lnTo>
                  <a:pt x="2237661" y="799748"/>
                </a:lnTo>
                <a:lnTo>
                  <a:pt x="2269198" y="798833"/>
                </a:lnTo>
                <a:lnTo>
                  <a:pt x="2300735" y="797843"/>
                </a:lnTo>
                <a:lnTo>
                  <a:pt x="2332272" y="796785"/>
                </a:lnTo>
                <a:lnTo>
                  <a:pt x="2363810" y="795652"/>
                </a:lnTo>
                <a:lnTo>
                  <a:pt x="2395337" y="794442"/>
                </a:lnTo>
                <a:lnTo>
                  <a:pt x="2426865" y="793156"/>
                </a:lnTo>
                <a:lnTo>
                  <a:pt x="2458393" y="791766"/>
                </a:lnTo>
                <a:lnTo>
                  <a:pt x="2489911" y="790280"/>
                </a:lnTo>
                <a:lnTo>
                  <a:pt x="2521420" y="788689"/>
                </a:lnTo>
                <a:lnTo>
                  <a:pt x="2552929" y="786975"/>
                </a:lnTo>
                <a:lnTo>
                  <a:pt x="2584428" y="785136"/>
                </a:lnTo>
                <a:lnTo>
                  <a:pt x="2615917" y="783136"/>
                </a:lnTo>
                <a:lnTo>
                  <a:pt x="2647398" y="780993"/>
                </a:lnTo>
                <a:lnTo>
                  <a:pt x="2678868" y="778640"/>
                </a:lnTo>
                <a:lnTo>
                  <a:pt x="2710320" y="776059"/>
                </a:lnTo>
                <a:lnTo>
                  <a:pt x="2741743" y="773211"/>
                </a:lnTo>
                <a:lnTo>
                  <a:pt x="2773137" y="770030"/>
                </a:lnTo>
                <a:lnTo>
                  <a:pt x="2804484" y="766420"/>
                </a:lnTo>
                <a:lnTo>
                  <a:pt x="2835754" y="762238"/>
                </a:lnTo>
                <a:lnTo>
                  <a:pt x="2866901" y="757199"/>
                </a:lnTo>
                <a:lnTo>
                  <a:pt x="2897772" y="750703"/>
                </a:lnTo>
                <a:lnTo>
                  <a:pt x="2927652" y="740721"/>
                </a:lnTo>
                <a:lnTo>
                  <a:pt x="2946092" y="716490"/>
                </a:lnTo>
                <a:lnTo>
                  <a:pt x="2961113" y="688743"/>
                </a:lnTo>
                <a:lnTo>
                  <a:pt x="2976124" y="660987"/>
                </a:lnTo>
                <a:lnTo>
                  <a:pt x="2991145" y="633232"/>
                </a:lnTo>
                <a:lnTo>
                  <a:pt x="3006157" y="605485"/>
                </a:lnTo>
                <a:lnTo>
                  <a:pt x="3021168" y="577729"/>
                </a:lnTo>
                <a:lnTo>
                  <a:pt x="3036189" y="549983"/>
                </a:lnTo>
                <a:lnTo>
                  <a:pt x="3051200" y="522227"/>
                </a:lnTo>
                <a:lnTo>
                  <a:pt x="3066221" y="494471"/>
                </a:lnTo>
                <a:lnTo>
                  <a:pt x="3081233" y="466725"/>
                </a:lnTo>
                <a:lnTo>
                  <a:pt x="3096244" y="438969"/>
                </a:lnTo>
                <a:lnTo>
                  <a:pt x="3111265" y="411213"/>
                </a:lnTo>
                <a:lnTo>
                  <a:pt x="3126276" y="383467"/>
                </a:lnTo>
                <a:lnTo>
                  <a:pt x="3141297" y="355711"/>
                </a:lnTo>
                <a:lnTo>
                  <a:pt x="3156309" y="327965"/>
                </a:lnTo>
                <a:lnTo>
                  <a:pt x="3171320" y="300209"/>
                </a:lnTo>
                <a:lnTo>
                  <a:pt x="3186341" y="272453"/>
                </a:lnTo>
                <a:lnTo>
                  <a:pt x="3201353" y="244707"/>
                </a:lnTo>
                <a:lnTo>
                  <a:pt x="3216373" y="216951"/>
                </a:lnTo>
                <a:lnTo>
                  <a:pt x="3231385" y="189195"/>
                </a:lnTo>
                <a:lnTo>
                  <a:pt x="3246396" y="161449"/>
                </a:lnTo>
                <a:lnTo>
                  <a:pt x="3261417" y="133693"/>
                </a:lnTo>
                <a:lnTo>
                  <a:pt x="3276429" y="105937"/>
                </a:lnTo>
                <a:lnTo>
                  <a:pt x="3291449" y="78191"/>
                </a:lnTo>
                <a:lnTo>
                  <a:pt x="3306461" y="50435"/>
                </a:lnTo>
                <a:lnTo>
                  <a:pt x="3321472" y="22689"/>
                </a:lnTo>
                <a:lnTo>
                  <a:pt x="3331178" y="4982"/>
                </a:lnTo>
                <a:lnTo>
                  <a:pt x="3302260" y="16955"/>
                </a:lnTo>
                <a:lnTo>
                  <a:pt x="3271390" y="23451"/>
                </a:lnTo>
                <a:lnTo>
                  <a:pt x="3240224" y="28318"/>
                </a:lnTo>
                <a:lnTo>
                  <a:pt x="3208915" y="32309"/>
                </a:lnTo>
                <a:lnTo>
                  <a:pt x="3177550" y="35728"/>
                </a:lnTo>
                <a:lnTo>
                  <a:pt x="3146146" y="38757"/>
                </a:lnTo>
                <a:lnTo>
                  <a:pt x="3114704" y="41462"/>
                </a:lnTo>
                <a:lnTo>
                  <a:pt x="3083252" y="43920"/>
                </a:lnTo>
                <a:lnTo>
                  <a:pt x="3051772" y="46177"/>
                </a:lnTo>
                <a:lnTo>
                  <a:pt x="3020292" y="48254"/>
                </a:lnTo>
                <a:lnTo>
                  <a:pt x="2988793" y="50187"/>
                </a:lnTo>
                <a:lnTo>
                  <a:pt x="2957293" y="51978"/>
                </a:lnTo>
                <a:lnTo>
                  <a:pt x="2925785" y="53673"/>
                </a:lnTo>
                <a:lnTo>
                  <a:pt x="2894267" y="55255"/>
                </a:lnTo>
                <a:lnTo>
                  <a:pt x="2862748" y="56740"/>
                </a:lnTo>
                <a:lnTo>
                  <a:pt x="2831230" y="58150"/>
                </a:lnTo>
                <a:lnTo>
                  <a:pt x="2799702" y="59474"/>
                </a:lnTo>
                <a:lnTo>
                  <a:pt x="2768175" y="60731"/>
                </a:lnTo>
                <a:lnTo>
                  <a:pt x="2736647" y="61922"/>
                </a:lnTo>
                <a:lnTo>
                  <a:pt x="2705110" y="63046"/>
                </a:lnTo>
                <a:lnTo>
                  <a:pt x="2673572" y="64113"/>
                </a:lnTo>
                <a:lnTo>
                  <a:pt x="2642035" y="65132"/>
                </a:lnTo>
                <a:lnTo>
                  <a:pt x="2610498" y="66094"/>
                </a:lnTo>
                <a:lnTo>
                  <a:pt x="2578951" y="67008"/>
                </a:lnTo>
                <a:lnTo>
                  <a:pt x="2547414" y="67885"/>
                </a:lnTo>
                <a:lnTo>
                  <a:pt x="2515867" y="68704"/>
                </a:lnTo>
                <a:lnTo>
                  <a:pt x="2484330" y="69494"/>
                </a:lnTo>
                <a:lnTo>
                  <a:pt x="2452783" y="70237"/>
                </a:lnTo>
                <a:lnTo>
                  <a:pt x="2421236" y="70942"/>
                </a:lnTo>
                <a:lnTo>
                  <a:pt x="2389689" y="71609"/>
                </a:lnTo>
                <a:lnTo>
                  <a:pt x="2358142" y="72238"/>
                </a:lnTo>
                <a:lnTo>
                  <a:pt x="2326596" y="72828"/>
                </a:lnTo>
                <a:lnTo>
                  <a:pt x="2295039" y="73390"/>
                </a:lnTo>
                <a:lnTo>
                  <a:pt x="2263492" y="73924"/>
                </a:lnTo>
                <a:lnTo>
                  <a:pt x="2231946" y="74419"/>
                </a:lnTo>
                <a:lnTo>
                  <a:pt x="2200389" y="74886"/>
                </a:lnTo>
                <a:lnTo>
                  <a:pt x="2168843" y="75324"/>
                </a:lnTo>
                <a:lnTo>
                  <a:pt x="2137296" y="75724"/>
                </a:lnTo>
                <a:lnTo>
                  <a:pt x="2105739" y="76105"/>
                </a:lnTo>
                <a:lnTo>
                  <a:pt x="2074183" y="76457"/>
                </a:lnTo>
                <a:lnTo>
                  <a:pt x="2042636" y="76772"/>
                </a:lnTo>
                <a:lnTo>
                  <a:pt x="2011080" y="77067"/>
                </a:lnTo>
                <a:lnTo>
                  <a:pt x="1979533" y="77343"/>
                </a:lnTo>
                <a:lnTo>
                  <a:pt x="1947977" y="77572"/>
                </a:lnTo>
                <a:lnTo>
                  <a:pt x="1916420" y="77791"/>
                </a:lnTo>
                <a:lnTo>
                  <a:pt x="1884874" y="77972"/>
                </a:lnTo>
                <a:lnTo>
                  <a:pt x="1853317" y="78143"/>
                </a:lnTo>
                <a:lnTo>
                  <a:pt x="1821761" y="78276"/>
                </a:lnTo>
                <a:lnTo>
                  <a:pt x="1790214" y="78391"/>
                </a:lnTo>
                <a:lnTo>
                  <a:pt x="1758658" y="78467"/>
                </a:lnTo>
                <a:lnTo>
                  <a:pt x="1727102" y="78534"/>
                </a:lnTo>
                <a:lnTo>
                  <a:pt x="1695545" y="78572"/>
                </a:lnTo>
                <a:lnTo>
                  <a:pt x="1663998" y="78581"/>
                </a:lnTo>
                <a:lnTo>
                  <a:pt x="1632442" y="78562"/>
                </a:lnTo>
                <a:lnTo>
                  <a:pt x="1600886" y="78524"/>
                </a:lnTo>
                <a:lnTo>
                  <a:pt x="1569329" y="78457"/>
                </a:lnTo>
                <a:lnTo>
                  <a:pt x="1537783" y="78372"/>
                </a:lnTo>
                <a:lnTo>
                  <a:pt x="1506226" y="78257"/>
                </a:lnTo>
                <a:lnTo>
                  <a:pt x="1474670" y="78115"/>
                </a:lnTo>
                <a:lnTo>
                  <a:pt x="1443114" y="77943"/>
                </a:lnTo>
                <a:lnTo>
                  <a:pt x="1411567" y="77753"/>
                </a:lnTo>
                <a:lnTo>
                  <a:pt x="1380011" y="77534"/>
                </a:lnTo>
                <a:lnTo>
                  <a:pt x="1348454" y="77286"/>
                </a:lnTo>
                <a:lnTo>
                  <a:pt x="1316907" y="77019"/>
                </a:lnTo>
                <a:lnTo>
                  <a:pt x="1285351" y="76724"/>
                </a:lnTo>
                <a:lnTo>
                  <a:pt x="1253804" y="76391"/>
                </a:lnTo>
                <a:lnTo>
                  <a:pt x="1222248" y="76038"/>
                </a:lnTo>
                <a:lnTo>
                  <a:pt x="1190701" y="75657"/>
                </a:lnTo>
                <a:lnTo>
                  <a:pt x="1159145" y="75248"/>
                </a:lnTo>
                <a:lnTo>
                  <a:pt x="1127598" y="74809"/>
                </a:lnTo>
                <a:lnTo>
                  <a:pt x="1096042" y="74333"/>
                </a:lnTo>
                <a:lnTo>
                  <a:pt x="1064495" y="73828"/>
                </a:lnTo>
                <a:lnTo>
                  <a:pt x="1032948" y="73295"/>
                </a:lnTo>
                <a:lnTo>
                  <a:pt x="1001401" y="72723"/>
                </a:lnTo>
                <a:lnTo>
                  <a:pt x="969845" y="72123"/>
                </a:lnTo>
                <a:lnTo>
                  <a:pt x="938298" y="71485"/>
                </a:lnTo>
                <a:lnTo>
                  <a:pt x="906751" y="70809"/>
                </a:lnTo>
                <a:lnTo>
                  <a:pt x="875205" y="70104"/>
                </a:lnTo>
                <a:lnTo>
                  <a:pt x="843667" y="69352"/>
                </a:lnTo>
                <a:lnTo>
                  <a:pt x="812121" y="68561"/>
                </a:lnTo>
                <a:lnTo>
                  <a:pt x="780574" y="67723"/>
                </a:lnTo>
                <a:lnTo>
                  <a:pt x="749036" y="66846"/>
                </a:lnTo>
                <a:lnTo>
                  <a:pt x="717499" y="65923"/>
                </a:lnTo>
                <a:lnTo>
                  <a:pt x="685952" y="64951"/>
                </a:lnTo>
                <a:lnTo>
                  <a:pt x="654415" y="63922"/>
                </a:lnTo>
                <a:lnTo>
                  <a:pt x="622887" y="62846"/>
                </a:lnTo>
                <a:lnTo>
                  <a:pt x="591350" y="61703"/>
                </a:lnTo>
                <a:lnTo>
                  <a:pt x="559822" y="60503"/>
                </a:lnTo>
                <a:lnTo>
                  <a:pt x="528295" y="59236"/>
                </a:lnTo>
                <a:lnTo>
                  <a:pt x="496767" y="57902"/>
                </a:lnTo>
                <a:lnTo>
                  <a:pt x="465239" y="56483"/>
                </a:lnTo>
                <a:lnTo>
                  <a:pt x="433721" y="54978"/>
                </a:lnTo>
                <a:lnTo>
                  <a:pt x="402212" y="53369"/>
                </a:lnTo>
                <a:lnTo>
                  <a:pt x="370703" y="51664"/>
                </a:lnTo>
                <a:lnTo>
                  <a:pt x="339204" y="49844"/>
                </a:lnTo>
                <a:lnTo>
                  <a:pt x="307705" y="47892"/>
                </a:lnTo>
                <a:lnTo>
                  <a:pt x="276225" y="45777"/>
                </a:lnTo>
                <a:lnTo>
                  <a:pt x="244754" y="43491"/>
                </a:lnTo>
                <a:lnTo>
                  <a:pt x="213303" y="40986"/>
                </a:lnTo>
                <a:lnTo>
                  <a:pt x="181870" y="38224"/>
                </a:lnTo>
                <a:lnTo>
                  <a:pt x="150466" y="35147"/>
                </a:lnTo>
                <a:lnTo>
                  <a:pt x="119110" y="31633"/>
                </a:lnTo>
                <a:lnTo>
                  <a:pt x="87830" y="27499"/>
                </a:lnTo>
                <a:lnTo>
                  <a:pt x="56683" y="22422"/>
                </a:lnTo>
                <a:lnTo>
                  <a:pt x="25927" y="1544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34" name="funnel-step-cap-0">
            <a:extLst xmlns:a="http://schemas.openxmlformats.org/drawingml/2006/main">
              <a:ext uri="{FF2B5EF4-FFF2-40B4-BE49-F238E27FC236}">
                <a16:creationId xmlns:a16="http://schemas.microsoft.com/office/drawing/2014/main" id="{9DB6D550-E78A-4AEB-8592-0B8F645D4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52750" y="2390775"/>
            <a:ext cx="33337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35" name="funnel-step-body-1">
            <a:extLst xmlns:a="http://schemas.openxmlformats.org/drawingml/2006/main">
              <a:ext uri="{FF2B5EF4-FFF2-40B4-BE49-F238E27FC236}">
                <a16:creationId xmlns:a16="http://schemas.microsoft.com/office/drawing/2014/main" id="{01E945A0-2ED8-4FF8-A8D2-84E83E01C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346990" y="3424238"/>
            <a:ext cx="2543223" cy="807234"/>
          </a:xfrm>
          <a:custGeom xmlns:a="http://schemas.openxmlformats.org/drawingml/2006/main">
            <a:pathLst>
              <a:path w="2543223" h="807234">
                <a:moveTo>
                  <a:pt x="0" y="0"/>
                </a:moveTo>
                <a:lnTo>
                  <a:pt x="9735" y="23517"/>
                </a:lnTo>
                <a:lnTo>
                  <a:pt x="19479" y="47034"/>
                </a:lnTo>
                <a:lnTo>
                  <a:pt x="29213" y="70552"/>
                </a:lnTo>
                <a:lnTo>
                  <a:pt x="38957" y="94069"/>
                </a:lnTo>
                <a:lnTo>
                  <a:pt x="48692" y="117586"/>
                </a:lnTo>
                <a:lnTo>
                  <a:pt x="58436" y="141103"/>
                </a:lnTo>
                <a:lnTo>
                  <a:pt x="68170" y="164621"/>
                </a:lnTo>
                <a:lnTo>
                  <a:pt x="77915" y="188138"/>
                </a:lnTo>
                <a:lnTo>
                  <a:pt x="87649" y="211655"/>
                </a:lnTo>
                <a:lnTo>
                  <a:pt x="97393" y="235172"/>
                </a:lnTo>
                <a:lnTo>
                  <a:pt x="107128" y="258689"/>
                </a:lnTo>
                <a:lnTo>
                  <a:pt x="116872" y="282207"/>
                </a:lnTo>
                <a:lnTo>
                  <a:pt x="126606" y="305724"/>
                </a:lnTo>
                <a:lnTo>
                  <a:pt x="136341" y="329241"/>
                </a:lnTo>
                <a:lnTo>
                  <a:pt x="146085" y="352758"/>
                </a:lnTo>
                <a:lnTo>
                  <a:pt x="155819" y="376276"/>
                </a:lnTo>
                <a:lnTo>
                  <a:pt x="165564" y="399793"/>
                </a:lnTo>
                <a:lnTo>
                  <a:pt x="175298" y="423310"/>
                </a:lnTo>
                <a:lnTo>
                  <a:pt x="185042" y="446827"/>
                </a:lnTo>
                <a:lnTo>
                  <a:pt x="194777" y="470345"/>
                </a:lnTo>
                <a:lnTo>
                  <a:pt x="204521" y="493862"/>
                </a:lnTo>
                <a:lnTo>
                  <a:pt x="214255" y="517379"/>
                </a:lnTo>
                <a:lnTo>
                  <a:pt x="223999" y="540896"/>
                </a:lnTo>
                <a:lnTo>
                  <a:pt x="233734" y="564413"/>
                </a:lnTo>
                <a:lnTo>
                  <a:pt x="243478" y="587931"/>
                </a:lnTo>
                <a:lnTo>
                  <a:pt x="253213" y="611448"/>
                </a:lnTo>
                <a:lnTo>
                  <a:pt x="262947" y="634965"/>
                </a:lnTo>
                <a:lnTo>
                  <a:pt x="272691" y="658482"/>
                </a:lnTo>
                <a:lnTo>
                  <a:pt x="282426" y="682000"/>
                </a:lnTo>
                <a:lnTo>
                  <a:pt x="292170" y="705517"/>
                </a:lnTo>
                <a:lnTo>
                  <a:pt x="301762" y="729072"/>
                </a:lnTo>
                <a:lnTo>
                  <a:pt x="319764" y="745474"/>
                </a:lnTo>
                <a:lnTo>
                  <a:pt x="343805" y="753770"/>
                </a:lnTo>
                <a:lnTo>
                  <a:pt x="368541" y="759752"/>
                </a:lnTo>
                <a:lnTo>
                  <a:pt x="393544" y="764534"/>
                </a:lnTo>
                <a:lnTo>
                  <a:pt x="418671" y="768582"/>
                </a:lnTo>
                <a:lnTo>
                  <a:pt x="443884" y="772097"/>
                </a:lnTo>
                <a:lnTo>
                  <a:pt x="469144" y="775211"/>
                </a:lnTo>
                <a:lnTo>
                  <a:pt x="494443" y="778002"/>
                </a:lnTo>
                <a:lnTo>
                  <a:pt x="519770" y="780526"/>
                </a:lnTo>
                <a:lnTo>
                  <a:pt x="545125" y="782841"/>
                </a:lnTo>
                <a:lnTo>
                  <a:pt x="570490" y="784965"/>
                </a:lnTo>
                <a:lnTo>
                  <a:pt x="595865" y="786917"/>
                </a:lnTo>
                <a:lnTo>
                  <a:pt x="621259" y="788727"/>
                </a:lnTo>
                <a:lnTo>
                  <a:pt x="646652" y="790404"/>
                </a:lnTo>
                <a:lnTo>
                  <a:pt x="672065" y="791956"/>
                </a:lnTo>
                <a:lnTo>
                  <a:pt x="697478" y="793404"/>
                </a:lnTo>
                <a:lnTo>
                  <a:pt x="722890" y="794756"/>
                </a:lnTo>
                <a:lnTo>
                  <a:pt x="748313" y="796014"/>
                </a:lnTo>
                <a:lnTo>
                  <a:pt x="773744" y="797176"/>
                </a:lnTo>
                <a:lnTo>
                  <a:pt x="799176" y="798262"/>
                </a:lnTo>
                <a:lnTo>
                  <a:pt x="824608" y="799271"/>
                </a:lnTo>
                <a:lnTo>
                  <a:pt x="850049" y="800214"/>
                </a:lnTo>
                <a:lnTo>
                  <a:pt x="875481" y="801081"/>
                </a:lnTo>
                <a:lnTo>
                  <a:pt x="900922" y="801881"/>
                </a:lnTo>
                <a:lnTo>
                  <a:pt x="926373" y="802615"/>
                </a:lnTo>
                <a:lnTo>
                  <a:pt x="951814" y="803291"/>
                </a:lnTo>
                <a:lnTo>
                  <a:pt x="977265" y="803920"/>
                </a:lnTo>
                <a:lnTo>
                  <a:pt x="1002706" y="804481"/>
                </a:lnTo>
                <a:lnTo>
                  <a:pt x="1028157" y="804986"/>
                </a:lnTo>
                <a:lnTo>
                  <a:pt x="1053608" y="805434"/>
                </a:lnTo>
                <a:lnTo>
                  <a:pt x="1079059" y="805834"/>
                </a:lnTo>
                <a:lnTo>
                  <a:pt x="1104509" y="806186"/>
                </a:lnTo>
                <a:lnTo>
                  <a:pt x="1129960" y="806482"/>
                </a:lnTo>
                <a:lnTo>
                  <a:pt x="1155411" y="806729"/>
                </a:lnTo>
                <a:lnTo>
                  <a:pt x="1180871" y="806929"/>
                </a:lnTo>
                <a:lnTo>
                  <a:pt x="1206322" y="807082"/>
                </a:lnTo>
                <a:lnTo>
                  <a:pt x="1231773" y="807177"/>
                </a:lnTo>
                <a:lnTo>
                  <a:pt x="1257233" y="807234"/>
                </a:lnTo>
                <a:lnTo>
                  <a:pt x="1282684" y="807234"/>
                </a:lnTo>
                <a:lnTo>
                  <a:pt x="1308135" y="807196"/>
                </a:lnTo>
                <a:lnTo>
                  <a:pt x="1333595" y="807101"/>
                </a:lnTo>
                <a:lnTo>
                  <a:pt x="1359046" y="806968"/>
                </a:lnTo>
                <a:lnTo>
                  <a:pt x="1384497" y="806777"/>
                </a:lnTo>
                <a:lnTo>
                  <a:pt x="1409957" y="806539"/>
                </a:lnTo>
                <a:lnTo>
                  <a:pt x="1435408" y="806253"/>
                </a:lnTo>
                <a:lnTo>
                  <a:pt x="1460859" y="805910"/>
                </a:lnTo>
                <a:lnTo>
                  <a:pt x="1486310" y="805520"/>
                </a:lnTo>
                <a:lnTo>
                  <a:pt x="1511760" y="805082"/>
                </a:lnTo>
                <a:lnTo>
                  <a:pt x="1537211" y="804586"/>
                </a:lnTo>
                <a:lnTo>
                  <a:pt x="1562652" y="804043"/>
                </a:lnTo>
                <a:lnTo>
                  <a:pt x="1588103" y="803434"/>
                </a:lnTo>
                <a:lnTo>
                  <a:pt x="1613545" y="802767"/>
                </a:lnTo>
                <a:lnTo>
                  <a:pt x="1638995" y="802043"/>
                </a:lnTo>
                <a:lnTo>
                  <a:pt x="1664437" y="801253"/>
                </a:lnTo>
                <a:lnTo>
                  <a:pt x="1689878" y="800395"/>
                </a:lnTo>
                <a:lnTo>
                  <a:pt x="1715310" y="799481"/>
                </a:lnTo>
                <a:lnTo>
                  <a:pt x="1740741" y="798481"/>
                </a:lnTo>
                <a:lnTo>
                  <a:pt x="1766173" y="797414"/>
                </a:lnTo>
                <a:lnTo>
                  <a:pt x="1791605" y="796261"/>
                </a:lnTo>
                <a:lnTo>
                  <a:pt x="1817027" y="795023"/>
                </a:lnTo>
                <a:lnTo>
                  <a:pt x="1842449" y="793699"/>
                </a:lnTo>
                <a:lnTo>
                  <a:pt x="1867862" y="792270"/>
                </a:lnTo>
                <a:lnTo>
                  <a:pt x="1893275" y="790737"/>
                </a:lnTo>
                <a:lnTo>
                  <a:pt x="1918668" y="789089"/>
                </a:lnTo>
                <a:lnTo>
                  <a:pt x="1944062" y="787308"/>
                </a:lnTo>
                <a:lnTo>
                  <a:pt x="1969446" y="785384"/>
                </a:lnTo>
                <a:lnTo>
                  <a:pt x="1994811" y="783307"/>
                </a:lnTo>
                <a:lnTo>
                  <a:pt x="2020167" y="781040"/>
                </a:lnTo>
                <a:lnTo>
                  <a:pt x="2045494" y="778554"/>
                </a:lnTo>
                <a:lnTo>
                  <a:pt x="2070802" y="775821"/>
                </a:lnTo>
                <a:lnTo>
                  <a:pt x="2096081" y="772782"/>
                </a:lnTo>
                <a:lnTo>
                  <a:pt x="2121303" y="769363"/>
                </a:lnTo>
                <a:lnTo>
                  <a:pt x="2146449" y="765439"/>
                </a:lnTo>
                <a:lnTo>
                  <a:pt x="2171481" y="760828"/>
                </a:lnTo>
                <a:lnTo>
                  <a:pt x="2196294" y="755161"/>
                </a:lnTo>
                <a:lnTo>
                  <a:pt x="2220563" y="747532"/>
                </a:lnTo>
                <a:lnTo>
                  <a:pt x="2241756" y="734063"/>
                </a:lnTo>
                <a:lnTo>
                  <a:pt x="2251053" y="710470"/>
                </a:lnTo>
                <a:lnTo>
                  <a:pt x="2260797" y="686953"/>
                </a:lnTo>
                <a:lnTo>
                  <a:pt x="2270531" y="663435"/>
                </a:lnTo>
                <a:lnTo>
                  <a:pt x="2280266" y="639918"/>
                </a:lnTo>
                <a:lnTo>
                  <a:pt x="2290010" y="616401"/>
                </a:lnTo>
                <a:lnTo>
                  <a:pt x="2299745" y="592884"/>
                </a:lnTo>
                <a:lnTo>
                  <a:pt x="2309489" y="569366"/>
                </a:lnTo>
                <a:lnTo>
                  <a:pt x="2319223" y="545849"/>
                </a:lnTo>
                <a:lnTo>
                  <a:pt x="2328967" y="522332"/>
                </a:lnTo>
                <a:lnTo>
                  <a:pt x="2338702" y="498815"/>
                </a:lnTo>
                <a:lnTo>
                  <a:pt x="2348446" y="475298"/>
                </a:lnTo>
                <a:lnTo>
                  <a:pt x="2358180" y="451780"/>
                </a:lnTo>
                <a:lnTo>
                  <a:pt x="2367925" y="428263"/>
                </a:lnTo>
                <a:lnTo>
                  <a:pt x="2377659" y="404746"/>
                </a:lnTo>
                <a:lnTo>
                  <a:pt x="2387403" y="381229"/>
                </a:lnTo>
                <a:lnTo>
                  <a:pt x="2397138" y="357711"/>
                </a:lnTo>
                <a:lnTo>
                  <a:pt x="2406872" y="334194"/>
                </a:lnTo>
                <a:lnTo>
                  <a:pt x="2416616" y="310677"/>
                </a:lnTo>
                <a:lnTo>
                  <a:pt x="2426351" y="287160"/>
                </a:lnTo>
                <a:lnTo>
                  <a:pt x="2436095" y="263633"/>
                </a:lnTo>
                <a:lnTo>
                  <a:pt x="2445829" y="240125"/>
                </a:lnTo>
                <a:lnTo>
                  <a:pt x="2455574" y="216598"/>
                </a:lnTo>
                <a:lnTo>
                  <a:pt x="2465308" y="193081"/>
                </a:lnTo>
                <a:lnTo>
                  <a:pt x="2475052" y="169564"/>
                </a:lnTo>
                <a:lnTo>
                  <a:pt x="2484787" y="146047"/>
                </a:lnTo>
                <a:lnTo>
                  <a:pt x="2494531" y="122530"/>
                </a:lnTo>
                <a:lnTo>
                  <a:pt x="2504265" y="99012"/>
                </a:lnTo>
                <a:lnTo>
                  <a:pt x="2514009" y="75495"/>
                </a:lnTo>
                <a:lnTo>
                  <a:pt x="2523744" y="51978"/>
                </a:lnTo>
                <a:lnTo>
                  <a:pt x="2533479" y="28461"/>
                </a:lnTo>
                <a:lnTo>
                  <a:pt x="2543223" y="4943"/>
                </a:lnTo>
                <a:lnTo>
                  <a:pt x="2531259" y="13068"/>
                </a:lnTo>
                <a:lnTo>
                  <a:pt x="2507132" y="21117"/>
                </a:lnTo>
                <a:lnTo>
                  <a:pt x="2482310" y="26718"/>
                </a:lnTo>
                <a:lnTo>
                  <a:pt x="2457250" y="31156"/>
                </a:lnTo>
                <a:lnTo>
                  <a:pt x="2432075" y="34909"/>
                </a:lnTo>
                <a:lnTo>
                  <a:pt x="2406825" y="38176"/>
                </a:lnTo>
                <a:lnTo>
                  <a:pt x="2381545" y="41081"/>
                </a:lnTo>
                <a:lnTo>
                  <a:pt x="2356218" y="43701"/>
                </a:lnTo>
                <a:lnTo>
                  <a:pt x="2330882" y="46091"/>
                </a:lnTo>
                <a:lnTo>
                  <a:pt x="2305517" y="48292"/>
                </a:lnTo>
                <a:lnTo>
                  <a:pt x="2280152" y="50321"/>
                </a:lnTo>
                <a:lnTo>
                  <a:pt x="2254768" y="52207"/>
                </a:lnTo>
                <a:lnTo>
                  <a:pt x="2229374" y="53969"/>
                </a:lnTo>
                <a:lnTo>
                  <a:pt x="2203971" y="55616"/>
                </a:lnTo>
                <a:lnTo>
                  <a:pt x="2178568" y="57160"/>
                </a:lnTo>
                <a:lnTo>
                  <a:pt x="2153155" y="58617"/>
                </a:lnTo>
                <a:lnTo>
                  <a:pt x="2127733" y="59998"/>
                </a:lnTo>
                <a:lnTo>
                  <a:pt x="2102310" y="61293"/>
                </a:lnTo>
                <a:lnTo>
                  <a:pt x="2076888" y="62513"/>
                </a:lnTo>
                <a:lnTo>
                  <a:pt x="2051456" y="63675"/>
                </a:lnTo>
                <a:lnTo>
                  <a:pt x="2026034" y="64770"/>
                </a:lnTo>
                <a:lnTo>
                  <a:pt x="2000593" y="65799"/>
                </a:lnTo>
                <a:lnTo>
                  <a:pt x="1975161" y="66780"/>
                </a:lnTo>
                <a:lnTo>
                  <a:pt x="1949729" y="67713"/>
                </a:lnTo>
                <a:lnTo>
                  <a:pt x="1924288" y="68590"/>
                </a:lnTo>
                <a:lnTo>
                  <a:pt x="1898847" y="69428"/>
                </a:lnTo>
                <a:lnTo>
                  <a:pt x="1873406" y="70209"/>
                </a:lnTo>
                <a:lnTo>
                  <a:pt x="1847964" y="70961"/>
                </a:lnTo>
                <a:lnTo>
                  <a:pt x="1822514" y="71657"/>
                </a:lnTo>
                <a:lnTo>
                  <a:pt x="1797072" y="72323"/>
                </a:lnTo>
                <a:lnTo>
                  <a:pt x="1771621" y="72942"/>
                </a:lnTo>
                <a:lnTo>
                  <a:pt x="1746180" y="73523"/>
                </a:lnTo>
                <a:lnTo>
                  <a:pt x="1720729" y="74076"/>
                </a:lnTo>
                <a:lnTo>
                  <a:pt x="1695279" y="74590"/>
                </a:lnTo>
                <a:lnTo>
                  <a:pt x="1669828" y="75067"/>
                </a:lnTo>
                <a:lnTo>
                  <a:pt x="1644377" y="75514"/>
                </a:lnTo>
                <a:lnTo>
                  <a:pt x="1618926" y="75933"/>
                </a:lnTo>
                <a:lnTo>
                  <a:pt x="1593475" y="76314"/>
                </a:lnTo>
                <a:lnTo>
                  <a:pt x="1568025" y="76667"/>
                </a:lnTo>
                <a:lnTo>
                  <a:pt x="1542574" y="76991"/>
                </a:lnTo>
                <a:lnTo>
                  <a:pt x="1517123" y="77276"/>
                </a:lnTo>
                <a:lnTo>
                  <a:pt x="1491672" y="77534"/>
                </a:lnTo>
                <a:lnTo>
                  <a:pt x="1466212" y="77762"/>
                </a:lnTo>
                <a:lnTo>
                  <a:pt x="1440761" y="77962"/>
                </a:lnTo>
                <a:lnTo>
                  <a:pt x="1415310" y="78134"/>
                </a:lnTo>
                <a:lnTo>
                  <a:pt x="1389859" y="78286"/>
                </a:lnTo>
                <a:lnTo>
                  <a:pt x="1364399" y="78400"/>
                </a:lnTo>
                <a:lnTo>
                  <a:pt x="1338948" y="78486"/>
                </a:lnTo>
                <a:lnTo>
                  <a:pt x="1313498" y="78543"/>
                </a:lnTo>
                <a:lnTo>
                  <a:pt x="1288037" y="78572"/>
                </a:lnTo>
                <a:lnTo>
                  <a:pt x="1262586" y="78572"/>
                </a:lnTo>
                <a:lnTo>
                  <a:pt x="1237136" y="78553"/>
                </a:lnTo>
                <a:lnTo>
                  <a:pt x="1211675" y="78505"/>
                </a:lnTo>
                <a:lnTo>
                  <a:pt x="1186224" y="78419"/>
                </a:lnTo>
                <a:lnTo>
                  <a:pt x="1160774" y="78305"/>
                </a:lnTo>
                <a:lnTo>
                  <a:pt x="1135313" y="78172"/>
                </a:lnTo>
                <a:lnTo>
                  <a:pt x="1109863" y="78000"/>
                </a:lnTo>
                <a:lnTo>
                  <a:pt x="1084412" y="77810"/>
                </a:lnTo>
                <a:lnTo>
                  <a:pt x="1058951" y="77581"/>
                </a:lnTo>
                <a:lnTo>
                  <a:pt x="1033501" y="77333"/>
                </a:lnTo>
                <a:lnTo>
                  <a:pt x="1008050" y="77048"/>
                </a:lnTo>
                <a:lnTo>
                  <a:pt x="982599" y="76733"/>
                </a:lnTo>
                <a:lnTo>
                  <a:pt x="957148" y="76391"/>
                </a:lnTo>
                <a:lnTo>
                  <a:pt x="931697" y="76010"/>
                </a:lnTo>
                <a:lnTo>
                  <a:pt x="906247" y="75609"/>
                </a:lnTo>
                <a:lnTo>
                  <a:pt x="880796" y="75171"/>
                </a:lnTo>
                <a:lnTo>
                  <a:pt x="855345" y="74695"/>
                </a:lnTo>
                <a:lnTo>
                  <a:pt x="829894" y="74190"/>
                </a:lnTo>
                <a:lnTo>
                  <a:pt x="804443" y="73647"/>
                </a:lnTo>
                <a:lnTo>
                  <a:pt x="779002" y="73066"/>
                </a:lnTo>
                <a:lnTo>
                  <a:pt x="753551" y="72457"/>
                </a:lnTo>
                <a:lnTo>
                  <a:pt x="728110" y="71799"/>
                </a:lnTo>
                <a:lnTo>
                  <a:pt x="702659" y="71104"/>
                </a:lnTo>
                <a:lnTo>
                  <a:pt x="677218" y="70371"/>
                </a:lnTo>
                <a:lnTo>
                  <a:pt x="651777" y="69590"/>
                </a:lnTo>
                <a:lnTo>
                  <a:pt x="626335" y="68771"/>
                </a:lnTo>
                <a:lnTo>
                  <a:pt x="600894" y="67904"/>
                </a:lnTo>
                <a:lnTo>
                  <a:pt x="575462" y="66980"/>
                </a:lnTo>
                <a:lnTo>
                  <a:pt x="550021" y="66008"/>
                </a:lnTo>
                <a:lnTo>
                  <a:pt x="524589" y="64989"/>
                </a:lnTo>
                <a:lnTo>
                  <a:pt x="499158" y="63903"/>
                </a:lnTo>
                <a:lnTo>
                  <a:pt x="473726" y="62760"/>
                </a:lnTo>
                <a:lnTo>
                  <a:pt x="448304" y="61551"/>
                </a:lnTo>
                <a:lnTo>
                  <a:pt x="422881" y="60274"/>
                </a:lnTo>
                <a:lnTo>
                  <a:pt x="397469" y="58922"/>
                </a:lnTo>
                <a:lnTo>
                  <a:pt x="372056" y="57483"/>
                </a:lnTo>
                <a:lnTo>
                  <a:pt x="346643" y="55950"/>
                </a:lnTo>
                <a:lnTo>
                  <a:pt x="321240" y="54321"/>
                </a:lnTo>
                <a:lnTo>
                  <a:pt x="295847" y="52588"/>
                </a:lnTo>
                <a:lnTo>
                  <a:pt x="270462" y="50730"/>
                </a:lnTo>
                <a:lnTo>
                  <a:pt x="245088" y="48730"/>
                </a:lnTo>
                <a:lnTo>
                  <a:pt x="219723" y="46568"/>
                </a:lnTo>
                <a:lnTo>
                  <a:pt x="194377" y="44225"/>
                </a:lnTo>
                <a:lnTo>
                  <a:pt x="169050" y="41653"/>
                </a:lnTo>
                <a:lnTo>
                  <a:pt x="143761" y="38814"/>
                </a:lnTo>
                <a:lnTo>
                  <a:pt x="118501" y="35633"/>
                </a:lnTo>
                <a:lnTo>
                  <a:pt x="93316" y="31994"/>
                </a:lnTo>
                <a:lnTo>
                  <a:pt x="68218" y="27727"/>
                </a:lnTo>
                <a:lnTo>
                  <a:pt x="43329" y="22431"/>
                </a:lnTo>
                <a:lnTo>
                  <a:pt x="18955" y="15126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36" name="funnel-step-cap-1">
            <a:extLst xmlns:a="http://schemas.openxmlformats.org/drawingml/2006/main">
              <a:ext uri="{FF2B5EF4-FFF2-40B4-BE49-F238E27FC236}">
                <a16:creationId xmlns:a16="http://schemas.microsoft.com/office/drawing/2014/main" id="{0DC53373-AEB3-42AE-A68C-E8FBE8B97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346999" y="3300413"/>
            <a:ext cx="2545261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37" name="funnel-step-body-2">
            <a:extLst xmlns:a="http://schemas.openxmlformats.org/drawingml/2006/main">
              <a:ext uri="{FF2B5EF4-FFF2-40B4-BE49-F238E27FC236}">
                <a16:creationId xmlns:a16="http://schemas.microsoft.com/office/drawing/2014/main" id="{AA7EB951-9934-4BE5-A2C2-8D38F58F1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648742" y="4333875"/>
            <a:ext cx="1938547" cy="807234"/>
          </a:xfrm>
          <a:custGeom xmlns:a="http://schemas.openxmlformats.org/drawingml/2006/main">
            <a:pathLst>
              <a:path w="1938547" h="807234">
                <a:moveTo>
                  <a:pt x="0" y="0"/>
                </a:moveTo>
                <a:lnTo>
                  <a:pt x="7268" y="19288"/>
                </a:lnTo>
                <a:lnTo>
                  <a:pt x="14535" y="38576"/>
                </a:lnTo>
                <a:lnTo>
                  <a:pt x="21803" y="57864"/>
                </a:lnTo>
                <a:lnTo>
                  <a:pt x="29061" y="77153"/>
                </a:lnTo>
                <a:lnTo>
                  <a:pt x="36328" y="96441"/>
                </a:lnTo>
                <a:lnTo>
                  <a:pt x="43596" y="115719"/>
                </a:lnTo>
                <a:lnTo>
                  <a:pt x="50864" y="135007"/>
                </a:lnTo>
                <a:lnTo>
                  <a:pt x="58131" y="154295"/>
                </a:lnTo>
                <a:lnTo>
                  <a:pt x="65399" y="173584"/>
                </a:lnTo>
                <a:lnTo>
                  <a:pt x="72657" y="192872"/>
                </a:lnTo>
                <a:lnTo>
                  <a:pt x="79924" y="212160"/>
                </a:lnTo>
                <a:lnTo>
                  <a:pt x="87192" y="231448"/>
                </a:lnTo>
                <a:lnTo>
                  <a:pt x="94459" y="250736"/>
                </a:lnTo>
                <a:lnTo>
                  <a:pt x="101727" y="270024"/>
                </a:lnTo>
                <a:lnTo>
                  <a:pt x="108995" y="289312"/>
                </a:lnTo>
                <a:lnTo>
                  <a:pt x="116262" y="308591"/>
                </a:lnTo>
                <a:lnTo>
                  <a:pt x="123520" y="327879"/>
                </a:lnTo>
                <a:lnTo>
                  <a:pt x="130788" y="347167"/>
                </a:lnTo>
                <a:lnTo>
                  <a:pt x="138055" y="366455"/>
                </a:lnTo>
                <a:lnTo>
                  <a:pt x="145323" y="385743"/>
                </a:lnTo>
                <a:lnTo>
                  <a:pt x="152591" y="405032"/>
                </a:lnTo>
                <a:lnTo>
                  <a:pt x="159858" y="424320"/>
                </a:lnTo>
                <a:lnTo>
                  <a:pt x="167116" y="443608"/>
                </a:lnTo>
                <a:lnTo>
                  <a:pt x="174384" y="462896"/>
                </a:lnTo>
                <a:lnTo>
                  <a:pt x="181651" y="482184"/>
                </a:lnTo>
                <a:lnTo>
                  <a:pt x="188919" y="501472"/>
                </a:lnTo>
                <a:lnTo>
                  <a:pt x="196186" y="520751"/>
                </a:lnTo>
                <a:lnTo>
                  <a:pt x="203454" y="540039"/>
                </a:lnTo>
                <a:lnTo>
                  <a:pt x="210722" y="559327"/>
                </a:lnTo>
                <a:lnTo>
                  <a:pt x="217980" y="578615"/>
                </a:lnTo>
                <a:lnTo>
                  <a:pt x="225247" y="597903"/>
                </a:lnTo>
                <a:lnTo>
                  <a:pt x="232515" y="617191"/>
                </a:lnTo>
                <a:lnTo>
                  <a:pt x="239782" y="636480"/>
                </a:lnTo>
                <a:lnTo>
                  <a:pt x="247050" y="655768"/>
                </a:lnTo>
                <a:lnTo>
                  <a:pt x="254318" y="675056"/>
                </a:lnTo>
                <a:lnTo>
                  <a:pt x="261576" y="694344"/>
                </a:lnTo>
                <a:lnTo>
                  <a:pt x="268843" y="713632"/>
                </a:lnTo>
                <a:lnTo>
                  <a:pt x="275358" y="733101"/>
                </a:lnTo>
                <a:lnTo>
                  <a:pt x="290046" y="747017"/>
                </a:lnTo>
                <a:lnTo>
                  <a:pt x="308877" y="755342"/>
                </a:lnTo>
                <a:lnTo>
                  <a:pt x="328536" y="761495"/>
                </a:lnTo>
                <a:lnTo>
                  <a:pt x="348539" y="766458"/>
                </a:lnTo>
                <a:lnTo>
                  <a:pt x="368722" y="770649"/>
                </a:lnTo>
                <a:lnTo>
                  <a:pt x="389011" y="774287"/>
                </a:lnTo>
                <a:lnTo>
                  <a:pt x="409365" y="777507"/>
                </a:lnTo>
                <a:lnTo>
                  <a:pt x="429768" y="780383"/>
                </a:lnTo>
                <a:lnTo>
                  <a:pt x="450218" y="782984"/>
                </a:lnTo>
                <a:lnTo>
                  <a:pt x="470697" y="785346"/>
                </a:lnTo>
                <a:lnTo>
                  <a:pt x="491185" y="787498"/>
                </a:lnTo>
                <a:lnTo>
                  <a:pt x="511702" y="789480"/>
                </a:lnTo>
                <a:lnTo>
                  <a:pt x="532238" y="791299"/>
                </a:lnTo>
                <a:lnTo>
                  <a:pt x="552774" y="792975"/>
                </a:lnTo>
                <a:lnTo>
                  <a:pt x="573329" y="794518"/>
                </a:lnTo>
                <a:lnTo>
                  <a:pt x="593893" y="795947"/>
                </a:lnTo>
                <a:lnTo>
                  <a:pt x="614458" y="797262"/>
                </a:lnTo>
                <a:lnTo>
                  <a:pt x="635032" y="798471"/>
                </a:lnTo>
                <a:lnTo>
                  <a:pt x="655615" y="799595"/>
                </a:lnTo>
                <a:lnTo>
                  <a:pt x="676199" y="800614"/>
                </a:lnTo>
                <a:lnTo>
                  <a:pt x="696792" y="801557"/>
                </a:lnTo>
                <a:lnTo>
                  <a:pt x="717385" y="802415"/>
                </a:lnTo>
                <a:lnTo>
                  <a:pt x="737978" y="803196"/>
                </a:lnTo>
                <a:lnTo>
                  <a:pt x="758571" y="803900"/>
                </a:lnTo>
                <a:lnTo>
                  <a:pt x="779174" y="804529"/>
                </a:lnTo>
                <a:lnTo>
                  <a:pt x="799776" y="805091"/>
                </a:lnTo>
                <a:lnTo>
                  <a:pt x="820379" y="805586"/>
                </a:lnTo>
                <a:lnTo>
                  <a:pt x="840991" y="806015"/>
                </a:lnTo>
                <a:lnTo>
                  <a:pt x="861593" y="806377"/>
                </a:lnTo>
                <a:lnTo>
                  <a:pt x="882206" y="806672"/>
                </a:lnTo>
                <a:lnTo>
                  <a:pt x="902818" y="806910"/>
                </a:lnTo>
                <a:lnTo>
                  <a:pt x="923420" y="807082"/>
                </a:lnTo>
                <a:lnTo>
                  <a:pt x="944032" y="807187"/>
                </a:lnTo>
                <a:lnTo>
                  <a:pt x="964644" y="807234"/>
                </a:lnTo>
                <a:lnTo>
                  <a:pt x="985256" y="807225"/>
                </a:lnTo>
                <a:lnTo>
                  <a:pt x="1005869" y="807149"/>
                </a:lnTo>
                <a:lnTo>
                  <a:pt x="1026471" y="807015"/>
                </a:lnTo>
                <a:lnTo>
                  <a:pt x="1047083" y="806825"/>
                </a:lnTo>
                <a:lnTo>
                  <a:pt x="1067695" y="806567"/>
                </a:lnTo>
                <a:lnTo>
                  <a:pt x="1088298" y="806244"/>
                </a:lnTo>
                <a:lnTo>
                  <a:pt x="1108910" y="805853"/>
                </a:lnTo>
                <a:lnTo>
                  <a:pt x="1129513" y="805396"/>
                </a:lnTo>
                <a:lnTo>
                  <a:pt x="1150115" y="804882"/>
                </a:lnTo>
                <a:lnTo>
                  <a:pt x="1170718" y="804291"/>
                </a:lnTo>
                <a:lnTo>
                  <a:pt x="1191320" y="803634"/>
                </a:lnTo>
                <a:lnTo>
                  <a:pt x="1211913" y="802900"/>
                </a:lnTo>
                <a:lnTo>
                  <a:pt x="1232516" y="802081"/>
                </a:lnTo>
                <a:lnTo>
                  <a:pt x="1253099" y="801195"/>
                </a:lnTo>
                <a:lnTo>
                  <a:pt x="1273693" y="800224"/>
                </a:lnTo>
                <a:lnTo>
                  <a:pt x="1294276" y="799167"/>
                </a:lnTo>
                <a:lnTo>
                  <a:pt x="1314850" y="798014"/>
                </a:lnTo>
                <a:lnTo>
                  <a:pt x="1335424" y="796757"/>
                </a:lnTo>
                <a:lnTo>
                  <a:pt x="1355989" y="795404"/>
                </a:lnTo>
                <a:lnTo>
                  <a:pt x="1376543" y="793928"/>
                </a:lnTo>
                <a:lnTo>
                  <a:pt x="1397098" y="792328"/>
                </a:lnTo>
                <a:lnTo>
                  <a:pt x="1417634" y="790594"/>
                </a:lnTo>
                <a:lnTo>
                  <a:pt x="1438161" y="788718"/>
                </a:lnTo>
                <a:lnTo>
                  <a:pt x="1458668" y="786670"/>
                </a:lnTo>
                <a:lnTo>
                  <a:pt x="1479156" y="784441"/>
                </a:lnTo>
                <a:lnTo>
                  <a:pt x="1499616" y="781983"/>
                </a:lnTo>
                <a:lnTo>
                  <a:pt x="1520057" y="779278"/>
                </a:lnTo>
                <a:lnTo>
                  <a:pt x="1540440" y="776278"/>
                </a:lnTo>
                <a:lnTo>
                  <a:pt x="1560776" y="772906"/>
                </a:lnTo>
                <a:lnTo>
                  <a:pt x="1581026" y="769068"/>
                </a:lnTo>
                <a:lnTo>
                  <a:pt x="1601143" y="764600"/>
                </a:lnTo>
                <a:lnTo>
                  <a:pt x="1621041" y="759247"/>
                </a:lnTo>
                <a:lnTo>
                  <a:pt x="1640481" y="752418"/>
                </a:lnTo>
                <a:lnTo>
                  <a:pt x="1658531" y="742579"/>
                </a:lnTo>
                <a:lnTo>
                  <a:pt x="1668523" y="725300"/>
                </a:lnTo>
                <a:lnTo>
                  <a:pt x="1675790" y="706012"/>
                </a:lnTo>
                <a:lnTo>
                  <a:pt x="1683058" y="686724"/>
                </a:lnTo>
                <a:lnTo>
                  <a:pt x="1690316" y="667445"/>
                </a:lnTo>
                <a:lnTo>
                  <a:pt x="1697584" y="648157"/>
                </a:lnTo>
                <a:lnTo>
                  <a:pt x="1704851" y="628869"/>
                </a:lnTo>
                <a:lnTo>
                  <a:pt x="1712119" y="609581"/>
                </a:lnTo>
                <a:lnTo>
                  <a:pt x="1719386" y="590293"/>
                </a:lnTo>
                <a:lnTo>
                  <a:pt x="1726654" y="571005"/>
                </a:lnTo>
                <a:lnTo>
                  <a:pt x="1733912" y="551717"/>
                </a:lnTo>
                <a:lnTo>
                  <a:pt x="1741180" y="532428"/>
                </a:lnTo>
                <a:lnTo>
                  <a:pt x="1748447" y="513140"/>
                </a:lnTo>
                <a:lnTo>
                  <a:pt x="1755715" y="493852"/>
                </a:lnTo>
                <a:lnTo>
                  <a:pt x="1762982" y="474574"/>
                </a:lnTo>
                <a:lnTo>
                  <a:pt x="1770250" y="455285"/>
                </a:lnTo>
                <a:lnTo>
                  <a:pt x="1777517" y="435997"/>
                </a:lnTo>
                <a:lnTo>
                  <a:pt x="1784775" y="416709"/>
                </a:lnTo>
                <a:lnTo>
                  <a:pt x="1792043" y="397421"/>
                </a:lnTo>
                <a:lnTo>
                  <a:pt x="1799311" y="378133"/>
                </a:lnTo>
                <a:lnTo>
                  <a:pt x="1806578" y="358845"/>
                </a:lnTo>
                <a:lnTo>
                  <a:pt x="1813846" y="339557"/>
                </a:lnTo>
                <a:lnTo>
                  <a:pt x="1821113" y="320269"/>
                </a:lnTo>
                <a:lnTo>
                  <a:pt x="1828381" y="300980"/>
                </a:lnTo>
                <a:lnTo>
                  <a:pt x="1835639" y="281692"/>
                </a:lnTo>
                <a:lnTo>
                  <a:pt x="1842907" y="262414"/>
                </a:lnTo>
                <a:lnTo>
                  <a:pt x="1850174" y="243126"/>
                </a:lnTo>
                <a:lnTo>
                  <a:pt x="1857442" y="223838"/>
                </a:lnTo>
                <a:lnTo>
                  <a:pt x="1864709" y="204549"/>
                </a:lnTo>
                <a:lnTo>
                  <a:pt x="1871977" y="185261"/>
                </a:lnTo>
                <a:lnTo>
                  <a:pt x="1879235" y="165973"/>
                </a:lnTo>
                <a:lnTo>
                  <a:pt x="1886502" y="146685"/>
                </a:lnTo>
                <a:lnTo>
                  <a:pt x="1893770" y="127397"/>
                </a:lnTo>
                <a:lnTo>
                  <a:pt x="1901038" y="108109"/>
                </a:lnTo>
                <a:lnTo>
                  <a:pt x="1908305" y="88821"/>
                </a:lnTo>
                <a:lnTo>
                  <a:pt x="1915573" y="69542"/>
                </a:lnTo>
                <a:lnTo>
                  <a:pt x="1922831" y="50254"/>
                </a:lnTo>
                <a:lnTo>
                  <a:pt x="1930098" y="30966"/>
                </a:lnTo>
                <a:lnTo>
                  <a:pt x="1937366" y="11678"/>
                </a:lnTo>
                <a:lnTo>
                  <a:pt x="1938547" y="7268"/>
                </a:lnTo>
                <a:lnTo>
                  <a:pt x="1921097" y="17945"/>
                </a:lnTo>
                <a:lnTo>
                  <a:pt x="1901600" y="24575"/>
                </a:lnTo>
                <a:lnTo>
                  <a:pt x="1881616" y="29632"/>
                </a:lnTo>
                <a:lnTo>
                  <a:pt x="1861433" y="33795"/>
                </a:lnTo>
                <a:lnTo>
                  <a:pt x="1841135" y="37367"/>
                </a:lnTo>
                <a:lnTo>
                  <a:pt x="1820770" y="40519"/>
                </a:lnTo>
                <a:lnTo>
                  <a:pt x="1800349" y="43339"/>
                </a:lnTo>
                <a:lnTo>
                  <a:pt x="1779899" y="45891"/>
                </a:lnTo>
                <a:lnTo>
                  <a:pt x="1759420" y="48225"/>
                </a:lnTo>
                <a:lnTo>
                  <a:pt x="1738922" y="50378"/>
                </a:lnTo>
                <a:lnTo>
                  <a:pt x="1718415" y="52378"/>
                </a:lnTo>
                <a:lnTo>
                  <a:pt x="1697888" y="54226"/>
                </a:lnTo>
                <a:lnTo>
                  <a:pt x="1677343" y="55950"/>
                </a:lnTo>
                <a:lnTo>
                  <a:pt x="1656798" y="57569"/>
                </a:lnTo>
                <a:lnTo>
                  <a:pt x="1636243" y="59084"/>
                </a:lnTo>
                <a:lnTo>
                  <a:pt x="1615688" y="60503"/>
                </a:lnTo>
                <a:lnTo>
                  <a:pt x="1595114" y="61846"/>
                </a:lnTo>
                <a:lnTo>
                  <a:pt x="1574549" y="63113"/>
                </a:lnTo>
                <a:lnTo>
                  <a:pt x="1553966" y="64303"/>
                </a:lnTo>
                <a:lnTo>
                  <a:pt x="1533392" y="65427"/>
                </a:lnTo>
                <a:lnTo>
                  <a:pt x="1512808" y="66494"/>
                </a:lnTo>
                <a:lnTo>
                  <a:pt x="1492225" y="67494"/>
                </a:lnTo>
                <a:lnTo>
                  <a:pt x="1471632" y="68437"/>
                </a:lnTo>
                <a:lnTo>
                  <a:pt x="1451039" y="69323"/>
                </a:lnTo>
                <a:lnTo>
                  <a:pt x="1430445" y="70161"/>
                </a:lnTo>
                <a:lnTo>
                  <a:pt x="1409852" y="70952"/>
                </a:lnTo>
                <a:lnTo>
                  <a:pt x="1389259" y="71695"/>
                </a:lnTo>
                <a:lnTo>
                  <a:pt x="1368657" y="72400"/>
                </a:lnTo>
                <a:lnTo>
                  <a:pt x="1348054" y="73057"/>
                </a:lnTo>
                <a:lnTo>
                  <a:pt x="1327452" y="73666"/>
                </a:lnTo>
                <a:lnTo>
                  <a:pt x="1306849" y="74238"/>
                </a:lnTo>
                <a:lnTo>
                  <a:pt x="1286246" y="74771"/>
                </a:lnTo>
                <a:lnTo>
                  <a:pt x="1265644" y="75267"/>
                </a:lnTo>
                <a:lnTo>
                  <a:pt x="1245041" y="75724"/>
                </a:lnTo>
                <a:lnTo>
                  <a:pt x="1224429" y="76143"/>
                </a:lnTo>
                <a:lnTo>
                  <a:pt x="1203827" y="76533"/>
                </a:lnTo>
                <a:lnTo>
                  <a:pt x="1183215" y="76886"/>
                </a:lnTo>
                <a:lnTo>
                  <a:pt x="1162612" y="77200"/>
                </a:lnTo>
                <a:lnTo>
                  <a:pt x="1142000" y="77486"/>
                </a:lnTo>
                <a:lnTo>
                  <a:pt x="1121388" y="77734"/>
                </a:lnTo>
                <a:lnTo>
                  <a:pt x="1100785" y="77953"/>
                </a:lnTo>
                <a:lnTo>
                  <a:pt x="1080173" y="78134"/>
                </a:lnTo>
                <a:lnTo>
                  <a:pt x="1059561" y="78286"/>
                </a:lnTo>
                <a:lnTo>
                  <a:pt x="1038949" y="78410"/>
                </a:lnTo>
                <a:lnTo>
                  <a:pt x="1018346" y="78496"/>
                </a:lnTo>
                <a:lnTo>
                  <a:pt x="997734" y="78553"/>
                </a:lnTo>
                <a:lnTo>
                  <a:pt x="977122" y="78572"/>
                </a:lnTo>
                <a:lnTo>
                  <a:pt x="956510" y="78572"/>
                </a:lnTo>
                <a:lnTo>
                  <a:pt x="935898" y="78534"/>
                </a:lnTo>
                <a:lnTo>
                  <a:pt x="915295" y="78457"/>
                </a:lnTo>
                <a:lnTo>
                  <a:pt x="894683" y="78362"/>
                </a:lnTo>
                <a:lnTo>
                  <a:pt x="874071" y="78229"/>
                </a:lnTo>
                <a:lnTo>
                  <a:pt x="853459" y="78067"/>
                </a:lnTo>
                <a:lnTo>
                  <a:pt x="832847" y="77867"/>
                </a:lnTo>
                <a:lnTo>
                  <a:pt x="812244" y="77638"/>
                </a:lnTo>
                <a:lnTo>
                  <a:pt x="791632" y="77381"/>
                </a:lnTo>
                <a:lnTo>
                  <a:pt x="771020" y="77076"/>
                </a:lnTo>
                <a:lnTo>
                  <a:pt x="750418" y="76752"/>
                </a:lnTo>
                <a:lnTo>
                  <a:pt x="729806" y="76381"/>
                </a:lnTo>
                <a:lnTo>
                  <a:pt x="709203" y="75981"/>
                </a:lnTo>
                <a:lnTo>
                  <a:pt x="688600" y="75543"/>
                </a:lnTo>
                <a:lnTo>
                  <a:pt x="667988" y="75076"/>
                </a:lnTo>
                <a:lnTo>
                  <a:pt x="647386" y="74562"/>
                </a:lnTo>
                <a:lnTo>
                  <a:pt x="626783" y="74019"/>
                </a:lnTo>
                <a:lnTo>
                  <a:pt x="606181" y="73428"/>
                </a:lnTo>
                <a:lnTo>
                  <a:pt x="585578" y="72800"/>
                </a:lnTo>
                <a:lnTo>
                  <a:pt x="564985" y="72123"/>
                </a:lnTo>
                <a:lnTo>
                  <a:pt x="544382" y="71409"/>
                </a:lnTo>
                <a:lnTo>
                  <a:pt x="523789" y="70647"/>
                </a:lnTo>
                <a:lnTo>
                  <a:pt x="503196" y="69837"/>
                </a:lnTo>
                <a:lnTo>
                  <a:pt x="482603" y="68980"/>
                </a:lnTo>
                <a:lnTo>
                  <a:pt x="462010" y="68066"/>
                </a:lnTo>
                <a:lnTo>
                  <a:pt x="441417" y="67094"/>
                </a:lnTo>
                <a:lnTo>
                  <a:pt x="420834" y="66075"/>
                </a:lnTo>
                <a:lnTo>
                  <a:pt x="400250" y="64989"/>
                </a:lnTo>
                <a:lnTo>
                  <a:pt x="379676" y="63837"/>
                </a:lnTo>
                <a:lnTo>
                  <a:pt x="359102" y="62627"/>
                </a:lnTo>
                <a:lnTo>
                  <a:pt x="338528" y="61331"/>
                </a:lnTo>
                <a:lnTo>
                  <a:pt x="317964" y="59960"/>
                </a:lnTo>
                <a:lnTo>
                  <a:pt x="297409" y="58493"/>
                </a:lnTo>
                <a:lnTo>
                  <a:pt x="276854" y="56940"/>
                </a:lnTo>
                <a:lnTo>
                  <a:pt x="256318" y="55283"/>
                </a:lnTo>
                <a:lnTo>
                  <a:pt x="235782" y="53511"/>
                </a:lnTo>
                <a:lnTo>
                  <a:pt x="215255" y="51606"/>
                </a:lnTo>
                <a:lnTo>
                  <a:pt x="194748" y="49549"/>
                </a:lnTo>
                <a:lnTo>
                  <a:pt x="174260" y="47330"/>
                </a:lnTo>
                <a:lnTo>
                  <a:pt x="153791" y="44910"/>
                </a:lnTo>
                <a:lnTo>
                  <a:pt x="133350" y="42262"/>
                </a:lnTo>
                <a:lnTo>
                  <a:pt x="112957" y="39319"/>
                </a:lnTo>
                <a:lnTo>
                  <a:pt x="92612" y="36014"/>
                </a:lnTo>
                <a:lnTo>
                  <a:pt x="72352" y="32233"/>
                </a:lnTo>
                <a:lnTo>
                  <a:pt x="52226" y="27765"/>
                </a:lnTo>
                <a:lnTo>
                  <a:pt x="32385" y="22212"/>
                </a:lnTo>
                <a:lnTo>
                  <a:pt x="13287" y="14526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38" name="funnel-step-cap-2">
            <a:extLst xmlns:a="http://schemas.openxmlformats.org/drawingml/2006/main">
              <a:ext uri="{FF2B5EF4-FFF2-40B4-BE49-F238E27FC236}">
                <a16:creationId xmlns:a16="http://schemas.microsoft.com/office/drawing/2014/main" id="{A64A1B55-D0A1-4AF2-855E-9980CCF4D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648751" y="4210050"/>
            <a:ext cx="1941747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7EAC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39" name="funnel-step-body-3">
            <a:extLst xmlns:a="http://schemas.openxmlformats.org/drawingml/2006/main">
              <a:ext uri="{FF2B5EF4-FFF2-40B4-BE49-F238E27FC236}">
                <a16:creationId xmlns:a16="http://schemas.microsoft.com/office/drawing/2014/main" id="{CC764540-B46F-494A-AEFE-EF22F31D9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23252" y="5243513"/>
            <a:ext cx="1390888" cy="807234"/>
          </a:xfrm>
          <a:custGeom xmlns:a="http://schemas.openxmlformats.org/drawingml/2006/main">
            <a:pathLst>
              <a:path w="1390888" h="807234">
                <a:moveTo>
                  <a:pt x="0" y="0"/>
                </a:moveTo>
                <a:lnTo>
                  <a:pt x="6363" y="17955"/>
                </a:lnTo>
                <a:lnTo>
                  <a:pt x="12725" y="35909"/>
                </a:lnTo>
                <a:lnTo>
                  <a:pt x="19088" y="53864"/>
                </a:lnTo>
                <a:lnTo>
                  <a:pt x="25451" y="71819"/>
                </a:lnTo>
                <a:lnTo>
                  <a:pt x="31814" y="89773"/>
                </a:lnTo>
                <a:lnTo>
                  <a:pt x="38176" y="107728"/>
                </a:lnTo>
                <a:lnTo>
                  <a:pt x="44539" y="125682"/>
                </a:lnTo>
                <a:lnTo>
                  <a:pt x="50902" y="143637"/>
                </a:lnTo>
                <a:lnTo>
                  <a:pt x="57264" y="161592"/>
                </a:lnTo>
                <a:lnTo>
                  <a:pt x="63627" y="179546"/>
                </a:lnTo>
                <a:lnTo>
                  <a:pt x="69990" y="197501"/>
                </a:lnTo>
                <a:lnTo>
                  <a:pt x="76352" y="215456"/>
                </a:lnTo>
                <a:lnTo>
                  <a:pt x="82715" y="233410"/>
                </a:lnTo>
                <a:lnTo>
                  <a:pt x="89078" y="251365"/>
                </a:lnTo>
                <a:lnTo>
                  <a:pt x="95441" y="269319"/>
                </a:lnTo>
                <a:lnTo>
                  <a:pt x="101803" y="287274"/>
                </a:lnTo>
                <a:lnTo>
                  <a:pt x="108166" y="305229"/>
                </a:lnTo>
                <a:lnTo>
                  <a:pt x="114529" y="323183"/>
                </a:lnTo>
                <a:lnTo>
                  <a:pt x="120891" y="341138"/>
                </a:lnTo>
                <a:lnTo>
                  <a:pt x="127254" y="359093"/>
                </a:lnTo>
                <a:lnTo>
                  <a:pt x="133617" y="377047"/>
                </a:lnTo>
                <a:lnTo>
                  <a:pt x="139979" y="395002"/>
                </a:lnTo>
                <a:lnTo>
                  <a:pt x="146342" y="412956"/>
                </a:lnTo>
                <a:lnTo>
                  <a:pt x="152705" y="430911"/>
                </a:lnTo>
                <a:lnTo>
                  <a:pt x="159068" y="448866"/>
                </a:lnTo>
                <a:lnTo>
                  <a:pt x="165430" y="466820"/>
                </a:lnTo>
                <a:lnTo>
                  <a:pt x="171793" y="484775"/>
                </a:lnTo>
                <a:lnTo>
                  <a:pt x="178156" y="502730"/>
                </a:lnTo>
                <a:lnTo>
                  <a:pt x="184518" y="520684"/>
                </a:lnTo>
                <a:lnTo>
                  <a:pt x="190881" y="538639"/>
                </a:lnTo>
                <a:lnTo>
                  <a:pt x="197244" y="556593"/>
                </a:lnTo>
                <a:lnTo>
                  <a:pt x="203606" y="574548"/>
                </a:lnTo>
                <a:lnTo>
                  <a:pt x="209969" y="592503"/>
                </a:lnTo>
                <a:lnTo>
                  <a:pt x="216332" y="610457"/>
                </a:lnTo>
                <a:lnTo>
                  <a:pt x="222695" y="628412"/>
                </a:lnTo>
                <a:lnTo>
                  <a:pt x="229057" y="646367"/>
                </a:lnTo>
                <a:lnTo>
                  <a:pt x="235420" y="664321"/>
                </a:lnTo>
                <a:lnTo>
                  <a:pt x="241783" y="682276"/>
                </a:lnTo>
                <a:lnTo>
                  <a:pt x="248145" y="700230"/>
                </a:lnTo>
                <a:lnTo>
                  <a:pt x="254508" y="718185"/>
                </a:lnTo>
                <a:lnTo>
                  <a:pt x="259861" y="736368"/>
                </a:lnTo>
                <a:lnTo>
                  <a:pt x="272310" y="750494"/>
                </a:lnTo>
                <a:lnTo>
                  <a:pt x="288808" y="759952"/>
                </a:lnTo>
                <a:lnTo>
                  <a:pt x="306476" y="767048"/>
                </a:lnTo>
                <a:lnTo>
                  <a:pt x="324650" y="772744"/>
                </a:lnTo>
                <a:lnTo>
                  <a:pt x="343091" y="777507"/>
                </a:lnTo>
                <a:lnTo>
                  <a:pt x="361693" y="781583"/>
                </a:lnTo>
                <a:lnTo>
                  <a:pt x="380409" y="785127"/>
                </a:lnTo>
                <a:lnTo>
                  <a:pt x="399202" y="788232"/>
                </a:lnTo>
                <a:lnTo>
                  <a:pt x="418052" y="790985"/>
                </a:lnTo>
                <a:lnTo>
                  <a:pt x="436950" y="793423"/>
                </a:lnTo>
                <a:lnTo>
                  <a:pt x="455867" y="795595"/>
                </a:lnTo>
                <a:lnTo>
                  <a:pt x="474821" y="797528"/>
                </a:lnTo>
                <a:lnTo>
                  <a:pt x="493795" y="799243"/>
                </a:lnTo>
                <a:lnTo>
                  <a:pt x="512778" y="800757"/>
                </a:lnTo>
                <a:lnTo>
                  <a:pt x="531781" y="802091"/>
                </a:lnTo>
                <a:lnTo>
                  <a:pt x="550793" y="803253"/>
                </a:lnTo>
                <a:lnTo>
                  <a:pt x="569814" y="804253"/>
                </a:lnTo>
                <a:lnTo>
                  <a:pt x="588845" y="805101"/>
                </a:lnTo>
                <a:lnTo>
                  <a:pt x="607886" y="805796"/>
                </a:lnTo>
                <a:lnTo>
                  <a:pt x="626926" y="806358"/>
                </a:lnTo>
                <a:lnTo>
                  <a:pt x="645966" y="806777"/>
                </a:lnTo>
                <a:lnTo>
                  <a:pt x="665016" y="807063"/>
                </a:lnTo>
                <a:lnTo>
                  <a:pt x="684066" y="807215"/>
                </a:lnTo>
                <a:lnTo>
                  <a:pt x="703107" y="807234"/>
                </a:lnTo>
                <a:lnTo>
                  <a:pt x="722157" y="807120"/>
                </a:lnTo>
                <a:lnTo>
                  <a:pt x="741207" y="806872"/>
                </a:lnTo>
                <a:lnTo>
                  <a:pt x="760247" y="806491"/>
                </a:lnTo>
                <a:lnTo>
                  <a:pt x="779288" y="805977"/>
                </a:lnTo>
                <a:lnTo>
                  <a:pt x="798328" y="805320"/>
                </a:lnTo>
                <a:lnTo>
                  <a:pt x="817359" y="804520"/>
                </a:lnTo>
                <a:lnTo>
                  <a:pt x="836390" y="803558"/>
                </a:lnTo>
                <a:lnTo>
                  <a:pt x="855402" y="802443"/>
                </a:lnTo>
                <a:lnTo>
                  <a:pt x="874405" y="801167"/>
                </a:lnTo>
                <a:lnTo>
                  <a:pt x="893397" y="799700"/>
                </a:lnTo>
                <a:lnTo>
                  <a:pt x="912381" y="798052"/>
                </a:lnTo>
                <a:lnTo>
                  <a:pt x="931335" y="796185"/>
                </a:lnTo>
                <a:lnTo>
                  <a:pt x="950262" y="794090"/>
                </a:lnTo>
                <a:lnTo>
                  <a:pt x="969169" y="791728"/>
                </a:lnTo>
                <a:lnTo>
                  <a:pt x="988028" y="789070"/>
                </a:lnTo>
                <a:lnTo>
                  <a:pt x="1006840" y="786079"/>
                </a:lnTo>
                <a:lnTo>
                  <a:pt x="1025585" y="782669"/>
                </a:lnTo>
                <a:lnTo>
                  <a:pt x="1044226" y="778764"/>
                </a:lnTo>
                <a:lnTo>
                  <a:pt x="1062723" y="774230"/>
                </a:lnTo>
                <a:lnTo>
                  <a:pt x="1080992" y="768829"/>
                </a:lnTo>
                <a:lnTo>
                  <a:pt x="1098852" y="762219"/>
                </a:lnTo>
                <a:lnTo>
                  <a:pt x="1115816" y="753608"/>
                </a:lnTo>
                <a:lnTo>
                  <a:pt x="1130103" y="741188"/>
                </a:lnTo>
                <a:lnTo>
                  <a:pt x="1136371" y="723433"/>
                </a:lnTo>
                <a:lnTo>
                  <a:pt x="1142733" y="705479"/>
                </a:lnTo>
                <a:lnTo>
                  <a:pt x="1149096" y="687524"/>
                </a:lnTo>
                <a:lnTo>
                  <a:pt x="1155459" y="669569"/>
                </a:lnTo>
                <a:lnTo>
                  <a:pt x="1161821" y="651615"/>
                </a:lnTo>
                <a:lnTo>
                  <a:pt x="1168184" y="633660"/>
                </a:lnTo>
                <a:lnTo>
                  <a:pt x="1174547" y="615706"/>
                </a:lnTo>
                <a:lnTo>
                  <a:pt x="1180910" y="597751"/>
                </a:lnTo>
                <a:lnTo>
                  <a:pt x="1187272" y="579796"/>
                </a:lnTo>
                <a:lnTo>
                  <a:pt x="1193635" y="561842"/>
                </a:lnTo>
                <a:lnTo>
                  <a:pt x="1199998" y="543887"/>
                </a:lnTo>
                <a:lnTo>
                  <a:pt x="1206360" y="525932"/>
                </a:lnTo>
                <a:lnTo>
                  <a:pt x="1212723" y="507978"/>
                </a:lnTo>
                <a:lnTo>
                  <a:pt x="1219086" y="490023"/>
                </a:lnTo>
                <a:lnTo>
                  <a:pt x="1225448" y="472069"/>
                </a:lnTo>
                <a:lnTo>
                  <a:pt x="1231811" y="454114"/>
                </a:lnTo>
                <a:lnTo>
                  <a:pt x="1238174" y="436159"/>
                </a:lnTo>
                <a:lnTo>
                  <a:pt x="1244537" y="418205"/>
                </a:lnTo>
                <a:lnTo>
                  <a:pt x="1250899" y="400250"/>
                </a:lnTo>
                <a:lnTo>
                  <a:pt x="1257262" y="382295"/>
                </a:lnTo>
                <a:lnTo>
                  <a:pt x="1263625" y="364341"/>
                </a:lnTo>
                <a:lnTo>
                  <a:pt x="1269987" y="346386"/>
                </a:lnTo>
                <a:lnTo>
                  <a:pt x="1276350" y="328432"/>
                </a:lnTo>
                <a:lnTo>
                  <a:pt x="1282713" y="310477"/>
                </a:lnTo>
                <a:lnTo>
                  <a:pt x="1289085" y="292522"/>
                </a:lnTo>
                <a:lnTo>
                  <a:pt x="1295448" y="274568"/>
                </a:lnTo>
                <a:lnTo>
                  <a:pt x="1301810" y="256613"/>
                </a:lnTo>
                <a:lnTo>
                  <a:pt x="1308173" y="238658"/>
                </a:lnTo>
                <a:lnTo>
                  <a:pt x="1314536" y="220704"/>
                </a:lnTo>
                <a:lnTo>
                  <a:pt x="1320898" y="202749"/>
                </a:lnTo>
                <a:lnTo>
                  <a:pt x="1327261" y="184795"/>
                </a:lnTo>
                <a:lnTo>
                  <a:pt x="1333624" y="166840"/>
                </a:lnTo>
                <a:lnTo>
                  <a:pt x="1339987" y="148885"/>
                </a:lnTo>
                <a:lnTo>
                  <a:pt x="1346349" y="130931"/>
                </a:lnTo>
                <a:lnTo>
                  <a:pt x="1352712" y="112976"/>
                </a:lnTo>
                <a:lnTo>
                  <a:pt x="1359075" y="95021"/>
                </a:lnTo>
                <a:lnTo>
                  <a:pt x="1365437" y="77067"/>
                </a:lnTo>
                <a:lnTo>
                  <a:pt x="1371800" y="59112"/>
                </a:lnTo>
                <a:lnTo>
                  <a:pt x="1378163" y="41158"/>
                </a:lnTo>
                <a:lnTo>
                  <a:pt x="1384525" y="23203"/>
                </a:lnTo>
                <a:lnTo>
                  <a:pt x="1390888" y="5248"/>
                </a:lnTo>
                <a:lnTo>
                  <a:pt x="1386716" y="11630"/>
                </a:lnTo>
                <a:lnTo>
                  <a:pt x="1370648" y="21698"/>
                </a:lnTo>
                <a:lnTo>
                  <a:pt x="1352893" y="28575"/>
                </a:lnTo>
                <a:lnTo>
                  <a:pt x="1334614" y="33928"/>
                </a:lnTo>
                <a:lnTo>
                  <a:pt x="1316088" y="38376"/>
                </a:lnTo>
                <a:lnTo>
                  <a:pt x="1297429" y="42196"/>
                </a:lnTo>
                <a:lnTo>
                  <a:pt x="1278684" y="45558"/>
                </a:lnTo>
                <a:lnTo>
                  <a:pt x="1259872" y="48549"/>
                </a:lnTo>
                <a:lnTo>
                  <a:pt x="1241012" y="51245"/>
                </a:lnTo>
                <a:lnTo>
                  <a:pt x="1222124" y="53702"/>
                </a:lnTo>
                <a:lnTo>
                  <a:pt x="1203208" y="55940"/>
                </a:lnTo>
                <a:lnTo>
                  <a:pt x="1184272" y="57998"/>
                </a:lnTo>
                <a:lnTo>
                  <a:pt x="1165317" y="59893"/>
                </a:lnTo>
                <a:lnTo>
                  <a:pt x="1146353" y="61646"/>
                </a:lnTo>
                <a:lnTo>
                  <a:pt x="1127369" y="63275"/>
                </a:lnTo>
                <a:lnTo>
                  <a:pt x="1108377" y="64789"/>
                </a:lnTo>
                <a:lnTo>
                  <a:pt x="1089384" y="66180"/>
                </a:lnTo>
                <a:lnTo>
                  <a:pt x="1070381" y="67485"/>
                </a:lnTo>
                <a:lnTo>
                  <a:pt x="1051370" y="68685"/>
                </a:lnTo>
                <a:lnTo>
                  <a:pt x="1032358" y="69809"/>
                </a:lnTo>
                <a:lnTo>
                  <a:pt x="1013336" y="70847"/>
                </a:lnTo>
                <a:lnTo>
                  <a:pt x="994305" y="71799"/>
                </a:lnTo>
                <a:lnTo>
                  <a:pt x="975284" y="72685"/>
                </a:lnTo>
                <a:lnTo>
                  <a:pt x="956253" y="73495"/>
                </a:lnTo>
                <a:lnTo>
                  <a:pt x="937212" y="74247"/>
                </a:lnTo>
                <a:lnTo>
                  <a:pt x="918181" y="74924"/>
                </a:lnTo>
                <a:lnTo>
                  <a:pt x="899141" y="75533"/>
                </a:lnTo>
                <a:lnTo>
                  <a:pt x="880100" y="76095"/>
                </a:lnTo>
                <a:lnTo>
                  <a:pt x="861060" y="76591"/>
                </a:lnTo>
                <a:lnTo>
                  <a:pt x="842010" y="77029"/>
                </a:lnTo>
                <a:lnTo>
                  <a:pt x="822970" y="77410"/>
                </a:lnTo>
                <a:lnTo>
                  <a:pt x="803920" y="77734"/>
                </a:lnTo>
                <a:lnTo>
                  <a:pt x="784879" y="78010"/>
                </a:lnTo>
                <a:lnTo>
                  <a:pt x="765829" y="78229"/>
                </a:lnTo>
                <a:lnTo>
                  <a:pt x="746779" y="78400"/>
                </a:lnTo>
                <a:lnTo>
                  <a:pt x="727729" y="78505"/>
                </a:lnTo>
                <a:lnTo>
                  <a:pt x="708679" y="78562"/>
                </a:lnTo>
                <a:lnTo>
                  <a:pt x="689639" y="78572"/>
                </a:lnTo>
                <a:lnTo>
                  <a:pt x="670589" y="78524"/>
                </a:lnTo>
                <a:lnTo>
                  <a:pt x="651539" y="78429"/>
                </a:lnTo>
                <a:lnTo>
                  <a:pt x="632489" y="78286"/>
                </a:lnTo>
                <a:lnTo>
                  <a:pt x="613439" y="78086"/>
                </a:lnTo>
                <a:lnTo>
                  <a:pt x="594398" y="77819"/>
                </a:lnTo>
                <a:lnTo>
                  <a:pt x="575348" y="77514"/>
                </a:lnTo>
                <a:lnTo>
                  <a:pt x="556308" y="77143"/>
                </a:lnTo>
                <a:lnTo>
                  <a:pt x="537258" y="76724"/>
                </a:lnTo>
                <a:lnTo>
                  <a:pt x="518217" y="76248"/>
                </a:lnTo>
                <a:lnTo>
                  <a:pt x="499177" y="75705"/>
                </a:lnTo>
                <a:lnTo>
                  <a:pt x="480136" y="75105"/>
                </a:lnTo>
                <a:lnTo>
                  <a:pt x="461096" y="74447"/>
                </a:lnTo>
                <a:lnTo>
                  <a:pt x="442065" y="73724"/>
                </a:lnTo>
                <a:lnTo>
                  <a:pt x="423034" y="72933"/>
                </a:lnTo>
                <a:lnTo>
                  <a:pt x="404003" y="72066"/>
                </a:lnTo>
                <a:lnTo>
                  <a:pt x="384981" y="71133"/>
                </a:lnTo>
                <a:lnTo>
                  <a:pt x="365960" y="70123"/>
                </a:lnTo>
                <a:lnTo>
                  <a:pt x="346939" y="69028"/>
                </a:lnTo>
                <a:lnTo>
                  <a:pt x="327927" y="67847"/>
                </a:lnTo>
                <a:lnTo>
                  <a:pt x="308924" y="66580"/>
                </a:lnTo>
                <a:lnTo>
                  <a:pt x="289922" y="65199"/>
                </a:lnTo>
                <a:lnTo>
                  <a:pt x="270929" y="63732"/>
                </a:lnTo>
                <a:lnTo>
                  <a:pt x="251946" y="62141"/>
                </a:lnTo>
                <a:lnTo>
                  <a:pt x="232982" y="60427"/>
                </a:lnTo>
                <a:lnTo>
                  <a:pt x="214017" y="58569"/>
                </a:lnTo>
                <a:lnTo>
                  <a:pt x="195072" y="56559"/>
                </a:lnTo>
                <a:lnTo>
                  <a:pt x="176155" y="54378"/>
                </a:lnTo>
                <a:lnTo>
                  <a:pt x="157258" y="51987"/>
                </a:lnTo>
                <a:lnTo>
                  <a:pt x="138389" y="49368"/>
                </a:lnTo>
                <a:lnTo>
                  <a:pt x="119558" y="46463"/>
                </a:lnTo>
                <a:lnTo>
                  <a:pt x="100794" y="43224"/>
                </a:lnTo>
                <a:lnTo>
                  <a:pt x="82096" y="39548"/>
                </a:lnTo>
                <a:lnTo>
                  <a:pt x="63532" y="35309"/>
                </a:lnTo>
                <a:lnTo>
                  <a:pt x="45168" y="30261"/>
                </a:lnTo>
                <a:lnTo>
                  <a:pt x="27203" y="23927"/>
                </a:lnTo>
                <a:lnTo>
                  <a:pt x="10363" y="15116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40" name="funnel-step-cap-3">
            <a:extLst xmlns:a="http://schemas.openxmlformats.org/drawingml/2006/main">
              <a:ext uri="{FF2B5EF4-FFF2-40B4-BE49-F238E27FC236}">
                <a16:creationId xmlns:a16="http://schemas.microsoft.com/office/drawing/2014/main" id="{88B6F8F6-67CE-499E-AADD-782691041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23271" y="5119688"/>
            <a:ext cx="1392707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7EAC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41" name="funnel-flow-arrow">
            <a:extLst xmlns:a="http://schemas.openxmlformats.org/drawingml/2006/main">
              <a:ext uri="{FF2B5EF4-FFF2-40B4-BE49-F238E27FC236}">
                <a16:creationId xmlns:a16="http://schemas.microsoft.com/office/drawing/2014/main" id="{693B7541-A87C-4C5B-A768-309BA7A08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52850" y="2466975"/>
            <a:ext cx="1733550" cy="3631149"/>
          </a:xfrm>
          <a:custGeom xmlns:a="http://schemas.openxmlformats.org/drawingml/2006/main">
            <a:pathLst>
              <a:path w="1733550" h="3631149">
                <a:moveTo>
                  <a:pt x="0" y="0"/>
                </a:moveTo>
                <a:lnTo>
                  <a:pt x="0" y="42824"/>
                </a:lnTo>
                <a:lnTo>
                  <a:pt x="8630" y="84668"/>
                </a:lnTo>
                <a:lnTo>
                  <a:pt x="18345" y="126378"/>
                </a:lnTo>
                <a:lnTo>
                  <a:pt x="28061" y="168088"/>
                </a:lnTo>
                <a:lnTo>
                  <a:pt x="37776" y="209807"/>
                </a:lnTo>
                <a:lnTo>
                  <a:pt x="47492" y="251517"/>
                </a:lnTo>
                <a:lnTo>
                  <a:pt x="57207" y="293227"/>
                </a:lnTo>
                <a:lnTo>
                  <a:pt x="66923" y="334947"/>
                </a:lnTo>
                <a:lnTo>
                  <a:pt x="76638" y="376657"/>
                </a:lnTo>
                <a:lnTo>
                  <a:pt x="86354" y="418367"/>
                </a:lnTo>
                <a:lnTo>
                  <a:pt x="96069" y="460077"/>
                </a:lnTo>
                <a:lnTo>
                  <a:pt x="105785" y="501796"/>
                </a:lnTo>
                <a:lnTo>
                  <a:pt x="115500" y="543506"/>
                </a:lnTo>
                <a:lnTo>
                  <a:pt x="125216" y="585216"/>
                </a:lnTo>
                <a:lnTo>
                  <a:pt x="134931" y="626926"/>
                </a:lnTo>
                <a:lnTo>
                  <a:pt x="144647" y="668645"/>
                </a:lnTo>
                <a:lnTo>
                  <a:pt x="154362" y="710355"/>
                </a:lnTo>
                <a:lnTo>
                  <a:pt x="164078" y="752065"/>
                </a:lnTo>
                <a:lnTo>
                  <a:pt x="173793" y="793785"/>
                </a:lnTo>
                <a:lnTo>
                  <a:pt x="183509" y="835495"/>
                </a:lnTo>
                <a:lnTo>
                  <a:pt x="193224" y="877205"/>
                </a:lnTo>
                <a:lnTo>
                  <a:pt x="201378" y="919248"/>
                </a:lnTo>
                <a:lnTo>
                  <a:pt x="209312" y="961339"/>
                </a:lnTo>
                <a:lnTo>
                  <a:pt x="216751" y="1003516"/>
                </a:lnTo>
                <a:lnTo>
                  <a:pt x="224190" y="1045693"/>
                </a:lnTo>
                <a:lnTo>
                  <a:pt x="231629" y="1087869"/>
                </a:lnTo>
                <a:lnTo>
                  <a:pt x="239068" y="1130046"/>
                </a:lnTo>
                <a:lnTo>
                  <a:pt x="246507" y="1172223"/>
                </a:lnTo>
                <a:lnTo>
                  <a:pt x="253946" y="1214409"/>
                </a:lnTo>
                <a:lnTo>
                  <a:pt x="261385" y="1256586"/>
                </a:lnTo>
                <a:lnTo>
                  <a:pt x="268815" y="1298762"/>
                </a:lnTo>
                <a:lnTo>
                  <a:pt x="276254" y="1340939"/>
                </a:lnTo>
                <a:lnTo>
                  <a:pt x="283693" y="1383116"/>
                </a:lnTo>
                <a:lnTo>
                  <a:pt x="291132" y="1425292"/>
                </a:lnTo>
                <a:lnTo>
                  <a:pt x="298571" y="1467479"/>
                </a:lnTo>
                <a:lnTo>
                  <a:pt x="306010" y="1509655"/>
                </a:lnTo>
                <a:lnTo>
                  <a:pt x="313449" y="1551832"/>
                </a:lnTo>
                <a:lnTo>
                  <a:pt x="320888" y="1594009"/>
                </a:lnTo>
                <a:lnTo>
                  <a:pt x="328317" y="1636185"/>
                </a:lnTo>
                <a:lnTo>
                  <a:pt x="335756" y="1678362"/>
                </a:lnTo>
                <a:lnTo>
                  <a:pt x="343195" y="1720548"/>
                </a:lnTo>
                <a:lnTo>
                  <a:pt x="350634" y="1762725"/>
                </a:lnTo>
                <a:lnTo>
                  <a:pt x="357930" y="1804921"/>
                </a:lnTo>
                <a:lnTo>
                  <a:pt x="364960" y="1847174"/>
                </a:lnTo>
                <a:lnTo>
                  <a:pt x="371846" y="1889446"/>
                </a:lnTo>
                <a:lnTo>
                  <a:pt x="378619" y="1931737"/>
                </a:lnTo>
                <a:lnTo>
                  <a:pt x="385391" y="1974028"/>
                </a:lnTo>
                <a:lnTo>
                  <a:pt x="392163" y="2016319"/>
                </a:lnTo>
                <a:lnTo>
                  <a:pt x="398936" y="2058610"/>
                </a:lnTo>
                <a:lnTo>
                  <a:pt x="405698" y="2100901"/>
                </a:lnTo>
                <a:lnTo>
                  <a:pt x="412471" y="2143192"/>
                </a:lnTo>
                <a:lnTo>
                  <a:pt x="419243" y="2185483"/>
                </a:lnTo>
                <a:lnTo>
                  <a:pt x="426015" y="2227764"/>
                </a:lnTo>
                <a:lnTo>
                  <a:pt x="432787" y="2270055"/>
                </a:lnTo>
                <a:lnTo>
                  <a:pt x="439560" y="2312346"/>
                </a:lnTo>
                <a:lnTo>
                  <a:pt x="446332" y="2354637"/>
                </a:lnTo>
                <a:lnTo>
                  <a:pt x="453104" y="2396928"/>
                </a:lnTo>
                <a:lnTo>
                  <a:pt x="459877" y="2439219"/>
                </a:lnTo>
                <a:lnTo>
                  <a:pt x="466649" y="2481510"/>
                </a:lnTo>
                <a:lnTo>
                  <a:pt x="473412" y="2523801"/>
                </a:lnTo>
                <a:lnTo>
                  <a:pt x="480184" y="2566092"/>
                </a:lnTo>
                <a:lnTo>
                  <a:pt x="486956" y="2608383"/>
                </a:lnTo>
                <a:lnTo>
                  <a:pt x="493728" y="2650674"/>
                </a:lnTo>
                <a:lnTo>
                  <a:pt x="500501" y="2692965"/>
                </a:lnTo>
                <a:lnTo>
                  <a:pt x="507101" y="2735285"/>
                </a:lnTo>
                <a:lnTo>
                  <a:pt x="513655" y="2777604"/>
                </a:lnTo>
                <a:lnTo>
                  <a:pt x="520151" y="2819933"/>
                </a:lnTo>
                <a:lnTo>
                  <a:pt x="526656" y="2862272"/>
                </a:lnTo>
                <a:lnTo>
                  <a:pt x="533152" y="2904601"/>
                </a:lnTo>
                <a:lnTo>
                  <a:pt x="539648" y="2946940"/>
                </a:lnTo>
                <a:lnTo>
                  <a:pt x="503596" y="2952750"/>
                </a:lnTo>
                <a:lnTo>
                  <a:pt x="460762" y="2952750"/>
                </a:lnTo>
                <a:lnTo>
                  <a:pt x="417938" y="2952750"/>
                </a:lnTo>
                <a:lnTo>
                  <a:pt x="375104" y="2952750"/>
                </a:lnTo>
                <a:lnTo>
                  <a:pt x="332280" y="2952750"/>
                </a:lnTo>
                <a:lnTo>
                  <a:pt x="289446" y="2952750"/>
                </a:lnTo>
                <a:lnTo>
                  <a:pt x="246621" y="2952750"/>
                </a:lnTo>
                <a:lnTo>
                  <a:pt x="225571" y="2962113"/>
                </a:lnTo>
                <a:lnTo>
                  <a:pt x="255032" y="2993193"/>
                </a:lnTo>
                <a:lnTo>
                  <a:pt x="284502" y="3024283"/>
                </a:lnTo>
                <a:lnTo>
                  <a:pt x="313963" y="3055363"/>
                </a:lnTo>
                <a:lnTo>
                  <a:pt x="343424" y="3086443"/>
                </a:lnTo>
                <a:lnTo>
                  <a:pt x="372894" y="3117533"/>
                </a:lnTo>
                <a:lnTo>
                  <a:pt x="402355" y="3148613"/>
                </a:lnTo>
                <a:lnTo>
                  <a:pt x="431825" y="3179702"/>
                </a:lnTo>
                <a:lnTo>
                  <a:pt x="461286" y="3210782"/>
                </a:lnTo>
                <a:lnTo>
                  <a:pt x="490747" y="3241862"/>
                </a:lnTo>
                <a:lnTo>
                  <a:pt x="520217" y="3272952"/>
                </a:lnTo>
                <a:lnTo>
                  <a:pt x="549678" y="3304032"/>
                </a:lnTo>
                <a:lnTo>
                  <a:pt x="579139" y="3335112"/>
                </a:lnTo>
                <a:lnTo>
                  <a:pt x="608609" y="3366202"/>
                </a:lnTo>
                <a:lnTo>
                  <a:pt x="638070" y="3397282"/>
                </a:lnTo>
                <a:lnTo>
                  <a:pt x="667541" y="3428362"/>
                </a:lnTo>
                <a:lnTo>
                  <a:pt x="697001" y="3459451"/>
                </a:lnTo>
                <a:lnTo>
                  <a:pt x="726462" y="3490532"/>
                </a:lnTo>
                <a:lnTo>
                  <a:pt x="755933" y="3521612"/>
                </a:lnTo>
                <a:lnTo>
                  <a:pt x="785393" y="3552701"/>
                </a:lnTo>
                <a:lnTo>
                  <a:pt x="814854" y="3583781"/>
                </a:lnTo>
                <a:lnTo>
                  <a:pt x="844325" y="3614861"/>
                </a:lnTo>
                <a:lnTo>
                  <a:pt x="873785" y="3631149"/>
                </a:lnTo>
                <a:lnTo>
                  <a:pt x="903256" y="3600069"/>
                </a:lnTo>
                <a:lnTo>
                  <a:pt x="932717" y="3568989"/>
                </a:lnTo>
                <a:lnTo>
                  <a:pt x="962177" y="3537899"/>
                </a:lnTo>
                <a:lnTo>
                  <a:pt x="991648" y="3506819"/>
                </a:lnTo>
                <a:lnTo>
                  <a:pt x="1021109" y="3475739"/>
                </a:lnTo>
                <a:lnTo>
                  <a:pt x="1050579" y="3444650"/>
                </a:lnTo>
                <a:lnTo>
                  <a:pt x="1080040" y="3413570"/>
                </a:lnTo>
                <a:lnTo>
                  <a:pt x="1109501" y="3382480"/>
                </a:lnTo>
                <a:lnTo>
                  <a:pt x="1138971" y="3351400"/>
                </a:lnTo>
                <a:lnTo>
                  <a:pt x="1168432" y="3320320"/>
                </a:lnTo>
                <a:lnTo>
                  <a:pt x="1197893" y="3289230"/>
                </a:lnTo>
                <a:lnTo>
                  <a:pt x="1227363" y="3258150"/>
                </a:lnTo>
                <a:lnTo>
                  <a:pt x="1256824" y="3227070"/>
                </a:lnTo>
                <a:lnTo>
                  <a:pt x="1286294" y="3195980"/>
                </a:lnTo>
                <a:lnTo>
                  <a:pt x="1315755" y="3164900"/>
                </a:lnTo>
                <a:lnTo>
                  <a:pt x="1345216" y="3133820"/>
                </a:lnTo>
                <a:lnTo>
                  <a:pt x="1374686" y="3102731"/>
                </a:lnTo>
                <a:lnTo>
                  <a:pt x="1404147" y="3071651"/>
                </a:lnTo>
                <a:lnTo>
                  <a:pt x="1433608" y="3040571"/>
                </a:lnTo>
                <a:lnTo>
                  <a:pt x="1463078" y="3009481"/>
                </a:lnTo>
                <a:lnTo>
                  <a:pt x="1492539" y="2978401"/>
                </a:lnTo>
                <a:lnTo>
                  <a:pt x="1509370" y="2952750"/>
                </a:lnTo>
                <a:lnTo>
                  <a:pt x="1466545" y="2952750"/>
                </a:lnTo>
                <a:lnTo>
                  <a:pt x="1423711" y="2952750"/>
                </a:lnTo>
                <a:lnTo>
                  <a:pt x="1380887" y="2952750"/>
                </a:lnTo>
                <a:lnTo>
                  <a:pt x="1338053" y="2952750"/>
                </a:lnTo>
                <a:lnTo>
                  <a:pt x="1295229" y="2952750"/>
                </a:lnTo>
                <a:lnTo>
                  <a:pt x="1252395" y="2952750"/>
                </a:lnTo>
                <a:lnTo>
                  <a:pt x="1209570" y="2952750"/>
                </a:lnTo>
                <a:lnTo>
                  <a:pt x="1196988" y="2926785"/>
                </a:lnTo>
                <a:lnTo>
                  <a:pt x="1203493" y="2884456"/>
                </a:lnTo>
                <a:lnTo>
                  <a:pt x="1209989" y="2842117"/>
                </a:lnTo>
                <a:lnTo>
                  <a:pt x="1216485" y="2799788"/>
                </a:lnTo>
                <a:lnTo>
                  <a:pt x="1223010" y="2757459"/>
                </a:lnTo>
                <a:lnTo>
                  <a:pt x="1229573" y="2715130"/>
                </a:lnTo>
                <a:lnTo>
                  <a:pt x="1236269" y="2672829"/>
                </a:lnTo>
                <a:lnTo>
                  <a:pt x="1243041" y="2630538"/>
                </a:lnTo>
                <a:lnTo>
                  <a:pt x="1249813" y="2588247"/>
                </a:lnTo>
                <a:lnTo>
                  <a:pt x="1256586" y="2545956"/>
                </a:lnTo>
                <a:lnTo>
                  <a:pt x="1263358" y="2503675"/>
                </a:lnTo>
                <a:lnTo>
                  <a:pt x="1270130" y="2461384"/>
                </a:lnTo>
                <a:lnTo>
                  <a:pt x="1276902" y="2419093"/>
                </a:lnTo>
                <a:lnTo>
                  <a:pt x="1283675" y="2376802"/>
                </a:lnTo>
                <a:lnTo>
                  <a:pt x="1290447" y="2334511"/>
                </a:lnTo>
                <a:lnTo>
                  <a:pt x="1297210" y="2292220"/>
                </a:lnTo>
                <a:lnTo>
                  <a:pt x="1303982" y="2249929"/>
                </a:lnTo>
                <a:lnTo>
                  <a:pt x="1310754" y="2207638"/>
                </a:lnTo>
                <a:lnTo>
                  <a:pt x="1317527" y="2165347"/>
                </a:lnTo>
                <a:lnTo>
                  <a:pt x="1324299" y="2123056"/>
                </a:lnTo>
                <a:lnTo>
                  <a:pt x="1331071" y="2080765"/>
                </a:lnTo>
                <a:lnTo>
                  <a:pt x="1337843" y="2038474"/>
                </a:lnTo>
                <a:lnTo>
                  <a:pt x="1344616" y="1996183"/>
                </a:lnTo>
                <a:lnTo>
                  <a:pt x="1351388" y="1953892"/>
                </a:lnTo>
                <a:lnTo>
                  <a:pt x="1358160" y="1911601"/>
                </a:lnTo>
                <a:lnTo>
                  <a:pt x="1364923" y="1869310"/>
                </a:lnTo>
                <a:lnTo>
                  <a:pt x="1371933" y="1827066"/>
                </a:lnTo>
                <a:lnTo>
                  <a:pt x="1379020" y="1784823"/>
                </a:lnTo>
                <a:lnTo>
                  <a:pt x="1386459" y="1742646"/>
                </a:lnTo>
                <a:lnTo>
                  <a:pt x="1393898" y="1700470"/>
                </a:lnTo>
                <a:lnTo>
                  <a:pt x="1401328" y="1658293"/>
                </a:lnTo>
                <a:lnTo>
                  <a:pt x="1408767" y="1616107"/>
                </a:lnTo>
                <a:lnTo>
                  <a:pt x="1416206" y="1573930"/>
                </a:lnTo>
                <a:lnTo>
                  <a:pt x="1423645" y="1531753"/>
                </a:lnTo>
                <a:lnTo>
                  <a:pt x="1431084" y="1489577"/>
                </a:lnTo>
                <a:lnTo>
                  <a:pt x="1438523" y="1447400"/>
                </a:lnTo>
                <a:lnTo>
                  <a:pt x="1445962" y="1405214"/>
                </a:lnTo>
                <a:lnTo>
                  <a:pt x="1453401" y="1363037"/>
                </a:lnTo>
                <a:lnTo>
                  <a:pt x="1460830" y="1320860"/>
                </a:lnTo>
                <a:lnTo>
                  <a:pt x="1468269" y="1278684"/>
                </a:lnTo>
                <a:lnTo>
                  <a:pt x="1475708" y="1236507"/>
                </a:lnTo>
                <a:lnTo>
                  <a:pt x="1483147" y="1194330"/>
                </a:lnTo>
                <a:lnTo>
                  <a:pt x="1490586" y="1152144"/>
                </a:lnTo>
                <a:lnTo>
                  <a:pt x="1498025" y="1109967"/>
                </a:lnTo>
                <a:lnTo>
                  <a:pt x="1505464" y="1067791"/>
                </a:lnTo>
                <a:lnTo>
                  <a:pt x="1512903" y="1025614"/>
                </a:lnTo>
                <a:lnTo>
                  <a:pt x="1520333" y="983437"/>
                </a:lnTo>
                <a:lnTo>
                  <a:pt x="1527981" y="941299"/>
                </a:lnTo>
                <a:lnTo>
                  <a:pt x="1535982" y="899217"/>
                </a:lnTo>
                <a:lnTo>
                  <a:pt x="1544955" y="857355"/>
                </a:lnTo>
                <a:lnTo>
                  <a:pt x="1554671" y="815635"/>
                </a:lnTo>
                <a:lnTo>
                  <a:pt x="1564386" y="773925"/>
                </a:lnTo>
                <a:lnTo>
                  <a:pt x="1574102" y="732215"/>
                </a:lnTo>
                <a:lnTo>
                  <a:pt x="1583817" y="690496"/>
                </a:lnTo>
                <a:lnTo>
                  <a:pt x="1593533" y="648786"/>
                </a:lnTo>
                <a:lnTo>
                  <a:pt x="1603248" y="607076"/>
                </a:lnTo>
                <a:lnTo>
                  <a:pt x="1612964" y="565366"/>
                </a:lnTo>
                <a:lnTo>
                  <a:pt x="1622679" y="523646"/>
                </a:lnTo>
                <a:lnTo>
                  <a:pt x="1632395" y="481936"/>
                </a:lnTo>
                <a:lnTo>
                  <a:pt x="1642110" y="440226"/>
                </a:lnTo>
                <a:lnTo>
                  <a:pt x="1651825" y="398516"/>
                </a:lnTo>
                <a:lnTo>
                  <a:pt x="1661541" y="356797"/>
                </a:lnTo>
                <a:lnTo>
                  <a:pt x="1671257" y="315087"/>
                </a:lnTo>
                <a:lnTo>
                  <a:pt x="1680972" y="273377"/>
                </a:lnTo>
                <a:lnTo>
                  <a:pt x="1690688" y="231658"/>
                </a:lnTo>
                <a:lnTo>
                  <a:pt x="1700403" y="189948"/>
                </a:lnTo>
                <a:lnTo>
                  <a:pt x="1710119" y="148238"/>
                </a:lnTo>
                <a:lnTo>
                  <a:pt x="1719834" y="106528"/>
                </a:lnTo>
                <a:lnTo>
                  <a:pt x="1729550" y="64808"/>
                </a:lnTo>
                <a:lnTo>
                  <a:pt x="1733550" y="22441"/>
                </a:lnTo>
                <a:lnTo>
                  <a:pt x="1713167" y="0"/>
                </a:lnTo>
                <a:lnTo>
                  <a:pt x="1670333" y="0"/>
                </a:lnTo>
                <a:lnTo>
                  <a:pt x="1627508" y="0"/>
                </a:lnTo>
                <a:lnTo>
                  <a:pt x="1584674" y="0"/>
                </a:lnTo>
                <a:lnTo>
                  <a:pt x="1541850" y="0"/>
                </a:lnTo>
                <a:lnTo>
                  <a:pt x="1499016" y="0"/>
                </a:lnTo>
                <a:lnTo>
                  <a:pt x="1456192" y="0"/>
                </a:lnTo>
                <a:lnTo>
                  <a:pt x="1413358" y="0"/>
                </a:lnTo>
                <a:lnTo>
                  <a:pt x="1370533" y="0"/>
                </a:lnTo>
                <a:lnTo>
                  <a:pt x="1327699" y="0"/>
                </a:lnTo>
                <a:lnTo>
                  <a:pt x="1284875" y="0"/>
                </a:lnTo>
                <a:lnTo>
                  <a:pt x="1242041" y="0"/>
                </a:lnTo>
                <a:lnTo>
                  <a:pt x="1199217" y="0"/>
                </a:lnTo>
                <a:lnTo>
                  <a:pt x="1156383" y="0"/>
                </a:lnTo>
                <a:lnTo>
                  <a:pt x="1113558" y="0"/>
                </a:lnTo>
                <a:lnTo>
                  <a:pt x="1070724" y="0"/>
                </a:lnTo>
                <a:lnTo>
                  <a:pt x="1027900" y="0"/>
                </a:lnTo>
                <a:lnTo>
                  <a:pt x="985066" y="0"/>
                </a:lnTo>
                <a:lnTo>
                  <a:pt x="942242" y="0"/>
                </a:lnTo>
                <a:lnTo>
                  <a:pt x="899408" y="0"/>
                </a:lnTo>
                <a:lnTo>
                  <a:pt x="856583" y="0"/>
                </a:lnTo>
                <a:lnTo>
                  <a:pt x="813749" y="0"/>
                </a:lnTo>
                <a:lnTo>
                  <a:pt x="770925" y="0"/>
                </a:lnTo>
                <a:lnTo>
                  <a:pt x="728091" y="0"/>
                </a:lnTo>
                <a:lnTo>
                  <a:pt x="685267" y="0"/>
                </a:lnTo>
                <a:lnTo>
                  <a:pt x="642433" y="0"/>
                </a:lnTo>
                <a:lnTo>
                  <a:pt x="599608" y="0"/>
                </a:lnTo>
                <a:lnTo>
                  <a:pt x="556774" y="0"/>
                </a:lnTo>
                <a:lnTo>
                  <a:pt x="513950" y="0"/>
                </a:lnTo>
                <a:lnTo>
                  <a:pt x="471116" y="0"/>
                </a:lnTo>
                <a:lnTo>
                  <a:pt x="428292" y="0"/>
                </a:lnTo>
                <a:lnTo>
                  <a:pt x="385458" y="0"/>
                </a:lnTo>
                <a:lnTo>
                  <a:pt x="342633" y="0"/>
                </a:lnTo>
                <a:lnTo>
                  <a:pt x="299799" y="0"/>
                </a:lnTo>
                <a:lnTo>
                  <a:pt x="256975" y="0"/>
                </a:lnTo>
                <a:lnTo>
                  <a:pt x="214141" y="0"/>
                </a:lnTo>
                <a:lnTo>
                  <a:pt x="171317" y="0"/>
                </a:lnTo>
                <a:lnTo>
                  <a:pt x="128492" y="0"/>
                </a:lnTo>
                <a:lnTo>
                  <a:pt x="85658" y="0"/>
                </a:lnTo>
                <a:lnTo>
                  <a:pt x="42824" y="0"/>
                </a:lnTo>
                <a:lnTo>
                  <a:pt x="0" y="0"/>
                </a:lnTo>
                <a:close/>
              </a:path>
            </a:pathLst>
          </a:custGeom>
          <a:gradFill xmlns:a="http://schemas.openxmlformats.org/drawingml/2006/main">
            <a:gsLst>
              <a:gs pos="0">
                <a:srgbClr val="000000"/>
              </a:gs>
              <a:gs pos="42">
                <a:srgbClr val="B8D8F2">
                  <a:alpha val="16000"/>
                </a:srgbClr>
              </a:gs>
              <a:gs pos="76">
                <a:srgbClr val="8FC4EE">
                  <a:alpha val="32000"/>
                </a:srgbClr>
              </a:gs>
              <a:gs pos="100">
                <a:srgbClr val="72B3E8">
                  <a:alpha val="52000"/>
                </a:srgbClr>
              </a:gs>
            </a:gsLst>
            <a:lin ang="10800000"/>
          </a:gradFill>
          <a:ln xmlns:a="http://schemas.openxmlformats.org/drawingml/2006/main" w="9525">
            <a:noFill/>
            <a:prstDash val="solid"/>
          </a:ln>
        </p:spPr>
      </p:sp>
      <p:sp>
        <p:nvSpPr>
          <p:cNvPr id="42" name="phase-label-0">
            <a:extLst xmlns:a="http://schemas.openxmlformats.org/drawingml/2006/main">
              <a:ext uri="{FF2B5EF4-FFF2-40B4-BE49-F238E27FC236}">
                <a16:creationId xmlns:a16="http://schemas.microsoft.com/office/drawing/2014/main" id="{48E2443B-76B1-4102-99F1-4DA389855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1638300"/>
            <a:ext cx="228600" cy="2657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阶段一</a:t>
            </a:r>
          </a:p>
        </p:txBody>
      </p:sp>
      <p:sp>
        <p:nvSpPr>
          <p:cNvPr id="43" name="phase-label-1">
            <a:extLst xmlns:a="http://schemas.openxmlformats.org/drawingml/2006/main">
              <a:ext uri="{FF2B5EF4-FFF2-40B4-BE49-F238E27FC236}">
                <a16:creationId xmlns:a16="http://schemas.microsoft.com/office/drawing/2014/main" id="{8B81BA25-BACE-43E6-B662-36CD38A7D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4295775"/>
            <a:ext cx="228600" cy="1914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阶段二</a:t>
            </a:r>
          </a:p>
        </p:txBody>
      </p:sp>
      <p:sp>
        <p:nvSpPr>
          <p:cNvPr id="44" name="funnel-step-title-0">
            <a:extLst xmlns:a="http://schemas.openxmlformats.org/drawingml/2006/main">
              <a:ext uri="{FF2B5EF4-FFF2-40B4-BE49-F238E27FC236}">
                <a16:creationId xmlns:a16="http://schemas.microsoft.com/office/drawing/2014/main" id="{DD139C04-73AC-4D6A-898A-BED0FD04E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423199" y="2793206"/>
            <a:ext cx="2392861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3600"/>
              </a:lnSpc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广泛触达</a:t>
            </a:r>
          </a:p>
        </p:txBody>
      </p:sp>
      <p:sp>
        <p:nvSpPr>
          <p:cNvPr id="45" name="funnel-step-title-1">
            <a:extLst xmlns:a="http://schemas.openxmlformats.org/drawingml/2006/main">
              <a:ext uri="{FF2B5EF4-FFF2-40B4-BE49-F238E27FC236}">
                <a16:creationId xmlns:a16="http://schemas.microsoft.com/office/drawing/2014/main" id="{FA2DCC62-44EB-49C6-B86A-2966CB91F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25018" y="3702844"/>
            <a:ext cx="1789214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3600"/>
              </a:lnSpc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兴趣识别</a:t>
            </a:r>
          </a:p>
        </p:txBody>
      </p:sp>
      <p:sp>
        <p:nvSpPr>
          <p:cNvPr id="46" name="funnel-step-title-2">
            <a:extLst xmlns:a="http://schemas.openxmlformats.org/drawingml/2006/main">
              <a:ext uri="{FF2B5EF4-FFF2-40B4-BE49-F238E27FC236}">
                <a16:creationId xmlns:a16="http://schemas.microsoft.com/office/drawing/2014/main" id="{0CC36280-5EEA-467A-A866-051F79030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99528" y="4612481"/>
            <a:ext cx="1240184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3600"/>
              </a:lnSpc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意向培育</a:t>
            </a:r>
          </a:p>
        </p:txBody>
      </p:sp>
      <p:sp>
        <p:nvSpPr>
          <p:cNvPr id="47" name="funnel-step-title-3">
            <a:extLst xmlns:a="http://schemas.openxmlformats.org/drawingml/2006/main">
              <a:ext uri="{FF2B5EF4-FFF2-40B4-BE49-F238E27FC236}">
                <a16:creationId xmlns:a16="http://schemas.microsoft.com/office/drawing/2014/main" id="{78AFEE4E-111B-4687-AEA1-BF7ACD1B3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200525" y="5522119"/>
            <a:ext cx="8382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行动转化</a:t>
            </a:r>
          </a:p>
        </p:txBody>
      </p:sp>
      <p:sp>
        <p:nvSpPr>
          <p:cNvPr id="48" name="input-core-0">
            <a:extLst xmlns:a="http://schemas.openxmlformats.org/drawingml/2006/main">
              <a:ext uri="{FF2B5EF4-FFF2-40B4-BE49-F238E27FC236}">
                <a16:creationId xmlns:a16="http://schemas.microsoft.com/office/drawing/2014/main" id="{C261FF97-C1B8-4BF5-B92B-01080F244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343275" y="190500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23"/>
          <a:fontRef xmlns:a="http://schemas.openxmlformats.org/drawingml/2006/main" idx="major"/>
        </p:style>
      </p:sp>
      <p:pic>
        <p:nvPicPr>
          <p:cNvPr id="10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1014e2e8172495c">
            <a:extLst>
              <a:ext uri="{96DAC541-7B7A-43D3-8B79-37D633B846F1}">
                <asvg:svgBlip xmlns:asvg="http://schemas.microsoft.com/office/drawing/2016/SVG/main" r:embed="R3e6ff2511f73491a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3438525" y="2000250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50" name="input-core-1">
            <a:extLst xmlns:a="http://schemas.openxmlformats.org/drawingml/2006/main">
              <a:ext uri="{FF2B5EF4-FFF2-40B4-BE49-F238E27FC236}">
                <a16:creationId xmlns:a16="http://schemas.microsoft.com/office/drawing/2014/main" id="{E6D75933-1389-445B-BC0C-EAD30CF0D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419600" y="1704975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23"/>
          <a:fontRef xmlns:a="http://schemas.openxmlformats.org/drawingml/2006/main" idx="major"/>
        </p:style>
      </p:sp>
      <p:pic>
        <p:nvPicPr>
          <p:cNvPr id="10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e074cd740564ce1">
            <a:extLst>
              <a:ext uri="{96DAC541-7B7A-43D3-8B79-37D633B846F1}">
                <asvg:svgBlip xmlns:asvg="http://schemas.microsoft.com/office/drawing/2016/SVG/main" r:embed="R469b807339404d4b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4514850" y="1800225"/>
            <a:ext cx="209550" cy="209550"/>
          </a:xfrm>
          <a:prstGeom xmlns:a="http://schemas.openxmlformats.org/drawingml/2006/main" prst="rect">
            <a:avLst/>
          </a:prstGeom>
        </p:spPr>
      </p:pic>
      <p:sp>
        <p:nvSpPr>
          <p:cNvPr id="52" name="input-core-2">
            <a:extLst xmlns:a="http://schemas.openxmlformats.org/drawingml/2006/main">
              <a:ext uri="{FF2B5EF4-FFF2-40B4-BE49-F238E27FC236}">
                <a16:creationId xmlns:a16="http://schemas.microsoft.com/office/drawing/2014/main" id="{30580A1A-4509-4269-835F-723A8978C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438775" y="18478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23"/>
          <a:fontRef xmlns:a="http://schemas.openxmlformats.org/drawingml/2006/main" idx="major"/>
        </p:style>
      </p:sp>
      <p:pic>
        <p:nvPicPr>
          <p:cNvPr id="10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de05537f0864397">
            <a:extLst>
              <a:ext uri="{96DAC541-7B7A-43D3-8B79-37D633B846F1}">
                <asvg:svgBlip xmlns:asvg="http://schemas.microsoft.com/office/drawing/2016/SVG/main" r:embed="Ref1ef2eb206747bc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5534025" y="1943100"/>
            <a:ext cx="266700" cy="2667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1287943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6" name="phase-band-0">
            <a:extLst xmlns:a="http://schemas.openxmlformats.org/drawingml/2006/main">
              <a:ext uri="{FF2B5EF4-FFF2-40B4-BE49-F238E27FC236}">
                <a16:creationId xmlns:a16="http://schemas.microsoft.com/office/drawing/2014/main" id="{71CB7D1D-2410-4F28-A6E6-A129C973F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1638300"/>
            <a:ext cx="11144250" cy="2657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phase-band-1">
            <a:extLst xmlns:a="http://schemas.openxmlformats.org/drawingml/2006/main">
              <a:ext uri="{FF2B5EF4-FFF2-40B4-BE49-F238E27FC236}">
                <a16:creationId xmlns:a16="http://schemas.microsoft.com/office/drawing/2014/main" id="{D4E3FC03-CF3F-4F54-B59F-E6E8AB970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4295775"/>
            <a:ext cx="11144250" cy="1914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38100">
            <a:solidFill>
              <a:srgbClr val="FFFFFF"/>
            </a:solidFill>
            <a:prstDash val="solid"/>
          </a:ln>
        </p:spPr>
      </p:sp>
      <p:sp>
        <p:nvSpPr>
          <p:cNvPr id="3" name="phase-rail-0">
            <a:extLst xmlns:a="http://schemas.openxmlformats.org/drawingml/2006/main">
              <a:ext uri="{FF2B5EF4-FFF2-40B4-BE49-F238E27FC236}">
                <a16:creationId xmlns:a16="http://schemas.microsoft.com/office/drawing/2014/main" id="{88A1E74A-17D9-4674-B593-0F059A660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1638300"/>
            <a:ext cx="514350" cy="2656656"/>
          </a:xfrm>
          <a:custGeom xmlns:a="http://schemas.openxmlformats.org/drawingml/2006/main">
            <a:pathLst>
              <a:path w="514350" h="2656656">
                <a:moveTo>
                  <a:pt x="0" y="0"/>
                </a:moveTo>
                <a:lnTo>
                  <a:pt x="25546" y="0"/>
                </a:lnTo>
                <a:lnTo>
                  <a:pt x="51102" y="0"/>
                </a:lnTo>
                <a:lnTo>
                  <a:pt x="76648" y="0"/>
                </a:lnTo>
                <a:lnTo>
                  <a:pt x="102203" y="0"/>
                </a:lnTo>
                <a:lnTo>
                  <a:pt x="127749" y="0"/>
                </a:lnTo>
                <a:lnTo>
                  <a:pt x="153295" y="0"/>
                </a:lnTo>
                <a:lnTo>
                  <a:pt x="178851" y="0"/>
                </a:lnTo>
                <a:lnTo>
                  <a:pt x="204397" y="0"/>
                </a:lnTo>
                <a:lnTo>
                  <a:pt x="229953" y="0"/>
                </a:lnTo>
                <a:lnTo>
                  <a:pt x="255499" y="0"/>
                </a:lnTo>
                <a:lnTo>
                  <a:pt x="281045" y="0"/>
                </a:lnTo>
                <a:lnTo>
                  <a:pt x="306600" y="0"/>
                </a:lnTo>
                <a:lnTo>
                  <a:pt x="332146" y="0"/>
                </a:lnTo>
                <a:lnTo>
                  <a:pt x="357692" y="0"/>
                </a:lnTo>
                <a:lnTo>
                  <a:pt x="383248" y="0"/>
                </a:lnTo>
                <a:lnTo>
                  <a:pt x="408794" y="0"/>
                </a:lnTo>
                <a:lnTo>
                  <a:pt x="434350" y="0"/>
                </a:lnTo>
                <a:lnTo>
                  <a:pt x="459896" y="0"/>
                </a:lnTo>
                <a:lnTo>
                  <a:pt x="485442" y="0"/>
                </a:lnTo>
                <a:lnTo>
                  <a:pt x="510997" y="0"/>
                </a:lnTo>
                <a:lnTo>
                  <a:pt x="514350" y="22193"/>
                </a:lnTo>
                <a:lnTo>
                  <a:pt x="514350" y="47749"/>
                </a:lnTo>
                <a:lnTo>
                  <a:pt x="514350" y="73295"/>
                </a:lnTo>
                <a:lnTo>
                  <a:pt x="514350" y="98841"/>
                </a:lnTo>
                <a:lnTo>
                  <a:pt x="514350" y="124397"/>
                </a:lnTo>
                <a:lnTo>
                  <a:pt x="514350" y="149943"/>
                </a:lnTo>
                <a:lnTo>
                  <a:pt x="514350" y="175498"/>
                </a:lnTo>
                <a:lnTo>
                  <a:pt x="514350" y="201044"/>
                </a:lnTo>
                <a:lnTo>
                  <a:pt x="514350" y="226590"/>
                </a:lnTo>
                <a:lnTo>
                  <a:pt x="514350" y="252146"/>
                </a:lnTo>
                <a:lnTo>
                  <a:pt x="514350" y="277692"/>
                </a:lnTo>
                <a:lnTo>
                  <a:pt x="514350" y="303247"/>
                </a:lnTo>
                <a:lnTo>
                  <a:pt x="514350" y="328793"/>
                </a:lnTo>
                <a:lnTo>
                  <a:pt x="514350" y="354340"/>
                </a:lnTo>
                <a:lnTo>
                  <a:pt x="514350" y="379895"/>
                </a:lnTo>
                <a:lnTo>
                  <a:pt x="514350" y="405441"/>
                </a:lnTo>
                <a:lnTo>
                  <a:pt x="514350" y="430987"/>
                </a:lnTo>
                <a:lnTo>
                  <a:pt x="514350" y="456543"/>
                </a:lnTo>
                <a:lnTo>
                  <a:pt x="514350" y="482089"/>
                </a:lnTo>
                <a:lnTo>
                  <a:pt x="514350" y="507644"/>
                </a:lnTo>
                <a:lnTo>
                  <a:pt x="514350" y="533190"/>
                </a:lnTo>
                <a:lnTo>
                  <a:pt x="514350" y="558737"/>
                </a:lnTo>
                <a:lnTo>
                  <a:pt x="514350" y="584292"/>
                </a:lnTo>
                <a:lnTo>
                  <a:pt x="514350" y="609838"/>
                </a:lnTo>
                <a:lnTo>
                  <a:pt x="514350" y="635394"/>
                </a:lnTo>
                <a:lnTo>
                  <a:pt x="514350" y="660940"/>
                </a:lnTo>
                <a:lnTo>
                  <a:pt x="514350" y="686486"/>
                </a:lnTo>
                <a:lnTo>
                  <a:pt x="514350" y="712041"/>
                </a:lnTo>
                <a:lnTo>
                  <a:pt x="514350" y="737587"/>
                </a:lnTo>
                <a:lnTo>
                  <a:pt x="514350" y="763143"/>
                </a:lnTo>
                <a:lnTo>
                  <a:pt x="514350" y="788689"/>
                </a:lnTo>
                <a:lnTo>
                  <a:pt x="514350" y="814235"/>
                </a:lnTo>
                <a:lnTo>
                  <a:pt x="514350" y="839791"/>
                </a:lnTo>
                <a:lnTo>
                  <a:pt x="514350" y="865337"/>
                </a:lnTo>
                <a:lnTo>
                  <a:pt x="514350" y="890883"/>
                </a:lnTo>
                <a:lnTo>
                  <a:pt x="514350" y="916438"/>
                </a:lnTo>
                <a:lnTo>
                  <a:pt x="514350" y="941984"/>
                </a:lnTo>
                <a:lnTo>
                  <a:pt x="514350" y="967540"/>
                </a:lnTo>
                <a:lnTo>
                  <a:pt x="514350" y="993086"/>
                </a:lnTo>
                <a:lnTo>
                  <a:pt x="514350" y="1018632"/>
                </a:lnTo>
                <a:lnTo>
                  <a:pt x="514350" y="1044188"/>
                </a:lnTo>
                <a:lnTo>
                  <a:pt x="514350" y="1069734"/>
                </a:lnTo>
                <a:lnTo>
                  <a:pt x="514350" y="1095289"/>
                </a:lnTo>
                <a:lnTo>
                  <a:pt x="514350" y="1120835"/>
                </a:lnTo>
                <a:lnTo>
                  <a:pt x="514350" y="1146381"/>
                </a:lnTo>
                <a:lnTo>
                  <a:pt x="514350" y="1171937"/>
                </a:lnTo>
                <a:lnTo>
                  <a:pt x="514350" y="1197483"/>
                </a:lnTo>
                <a:lnTo>
                  <a:pt x="514350" y="1223039"/>
                </a:lnTo>
                <a:lnTo>
                  <a:pt x="514350" y="1248585"/>
                </a:lnTo>
                <a:lnTo>
                  <a:pt x="514350" y="1274131"/>
                </a:lnTo>
                <a:lnTo>
                  <a:pt x="514350" y="1299686"/>
                </a:lnTo>
                <a:lnTo>
                  <a:pt x="514350" y="1325232"/>
                </a:lnTo>
                <a:lnTo>
                  <a:pt x="514350" y="1350788"/>
                </a:lnTo>
                <a:lnTo>
                  <a:pt x="514350" y="1376334"/>
                </a:lnTo>
                <a:lnTo>
                  <a:pt x="514350" y="1401880"/>
                </a:lnTo>
                <a:lnTo>
                  <a:pt x="514350" y="1427436"/>
                </a:lnTo>
                <a:lnTo>
                  <a:pt x="514350" y="1452982"/>
                </a:lnTo>
                <a:lnTo>
                  <a:pt x="514350" y="1478528"/>
                </a:lnTo>
                <a:lnTo>
                  <a:pt x="514350" y="1504083"/>
                </a:lnTo>
                <a:lnTo>
                  <a:pt x="514350" y="1529629"/>
                </a:lnTo>
                <a:lnTo>
                  <a:pt x="514350" y="1555185"/>
                </a:lnTo>
                <a:lnTo>
                  <a:pt x="514350" y="1580731"/>
                </a:lnTo>
                <a:lnTo>
                  <a:pt x="514350" y="1606277"/>
                </a:lnTo>
                <a:lnTo>
                  <a:pt x="514350" y="1631833"/>
                </a:lnTo>
                <a:lnTo>
                  <a:pt x="514350" y="1657379"/>
                </a:lnTo>
                <a:lnTo>
                  <a:pt x="514350" y="1682934"/>
                </a:lnTo>
                <a:lnTo>
                  <a:pt x="514350" y="1708480"/>
                </a:lnTo>
                <a:lnTo>
                  <a:pt x="514350" y="1734026"/>
                </a:lnTo>
                <a:lnTo>
                  <a:pt x="514350" y="1759582"/>
                </a:lnTo>
                <a:lnTo>
                  <a:pt x="514350" y="1785128"/>
                </a:lnTo>
                <a:lnTo>
                  <a:pt x="514350" y="1810683"/>
                </a:lnTo>
                <a:lnTo>
                  <a:pt x="514350" y="1836230"/>
                </a:lnTo>
                <a:lnTo>
                  <a:pt x="514350" y="1861776"/>
                </a:lnTo>
                <a:lnTo>
                  <a:pt x="514350" y="1887331"/>
                </a:lnTo>
                <a:lnTo>
                  <a:pt x="514350" y="1912877"/>
                </a:lnTo>
                <a:lnTo>
                  <a:pt x="514350" y="1938433"/>
                </a:lnTo>
                <a:lnTo>
                  <a:pt x="514350" y="1963979"/>
                </a:lnTo>
                <a:lnTo>
                  <a:pt x="514350" y="1989525"/>
                </a:lnTo>
                <a:lnTo>
                  <a:pt x="514350" y="2015080"/>
                </a:lnTo>
                <a:lnTo>
                  <a:pt x="514350" y="2040626"/>
                </a:lnTo>
                <a:lnTo>
                  <a:pt x="514350" y="2066173"/>
                </a:lnTo>
                <a:lnTo>
                  <a:pt x="514350" y="2091728"/>
                </a:lnTo>
                <a:lnTo>
                  <a:pt x="514350" y="2117274"/>
                </a:lnTo>
                <a:lnTo>
                  <a:pt x="514350" y="2142830"/>
                </a:lnTo>
                <a:lnTo>
                  <a:pt x="514350" y="2168376"/>
                </a:lnTo>
                <a:lnTo>
                  <a:pt x="514350" y="2193922"/>
                </a:lnTo>
                <a:lnTo>
                  <a:pt x="514350" y="2219477"/>
                </a:lnTo>
                <a:lnTo>
                  <a:pt x="514350" y="2245023"/>
                </a:lnTo>
                <a:lnTo>
                  <a:pt x="514350" y="2270579"/>
                </a:lnTo>
                <a:lnTo>
                  <a:pt x="514350" y="2296125"/>
                </a:lnTo>
                <a:lnTo>
                  <a:pt x="514350" y="2321671"/>
                </a:lnTo>
                <a:lnTo>
                  <a:pt x="514350" y="2347227"/>
                </a:lnTo>
                <a:lnTo>
                  <a:pt x="514350" y="2372773"/>
                </a:lnTo>
                <a:lnTo>
                  <a:pt x="514350" y="2398328"/>
                </a:lnTo>
                <a:lnTo>
                  <a:pt x="514350" y="2423874"/>
                </a:lnTo>
                <a:lnTo>
                  <a:pt x="514350" y="2449420"/>
                </a:lnTo>
                <a:lnTo>
                  <a:pt x="514350" y="2474976"/>
                </a:lnTo>
                <a:lnTo>
                  <a:pt x="514350" y="2500522"/>
                </a:lnTo>
                <a:lnTo>
                  <a:pt x="504320" y="2520172"/>
                </a:lnTo>
                <a:lnTo>
                  <a:pt x="481984" y="2532583"/>
                </a:lnTo>
                <a:lnTo>
                  <a:pt x="459648" y="2544985"/>
                </a:lnTo>
                <a:lnTo>
                  <a:pt x="437321" y="2557396"/>
                </a:lnTo>
                <a:lnTo>
                  <a:pt x="414985" y="2569807"/>
                </a:lnTo>
                <a:lnTo>
                  <a:pt x="392649" y="2582208"/>
                </a:lnTo>
                <a:lnTo>
                  <a:pt x="370313" y="2594620"/>
                </a:lnTo>
                <a:lnTo>
                  <a:pt x="347977" y="2607031"/>
                </a:lnTo>
                <a:lnTo>
                  <a:pt x="325641" y="2619432"/>
                </a:lnTo>
                <a:lnTo>
                  <a:pt x="303314" y="2631843"/>
                </a:lnTo>
                <a:lnTo>
                  <a:pt x="280978" y="2644254"/>
                </a:lnTo>
                <a:lnTo>
                  <a:pt x="258642" y="2656656"/>
                </a:lnTo>
                <a:lnTo>
                  <a:pt x="236306" y="2645883"/>
                </a:lnTo>
                <a:lnTo>
                  <a:pt x="213970" y="2633472"/>
                </a:lnTo>
                <a:lnTo>
                  <a:pt x="191633" y="2621061"/>
                </a:lnTo>
                <a:lnTo>
                  <a:pt x="169307" y="2608659"/>
                </a:lnTo>
                <a:lnTo>
                  <a:pt x="146971" y="2596248"/>
                </a:lnTo>
                <a:lnTo>
                  <a:pt x="124635" y="2583837"/>
                </a:lnTo>
                <a:lnTo>
                  <a:pt x="102299" y="2571436"/>
                </a:lnTo>
                <a:lnTo>
                  <a:pt x="79962" y="2559025"/>
                </a:lnTo>
                <a:lnTo>
                  <a:pt x="57626" y="2546614"/>
                </a:lnTo>
                <a:lnTo>
                  <a:pt x="35300" y="2534212"/>
                </a:lnTo>
                <a:lnTo>
                  <a:pt x="12964" y="2521801"/>
                </a:lnTo>
                <a:lnTo>
                  <a:pt x="0" y="2503875"/>
                </a:lnTo>
                <a:lnTo>
                  <a:pt x="0" y="2478329"/>
                </a:lnTo>
                <a:lnTo>
                  <a:pt x="0" y="2452783"/>
                </a:lnTo>
                <a:lnTo>
                  <a:pt x="0" y="2427227"/>
                </a:lnTo>
                <a:lnTo>
                  <a:pt x="0" y="2401681"/>
                </a:lnTo>
                <a:lnTo>
                  <a:pt x="0" y="2376126"/>
                </a:lnTo>
                <a:lnTo>
                  <a:pt x="0" y="2350580"/>
                </a:lnTo>
                <a:lnTo>
                  <a:pt x="0" y="2325033"/>
                </a:lnTo>
                <a:lnTo>
                  <a:pt x="0" y="2299478"/>
                </a:lnTo>
                <a:lnTo>
                  <a:pt x="0" y="2273932"/>
                </a:lnTo>
                <a:lnTo>
                  <a:pt x="0" y="2248376"/>
                </a:lnTo>
                <a:lnTo>
                  <a:pt x="0" y="2222830"/>
                </a:lnTo>
                <a:lnTo>
                  <a:pt x="0" y="2197284"/>
                </a:lnTo>
                <a:lnTo>
                  <a:pt x="0" y="2171729"/>
                </a:lnTo>
                <a:lnTo>
                  <a:pt x="0" y="2146183"/>
                </a:lnTo>
                <a:lnTo>
                  <a:pt x="0" y="2120627"/>
                </a:lnTo>
                <a:lnTo>
                  <a:pt x="0" y="2095081"/>
                </a:lnTo>
                <a:lnTo>
                  <a:pt x="0" y="2069535"/>
                </a:lnTo>
                <a:lnTo>
                  <a:pt x="0" y="2043979"/>
                </a:lnTo>
                <a:lnTo>
                  <a:pt x="0" y="2018433"/>
                </a:lnTo>
                <a:lnTo>
                  <a:pt x="0" y="1992887"/>
                </a:lnTo>
                <a:lnTo>
                  <a:pt x="0" y="1967332"/>
                </a:lnTo>
                <a:lnTo>
                  <a:pt x="0" y="1941786"/>
                </a:lnTo>
                <a:lnTo>
                  <a:pt x="0" y="1916230"/>
                </a:lnTo>
                <a:lnTo>
                  <a:pt x="0" y="1890684"/>
                </a:lnTo>
                <a:lnTo>
                  <a:pt x="0" y="1865138"/>
                </a:lnTo>
                <a:lnTo>
                  <a:pt x="0" y="1839582"/>
                </a:lnTo>
                <a:lnTo>
                  <a:pt x="0" y="1814036"/>
                </a:lnTo>
                <a:lnTo>
                  <a:pt x="0" y="1788481"/>
                </a:lnTo>
                <a:lnTo>
                  <a:pt x="0" y="1762935"/>
                </a:lnTo>
                <a:lnTo>
                  <a:pt x="0" y="1737389"/>
                </a:lnTo>
                <a:lnTo>
                  <a:pt x="0" y="1711833"/>
                </a:lnTo>
                <a:lnTo>
                  <a:pt x="0" y="1686287"/>
                </a:lnTo>
                <a:lnTo>
                  <a:pt x="0" y="1660731"/>
                </a:lnTo>
                <a:lnTo>
                  <a:pt x="0" y="1635185"/>
                </a:lnTo>
                <a:lnTo>
                  <a:pt x="0" y="1609639"/>
                </a:lnTo>
                <a:lnTo>
                  <a:pt x="0" y="1584084"/>
                </a:lnTo>
                <a:lnTo>
                  <a:pt x="0" y="1558538"/>
                </a:lnTo>
                <a:lnTo>
                  <a:pt x="0" y="1532982"/>
                </a:lnTo>
                <a:lnTo>
                  <a:pt x="0" y="1507436"/>
                </a:lnTo>
                <a:lnTo>
                  <a:pt x="0" y="1481890"/>
                </a:lnTo>
                <a:lnTo>
                  <a:pt x="0" y="1456334"/>
                </a:lnTo>
                <a:lnTo>
                  <a:pt x="0" y="1430788"/>
                </a:lnTo>
                <a:lnTo>
                  <a:pt x="0" y="1405233"/>
                </a:lnTo>
                <a:lnTo>
                  <a:pt x="0" y="1379687"/>
                </a:lnTo>
                <a:lnTo>
                  <a:pt x="0" y="1354141"/>
                </a:lnTo>
                <a:lnTo>
                  <a:pt x="0" y="1328585"/>
                </a:lnTo>
                <a:lnTo>
                  <a:pt x="0" y="1303039"/>
                </a:lnTo>
                <a:lnTo>
                  <a:pt x="0" y="1277493"/>
                </a:lnTo>
                <a:lnTo>
                  <a:pt x="0" y="1251937"/>
                </a:lnTo>
                <a:lnTo>
                  <a:pt x="0" y="1226391"/>
                </a:lnTo>
                <a:lnTo>
                  <a:pt x="0" y="1200836"/>
                </a:lnTo>
                <a:lnTo>
                  <a:pt x="0" y="1175290"/>
                </a:lnTo>
                <a:lnTo>
                  <a:pt x="0" y="1149744"/>
                </a:lnTo>
                <a:lnTo>
                  <a:pt x="0" y="1124188"/>
                </a:lnTo>
                <a:lnTo>
                  <a:pt x="0" y="1098642"/>
                </a:lnTo>
                <a:lnTo>
                  <a:pt x="0" y="1073087"/>
                </a:lnTo>
                <a:lnTo>
                  <a:pt x="0" y="1047540"/>
                </a:lnTo>
                <a:lnTo>
                  <a:pt x="0" y="1021994"/>
                </a:lnTo>
                <a:lnTo>
                  <a:pt x="0" y="996439"/>
                </a:lnTo>
                <a:lnTo>
                  <a:pt x="0" y="970893"/>
                </a:lnTo>
                <a:lnTo>
                  <a:pt x="0" y="945337"/>
                </a:lnTo>
                <a:lnTo>
                  <a:pt x="0" y="919791"/>
                </a:lnTo>
                <a:lnTo>
                  <a:pt x="0" y="894245"/>
                </a:lnTo>
                <a:lnTo>
                  <a:pt x="0" y="868690"/>
                </a:lnTo>
                <a:lnTo>
                  <a:pt x="0" y="843143"/>
                </a:lnTo>
                <a:lnTo>
                  <a:pt x="0" y="817588"/>
                </a:lnTo>
                <a:lnTo>
                  <a:pt x="0" y="792042"/>
                </a:lnTo>
                <a:lnTo>
                  <a:pt x="0" y="766496"/>
                </a:lnTo>
                <a:lnTo>
                  <a:pt x="0" y="740940"/>
                </a:lnTo>
                <a:lnTo>
                  <a:pt x="0" y="715394"/>
                </a:lnTo>
                <a:lnTo>
                  <a:pt x="0" y="689848"/>
                </a:lnTo>
                <a:lnTo>
                  <a:pt x="0" y="664293"/>
                </a:lnTo>
                <a:lnTo>
                  <a:pt x="0" y="638747"/>
                </a:lnTo>
                <a:lnTo>
                  <a:pt x="0" y="613191"/>
                </a:lnTo>
                <a:lnTo>
                  <a:pt x="0" y="587645"/>
                </a:lnTo>
                <a:lnTo>
                  <a:pt x="0" y="562099"/>
                </a:lnTo>
                <a:lnTo>
                  <a:pt x="0" y="536543"/>
                </a:lnTo>
                <a:lnTo>
                  <a:pt x="0" y="510997"/>
                </a:lnTo>
                <a:lnTo>
                  <a:pt x="0" y="485442"/>
                </a:lnTo>
                <a:lnTo>
                  <a:pt x="0" y="459896"/>
                </a:lnTo>
                <a:lnTo>
                  <a:pt x="0" y="434350"/>
                </a:lnTo>
                <a:lnTo>
                  <a:pt x="0" y="408794"/>
                </a:lnTo>
                <a:lnTo>
                  <a:pt x="0" y="383248"/>
                </a:lnTo>
                <a:lnTo>
                  <a:pt x="0" y="357692"/>
                </a:lnTo>
                <a:lnTo>
                  <a:pt x="0" y="332146"/>
                </a:lnTo>
                <a:lnTo>
                  <a:pt x="0" y="306600"/>
                </a:lnTo>
                <a:lnTo>
                  <a:pt x="0" y="281045"/>
                </a:lnTo>
                <a:lnTo>
                  <a:pt x="0" y="255499"/>
                </a:lnTo>
                <a:lnTo>
                  <a:pt x="0" y="229953"/>
                </a:lnTo>
                <a:lnTo>
                  <a:pt x="0" y="204397"/>
                </a:lnTo>
                <a:lnTo>
                  <a:pt x="0" y="178851"/>
                </a:lnTo>
                <a:lnTo>
                  <a:pt x="0" y="153295"/>
                </a:lnTo>
                <a:lnTo>
                  <a:pt x="0" y="127749"/>
                </a:lnTo>
                <a:lnTo>
                  <a:pt x="0" y="102203"/>
                </a:lnTo>
                <a:lnTo>
                  <a:pt x="0" y="76648"/>
                </a:lnTo>
                <a:lnTo>
                  <a:pt x="0" y="51102"/>
                </a:lnTo>
                <a:lnTo>
                  <a:pt x="0" y="25546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4" name="phase-title-0">
            <a:extLst xmlns:a="http://schemas.openxmlformats.org/drawingml/2006/main">
              <a:ext uri="{FF2B5EF4-FFF2-40B4-BE49-F238E27FC236}">
                <a16:creationId xmlns:a16="http://schemas.microsoft.com/office/drawing/2014/main" id="{CC35C286-6DEF-4126-BF06-F0E75E608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2496293"/>
            <a:ext cx="1428750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获取与识别</a:t>
            </a:r>
          </a:p>
        </p:txBody>
      </p:sp>
      <p:sp>
        <p:nvSpPr>
          <p:cNvPr id="5" name="phase-body-0">
            <a:extLst xmlns:a="http://schemas.openxmlformats.org/drawingml/2006/main">
              <a:ext uri="{FF2B5EF4-FFF2-40B4-BE49-F238E27FC236}">
                <a16:creationId xmlns:a16="http://schemas.microsoft.com/office/drawing/2014/main" id="{747798E2-D9F7-48FD-A6BF-76C43D078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2850509"/>
            <a:ext cx="1428750" cy="587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让目标对象进</a:t>
            </a:r>
          </a:p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入并形成意向</a:t>
            </a:r>
          </a:p>
        </p:txBody>
      </p:sp>
      <p:sp>
        <p:nvSpPr>
          <p:cNvPr id="6" name="action-icon-shell-0-0">
            <a:extLst xmlns:a="http://schemas.openxmlformats.org/drawingml/2006/main">
              <a:ext uri="{FF2B5EF4-FFF2-40B4-BE49-F238E27FC236}">
                <a16:creationId xmlns:a16="http://schemas.microsoft.com/office/drawing/2014/main" id="{C95CD982-9131-45B8-AB5B-753C5A35F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2490788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6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b11907690004bc9">
            <a:extLst>
              <a:ext uri="{96DAC541-7B7A-43D3-8B79-37D633B846F1}">
                <asvg:svgBlip xmlns:asvg="http://schemas.microsoft.com/office/drawing/2016/SVG/main" r:embed="R0bd684f80a734a28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2566988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8" name="action-title-0-0">
            <a:extLst xmlns:a="http://schemas.openxmlformats.org/drawingml/2006/main">
              <a:ext uri="{FF2B5EF4-FFF2-40B4-BE49-F238E27FC236}">
                <a16:creationId xmlns:a16="http://schemas.microsoft.com/office/drawing/2014/main" id="{33820CEA-35C9-4D1E-8DFC-57E639902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429770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标签体系</a:t>
            </a:r>
          </a:p>
        </p:txBody>
      </p:sp>
      <p:sp>
        <p:nvSpPr>
          <p:cNvPr id="9" name="action-body-0-0">
            <a:extLst xmlns:a="http://schemas.openxmlformats.org/drawingml/2006/main">
              <a:ext uri="{FF2B5EF4-FFF2-40B4-BE49-F238E27FC236}">
                <a16:creationId xmlns:a16="http://schemas.microsoft.com/office/drawing/2014/main" id="{C1742D3C-43AB-486E-AC12-BB1BF6C6D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658370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形成可识别对象</a:t>
            </a:r>
          </a:p>
        </p:txBody>
      </p:sp>
      <p:sp>
        <p:nvSpPr>
          <p:cNvPr id="10" name="action-icon-shell-0-1">
            <a:extLst xmlns:a="http://schemas.openxmlformats.org/drawingml/2006/main">
              <a:ext uri="{FF2B5EF4-FFF2-40B4-BE49-F238E27FC236}">
                <a16:creationId xmlns:a16="http://schemas.microsoft.com/office/drawing/2014/main" id="{052D149C-95D7-431D-B366-7344FB9BC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2490788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6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45875b6632849e2">
            <a:extLst>
              <a:ext uri="{96DAC541-7B7A-43D3-8B79-37D633B846F1}">
                <asvg:svgBlip xmlns:asvg="http://schemas.microsoft.com/office/drawing/2016/SVG/main" r:embed="R4e0be5797d834fb4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2566988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12" name="action-title-0-1">
            <a:extLst xmlns:a="http://schemas.openxmlformats.org/drawingml/2006/main">
              <a:ext uri="{FF2B5EF4-FFF2-40B4-BE49-F238E27FC236}">
                <a16:creationId xmlns:a16="http://schemas.microsoft.com/office/drawing/2014/main" id="{ACA6B3B4-7E65-4CE3-940B-73DFFAB68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429770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渠道连接</a:t>
            </a:r>
          </a:p>
        </p:txBody>
      </p:sp>
      <p:sp>
        <p:nvSpPr>
          <p:cNvPr id="13" name="action-body-0-1">
            <a:extLst xmlns:a="http://schemas.openxmlformats.org/drawingml/2006/main">
              <a:ext uri="{FF2B5EF4-FFF2-40B4-BE49-F238E27FC236}">
                <a16:creationId xmlns:a16="http://schemas.microsoft.com/office/drawing/2014/main" id="{8C7CBE7D-DA34-4F88-9D87-F8C3775E3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658370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连接主要触点</a:t>
            </a:r>
          </a:p>
        </p:txBody>
      </p:sp>
      <p:sp>
        <p:nvSpPr>
          <p:cNvPr id="14" name="action-icon-shell-0-2">
            <a:extLst xmlns:a="http://schemas.openxmlformats.org/drawingml/2006/main">
              <a:ext uri="{FF2B5EF4-FFF2-40B4-BE49-F238E27FC236}">
                <a16:creationId xmlns:a16="http://schemas.microsoft.com/office/drawing/2014/main" id="{261E900E-BC9E-489E-820F-4BE271286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3100388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7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0f51a43c04e487f">
            <a:extLst>
              <a:ext uri="{96DAC541-7B7A-43D3-8B79-37D633B846F1}">
                <asvg:svgBlip xmlns:asvg="http://schemas.microsoft.com/office/drawing/2016/SVG/main" r:embed="R9b500cd84e794a6b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3176588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16" name="action-title-0-2">
            <a:extLst xmlns:a="http://schemas.openxmlformats.org/drawingml/2006/main">
              <a:ext uri="{FF2B5EF4-FFF2-40B4-BE49-F238E27FC236}">
                <a16:creationId xmlns:a16="http://schemas.microsoft.com/office/drawing/2014/main" id="{E1E894FA-4A9B-4E3F-BAE7-2DDFF8382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3039370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内容优化</a:t>
            </a:r>
          </a:p>
        </p:txBody>
      </p:sp>
      <p:sp>
        <p:nvSpPr>
          <p:cNvPr id="17" name="action-body-0-2">
            <a:extLst xmlns:a="http://schemas.openxmlformats.org/drawingml/2006/main">
              <a:ext uri="{FF2B5EF4-FFF2-40B4-BE49-F238E27FC236}">
                <a16:creationId xmlns:a16="http://schemas.microsoft.com/office/drawing/2014/main" id="{468DAA74-0881-4C2B-B961-C0A808420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3267970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提高触达质量</a:t>
            </a:r>
          </a:p>
        </p:txBody>
      </p:sp>
      <p:sp>
        <p:nvSpPr>
          <p:cNvPr id="18" name="action-icon-shell-0-3">
            <a:extLst xmlns:a="http://schemas.openxmlformats.org/drawingml/2006/main">
              <a:ext uri="{FF2B5EF4-FFF2-40B4-BE49-F238E27FC236}">
                <a16:creationId xmlns:a16="http://schemas.microsoft.com/office/drawing/2014/main" id="{669C6BAF-851A-4537-8880-FCF4C80CB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3100388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7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9d8846cb70b4137">
            <a:extLst>
              <a:ext uri="{96DAC541-7B7A-43D3-8B79-37D633B846F1}">
                <asvg:svgBlip xmlns:asvg="http://schemas.microsoft.com/office/drawing/2016/SVG/main" r:embed="R1e5399602ea84513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3176588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20" name="action-title-0-3">
            <a:extLst xmlns:a="http://schemas.openxmlformats.org/drawingml/2006/main">
              <a:ext uri="{FF2B5EF4-FFF2-40B4-BE49-F238E27FC236}">
                <a16:creationId xmlns:a16="http://schemas.microsoft.com/office/drawing/2014/main" id="{5333292D-66A1-4746-8538-321075CC1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3039370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行为追踪</a:t>
            </a:r>
          </a:p>
        </p:txBody>
      </p:sp>
      <p:sp>
        <p:nvSpPr>
          <p:cNvPr id="21" name="action-body-0-3">
            <a:extLst xmlns:a="http://schemas.openxmlformats.org/drawingml/2006/main">
              <a:ext uri="{FF2B5EF4-FFF2-40B4-BE49-F238E27FC236}">
                <a16:creationId xmlns:a16="http://schemas.microsoft.com/office/drawing/2014/main" id="{E9615635-82A5-45FF-9DD1-55460594A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3267970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记录关键反馈</a:t>
            </a:r>
          </a:p>
        </p:txBody>
      </p:sp>
      <p:sp>
        <p:nvSpPr>
          <p:cNvPr id="22" name="phase-rail-1">
            <a:extLst xmlns:a="http://schemas.openxmlformats.org/drawingml/2006/main">
              <a:ext uri="{FF2B5EF4-FFF2-40B4-BE49-F238E27FC236}">
                <a16:creationId xmlns:a16="http://schemas.microsoft.com/office/drawing/2014/main" id="{8FBF493E-B761-4A60-9155-711E3C41C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4295775"/>
            <a:ext cx="514350" cy="1914134"/>
          </a:xfrm>
          <a:custGeom xmlns:a="http://schemas.openxmlformats.org/drawingml/2006/main">
            <a:pathLst>
              <a:path w="514350" h="1914134">
                <a:moveTo>
                  <a:pt x="0" y="0"/>
                </a:moveTo>
                <a:lnTo>
                  <a:pt x="17193" y="9554"/>
                </a:lnTo>
                <a:lnTo>
                  <a:pt x="34385" y="19098"/>
                </a:lnTo>
                <a:lnTo>
                  <a:pt x="51578" y="28651"/>
                </a:lnTo>
                <a:lnTo>
                  <a:pt x="68771" y="38205"/>
                </a:lnTo>
                <a:lnTo>
                  <a:pt x="85963" y="47758"/>
                </a:lnTo>
                <a:lnTo>
                  <a:pt x="103156" y="57302"/>
                </a:lnTo>
                <a:lnTo>
                  <a:pt x="120348" y="66856"/>
                </a:lnTo>
                <a:lnTo>
                  <a:pt x="137541" y="76410"/>
                </a:lnTo>
                <a:lnTo>
                  <a:pt x="154724" y="85963"/>
                </a:lnTo>
                <a:lnTo>
                  <a:pt x="171917" y="95507"/>
                </a:lnTo>
                <a:lnTo>
                  <a:pt x="189109" y="105061"/>
                </a:lnTo>
                <a:lnTo>
                  <a:pt x="206302" y="114614"/>
                </a:lnTo>
                <a:lnTo>
                  <a:pt x="223495" y="124168"/>
                </a:lnTo>
                <a:lnTo>
                  <a:pt x="240687" y="133712"/>
                </a:lnTo>
                <a:lnTo>
                  <a:pt x="257880" y="142484"/>
                </a:lnTo>
                <a:lnTo>
                  <a:pt x="275072" y="132931"/>
                </a:lnTo>
                <a:lnTo>
                  <a:pt x="292265" y="123377"/>
                </a:lnTo>
                <a:lnTo>
                  <a:pt x="309458" y="113833"/>
                </a:lnTo>
                <a:lnTo>
                  <a:pt x="326650" y="104280"/>
                </a:lnTo>
                <a:lnTo>
                  <a:pt x="343843" y="94726"/>
                </a:lnTo>
                <a:lnTo>
                  <a:pt x="361036" y="85173"/>
                </a:lnTo>
                <a:lnTo>
                  <a:pt x="378228" y="75629"/>
                </a:lnTo>
                <a:lnTo>
                  <a:pt x="395421" y="66075"/>
                </a:lnTo>
                <a:lnTo>
                  <a:pt x="412613" y="56521"/>
                </a:lnTo>
                <a:lnTo>
                  <a:pt x="429806" y="46968"/>
                </a:lnTo>
                <a:lnTo>
                  <a:pt x="446999" y="37424"/>
                </a:lnTo>
                <a:lnTo>
                  <a:pt x="464182" y="27870"/>
                </a:lnTo>
                <a:lnTo>
                  <a:pt x="481374" y="18317"/>
                </a:lnTo>
                <a:lnTo>
                  <a:pt x="498567" y="8763"/>
                </a:lnTo>
                <a:lnTo>
                  <a:pt x="514350" y="1619"/>
                </a:lnTo>
                <a:lnTo>
                  <a:pt x="514350" y="21279"/>
                </a:lnTo>
                <a:lnTo>
                  <a:pt x="514350" y="40948"/>
                </a:lnTo>
                <a:lnTo>
                  <a:pt x="514350" y="60617"/>
                </a:lnTo>
                <a:lnTo>
                  <a:pt x="514350" y="80286"/>
                </a:lnTo>
                <a:lnTo>
                  <a:pt x="514350" y="99955"/>
                </a:lnTo>
                <a:lnTo>
                  <a:pt x="514350" y="119615"/>
                </a:lnTo>
                <a:lnTo>
                  <a:pt x="514350" y="139284"/>
                </a:lnTo>
                <a:lnTo>
                  <a:pt x="514350" y="158953"/>
                </a:lnTo>
                <a:lnTo>
                  <a:pt x="514350" y="178622"/>
                </a:lnTo>
                <a:lnTo>
                  <a:pt x="514350" y="198282"/>
                </a:lnTo>
                <a:lnTo>
                  <a:pt x="514350" y="217951"/>
                </a:lnTo>
                <a:lnTo>
                  <a:pt x="514350" y="237620"/>
                </a:lnTo>
                <a:lnTo>
                  <a:pt x="514350" y="257289"/>
                </a:lnTo>
                <a:lnTo>
                  <a:pt x="514350" y="276958"/>
                </a:lnTo>
                <a:lnTo>
                  <a:pt x="514350" y="296618"/>
                </a:lnTo>
                <a:lnTo>
                  <a:pt x="514350" y="316287"/>
                </a:lnTo>
                <a:lnTo>
                  <a:pt x="514350" y="335956"/>
                </a:lnTo>
                <a:lnTo>
                  <a:pt x="514350" y="355625"/>
                </a:lnTo>
                <a:lnTo>
                  <a:pt x="514350" y="375295"/>
                </a:lnTo>
                <a:lnTo>
                  <a:pt x="514350" y="394954"/>
                </a:lnTo>
                <a:lnTo>
                  <a:pt x="514350" y="414623"/>
                </a:lnTo>
                <a:lnTo>
                  <a:pt x="514350" y="434292"/>
                </a:lnTo>
                <a:lnTo>
                  <a:pt x="514350" y="453961"/>
                </a:lnTo>
                <a:lnTo>
                  <a:pt x="514350" y="473621"/>
                </a:lnTo>
                <a:lnTo>
                  <a:pt x="514350" y="493290"/>
                </a:lnTo>
                <a:lnTo>
                  <a:pt x="514350" y="512959"/>
                </a:lnTo>
                <a:lnTo>
                  <a:pt x="514350" y="532628"/>
                </a:lnTo>
                <a:lnTo>
                  <a:pt x="514350" y="552298"/>
                </a:lnTo>
                <a:lnTo>
                  <a:pt x="514350" y="571957"/>
                </a:lnTo>
                <a:lnTo>
                  <a:pt x="514350" y="591626"/>
                </a:lnTo>
                <a:lnTo>
                  <a:pt x="514350" y="611295"/>
                </a:lnTo>
                <a:lnTo>
                  <a:pt x="514350" y="630965"/>
                </a:lnTo>
                <a:lnTo>
                  <a:pt x="514350" y="650624"/>
                </a:lnTo>
                <a:lnTo>
                  <a:pt x="514350" y="670293"/>
                </a:lnTo>
                <a:lnTo>
                  <a:pt x="514350" y="689962"/>
                </a:lnTo>
                <a:lnTo>
                  <a:pt x="514350" y="709632"/>
                </a:lnTo>
                <a:lnTo>
                  <a:pt x="514350" y="729301"/>
                </a:lnTo>
                <a:lnTo>
                  <a:pt x="514350" y="748960"/>
                </a:lnTo>
                <a:lnTo>
                  <a:pt x="514350" y="768629"/>
                </a:lnTo>
                <a:lnTo>
                  <a:pt x="514350" y="788299"/>
                </a:lnTo>
                <a:lnTo>
                  <a:pt x="514350" y="807968"/>
                </a:lnTo>
                <a:lnTo>
                  <a:pt x="514350" y="827637"/>
                </a:lnTo>
                <a:lnTo>
                  <a:pt x="514350" y="847296"/>
                </a:lnTo>
                <a:lnTo>
                  <a:pt x="514350" y="866966"/>
                </a:lnTo>
                <a:lnTo>
                  <a:pt x="514350" y="886635"/>
                </a:lnTo>
                <a:lnTo>
                  <a:pt x="514350" y="906304"/>
                </a:lnTo>
                <a:lnTo>
                  <a:pt x="514350" y="925963"/>
                </a:lnTo>
                <a:lnTo>
                  <a:pt x="514350" y="945632"/>
                </a:lnTo>
                <a:lnTo>
                  <a:pt x="514350" y="965302"/>
                </a:lnTo>
                <a:lnTo>
                  <a:pt x="514350" y="984971"/>
                </a:lnTo>
                <a:lnTo>
                  <a:pt x="514350" y="1004640"/>
                </a:lnTo>
                <a:lnTo>
                  <a:pt x="514350" y="1024299"/>
                </a:lnTo>
                <a:lnTo>
                  <a:pt x="514350" y="1043969"/>
                </a:lnTo>
                <a:lnTo>
                  <a:pt x="514350" y="1063638"/>
                </a:lnTo>
                <a:lnTo>
                  <a:pt x="514350" y="1083307"/>
                </a:lnTo>
                <a:lnTo>
                  <a:pt x="514350" y="1102966"/>
                </a:lnTo>
                <a:lnTo>
                  <a:pt x="514350" y="1122636"/>
                </a:lnTo>
                <a:lnTo>
                  <a:pt x="514350" y="1142305"/>
                </a:lnTo>
                <a:lnTo>
                  <a:pt x="514350" y="1161974"/>
                </a:lnTo>
                <a:lnTo>
                  <a:pt x="514350" y="1181643"/>
                </a:lnTo>
                <a:lnTo>
                  <a:pt x="514350" y="1201303"/>
                </a:lnTo>
                <a:lnTo>
                  <a:pt x="514350" y="1220972"/>
                </a:lnTo>
                <a:lnTo>
                  <a:pt x="514350" y="1240641"/>
                </a:lnTo>
                <a:lnTo>
                  <a:pt x="514350" y="1260310"/>
                </a:lnTo>
                <a:lnTo>
                  <a:pt x="514350" y="1279970"/>
                </a:lnTo>
                <a:lnTo>
                  <a:pt x="514350" y="1299639"/>
                </a:lnTo>
                <a:lnTo>
                  <a:pt x="514350" y="1319308"/>
                </a:lnTo>
                <a:lnTo>
                  <a:pt x="514350" y="1338977"/>
                </a:lnTo>
                <a:lnTo>
                  <a:pt x="514350" y="1358646"/>
                </a:lnTo>
                <a:lnTo>
                  <a:pt x="514350" y="1378306"/>
                </a:lnTo>
                <a:lnTo>
                  <a:pt x="514350" y="1397975"/>
                </a:lnTo>
                <a:lnTo>
                  <a:pt x="514350" y="1417644"/>
                </a:lnTo>
                <a:lnTo>
                  <a:pt x="514350" y="1437313"/>
                </a:lnTo>
                <a:lnTo>
                  <a:pt x="514350" y="1456982"/>
                </a:lnTo>
                <a:lnTo>
                  <a:pt x="514350" y="1476642"/>
                </a:lnTo>
                <a:lnTo>
                  <a:pt x="514350" y="1496311"/>
                </a:lnTo>
                <a:lnTo>
                  <a:pt x="514350" y="1515980"/>
                </a:lnTo>
                <a:lnTo>
                  <a:pt x="514350" y="1535649"/>
                </a:lnTo>
                <a:lnTo>
                  <a:pt x="514350" y="1555309"/>
                </a:lnTo>
                <a:lnTo>
                  <a:pt x="514350" y="1574978"/>
                </a:lnTo>
                <a:lnTo>
                  <a:pt x="514350" y="1594647"/>
                </a:lnTo>
                <a:lnTo>
                  <a:pt x="514350" y="1614316"/>
                </a:lnTo>
                <a:lnTo>
                  <a:pt x="514350" y="1633985"/>
                </a:lnTo>
                <a:lnTo>
                  <a:pt x="514350" y="1653645"/>
                </a:lnTo>
                <a:lnTo>
                  <a:pt x="514350" y="1673314"/>
                </a:lnTo>
                <a:lnTo>
                  <a:pt x="514350" y="1692983"/>
                </a:lnTo>
                <a:lnTo>
                  <a:pt x="514350" y="1712652"/>
                </a:lnTo>
                <a:lnTo>
                  <a:pt x="514350" y="1732312"/>
                </a:lnTo>
                <a:lnTo>
                  <a:pt x="514350" y="1751981"/>
                </a:lnTo>
                <a:lnTo>
                  <a:pt x="514350" y="1771650"/>
                </a:lnTo>
                <a:lnTo>
                  <a:pt x="497157" y="1781204"/>
                </a:lnTo>
                <a:lnTo>
                  <a:pt x="479965" y="1790748"/>
                </a:lnTo>
                <a:lnTo>
                  <a:pt x="462772" y="1800301"/>
                </a:lnTo>
                <a:lnTo>
                  <a:pt x="445580" y="1809855"/>
                </a:lnTo>
                <a:lnTo>
                  <a:pt x="428387" y="1819408"/>
                </a:lnTo>
                <a:lnTo>
                  <a:pt x="411194" y="1828952"/>
                </a:lnTo>
                <a:lnTo>
                  <a:pt x="394002" y="1838506"/>
                </a:lnTo>
                <a:lnTo>
                  <a:pt x="376809" y="1848060"/>
                </a:lnTo>
                <a:lnTo>
                  <a:pt x="359626" y="1857613"/>
                </a:lnTo>
                <a:lnTo>
                  <a:pt x="342433" y="1867157"/>
                </a:lnTo>
                <a:lnTo>
                  <a:pt x="325241" y="1876711"/>
                </a:lnTo>
                <a:lnTo>
                  <a:pt x="308048" y="1886264"/>
                </a:lnTo>
                <a:lnTo>
                  <a:pt x="290855" y="1895818"/>
                </a:lnTo>
                <a:lnTo>
                  <a:pt x="273663" y="1905362"/>
                </a:lnTo>
                <a:lnTo>
                  <a:pt x="256470" y="1914134"/>
                </a:lnTo>
                <a:lnTo>
                  <a:pt x="239278" y="1904581"/>
                </a:lnTo>
                <a:lnTo>
                  <a:pt x="222085" y="1895027"/>
                </a:lnTo>
                <a:lnTo>
                  <a:pt x="204892" y="1885483"/>
                </a:lnTo>
                <a:lnTo>
                  <a:pt x="187700" y="1875930"/>
                </a:lnTo>
                <a:lnTo>
                  <a:pt x="170507" y="1866376"/>
                </a:lnTo>
                <a:lnTo>
                  <a:pt x="153314" y="1856823"/>
                </a:lnTo>
                <a:lnTo>
                  <a:pt x="136122" y="1847279"/>
                </a:lnTo>
                <a:lnTo>
                  <a:pt x="118929" y="1837725"/>
                </a:lnTo>
                <a:lnTo>
                  <a:pt x="101737" y="1828171"/>
                </a:lnTo>
                <a:lnTo>
                  <a:pt x="84544" y="1818618"/>
                </a:lnTo>
                <a:lnTo>
                  <a:pt x="67351" y="1809074"/>
                </a:lnTo>
                <a:lnTo>
                  <a:pt x="50168" y="1799520"/>
                </a:lnTo>
                <a:lnTo>
                  <a:pt x="32976" y="1789967"/>
                </a:lnTo>
                <a:lnTo>
                  <a:pt x="15783" y="1780413"/>
                </a:lnTo>
                <a:lnTo>
                  <a:pt x="0" y="1770031"/>
                </a:lnTo>
                <a:lnTo>
                  <a:pt x="0" y="1750371"/>
                </a:lnTo>
                <a:lnTo>
                  <a:pt x="0" y="1730702"/>
                </a:lnTo>
                <a:lnTo>
                  <a:pt x="0" y="1711033"/>
                </a:lnTo>
                <a:lnTo>
                  <a:pt x="0" y="1691364"/>
                </a:lnTo>
                <a:lnTo>
                  <a:pt x="0" y="1671695"/>
                </a:lnTo>
                <a:lnTo>
                  <a:pt x="0" y="1652035"/>
                </a:lnTo>
                <a:lnTo>
                  <a:pt x="0" y="1632366"/>
                </a:lnTo>
                <a:lnTo>
                  <a:pt x="0" y="1612697"/>
                </a:lnTo>
                <a:lnTo>
                  <a:pt x="0" y="1593028"/>
                </a:lnTo>
                <a:lnTo>
                  <a:pt x="0" y="1573368"/>
                </a:lnTo>
                <a:lnTo>
                  <a:pt x="0" y="1553699"/>
                </a:lnTo>
                <a:lnTo>
                  <a:pt x="0" y="1534030"/>
                </a:lnTo>
                <a:lnTo>
                  <a:pt x="0" y="1514361"/>
                </a:lnTo>
                <a:lnTo>
                  <a:pt x="0" y="1494692"/>
                </a:lnTo>
                <a:lnTo>
                  <a:pt x="0" y="1475032"/>
                </a:lnTo>
                <a:lnTo>
                  <a:pt x="0" y="1455363"/>
                </a:lnTo>
                <a:lnTo>
                  <a:pt x="0" y="1435694"/>
                </a:lnTo>
                <a:lnTo>
                  <a:pt x="0" y="1416025"/>
                </a:lnTo>
                <a:lnTo>
                  <a:pt x="0" y="1396355"/>
                </a:lnTo>
                <a:lnTo>
                  <a:pt x="0" y="1376696"/>
                </a:lnTo>
                <a:lnTo>
                  <a:pt x="0" y="1357027"/>
                </a:lnTo>
                <a:lnTo>
                  <a:pt x="0" y="1337358"/>
                </a:lnTo>
                <a:lnTo>
                  <a:pt x="0" y="1317689"/>
                </a:lnTo>
                <a:lnTo>
                  <a:pt x="0" y="1298029"/>
                </a:lnTo>
                <a:lnTo>
                  <a:pt x="0" y="1278360"/>
                </a:lnTo>
                <a:lnTo>
                  <a:pt x="0" y="1258691"/>
                </a:lnTo>
                <a:lnTo>
                  <a:pt x="0" y="1239022"/>
                </a:lnTo>
                <a:lnTo>
                  <a:pt x="0" y="1219352"/>
                </a:lnTo>
                <a:lnTo>
                  <a:pt x="0" y="1199693"/>
                </a:lnTo>
                <a:lnTo>
                  <a:pt x="0" y="1180024"/>
                </a:lnTo>
                <a:lnTo>
                  <a:pt x="0" y="1160355"/>
                </a:lnTo>
                <a:lnTo>
                  <a:pt x="0" y="1140685"/>
                </a:lnTo>
                <a:lnTo>
                  <a:pt x="0" y="1121026"/>
                </a:lnTo>
                <a:lnTo>
                  <a:pt x="0" y="1101357"/>
                </a:lnTo>
                <a:lnTo>
                  <a:pt x="0" y="1081688"/>
                </a:lnTo>
                <a:lnTo>
                  <a:pt x="0" y="1062018"/>
                </a:lnTo>
                <a:lnTo>
                  <a:pt x="0" y="1042349"/>
                </a:lnTo>
                <a:lnTo>
                  <a:pt x="0" y="1022690"/>
                </a:lnTo>
                <a:lnTo>
                  <a:pt x="0" y="1003021"/>
                </a:lnTo>
                <a:lnTo>
                  <a:pt x="0" y="983351"/>
                </a:lnTo>
                <a:lnTo>
                  <a:pt x="0" y="963682"/>
                </a:lnTo>
                <a:lnTo>
                  <a:pt x="0" y="944023"/>
                </a:lnTo>
                <a:lnTo>
                  <a:pt x="0" y="924354"/>
                </a:lnTo>
                <a:lnTo>
                  <a:pt x="0" y="904685"/>
                </a:lnTo>
                <a:lnTo>
                  <a:pt x="0" y="885015"/>
                </a:lnTo>
                <a:lnTo>
                  <a:pt x="0" y="865346"/>
                </a:lnTo>
                <a:lnTo>
                  <a:pt x="0" y="845687"/>
                </a:lnTo>
                <a:lnTo>
                  <a:pt x="0" y="826018"/>
                </a:lnTo>
                <a:lnTo>
                  <a:pt x="0" y="806348"/>
                </a:lnTo>
                <a:lnTo>
                  <a:pt x="0" y="786679"/>
                </a:lnTo>
                <a:lnTo>
                  <a:pt x="0" y="767010"/>
                </a:lnTo>
                <a:lnTo>
                  <a:pt x="0" y="747351"/>
                </a:lnTo>
                <a:lnTo>
                  <a:pt x="0" y="727681"/>
                </a:lnTo>
                <a:lnTo>
                  <a:pt x="0" y="708012"/>
                </a:lnTo>
                <a:lnTo>
                  <a:pt x="0" y="688343"/>
                </a:lnTo>
                <a:lnTo>
                  <a:pt x="0" y="668684"/>
                </a:lnTo>
                <a:lnTo>
                  <a:pt x="0" y="649014"/>
                </a:lnTo>
                <a:lnTo>
                  <a:pt x="0" y="629345"/>
                </a:lnTo>
                <a:lnTo>
                  <a:pt x="0" y="609676"/>
                </a:lnTo>
                <a:lnTo>
                  <a:pt x="0" y="590007"/>
                </a:lnTo>
                <a:lnTo>
                  <a:pt x="0" y="570347"/>
                </a:lnTo>
                <a:lnTo>
                  <a:pt x="0" y="550678"/>
                </a:lnTo>
                <a:lnTo>
                  <a:pt x="0" y="531009"/>
                </a:lnTo>
                <a:lnTo>
                  <a:pt x="0" y="511340"/>
                </a:lnTo>
                <a:lnTo>
                  <a:pt x="0" y="491681"/>
                </a:lnTo>
                <a:lnTo>
                  <a:pt x="0" y="472011"/>
                </a:lnTo>
                <a:lnTo>
                  <a:pt x="0" y="452342"/>
                </a:lnTo>
                <a:lnTo>
                  <a:pt x="0" y="432673"/>
                </a:lnTo>
                <a:lnTo>
                  <a:pt x="0" y="413004"/>
                </a:lnTo>
                <a:lnTo>
                  <a:pt x="0" y="393344"/>
                </a:lnTo>
                <a:lnTo>
                  <a:pt x="0" y="373675"/>
                </a:lnTo>
                <a:lnTo>
                  <a:pt x="0" y="354006"/>
                </a:lnTo>
                <a:lnTo>
                  <a:pt x="0" y="334337"/>
                </a:lnTo>
                <a:lnTo>
                  <a:pt x="0" y="314668"/>
                </a:lnTo>
                <a:lnTo>
                  <a:pt x="0" y="295008"/>
                </a:lnTo>
                <a:lnTo>
                  <a:pt x="0" y="275339"/>
                </a:lnTo>
                <a:lnTo>
                  <a:pt x="0" y="255670"/>
                </a:lnTo>
                <a:lnTo>
                  <a:pt x="0" y="236001"/>
                </a:lnTo>
                <a:lnTo>
                  <a:pt x="0" y="216341"/>
                </a:lnTo>
                <a:lnTo>
                  <a:pt x="0" y="196672"/>
                </a:lnTo>
                <a:lnTo>
                  <a:pt x="0" y="177003"/>
                </a:lnTo>
                <a:lnTo>
                  <a:pt x="0" y="157334"/>
                </a:lnTo>
                <a:lnTo>
                  <a:pt x="0" y="137665"/>
                </a:lnTo>
                <a:lnTo>
                  <a:pt x="0" y="118005"/>
                </a:lnTo>
                <a:lnTo>
                  <a:pt x="0" y="98336"/>
                </a:lnTo>
                <a:lnTo>
                  <a:pt x="0" y="78667"/>
                </a:lnTo>
                <a:lnTo>
                  <a:pt x="0" y="58998"/>
                </a:lnTo>
                <a:lnTo>
                  <a:pt x="0" y="39338"/>
                </a:lnTo>
                <a:lnTo>
                  <a:pt x="0" y="19669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23" name="phase-title-1">
            <a:extLst xmlns:a="http://schemas.openxmlformats.org/drawingml/2006/main">
              <a:ext uri="{FF2B5EF4-FFF2-40B4-BE49-F238E27FC236}">
                <a16:creationId xmlns:a16="http://schemas.microsoft.com/office/drawing/2014/main" id="{FFC95E53-CA00-460B-AA46-B593DC274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4782293"/>
            <a:ext cx="1428750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培育与转化</a:t>
            </a:r>
          </a:p>
        </p:txBody>
      </p:sp>
      <p:sp>
        <p:nvSpPr>
          <p:cNvPr id="24" name="phase-body-1">
            <a:extLst xmlns:a="http://schemas.openxmlformats.org/drawingml/2006/main">
              <a:ext uri="{FF2B5EF4-FFF2-40B4-BE49-F238E27FC236}">
                <a16:creationId xmlns:a16="http://schemas.microsoft.com/office/drawing/2014/main" id="{03C906CA-0070-4783-8FF2-49F1113C4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5136509"/>
            <a:ext cx="1428750" cy="587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让有效意向沉</a:t>
            </a:r>
          </a:p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淀为长期价值</a:t>
            </a:r>
          </a:p>
        </p:txBody>
      </p:sp>
      <p:sp>
        <p:nvSpPr>
          <p:cNvPr id="25" name="action-icon-shell-1-0">
            <a:extLst xmlns:a="http://schemas.openxmlformats.org/drawingml/2006/main">
              <a:ext uri="{FF2B5EF4-FFF2-40B4-BE49-F238E27FC236}">
                <a16:creationId xmlns:a16="http://schemas.microsoft.com/office/drawing/2014/main" id="{0A3E47CF-4FC9-471D-895F-237223932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5081588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8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d16ae86233d49c6">
            <a:extLst>
              <a:ext uri="{96DAC541-7B7A-43D3-8B79-37D633B846F1}">
                <asvg:svgBlip xmlns:asvg="http://schemas.microsoft.com/office/drawing/2016/SVG/main" r:embed="Rbbadfbafc854474d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5157788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27" name="action-title-1-0">
            <a:extLst xmlns:a="http://schemas.openxmlformats.org/drawingml/2006/main">
              <a:ext uri="{FF2B5EF4-FFF2-40B4-BE49-F238E27FC236}">
                <a16:creationId xmlns:a16="http://schemas.microsoft.com/office/drawing/2014/main" id="{D33F1EB3-7EFF-4F90-B61E-3153B8256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5020570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数据打通</a:t>
            </a:r>
          </a:p>
        </p:txBody>
      </p:sp>
      <p:sp>
        <p:nvSpPr>
          <p:cNvPr id="28" name="action-body-1-0">
            <a:extLst xmlns:a="http://schemas.openxmlformats.org/drawingml/2006/main">
              <a:ext uri="{FF2B5EF4-FFF2-40B4-BE49-F238E27FC236}">
                <a16:creationId xmlns:a16="http://schemas.microsoft.com/office/drawing/2014/main" id="{56B4DBBA-688D-48E4-861B-D0DB30850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5249170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统一分析对象</a:t>
            </a:r>
          </a:p>
        </p:txBody>
      </p:sp>
      <p:sp>
        <p:nvSpPr>
          <p:cNvPr id="29" name="action-icon-shell-1-1">
            <a:extLst xmlns:a="http://schemas.openxmlformats.org/drawingml/2006/main">
              <a:ext uri="{FF2B5EF4-FFF2-40B4-BE49-F238E27FC236}">
                <a16:creationId xmlns:a16="http://schemas.microsoft.com/office/drawing/2014/main" id="{F5E22174-D6E3-4D12-9587-17987BE12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5081588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8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9b3580fd3554d7c">
            <a:extLst>
              <a:ext uri="{96DAC541-7B7A-43D3-8B79-37D633B846F1}">
                <asvg:svgBlip xmlns:asvg="http://schemas.microsoft.com/office/drawing/2016/SVG/main" r:embed="R4483942412d141a7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5157788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31" name="action-title-1-1">
            <a:extLst xmlns:a="http://schemas.openxmlformats.org/drawingml/2006/main">
              <a:ext uri="{FF2B5EF4-FFF2-40B4-BE49-F238E27FC236}">
                <a16:creationId xmlns:a16="http://schemas.microsoft.com/office/drawing/2014/main" id="{A3ECE47F-9776-4770-B93A-086BCD129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5020570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自动分群</a:t>
            </a:r>
          </a:p>
        </p:txBody>
      </p:sp>
      <p:sp>
        <p:nvSpPr>
          <p:cNvPr id="32" name="action-body-1-1">
            <a:extLst xmlns:a="http://schemas.openxmlformats.org/drawingml/2006/main">
              <a:ext uri="{FF2B5EF4-FFF2-40B4-BE49-F238E27FC236}">
                <a16:creationId xmlns:a16="http://schemas.microsoft.com/office/drawing/2014/main" id="{F2D95423-BF5D-448C-9364-17DFD02BA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5249170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指导持续运营</a:t>
            </a:r>
          </a:p>
        </p:txBody>
      </p:sp>
      <p:sp>
        <p:nvSpPr>
          <p:cNvPr id="33" name="funnel-step-body-0">
            <a:extLst xmlns:a="http://schemas.openxmlformats.org/drawingml/2006/main">
              <a:ext uri="{FF2B5EF4-FFF2-40B4-BE49-F238E27FC236}">
                <a16:creationId xmlns:a16="http://schemas.microsoft.com/office/drawing/2014/main" id="{1B563549-E4D3-4BDC-9FA2-B2C7895B7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52750" y="2514600"/>
            <a:ext cx="3331178" cy="807244"/>
          </a:xfrm>
          <a:custGeom xmlns:a="http://schemas.openxmlformats.org/drawingml/2006/main">
            <a:pathLst>
              <a:path w="3331178" h="807244">
                <a:moveTo>
                  <a:pt x="0" y="0"/>
                </a:moveTo>
                <a:lnTo>
                  <a:pt x="15011" y="27756"/>
                </a:lnTo>
                <a:lnTo>
                  <a:pt x="30032" y="55502"/>
                </a:lnTo>
                <a:lnTo>
                  <a:pt x="45044" y="83258"/>
                </a:lnTo>
                <a:lnTo>
                  <a:pt x="60065" y="111014"/>
                </a:lnTo>
                <a:lnTo>
                  <a:pt x="75076" y="138760"/>
                </a:lnTo>
                <a:lnTo>
                  <a:pt x="90087" y="166516"/>
                </a:lnTo>
                <a:lnTo>
                  <a:pt x="105108" y="194262"/>
                </a:lnTo>
                <a:lnTo>
                  <a:pt x="120120" y="222018"/>
                </a:lnTo>
                <a:lnTo>
                  <a:pt x="135141" y="249774"/>
                </a:lnTo>
                <a:lnTo>
                  <a:pt x="150152" y="277520"/>
                </a:lnTo>
                <a:lnTo>
                  <a:pt x="165164" y="305276"/>
                </a:lnTo>
                <a:lnTo>
                  <a:pt x="180184" y="333032"/>
                </a:lnTo>
                <a:lnTo>
                  <a:pt x="195196" y="360778"/>
                </a:lnTo>
                <a:lnTo>
                  <a:pt x="210217" y="388534"/>
                </a:lnTo>
                <a:lnTo>
                  <a:pt x="225228" y="416281"/>
                </a:lnTo>
                <a:lnTo>
                  <a:pt x="240249" y="444036"/>
                </a:lnTo>
                <a:lnTo>
                  <a:pt x="255260" y="471792"/>
                </a:lnTo>
                <a:lnTo>
                  <a:pt x="270272" y="499539"/>
                </a:lnTo>
                <a:lnTo>
                  <a:pt x="285293" y="527294"/>
                </a:lnTo>
                <a:lnTo>
                  <a:pt x="300304" y="555050"/>
                </a:lnTo>
                <a:lnTo>
                  <a:pt x="315325" y="582797"/>
                </a:lnTo>
                <a:lnTo>
                  <a:pt x="330337" y="610553"/>
                </a:lnTo>
                <a:lnTo>
                  <a:pt x="345348" y="638299"/>
                </a:lnTo>
                <a:lnTo>
                  <a:pt x="360369" y="666055"/>
                </a:lnTo>
                <a:lnTo>
                  <a:pt x="375380" y="693811"/>
                </a:lnTo>
                <a:lnTo>
                  <a:pt x="390401" y="721557"/>
                </a:lnTo>
                <a:lnTo>
                  <a:pt x="411366" y="743064"/>
                </a:lnTo>
                <a:lnTo>
                  <a:pt x="441579" y="752046"/>
                </a:lnTo>
                <a:lnTo>
                  <a:pt x="472526" y="758200"/>
                </a:lnTo>
                <a:lnTo>
                  <a:pt x="503701" y="763057"/>
                </a:lnTo>
                <a:lnTo>
                  <a:pt x="534991" y="767115"/>
                </a:lnTo>
                <a:lnTo>
                  <a:pt x="566347" y="770639"/>
                </a:lnTo>
                <a:lnTo>
                  <a:pt x="597741" y="773754"/>
                </a:lnTo>
                <a:lnTo>
                  <a:pt x="629174" y="776554"/>
                </a:lnTo>
                <a:lnTo>
                  <a:pt x="660625" y="779078"/>
                </a:lnTo>
                <a:lnTo>
                  <a:pt x="692096" y="781393"/>
                </a:lnTo>
                <a:lnTo>
                  <a:pt x="723576" y="783517"/>
                </a:lnTo>
                <a:lnTo>
                  <a:pt x="755075" y="785479"/>
                </a:lnTo>
                <a:lnTo>
                  <a:pt x="786575" y="787298"/>
                </a:lnTo>
                <a:lnTo>
                  <a:pt x="818083" y="788984"/>
                </a:lnTo>
                <a:lnTo>
                  <a:pt x="849592" y="790556"/>
                </a:lnTo>
                <a:lnTo>
                  <a:pt x="881120" y="792023"/>
                </a:lnTo>
                <a:lnTo>
                  <a:pt x="912638" y="793394"/>
                </a:lnTo>
                <a:lnTo>
                  <a:pt x="944166" y="794671"/>
                </a:lnTo>
                <a:lnTo>
                  <a:pt x="975703" y="795861"/>
                </a:lnTo>
                <a:lnTo>
                  <a:pt x="1007231" y="796985"/>
                </a:lnTo>
                <a:lnTo>
                  <a:pt x="1038768" y="798033"/>
                </a:lnTo>
                <a:lnTo>
                  <a:pt x="1070305" y="798995"/>
                </a:lnTo>
                <a:lnTo>
                  <a:pt x="1101852" y="799900"/>
                </a:lnTo>
                <a:lnTo>
                  <a:pt x="1133389" y="800748"/>
                </a:lnTo>
                <a:lnTo>
                  <a:pt x="1164936" y="801538"/>
                </a:lnTo>
                <a:lnTo>
                  <a:pt x="1196483" y="802262"/>
                </a:lnTo>
                <a:lnTo>
                  <a:pt x="1228030" y="802938"/>
                </a:lnTo>
                <a:lnTo>
                  <a:pt x="1259576" y="803548"/>
                </a:lnTo>
                <a:lnTo>
                  <a:pt x="1291123" y="804110"/>
                </a:lnTo>
                <a:lnTo>
                  <a:pt x="1322680" y="804624"/>
                </a:lnTo>
                <a:lnTo>
                  <a:pt x="1354226" y="805091"/>
                </a:lnTo>
                <a:lnTo>
                  <a:pt x="1385773" y="805510"/>
                </a:lnTo>
                <a:lnTo>
                  <a:pt x="1417330" y="805882"/>
                </a:lnTo>
                <a:lnTo>
                  <a:pt x="1448886" y="806206"/>
                </a:lnTo>
                <a:lnTo>
                  <a:pt x="1480433" y="806482"/>
                </a:lnTo>
                <a:lnTo>
                  <a:pt x="1511989" y="806720"/>
                </a:lnTo>
                <a:lnTo>
                  <a:pt x="1543545" y="806910"/>
                </a:lnTo>
                <a:lnTo>
                  <a:pt x="1575092" y="807063"/>
                </a:lnTo>
                <a:lnTo>
                  <a:pt x="1606648" y="807168"/>
                </a:lnTo>
                <a:lnTo>
                  <a:pt x="1638205" y="807225"/>
                </a:lnTo>
                <a:lnTo>
                  <a:pt x="1669752" y="807244"/>
                </a:lnTo>
                <a:lnTo>
                  <a:pt x="1701308" y="807215"/>
                </a:lnTo>
                <a:lnTo>
                  <a:pt x="1732864" y="807149"/>
                </a:lnTo>
                <a:lnTo>
                  <a:pt x="1764421" y="807034"/>
                </a:lnTo>
                <a:lnTo>
                  <a:pt x="1795967" y="806882"/>
                </a:lnTo>
                <a:lnTo>
                  <a:pt x="1827524" y="806682"/>
                </a:lnTo>
                <a:lnTo>
                  <a:pt x="1859080" y="806434"/>
                </a:lnTo>
                <a:lnTo>
                  <a:pt x="1890627" y="806148"/>
                </a:lnTo>
                <a:lnTo>
                  <a:pt x="1922183" y="805815"/>
                </a:lnTo>
                <a:lnTo>
                  <a:pt x="1953730" y="805434"/>
                </a:lnTo>
                <a:lnTo>
                  <a:pt x="1985286" y="805015"/>
                </a:lnTo>
                <a:lnTo>
                  <a:pt x="2016833" y="804539"/>
                </a:lnTo>
                <a:lnTo>
                  <a:pt x="2048380" y="804015"/>
                </a:lnTo>
                <a:lnTo>
                  <a:pt x="2079936" y="803443"/>
                </a:lnTo>
                <a:lnTo>
                  <a:pt x="2111483" y="802815"/>
                </a:lnTo>
                <a:lnTo>
                  <a:pt x="2143030" y="802129"/>
                </a:lnTo>
                <a:lnTo>
                  <a:pt x="2174577" y="801395"/>
                </a:lnTo>
                <a:lnTo>
                  <a:pt x="2206114" y="800595"/>
                </a:lnTo>
                <a:lnTo>
                  <a:pt x="2237661" y="799748"/>
                </a:lnTo>
                <a:lnTo>
                  <a:pt x="2269198" y="798833"/>
                </a:lnTo>
                <a:lnTo>
                  <a:pt x="2300735" y="797843"/>
                </a:lnTo>
                <a:lnTo>
                  <a:pt x="2332272" y="796785"/>
                </a:lnTo>
                <a:lnTo>
                  <a:pt x="2363810" y="795652"/>
                </a:lnTo>
                <a:lnTo>
                  <a:pt x="2395337" y="794442"/>
                </a:lnTo>
                <a:lnTo>
                  <a:pt x="2426865" y="793156"/>
                </a:lnTo>
                <a:lnTo>
                  <a:pt x="2458393" y="791766"/>
                </a:lnTo>
                <a:lnTo>
                  <a:pt x="2489911" y="790280"/>
                </a:lnTo>
                <a:lnTo>
                  <a:pt x="2521420" y="788689"/>
                </a:lnTo>
                <a:lnTo>
                  <a:pt x="2552929" y="786975"/>
                </a:lnTo>
                <a:lnTo>
                  <a:pt x="2584428" y="785136"/>
                </a:lnTo>
                <a:lnTo>
                  <a:pt x="2615917" y="783136"/>
                </a:lnTo>
                <a:lnTo>
                  <a:pt x="2647398" y="780993"/>
                </a:lnTo>
                <a:lnTo>
                  <a:pt x="2678868" y="778640"/>
                </a:lnTo>
                <a:lnTo>
                  <a:pt x="2710320" y="776059"/>
                </a:lnTo>
                <a:lnTo>
                  <a:pt x="2741743" y="773211"/>
                </a:lnTo>
                <a:lnTo>
                  <a:pt x="2773137" y="770030"/>
                </a:lnTo>
                <a:lnTo>
                  <a:pt x="2804484" y="766420"/>
                </a:lnTo>
                <a:lnTo>
                  <a:pt x="2835754" y="762238"/>
                </a:lnTo>
                <a:lnTo>
                  <a:pt x="2866901" y="757199"/>
                </a:lnTo>
                <a:lnTo>
                  <a:pt x="2897772" y="750703"/>
                </a:lnTo>
                <a:lnTo>
                  <a:pt x="2927652" y="740721"/>
                </a:lnTo>
                <a:lnTo>
                  <a:pt x="2946092" y="716490"/>
                </a:lnTo>
                <a:lnTo>
                  <a:pt x="2961113" y="688743"/>
                </a:lnTo>
                <a:lnTo>
                  <a:pt x="2976124" y="660987"/>
                </a:lnTo>
                <a:lnTo>
                  <a:pt x="2991145" y="633232"/>
                </a:lnTo>
                <a:lnTo>
                  <a:pt x="3006157" y="605485"/>
                </a:lnTo>
                <a:lnTo>
                  <a:pt x="3021168" y="577729"/>
                </a:lnTo>
                <a:lnTo>
                  <a:pt x="3036189" y="549983"/>
                </a:lnTo>
                <a:lnTo>
                  <a:pt x="3051200" y="522227"/>
                </a:lnTo>
                <a:lnTo>
                  <a:pt x="3066221" y="494471"/>
                </a:lnTo>
                <a:lnTo>
                  <a:pt x="3081233" y="466725"/>
                </a:lnTo>
                <a:lnTo>
                  <a:pt x="3096244" y="438969"/>
                </a:lnTo>
                <a:lnTo>
                  <a:pt x="3111265" y="411213"/>
                </a:lnTo>
                <a:lnTo>
                  <a:pt x="3126276" y="383467"/>
                </a:lnTo>
                <a:lnTo>
                  <a:pt x="3141297" y="355711"/>
                </a:lnTo>
                <a:lnTo>
                  <a:pt x="3156309" y="327965"/>
                </a:lnTo>
                <a:lnTo>
                  <a:pt x="3171320" y="300209"/>
                </a:lnTo>
                <a:lnTo>
                  <a:pt x="3186341" y="272453"/>
                </a:lnTo>
                <a:lnTo>
                  <a:pt x="3201353" y="244707"/>
                </a:lnTo>
                <a:lnTo>
                  <a:pt x="3216373" y="216951"/>
                </a:lnTo>
                <a:lnTo>
                  <a:pt x="3231385" y="189195"/>
                </a:lnTo>
                <a:lnTo>
                  <a:pt x="3246396" y="161449"/>
                </a:lnTo>
                <a:lnTo>
                  <a:pt x="3261417" y="133693"/>
                </a:lnTo>
                <a:lnTo>
                  <a:pt x="3276429" y="105937"/>
                </a:lnTo>
                <a:lnTo>
                  <a:pt x="3291449" y="78191"/>
                </a:lnTo>
                <a:lnTo>
                  <a:pt x="3306461" y="50435"/>
                </a:lnTo>
                <a:lnTo>
                  <a:pt x="3321472" y="22689"/>
                </a:lnTo>
                <a:lnTo>
                  <a:pt x="3331178" y="4982"/>
                </a:lnTo>
                <a:lnTo>
                  <a:pt x="3302260" y="16955"/>
                </a:lnTo>
                <a:lnTo>
                  <a:pt x="3271390" y="23451"/>
                </a:lnTo>
                <a:lnTo>
                  <a:pt x="3240224" y="28318"/>
                </a:lnTo>
                <a:lnTo>
                  <a:pt x="3208915" y="32309"/>
                </a:lnTo>
                <a:lnTo>
                  <a:pt x="3177550" y="35728"/>
                </a:lnTo>
                <a:lnTo>
                  <a:pt x="3146146" y="38757"/>
                </a:lnTo>
                <a:lnTo>
                  <a:pt x="3114704" y="41462"/>
                </a:lnTo>
                <a:lnTo>
                  <a:pt x="3083252" y="43920"/>
                </a:lnTo>
                <a:lnTo>
                  <a:pt x="3051772" y="46177"/>
                </a:lnTo>
                <a:lnTo>
                  <a:pt x="3020292" y="48254"/>
                </a:lnTo>
                <a:lnTo>
                  <a:pt x="2988793" y="50187"/>
                </a:lnTo>
                <a:lnTo>
                  <a:pt x="2957293" y="51978"/>
                </a:lnTo>
                <a:lnTo>
                  <a:pt x="2925785" y="53673"/>
                </a:lnTo>
                <a:lnTo>
                  <a:pt x="2894267" y="55255"/>
                </a:lnTo>
                <a:lnTo>
                  <a:pt x="2862748" y="56740"/>
                </a:lnTo>
                <a:lnTo>
                  <a:pt x="2831230" y="58150"/>
                </a:lnTo>
                <a:lnTo>
                  <a:pt x="2799702" y="59474"/>
                </a:lnTo>
                <a:lnTo>
                  <a:pt x="2768175" y="60731"/>
                </a:lnTo>
                <a:lnTo>
                  <a:pt x="2736647" y="61922"/>
                </a:lnTo>
                <a:lnTo>
                  <a:pt x="2705110" y="63046"/>
                </a:lnTo>
                <a:lnTo>
                  <a:pt x="2673572" y="64113"/>
                </a:lnTo>
                <a:lnTo>
                  <a:pt x="2642035" y="65132"/>
                </a:lnTo>
                <a:lnTo>
                  <a:pt x="2610498" y="66094"/>
                </a:lnTo>
                <a:lnTo>
                  <a:pt x="2578951" y="67008"/>
                </a:lnTo>
                <a:lnTo>
                  <a:pt x="2547414" y="67885"/>
                </a:lnTo>
                <a:lnTo>
                  <a:pt x="2515867" y="68704"/>
                </a:lnTo>
                <a:lnTo>
                  <a:pt x="2484330" y="69494"/>
                </a:lnTo>
                <a:lnTo>
                  <a:pt x="2452783" y="70237"/>
                </a:lnTo>
                <a:lnTo>
                  <a:pt x="2421236" y="70942"/>
                </a:lnTo>
                <a:lnTo>
                  <a:pt x="2389689" y="71609"/>
                </a:lnTo>
                <a:lnTo>
                  <a:pt x="2358142" y="72238"/>
                </a:lnTo>
                <a:lnTo>
                  <a:pt x="2326596" y="72828"/>
                </a:lnTo>
                <a:lnTo>
                  <a:pt x="2295039" y="73390"/>
                </a:lnTo>
                <a:lnTo>
                  <a:pt x="2263492" y="73924"/>
                </a:lnTo>
                <a:lnTo>
                  <a:pt x="2231946" y="74419"/>
                </a:lnTo>
                <a:lnTo>
                  <a:pt x="2200389" y="74886"/>
                </a:lnTo>
                <a:lnTo>
                  <a:pt x="2168843" y="75324"/>
                </a:lnTo>
                <a:lnTo>
                  <a:pt x="2137296" y="75724"/>
                </a:lnTo>
                <a:lnTo>
                  <a:pt x="2105739" y="76105"/>
                </a:lnTo>
                <a:lnTo>
                  <a:pt x="2074183" y="76457"/>
                </a:lnTo>
                <a:lnTo>
                  <a:pt x="2042636" y="76772"/>
                </a:lnTo>
                <a:lnTo>
                  <a:pt x="2011080" y="77067"/>
                </a:lnTo>
                <a:lnTo>
                  <a:pt x="1979533" y="77343"/>
                </a:lnTo>
                <a:lnTo>
                  <a:pt x="1947977" y="77572"/>
                </a:lnTo>
                <a:lnTo>
                  <a:pt x="1916420" y="77791"/>
                </a:lnTo>
                <a:lnTo>
                  <a:pt x="1884874" y="77972"/>
                </a:lnTo>
                <a:lnTo>
                  <a:pt x="1853317" y="78143"/>
                </a:lnTo>
                <a:lnTo>
                  <a:pt x="1821761" y="78276"/>
                </a:lnTo>
                <a:lnTo>
                  <a:pt x="1790214" y="78391"/>
                </a:lnTo>
                <a:lnTo>
                  <a:pt x="1758658" y="78467"/>
                </a:lnTo>
                <a:lnTo>
                  <a:pt x="1727102" y="78534"/>
                </a:lnTo>
                <a:lnTo>
                  <a:pt x="1695545" y="78572"/>
                </a:lnTo>
                <a:lnTo>
                  <a:pt x="1663998" y="78581"/>
                </a:lnTo>
                <a:lnTo>
                  <a:pt x="1632442" y="78562"/>
                </a:lnTo>
                <a:lnTo>
                  <a:pt x="1600886" y="78524"/>
                </a:lnTo>
                <a:lnTo>
                  <a:pt x="1569329" y="78457"/>
                </a:lnTo>
                <a:lnTo>
                  <a:pt x="1537783" y="78372"/>
                </a:lnTo>
                <a:lnTo>
                  <a:pt x="1506226" y="78257"/>
                </a:lnTo>
                <a:lnTo>
                  <a:pt x="1474670" y="78115"/>
                </a:lnTo>
                <a:lnTo>
                  <a:pt x="1443114" y="77943"/>
                </a:lnTo>
                <a:lnTo>
                  <a:pt x="1411567" y="77753"/>
                </a:lnTo>
                <a:lnTo>
                  <a:pt x="1380011" y="77534"/>
                </a:lnTo>
                <a:lnTo>
                  <a:pt x="1348454" y="77286"/>
                </a:lnTo>
                <a:lnTo>
                  <a:pt x="1316907" y="77019"/>
                </a:lnTo>
                <a:lnTo>
                  <a:pt x="1285351" y="76724"/>
                </a:lnTo>
                <a:lnTo>
                  <a:pt x="1253804" y="76391"/>
                </a:lnTo>
                <a:lnTo>
                  <a:pt x="1222248" y="76038"/>
                </a:lnTo>
                <a:lnTo>
                  <a:pt x="1190701" y="75657"/>
                </a:lnTo>
                <a:lnTo>
                  <a:pt x="1159145" y="75248"/>
                </a:lnTo>
                <a:lnTo>
                  <a:pt x="1127598" y="74809"/>
                </a:lnTo>
                <a:lnTo>
                  <a:pt x="1096042" y="74333"/>
                </a:lnTo>
                <a:lnTo>
                  <a:pt x="1064495" y="73828"/>
                </a:lnTo>
                <a:lnTo>
                  <a:pt x="1032948" y="73295"/>
                </a:lnTo>
                <a:lnTo>
                  <a:pt x="1001401" y="72723"/>
                </a:lnTo>
                <a:lnTo>
                  <a:pt x="969845" y="72123"/>
                </a:lnTo>
                <a:lnTo>
                  <a:pt x="938298" y="71485"/>
                </a:lnTo>
                <a:lnTo>
                  <a:pt x="906751" y="70809"/>
                </a:lnTo>
                <a:lnTo>
                  <a:pt x="875205" y="70104"/>
                </a:lnTo>
                <a:lnTo>
                  <a:pt x="843667" y="69352"/>
                </a:lnTo>
                <a:lnTo>
                  <a:pt x="812121" y="68561"/>
                </a:lnTo>
                <a:lnTo>
                  <a:pt x="780574" y="67723"/>
                </a:lnTo>
                <a:lnTo>
                  <a:pt x="749036" y="66846"/>
                </a:lnTo>
                <a:lnTo>
                  <a:pt x="717499" y="65923"/>
                </a:lnTo>
                <a:lnTo>
                  <a:pt x="685952" y="64951"/>
                </a:lnTo>
                <a:lnTo>
                  <a:pt x="654415" y="63922"/>
                </a:lnTo>
                <a:lnTo>
                  <a:pt x="622887" y="62846"/>
                </a:lnTo>
                <a:lnTo>
                  <a:pt x="591350" y="61703"/>
                </a:lnTo>
                <a:lnTo>
                  <a:pt x="559822" y="60503"/>
                </a:lnTo>
                <a:lnTo>
                  <a:pt x="528295" y="59236"/>
                </a:lnTo>
                <a:lnTo>
                  <a:pt x="496767" y="57902"/>
                </a:lnTo>
                <a:lnTo>
                  <a:pt x="465239" y="56483"/>
                </a:lnTo>
                <a:lnTo>
                  <a:pt x="433721" y="54978"/>
                </a:lnTo>
                <a:lnTo>
                  <a:pt x="402212" y="53369"/>
                </a:lnTo>
                <a:lnTo>
                  <a:pt x="370703" y="51664"/>
                </a:lnTo>
                <a:lnTo>
                  <a:pt x="339204" y="49844"/>
                </a:lnTo>
                <a:lnTo>
                  <a:pt x="307705" y="47892"/>
                </a:lnTo>
                <a:lnTo>
                  <a:pt x="276225" y="45777"/>
                </a:lnTo>
                <a:lnTo>
                  <a:pt x="244754" y="43491"/>
                </a:lnTo>
                <a:lnTo>
                  <a:pt x="213303" y="40986"/>
                </a:lnTo>
                <a:lnTo>
                  <a:pt x="181870" y="38224"/>
                </a:lnTo>
                <a:lnTo>
                  <a:pt x="150466" y="35147"/>
                </a:lnTo>
                <a:lnTo>
                  <a:pt x="119110" y="31633"/>
                </a:lnTo>
                <a:lnTo>
                  <a:pt x="87830" y="27499"/>
                </a:lnTo>
                <a:lnTo>
                  <a:pt x="56683" y="22422"/>
                </a:lnTo>
                <a:lnTo>
                  <a:pt x="25927" y="1544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34" name="funnel-step-cap-0">
            <a:extLst xmlns:a="http://schemas.openxmlformats.org/drawingml/2006/main">
              <a:ext uri="{FF2B5EF4-FFF2-40B4-BE49-F238E27FC236}">
                <a16:creationId xmlns:a16="http://schemas.microsoft.com/office/drawing/2014/main" id="{DF48358D-9482-4735-A19B-048A551B4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52750" y="2390775"/>
            <a:ext cx="33337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35" name="funnel-step-body-1">
            <a:extLst xmlns:a="http://schemas.openxmlformats.org/drawingml/2006/main">
              <a:ext uri="{FF2B5EF4-FFF2-40B4-BE49-F238E27FC236}">
                <a16:creationId xmlns:a16="http://schemas.microsoft.com/office/drawing/2014/main" id="{A871ACF1-3E85-498E-976A-2CDC44BDA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346990" y="3424238"/>
            <a:ext cx="2543223" cy="807234"/>
          </a:xfrm>
          <a:custGeom xmlns:a="http://schemas.openxmlformats.org/drawingml/2006/main">
            <a:pathLst>
              <a:path w="2543223" h="807234">
                <a:moveTo>
                  <a:pt x="0" y="0"/>
                </a:moveTo>
                <a:lnTo>
                  <a:pt x="9735" y="23517"/>
                </a:lnTo>
                <a:lnTo>
                  <a:pt x="19479" y="47034"/>
                </a:lnTo>
                <a:lnTo>
                  <a:pt x="29213" y="70552"/>
                </a:lnTo>
                <a:lnTo>
                  <a:pt x="38957" y="94069"/>
                </a:lnTo>
                <a:lnTo>
                  <a:pt x="48692" y="117586"/>
                </a:lnTo>
                <a:lnTo>
                  <a:pt x="58436" y="141103"/>
                </a:lnTo>
                <a:lnTo>
                  <a:pt x="68170" y="164621"/>
                </a:lnTo>
                <a:lnTo>
                  <a:pt x="77915" y="188138"/>
                </a:lnTo>
                <a:lnTo>
                  <a:pt x="87649" y="211655"/>
                </a:lnTo>
                <a:lnTo>
                  <a:pt x="97393" y="235172"/>
                </a:lnTo>
                <a:lnTo>
                  <a:pt x="107128" y="258689"/>
                </a:lnTo>
                <a:lnTo>
                  <a:pt x="116872" y="282207"/>
                </a:lnTo>
                <a:lnTo>
                  <a:pt x="126606" y="305724"/>
                </a:lnTo>
                <a:lnTo>
                  <a:pt x="136341" y="329241"/>
                </a:lnTo>
                <a:lnTo>
                  <a:pt x="146085" y="352758"/>
                </a:lnTo>
                <a:lnTo>
                  <a:pt x="155819" y="376276"/>
                </a:lnTo>
                <a:lnTo>
                  <a:pt x="165564" y="399793"/>
                </a:lnTo>
                <a:lnTo>
                  <a:pt x="175298" y="423310"/>
                </a:lnTo>
                <a:lnTo>
                  <a:pt x="185042" y="446827"/>
                </a:lnTo>
                <a:lnTo>
                  <a:pt x="194777" y="470345"/>
                </a:lnTo>
                <a:lnTo>
                  <a:pt x="204521" y="493862"/>
                </a:lnTo>
                <a:lnTo>
                  <a:pt x="214255" y="517379"/>
                </a:lnTo>
                <a:lnTo>
                  <a:pt x="223999" y="540896"/>
                </a:lnTo>
                <a:lnTo>
                  <a:pt x="233734" y="564413"/>
                </a:lnTo>
                <a:lnTo>
                  <a:pt x="243478" y="587931"/>
                </a:lnTo>
                <a:lnTo>
                  <a:pt x="253213" y="611448"/>
                </a:lnTo>
                <a:lnTo>
                  <a:pt x="262947" y="634965"/>
                </a:lnTo>
                <a:lnTo>
                  <a:pt x="272691" y="658482"/>
                </a:lnTo>
                <a:lnTo>
                  <a:pt x="282426" y="682000"/>
                </a:lnTo>
                <a:lnTo>
                  <a:pt x="292170" y="705517"/>
                </a:lnTo>
                <a:lnTo>
                  <a:pt x="301762" y="729072"/>
                </a:lnTo>
                <a:lnTo>
                  <a:pt x="319764" y="745474"/>
                </a:lnTo>
                <a:lnTo>
                  <a:pt x="343805" y="753770"/>
                </a:lnTo>
                <a:lnTo>
                  <a:pt x="368541" y="759752"/>
                </a:lnTo>
                <a:lnTo>
                  <a:pt x="393544" y="764534"/>
                </a:lnTo>
                <a:lnTo>
                  <a:pt x="418671" y="768582"/>
                </a:lnTo>
                <a:lnTo>
                  <a:pt x="443884" y="772097"/>
                </a:lnTo>
                <a:lnTo>
                  <a:pt x="469144" y="775211"/>
                </a:lnTo>
                <a:lnTo>
                  <a:pt x="494443" y="778002"/>
                </a:lnTo>
                <a:lnTo>
                  <a:pt x="519770" y="780526"/>
                </a:lnTo>
                <a:lnTo>
                  <a:pt x="545125" y="782841"/>
                </a:lnTo>
                <a:lnTo>
                  <a:pt x="570490" y="784965"/>
                </a:lnTo>
                <a:lnTo>
                  <a:pt x="595865" y="786917"/>
                </a:lnTo>
                <a:lnTo>
                  <a:pt x="621259" y="788727"/>
                </a:lnTo>
                <a:lnTo>
                  <a:pt x="646652" y="790404"/>
                </a:lnTo>
                <a:lnTo>
                  <a:pt x="672065" y="791956"/>
                </a:lnTo>
                <a:lnTo>
                  <a:pt x="697478" y="793404"/>
                </a:lnTo>
                <a:lnTo>
                  <a:pt x="722890" y="794756"/>
                </a:lnTo>
                <a:lnTo>
                  <a:pt x="748313" y="796014"/>
                </a:lnTo>
                <a:lnTo>
                  <a:pt x="773744" y="797176"/>
                </a:lnTo>
                <a:lnTo>
                  <a:pt x="799176" y="798262"/>
                </a:lnTo>
                <a:lnTo>
                  <a:pt x="824608" y="799271"/>
                </a:lnTo>
                <a:lnTo>
                  <a:pt x="850049" y="800214"/>
                </a:lnTo>
                <a:lnTo>
                  <a:pt x="875481" y="801081"/>
                </a:lnTo>
                <a:lnTo>
                  <a:pt x="900922" y="801881"/>
                </a:lnTo>
                <a:lnTo>
                  <a:pt x="926373" y="802615"/>
                </a:lnTo>
                <a:lnTo>
                  <a:pt x="951814" y="803291"/>
                </a:lnTo>
                <a:lnTo>
                  <a:pt x="977265" y="803920"/>
                </a:lnTo>
                <a:lnTo>
                  <a:pt x="1002706" y="804481"/>
                </a:lnTo>
                <a:lnTo>
                  <a:pt x="1028157" y="804986"/>
                </a:lnTo>
                <a:lnTo>
                  <a:pt x="1053608" y="805434"/>
                </a:lnTo>
                <a:lnTo>
                  <a:pt x="1079059" y="805834"/>
                </a:lnTo>
                <a:lnTo>
                  <a:pt x="1104509" y="806186"/>
                </a:lnTo>
                <a:lnTo>
                  <a:pt x="1129960" y="806482"/>
                </a:lnTo>
                <a:lnTo>
                  <a:pt x="1155411" y="806729"/>
                </a:lnTo>
                <a:lnTo>
                  <a:pt x="1180871" y="806929"/>
                </a:lnTo>
                <a:lnTo>
                  <a:pt x="1206322" y="807082"/>
                </a:lnTo>
                <a:lnTo>
                  <a:pt x="1231773" y="807177"/>
                </a:lnTo>
                <a:lnTo>
                  <a:pt x="1257233" y="807234"/>
                </a:lnTo>
                <a:lnTo>
                  <a:pt x="1282684" y="807234"/>
                </a:lnTo>
                <a:lnTo>
                  <a:pt x="1308135" y="807196"/>
                </a:lnTo>
                <a:lnTo>
                  <a:pt x="1333595" y="807101"/>
                </a:lnTo>
                <a:lnTo>
                  <a:pt x="1359046" y="806968"/>
                </a:lnTo>
                <a:lnTo>
                  <a:pt x="1384497" y="806777"/>
                </a:lnTo>
                <a:lnTo>
                  <a:pt x="1409957" y="806539"/>
                </a:lnTo>
                <a:lnTo>
                  <a:pt x="1435408" y="806253"/>
                </a:lnTo>
                <a:lnTo>
                  <a:pt x="1460859" y="805910"/>
                </a:lnTo>
                <a:lnTo>
                  <a:pt x="1486310" y="805520"/>
                </a:lnTo>
                <a:lnTo>
                  <a:pt x="1511760" y="805082"/>
                </a:lnTo>
                <a:lnTo>
                  <a:pt x="1537211" y="804586"/>
                </a:lnTo>
                <a:lnTo>
                  <a:pt x="1562652" y="804043"/>
                </a:lnTo>
                <a:lnTo>
                  <a:pt x="1588103" y="803434"/>
                </a:lnTo>
                <a:lnTo>
                  <a:pt x="1613545" y="802767"/>
                </a:lnTo>
                <a:lnTo>
                  <a:pt x="1638995" y="802043"/>
                </a:lnTo>
                <a:lnTo>
                  <a:pt x="1664437" y="801253"/>
                </a:lnTo>
                <a:lnTo>
                  <a:pt x="1689878" y="800395"/>
                </a:lnTo>
                <a:lnTo>
                  <a:pt x="1715310" y="799481"/>
                </a:lnTo>
                <a:lnTo>
                  <a:pt x="1740741" y="798481"/>
                </a:lnTo>
                <a:lnTo>
                  <a:pt x="1766173" y="797414"/>
                </a:lnTo>
                <a:lnTo>
                  <a:pt x="1791605" y="796261"/>
                </a:lnTo>
                <a:lnTo>
                  <a:pt x="1817027" y="795023"/>
                </a:lnTo>
                <a:lnTo>
                  <a:pt x="1842449" y="793699"/>
                </a:lnTo>
                <a:lnTo>
                  <a:pt x="1867862" y="792270"/>
                </a:lnTo>
                <a:lnTo>
                  <a:pt x="1893275" y="790737"/>
                </a:lnTo>
                <a:lnTo>
                  <a:pt x="1918668" y="789089"/>
                </a:lnTo>
                <a:lnTo>
                  <a:pt x="1944062" y="787308"/>
                </a:lnTo>
                <a:lnTo>
                  <a:pt x="1969446" y="785384"/>
                </a:lnTo>
                <a:lnTo>
                  <a:pt x="1994811" y="783307"/>
                </a:lnTo>
                <a:lnTo>
                  <a:pt x="2020167" y="781040"/>
                </a:lnTo>
                <a:lnTo>
                  <a:pt x="2045494" y="778554"/>
                </a:lnTo>
                <a:lnTo>
                  <a:pt x="2070802" y="775821"/>
                </a:lnTo>
                <a:lnTo>
                  <a:pt x="2096081" y="772782"/>
                </a:lnTo>
                <a:lnTo>
                  <a:pt x="2121303" y="769363"/>
                </a:lnTo>
                <a:lnTo>
                  <a:pt x="2146449" y="765439"/>
                </a:lnTo>
                <a:lnTo>
                  <a:pt x="2171481" y="760828"/>
                </a:lnTo>
                <a:lnTo>
                  <a:pt x="2196294" y="755161"/>
                </a:lnTo>
                <a:lnTo>
                  <a:pt x="2220563" y="747532"/>
                </a:lnTo>
                <a:lnTo>
                  <a:pt x="2241756" y="734063"/>
                </a:lnTo>
                <a:lnTo>
                  <a:pt x="2251053" y="710470"/>
                </a:lnTo>
                <a:lnTo>
                  <a:pt x="2260797" y="686953"/>
                </a:lnTo>
                <a:lnTo>
                  <a:pt x="2270531" y="663435"/>
                </a:lnTo>
                <a:lnTo>
                  <a:pt x="2280266" y="639918"/>
                </a:lnTo>
                <a:lnTo>
                  <a:pt x="2290010" y="616401"/>
                </a:lnTo>
                <a:lnTo>
                  <a:pt x="2299745" y="592884"/>
                </a:lnTo>
                <a:lnTo>
                  <a:pt x="2309489" y="569366"/>
                </a:lnTo>
                <a:lnTo>
                  <a:pt x="2319223" y="545849"/>
                </a:lnTo>
                <a:lnTo>
                  <a:pt x="2328967" y="522332"/>
                </a:lnTo>
                <a:lnTo>
                  <a:pt x="2338702" y="498815"/>
                </a:lnTo>
                <a:lnTo>
                  <a:pt x="2348446" y="475298"/>
                </a:lnTo>
                <a:lnTo>
                  <a:pt x="2358180" y="451780"/>
                </a:lnTo>
                <a:lnTo>
                  <a:pt x="2367925" y="428263"/>
                </a:lnTo>
                <a:lnTo>
                  <a:pt x="2377659" y="404746"/>
                </a:lnTo>
                <a:lnTo>
                  <a:pt x="2387403" y="381229"/>
                </a:lnTo>
                <a:lnTo>
                  <a:pt x="2397138" y="357711"/>
                </a:lnTo>
                <a:lnTo>
                  <a:pt x="2406872" y="334194"/>
                </a:lnTo>
                <a:lnTo>
                  <a:pt x="2416616" y="310677"/>
                </a:lnTo>
                <a:lnTo>
                  <a:pt x="2426351" y="287160"/>
                </a:lnTo>
                <a:lnTo>
                  <a:pt x="2436095" y="263633"/>
                </a:lnTo>
                <a:lnTo>
                  <a:pt x="2445829" y="240125"/>
                </a:lnTo>
                <a:lnTo>
                  <a:pt x="2455574" y="216598"/>
                </a:lnTo>
                <a:lnTo>
                  <a:pt x="2465308" y="193081"/>
                </a:lnTo>
                <a:lnTo>
                  <a:pt x="2475052" y="169564"/>
                </a:lnTo>
                <a:lnTo>
                  <a:pt x="2484787" y="146047"/>
                </a:lnTo>
                <a:lnTo>
                  <a:pt x="2494531" y="122530"/>
                </a:lnTo>
                <a:lnTo>
                  <a:pt x="2504265" y="99012"/>
                </a:lnTo>
                <a:lnTo>
                  <a:pt x="2514009" y="75495"/>
                </a:lnTo>
                <a:lnTo>
                  <a:pt x="2523744" y="51978"/>
                </a:lnTo>
                <a:lnTo>
                  <a:pt x="2533479" y="28461"/>
                </a:lnTo>
                <a:lnTo>
                  <a:pt x="2543223" y="4943"/>
                </a:lnTo>
                <a:lnTo>
                  <a:pt x="2531259" y="13068"/>
                </a:lnTo>
                <a:lnTo>
                  <a:pt x="2507132" y="21117"/>
                </a:lnTo>
                <a:lnTo>
                  <a:pt x="2482310" y="26718"/>
                </a:lnTo>
                <a:lnTo>
                  <a:pt x="2457250" y="31156"/>
                </a:lnTo>
                <a:lnTo>
                  <a:pt x="2432075" y="34909"/>
                </a:lnTo>
                <a:lnTo>
                  <a:pt x="2406825" y="38176"/>
                </a:lnTo>
                <a:lnTo>
                  <a:pt x="2381545" y="41081"/>
                </a:lnTo>
                <a:lnTo>
                  <a:pt x="2356218" y="43701"/>
                </a:lnTo>
                <a:lnTo>
                  <a:pt x="2330882" y="46091"/>
                </a:lnTo>
                <a:lnTo>
                  <a:pt x="2305517" y="48292"/>
                </a:lnTo>
                <a:lnTo>
                  <a:pt x="2280152" y="50321"/>
                </a:lnTo>
                <a:lnTo>
                  <a:pt x="2254768" y="52207"/>
                </a:lnTo>
                <a:lnTo>
                  <a:pt x="2229374" y="53969"/>
                </a:lnTo>
                <a:lnTo>
                  <a:pt x="2203971" y="55616"/>
                </a:lnTo>
                <a:lnTo>
                  <a:pt x="2178568" y="57160"/>
                </a:lnTo>
                <a:lnTo>
                  <a:pt x="2153155" y="58617"/>
                </a:lnTo>
                <a:lnTo>
                  <a:pt x="2127733" y="59998"/>
                </a:lnTo>
                <a:lnTo>
                  <a:pt x="2102310" y="61293"/>
                </a:lnTo>
                <a:lnTo>
                  <a:pt x="2076888" y="62513"/>
                </a:lnTo>
                <a:lnTo>
                  <a:pt x="2051456" y="63675"/>
                </a:lnTo>
                <a:lnTo>
                  <a:pt x="2026034" y="64770"/>
                </a:lnTo>
                <a:lnTo>
                  <a:pt x="2000593" y="65799"/>
                </a:lnTo>
                <a:lnTo>
                  <a:pt x="1975161" y="66780"/>
                </a:lnTo>
                <a:lnTo>
                  <a:pt x="1949729" y="67713"/>
                </a:lnTo>
                <a:lnTo>
                  <a:pt x="1924288" y="68590"/>
                </a:lnTo>
                <a:lnTo>
                  <a:pt x="1898847" y="69428"/>
                </a:lnTo>
                <a:lnTo>
                  <a:pt x="1873406" y="70209"/>
                </a:lnTo>
                <a:lnTo>
                  <a:pt x="1847964" y="70961"/>
                </a:lnTo>
                <a:lnTo>
                  <a:pt x="1822514" y="71657"/>
                </a:lnTo>
                <a:lnTo>
                  <a:pt x="1797072" y="72323"/>
                </a:lnTo>
                <a:lnTo>
                  <a:pt x="1771621" y="72942"/>
                </a:lnTo>
                <a:lnTo>
                  <a:pt x="1746180" y="73523"/>
                </a:lnTo>
                <a:lnTo>
                  <a:pt x="1720729" y="74076"/>
                </a:lnTo>
                <a:lnTo>
                  <a:pt x="1695279" y="74590"/>
                </a:lnTo>
                <a:lnTo>
                  <a:pt x="1669828" y="75067"/>
                </a:lnTo>
                <a:lnTo>
                  <a:pt x="1644377" y="75514"/>
                </a:lnTo>
                <a:lnTo>
                  <a:pt x="1618926" y="75933"/>
                </a:lnTo>
                <a:lnTo>
                  <a:pt x="1593475" y="76314"/>
                </a:lnTo>
                <a:lnTo>
                  <a:pt x="1568025" y="76667"/>
                </a:lnTo>
                <a:lnTo>
                  <a:pt x="1542574" y="76991"/>
                </a:lnTo>
                <a:lnTo>
                  <a:pt x="1517123" y="77276"/>
                </a:lnTo>
                <a:lnTo>
                  <a:pt x="1491672" y="77534"/>
                </a:lnTo>
                <a:lnTo>
                  <a:pt x="1466212" y="77762"/>
                </a:lnTo>
                <a:lnTo>
                  <a:pt x="1440761" y="77962"/>
                </a:lnTo>
                <a:lnTo>
                  <a:pt x="1415310" y="78134"/>
                </a:lnTo>
                <a:lnTo>
                  <a:pt x="1389859" y="78286"/>
                </a:lnTo>
                <a:lnTo>
                  <a:pt x="1364399" y="78400"/>
                </a:lnTo>
                <a:lnTo>
                  <a:pt x="1338948" y="78486"/>
                </a:lnTo>
                <a:lnTo>
                  <a:pt x="1313498" y="78543"/>
                </a:lnTo>
                <a:lnTo>
                  <a:pt x="1288037" y="78572"/>
                </a:lnTo>
                <a:lnTo>
                  <a:pt x="1262586" y="78572"/>
                </a:lnTo>
                <a:lnTo>
                  <a:pt x="1237136" y="78553"/>
                </a:lnTo>
                <a:lnTo>
                  <a:pt x="1211675" y="78505"/>
                </a:lnTo>
                <a:lnTo>
                  <a:pt x="1186224" y="78419"/>
                </a:lnTo>
                <a:lnTo>
                  <a:pt x="1160774" y="78305"/>
                </a:lnTo>
                <a:lnTo>
                  <a:pt x="1135313" y="78172"/>
                </a:lnTo>
                <a:lnTo>
                  <a:pt x="1109863" y="78000"/>
                </a:lnTo>
                <a:lnTo>
                  <a:pt x="1084412" y="77810"/>
                </a:lnTo>
                <a:lnTo>
                  <a:pt x="1058951" y="77581"/>
                </a:lnTo>
                <a:lnTo>
                  <a:pt x="1033501" y="77333"/>
                </a:lnTo>
                <a:lnTo>
                  <a:pt x="1008050" y="77048"/>
                </a:lnTo>
                <a:lnTo>
                  <a:pt x="982599" y="76733"/>
                </a:lnTo>
                <a:lnTo>
                  <a:pt x="957148" y="76391"/>
                </a:lnTo>
                <a:lnTo>
                  <a:pt x="931697" y="76010"/>
                </a:lnTo>
                <a:lnTo>
                  <a:pt x="906247" y="75609"/>
                </a:lnTo>
                <a:lnTo>
                  <a:pt x="880796" y="75171"/>
                </a:lnTo>
                <a:lnTo>
                  <a:pt x="855345" y="74695"/>
                </a:lnTo>
                <a:lnTo>
                  <a:pt x="829894" y="74190"/>
                </a:lnTo>
                <a:lnTo>
                  <a:pt x="804443" y="73647"/>
                </a:lnTo>
                <a:lnTo>
                  <a:pt x="779002" y="73066"/>
                </a:lnTo>
                <a:lnTo>
                  <a:pt x="753551" y="72457"/>
                </a:lnTo>
                <a:lnTo>
                  <a:pt x="728110" y="71799"/>
                </a:lnTo>
                <a:lnTo>
                  <a:pt x="702659" y="71104"/>
                </a:lnTo>
                <a:lnTo>
                  <a:pt x="677218" y="70371"/>
                </a:lnTo>
                <a:lnTo>
                  <a:pt x="651777" y="69590"/>
                </a:lnTo>
                <a:lnTo>
                  <a:pt x="626335" y="68771"/>
                </a:lnTo>
                <a:lnTo>
                  <a:pt x="600894" y="67904"/>
                </a:lnTo>
                <a:lnTo>
                  <a:pt x="575462" y="66980"/>
                </a:lnTo>
                <a:lnTo>
                  <a:pt x="550021" y="66008"/>
                </a:lnTo>
                <a:lnTo>
                  <a:pt x="524589" y="64989"/>
                </a:lnTo>
                <a:lnTo>
                  <a:pt x="499158" y="63903"/>
                </a:lnTo>
                <a:lnTo>
                  <a:pt x="473726" y="62760"/>
                </a:lnTo>
                <a:lnTo>
                  <a:pt x="448304" y="61551"/>
                </a:lnTo>
                <a:lnTo>
                  <a:pt x="422881" y="60274"/>
                </a:lnTo>
                <a:lnTo>
                  <a:pt x="397469" y="58922"/>
                </a:lnTo>
                <a:lnTo>
                  <a:pt x="372056" y="57483"/>
                </a:lnTo>
                <a:lnTo>
                  <a:pt x="346643" y="55950"/>
                </a:lnTo>
                <a:lnTo>
                  <a:pt x="321240" y="54321"/>
                </a:lnTo>
                <a:lnTo>
                  <a:pt x="295847" y="52588"/>
                </a:lnTo>
                <a:lnTo>
                  <a:pt x="270462" y="50730"/>
                </a:lnTo>
                <a:lnTo>
                  <a:pt x="245088" y="48730"/>
                </a:lnTo>
                <a:lnTo>
                  <a:pt x="219723" y="46568"/>
                </a:lnTo>
                <a:lnTo>
                  <a:pt x="194377" y="44225"/>
                </a:lnTo>
                <a:lnTo>
                  <a:pt x="169050" y="41653"/>
                </a:lnTo>
                <a:lnTo>
                  <a:pt x="143761" y="38814"/>
                </a:lnTo>
                <a:lnTo>
                  <a:pt x="118501" y="35633"/>
                </a:lnTo>
                <a:lnTo>
                  <a:pt x="93316" y="31994"/>
                </a:lnTo>
                <a:lnTo>
                  <a:pt x="68218" y="27727"/>
                </a:lnTo>
                <a:lnTo>
                  <a:pt x="43329" y="22431"/>
                </a:lnTo>
                <a:lnTo>
                  <a:pt x="18955" y="15126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36" name="funnel-step-cap-1">
            <a:extLst xmlns:a="http://schemas.openxmlformats.org/drawingml/2006/main">
              <a:ext uri="{FF2B5EF4-FFF2-40B4-BE49-F238E27FC236}">
                <a16:creationId xmlns:a16="http://schemas.microsoft.com/office/drawing/2014/main" id="{AF976D20-D144-4E5F-843C-D55E5D2C9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346999" y="3300413"/>
            <a:ext cx="2545261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37" name="funnel-step-body-2">
            <a:extLst xmlns:a="http://schemas.openxmlformats.org/drawingml/2006/main">
              <a:ext uri="{FF2B5EF4-FFF2-40B4-BE49-F238E27FC236}">
                <a16:creationId xmlns:a16="http://schemas.microsoft.com/office/drawing/2014/main" id="{9E0FF91E-1CE8-408A-8686-EAF50B3D38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648742" y="4333875"/>
            <a:ext cx="1938547" cy="807234"/>
          </a:xfrm>
          <a:custGeom xmlns:a="http://schemas.openxmlformats.org/drawingml/2006/main">
            <a:pathLst>
              <a:path w="1938547" h="807234">
                <a:moveTo>
                  <a:pt x="0" y="0"/>
                </a:moveTo>
                <a:lnTo>
                  <a:pt x="7268" y="19288"/>
                </a:lnTo>
                <a:lnTo>
                  <a:pt x="14535" y="38576"/>
                </a:lnTo>
                <a:lnTo>
                  <a:pt x="21803" y="57864"/>
                </a:lnTo>
                <a:lnTo>
                  <a:pt x="29061" y="77153"/>
                </a:lnTo>
                <a:lnTo>
                  <a:pt x="36328" y="96441"/>
                </a:lnTo>
                <a:lnTo>
                  <a:pt x="43596" y="115719"/>
                </a:lnTo>
                <a:lnTo>
                  <a:pt x="50864" y="135007"/>
                </a:lnTo>
                <a:lnTo>
                  <a:pt x="58131" y="154295"/>
                </a:lnTo>
                <a:lnTo>
                  <a:pt x="65399" y="173584"/>
                </a:lnTo>
                <a:lnTo>
                  <a:pt x="72657" y="192872"/>
                </a:lnTo>
                <a:lnTo>
                  <a:pt x="79924" y="212160"/>
                </a:lnTo>
                <a:lnTo>
                  <a:pt x="87192" y="231448"/>
                </a:lnTo>
                <a:lnTo>
                  <a:pt x="94459" y="250736"/>
                </a:lnTo>
                <a:lnTo>
                  <a:pt x="101727" y="270024"/>
                </a:lnTo>
                <a:lnTo>
                  <a:pt x="108995" y="289312"/>
                </a:lnTo>
                <a:lnTo>
                  <a:pt x="116262" y="308591"/>
                </a:lnTo>
                <a:lnTo>
                  <a:pt x="123520" y="327879"/>
                </a:lnTo>
                <a:lnTo>
                  <a:pt x="130788" y="347167"/>
                </a:lnTo>
                <a:lnTo>
                  <a:pt x="138055" y="366455"/>
                </a:lnTo>
                <a:lnTo>
                  <a:pt x="145323" y="385743"/>
                </a:lnTo>
                <a:lnTo>
                  <a:pt x="152591" y="405032"/>
                </a:lnTo>
                <a:lnTo>
                  <a:pt x="159858" y="424320"/>
                </a:lnTo>
                <a:lnTo>
                  <a:pt x="167116" y="443608"/>
                </a:lnTo>
                <a:lnTo>
                  <a:pt x="174384" y="462896"/>
                </a:lnTo>
                <a:lnTo>
                  <a:pt x="181651" y="482184"/>
                </a:lnTo>
                <a:lnTo>
                  <a:pt x="188919" y="501472"/>
                </a:lnTo>
                <a:lnTo>
                  <a:pt x="196186" y="520751"/>
                </a:lnTo>
                <a:lnTo>
                  <a:pt x="203454" y="540039"/>
                </a:lnTo>
                <a:lnTo>
                  <a:pt x="210722" y="559327"/>
                </a:lnTo>
                <a:lnTo>
                  <a:pt x="217980" y="578615"/>
                </a:lnTo>
                <a:lnTo>
                  <a:pt x="225247" y="597903"/>
                </a:lnTo>
                <a:lnTo>
                  <a:pt x="232515" y="617191"/>
                </a:lnTo>
                <a:lnTo>
                  <a:pt x="239782" y="636480"/>
                </a:lnTo>
                <a:lnTo>
                  <a:pt x="247050" y="655768"/>
                </a:lnTo>
                <a:lnTo>
                  <a:pt x="254318" y="675056"/>
                </a:lnTo>
                <a:lnTo>
                  <a:pt x="261576" y="694344"/>
                </a:lnTo>
                <a:lnTo>
                  <a:pt x="268843" y="713632"/>
                </a:lnTo>
                <a:lnTo>
                  <a:pt x="275358" y="733101"/>
                </a:lnTo>
                <a:lnTo>
                  <a:pt x="290046" y="747017"/>
                </a:lnTo>
                <a:lnTo>
                  <a:pt x="308877" y="755342"/>
                </a:lnTo>
                <a:lnTo>
                  <a:pt x="328536" y="761495"/>
                </a:lnTo>
                <a:lnTo>
                  <a:pt x="348539" y="766458"/>
                </a:lnTo>
                <a:lnTo>
                  <a:pt x="368722" y="770649"/>
                </a:lnTo>
                <a:lnTo>
                  <a:pt x="389011" y="774287"/>
                </a:lnTo>
                <a:lnTo>
                  <a:pt x="409365" y="777507"/>
                </a:lnTo>
                <a:lnTo>
                  <a:pt x="429768" y="780383"/>
                </a:lnTo>
                <a:lnTo>
                  <a:pt x="450218" y="782984"/>
                </a:lnTo>
                <a:lnTo>
                  <a:pt x="470697" y="785346"/>
                </a:lnTo>
                <a:lnTo>
                  <a:pt x="491185" y="787498"/>
                </a:lnTo>
                <a:lnTo>
                  <a:pt x="511702" y="789480"/>
                </a:lnTo>
                <a:lnTo>
                  <a:pt x="532238" y="791299"/>
                </a:lnTo>
                <a:lnTo>
                  <a:pt x="552774" y="792975"/>
                </a:lnTo>
                <a:lnTo>
                  <a:pt x="573329" y="794518"/>
                </a:lnTo>
                <a:lnTo>
                  <a:pt x="593893" y="795947"/>
                </a:lnTo>
                <a:lnTo>
                  <a:pt x="614458" y="797262"/>
                </a:lnTo>
                <a:lnTo>
                  <a:pt x="635032" y="798471"/>
                </a:lnTo>
                <a:lnTo>
                  <a:pt x="655615" y="799595"/>
                </a:lnTo>
                <a:lnTo>
                  <a:pt x="676199" y="800614"/>
                </a:lnTo>
                <a:lnTo>
                  <a:pt x="696792" y="801557"/>
                </a:lnTo>
                <a:lnTo>
                  <a:pt x="717385" y="802415"/>
                </a:lnTo>
                <a:lnTo>
                  <a:pt x="737978" y="803196"/>
                </a:lnTo>
                <a:lnTo>
                  <a:pt x="758571" y="803900"/>
                </a:lnTo>
                <a:lnTo>
                  <a:pt x="779174" y="804529"/>
                </a:lnTo>
                <a:lnTo>
                  <a:pt x="799776" y="805091"/>
                </a:lnTo>
                <a:lnTo>
                  <a:pt x="820379" y="805586"/>
                </a:lnTo>
                <a:lnTo>
                  <a:pt x="840991" y="806015"/>
                </a:lnTo>
                <a:lnTo>
                  <a:pt x="861593" y="806377"/>
                </a:lnTo>
                <a:lnTo>
                  <a:pt x="882206" y="806672"/>
                </a:lnTo>
                <a:lnTo>
                  <a:pt x="902818" y="806910"/>
                </a:lnTo>
                <a:lnTo>
                  <a:pt x="923420" y="807082"/>
                </a:lnTo>
                <a:lnTo>
                  <a:pt x="944032" y="807187"/>
                </a:lnTo>
                <a:lnTo>
                  <a:pt x="964644" y="807234"/>
                </a:lnTo>
                <a:lnTo>
                  <a:pt x="985256" y="807225"/>
                </a:lnTo>
                <a:lnTo>
                  <a:pt x="1005869" y="807149"/>
                </a:lnTo>
                <a:lnTo>
                  <a:pt x="1026471" y="807015"/>
                </a:lnTo>
                <a:lnTo>
                  <a:pt x="1047083" y="806825"/>
                </a:lnTo>
                <a:lnTo>
                  <a:pt x="1067695" y="806567"/>
                </a:lnTo>
                <a:lnTo>
                  <a:pt x="1088298" y="806244"/>
                </a:lnTo>
                <a:lnTo>
                  <a:pt x="1108910" y="805853"/>
                </a:lnTo>
                <a:lnTo>
                  <a:pt x="1129513" y="805396"/>
                </a:lnTo>
                <a:lnTo>
                  <a:pt x="1150115" y="804882"/>
                </a:lnTo>
                <a:lnTo>
                  <a:pt x="1170718" y="804291"/>
                </a:lnTo>
                <a:lnTo>
                  <a:pt x="1191320" y="803634"/>
                </a:lnTo>
                <a:lnTo>
                  <a:pt x="1211913" y="802900"/>
                </a:lnTo>
                <a:lnTo>
                  <a:pt x="1232516" y="802081"/>
                </a:lnTo>
                <a:lnTo>
                  <a:pt x="1253099" y="801195"/>
                </a:lnTo>
                <a:lnTo>
                  <a:pt x="1273693" y="800224"/>
                </a:lnTo>
                <a:lnTo>
                  <a:pt x="1294276" y="799167"/>
                </a:lnTo>
                <a:lnTo>
                  <a:pt x="1314850" y="798014"/>
                </a:lnTo>
                <a:lnTo>
                  <a:pt x="1335424" y="796757"/>
                </a:lnTo>
                <a:lnTo>
                  <a:pt x="1355989" y="795404"/>
                </a:lnTo>
                <a:lnTo>
                  <a:pt x="1376543" y="793928"/>
                </a:lnTo>
                <a:lnTo>
                  <a:pt x="1397098" y="792328"/>
                </a:lnTo>
                <a:lnTo>
                  <a:pt x="1417634" y="790594"/>
                </a:lnTo>
                <a:lnTo>
                  <a:pt x="1438161" y="788718"/>
                </a:lnTo>
                <a:lnTo>
                  <a:pt x="1458668" y="786670"/>
                </a:lnTo>
                <a:lnTo>
                  <a:pt x="1479156" y="784441"/>
                </a:lnTo>
                <a:lnTo>
                  <a:pt x="1499616" y="781983"/>
                </a:lnTo>
                <a:lnTo>
                  <a:pt x="1520057" y="779278"/>
                </a:lnTo>
                <a:lnTo>
                  <a:pt x="1540440" y="776278"/>
                </a:lnTo>
                <a:lnTo>
                  <a:pt x="1560776" y="772906"/>
                </a:lnTo>
                <a:lnTo>
                  <a:pt x="1581026" y="769068"/>
                </a:lnTo>
                <a:lnTo>
                  <a:pt x="1601143" y="764600"/>
                </a:lnTo>
                <a:lnTo>
                  <a:pt x="1621041" y="759247"/>
                </a:lnTo>
                <a:lnTo>
                  <a:pt x="1640481" y="752418"/>
                </a:lnTo>
                <a:lnTo>
                  <a:pt x="1658531" y="742579"/>
                </a:lnTo>
                <a:lnTo>
                  <a:pt x="1668523" y="725300"/>
                </a:lnTo>
                <a:lnTo>
                  <a:pt x="1675790" y="706012"/>
                </a:lnTo>
                <a:lnTo>
                  <a:pt x="1683058" y="686724"/>
                </a:lnTo>
                <a:lnTo>
                  <a:pt x="1690316" y="667445"/>
                </a:lnTo>
                <a:lnTo>
                  <a:pt x="1697584" y="648157"/>
                </a:lnTo>
                <a:lnTo>
                  <a:pt x="1704851" y="628869"/>
                </a:lnTo>
                <a:lnTo>
                  <a:pt x="1712119" y="609581"/>
                </a:lnTo>
                <a:lnTo>
                  <a:pt x="1719386" y="590293"/>
                </a:lnTo>
                <a:lnTo>
                  <a:pt x="1726654" y="571005"/>
                </a:lnTo>
                <a:lnTo>
                  <a:pt x="1733912" y="551717"/>
                </a:lnTo>
                <a:lnTo>
                  <a:pt x="1741180" y="532428"/>
                </a:lnTo>
                <a:lnTo>
                  <a:pt x="1748447" y="513140"/>
                </a:lnTo>
                <a:lnTo>
                  <a:pt x="1755715" y="493852"/>
                </a:lnTo>
                <a:lnTo>
                  <a:pt x="1762982" y="474574"/>
                </a:lnTo>
                <a:lnTo>
                  <a:pt x="1770250" y="455285"/>
                </a:lnTo>
                <a:lnTo>
                  <a:pt x="1777517" y="435997"/>
                </a:lnTo>
                <a:lnTo>
                  <a:pt x="1784775" y="416709"/>
                </a:lnTo>
                <a:lnTo>
                  <a:pt x="1792043" y="397421"/>
                </a:lnTo>
                <a:lnTo>
                  <a:pt x="1799311" y="378133"/>
                </a:lnTo>
                <a:lnTo>
                  <a:pt x="1806578" y="358845"/>
                </a:lnTo>
                <a:lnTo>
                  <a:pt x="1813846" y="339557"/>
                </a:lnTo>
                <a:lnTo>
                  <a:pt x="1821113" y="320269"/>
                </a:lnTo>
                <a:lnTo>
                  <a:pt x="1828381" y="300980"/>
                </a:lnTo>
                <a:lnTo>
                  <a:pt x="1835639" y="281692"/>
                </a:lnTo>
                <a:lnTo>
                  <a:pt x="1842907" y="262414"/>
                </a:lnTo>
                <a:lnTo>
                  <a:pt x="1850174" y="243126"/>
                </a:lnTo>
                <a:lnTo>
                  <a:pt x="1857442" y="223838"/>
                </a:lnTo>
                <a:lnTo>
                  <a:pt x="1864709" y="204549"/>
                </a:lnTo>
                <a:lnTo>
                  <a:pt x="1871977" y="185261"/>
                </a:lnTo>
                <a:lnTo>
                  <a:pt x="1879235" y="165973"/>
                </a:lnTo>
                <a:lnTo>
                  <a:pt x="1886502" y="146685"/>
                </a:lnTo>
                <a:lnTo>
                  <a:pt x="1893770" y="127397"/>
                </a:lnTo>
                <a:lnTo>
                  <a:pt x="1901038" y="108109"/>
                </a:lnTo>
                <a:lnTo>
                  <a:pt x="1908305" y="88821"/>
                </a:lnTo>
                <a:lnTo>
                  <a:pt x="1915573" y="69542"/>
                </a:lnTo>
                <a:lnTo>
                  <a:pt x="1922831" y="50254"/>
                </a:lnTo>
                <a:lnTo>
                  <a:pt x="1930098" y="30966"/>
                </a:lnTo>
                <a:lnTo>
                  <a:pt x="1937366" y="11678"/>
                </a:lnTo>
                <a:lnTo>
                  <a:pt x="1938547" y="7268"/>
                </a:lnTo>
                <a:lnTo>
                  <a:pt x="1921097" y="17945"/>
                </a:lnTo>
                <a:lnTo>
                  <a:pt x="1901600" y="24575"/>
                </a:lnTo>
                <a:lnTo>
                  <a:pt x="1881616" y="29632"/>
                </a:lnTo>
                <a:lnTo>
                  <a:pt x="1861433" y="33795"/>
                </a:lnTo>
                <a:lnTo>
                  <a:pt x="1841135" y="37367"/>
                </a:lnTo>
                <a:lnTo>
                  <a:pt x="1820770" y="40519"/>
                </a:lnTo>
                <a:lnTo>
                  <a:pt x="1800349" y="43339"/>
                </a:lnTo>
                <a:lnTo>
                  <a:pt x="1779899" y="45891"/>
                </a:lnTo>
                <a:lnTo>
                  <a:pt x="1759420" y="48225"/>
                </a:lnTo>
                <a:lnTo>
                  <a:pt x="1738922" y="50378"/>
                </a:lnTo>
                <a:lnTo>
                  <a:pt x="1718415" y="52378"/>
                </a:lnTo>
                <a:lnTo>
                  <a:pt x="1697888" y="54226"/>
                </a:lnTo>
                <a:lnTo>
                  <a:pt x="1677343" y="55950"/>
                </a:lnTo>
                <a:lnTo>
                  <a:pt x="1656798" y="57569"/>
                </a:lnTo>
                <a:lnTo>
                  <a:pt x="1636243" y="59084"/>
                </a:lnTo>
                <a:lnTo>
                  <a:pt x="1615688" y="60503"/>
                </a:lnTo>
                <a:lnTo>
                  <a:pt x="1595114" y="61846"/>
                </a:lnTo>
                <a:lnTo>
                  <a:pt x="1574549" y="63113"/>
                </a:lnTo>
                <a:lnTo>
                  <a:pt x="1553966" y="64303"/>
                </a:lnTo>
                <a:lnTo>
                  <a:pt x="1533392" y="65427"/>
                </a:lnTo>
                <a:lnTo>
                  <a:pt x="1512808" y="66494"/>
                </a:lnTo>
                <a:lnTo>
                  <a:pt x="1492225" y="67494"/>
                </a:lnTo>
                <a:lnTo>
                  <a:pt x="1471632" y="68437"/>
                </a:lnTo>
                <a:lnTo>
                  <a:pt x="1451039" y="69323"/>
                </a:lnTo>
                <a:lnTo>
                  <a:pt x="1430445" y="70161"/>
                </a:lnTo>
                <a:lnTo>
                  <a:pt x="1409852" y="70952"/>
                </a:lnTo>
                <a:lnTo>
                  <a:pt x="1389259" y="71695"/>
                </a:lnTo>
                <a:lnTo>
                  <a:pt x="1368657" y="72400"/>
                </a:lnTo>
                <a:lnTo>
                  <a:pt x="1348054" y="73057"/>
                </a:lnTo>
                <a:lnTo>
                  <a:pt x="1327452" y="73666"/>
                </a:lnTo>
                <a:lnTo>
                  <a:pt x="1306849" y="74238"/>
                </a:lnTo>
                <a:lnTo>
                  <a:pt x="1286246" y="74771"/>
                </a:lnTo>
                <a:lnTo>
                  <a:pt x="1265644" y="75267"/>
                </a:lnTo>
                <a:lnTo>
                  <a:pt x="1245041" y="75724"/>
                </a:lnTo>
                <a:lnTo>
                  <a:pt x="1224429" y="76143"/>
                </a:lnTo>
                <a:lnTo>
                  <a:pt x="1203827" y="76533"/>
                </a:lnTo>
                <a:lnTo>
                  <a:pt x="1183215" y="76886"/>
                </a:lnTo>
                <a:lnTo>
                  <a:pt x="1162612" y="77200"/>
                </a:lnTo>
                <a:lnTo>
                  <a:pt x="1142000" y="77486"/>
                </a:lnTo>
                <a:lnTo>
                  <a:pt x="1121388" y="77734"/>
                </a:lnTo>
                <a:lnTo>
                  <a:pt x="1100785" y="77953"/>
                </a:lnTo>
                <a:lnTo>
                  <a:pt x="1080173" y="78134"/>
                </a:lnTo>
                <a:lnTo>
                  <a:pt x="1059561" y="78286"/>
                </a:lnTo>
                <a:lnTo>
                  <a:pt x="1038949" y="78410"/>
                </a:lnTo>
                <a:lnTo>
                  <a:pt x="1018346" y="78496"/>
                </a:lnTo>
                <a:lnTo>
                  <a:pt x="997734" y="78553"/>
                </a:lnTo>
                <a:lnTo>
                  <a:pt x="977122" y="78572"/>
                </a:lnTo>
                <a:lnTo>
                  <a:pt x="956510" y="78572"/>
                </a:lnTo>
                <a:lnTo>
                  <a:pt x="935898" y="78534"/>
                </a:lnTo>
                <a:lnTo>
                  <a:pt x="915295" y="78457"/>
                </a:lnTo>
                <a:lnTo>
                  <a:pt x="894683" y="78362"/>
                </a:lnTo>
                <a:lnTo>
                  <a:pt x="874071" y="78229"/>
                </a:lnTo>
                <a:lnTo>
                  <a:pt x="853459" y="78067"/>
                </a:lnTo>
                <a:lnTo>
                  <a:pt x="832847" y="77867"/>
                </a:lnTo>
                <a:lnTo>
                  <a:pt x="812244" y="77638"/>
                </a:lnTo>
                <a:lnTo>
                  <a:pt x="791632" y="77381"/>
                </a:lnTo>
                <a:lnTo>
                  <a:pt x="771020" y="77076"/>
                </a:lnTo>
                <a:lnTo>
                  <a:pt x="750418" y="76752"/>
                </a:lnTo>
                <a:lnTo>
                  <a:pt x="729806" y="76381"/>
                </a:lnTo>
                <a:lnTo>
                  <a:pt x="709203" y="75981"/>
                </a:lnTo>
                <a:lnTo>
                  <a:pt x="688600" y="75543"/>
                </a:lnTo>
                <a:lnTo>
                  <a:pt x="667988" y="75076"/>
                </a:lnTo>
                <a:lnTo>
                  <a:pt x="647386" y="74562"/>
                </a:lnTo>
                <a:lnTo>
                  <a:pt x="626783" y="74019"/>
                </a:lnTo>
                <a:lnTo>
                  <a:pt x="606181" y="73428"/>
                </a:lnTo>
                <a:lnTo>
                  <a:pt x="585578" y="72800"/>
                </a:lnTo>
                <a:lnTo>
                  <a:pt x="564985" y="72123"/>
                </a:lnTo>
                <a:lnTo>
                  <a:pt x="544382" y="71409"/>
                </a:lnTo>
                <a:lnTo>
                  <a:pt x="523789" y="70647"/>
                </a:lnTo>
                <a:lnTo>
                  <a:pt x="503196" y="69837"/>
                </a:lnTo>
                <a:lnTo>
                  <a:pt x="482603" y="68980"/>
                </a:lnTo>
                <a:lnTo>
                  <a:pt x="462010" y="68066"/>
                </a:lnTo>
                <a:lnTo>
                  <a:pt x="441417" y="67094"/>
                </a:lnTo>
                <a:lnTo>
                  <a:pt x="420834" y="66075"/>
                </a:lnTo>
                <a:lnTo>
                  <a:pt x="400250" y="64989"/>
                </a:lnTo>
                <a:lnTo>
                  <a:pt x="379676" y="63837"/>
                </a:lnTo>
                <a:lnTo>
                  <a:pt x="359102" y="62627"/>
                </a:lnTo>
                <a:lnTo>
                  <a:pt x="338528" y="61331"/>
                </a:lnTo>
                <a:lnTo>
                  <a:pt x="317964" y="59960"/>
                </a:lnTo>
                <a:lnTo>
                  <a:pt x="297409" y="58493"/>
                </a:lnTo>
                <a:lnTo>
                  <a:pt x="276854" y="56940"/>
                </a:lnTo>
                <a:lnTo>
                  <a:pt x="256318" y="55283"/>
                </a:lnTo>
                <a:lnTo>
                  <a:pt x="235782" y="53511"/>
                </a:lnTo>
                <a:lnTo>
                  <a:pt x="215255" y="51606"/>
                </a:lnTo>
                <a:lnTo>
                  <a:pt x="194748" y="49549"/>
                </a:lnTo>
                <a:lnTo>
                  <a:pt x="174260" y="47330"/>
                </a:lnTo>
                <a:lnTo>
                  <a:pt x="153791" y="44910"/>
                </a:lnTo>
                <a:lnTo>
                  <a:pt x="133350" y="42262"/>
                </a:lnTo>
                <a:lnTo>
                  <a:pt x="112957" y="39319"/>
                </a:lnTo>
                <a:lnTo>
                  <a:pt x="92612" y="36014"/>
                </a:lnTo>
                <a:lnTo>
                  <a:pt x="72352" y="32233"/>
                </a:lnTo>
                <a:lnTo>
                  <a:pt x="52226" y="27765"/>
                </a:lnTo>
                <a:lnTo>
                  <a:pt x="32385" y="22212"/>
                </a:lnTo>
                <a:lnTo>
                  <a:pt x="13287" y="14526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38" name="funnel-step-cap-2">
            <a:extLst xmlns:a="http://schemas.openxmlformats.org/drawingml/2006/main">
              <a:ext uri="{FF2B5EF4-FFF2-40B4-BE49-F238E27FC236}">
                <a16:creationId xmlns:a16="http://schemas.microsoft.com/office/drawing/2014/main" id="{CEA6DEE9-12BA-4CAB-9E7F-0C44F216B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648751" y="4210050"/>
            <a:ext cx="1941747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7EAC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39" name="funnel-step-body-3">
            <a:extLst xmlns:a="http://schemas.openxmlformats.org/drawingml/2006/main">
              <a:ext uri="{FF2B5EF4-FFF2-40B4-BE49-F238E27FC236}">
                <a16:creationId xmlns:a16="http://schemas.microsoft.com/office/drawing/2014/main" id="{8AE7993A-3083-4CCA-8C7D-0AD91B23B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23252" y="5243513"/>
            <a:ext cx="1390888" cy="807234"/>
          </a:xfrm>
          <a:custGeom xmlns:a="http://schemas.openxmlformats.org/drawingml/2006/main">
            <a:pathLst>
              <a:path w="1390888" h="807234">
                <a:moveTo>
                  <a:pt x="0" y="0"/>
                </a:moveTo>
                <a:lnTo>
                  <a:pt x="6363" y="17955"/>
                </a:lnTo>
                <a:lnTo>
                  <a:pt x="12725" y="35909"/>
                </a:lnTo>
                <a:lnTo>
                  <a:pt x="19088" y="53864"/>
                </a:lnTo>
                <a:lnTo>
                  <a:pt x="25451" y="71819"/>
                </a:lnTo>
                <a:lnTo>
                  <a:pt x="31814" y="89773"/>
                </a:lnTo>
                <a:lnTo>
                  <a:pt x="38176" y="107728"/>
                </a:lnTo>
                <a:lnTo>
                  <a:pt x="44539" y="125682"/>
                </a:lnTo>
                <a:lnTo>
                  <a:pt x="50902" y="143637"/>
                </a:lnTo>
                <a:lnTo>
                  <a:pt x="57264" y="161592"/>
                </a:lnTo>
                <a:lnTo>
                  <a:pt x="63627" y="179546"/>
                </a:lnTo>
                <a:lnTo>
                  <a:pt x="69990" y="197501"/>
                </a:lnTo>
                <a:lnTo>
                  <a:pt x="76352" y="215456"/>
                </a:lnTo>
                <a:lnTo>
                  <a:pt x="82715" y="233410"/>
                </a:lnTo>
                <a:lnTo>
                  <a:pt x="89078" y="251365"/>
                </a:lnTo>
                <a:lnTo>
                  <a:pt x="95441" y="269319"/>
                </a:lnTo>
                <a:lnTo>
                  <a:pt x="101803" y="287274"/>
                </a:lnTo>
                <a:lnTo>
                  <a:pt x="108166" y="305229"/>
                </a:lnTo>
                <a:lnTo>
                  <a:pt x="114529" y="323183"/>
                </a:lnTo>
                <a:lnTo>
                  <a:pt x="120891" y="341138"/>
                </a:lnTo>
                <a:lnTo>
                  <a:pt x="127254" y="359093"/>
                </a:lnTo>
                <a:lnTo>
                  <a:pt x="133617" y="377047"/>
                </a:lnTo>
                <a:lnTo>
                  <a:pt x="139979" y="395002"/>
                </a:lnTo>
                <a:lnTo>
                  <a:pt x="146342" y="412956"/>
                </a:lnTo>
                <a:lnTo>
                  <a:pt x="152705" y="430911"/>
                </a:lnTo>
                <a:lnTo>
                  <a:pt x="159068" y="448866"/>
                </a:lnTo>
                <a:lnTo>
                  <a:pt x="165430" y="466820"/>
                </a:lnTo>
                <a:lnTo>
                  <a:pt x="171793" y="484775"/>
                </a:lnTo>
                <a:lnTo>
                  <a:pt x="178156" y="502730"/>
                </a:lnTo>
                <a:lnTo>
                  <a:pt x="184518" y="520684"/>
                </a:lnTo>
                <a:lnTo>
                  <a:pt x="190881" y="538639"/>
                </a:lnTo>
                <a:lnTo>
                  <a:pt x="197244" y="556593"/>
                </a:lnTo>
                <a:lnTo>
                  <a:pt x="203606" y="574548"/>
                </a:lnTo>
                <a:lnTo>
                  <a:pt x="209969" y="592503"/>
                </a:lnTo>
                <a:lnTo>
                  <a:pt x="216332" y="610457"/>
                </a:lnTo>
                <a:lnTo>
                  <a:pt x="222695" y="628412"/>
                </a:lnTo>
                <a:lnTo>
                  <a:pt x="229057" y="646367"/>
                </a:lnTo>
                <a:lnTo>
                  <a:pt x="235420" y="664321"/>
                </a:lnTo>
                <a:lnTo>
                  <a:pt x="241783" y="682276"/>
                </a:lnTo>
                <a:lnTo>
                  <a:pt x="248145" y="700230"/>
                </a:lnTo>
                <a:lnTo>
                  <a:pt x="254508" y="718185"/>
                </a:lnTo>
                <a:lnTo>
                  <a:pt x="259861" y="736368"/>
                </a:lnTo>
                <a:lnTo>
                  <a:pt x="272310" y="750494"/>
                </a:lnTo>
                <a:lnTo>
                  <a:pt x="288808" y="759952"/>
                </a:lnTo>
                <a:lnTo>
                  <a:pt x="306476" y="767048"/>
                </a:lnTo>
                <a:lnTo>
                  <a:pt x="324650" y="772744"/>
                </a:lnTo>
                <a:lnTo>
                  <a:pt x="343091" y="777507"/>
                </a:lnTo>
                <a:lnTo>
                  <a:pt x="361693" y="781583"/>
                </a:lnTo>
                <a:lnTo>
                  <a:pt x="380409" y="785127"/>
                </a:lnTo>
                <a:lnTo>
                  <a:pt x="399202" y="788232"/>
                </a:lnTo>
                <a:lnTo>
                  <a:pt x="418052" y="790985"/>
                </a:lnTo>
                <a:lnTo>
                  <a:pt x="436950" y="793423"/>
                </a:lnTo>
                <a:lnTo>
                  <a:pt x="455867" y="795595"/>
                </a:lnTo>
                <a:lnTo>
                  <a:pt x="474821" y="797528"/>
                </a:lnTo>
                <a:lnTo>
                  <a:pt x="493795" y="799243"/>
                </a:lnTo>
                <a:lnTo>
                  <a:pt x="512778" y="800757"/>
                </a:lnTo>
                <a:lnTo>
                  <a:pt x="531781" y="802091"/>
                </a:lnTo>
                <a:lnTo>
                  <a:pt x="550793" y="803253"/>
                </a:lnTo>
                <a:lnTo>
                  <a:pt x="569814" y="804253"/>
                </a:lnTo>
                <a:lnTo>
                  <a:pt x="588845" y="805101"/>
                </a:lnTo>
                <a:lnTo>
                  <a:pt x="607886" y="805796"/>
                </a:lnTo>
                <a:lnTo>
                  <a:pt x="626926" y="806358"/>
                </a:lnTo>
                <a:lnTo>
                  <a:pt x="645966" y="806777"/>
                </a:lnTo>
                <a:lnTo>
                  <a:pt x="665016" y="807063"/>
                </a:lnTo>
                <a:lnTo>
                  <a:pt x="684066" y="807215"/>
                </a:lnTo>
                <a:lnTo>
                  <a:pt x="703107" y="807234"/>
                </a:lnTo>
                <a:lnTo>
                  <a:pt x="722157" y="807120"/>
                </a:lnTo>
                <a:lnTo>
                  <a:pt x="741207" y="806872"/>
                </a:lnTo>
                <a:lnTo>
                  <a:pt x="760247" y="806491"/>
                </a:lnTo>
                <a:lnTo>
                  <a:pt x="779288" y="805977"/>
                </a:lnTo>
                <a:lnTo>
                  <a:pt x="798328" y="805320"/>
                </a:lnTo>
                <a:lnTo>
                  <a:pt x="817359" y="804520"/>
                </a:lnTo>
                <a:lnTo>
                  <a:pt x="836390" y="803558"/>
                </a:lnTo>
                <a:lnTo>
                  <a:pt x="855402" y="802443"/>
                </a:lnTo>
                <a:lnTo>
                  <a:pt x="874405" y="801167"/>
                </a:lnTo>
                <a:lnTo>
                  <a:pt x="893397" y="799700"/>
                </a:lnTo>
                <a:lnTo>
                  <a:pt x="912381" y="798052"/>
                </a:lnTo>
                <a:lnTo>
                  <a:pt x="931335" y="796185"/>
                </a:lnTo>
                <a:lnTo>
                  <a:pt x="950262" y="794090"/>
                </a:lnTo>
                <a:lnTo>
                  <a:pt x="969169" y="791728"/>
                </a:lnTo>
                <a:lnTo>
                  <a:pt x="988028" y="789070"/>
                </a:lnTo>
                <a:lnTo>
                  <a:pt x="1006840" y="786079"/>
                </a:lnTo>
                <a:lnTo>
                  <a:pt x="1025585" y="782669"/>
                </a:lnTo>
                <a:lnTo>
                  <a:pt x="1044226" y="778764"/>
                </a:lnTo>
                <a:lnTo>
                  <a:pt x="1062723" y="774230"/>
                </a:lnTo>
                <a:lnTo>
                  <a:pt x="1080992" y="768829"/>
                </a:lnTo>
                <a:lnTo>
                  <a:pt x="1098852" y="762219"/>
                </a:lnTo>
                <a:lnTo>
                  <a:pt x="1115816" y="753608"/>
                </a:lnTo>
                <a:lnTo>
                  <a:pt x="1130103" y="741188"/>
                </a:lnTo>
                <a:lnTo>
                  <a:pt x="1136371" y="723433"/>
                </a:lnTo>
                <a:lnTo>
                  <a:pt x="1142733" y="705479"/>
                </a:lnTo>
                <a:lnTo>
                  <a:pt x="1149096" y="687524"/>
                </a:lnTo>
                <a:lnTo>
                  <a:pt x="1155459" y="669569"/>
                </a:lnTo>
                <a:lnTo>
                  <a:pt x="1161821" y="651615"/>
                </a:lnTo>
                <a:lnTo>
                  <a:pt x="1168184" y="633660"/>
                </a:lnTo>
                <a:lnTo>
                  <a:pt x="1174547" y="615706"/>
                </a:lnTo>
                <a:lnTo>
                  <a:pt x="1180910" y="597751"/>
                </a:lnTo>
                <a:lnTo>
                  <a:pt x="1187272" y="579796"/>
                </a:lnTo>
                <a:lnTo>
                  <a:pt x="1193635" y="561842"/>
                </a:lnTo>
                <a:lnTo>
                  <a:pt x="1199998" y="543887"/>
                </a:lnTo>
                <a:lnTo>
                  <a:pt x="1206360" y="525932"/>
                </a:lnTo>
                <a:lnTo>
                  <a:pt x="1212723" y="507978"/>
                </a:lnTo>
                <a:lnTo>
                  <a:pt x="1219086" y="490023"/>
                </a:lnTo>
                <a:lnTo>
                  <a:pt x="1225448" y="472069"/>
                </a:lnTo>
                <a:lnTo>
                  <a:pt x="1231811" y="454114"/>
                </a:lnTo>
                <a:lnTo>
                  <a:pt x="1238174" y="436159"/>
                </a:lnTo>
                <a:lnTo>
                  <a:pt x="1244537" y="418205"/>
                </a:lnTo>
                <a:lnTo>
                  <a:pt x="1250899" y="400250"/>
                </a:lnTo>
                <a:lnTo>
                  <a:pt x="1257262" y="382295"/>
                </a:lnTo>
                <a:lnTo>
                  <a:pt x="1263625" y="364341"/>
                </a:lnTo>
                <a:lnTo>
                  <a:pt x="1269987" y="346386"/>
                </a:lnTo>
                <a:lnTo>
                  <a:pt x="1276350" y="328432"/>
                </a:lnTo>
                <a:lnTo>
                  <a:pt x="1282713" y="310477"/>
                </a:lnTo>
                <a:lnTo>
                  <a:pt x="1289085" y="292522"/>
                </a:lnTo>
                <a:lnTo>
                  <a:pt x="1295448" y="274568"/>
                </a:lnTo>
                <a:lnTo>
                  <a:pt x="1301810" y="256613"/>
                </a:lnTo>
                <a:lnTo>
                  <a:pt x="1308173" y="238658"/>
                </a:lnTo>
                <a:lnTo>
                  <a:pt x="1314536" y="220704"/>
                </a:lnTo>
                <a:lnTo>
                  <a:pt x="1320898" y="202749"/>
                </a:lnTo>
                <a:lnTo>
                  <a:pt x="1327261" y="184795"/>
                </a:lnTo>
                <a:lnTo>
                  <a:pt x="1333624" y="166840"/>
                </a:lnTo>
                <a:lnTo>
                  <a:pt x="1339987" y="148885"/>
                </a:lnTo>
                <a:lnTo>
                  <a:pt x="1346349" y="130931"/>
                </a:lnTo>
                <a:lnTo>
                  <a:pt x="1352712" y="112976"/>
                </a:lnTo>
                <a:lnTo>
                  <a:pt x="1359075" y="95021"/>
                </a:lnTo>
                <a:lnTo>
                  <a:pt x="1365437" y="77067"/>
                </a:lnTo>
                <a:lnTo>
                  <a:pt x="1371800" y="59112"/>
                </a:lnTo>
                <a:lnTo>
                  <a:pt x="1378163" y="41158"/>
                </a:lnTo>
                <a:lnTo>
                  <a:pt x="1384525" y="23203"/>
                </a:lnTo>
                <a:lnTo>
                  <a:pt x="1390888" y="5248"/>
                </a:lnTo>
                <a:lnTo>
                  <a:pt x="1386716" y="11630"/>
                </a:lnTo>
                <a:lnTo>
                  <a:pt x="1370648" y="21698"/>
                </a:lnTo>
                <a:lnTo>
                  <a:pt x="1352893" y="28575"/>
                </a:lnTo>
                <a:lnTo>
                  <a:pt x="1334614" y="33928"/>
                </a:lnTo>
                <a:lnTo>
                  <a:pt x="1316088" y="38376"/>
                </a:lnTo>
                <a:lnTo>
                  <a:pt x="1297429" y="42196"/>
                </a:lnTo>
                <a:lnTo>
                  <a:pt x="1278684" y="45558"/>
                </a:lnTo>
                <a:lnTo>
                  <a:pt x="1259872" y="48549"/>
                </a:lnTo>
                <a:lnTo>
                  <a:pt x="1241012" y="51245"/>
                </a:lnTo>
                <a:lnTo>
                  <a:pt x="1222124" y="53702"/>
                </a:lnTo>
                <a:lnTo>
                  <a:pt x="1203208" y="55940"/>
                </a:lnTo>
                <a:lnTo>
                  <a:pt x="1184272" y="57998"/>
                </a:lnTo>
                <a:lnTo>
                  <a:pt x="1165317" y="59893"/>
                </a:lnTo>
                <a:lnTo>
                  <a:pt x="1146353" y="61646"/>
                </a:lnTo>
                <a:lnTo>
                  <a:pt x="1127369" y="63275"/>
                </a:lnTo>
                <a:lnTo>
                  <a:pt x="1108377" y="64789"/>
                </a:lnTo>
                <a:lnTo>
                  <a:pt x="1089384" y="66180"/>
                </a:lnTo>
                <a:lnTo>
                  <a:pt x="1070381" y="67485"/>
                </a:lnTo>
                <a:lnTo>
                  <a:pt x="1051370" y="68685"/>
                </a:lnTo>
                <a:lnTo>
                  <a:pt x="1032358" y="69809"/>
                </a:lnTo>
                <a:lnTo>
                  <a:pt x="1013336" y="70847"/>
                </a:lnTo>
                <a:lnTo>
                  <a:pt x="994305" y="71799"/>
                </a:lnTo>
                <a:lnTo>
                  <a:pt x="975284" y="72685"/>
                </a:lnTo>
                <a:lnTo>
                  <a:pt x="956253" y="73495"/>
                </a:lnTo>
                <a:lnTo>
                  <a:pt x="937212" y="74247"/>
                </a:lnTo>
                <a:lnTo>
                  <a:pt x="918181" y="74924"/>
                </a:lnTo>
                <a:lnTo>
                  <a:pt x="899141" y="75533"/>
                </a:lnTo>
                <a:lnTo>
                  <a:pt x="880100" y="76095"/>
                </a:lnTo>
                <a:lnTo>
                  <a:pt x="861060" y="76591"/>
                </a:lnTo>
                <a:lnTo>
                  <a:pt x="842010" y="77029"/>
                </a:lnTo>
                <a:lnTo>
                  <a:pt x="822970" y="77410"/>
                </a:lnTo>
                <a:lnTo>
                  <a:pt x="803920" y="77734"/>
                </a:lnTo>
                <a:lnTo>
                  <a:pt x="784879" y="78010"/>
                </a:lnTo>
                <a:lnTo>
                  <a:pt x="765829" y="78229"/>
                </a:lnTo>
                <a:lnTo>
                  <a:pt x="746779" y="78400"/>
                </a:lnTo>
                <a:lnTo>
                  <a:pt x="727729" y="78505"/>
                </a:lnTo>
                <a:lnTo>
                  <a:pt x="708679" y="78562"/>
                </a:lnTo>
                <a:lnTo>
                  <a:pt x="689639" y="78572"/>
                </a:lnTo>
                <a:lnTo>
                  <a:pt x="670589" y="78524"/>
                </a:lnTo>
                <a:lnTo>
                  <a:pt x="651539" y="78429"/>
                </a:lnTo>
                <a:lnTo>
                  <a:pt x="632489" y="78286"/>
                </a:lnTo>
                <a:lnTo>
                  <a:pt x="613439" y="78086"/>
                </a:lnTo>
                <a:lnTo>
                  <a:pt x="594398" y="77819"/>
                </a:lnTo>
                <a:lnTo>
                  <a:pt x="575348" y="77514"/>
                </a:lnTo>
                <a:lnTo>
                  <a:pt x="556308" y="77143"/>
                </a:lnTo>
                <a:lnTo>
                  <a:pt x="537258" y="76724"/>
                </a:lnTo>
                <a:lnTo>
                  <a:pt x="518217" y="76248"/>
                </a:lnTo>
                <a:lnTo>
                  <a:pt x="499177" y="75705"/>
                </a:lnTo>
                <a:lnTo>
                  <a:pt x="480136" y="75105"/>
                </a:lnTo>
                <a:lnTo>
                  <a:pt x="461096" y="74447"/>
                </a:lnTo>
                <a:lnTo>
                  <a:pt x="442065" y="73724"/>
                </a:lnTo>
                <a:lnTo>
                  <a:pt x="423034" y="72933"/>
                </a:lnTo>
                <a:lnTo>
                  <a:pt x="404003" y="72066"/>
                </a:lnTo>
                <a:lnTo>
                  <a:pt x="384981" y="71133"/>
                </a:lnTo>
                <a:lnTo>
                  <a:pt x="365960" y="70123"/>
                </a:lnTo>
                <a:lnTo>
                  <a:pt x="346939" y="69028"/>
                </a:lnTo>
                <a:lnTo>
                  <a:pt x="327927" y="67847"/>
                </a:lnTo>
                <a:lnTo>
                  <a:pt x="308924" y="66580"/>
                </a:lnTo>
                <a:lnTo>
                  <a:pt x="289922" y="65199"/>
                </a:lnTo>
                <a:lnTo>
                  <a:pt x="270929" y="63732"/>
                </a:lnTo>
                <a:lnTo>
                  <a:pt x="251946" y="62141"/>
                </a:lnTo>
                <a:lnTo>
                  <a:pt x="232982" y="60427"/>
                </a:lnTo>
                <a:lnTo>
                  <a:pt x="214017" y="58569"/>
                </a:lnTo>
                <a:lnTo>
                  <a:pt x="195072" y="56559"/>
                </a:lnTo>
                <a:lnTo>
                  <a:pt x="176155" y="54378"/>
                </a:lnTo>
                <a:lnTo>
                  <a:pt x="157258" y="51987"/>
                </a:lnTo>
                <a:lnTo>
                  <a:pt x="138389" y="49368"/>
                </a:lnTo>
                <a:lnTo>
                  <a:pt x="119558" y="46463"/>
                </a:lnTo>
                <a:lnTo>
                  <a:pt x="100794" y="43224"/>
                </a:lnTo>
                <a:lnTo>
                  <a:pt x="82096" y="39548"/>
                </a:lnTo>
                <a:lnTo>
                  <a:pt x="63532" y="35309"/>
                </a:lnTo>
                <a:lnTo>
                  <a:pt x="45168" y="30261"/>
                </a:lnTo>
                <a:lnTo>
                  <a:pt x="27203" y="23927"/>
                </a:lnTo>
                <a:lnTo>
                  <a:pt x="10363" y="15116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40" name="funnel-step-cap-3">
            <a:extLst xmlns:a="http://schemas.openxmlformats.org/drawingml/2006/main">
              <a:ext uri="{FF2B5EF4-FFF2-40B4-BE49-F238E27FC236}">
                <a16:creationId xmlns:a16="http://schemas.microsoft.com/office/drawing/2014/main" id="{8396613A-601F-409B-82D3-29D71BC8B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23271" y="5119688"/>
            <a:ext cx="1392707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7EAC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41" name="funnel-flow-arrow">
            <a:extLst xmlns:a="http://schemas.openxmlformats.org/drawingml/2006/main">
              <a:ext uri="{FF2B5EF4-FFF2-40B4-BE49-F238E27FC236}">
                <a16:creationId xmlns:a16="http://schemas.microsoft.com/office/drawing/2014/main" id="{33A1DF20-907E-4F50-A1F3-4E98AEB44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52850" y="2466975"/>
            <a:ext cx="1733550" cy="3631149"/>
          </a:xfrm>
          <a:custGeom xmlns:a="http://schemas.openxmlformats.org/drawingml/2006/main">
            <a:pathLst>
              <a:path w="1733550" h="3631149">
                <a:moveTo>
                  <a:pt x="0" y="0"/>
                </a:moveTo>
                <a:lnTo>
                  <a:pt x="0" y="42824"/>
                </a:lnTo>
                <a:lnTo>
                  <a:pt x="8630" y="84668"/>
                </a:lnTo>
                <a:lnTo>
                  <a:pt x="18345" y="126378"/>
                </a:lnTo>
                <a:lnTo>
                  <a:pt x="28061" y="168088"/>
                </a:lnTo>
                <a:lnTo>
                  <a:pt x="37776" y="209807"/>
                </a:lnTo>
                <a:lnTo>
                  <a:pt x="47492" y="251517"/>
                </a:lnTo>
                <a:lnTo>
                  <a:pt x="57207" y="293227"/>
                </a:lnTo>
                <a:lnTo>
                  <a:pt x="66923" y="334947"/>
                </a:lnTo>
                <a:lnTo>
                  <a:pt x="76638" y="376657"/>
                </a:lnTo>
                <a:lnTo>
                  <a:pt x="86354" y="418367"/>
                </a:lnTo>
                <a:lnTo>
                  <a:pt x="96069" y="460077"/>
                </a:lnTo>
                <a:lnTo>
                  <a:pt x="105785" y="501796"/>
                </a:lnTo>
                <a:lnTo>
                  <a:pt x="115500" y="543506"/>
                </a:lnTo>
                <a:lnTo>
                  <a:pt x="125216" y="585216"/>
                </a:lnTo>
                <a:lnTo>
                  <a:pt x="134931" y="626926"/>
                </a:lnTo>
                <a:lnTo>
                  <a:pt x="144647" y="668645"/>
                </a:lnTo>
                <a:lnTo>
                  <a:pt x="154362" y="710355"/>
                </a:lnTo>
                <a:lnTo>
                  <a:pt x="164078" y="752065"/>
                </a:lnTo>
                <a:lnTo>
                  <a:pt x="173793" y="793785"/>
                </a:lnTo>
                <a:lnTo>
                  <a:pt x="183509" y="835495"/>
                </a:lnTo>
                <a:lnTo>
                  <a:pt x="193224" y="877205"/>
                </a:lnTo>
                <a:lnTo>
                  <a:pt x="201378" y="919248"/>
                </a:lnTo>
                <a:lnTo>
                  <a:pt x="209312" y="961339"/>
                </a:lnTo>
                <a:lnTo>
                  <a:pt x="216751" y="1003516"/>
                </a:lnTo>
                <a:lnTo>
                  <a:pt x="224190" y="1045693"/>
                </a:lnTo>
                <a:lnTo>
                  <a:pt x="231629" y="1087869"/>
                </a:lnTo>
                <a:lnTo>
                  <a:pt x="239068" y="1130046"/>
                </a:lnTo>
                <a:lnTo>
                  <a:pt x="246507" y="1172223"/>
                </a:lnTo>
                <a:lnTo>
                  <a:pt x="253946" y="1214409"/>
                </a:lnTo>
                <a:lnTo>
                  <a:pt x="261385" y="1256586"/>
                </a:lnTo>
                <a:lnTo>
                  <a:pt x="268815" y="1298762"/>
                </a:lnTo>
                <a:lnTo>
                  <a:pt x="276254" y="1340939"/>
                </a:lnTo>
                <a:lnTo>
                  <a:pt x="283693" y="1383116"/>
                </a:lnTo>
                <a:lnTo>
                  <a:pt x="291132" y="1425292"/>
                </a:lnTo>
                <a:lnTo>
                  <a:pt x="298571" y="1467479"/>
                </a:lnTo>
                <a:lnTo>
                  <a:pt x="306010" y="1509655"/>
                </a:lnTo>
                <a:lnTo>
                  <a:pt x="313449" y="1551832"/>
                </a:lnTo>
                <a:lnTo>
                  <a:pt x="320888" y="1594009"/>
                </a:lnTo>
                <a:lnTo>
                  <a:pt x="328317" y="1636185"/>
                </a:lnTo>
                <a:lnTo>
                  <a:pt x="335756" y="1678362"/>
                </a:lnTo>
                <a:lnTo>
                  <a:pt x="343195" y="1720548"/>
                </a:lnTo>
                <a:lnTo>
                  <a:pt x="350634" y="1762725"/>
                </a:lnTo>
                <a:lnTo>
                  <a:pt x="357930" y="1804921"/>
                </a:lnTo>
                <a:lnTo>
                  <a:pt x="364960" y="1847174"/>
                </a:lnTo>
                <a:lnTo>
                  <a:pt x="371846" y="1889446"/>
                </a:lnTo>
                <a:lnTo>
                  <a:pt x="378619" y="1931737"/>
                </a:lnTo>
                <a:lnTo>
                  <a:pt x="385391" y="1974028"/>
                </a:lnTo>
                <a:lnTo>
                  <a:pt x="392163" y="2016319"/>
                </a:lnTo>
                <a:lnTo>
                  <a:pt x="398936" y="2058610"/>
                </a:lnTo>
                <a:lnTo>
                  <a:pt x="405698" y="2100901"/>
                </a:lnTo>
                <a:lnTo>
                  <a:pt x="412471" y="2143192"/>
                </a:lnTo>
                <a:lnTo>
                  <a:pt x="419243" y="2185483"/>
                </a:lnTo>
                <a:lnTo>
                  <a:pt x="426015" y="2227764"/>
                </a:lnTo>
                <a:lnTo>
                  <a:pt x="432787" y="2270055"/>
                </a:lnTo>
                <a:lnTo>
                  <a:pt x="439560" y="2312346"/>
                </a:lnTo>
                <a:lnTo>
                  <a:pt x="446332" y="2354637"/>
                </a:lnTo>
                <a:lnTo>
                  <a:pt x="453104" y="2396928"/>
                </a:lnTo>
                <a:lnTo>
                  <a:pt x="459877" y="2439219"/>
                </a:lnTo>
                <a:lnTo>
                  <a:pt x="466649" y="2481510"/>
                </a:lnTo>
                <a:lnTo>
                  <a:pt x="473412" y="2523801"/>
                </a:lnTo>
                <a:lnTo>
                  <a:pt x="480184" y="2566092"/>
                </a:lnTo>
                <a:lnTo>
                  <a:pt x="486956" y="2608383"/>
                </a:lnTo>
                <a:lnTo>
                  <a:pt x="493728" y="2650674"/>
                </a:lnTo>
                <a:lnTo>
                  <a:pt x="500501" y="2692965"/>
                </a:lnTo>
                <a:lnTo>
                  <a:pt x="507101" y="2735285"/>
                </a:lnTo>
                <a:lnTo>
                  <a:pt x="513655" y="2777604"/>
                </a:lnTo>
                <a:lnTo>
                  <a:pt x="520151" y="2819933"/>
                </a:lnTo>
                <a:lnTo>
                  <a:pt x="526656" y="2862272"/>
                </a:lnTo>
                <a:lnTo>
                  <a:pt x="533152" y="2904601"/>
                </a:lnTo>
                <a:lnTo>
                  <a:pt x="539648" y="2946940"/>
                </a:lnTo>
                <a:lnTo>
                  <a:pt x="503596" y="2952750"/>
                </a:lnTo>
                <a:lnTo>
                  <a:pt x="460762" y="2952750"/>
                </a:lnTo>
                <a:lnTo>
                  <a:pt x="417938" y="2952750"/>
                </a:lnTo>
                <a:lnTo>
                  <a:pt x="375104" y="2952750"/>
                </a:lnTo>
                <a:lnTo>
                  <a:pt x="332280" y="2952750"/>
                </a:lnTo>
                <a:lnTo>
                  <a:pt x="289446" y="2952750"/>
                </a:lnTo>
                <a:lnTo>
                  <a:pt x="246621" y="2952750"/>
                </a:lnTo>
                <a:lnTo>
                  <a:pt x="225571" y="2962113"/>
                </a:lnTo>
                <a:lnTo>
                  <a:pt x="255032" y="2993193"/>
                </a:lnTo>
                <a:lnTo>
                  <a:pt x="284502" y="3024283"/>
                </a:lnTo>
                <a:lnTo>
                  <a:pt x="313963" y="3055363"/>
                </a:lnTo>
                <a:lnTo>
                  <a:pt x="343424" y="3086443"/>
                </a:lnTo>
                <a:lnTo>
                  <a:pt x="372894" y="3117533"/>
                </a:lnTo>
                <a:lnTo>
                  <a:pt x="402355" y="3148613"/>
                </a:lnTo>
                <a:lnTo>
                  <a:pt x="431825" y="3179702"/>
                </a:lnTo>
                <a:lnTo>
                  <a:pt x="461286" y="3210782"/>
                </a:lnTo>
                <a:lnTo>
                  <a:pt x="490747" y="3241862"/>
                </a:lnTo>
                <a:lnTo>
                  <a:pt x="520217" y="3272952"/>
                </a:lnTo>
                <a:lnTo>
                  <a:pt x="549678" y="3304032"/>
                </a:lnTo>
                <a:lnTo>
                  <a:pt x="579139" y="3335112"/>
                </a:lnTo>
                <a:lnTo>
                  <a:pt x="608609" y="3366202"/>
                </a:lnTo>
                <a:lnTo>
                  <a:pt x="638070" y="3397282"/>
                </a:lnTo>
                <a:lnTo>
                  <a:pt x="667541" y="3428362"/>
                </a:lnTo>
                <a:lnTo>
                  <a:pt x="697001" y="3459451"/>
                </a:lnTo>
                <a:lnTo>
                  <a:pt x="726462" y="3490532"/>
                </a:lnTo>
                <a:lnTo>
                  <a:pt x="755933" y="3521612"/>
                </a:lnTo>
                <a:lnTo>
                  <a:pt x="785393" y="3552701"/>
                </a:lnTo>
                <a:lnTo>
                  <a:pt x="814854" y="3583781"/>
                </a:lnTo>
                <a:lnTo>
                  <a:pt x="844325" y="3614861"/>
                </a:lnTo>
                <a:lnTo>
                  <a:pt x="873785" y="3631149"/>
                </a:lnTo>
                <a:lnTo>
                  <a:pt x="903256" y="3600069"/>
                </a:lnTo>
                <a:lnTo>
                  <a:pt x="932717" y="3568989"/>
                </a:lnTo>
                <a:lnTo>
                  <a:pt x="962177" y="3537899"/>
                </a:lnTo>
                <a:lnTo>
                  <a:pt x="991648" y="3506819"/>
                </a:lnTo>
                <a:lnTo>
                  <a:pt x="1021109" y="3475739"/>
                </a:lnTo>
                <a:lnTo>
                  <a:pt x="1050579" y="3444650"/>
                </a:lnTo>
                <a:lnTo>
                  <a:pt x="1080040" y="3413570"/>
                </a:lnTo>
                <a:lnTo>
                  <a:pt x="1109501" y="3382480"/>
                </a:lnTo>
                <a:lnTo>
                  <a:pt x="1138971" y="3351400"/>
                </a:lnTo>
                <a:lnTo>
                  <a:pt x="1168432" y="3320320"/>
                </a:lnTo>
                <a:lnTo>
                  <a:pt x="1197893" y="3289230"/>
                </a:lnTo>
                <a:lnTo>
                  <a:pt x="1227363" y="3258150"/>
                </a:lnTo>
                <a:lnTo>
                  <a:pt x="1256824" y="3227070"/>
                </a:lnTo>
                <a:lnTo>
                  <a:pt x="1286294" y="3195980"/>
                </a:lnTo>
                <a:lnTo>
                  <a:pt x="1315755" y="3164900"/>
                </a:lnTo>
                <a:lnTo>
                  <a:pt x="1345216" y="3133820"/>
                </a:lnTo>
                <a:lnTo>
                  <a:pt x="1374686" y="3102731"/>
                </a:lnTo>
                <a:lnTo>
                  <a:pt x="1404147" y="3071651"/>
                </a:lnTo>
                <a:lnTo>
                  <a:pt x="1433608" y="3040571"/>
                </a:lnTo>
                <a:lnTo>
                  <a:pt x="1463078" y="3009481"/>
                </a:lnTo>
                <a:lnTo>
                  <a:pt x="1492539" y="2978401"/>
                </a:lnTo>
                <a:lnTo>
                  <a:pt x="1509370" y="2952750"/>
                </a:lnTo>
                <a:lnTo>
                  <a:pt x="1466545" y="2952750"/>
                </a:lnTo>
                <a:lnTo>
                  <a:pt x="1423711" y="2952750"/>
                </a:lnTo>
                <a:lnTo>
                  <a:pt x="1380887" y="2952750"/>
                </a:lnTo>
                <a:lnTo>
                  <a:pt x="1338053" y="2952750"/>
                </a:lnTo>
                <a:lnTo>
                  <a:pt x="1295229" y="2952750"/>
                </a:lnTo>
                <a:lnTo>
                  <a:pt x="1252395" y="2952750"/>
                </a:lnTo>
                <a:lnTo>
                  <a:pt x="1209570" y="2952750"/>
                </a:lnTo>
                <a:lnTo>
                  <a:pt x="1196988" y="2926785"/>
                </a:lnTo>
                <a:lnTo>
                  <a:pt x="1203493" y="2884456"/>
                </a:lnTo>
                <a:lnTo>
                  <a:pt x="1209989" y="2842117"/>
                </a:lnTo>
                <a:lnTo>
                  <a:pt x="1216485" y="2799788"/>
                </a:lnTo>
                <a:lnTo>
                  <a:pt x="1223010" y="2757459"/>
                </a:lnTo>
                <a:lnTo>
                  <a:pt x="1229573" y="2715130"/>
                </a:lnTo>
                <a:lnTo>
                  <a:pt x="1236269" y="2672829"/>
                </a:lnTo>
                <a:lnTo>
                  <a:pt x="1243041" y="2630538"/>
                </a:lnTo>
                <a:lnTo>
                  <a:pt x="1249813" y="2588247"/>
                </a:lnTo>
                <a:lnTo>
                  <a:pt x="1256586" y="2545956"/>
                </a:lnTo>
                <a:lnTo>
                  <a:pt x="1263358" y="2503675"/>
                </a:lnTo>
                <a:lnTo>
                  <a:pt x="1270130" y="2461384"/>
                </a:lnTo>
                <a:lnTo>
                  <a:pt x="1276902" y="2419093"/>
                </a:lnTo>
                <a:lnTo>
                  <a:pt x="1283675" y="2376802"/>
                </a:lnTo>
                <a:lnTo>
                  <a:pt x="1290447" y="2334511"/>
                </a:lnTo>
                <a:lnTo>
                  <a:pt x="1297210" y="2292220"/>
                </a:lnTo>
                <a:lnTo>
                  <a:pt x="1303982" y="2249929"/>
                </a:lnTo>
                <a:lnTo>
                  <a:pt x="1310754" y="2207638"/>
                </a:lnTo>
                <a:lnTo>
                  <a:pt x="1317527" y="2165347"/>
                </a:lnTo>
                <a:lnTo>
                  <a:pt x="1324299" y="2123056"/>
                </a:lnTo>
                <a:lnTo>
                  <a:pt x="1331071" y="2080765"/>
                </a:lnTo>
                <a:lnTo>
                  <a:pt x="1337843" y="2038474"/>
                </a:lnTo>
                <a:lnTo>
                  <a:pt x="1344616" y="1996183"/>
                </a:lnTo>
                <a:lnTo>
                  <a:pt x="1351388" y="1953892"/>
                </a:lnTo>
                <a:lnTo>
                  <a:pt x="1358160" y="1911601"/>
                </a:lnTo>
                <a:lnTo>
                  <a:pt x="1364923" y="1869310"/>
                </a:lnTo>
                <a:lnTo>
                  <a:pt x="1371933" y="1827066"/>
                </a:lnTo>
                <a:lnTo>
                  <a:pt x="1379020" y="1784823"/>
                </a:lnTo>
                <a:lnTo>
                  <a:pt x="1386459" y="1742646"/>
                </a:lnTo>
                <a:lnTo>
                  <a:pt x="1393898" y="1700470"/>
                </a:lnTo>
                <a:lnTo>
                  <a:pt x="1401328" y="1658293"/>
                </a:lnTo>
                <a:lnTo>
                  <a:pt x="1408767" y="1616107"/>
                </a:lnTo>
                <a:lnTo>
                  <a:pt x="1416206" y="1573930"/>
                </a:lnTo>
                <a:lnTo>
                  <a:pt x="1423645" y="1531753"/>
                </a:lnTo>
                <a:lnTo>
                  <a:pt x="1431084" y="1489577"/>
                </a:lnTo>
                <a:lnTo>
                  <a:pt x="1438523" y="1447400"/>
                </a:lnTo>
                <a:lnTo>
                  <a:pt x="1445962" y="1405214"/>
                </a:lnTo>
                <a:lnTo>
                  <a:pt x="1453401" y="1363037"/>
                </a:lnTo>
                <a:lnTo>
                  <a:pt x="1460830" y="1320860"/>
                </a:lnTo>
                <a:lnTo>
                  <a:pt x="1468269" y="1278684"/>
                </a:lnTo>
                <a:lnTo>
                  <a:pt x="1475708" y="1236507"/>
                </a:lnTo>
                <a:lnTo>
                  <a:pt x="1483147" y="1194330"/>
                </a:lnTo>
                <a:lnTo>
                  <a:pt x="1490586" y="1152144"/>
                </a:lnTo>
                <a:lnTo>
                  <a:pt x="1498025" y="1109967"/>
                </a:lnTo>
                <a:lnTo>
                  <a:pt x="1505464" y="1067791"/>
                </a:lnTo>
                <a:lnTo>
                  <a:pt x="1512903" y="1025614"/>
                </a:lnTo>
                <a:lnTo>
                  <a:pt x="1520333" y="983437"/>
                </a:lnTo>
                <a:lnTo>
                  <a:pt x="1527981" y="941299"/>
                </a:lnTo>
                <a:lnTo>
                  <a:pt x="1535982" y="899217"/>
                </a:lnTo>
                <a:lnTo>
                  <a:pt x="1544955" y="857355"/>
                </a:lnTo>
                <a:lnTo>
                  <a:pt x="1554671" y="815635"/>
                </a:lnTo>
                <a:lnTo>
                  <a:pt x="1564386" y="773925"/>
                </a:lnTo>
                <a:lnTo>
                  <a:pt x="1574102" y="732215"/>
                </a:lnTo>
                <a:lnTo>
                  <a:pt x="1583817" y="690496"/>
                </a:lnTo>
                <a:lnTo>
                  <a:pt x="1593533" y="648786"/>
                </a:lnTo>
                <a:lnTo>
                  <a:pt x="1603248" y="607076"/>
                </a:lnTo>
                <a:lnTo>
                  <a:pt x="1612964" y="565366"/>
                </a:lnTo>
                <a:lnTo>
                  <a:pt x="1622679" y="523646"/>
                </a:lnTo>
                <a:lnTo>
                  <a:pt x="1632395" y="481936"/>
                </a:lnTo>
                <a:lnTo>
                  <a:pt x="1642110" y="440226"/>
                </a:lnTo>
                <a:lnTo>
                  <a:pt x="1651825" y="398516"/>
                </a:lnTo>
                <a:lnTo>
                  <a:pt x="1661541" y="356797"/>
                </a:lnTo>
                <a:lnTo>
                  <a:pt x="1671257" y="315087"/>
                </a:lnTo>
                <a:lnTo>
                  <a:pt x="1680972" y="273377"/>
                </a:lnTo>
                <a:lnTo>
                  <a:pt x="1690688" y="231658"/>
                </a:lnTo>
                <a:lnTo>
                  <a:pt x="1700403" y="189948"/>
                </a:lnTo>
                <a:lnTo>
                  <a:pt x="1710119" y="148238"/>
                </a:lnTo>
                <a:lnTo>
                  <a:pt x="1719834" y="106528"/>
                </a:lnTo>
                <a:lnTo>
                  <a:pt x="1729550" y="64808"/>
                </a:lnTo>
                <a:lnTo>
                  <a:pt x="1733550" y="22441"/>
                </a:lnTo>
                <a:lnTo>
                  <a:pt x="1713167" y="0"/>
                </a:lnTo>
                <a:lnTo>
                  <a:pt x="1670333" y="0"/>
                </a:lnTo>
                <a:lnTo>
                  <a:pt x="1627508" y="0"/>
                </a:lnTo>
                <a:lnTo>
                  <a:pt x="1584674" y="0"/>
                </a:lnTo>
                <a:lnTo>
                  <a:pt x="1541850" y="0"/>
                </a:lnTo>
                <a:lnTo>
                  <a:pt x="1499016" y="0"/>
                </a:lnTo>
                <a:lnTo>
                  <a:pt x="1456192" y="0"/>
                </a:lnTo>
                <a:lnTo>
                  <a:pt x="1413358" y="0"/>
                </a:lnTo>
                <a:lnTo>
                  <a:pt x="1370533" y="0"/>
                </a:lnTo>
                <a:lnTo>
                  <a:pt x="1327699" y="0"/>
                </a:lnTo>
                <a:lnTo>
                  <a:pt x="1284875" y="0"/>
                </a:lnTo>
                <a:lnTo>
                  <a:pt x="1242041" y="0"/>
                </a:lnTo>
                <a:lnTo>
                  <a:pt x="1199217" y="0"/>
                </a:lnTo>
                <a:lnTo>
                  <a:pt x="1156383" y="0"/>
                </a:lnTo>
                <a:lnTo>
                  <a:pt x="1113558" y="0"/>
                </a:lnTo>
                <a:lnTo>
                  <a:pt x="1070724" y="0"/>
                </a:lnTo>
                <a:lnTo>
                  <a:pt x="1027900" y="0"/>
                </a:lnTo>
                <a:lnTo>
                  <a:pt x="985066" y="0"/>
                </a:lnTo>
                <a:lnTo>
                  <a:pt x="942242" y="0"/>
                </a:lnTo>
                <a:lnTo>
                  <a:pt x="899408" y="0"/>
                </a:lnTo>
                <a:lnTo>
                  <a:pt x="856583" y="0"/>
                </a:lnTo>
                <a:lnTo>
                  <a:pt x="813749" y="0"/>
                </a:lnTo>
                <a:lnTo>
                  <a:pt x="770925" y="0"/>
                </a:lnTo>
                <a:lnTo>
                  <a:pt x="728091" y="0"/>
                </a:lnTo>
                <a:lnTo>
                  <a:pt x="685267" y="0"/>
                </a:lnTo>
                <a:lnTo>
                  <a:pt x="642433" y="0"/>
                </a:lnTo>
                <a:lnTo>
                  <a:pt x="599608" y="0"/>
                </a:lnTo>
                <a:lnTo>
                  <a:pt x="556774" y="0"/>
                </a:lnTo>
                <a:lnTo>
                  <a:pt x="513950" y="0"/>
                </a:lnTo>
                <a:lnTo>
                  <a:pt x="471116" y="0"/>
                </a:lnTo>
                <a:lnTo>
                  <a:pt x="428292" y="0"/>
                </a:lnTo>
                <a:lnTo>
                  <a:pt x="385458" y="0"/>
                </a:lnTo>
                <a:lnTo>
                  <a:pt x="342633" y="0"/>
                </a:lnTo>
                <a:lnTo>
                  <a:pt x="299799" y="0"/>
                </a:lnTo>
                <a:lnTo>
                  <a:pt x="256975" y="0"/>
                </a:lnTo>
                <a:lnTo>
                  <a:pt x="214141" y="0"/>
                </a:lnTo>
                <a:lnTo>
                  <a:pt x="171317" y="0"/>
                </a:lnTo>
                <a:lnTo>
                  <a:pt x="128492" y="0"/>
                </a:lnTo>
                <a:lnTo>
                  <a:pt x="85658" y="0"/>
                </a:lnTo>
                <a:lnTo>
                  <a:pt x="42824" y="0"/>
                </a:lnTo>
                <a:lnTo>
                  <a:pt x="0" y="0"/>
                </a:lnTo>
                <a:close/>
              </a:path>
            </a:pathLst>
          </a:custGeom>
          <a:gradFill xmlns:a="http://schemas.openxmlformats.org/drawingml/2006/main">
            <a:gsLst>
              <a:gs pos="0">
                <a:srgbClr val="000000"/>
              </a:gs>
              <a:gs pos="42">
                <a:srgbClr val="B8D8F2">
                  <a:alpha val="16000"/>
                </a:srgbClr>
              </a:gs>
              <a:gs pos="76">
                <a:srgbClr val="8FC4EE">
                  <a:alpha val="32000"/>
                </a:srgbClr>
              </a:gs>
              <a:gs pos="100">
                <a:srgbClr val="72B3E8">
                  <a:alpha val="52000"/>
                </a:srgbClr>
              </a:gs>
            </a:gsLst>
            <a:lin ang="10800000"/>
          </a:gradFill>
          <a:ln xmlns:a="http://schemas.openxmlformats.org/drawingml/2006/main" w="9525">
            <a:noFill/>
            <a:prstDash val="solid"/>
          </a:ln>
        </p:spPr>
      </p:sp>
      <p:sp>
        <p:nvSpPr>
          <p:cNvPr id="42" name="phase-label-0">
            <a:extLst xmlns:a="http://schemas.openxmlformats.org/drawingml/2006/main">
              <a:ext uri="{FF2B5EF4-FFF2-40B4-BE49-F238E27FC236}">
                <a16:creationId xmlns:a16="http://schemas.microsoft.com/office/drawing/2014/main" id="{98AEB41A-9E2F-4CBA-9AA9-5E274E1FC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1638300"/>
            <a:ext cx="228600" cy="2657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阶段一</a:t>
            </a:r>
          </a:p>
        </p:txBody>
      </p:sp>
      <p:sp>
        <p:nvSpPr>
          <p:cNvPr id="43" name="phase-label-1">
            <a:extLst xmlns:a="http://schemas.openxmlformats.org/drawingml/2006/main">
              <a:ext uri="{FF2B5EF4-FFF2-40B4-BE49-F238E27FC236}">
                <a16:creationId xmlns:a16="http://schemas.microsoft.com/office/drawing/2014/main" id="{03F8AFC3-E6A7-41A4-BE72-4B5C4EAD9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4295775"/>
            <a:ext cx="228600" cy="1914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阶段二</a:t>
            </a:r>
          </a:p>
        </p:txBody>
      </p:sp>
      <p:sp>
        <p:nvSpPr>
          <p:cNvPr id="44" name="funnel-step-title-0">
            <a:extLst xmlns:a="http://schemas.openxmlformats.org/drawingml/2006/main">
              <a:ext uri="{FF2B5EF4-FFF2-40B4-BE49-F238E27FC236}">
                <a16:creationId xmlns:a16="http://schemas.microsoft.com/office/drawing/2014/main" id="{4B4888BE-92B7-42B2-A4AA-1E131EA69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423199" y="2793206"/>
            <a:ext cx="2392861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3600"/>
              </a:lnSpc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广泛触达</a:t>
            </a:r>
          </a:p>
        </p:txBody>
      </p:sp>
      <p:sp>
        <p:nvSpPr>
          <p:cNvPr id="45" name="funnel-step-title-1">
            <a:extLst xmlns:a="http://schemas.openxmlformats.org/drawingml/2006/main">
              <a:ext uri="{FF2B5EF4-FFF2-40B4-BE49-F238E27FC236}">
                <a16:creationId xmlns:a16="http://schemas.microsoft.com/office/drawing/2014/main" id="{4DBB89C7-BCD0-4A7E-94EF-9A48473A4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25018" y="3702844"/>
            <a:ext cx="1789214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3600"/>
              </a:lnSpc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兴趣识别</a:t>
            </a:r>
          </a:p>
        </p:txBody>
      </p:sp>
      <p:sp>
        <p:nvSpPr>
          <p:cNvPr id="46" name="funnel-step-title-2">
            <a:extLst xmlns:a="http://schemas.openxmlformats.org/drawingml/2006/main">
              <a:ext uri="{FF2B5EF4-FFF2-40B4-BE49-F238E27FC236}">
                <a16:creationId xmlns:a16="http://schemas.microsoft.com/office/drawing/2014/main" id="{37233633-3511-4834-A36F-3D8FF4482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99528" y="4612481"/>
            <a:ext cx="1240184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3600"/>
              </a:lnSpc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意向培育</a:t>
            </a:r>
          </a:p>
        </p:txBody>
      </p:sp>
      <p:sp>
        <p:nvSpPr>
          <p:cNvPr id="47" name="funnel-step-title-3">
            <a:extLst xmlns:a="http://schemas.openxmlformats.org/drawingml/2006/main">
              <a:ext uri="{FF2B5EF4-FFF2-40B4-BE49-F238E27FC236}">
                <a16:creationId xmlns:a16="http://schemas.microsoft.com/office/drawing/2014/main" id="{EAE6DDF3-3CA2-43A0-A5CD-E98EC5018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200525" y="5522119"/>
            <a:ext cx="8382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行动转化</a:t>
            </a:r>
          </a:p>
        </p:txBody>
      </p:sp>
      <p:sp>
        <p:nvSpPr>
          <p:cNvPr id="48" name="input-core-0">
            <a:extLst xmlns:a="http://schemas.openxmlformats.org/drawingml/2006/main">
              <a:ext uri="{FF2B5EF4-FFF2-40B4-BE49-F238E27FC236}">
                <a16:creationId xmlns:a16="http://schemas.microsoft.com/office/drawing/2014/main" id="{DCB7B261-3AB6-4C85-B01E-2CE99DC9C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200400" y="194310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23"/>
          <a:fontRef xmlns:a="http://schemas.openxmlformats.org/drawingml/2006/main" idx="major"/>
        </p:style>
      </p:sp>
      <p:pic>
        <p:nvPicPr>
          <p:cNvPr id="10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8e9b8c5cf924a1c">
            <a:extLst>
              <a:ext uri="{96DAC541-7B7A-43D3-8B79-37D633B846F1}">
                <asvg:svgBlip xmlns:asvg="http://schemas.microsoft.com/office/drawing/2016/SVG/main" r:embed="R737f24bfca114fa3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3295650" y="2038350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50" name="input-core-1">
            <a:extLst xmlns:a="http://schemas.openxmlformats.org/drawingml/2006/main">
              <a:ext uri="{FF2B5EF4-FFF2-40B4-BE49-F238E27FC236}">
                <a16:creationId xmlns:a16="http://schemas.microsoft.com/office/drawing/2014/main" id="{2131D395-7E56-40C0-A95D-CFC62701B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22674" y="1743075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23"/>
          <a:fontRef xmlns:a="http://schemas.openxmlformats.org/drawingml/2006/main" idx="major"/>
        </p:style>
      </p:sp>
      <p:pic>
        <p:nvPicPr>
          <p:cNvPr id="10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936b0dbb18b4043">
            <a:extLst>
              <a:ext uri="{96DAC541-7B7A-43D3-8B79-37D633B846F1}">
                <asvg:svgBlip xmlns:asvg="http://schemas.microsoft.com/office/drawing/2016/SVG/main" r:embed="Rcfa7504fa0b5485c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4117924" y="1838325"/>
            <a:ext cx="209550" cy="209550"/>
          </a:xfrm>
          <a:prstGeom xmlns:a="http://schemas.openxmlformats.org/drawingml/2006/main" prst="rect">
            <a:avLst/>
          </a:prstGeom>
        </p:spPr>
      </p:pic>
      <p:sp>
        <p:nvSpPr>
          <p:cNvPr id="52" name="input-core-2">
            <a:extLst xmlns:a="http://schemas.openxmlformats.org/drawingml/2006/main">
              <a:ext uri="{FF2B5EF4-FFF2-40B4-BE49-F238E27FC236}">
                <a16:creationId xmlns:a16="http://schemas.microsoft.com/office/drawing/2014/main" id="{41C05CD0-3FF8-4E4C-A734-9BF12F7A1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787798" y="164782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23"/>
          <a:fontRef xmlns:a="http://schemas.openxmlformats.org/drawingml/2006/main" idx="major"/>
        </p:style>
      </p:sp>
      <p:pic>
        <p:nvPicPr>
          <p:cNvPr id="10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4958de2a2d14bc2">
            <a:extLst>
              <a:ext uri="{96DAC541-7B7A-43D3-8B79-37D633B846F1}">
                <asvg:svgBlip xmlns:asvg="http://schemas.microsoft.com/office/drawing/2016/SVG/main" r:embed="R7e611b97053d4a75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4883048" y="1743075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54" name="input-core-3">
            <a:extLst xmlns:a="http://schemas.openxmlformats.org/drawingml/2006/main">
              <a:ext uri="{FF2B5EF4-FFF2-40B4-BE49-F238E27FC236}">
                <a16:creationId xmlns:a16="http://schemas.microsoft.com/office/drawing/2014/main" id="{D6CA2F69-E2EC-4C2F-AA16-A52F6C705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610225" y="190500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23"/>
          <a:fontRef xmlns:a="http://schemas.openxmlformats.org/drawingml/2006/main" idx="major"/>
        </p:style>
      </p:sp>
      <p:pic>
        <p:nvPicPr>
          <p:cNvPr id="1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3637bbed6984f4c">
            <a:extLst>
              <a:ext uri="{96DAC541-7B7A-43D3-8B79-37D633B846F1}">
                <asvg:svgBlip xmlns:asvg="http://schemas.microsoft.com/office/drawing/2016/SVG/main" r:embed="R7aea9a1060b94b43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5705475" y="2000250"/>
            <a:ext cx="209550" cy="2095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7960057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8" name="phase-band-0">
            <a:extLst xmlns:a="http://schemas.openxmlformats.org/drawingml/2006/main">
              <a:ext uri="{FF2B5EF4-FFF2-40B4-BE49-F238E27FC236}">
                <a16:creationId xmlns:a16="http://schemas.microsoft.com/office/drawing/2014/main" id="{C12F97C1-0F70-4655-8FB2-228E00903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1638300"/>
            <a:ext cx="11144250" cy="2657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phase-band-1">
            <a:extLst xmlns:a="http://schemas.openxmlformats.org/drawingml/2006/main">
              <a:ext uri="{FF2B5EF4-FFF2-40B4-BE49-F238E27FC236}">
                <a16:creationId xmlns:a16="http://schemas.microsoft.com/office/drawing/2014/main" id="{4B80757B-DABD-4A09-8FEE-DBC628A4C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4295775"/>
            <a:ext cx="11144250" cy="1914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38100">
            <a:solidFill>
              <a:srgbClr val="FFFFFF"/>
            </a:solidFill>
            <a:prstDash val="solid"/>
          </a:ln>
        </p:spPr>
      </p:sp>
      <p:sp>
        <p:nvSpPr>
          <p:cNvPr id="3" name="phase-rail-0">
            <a:extLst xmlns:a="http://schemas.openxmlformats.org/drawingml/2006/main">
              <a:ext uri="{FF2B5EF4-FFF2-40B4-BE49-F238E27FC236}">
                <a16:creationId xmlns:a16="http://schemas.microsoft.com/office/drawing/2014/main" id="{BB741DB3-C120-447B-B110-E6F332A5D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1638300"/>
            <a:ext cx="514350" cy="2656656"/>
          </a:xfrm>
          <a:custGeom xmlns:a="http://schemas.openxmlformats.org/drawingml/2006/main">
            <a:pathLst>
              <a:path w="514350" h="2656656">
                <a:moveTo>
                  <a:pt x="0" y="0"/>
                </a:moveTo>
                <a:lnTo>
                  <a:pt x="25546" y="0"/>
                </a:lnTo>
                <a:lnTo>
                  <a:pt x="51102" y="0"/>
                </a:lnTo>
                <a:lnTo>
                  <a:pt x="76648" y="0"/>
                </a:lnTo>
                <a:lnTo>
                  <a:pt x="102203" y="0"/>
                </a:lnTo>
                <a:lnTo>
                  <a:pt x="127749" y="0"/>
                </a:lnTo>
                <a:lnTo>
                  <a:pt x="153295" y="0"/>
                </a:lnTo>
                <a:lnTo>
                  <a:pt x="178851" y="0"/>
                </a:lnTo>
                <a:lnTo>
                  <a:pt x="204397" y="0"/>
                </a:lnTo>
                <a:lnTo>
                  <a:pt x="229953" y="0"/>
                </a:lnTo>
                <a:lnTo>
                  <a:pt x="255499" y="0"/>
                </a:lnTo>
                <a:lnTo>
                  <a:pt x="281045" y="0"/>
                </a:lnTo>
                <a:lnTo>
                  <a:pt x="306600" y="0"/>
                </a:lnTo>
                <a:lnTo>
                  <a:pt x="332146" y="0"/>
                </a:lnTo>
                <a:lnTo>
                  <a:pt x="357692" y="0"/>
                </a:lnTo>
                <a:lnTo>
                  <a:pt x="383248" y="0"/>
                </a:lnTo>
                <a:lnTo>
                  <a:pt x="408794" y="0"/>
                </a:lnTo>
                <a:lnTo>
                  <a:pt x="434350" y="0"/>
                </a:lnTo>
                <a:lnTo>
                  <a:pt x="459896" y="0"/>
                </a:lnTo>
                <a:lnTo>
                  <a:pt x="485442" y="0"/>
                </a:lnTo>
                <a:lnTo>
                  <a:pt x="510997" y="0"/>
                </a:lnTo>
                <a:lnTo>
                  <a:pt x="514350" y="22193"/>
                </a:lnTo>
                <a:lnTo>
                  <a:pt x="514350" y="47749"/>
                </a:lnTo>
                <a:lnTo>
                  <a:pt x="514350" y="73295"/>
                </a:lnTo>
                <a:lnTo>
                  <a:pt x="514350" y="98841"/>
                </a:lnTo>
                <a:lnTo>
                  <a:pt x="514350" y="124397"/>
                </a:lnTo>
                <a:lnTo>
                  <a:pt x="514350" y="149943"/>
                </a:lnTo>
                <a:lnTo>
                  <a:pt x="514350" y="175498"/>
                </a:lnTo>
                <a:lnTo>
                  <a:pt x="514350" y="201044"/>
                </a:lnTo>
                <a:lnTo>
                  <a:pt x="514350" y="226590"/>
                </a:lnTo>
                <a:lnTo>
                  <a:pt x="514350" y="252146"/>
                </a:lnTo>
                <a:lnTo>
                  <a:pt x="514350" y="277692"/>
                </a:lnTo>
                <a:lnTo>
                  <a:pt x="514350" y="303247"/>
                </a:lnTo>
                <a:lnTo>
                  <a:pt x="514350" y="328793"/>
                </a:lnTo>
                <a:lnTo>
                  <a:pt x="514350" y="354340"/>
                </a:lnTo>
                <a:lnTo>
                  <a:pt x="514350" y="379895"/>
                </a:lnTo>
                <a:lnTo>
                  <a:pt x="514350" y="405441"/>
                </a:lnTo>
                <a:lnTo>
                  <a:pt x="514350" y="430987"/>
                </a:lnTo>
                <a:lnTo>
                  <a:pt x="514350" y="456543"/>
                </a:lnTo>
                <a:lnTo>
                  <a:pt x="514350" y="482089"/>
                </a:lnTo>
                <a:lnTo>
                  <a:pt x="514350" y="507644"/>
                </a:lnTo>
                <a:lnTo>
                  <a:pt x="514350" y="533190"/>
                </a:lnTo>
                <a:lnTo>
                  <a:pt x="514350" y="558737"/>
                </a:lnTo>
                <a:lnTo>
                  <a:pt x="514350" y="584292"/>
                </a:lnTo>
                <a:lnTo>
                  <a:pt x="514350" y="609838"/>
                </a:lnTo>
                <a:lnTo>
                  <a:pt x="514350" y="635394"/>
                </a:lnTo>
                <a:lnTo>
                  <a:pt x="514350" y="660940"/>
                </a:lnTo>
                <a:lnTo>
                  <a:pt x="514350" y="686486"/>
                </a:lnTo>
                <a:lnTo>
                  <a:pt x="514350" y="712041"/>
                </a:lnTo>
                <a:lnTo>
                  <a:pt x="514350" y="737587"/>
                </a:lnTo>
                <a:lnTo>
                  <a:pt x="514350" y="763143"/>
                </a:lnTo>
                <a:lnTo>
                  <a:pt x="514350" y="788689"/>
                </a:lnTo>
                <a:lnTo>
                  <a:pt x="514350" y="814235"/>
                </a:lnTo>
                <a:lnTo>
                  <a:pt x="514350" y="839791"/>
                </a:lnTo>
                <a:lnTo>
                  <a:pt x="514350" y="865337"/>
                </a:lnTo>
                <a:lnTo>
                  <a:pt x="514350" y="890883"/>
                </a:lnTo>
                <a:lnTo>
                  <a:pt x="514350" y="916438"/>
                </a:lnTo>
                <a:lnTo>
                  <a:pt x="514350" y="941984"/>
                </a:lnTo>
                <a:lnTo>
                  <a:pt x="514350" y="967540"/>
                </a:lnTo>
                <a:lnTo>
                  <a:pt x="514350" y="993086"/>
                </a:lnTo>
                <a:lnTo>
                  <a:pt x="514350" y="1018632"/>
                </a:lnTo>
                <a:lnTo>
                  <a:pt x="514350" y="1044188"/>
                </a:lnTo>
                <a:lnTo>
                  <a:pt x="514350" y="1069734"/>
                </a:lnTo>
                <a:lnTo>
                  <a:pt x="514350" y="1095289"/>
                </a:lnTo>
                <a:lnTo>
                  <a:pt x="514350" y="1120835"/>
                </a:lnTo>
                <a:lnTo>
                  <a:pt x="514350" y="1146381"/>
                </a:lnTo>
                <a:lnTo>
                  <a:pt x="514350" y="1171937"/>
                </a:lnTo>
                <a:lnTo>
                  <a:pt x="514350" y="1197483"/>
                </a:lnTo>
                <a:lnTo>
                  <a:pt x="514350" y="1223039"/>
                </a:lnTo>
                <a:lnTo>
                  <a:pt x="514350" y="1248585"/>
                </a:lnTo>
                <a:lnTo>
                  <a:pt x="514350" y="1274131"/>
                </a:lnTo>
                <a:lnTo>
                  <a:pt x="514350" y="1299686"/>
                </a:lnTo>
                <a:lnTo>
                  <a:pt x="514350" y="1325232"/>
                </a:lnTo>
                <a:lnTo>
                  <a:pt x="514350" y="1350788"/>
                </a:lnTo>
                <a:lnTo>
                  <a:pt x="514350" y="1376334"/>
                </a:lnTo>
                <a:lnTo>
                  <a:pt x="514350" y="1401880"/>
                </a:lnTo>
                <a:lnTo>
                  <a:pt x="514350" y="1427436"/>
                </a:lnTo>
                <a:lnTo>
                  <a:pt x="514350" y="1452982"/>
                </a:lnTo>
                <a:lnTo>
                  <a:pt x="514350" y="1478528"/>
                </a:lnTo>
                <a:lnTo>
                  <a:pt x="514350" y="1504083"/>
                </a:lnTo>
                <a:lnTo>
                  <a:pt x="514350" y="1529629"/>
                </a:lnTo>
                <a:lnTo>
                  <a:pt x="514350" y="1555185"/>
                </a:lnTo>
                <a:lnTo>
                  <a:pt x="514350" y="1580731"/>
                </a:lnTo>
                <a:lnTo>
                  <a:pt x="514350" y="1606277"/>
                </a:lnTo>
                <a:lnTo>
                  <a:pt x="514350" y="1631833"/>
                </a:lnTo>
                <a:lnTo>
                  <a:pt x="514350" y="1657379"/>
                </a:lnTo>
                <a:lnTo>
                  <a:pt x="514350" y="1682934"/>
                </a:lnTo>
                <a:lnTo>
                  <a:pt x="514350" y="1708480"/>
                </a:lnTo>
                <a:lnTo>
                  <a:pt x="514350" y="1734026"/>
                </a:lnTo>
                <a:lnTo>
                  <a:pt x="514350" y="1759582"/>
                </a:lnTo>
                <a:lnTo>
                  <a:pt x="514350" y="1785128"/>
                </a:lnTo>
                <a:lnTo>
                  <a:pt x="514350" y="1810683"/>
                </a:lnTo>
                <a:lnTo>
                  <a:pt x="514350" y="1836230"/>
                </a:lnTo>
                <a:lnTo>
                  <a:pt x="514350" y="1861776"/>
                </a:lnTo>
                <a:lnTo>
                  <a:pt x="514350" y="1887331"/>
                </a:lnTo>
                <a:lnTo>
                  <a:pt x="514350" y="1912877"/>
                </a:lnTo>
                <a:lnTo>
                  <a:pt x="514350" y="1938433"/>
                </a:lnTo>
                <a:lnTo>
                  <a:pt x="514350" y="1963979"/>
                </a:lnTo>
                <a:lnTo>
                  <a:pt x="514350" y="1989525"/>
                </a:lnTo>
                <a:lnTo>
                  <a:pt x="514350" y="2015080"/>
                </a:lnTo>
                <a:lnTo>
                  <a:pt x="514350" y="2040626"/>
                </a:lnTo>
                <a:lnTo>
                  <a:pt x="514350" y="2066173"/>
                </a:lnTo>
                <a:lnTo>
                  <a:pt x="514350" y="2091728"/>
                </a:lnTo>
                <a:lnTo>
                  <a:pt x="514350" y="2117274"/>
                </a:lnTo>
                <a:lnTo>
                  <a:pt x="514350" y="2142830"/>
                </a:lnTo>
                <a:lnTo>
                  <a:pt x="514350" y="2168376"/>
                </a:lnTo>
                <a:lnTo>
                  <a:pt x="514350" y="2193922"/>
                </a:lnTo>
                <a:lnTo>
                  <a:pt x="514350" y="2219477"/>
                </a:lnTo>
                <a:lnTo>
                  <a:pt x="514350" y="2245023"/>
                </a:lnTo>
                <a:lnTo>
                  <a:pt x="514350" y="2270579"/>
                </a:lnTo>
                <a:lnTo>
                  <a:pt x="514350" y="2296125"/>
                </a:lnTo>
                <a:lnTo>
                  <a:pt x="514350" y="2321671"/>
                </a:lnTo>
                <a:lnTo>
                  <a:pt x="514350" y="2347227"/>
                </a:lnTo>
                <a:lnTo>
                  <a:pt x="514350" y="2372773"/>
                </a:lnTo>
                <a:lnTo>
                  <a:pt x="514350" y="2398328"/>
                </a:lnTo>
                <a:lnTo>
                  <a:pt x="514350" y="2423874"/>
                </a:lnTo>
                <a:lnTo>
                  <a:pt x="514350" y="2449420"/>
                </a:lnTo>
                <a:lnTo>
                  <a:pt x="514350" y="2474976"/>
                </a:lnTo>
                <a:lnTo>
                  <a:pt x="514350" y="2500522"/>
                </a:lnTo>
                <a:lnTo>
                  <a:pt x="504320" y="2520172"/>
                </a:lnTo>
                <a:lnTo>
                  <a:pt x="481984" y="2532583"/>
                </a:lnTo>
                <a:lnTo>
                  <a:pt x="459648" y="2544985"/>
                </a:lnTo>
                <a:lnTo>
                  <a:pt x="437321" y="2557396"/>
                </a:lnTo>
                <a:lnTo>
                  <a:pt x="414985" y="2569807"/>
                </a:lnTo>
                <a:lnTo>
                  <a:pt x="392649" y="2582208"/>
                </a:lnTo>
                <a:lnTo>
                  <a:pt x="370313" y="2594620"/>
                </a:lnTo>
                <a:lnTo>
                  <a:pt x="347977" y="2607031"/>
                </a:lnTo>
                <a:lnTo>
                  <a:pt x="325641" y="2619432"/>
                </a:lnTo>
                <a:lnTo>
                  <a:pt x="303314" y="2631843"/>
                </a:lnTo>
                <a:lnTo>
                  <a:pt x="280978" y="2644254"/>
                </a:lnTo>
                <a:lnTo>
                  <a:pt x="258642" y="2656656"/>
                </a:lnTo>
                <a:lnTo>
                  <a:pt x="236306" y="2645883"/>
                </a:lnTo>
                <a:lnTo>
                  <a:pt x="213970" y="2633472"/>
                </a:lnTo>
                <a:lnTo>
                  <a:pt x="191633" y="2621061"/>
                </a:lnTo>
                <a:lnTo>
                  <a:pt x="169307" y="2608659"/>
                </a:lnTo>
                <a:lnTo>
                  <a:pt x="146971" y="2596248"/>
                </a:lnTo>
                <a:lnTo>
                  <a:pt x="124635" y="2583837"/>
                </a:lnTo>
                <a:lnTo>
                  <a:pt x="102299" y="2571436"/>
                </a:lnTo>
                <a:lnTo>
                  <a:pt x="79962" y="2559025"/>
                </a:lnTo>
                <a:lnTo>
                  <a:pt x="57626" y="2546614"/>
                </a:lnTo>
                <a:lnTo>
                  <a:pt x="35300" y="2534212"/>
                </a:lnTo>
                <a:lnTo>
                  <a:pt x="12964" y="2521801"/>
                </a:lnTo>
                <a:lnTo>
                  <a:pt x="0" y="2503875"/>
                </a:lnTo>
                <a:lnTo>
                  <a:pt x="0" y="2478329"/>
                </a:lnTo>
                <a:lnTo>
                  <a:pt x="0" y="2452783"/>
                </a:lnTo>
                <a:lnTo>
                  <a:pt x="0" y="2427227"/>
                </a:lnTo>
                <a:lnTo>
                  <a:pt x="0" y="2401681"/>
                </a:lnTo>
                <a:lnTo>
                  <a:pt x="0" y="2376126"/>
                </a:lnTo>
                <a:lnTo>
                  <a:pt x="0" y="2350580"/>
                </a:lnTo>
                <a:lnTo>
                  <a:pt x="0" y="2325033"/>
                </a:lnTo>
                <a:lnTo>
                  <a:pt x="0" y="2299478"/>
                </a:lnTo>
                <a:lnTo>
                  <a:pt x="0" y="2273932"/>
                </a:lnTo>
                <a:lnTo>
                  <a:pt x="0" y="2248376"/>
                </a:lnTo>
                <a:lnTo>
                  <a:pt x="0" y="2222830"/>
                </a:lnTo>
                <a:lnTo>
                  <a:pt x="0" y="2197284"/>
                </a:lnTo>
                <a:lnTo>
                  <a:pt x="0" y="2171729"/>
                </a:lnTo>
                <a:lnTo>
                  <a:pt x="0" y="2146183"/>
                </a:lnTo>
                <a:lnTo>
                  <a:pt x="0" y="2120627"/>
                </a:lnTo>
                <a:lnTo>
                  <a:pt x="0" y="2095081"/>
                </a:lnTo>
                <a:lnTo>
                  <a:pt x="0" y="2069535"/>
                </a:lnTo>
                <a:lnTo>
                  <a:pt x="0" y="2043979"/>
                </a:lnTo>
                <a:lnTo>
                  <a:pt x="0" y="2018433"/>
                </a:lnTo>
                <a:lnTo>
                  <a:pt x="0" y="1992887"/>
                </a:lnTo>
                <a:lnTo>
                  <a:pt x="0" y="1967332"/>
                </a:lnTo>
                <a:lnTo>
                  <a:pt x="0" y="1941786"/>
                </a:lnTo>
                <a:lnTo>
                  <a:pt x="0" y="1916230"/>
                </a:lnTo>
                <a:lnTo>
                  <a:pt x="0" y="1890684"/>
                </a:lnTo>
                <a:lnTo>
                  <a:pt x="0" y="1865138"/>
                </a:lnTo>
                <a:lnTo>
                  <a:pt x="0" y="1839582"/>
                </a:lnTo>
                <a:lnTo>
                  <a:pt x="0" y="1814036"/>
                </a:lnTo>
                <a:lnTo>
                  <a:pt x="0" y="1788481"/>
                </a:lnTo>
                <a:lnTo>
                  <a:pt x="0" y="1762935"/>
                </a:lnTo>
                <a:lnTo>
                  <a:pt x="0" y="1737389"/>
                </a:lnTo>
                <a:lnTo>
                  <a:pt x="0" y="1711833"/>
                </a:lnTo>
                <a:lnTo>
                  <a:pt x="0" y="1686287"/>
                </a:lnTo>
                <a:lnTo>
                  <a:pt x="0" y="1660731"/>
                </a:lnTo>
                <a:lnTo>
                  <a:pt x="0" y="1635185"/>
                </a:lnTo>
                <a:lnTo>
                  <a:pt x="0" y="1609639"/>
                </a:lnTo>
                <a:lnTo>
                  <a:pt x="0" y="1584084"/>
                </a:lnTo>
                <a:lnTo>
                  <a:pt x="0" y="1558538"/>
                </a:lnTo>
                <a:lnTo>
                  <a:pt x="0" y="1532982"/>
                </a:lnTo>
                <a:lnTo>
                  <a:pt x="0" y="1507436"/>
                </a:lnTo>
                <a:lnTo>
                  <a:pt x="0" y="1481890"/>
                </a:lnTo>
                <a:lnTo>
                  <a:pt x="0" y="1456334"/>
                </a:lnTo>
                <a:lnTo>
                  <a:pt x="0" y="1430788"/>
                </a:lnTo>
                <a:lnTo>
                  <a:pt x="0" y="1405233"/>
                </a:lnTo>
                <a:lnTo>
                  <a:pt x="0" y="1379687"/>
                </a:lnTo>
                <a:lnTo>
                  <a:pt x="0" y="1354141"/>
                </a:lnTo>
                <a:lnTo>
                  <a:pt x="0" y="1328585"/>
                </a:lnTo>
                <a:lnTo>
                  <a:pt x="0" y="1303039"/>
                </a:lnTo>
                <a:lnTo>
                  <a:pt x="0" y="1277493"/>
                </a:lnTo>
                <a:lnTo>
                  <a:pt x="0" y="1251937"/>
                </a:lnTo>
                <a:lnTo>
                  <a:pt x="0" y="1226391"/>
                </a:lnTo>
                <a:lnTo>
                  <a:pt x="0" y="1200836"/>
                </a:lnTo>
                <a:lnTo>
                  <a:pt x="0" y="1175290"/>
                </a:lnTo>
                <a:lnTo>
                  <a:pt x="0" y="1149744"/>
                </a:lnTo>
                <a:lnTo>
                  <a:pt x="0" y="1124188"/>
                </a:lnTo>
                <a:lnTo>
                  <a:pt x="0" y="1098642"/>
                </a:lnTo>
                <a:lnTo>
                  <a:pt x="0" y="1073087"/>
                </a:lnTo>
                <a:lnTo>
                  <a:pt x="0" y="1047540"/>
                </a:lnTo>
                <a:lnTo>
                  <a:pt x="0" y="1021994"/>
                </a:lnTo>
                <a:lnTo>
                  <a:pt x="0" y="996439"/>
                </a:lnTo>
                <a:lnTo>
                  <a:pt x="0" y="970893"/>
                </a:lnTo>
                <a:lnTo>
                  <a:pt x="0" y="945337"/>
                </a:lnTo>
                <a:lnTo>
                  <a:pt x="0" y="919791"/>
                </a:lnTo>
                <a:lnTo>
                  <a:pt x="0" y="894245"/>
                </a:lnTo>
                <a:lnTo>
                  <a:pt x="0" y="868690"/>
                </a:lnTo>
                <a:lnTo>
                  <a:pt x="0" y="843143"/>
                </a:lnTo>
                <a:lnTo>
                  <a:pt x="0" y="817588"/>
                </a:lnTo>
                <a:lnTo>
                  <a:pt x="0" y="792042"/>
                </a:lnTo>
                <a:lnTo>
                  <a:pt x="0" y="766496"/>
                </a:lnTo>
                <a:lnTo>
                  <a:pt x="0" y="740940"/>
                </a:lnTo>
                <a:lnTo>
                  <a:pt x="0" y="715394"/>
                </a:lnTo>
                <a:lnTo>
                  <a:pt x="0" y="689848"/>
                </a:lnTo>
                <a:lnTo>
                  <a:pt x="0" y="664293"/>
                </a:lnTo>
                <a:lnTo>
                  <a:pt x="0" y="638747"/>
                </a:lnTo>
                <a:lnTo>
                  <a:pt x="0" y="613191"/>
                </a:lnTo>
                <a:lnTo>
                  <a:pt x="0" y="587645"/>
                </a:lnTo>
                <a:lnTo>
                  <a:pt x="0" y="562099"/>
                </a:lnTo>
                <a:lnTo>
                  <a:pt x="0" y="536543"/>
                </a:lnTo>
                <a:lnTo>
                  <a:pt x="0" y="510997"/>
                </a:lnTo>
                <a:lnTo>
                  <a:pt x="0" y="485442"/>
                </a:lnTo>
                <a:lnTo>
                  <a:pt x="0" y="459896"/>
                </a:lnTo>
                <a:lnTo>
                  <a:pt x="0" y="434350"/>
                </a:lnTo>
                <a:lnTo>
                  <a:pt x="0" y="408794"/>
                </a:lnTo>
                <a:lnTo>
                  <a:pt x="0" y="383248"/>
                </a:lnTo>
                <a:lnTo>
                  <a:pt x="0" y="357692"/>
                </a:lnTo>
                <a:lnTo>
                  <a:pt x="0" y="332146"/>
                </a:lnTo>
                <a:lnTo>
                  <a:pt x="0" y="306600"/>
                </a:lnTo>
                <a:lnTo>
                  <a:pt x="0" y="281045"/>
                </a:lnTo>
                <a:lnTo>
                  <a:pt x="0" y="255499"/>
                </a:lnTo>
                <a:lnTo>
                  <a:pt x="0" y="229953"/>
                </a:lnTo>
                <a:lnTo>
                  <a:pt x="0" y="204397"/>
                </a:lnTo>
                <a:lnTo>
                  <a:pt x="0" y="178851"/>
                </a:lnTo>
                <a:lnTo>
                  <a:pt x="0" y="153295"/>
                </a:lnTo>
                <a:lnTo>
                  <a:pt x="0" y="127749"/>
                </a:lnTo>
                <a:lnTo>
                  <a:pt x="0" y="102203"/>
                </a:lnTo>
                <a:lnTo>
                  <a:pt x="0" y="76648"/>
                </a:lnTo>
                <a:lnTo>
                  <a:pt x="0" y="51102"/>
                </a:lnTo>
                <a:lnTo>
                  <a:pt x="0" y="25546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4" name="phase-title-0">
            <a:extLst xmlns:a="http://schemas.openxmlformats.org/drawingml/2006/main">
              <a:ext uri="{FF2B5EF4-FFF2-40B4-BE49-F238E27FC236}">
                <a16:creationId xmlns:a16="http://schemas.microsoft.com/office/drawing/2014/main" id="{AD4CF86B-2153-4F66-9FDD-1C1887CF7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2496293"/>
            <a:ext cx="1428750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获取与识别</a:t>
            </a:r>
          </a:p>
        </p:txBody>
      </p:sp>
      <p:sp>
        <p:nvSpPr>
          <p:cNvPr id="5" name="phase-body-0">
            <a:extLst xmlns:a="http://schemas.openxmlformats.org/drawingml/2006/main">
              <a:ext uri="{FF2B5EF4-FFF2-40B4-BE49-F238E27FC236}">
                <a16:creationId xmlns:a16="http://schemas.microsoft.com/office/drawing/2014/main" id="{A1BEF06B-58B8-478B-8A3C-5712373BF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2850509"/>
            <a:ext cx="1428750" cy="587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让目标对象进</a:t>
            </a:r>
          </a:p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入并形成意向</a:t>
            </a:r>
          </a:p>
        </p:txBody>
      </p:sp>
      <p:sp>
        <p:nvSpPr>
          <p:cNvPr id="6" name="action-icon-shell-0-0">
            <a:extLst xmlns:a="http://schemas.openxmlformats.org/drawingml/2006/main">
              <a:ext uri="{FF2B5EF4-FFF2-40B4-BE49-F238E27FC236}">
                <a16:creationId xmlns:a16="http://schemas.microsoft.com/office/drawing/2014/main" id="{C812E2D8-DA50-4C13-9657-CC5B01A4D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2490788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6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909265e4fb44c39">
            <a:extLst>
              <a:ext uri="{96DAC541-7B7A-43D3-8B79-37D633B846F1}">
                <asvg:svgBlip xmlns:asvg="http://schemas.microsoft.com/office/drawing/2016/SVG/main" r:embed="Rdd83a035d39b4860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2566988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8" name="action-title-0-0">
            <a:extLst xmlns:a="http://schemas.openxmlformats.org/drawingml/2006/main">
              <a:ext uri="{FF2B5EF4-FFF2-40B4-BE49-F238E27FC236}">
                <a16:creationId xmlns:a16="http://schemas.microsoft.com/office/drawing/2014/main" id="{6AEB433A-61E4-46A7-BD4A-594DB718B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429770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标签体系</a:t>
            </a:r>
          </a:p>
        </p:txBody>
      </p:sp>
      <p:sp>
        <p:nvSpPr>
          <p:cNvPr id="9" name="action-body-0-0">
            <a:extLst xmlns:a="http://schemas.openxmlformats.org/drawingml/2006/main">
              <a:ext uri="{FF2B5EF4-FFF2-40B4-BE49-F238E27FC236}">
                <a16:creationId xmlns:a16="http://schemas.microsoft.com/office/drawing/2014/main" id="{DC8BA7A1-B963-48C1-BAF8-A85D694D6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658370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形成可识别对象</a:t>
            </a:r>
          </a:p>
        </p:txBody>
      </p:sp>
      <p:sp>
        <p:nvSpPr>
          <p:cNvPr id="10" name="action-icon-shell-0-1">
            <a:extLst xmlns:a="http://schemas.openxmlformats.org/drawingml/2006/main">
              <a:ext uri="{FF2B5EF4-FFF2-40B4-BE49-F238E27FC236}">
                <a16:creationId xmlns:a16="http://schemas.microsoft.com/office/drawing/2014/main" id="{52D6AE03-8313-4F89-A7AD-A4E227BBF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2490788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6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f577699baa5409d">
            <a:extLst>
              <a:ext uri="{96DAC541-7B7A-43D3-8B79-37D633B846F1}">
                <asvg:svgBlip xmlns:asvg="http://schemas.microsoft.com/office/drawing/2016/SVG/main" r:embed="R875e261891434c01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2566988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12" name="action-title-0-1">
            <a:extLst xmlns:a="http://schemas.openxmlformats.org/drawingml/2006/main">
              <a:ext uri="{FF2B5EF4-FFF2-40B4-BE49-F238E27FC236}">
                <a16:creationId xmlns:a16="http://schemas.microsoft.com/office/drawing/2014/main" id="{6E4A1A3D-0898-4623-8BEF-433B33B74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429770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渠道连接</a:t>
            </a:r>
          </a:p>
        </p:txBody>
      </p:sp>
      <p:sp>
        <p:nvSpPr>
          <p:cNvPr id="13" name="action-body-0-1">
            <a:extLst xmlns:a="http://schemas.openxmlformats.org/drawingml/2006/main">
              <a:ext uri="{FF2B5EF4-FFF2-40B4-BE49-F238E27FC236}">
                <a16:creationId xmlns:a16="http://schemas.microsoft.com/office/drawing/2014/main" id="{714F6F2B-9496-4CE6-B58D-F6E317B08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658370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连接主要触点</a:t>
            </a:r>
          </a:p>
        </p:txBody>
      </p:sp>
      <p:sp>
        <p:nvSpPr>
          <p:cNvPr id="14" name="action-icon-shell-0-2">
            <a:extLst xmlns:a="http://schemas.openxmlformats.org/drawingml/2006/main">
              <a:ext uri="{FF2B5EF4-FFF2-40B4-BE49-F238E27FC236}">
                <a16:creationId xmlns:a16="http://schemas.microsoft.com/office/drawing/2014/main" id="{E725BF16-A3FC-4698-B08B-D9331529B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3100388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7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17bb50bb0c8473f">
            <a:extLst>
              <a:ext uri="{96DAC541-7B7A-43D3-8B79-37D633B846F1}">
                <asvg:svgBlip xmlns:asvg="http://schemas.microsoft.com/office/drawing/2016/SVG/main" r:embed="R5153396219344310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3176588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16" name="action-title-0-2">
            <a:extLst xmlns:a="http://schemas.openxmlformats.org/drawingml/2006/main">
              <a:ext uri="{FF2B5EF4-FFF2-40B4-BE49-F238E27FC236}">
                <a16:creationId xmlns:a16="http://schemas.microsoft.com/office/drawing/2014/main" id="{3C1BA759-8722-44B1-A16E-C09EA045D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3039370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内容优化</a:t>
            </a:r>
          </a:p>
        </p:txBody>
      </p:sp>
      <p:sp>
        <p:nvSpPr>
          <p:cNvPr id="17" name="action-body-0-2">
            <a:extLst xmlns:a="http://schemas.openxmlformats.org/drawingml/2006/main">
              <a:ext uri="{FF2B5EF4-FFF2-40B4-BE49-F238E27FC236}">
                <a16:creationId xmlns:a16="http://schemas.microsoft.com/office/drawing/2014/main" id="{A2B749D1-2362-4FBE-AE99-C63668B94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3267970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提高触达质量</a:t>
            </a:r>
          </a:p>
        </p:txBody>
      </p:sp>
      <p:sp>
        <p:nvSpPr>
          <p:cNvPr id="18" name="action-icon-shell-0-3">
            <a:extLst xmlns:a="http://schemas.openxmlformats.org/drawingml/2006/main">
              <a:ext uri="{FF2B5EF4-FFF2-40B4-BE49-F238E27FC236}">
                <a16:creationId xmlns:a16="http://schemas.microsoft.com/office/drawing/2014/main" id="{271C6661-F322-4E1A-802B-6CBD3D045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3100388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7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7a1cdb590a24815">
            <a:extLst>
              <a:ext uri="{96DAC541-7B7A-43D3-8B79-37D633B846F1}">
                <asvg:svgBlip xmlns:asvg="http://schemas.microsoft.com/office/drawing/2016/SVG/main" r:embed="R2f6c9d7e01fb4d2c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3176588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20" name="action-title-0-3">
            <a:extLst xmlns:a="http://schemas.openxmlformats.org/drawingml/2006/main">
              <a:ext uri="{FF2B5EF4-FFF2-40B4-BE49-F238E27FC236}">
                <a16:creationId xmlns:a16="http://schemas.microsoft.com/office/drawing/2014/main" id="{D8E046E3-BF54-4B89-801D-51BD1600F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3039370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行为追踪</a:t>
            </a:r>
          </a:p>
        </p:txBody>
      </p:sp>
      <p:sp>
        <p:nvSpPr>
          <p:cNvPr id="21" name="action-body-0-3">
            <a:extLst xmlns:a="http://schemas.openxmlformats.org/drawingml/2006/main">
              <a:ext uri="{FF2B5EF4-FFF2-40B4-BE49-F238E27FC236}">
                <a16:creationId xmlns:a16="http://schemas.microsoft.com/office/drawing/2014/main" id="{3ABFEDF3-55B5-4D97-B6A1-1AF560183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3267970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记录关键反馈</a:t>
            </a:r>
          </a:p>
        </p:txBody>
      </p:sp>
      <p:sp>
        <p:nvSpPr>
          <p:cNvPr id="22" name="phase-rail-1">
            <a:extLst xmlns:a="http://schemas.openxmlformats.org/drawingml/2006/main">
              <a:ext uri="{FF2B5EF4-FFF2-40B4-BE49-F238E27FC236}">
                <a16:creationId xmlns:a16="http://schemas.microsoft.com/office/drawing/2014/main" id="{E02A38E8-E8E3-4B63-91BF-2F18121D5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4295775"/>
            <a:ext cx="514350" cy="1914134"/>
          </a:xfrm>
          <a:custGeom xmlns:a="http://schemas.openxmlformats.org/drawingml/2006/main">
            <a:pathLst>
              <a:path w="514350" h="1914134">
                <a:moveTo>
                  <a:pt x="0" y="0"/>
                </a:moveTo>
                <a:lnTo>
                  <a:pt x="17193" y="9554"/>
                </a:lnTo>
                <a:lnTo>
                  <a:pt x="34385" y="19098"/>
                </a:lnTo>
                <a:lnTo>
                  <a:pt x="51578" y="28651"/>
                </a:lnTo>
                <a:lnTo>
                  <a:pt x="68771" y="38205"/>
                </a:lnTo>
                <a:lnTo>
                  <a:pt x="85963" y="47758"/>
                </a:lnTo>
                <a:lnTo>
                  <a:pt x="103156" y="57302"/>
                </a:lnTo>
                <a:lnTo>
                  <a:pt x="120348" y="66856"/>
                </a:lnTo>
                <a:lnTo>
                  <a:pt x="137541" y="76410"/>
                </a:lnTo>
                <a:lnTo>
                  <a:pt x="154724" y="85963"/>
                </a:lnTo>
                <a:lnTo>
                  <a:pt x="171917" y="95507"/>
                </a:lnTo>
                <a:lnTo>
                  <a:pt x="189109" y="105061"/>
                </a:lnTo>
                <a:lnTo>
                  <a:pt x="206302" y="114614"/>
                </a:lnTo>
                <a:lnTo>
                  <a:pt x="223495" y="124168"/>
                </a:lnTo>
                <a:lnTo>
                  <a:pt x="240687" y="133712"/>
                </a:lnTo>
                <a:lnTo>
                  <a:pt x="257880" y="142484"/>
                </a:lnTo>
                <a:lnTo>
                  <a:pt x="275072" y="132931"/>
                </a:lnTo>
                <a:lnTo>
                  <a:pt x="292265" y="123377"/>
                </a:lnTo>
                <a:lnTo>
                  <a:pt x="309458" y="113833"/>
                </a:lnTo>
                <a:lnTo>
                  <a:pt x="326650" y="104280"/>
                </a:lnTo>
                <a:lnTo>
                  <a:pt x="343843" y="94726"/>
                </a:lnTo>
                <a:lnTo>
                  <a:pt x="361036" y="85173"/>
                </a:lnTo>
                <a:lnTo>
                  <a:pt x="378228" y="75629"/>
                </a:lnTo>
                <a:lnTo>
                  <a:pt x="395421" y="66075"/>
                </a:lnTo>
                <a:lnTo>
                  <a:pt x="412613" y="56521"/>
                </a:lnTo>
                <a:lnTo>
                  <a:pt x="429806" y="46968"/>
                </a:lnTo>
                <a:lnTo>
                  <a:pt x="446999" y="37424"/>
                </a:lnTo>
                <a:lnTo>
                  <a:pt x="464182" y="27870"/>
                </a:lnTo>
                <a:lnTo>
                  <a:pt x="481374" y="18317"/>
                </a:lnTo>
                <a:lnTo>
                  <a:pt x="498567" y="8763"/>
                </a:lnTo>
                <a:lnTo>
                  <a:pt x="514350" y="1619"/>
                </a:lnTo>
                <a:lnTo>
                  <a:pt x="514350" y="21279"/>
                </a:lnTo>
                <a:lnTo>
                  <a:pt x="514350" y="40948"/>
                </a:lnTo>
                <a:lnTo>
                  <a:pt x="514350" y="60617"/>
                </a:lnTo>
                <a:lnTo>
                  <a:pt x="514350" y="80286"/>
                </a:lnTo>
                <a:lnTo>
                  <a:pt x="514350" y="99955"/>
                </a:lnTo>
                <a:lnTo>
                  <a:pt x="514350" y="119615"/>
                </a:lnTo>
                <a:lnTo>
                  <a:pt x="514350" y="139284"/>
                </a:lnTo>
                <a:lnTo>
                  <a:pt x="514350" y="158953"/>
                </a:lnTo>
                <a:lnTo>
                  <a:pt x="514350" y="178622"/>
                </a:lnTo>
                <a:lnTo>
                  <a:pt x="514350" y="198282"/>
                </a:lnTo>
                <a:lnTo>
                  <a:pt x="514350" y="217951"/>
                </a:lnTo>
                <a:lnTo>
                  <a:pt x="514350" y="237620"/>
                </a:lnTo>
                <a:lnTo>
                  <a:pt x="514350" y="257289"/>
                </a:lnTo>
                <a:lnTo>
                  <a:pt x="514350" y="276958"/>
                </a:lnTo>
                <a:lnTo>
                  <a:pt x="514350" y="296618"/>
                </a:lnTo>
                <a:lnTo>
                  <a:pt x="514350" y="316287"/>
                </a:lnTo>
                <a:lnTo>
                  <a:pt x="514350" y="335956"/>
                </a:lnTo>
                <a:lnTo>
                  <a:pt x="514350" y="355625"/>
                </a:lnTo>
                <a:lnTo>
                  <a:pt x="514350" y="375295"/>
                </a:lnTo>
                <a:lnTo>
                  <a:pt x="514350" y="394954"/>
                </a:lnTo>
                <a:lnTo>
                  <a:pt x="514350" y="414623"/>
                </a:lnTo>
                <a:lnTo>
                  <a:pt x="514350" y="434292"/>
                </a:lnTo>
                <a:lnTo>
                  <a:pt x="514350" y="453961"/>
                </a:lnTo>
                <a:lnTo>
                  <a:pt x="514350" y="473621"/>
                </a:lnTo>
                <a:lnTo>
                  <a:pt x="514350" y="493290"/>
                </a:lnTo>
                <a:lnTo>
                  <a:pt x="514350" y="512959"/>
                </a:lnTo>
                <a:lnTo>
                  <a:pt x="514350" y="532628"/>
                </a:lnTo>
                <a:lnTo>
                  <a:pt x="514350" y="552298"/>
                </a:lnTo>
                <a:lnTo>
                  <a:pt x="514350" y="571957"/>
                </a:lnTo>
                <a:lnTo>
                  <a:pt x="514350" y="591626"/>
                </a:lnTo>
                <a:lnTo>
                  <a:pt x="514350" y="611295"/>
                </a:lnTo>
                <a:lnTo>
                  <a:pt x="514350" y="630965"/>
                </a:lnTo>
                <a:lnTo>
                  <a:pt x="514350" y="650624"/>
                </a:lnTo>
                <a:lnTo>
                  <a:pt x="514350" y="670293"/>
                </a:lnTo>
                <a:lnTo>
                  <a:pt x="514350" y="689962"/>
                </a:lnTo>
                <a:lnTo>
                  <a:pt x="514350" y="709632"/>
                </a:lnTo>
                <a:lnTo>
                  <a:pt x="514350" y="729301"/>
                </a:lnTo>
                <a:lnTo>
                  <a:pt x="514350" y="748960"/>
                </a:lnTo>
                <a:lnTo>
                  <a:pt x="514350" y="768629"/>
                </a:lnTo>
                <a:lnTo>
                  <a:pt x="514350" y="788299"/>
                </a:lnTo>
                <a:lnTo>
                  <a:pt x="514350" y="807968"/>
                </a:lnTo>
                <a:lnTo>
                  <a:pt x="514350" y="827637"/>
                </a:lnTo>
                <a:lnTo>
                  <a:pt x="514350" y="847296"/>
                </a:lnTo>
                <a:lnTo>
                  <a:pt x="514350" y="866966"/>
                </a:lnTo>
                <a:lnTo>
                  <a:pt x="514350" y="886635"/>
                </a:lnTo>
                <a:lnTo>
                  <a:pt x="514350" y="906304"/>
                </a:lnTo>
                <a:lnTo>
                  <a:pt x="514350" y="925963"/>
                </a:lnTo>
                <a:lnTo>
                  <a:pt x="514350" y="945632"/>
                </a:lnTo>
                <a:lnTo>
                  <a:pt x="514350" y="965302"/>
                </a:lnTo>
                <a:lnTo>
                  <a:pt x="514350" y="984971"/>
                </a:lnTo>
                <a:lnTo>
                  <a:pt x="514350" y="1004640"/>
                </a:lnTo>
                <a:lnTo>
                  <a:pt x="514350" y="1024299"/>
                </a:lnTo>
                <a:lnTo>
                  <a:pt x="514350" y="1043969"/>
                </a:lnTo>
                <a:lnTo>
                  <a:pt x="514350" y="1063638"/>
                </a:lnTo>
                <a:lnTo>
                  <a:pt x="514350" y="1083307"/>
                </a:lnTo>
                <a:lnTo>
                  <a:pt x="514350" y="1102966"/>
                </a:lnTo>
                <a:lnTo>
                  <a:pt x="514350" y="1122636"/>
                </a:lnTo>
                <a:lnTo>
                  <a:pt x="514350" y="1142305"/>
                </a:lnTo>
                <a:lnTo>
                  <a:pt x="514350" y="1161974"/>
                </a:lnTo>
                <a:lnTo>
                  <a:pt x="514350" y="1181643"/>
                </a:lnTo>
                <a:lnTo>
                  <a:pt x="514350" y="1201303"/>
                </a:lnTo>
                <a:lnTo>
                  <a:pt x="514350" y="1220972"/>
                </a:lnTo>
                <a:lnTo>
                  <a:pt x="514350" y="1240641"/>
                </a:lnTo>
                <a:lnTo>
                  <a:pt x="514350" y="1260310"/>
                </a:lnTo>
                <a:lnTo>
                  <a:pt x="514350" y="1279970"/>
                </a:lnTo>
                <a:lnTo>
                  <a:pt x="514350" y="1299639"/>
                </a:lnTo>
                <a:lnTo>
                  <a:pt x="514350" y="1319308"/>
                </a:lnTo>
                <a:lnTo>
                  <a:pt x="514350" y="1338977"/>
                </a:lnTo>
                <a:lnTo>
                  <a:pt x="514350" y="1358646"/>
                </a:lnTo>
                <a:lnTo>
                  <a:pt x="514350" y="1378306"/>
                </a:lnTo>
                <a:lnTo>
                  <a:pt x="514350" y="1397975"/>
                </a:lnTo>
                <a:lnTo>
                  <a:pt x="514350" y="1417644"/>
                </a:lnTo>
                <a:lnTo>
                  <a:pt x="514350" y="1437313"/>
                </a:lnTo>
                <a:lnTo>
                  <a:pt x="514350" y="1456982"/>
                </a:lnTo>
                <a:lnTo>
                  <a:pt x="514350" y="1476642"/>
                </a:lnTo>
                <a:lnTo>
                  <a:pt x="514350" y="1496311"/>
                </a:lnTo>
                <a:lnTo>
                  <a:pt x="514350" y="1515980"/>
                </a:lnTo>
                <a:lnTo>
                  <a:pt x="514350" y="1535649"/>
                </a:lnTo>
                <a:lnTo>
                  <a:pt x="514350" y="1555309"/>
                </a:lnTo>
                <a:lnTo>
                  <a:pt x="514350" y="1574978"/>
                </a:lnTo>
                <a:lnTo>
                  <a:pt x="514350" y="1594647"/>
                </a:lnTo>
                <a:lnTo>
                  <a:pt x="514350" y="1614316"/>
                </a:lnTo>
                <a:lnTo>
                  <a:pt x="514350" y="1633985"/>
                </a:lnTo>
                <a:lnTo>
                  <a:pt x="514350" y="1653645"/>
                </a:lnTo>
                <a:lnTo>
                  <a:pt x="514350" y="1673314"/>
                </a:lnTo>
                <a:lnTo>
                  <a:pt x="514350" y="1692983"/>
                </a:lnTo>
                <a:lnTo>
                  <a:pt x="514350" y="1712652"/>
                </a:lnTo>
                <a:lnTo>
                  <a:pt x="514350" y="1732312"/>
                </a:lnTo>
                <a:lnTo>
                  <a:pt x="514350" y="1751981"/>
                </a:lnTo>
                <a:lnTo>
                  <a:pt x="514350" y="1771650"/>
                </a:lnTo>
                <a:lnTo>
                  <a:pt x="497157" y="1781204"/>
                </a:lnTo>
                <a:lnTo>
                  <a:pt x="479965" y="1790748"/>
                </a:lnTo>
                <a:lnTo>
                  <a:pt x="462772" y="1800301"/>
                </a:lnTo>
                <a:lnTo>
                  <a:pt x="445580" y="1809855"/>
                </a:lnTo>
                <a:lnTo>
                  <a:pt x="428387" y="1819408"/>
                </a:lnTo>
                <a:lnTo>
                  <a:pt x="411194" y="1828952"/>
                </a:lnTo>
                <a:lnTo>
                  <a:pt x="394002" y="1838506"/>
                </a:lnTo>
                <a:lnTo>
                  <a:pt x="376809" y="1848060"/>
                </a:lnTo>
                <a:lnTo>
                  <a:pt x="359626" y="1857613"/>
                </a:lnTo>
                <a:lnTo>
                  <a:pt x="342433" y="1867157"/>
                </a:lnTo>
                <a:lnTo>
                  <a:pt x="325241" y="1876711"/>
                </a:lnTo>
                <a:lnTo>
                  <a:pt x="308048" y="1886264"/>
                </a:lnTo>
                <a:lnTo>
                  <a:pt x="290855" y="1895818"/>
                </a:lnTo>
                <a:lnTo>
                  <a:pt x="273663" y="1905362"/>
                </a:lnTo>
                <a:lnTo>
                  <a:pt x="256470" y="1914134"/>
                </a:lnTo>
                <a:lnTo>
                  <a:pt x="239278" y="1904581"/>
                </a:lnTo>
                <a:lnTo>
                  <a:pt x="222085" y="1895027"/>
                </a:lnTo>
                <a:lnTo>
                  <a:pt x="204892" y="1885483"/>
                </a:lnTo>
                <a:lnTo>
                  <a:pt x="187700" y="1875930"/>
                </a:lnTo>
                <a:lnTo>
                  <a:pt x="170507" y="1866376"/>
                </a:lnTo>
                <a:lnTo>
                  <a:pt x="153314" y="1856823"/>
                </a:lnTo>
                <a:lnTo>
                  <a:pt x="136122" y="1847279"/>
                </a:lnTo>
                <a:lnTo>
                  <a:pt x="118929" y="1837725"/>
                </a:lnTo>
                <a:lnTo>
                  <a:pt x="101737" y="1828171"/>
                </a:lnTo>
                <a:lnTo>
                  <a:pt x="84544" y="1818618"/>
                </a:lnTo>
                <a:lnTo>
                  <a:pt x="67351" y="1809074"/>
                </a:lnTo>
                <a:lnTo>
                  <a:pt x="50168" y="1799520"/>
                </a:lnTo>
                <a:lnTo>
                  <a:pt x="32976" y="1789967"/>
                </a:lnTo>
                <a:lnTo>
                  <a:pt x="15783" y="1780413"/>
                </a:lnTo>
                <a:lnTo>
                  <a:pt x="0" y="1770031"/>
                </a:lnTo>
                <a:lnTo>
                  <a:pt x="0" y="1750371"/>
                </a:lnTo>
                <a:lnTo>
                  <a:pt x="0" y="1730702"/>
                </a:lnTo>
                <a:lnTo>
                  <a:pt x="0" y="1711033"/>
                </a:lnTo>
                <a:lnTo>
                  <a:pt x="0" y="1691364"/>
                </a:lnTo>
                <a:lnTo>
                  <a:pt x="0" y="1671695"/>
                </a:lnTo>
                <a:lnTo>
                  <a:pt x="0" y="1652035"/>
                </a:lnTo>
                <a:lnTo>
                  <a:pt x="0" y="1632366"/>
                </a:lnTo>
                <a:lnTo>
                  <a:pt x="0" y="1612697"/>
                </a:lnTo>
                <a:lnTo>
                  <a:pt x="0" y="1593028"/>
                </a:lnTo>
                <a:lnTo>
                  <a:pt x="0" y="1573368"/>
                </a:lnTo>
                <a:lnTo>
                  <a:pt x="0" y="1553699"/>
                </a:lnTo>
                <a:lnTo>
                  <a:pt x="0" y="1534030"/>
                </a:lnTo>
                <a:lnTo>
                  <a:pt x="0" y="1514361"/>
                </a:lnTo>
                <a:lnTo>
                  <a:pt x="0" y="1494692"/>
                </a:lnTo>
                <a:lnTo>
                  <a:pt x="0" y="1475032"/>
                </a:lnTo>
                <a:lnTo>
                  <a:pt x="0" y="1455363"/>
                </a:lnTo>
                <a:lnTo>
                  <a:pt x="0" y="1435694"/>
                </a:lnTo>
                <a:lnTo>
                  <a:pt x="0" y="1416025"/>
                </a:lnTo>
                <a:lnTo>
                  <a:pt x="0" y="1396355"/>
                </a:lnTo>
                <a:lnTo>
                  <a:pt x="0" y="1376696"/>
                </a:lnTo>
                <a:lnTo>
                  <a:pt x="0" y="1357027"/>
                </a:lnTo>
                <a:lnTo>
                  <a:pt x="0" y="1337358"/>
                </a:lnTo>
                <a:lnTo>
                  <a:pt x="0" y="1317689"/>
                </a:lnTo>
                <a:lnTo>
                  <a:pt x="0" y="1298029"/>
                </a:lnTo>
                <a:lnTo>
                  <a:pt x="0" y="1278360"/>
                </a:lnTo>
                <a:lnTo>
                  <a:pt x="0" y="1258691"/>
                </a:lnTo>
                <a:lnTo>
                  <a:pt x="0" y="1239022"/>
                </a:lnTo>
                <a:lnTo>
                  <a:pt x="0" y="1219352"/>
                </a:lnTo>
                <a:lnTo>
                  <a:pt x="0" y="1199693"/>
                </a:lnTo>
                <a:lnTo>
                  <a:pt x="0" y="1180024"/>
                </a:lnTo>
                <a:lnTo>
                  <a:pt x="0" y="1160355"/>
                </a:lnTo>
                <a:lnTo>
                  <a:pt x="0" y="1140685"/>
                </a:lnTo>
                <a:lnTo>
                  <a:pt x="0" y="1121026"/>
                </a:lnTo>
                <a:lnTo>
                  <a:pt x="0" y="1101357"/>
                </a:lnTo>
                <a:lnTo>
                  <a:pt x="0" y="1081688"/>
                </a:lnTo>
                <a:lnTo>
                  <a:pt x="0" y="1062018"/>
                </a:lnTo>
                <a:lnTo>
                  <a:pt x="0" y="1042349"/>
                </a:lnTo>
                <a:lnTo>
                  <a:pt x="0" y="1022690"/>
                </a:lnTo>
                <a:lnTo>
                  <a:pt x="0" y="1003021"/>
                </a:lnTo>
                <a:lnTo>
                  <a:pt x="0" y="983351"/>
                </a:lnTo>
                <a:lnTo>
                  <a:pt x="0" y="963682"/>
                </a:lnTo>
                <a:lnTo>
                  <a:pt x="0" y="944023"/>
                </a:lnTo>
                <a:lnTo>
                  <a:pt x="0" y="924354"/>
                </a:lnTo>
                <a:lnTo>
                  <a:pt x="0" y="904685"/>
                </a:lnTo>
                <a:lnTo>
                  <a:pt x="0" y="885015"/>
                </a:lnTo>
                <a:lnTo>
                  <a:pt x="0" y="865346"/>
                </a:lnTo>
                <a:lnTo>
                  <a:pt x="0" y="845687"/>
                </a:lnTo>
                <a:lnTo>
                  <a:pt x="0" y="826018"/>
                </a:lnTo>
                <a:lnTo>
                  <a:pt x="0" y="806348"/>
                </a:lnTo>
                <a:lnTo>
                  <a:pt x="0" y="786679"/>
                </a:lnTo>
                <a:lnTo>
                  <a:pt x="0" y="767010"/>
                </a:lnTo>
                <a:lnTo>
                  <a:pt x="0" y="747351"/>
                </a:lnTo>
                <a:lnTo>
                  <a:pt x="0" y="727681"/>
                </a:lnTo>
                <a:lnTo>
                  <a:pt x="0" y="708012"/>
                </a:lnTo>
                <a:lnTo>
                  <a:pt x="0" y="688343"/>
                </a:lnTo>
                <a:lnTo>
                  <a:pt x="0" y="668684"/>
                </a:lnTo>
                <a:lnTo>
                  <a:pt x="0" y="649014"/>
                </a:lnTo>
                <a:lnTo>
                  <a:pt x="0" y="629345"/>
                </a:lnTo>
                <a:lnTo>
                  <a:pt x="0" y="609676"/>
                </a:lnTo>
                <a:lnTo>
                  <a:pt x="0" y="590007"/>
                </a:lnTo>
                <a:lnTo>
                  <a:pt x="0" y="570347"/>
                </a:lnTo>
                <a:lnTo>
                  <a:pt x="0" y="550678"/>
                </a:lnTo>
                <a:lnTo>
                  <a:pt x="0" y="531009"/>
                </a:lnTo>
                <a:lnTo>
                  <a:pt x="0" y="511340"/>
                </a:lnTo>
                <a:lnTo>
                  <a:pt x="0" y="491681"/>
                </a:lnTo>
                <a:lnTo>
                  <a:pt x="0" y="472011"/>
                </a:lnTo>
                <a:lnTo>
                  <a:pt x="0" y="452342"/>
                </a:lnTo>
                <a:lnTo>
                  <a:pt x="0" y="432673"/>
                </a:lnTo>
                <a:lnTo>
                  <a:pt x="0" y="413004"/>
                </a:lnTo>
                <a:lnTo>
                  <a:pt x="0" y="393344"/>
                </a:lnTo>
                <a:lnTo>
                  <a:pt x="0" y="373675"/>
                </a:lnTo>
                <a:lnTo>
                  <a:pt x="0" y="354006"/>
                </a:lnTo>
                <a:lnTo>
                  <a:pt x="0" y="334337"/>
                </a:lnTo>
                <a:lnTo>
                  <a:pt x="0" y="314668"/>
                </a:lnTo>
                <a:lnTo>
                  <a:pt x="0" y="295008"/>
                </a:lnTo>
                <a:lnTo>
                  <a:pt x="0" y="275339"/>
                </a:lnTo>
                <a:lnTo>
                  <a:pt x="0" y="255670"/>
                </a:lnTo>
                <a:lnTo>
                  <a:pt x="0" y="236001"/>
                </a:lnTo>
                <a:lnTo>
                  <a:pt x="0" y="216341"/>
                </a:lnTo>
                <a:lnTo>
                  <a:pt x="0" y="196672"/>
                </a:lnTo>
                <a:lnTo>
                  <a:pt x="0" y="177003"/>
                </a:lnTo>
                <a:lnTo>
                  <a:pt x="0" y="157334"/>
                </a:lnTo>
                <a:lnTo>
                  <a:pt x="0" y="137665"/>
                </a:lnTo>
                <a:lnTo>
                  <a:pt x="0" y="118005"/>
                </a:lnTo>
                <a:lnTo>
                  <a:pt x="0" y="98336"/>
                </a:lnTo>
                <a:lnTo>
                  <a:pt x="0" y="78667"/>
                </a:lnTo>
                <a:lnTo>
                  <a:pt x="0" y="58998"/>
                </a:lnTo>
                <a:lnTo>
                  <a:pt x="0" y="39338"/>
                </a:lnTo>
                <a:lnTo>
                  <a:pt x="0" y="19669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23" name="phase-title-1">
            <a:extLst xmlns:a="http://schemas.openxmlformats.org/drawingml/2006/main">
              <a:ext uri="{FF2B5EF4-FFF2-40B4-BE49-F238E27FC236}">
                <a16:creationId xmlns:a16="http://schemas.microsoft.com/office/drawing/2014/main" id="{DFE61D6C-D9F3-4EB4-B2E7-08C655CB3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4782293"/>
            <a:ext cx="1428750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培育与转化</a:t>
            </a:r>
          </a:p>
        </p:txBody>
      </p:sp>
      <p:sp>
        <p:nvSpPr>
          <p:cNvPr id="24" name="phase-body-1">
            <a:extLst xmlns:a="http://schemas.openxmlformats.org/drawingml/2006/main">
              <a:ext uri="{FF2B5EF4-FFF2-40B4-BE49-F238E27FC236}">
                <a16:creationId xmlns:a16="http://schemas.microsoft.com/office/drawing/2014/main" id="{F1422CB9-E967-4F58-B541-98B9C5915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5136509"/>
            <a:ext cx="1428750" cy="587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让有效意向沉</a:t>
            </a:r>
          </a:p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淀为长期价值</a:t>
            </a:r>
          </a:p>
        </p:txBody>
      </p:sp>
      <p:sp>
        <p:nvSpPr>
          <p:cNvPr id="25" name="action-icon-shell-1-0">
            <a:extLst xmlns:a="http://schemas.openxmlformats.org/drawingml/2006/main">
              <a:ext uri="{FF2B5EF4-FFF2-40B4-BE49-F238E27FC236}">
                <a16:creationId xmlns:a16="http://schemas.microsoft.com/office/drawing/2014/main" id="{F630D2C0-5889-4E29-9868-22AFBF49E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5081588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8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e5be69fa004448a">
            <a:extLst>
              <a:ext uri="{96DAC541-7B7A-43D3-8B79-37D633B846F1}">
                <asvg:svgBlip xmlns:asvg="http://schemas.microsoft.com/office/drawing/2016/SVG/main" r:embed="R1cc06c806b0b419b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5157788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27" name="action-title-1-0">
            <a:extLst xmlns:a="http://schemas.openxmlformats.org/drawingml/2006/main">
              <a:ext uri="{FF2B5EF4-FFF2-40B4-BE49-F238E27FC236}">
                <a16:creationId xmlns:a16="http://schemas.microsoft.com/office/drawing/2014/main" id="{738A5C54-8677-4739-A4B6-3BF1E2B48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5020570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数据打通</a:t>
            </a:r>
          </a:p>
        </p:txBody>
      </p:sp>
      <p:sp>
        <p:nvSpPr>
          <p:cNvPr id="28" name="action-body-1-0">
            <a:extLst xmlns:a="http://schemas.openxmlformats.org/drawingml/2006/main">
              <a:ext uri="{FF2B5EF4-FFF2-40B4-BE49-F238E27FC236}">
                <a16:creationId xmlns:a16="http://schemas.microsoft.com/office/drawing/2014/main" id="{C105EAD8-B51B-4564-909D-9EA38D346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5249170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统一分析对象</a:t>
            </a:r>
          </a:p>
        </p:txBody>
      </p:sp>
      <p:sp>
        <p:nvSpPr>
          <p:cNvPr id="29" name="action-icon-shell-1-1">
            <a:extLst xmlns:a="http://schemas.openxmlformats.org/drawingml/2006/main">
              <a:ext uri="{FF2B5EF4-FFF2-40B4-BE49-F238E27FC236}">
                <a16:creationId xmlns:a16="http://schemas.microsoft.com/office/drawing/2014/main" id="{8512881B-228D-42CC-99C3-756E27654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5081588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8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2e981bbda934e88">
            <a:extLst>
              <a:ext uri="{96DAC541-7B7A-43D3-8B79-37D633B846F1}">
                <asvg:svgBlip xmlns:asvg="http://schemas.microsoft.com/office/drawing/2016/SVG/main" r:embed="Rdf44f33078994e71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5157788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31" name="action-title-1-1">
            <a:extLst xmlns:a="http://schemas.openxmlformats.org/drawingml/2006/main">
              <a:ext uri="{FF2B5EF4-FFF2-40B4-BE49-F238E27FC236}">
                <a16:creationId xmlns:a16="http://schemas.microsoft.com/office/drawing/2014/main" id="{D5720D26-8011-4BB5-97CF-A2BA8D4C8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5020570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自动分群</a:t>
            </a:r>
          </a:p>
        </p:txBody>
      </p:sp>
      <p:sp>
        <p:nvSpPr>
          <p:cNvPr id="32" name="action-body-1-1">
            <a:extLst xmlns:a="http://schemas.openxmlformats.org/drawingml/2006/main">
              <a:ext uri="{FF2B5EF4-FFF2-40B4-BE49-F238E27FC236}">
                <a16:creationId xmlns:a16="http://schemas.microsoft.com/office/drawing/2014/main" id="{862E8F7F-C972-4FE8-B501-DDE4D3F96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5249170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指导持续运营</a:t>
            </a:r>
          </a:p>
        </p:txBody>
      </p:sp>
      <p:sp>
        <p:nvSpPr>
          <p:cNvPr id="33" name="funnel-step-body-0">
            <a:extLst xmlns:a="http://schemas.openxmlformats.org/drawingml/2006/main">
              <a:ext uri="{FF2B5EF4-FFF2-40B4-BE49-F238E27FC236}">
                <a16:creationId xmlns:a16="http://schemas.microsoft.com/office/drawing/2014/main" id="{A6D7610C-F013-40F4-81B7-1BD386592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52750" y="2514600"/>
            <a:ext cx="3331178" cy="807244"/>
          </a:xfrm>
          <a:custGeom xmlns:a="http://schemas.openxmlformats.org/drawingml/2006/main">
            <a:pathLst>
              <a:path w="3331178" h="807244">
                <a:moveTo>
                  <a:pt x="0" y="0"/>
                </a:moveTo>
                <a:lnTo>
                  <a:pt x="15011" y="27756"/>
                </a:lnTo>
                <a:lnTo>
                  <a:pt x="30032" y="55502"/>
                </a:lnTo>
                <a:lnTo>
                  <a:pt x="45044" y="83258"/>
                </a:lnTo>
                <a:lnTo>
                  <a:pt x="60065" y="111014"/>
                </a:lnTo>
                <a:lnTo>
                  <a:pt x="75076" y="138760"/>
                </a:lnTo>
                <a:lnTo>
                  <a:pt x="90087" y="166516"/>
                </a:lnTo>
                <a:lnTo>
                  <a:pt x="105108" y="194262"/>
                </a:lnTo>
                <a:lnTo>
                  <a:pt x="120120" y="222018"/>
                </a:lnTo>
                <a:lnTo>
                  <a:pt x="135141" y="249774"/>
                </a:lnTo>
                <a:lnTo>
                  <a:pt x="150152" y="277520"/>
                </a:lnTo>
                <a:lnTo>
                  <a:pt x="165164" y="305276"/>
                </a:lnTo>
                <a:lnTo>
                  <a:pt x="180184" y="333032"/>
                </a:lnTo>
                <a:lnTo>
                  <a:pt x="195196" y="360778"/>
                </a:lnTo>
                <a:lnTo>
                  <a:pt x="210217" y="388534"/>
                </a:lnTo>
                <a:lnTo>
                  <a:pt x="225228" y="416281"/>
                </a:lnTo>
                <a:lnTo>
                  <a:pt x="240249" y="444036"/>
                </a:lnTo>
                <a:lnTo>
                  <a:pt x="255260" y="471792"/>
                </a:lnTo>
                <a:lnTo>
                  <a:pt x="270272" y="499539"/>
                </a:lnTo>
                <a:lnTo>
                  <a:pt x="285293" y="527294"/>
                </a:lnTo>
                <a:lnTo>
                  <a:pt x="300304" y="555050"/>
                </a:lnTo>
                <a:lnTo>
                  <a:pt x="315325" y="582797"/>
                </a:lnTo>
                <a:lnTo>
                  <a:pt x="330337" y="610553"/>
                </a:lnTo>
                <a:lnTo>
                  <a:pt x="345348" y="638299"/>
                </a:lnTo>
                <a:lnTo>
                  <a:pt x="360369" y="666055"/>
                </a:lnTo>
                <a:lnTo>
                  <a:pt x="375380" y="693811"/>
                </a:lnTo>
                <a:lnTo>
                  <a:pt x="390401" y="721557"/>
                </a:lnTo>
                <a:lnTo>
                  <a:pt x="411366" y="743064"/>
                </a:lnTo>
                <a:lnTo>
                  <a:pt x="441579" y="752046"/>
                </a:lnTo>
                <a:lnTo>
                  <a:pt x="472526" y="758200"/>
                </a:lnTo>
                <a:lnTo>
                  <a:pt x="503701" y="763057"/>
                </a:lnTo>
                <a:lnTo>
                  <a:pt x="534991" y="767115"/>
                </a:lnTo>
                <a:lnTo>
                  <a:pt x="566347" y="770639"/>
                </a:lnTo>
                <a:lnTo>
                  <a:pt x="597741" y="773754"/>
                </a:lnTo>
                <a:lnTo>
                  <a:pt x="629174" y="776554"/>
                </a:lnTo>
                <a:lnTo>
                  <a:pt x="660625" y="779078"/>
                </a:lnTo>
                <a:lnTo>
                  <a:pt x="692096" y="781393"/>
                </a:lnTo>
                <a:lnTo>
                  <a:pt x="723576" y="783517"/>
                </a:lnTo>
                <a:lnTo>
                  <a:pt x="755075" y="785479"/>
                </a:lnTo>
                <a:lnTo>
                  <a:pt x="786575" y="787298"/>
                </a:lnTo>
                <a:lnTo>
                  <a:pt x="818083" y="788984"/>
                </a:lnTo>
                <a:lnTo>
                  <a:pt x="849592" y="790556"/>
                </a:lnTo>
                <a:lnTo>
                  <a:pt x="881120" y="792023"/>
                </a:lnTo>
                <a:lnTo>
                  <a:pt x="912638" y="793394"/>
                </a:lnTo>
                <a:lnTo>
                  <a:pt x="944166" y="794671"/>
                </a:lnTo>
                <a:lnTo>
                  <a:pt x="975703" y="795861"/>
                </a:lnTo>
                <a:lnTo>
                  <a:pt x="1007231" y="796985"/>
                </a:lnTo>
                <a:lnTo>
                  <a:pt x="1038768" y="798033"/>
                </a:lnTo>
                <a:lnTo>
                  <a:pt x="1070305" y="798995"/>
                </a:lnTo>
                <a:lnTo>
                  <a:pt x="1101852" y="799900"/>
                </a:lnTo>
                <a:lnTo>
                  <a:pt x="1133389" y="800748"/>
                </a:lnTo>
                <a:lnTo>
                  <a:pt x="1164936" y="801538"/>
                </a:lnTo>
                <a:lnTo>
                  <a:pt x="1196483" y="802262"/>
                </a:lnTo>
                <a:lnTo>
                  <a:pt x="1228030" y="802938"/>
                </a:lnTo>
                <a:lnTo>
                  <a:pt x="1259576" y="803548"/>
                </a:lnTo>
                <a:lnTo>
                  <a:pt x="1291123" y="804110"/>
                </a:lnTo>
                <a:lnTo>
                  <a:pt x="1322680" y="804624"/>
                </a:lnTo>
                <a:lnTo>
                  <a:pt x="1354226" y="805091"/>
                </a:lnTo>
                <a:lnTo>
                  <a:pt x="1385773" y="805510"/>
                </a:lnTo>
                <a:lnTo>
                  <a:pt x="1417330" y="805882"/>
                </a:lnTo>
                <a:lnTo>
                  <a:pt x="1448886" y="806206"/>
                </a:lnTo>
                <a:lnTo>
                  <a:pt x="1480433" y="806482"/>
                </a:lnTo>
                <a:lnTo>
                  <a:pt x="1511989" y="806720"/>
                </a:lnTo>
                <a:lnTo>
                  <a:pt x="1543545" y="806910"/>
                </a:lnTo>
                <a:lnTo>
                  <a:pt x="1575092" y="807063"/>
                </a:lnTo>
                <a:lnTo>
                  <a:pt x="1606648" y="807168"/>
                </a:lnTo>
                <a:lnTo>
                  <a:pt x="1638205" y="807225"/>
                </a:lnTo>
                <a:lnTo>
                  <a:pt x="1669752" y="807244"/>
                </a:lnTo>
                <a:lnTo>
                  <a:pt x="1701308" y="807215"/>
                </a:lnTo>
                <a:lnTo>
                  <a:pt x="1732864" y="807149"/>
                </a:lnTo>
                <a:lnTo>
                  <a:pt x="1764421" y="807034"/>
                </a:lnTo>
                <a:lnTo>
                  <a:pt x="1795967" y="806882"/>
                </a:lnTo>
                <a:lnTo>
                  <a:pt x="1827524" y="806682"/>
                </a:lnTo>
                <a:lnTo>
                  <a:pt x="1859080" y="806434"/>
                </a:lnTo>
                <a:lnTo>
                  <a:pt x="1890627" y="806148"/>
                </a:lnTo>
                <a:lnTo>
                  <a:pt x="1922183" y="805815"/>
                </a:lnTo>
                <a:lnTo>
                  <a:pt x="1953730" y="805434"/>
                </a:lnTo>
                <a:lnTo>
                  <a:pt x="1985286" y="805015"/>
                </a:lnTo>
                <a:lnTo>
                  <a:pt x="2016833" y="804539"/>
                </a:lnTo>
                <a:lnTo>
                  <a:pt x="2048380" y="804015"/>
                </a:lnTo>
                <a:lnTo>
                  <a:pt x="2079936" y="803443"/>
                </a:lnTo>
                <a:lnTo>
                  <a:pt x="2111483" y="802815"/>
                </a:lnTo>
                <a:lnTo>
                  <a:pt x="2143030" y="802129"/>
                </a:lnTo>
                <a:lnTo>
                  <a:pt x="2174577" y="801395"/>
                </a:lnTo>
                <a:lnTo>
                  <a:pt x="2206114" y="800595"/>
                </a:lnTo>
                <a:lnTo>
                  <a:pt x="2237661" y="799748"/>
                </a:lnTo>
                <a:lnTo>
                  <a:pt x="2269198" y="798833"/>
                </a:lnTo>
                <a:lnTo>
                  <a:pt x="2300735" y="797843"/>
                </a:lnTo>
                <a:lnTo>
                  <a:pt x="2332272" y="796785"/>
                </a:lnTo>
                <a:lnTo>
                  <a:pt x="2363810" y="795652"/>
                </a:lnTo>
                <a:lnTo>
                  <a:pt x="2395337" y="794442"/>
                </a:lnTo>
                <a:lnTo>
                  <a:pt x="2426865" y="793156"/>
                </a:lnTo>
                <a:lnTo>
                  <a:pt x="2458393" y="791766"/>
                </a:lnTo>
                <a:lnTo>
                  <a:pt x="2489911" y="790280"/>
                </a:lnTo>
                <a:lnTo>
                  <a:pt x="2521420" y="788689"/>
                </a:lnTo>
                <a:lnTo>
                  <a:pt x="2552929" y="786975"/>
                </a:lnTo>
                <a:lnTo>
                  <a:pt x="2584428" y="785136"/>
                </a:lnTo>
                <a:lnTo>
                  <a:pt x="2615917" y="783136"/>
                </a:lnTo>
                <a:lnTo>
                  <a:pt x="2647398" y="780993"/>
                </a:lnTo>
                <a:lnTo>
                  <a:pt x="2678868" y="778640"/>
                </a:lnTo>
                <a:lnTo>
                  <a:pt x="2710320" y="776059"/>
                </a:lnTo>
                <a:lnTo>
                  <a:pt x="2741743" y="773211"/>
                </a:lnTo>
                <a:lnTo>
                  <a:pt x="2773137" y="770030"/>
                </a:lnTo>
                <a:lnTo>
                  <a:pt x="2804484" y="766420"/>
                </a:lnTo>
                <a:lnTo>
                  <a:pt x="2835754" y="762238"/>
                </a:lnTo>
                <a:lnTo>
                  <a:pt x="2866901" y="757199"/>
                </a:lnTo>
                <a:lnTo>
                  <a:pt x="2897772" y="750703"/>
                </a:lnTo>
                <a:lnTo>
                  <a:pt x="2927652" y="740721"/>
                </a:lnTo>
                <a:lnTo>
                  <a:pt x="2946092" y="716490"/>
                </a:lnTo>
                <a:lnTo>
                  <a:pt x="2961113" y="688743"/>
                </a:lnTo>
                <a:lnTo>
                  <a:pt x="2976124" y="660987"/>
                </a:lnTo>
                <a:lnTo>
                  <a:pt x="2991145" y="633232"/>
                </a:lnTo>
                <a:lnTo>
                  <a:pt x="3006157" y="605485"/>
                </a:lnTo>
                <a:lnTo>
                  <a:pt x="3021168" y="577729"/>
                </a:lnTo>
                <a:lnTo>
                  <a:pt x="3036189" y="549983"/>
                </a:lnTo>
                <a:lnTo>
                  <a:pt x="3051200" y="522227"/>
                </a:lnTo>
                <a:lnTo>
                  <a:pt x="3066221" y="494471"/>
                </a:lnTo>
                <a:lnTo>
                  <a:pt x="3081233" y="466725"/>
                </a:lnTo>
                <a:lnTo>
                  <a:pt x="3096244" y="438969"/>
                </a:lnTo>
                <a:lnTo>
                  <a:pt x="3111265" y="411213"/>
                </a:lnTo>
                <a:lnTo>
                  <a:pt x="3126276" y="383467"/>
                </a:lnTo>
                <a:lnTo>
                  <a:pt x="3141297" y="355711"/>
                </a:lnTo>
                <a:lnTo>
                  <a:pt x="3156309" y="327965"/>
                </a:lnTo>
                <a:lnTo>
                  <a:pt x="3171320" y="300209"/>
                </a:lnTo>
                <a:lnTo>
                  <a:pt x="3186341" y="272453"/>
                </a:lnTo>
                <a:lnTo>
                  <a:pt x="3201353" y="244707"/>
                </a:lnTo>
                <a:lnTo>
                  <a:pt x="3216373" y="216951"/>
                </a:lnTo>
                <a:lnTo>
                  <a:pt x="3231385" y="189195"/>
                </a:lnTo>
                <a:lnTo>
                  <a:pt x="3246396" y="161449"/>
                </a:lnTo>
                <a:lnTo>
                  <a:pt x="3261417" y="133693"/>
                </a:lnTo>
                <a:lnTo>
                  <a:pt x="3276429" y="105937"/>
                </a:lnTo>
                <a:lnTo>
                  <a:pt x="3291449" y="78191"/>
                </a:lnTo>
                <a:lnTo>
                  <a:pt x="3306461" y="50435"/>
                </a:lnTo>
                <a:lnTo>
                  <a:pt x="3321472" y="22689"/>
                </a:lnTo>
                <a:lnTo>
                  <a:pt x="3331178" y="4982"/>
                </a:lnTo>
                <a:lnTo>
                  <a:pt x="3302260" y="16955"/>
                </a:lnTo>
                <a:lnTo>
                  <a:pt x="3271390" y="23451"/>
                </a:lnTo>
                <a:lnTo>
                  <a:pt x="3240224" y="28318"/>
                </a:lnTo>
                <a:lnTo>
                  <a:pt x="3208915" y="32309"/>
                </a:lnTo>
                <a:lnTo>
                  <a:pt x="3177550" y="35728"/>
                </a:lnTo>
                <a:lnTo>
                  <a:pt x="3146146" y="38757"/>
                </a:lnTo>
                <a:lnTo>
                  <a:pt x="3114704" y="41462"/>
                </a:lnTo>
                <a:lnTo>
                  <a:pt x="3083252" y="43920"/>
                </a:lnTo>
                <a:lnTo>
                  <a:pt x="3051772" y="46177"/>
                </a:lnTo>
                <a:lnTo>
                  <a:pt x="3020292" y="48254"/>
                </a:lnTo>
                <a:lnTo>
                  <a:pt x="2988793" y="50187"/>
                </a:lnTo>
                <a:lnTo>
                  <a:pt x="2957293" y="51978"/>
                </a:lnTo>
                <a:lnTo>
                  <a:pt x="2925785" y="53673"/>
                </a:lnTo>
                <a:lnTo>
                  <a:pt x="2894267" y="55255"/>
                </a:lnTo>
                <a:lnTo>
                  <a:pt x="2862748" y="56740"/>
                </a:lnTo>
                <a:lnTo>
                  <a:pt x="2831230" y="58150"/>
                </a:lnTo>
                <a:lnTo>
                  <a:pt x="2799702" y="59474"/>
                </a:lnTo>
                <a:lnTo>
                  <a:pt x="2768175" y="60731"/>
                </a:lnTo>
                <a:lnTo>
                  <a:pt x="2736647" y="61922"/>
                </a:lnTo>
                <a:lnTo>
                  <a:pt x="2705110" y="63046"/>
                </a:lnTo>
                <a:lnTo>
                  <a:pt x="2673572" y="64113"/>
                </a:lnTo>
                <a:lnTo>
                  <a:pt x="2642035" y="65132"/>
                </a:lnTo>
                <a:lnTo>
                  <a:pt x="2610498" y="66094"/>
                </a:lnTo>
                <a:lnTo>
                  <a:pt x="2578951" y="67008"/>
                </a:lnTo>
                <a:lnTo>
                  <a:pt x="2547414" y="67885"/>
                </a:lnTo>
                <a:lnTo>
                  <a:pt x="2515867" y="68704"/>
                </a:lnTo>
                <a:lnTo>
                  <a:pt x="2484330" y="69494"/>
                </a:lnTo>
                <a:lnTo>
                  <a:pt x="2452783" y="70237"/>
                </a:lnTo>
                <a:lnTo>
                  <a:pt x="2421236" y="70942"/>
                </a:lnTo>
                <a:lnTo>
                  <a:pt x="2389689" y="71609"/>
                </a:lnTo>
                <a:lnTo>
                  <a:pt x="2358142" y="72238"/>
                </a:lnTo>
                <a:lnTo>
                  <a:pt x="2326596" y="72828"/>
                </a:lnTo>
                <a:lnTo>
                  <a:pt x="2295039" y="73390"/>
                </a:lnTo>
                <a:lnTo>
                  <a:pt x="2263492" y="73924"/>
                </a:lnTo>
                <a:lnTo>
                  <a:pt x="2231946" y="74419"/>
                </a:lnTo>
                <a:lnTo>
                  <a:pt x="2200389" y="74886"/>
                </a:lnTo>
                <a:lnTo>
                  <a:pt x="2168843" y="75324"/>
                </a:lnTo>
                <a:lnTo>
                  <a:pt x="2137296" y="75724"/>
                </a:lnTo>
                <a:lnTo>
                  <a:pt x="2105739" y="76105"/>
                </a:lnTo>
                <a:lnTo>
                  <a:pt x="2074183" y="76457"/>
                </a:lnTo>
                <a:lnTo>
                  <a:pt x="2042636" y="76772"/>
                </a:lnTo>
                <a:lnTo>
                  <a:pt x="2011080" y="77067"/>
                </a:lnTo>
                <a:lnTo>
                  <a:pt x="1979533" y="77343"/>
                </a:lnTo>
                <a:lnTo>
                  <a:pt x="1947977" y="77572"/>
                </a:lnTo>
                <a:lnTo>
                  <a:pt x="1916420" y="77791"/>
                </a:lnTo>
                <a:lnTo>
                  <a:pt x="1884874" y="77972"/>
                </a:lnTo>
                <a:lnTo>
                  <a:pt x="1853317" y="78143"/>
                </a:lnTo>
                <a:lnTo>
                  <a:pt x="1821761" y="78276"/>
                </a:lnTo>
                <a:lnTo>
                  <a:pt x="1790214" y="78391"/>
                </a:lnTo>
                <a:lnTo>
                  <a:pt x="1758658" y="78467"/>
                </a:lnTo>
                <a:lnTo>
                  <a:pt x="1727102" y="78534"/>
                </a:lnTo>
                <a:lnTo>
                  <a:pt x="1695545" y="78572"/>
                </a:lnTo>
                <a:lnTo>
                  <a:pt x="1663998" y="78581"/>
                </a:lnTo>
                <a:lnTo>
                  <a:pt x="1632442" y="78562"/>
                </a:lnTo>
                <a:lnTo>
                  <a:pt x="1600886" y="78524"/>
                </a:lnTo>
                <a:lnTo>
                  <a:pt x="1569329" y="78457"/>
                </a:lnTo>
                <a:lnTo>
                  <a:pt x="1537783" y="78372"/>
                </a:lnTo>
                <a:lnTo>
                  <a:pt x="1506226" y="78257"/>
                </a:lnTo>
                <a:lnTo>
                  <a:pt x="1474670" y="78115"/>
                </a:lnTo>
                <a:lnTo>
                  <a:pt x="1443114" y="77943"/>
                </a:lnTo>
                <a:lnTo>
                  <a:pt x="1411567" y="77753"/>
                </a:lnTo>
                <a:lnTo>
                  <a:pt x="1380011" y="77534"/>
                </a:lnTo>
                <a:lnTo>
                  <a:pt x="1348454" y="77286"/>
                </a:lnTo>
                <a:lnTo>
                  <a:pt x="1316907" y="77019"/>
                </a:lnTo>
                <a:lnTo>
                  <a:pt x="1285351" y="76724"/>
                </a:lnTo>
                <a:lnTo>
                  <a:pt x="1253804" y="76391"/>
                </a:lnTo>
                <a:lnTo>
                  <a:pt x="1222248" y="76038"/>
                </a:lnTo>
                <a:lnTo>
                  <a:pt x="1190701" y="75657"/>
                </a:lnTo>
                <a:lnTo>
                  <a:pt x="1159145" y="75248"/>
                </a:lnTo>
                <a:lnTo>
                  <a:pt x="1127598" y="74809"/>
                </a:lnTo>
                <a:lnTo>
                  <a:pt x="1096042" y="74333"/>
                </a:lnTo>
                <a:lnTo>
                  <a:pt x="1064495" y="73828"/>
                </a:lnTo>
                <a:lnTo>
                  <a:pt x="1032948" y="73295"/>
                </a:lnTo>
                <a:lnTo>
                  <a:pt x="1001401" y="72723"/>
                </a:lnTo>
                <a:lnTo>
                  <a:pt x="969845" y="72123"/>
                </a:lnTo>
                <a:lnTo>
                  <a:pt x="938298" y="71485"/>
                </a:lnTo>
                <a:lnTo>
                  <a:pt x="906751" y="70809"/>
                </a:lnTo>
                <a:lnTo>
                  <a:pt x="875205" y="70104"/>
                </a:lnTo>
                <a:lnTo>
                  <a:pt x="843667" y="69352"/>
                </a:lnTo>
                <a:lnTo>
                  <a:pt x="812121" y="68561"/>
                </a:lnTo>
                <a:lnTo>
                  <a:pt x="780574" y="67723"/>
                </a:lnTo>
                <a:lnTo>
                  <a:pt x="749036" y="66846"/>
                </a:lnTo>
                <a:lnTo>
                  <a:pt x="717499" y="65923"/>
                </a:lnTo>
                <a:lnTo>
                  <a:pt x="685952" y="64951"/>
                </a:lnTo>
                <a:lnTo>
                  <a:pt x="654415" y="63922"/>
                </a:lnTo>
                <a:lnTo>
                  <a:pt x="622887" y="62846"/>
                </a:lnTo>
                <a:lnTo>
                  <a:pt x="591350" y="61703"/>
                </a:lnTo>
                <a:lnTo>
                  <a:pt x="559822" y="60503"/>
                </a:lnTo>
                <a:lnTo>
                  <a:pt x="528295" y="59236"/>
                </a:lnTo>
                <a:lnTo>
                  <a:pt x="496767" y="57902"/>
                </a:lnTo>
                <a:lnTo>
                  <a:pt x="465239" y="56483"/>
                </a:lnTo>
                <a:lnTo>
                  <a:pt x="433721" y="54978"/>
                </a:lnTo>
                <a:lnTo>
                  <a:pt x="402212" y="53369"/>
                </a:lnTo>
                <a:lnTo>
                  <a:pt x="370703" y="51664"/>
                </a:lnTo>
                <a:lnTo>
                  <a:pt x="339204" y="49844"/>
                </a:lnTo>
                <a:lnTo>
                  <a:pt x="307705" y="47892"/>
                </a:lnTo>
                <a:lnTo>
                  <a:pt x="276225" y="45777"/>
                </a:lnTo>
                <a:lnTo>
                  <a:pt x="244754" y="43491"/>
                </a:lnTo>
                <a:lnTo>
                  <a:pt x="213303" y="40986"/>
                </a:lnTo>
                <a:lnTo>
                  <a:pt x="181870" y="38224"/>
                </a:lnTo>
                <a:lnTo>
                  <a:pt x="150466" y="35147"/>
                </a:lnTo>
                <a:lnTo>
                  <a:pt x="119110" y="31633"/>
                </a:lnTo>
                <a:lnTo>
                  <a:pt x="87830" y="27499"/>
                </a:lnTo>
                <a:lnTo>
                  <a:pt x="56683" y="22422"/>
                </a:lnTo>
                <a:lnTo>
                  <a:pt x="25927" y="1544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34" name="funnel-step-cap-0">
            <a:extLst xmlns:a="http://schemas.openxmlformats.org/drawingml/2006/main">
              <a:ext uri="{FF2B5EF4-FFF2-40B4-BE49-F238E27FC236}">
                <a16:creationId xmlns:a16="http://schemas.microsoft.com/office/drawing/2014/main" id="{A2CDC42B-6E5E-4A40-971A-DAA6254E8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52750" y="2390775"/>
            <a:ext cx="33337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35" name="funnel-step-body-1">
            <a:extLst xmlns:a="http://schemas.openxmlformats.org/drawingml/2006/main">
              <a:ext uri="{FF2B5EF4-FFF2-40B4-BE49-F238E27FC236}">
                <a16:creationId xmlns:a16="http://schemas.microsoft.com/office/drawing/2014/main" id="{096C96DB-E665-4E8C-B54F-72C836CBB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346990" y="3424238"/>
            <a:ext cx="2543223" cy="807234"/>
          </a:xfrm>
          <a:custGeom xmlns:a="http://schemas.openxmlformats.org/drawingml/2006/main">
            <a:pathLst>
              <a:path w="2543223" h="807234">
                <a:moveTo>
                  <a:pt x="0" y="0"/>
                </a:moveTo>
                <a:lnTo>
                  <a:pt x="9735" y="23517"/>
                </a:lnTo>
                <a:lnTo>
                  <a:pt x="19479" y="47034"/>
                </a:lnTo>
                <a:lnTo>
                  <a:pt x="29213" y="70552"/>
                </a:lnTo>
                <a:lnTo>
                  <a:pt x="38957" y="94069"/>
                </a:lnTo>
                <a:lnTo>
                  <a:pt x="48692" y="117586"/>
                </a:lnTo>
                <a:lnTo>
                  <a:pt x="58436" y="141103"/>
                </a:lnTo>
                <a:lnTo>
                  <a:pt x="68170" y="164621"/>
                </a:lnTo>
                <a:lnTo>
                  <a:pt x="77915" y="188138"/>
                </a:lnTo>
                <a:lnTo>
                  <a:pt x="87649" y="211655"/>
                </a:lnTo>
                <a:lnTo>
                  <a:pt x="97393" y="235172"/>
                </a:lnTo>
                <a:lnTo>
                  <a:pt x="107128" y="258689"/>
                </a:lnTo>
                <a:lnTo>
                  <a:pt x="116872" y="282207"/>
                </a:lnTo>
                <a:lnTo>
                  <a:pt x="126606" y="305724"/>
                </a:lnTo>
                <a:lnTo>
                  <a:pt x="136341" y="329241"/>
                </a:lnTo>
                <a:lnTo>
                  <a:pt x="146085" y="352758"/>
                </a:lnTo>
                <a:lnTo>
                  <a:pt x="155819" y="376276"/>
                </a:lnTo>
                <a:lnTo>
                  <a:pt x="165564" y="399793"/>
                </a:lnTo>
                <a:lnTo>
                  <a:pt x="175298" y="423310"/>
                </a:lnTo>
                <a:lnTo>
                  <a:pt x="185042" y="446827"/>
                </a:lnTo>
                <a:lnTo>
                  <a:pt x="194777" y="470345"/>
                </a:lnTo>
                <a:lnTo>
                  <a:pt x="204521" y="493862"/>
                </a:lnTo>
                <a:lnTo>
                  <a:pt x="214255" y="517379"/>
                </a:lnTo>
                <a:lnTo>
                  <a:pt x="223999" y="540896"/>
                </a:lnTo>
                <a:lnTo>
                  <a:pt x="233734" y="564413"/>
                </a:lnTo>
                <a:lnTo>
                  <a:pt x="243478" y="587931"/>
                </a:lnTo>
                <a:lnTo>
                  <a:pt x="253213" y="611448"/>
                </a:lnTo>
                <a:lnTo>
                  <a:pt x="262947" y="634965"/>
                </a:lnTo>
                <a:lnTo>
                  <a:pt x="272691" y="658482"/>
                </a:lnTo>
                <a:lnTo>
                  <a:pt x="282426" y="682000"/>
                </a:lnTo>
                <a:lnTo>
                  <a:pt x="292170" y="705517"/>
                </a:lnTo>
                <a:lnTo>
                  <a:pt x="301762" y="729072"/>
                </a:lnTo>
                <a:lnTo>
                  <a:pt x="319764" y="745474"/>
                </a:lnTo>
                <a:lnTo>
                  <a:pt x="343805" y="753770"/>
                </a:lnTo>
                <a:lnTo>
                  <a:pt x="368541" y="759752"/>
                </a:lnTo>
                <a:lnTo>
                  <a:pt x="393544" y="764534"/>
                </a:lnTo>
                <a:lnTo>
                  <a:pt x="418671" y="768582"/>
                </a:lnTo>
                <a:lnTo>
                  <a:pt x="443884" y="772097"/>
                </a:lnTo>
                <a:lnTo>
                  <a:pt x="469144" y="775211"/>
                </a:lnTo>
                <a:lnTo>
                  <a:pt x="494443" y="778002"/>
                </a:lnTo>
                <a:lnTo>
                  <a:pt x="519770" y="780526"/>
                </a:lnTo>
                <a:lnTo>
                  <a:pt x="545125" y="782841"/>
                </a:lnTo>
                <a:lnTo>
                  <a:pt x="570490" y="784965"/>
                </a:lnTo>
                <a:lnTo>
                  <a:pt x="595865" y="786917"/>
                </a:lnTo>
                <a:lnTo>
                  <a:pt x="621259" y="788727"/>
                </a:lnTo>
                <a:lnTo>
                  <a:pt x="646652" y="790404"/>
                </a:lnTo>
                <a:lnTo>
                  <a:pt x="672065" y="791956"/>
                </a:lnTo>
                <a:lnTo>
                  <a:pt x="697478" y="793404"/>
                </a:lnTo>
                <a:lnTo>
                  <a:pt x="722890" y="794756"/>
                </a:lnTo>
                <a:lnTo>
                  <a:pt x="748313" y="796014"/>
                </a:lnTo>
                <a:lnTo>
                  <a:pt x="773744" y="797176"/>
                </a:lnTo>
                <a:lnTo>
                  <a:pt x="799176" y="798262"/>
                </a:lnTo>
                <a:lnTo>
                  <a:pt x="824608" y="799271"/>
                </a:lnTo>
                <a:lnTo>
                  <a:pt x="850049" y="800214"/>
                </a:lnTo>
                <a:lnTo>
                  <a:pt x="875481" y="801081"/>
                </a:lnTo>
                <a:lnTo>
                  <a:pt x="900922" y="801881"/>
                </a:lnTo>
                <a:lnTo>
                  <a:pt x="926373" y="802615"/>
                </a:lnTo>
                <a:lnTo>
                  <a:pt x="951814" y="803291"/>
                </a:lnTo>
                <a:lnTo>
                  <a:pt x="977265" y="803920"/>
                </a:lnTo>
                <a:lnTo>
                  <a:pt x="1002706" y="804481"/>
                </a:lnTo>
                <a:lnTo>
                  <a:pt x="1028157" y="804986"/>
                </a:lnTo>
                <a:lnTo>
                  <a:pt x="1053608" y="805434"/>
                </a:lnTo>
                <a:lnTo>
                  <a:pt x="1079059" y="805834"/>
                </a:lnTo>
                <a:lnTo>
                  <a:pt x="1104509" y="806186"/>
                </a:lnTo>
                <a:lnTo>
                  <a:pt x="1129960" y="806482"/>
                </a:lnTo>
                <a:lnTo>
                  <a:pt x="1155411" y="806729"/>
                </a:lnTo>
                <a:lnTo>
                  <a:pt x="1180871" y="806929"/>
                </a:lnTo>
                <a:lnTo>
                  <a:pt x="1206322" y="807082"/>
                </a:lnTo>
                <a:lnTo>
                  <a:pt x="1231773" y="807177"/>
                </a:lnTo>
                <a:lnTo>
                  <a:pt x="1257233" y="807234"/>
                </a:lnTo>
                <a:lnTo>
                  <a:pt x="1282684" y="807234"/>
                </a:lnTo>
                <a:lnTo>
                  <a:pt x="1308135" y="807196"/>
                </a:lnTo>
                <a:lnTo>
                  <a:pt x="1333595" y="807101"/>
                </a:lnTo>
                <a:lnTo>
                  <a:pt x="1359046" y="806968"/>
                </a:lnTo>
                <a:lnTo>
                  <a:pt x="1384497" y="806777"/>
                </a:lnTo>
                <a:lnTo>
                  <a:pt x="1409957" y="806539"/>
                </a:lnTo>
                <a:lnTo>
                  <a:pt x="1435408" y="806253"/>
                </a:lnTo>
                <a:lnTo>
                  <a:pt x="1460859" y="805910"/>
                </a:lnTo>
                <a:lnTo>
                  <a:pt x="1486310" y="805520"/>
                </a:lnTo>
                <a:lnTo>
                  <a:pt x="1511760" y="805082"/>
                </a:lnTo>
                <a:lnTo>
                  <a:pt x="1537211" y="804586"/>
                </a:lnTo>
                <a:lnTo>
                  <a:pt x="1562652" y="804043"/>
                </a:lnTo>
                <a:lnTo>
                  <a:pt x="1588103" y="803434"/>
                </a:lnTo>
                <a:lnTo>
                  <a:pt x="1613545" y="802767"/>
                </a:lnTo>
                <a:lnTo>
                  <a:pt x="1638995" y="802043"/>
                </a:lnTo>
                <a:lnTo>
                  <a:pt x="1664437" y="801253"/>
                </a:lnTo>
                <a:lnTo>
                  <a:pt x="1689878" y="800395"/>
                </a:lnTo>
                <a:lnTo>
                  <a:pt x="1715310" y="799481"/>
                </a:lnTo>
                <a:lnTo>
                  <a:pt x="1740741" y="798481"/>
                </a:lnTo>
                <a:lnTo>
                  <a:pt x="1766173" y="797414"/>
                </a:lnTo>
                <a:lnTo>
                  <a:pt x="1791605" y="796261"/>
                </a:lnTo>
                <a:lnTo>
                  <a:pt x="1817027" y="795023"/>
                </a:lnTo>
                <a:lnTo>
                  <a:pt x="1842449" y="793699"/>
                </a:lnTo>
                <a:lnTo>
                  <a:pt x="1867862" y="792270"/>
                </a:lnTo>
                <a:lnTo>
                  <a:pt x="1893275" y="790737"/>
                </a:lnTo>
                <a:lnTo>
                  <a:pt x="1918668" y="789089"/>
                </a:lnTo>
                <a:lnTo>
                  <a:pt x="1944062" y="787308"/>
                </a:lnTo>
                <a:lnTo>
                  <a:pt x="1969446" y="785384"/>
                </a:lnTo>
                <a:lnTo>
                  <a:pt x="1994811" y="783307"/>
                </a:lnTo>
                <a:lnTo>
                  <a:pt x="2020167" y="781040"/>
                </a:lnTo>
                <a:lnTo>
                  <a:pt x="2045494" y="778554"/>
                </a:lnTo>
                <a:lnTo>
                  <a:pt x="2070802" y="775821"/>
                </a:lnTo>
                <a:lnTo>
                  <a:pt x="2096081" y="772782"/>
                </a:lnTo>
                <a:lnTo>
                  <a:pt x="2121303" y="769363"/>
                </a:lnTo>
                <a:lnTo>
                  <a:pt x="2146449" y="765439"/>
                </a:lnTo>
                <a:lnTo>
                  <a:pt x="2171481" y="760828"/>
                </a:lnTo>
                <a:lnTo>
                  <a:pt x="2196294" y="755161"/>
                </a:lnTo>
                <a:lnTo>
                  <a:pt x="2220563" y="747532"/>
                </a:lnTo>
                <a:lnTo>
                  <a:pt x="2241756" y="734063"/>
                </a:lnTo>
                <a:lnTo>
                  <a:pt x="2251053" y="710470"/>
                </a:lnTo>
                <a:lnTo>
                  <a:pt x="2260797" y="686953"/>
                </a:lnTo>
                <a:lnTo>
                  <a:pt x="2270531" y="663435"/>
                </a:lnTo>
                <a:lnTo>
                  <a:pt x="2280266" y="639918"/>
                </a:lnTo>
                <a:lnTo>
                  <a:pt x="2290010" y="616401"/>
                </a:lnTo>
                <a:lnTo>
                  <a:pt x="2299745" y="592884"/>
                </a:lnTo>
                <a:lnTo>
                  <a:pt x="2309489" y="569366"/>
                </a:lnTo>
                <a:lnTo>
                  <a:pt x="2319223" y="545849"/>
                </a:lnTo>
                <a:lnTo>
                  <a:pt x="2328967" y="522332"/>
                </a:lnTo>
                <a:lnTo>
                  <a:pt x="2338702" y="498815"/>
                </a:lnTo>
                <a:lnTo>
                  <a:pt x="2348446" y="475298"/>
                </a:lnTo>
                <a:lnTo>
                  <a:pt x="2358180" y="451780"/>
                </a:lnTo>
                <a:lnTo>
                  <a:pt x="2367925" y="428263"/>
                </a:lnTo>
                <a:lnTo>
                  <a:pt x="2377659" y="404746"/>
                </a:lnTo>
                <a:lnTo>
                  <a:pt x="2387403" y="381229"/>
                </a:lnTo>
                <a:lnTo>
                  <a:pt x="2397138" y="357711"/>
                </a:lnTo>
                <a:lnTo>
                  <a:pt x="2406872" y="334194"/>
                </a:lnTo>
                <a:lnTo>
                  <a:pt x="2416616" y="310677"/>
                </a:lnTo>
                <a:lnTo>
                  <a:pt x="2426351" y="287160"/>
                </a:lnTo>
                <a:lnTo>
                  <a:pt x="2436095" y="263633"/>
                </a:lnTo>
                <a:lnTo>
                  <a:pt x="2445829" y="240125"/>
                </a:lnTo>
                <a:lnTo>
                  <a:pt x="2455574" y="216598"/>
                </a:lnTo>
                <a:lnTo>
                  <a:pt x="2465308" y="193081"/>
                </a:lnTo>
                <a:lnTo>
                  <a:pt x="2475052" y="169564"/>
                </a:lnTo>
                <a:lnTo>
                  <a:pt x="2484787" y="146047"/>
                </a:lnTo>
                <a:lnTo>
                  <a:pt x="2494531" y="122530"/>
                </a:lnTo>
                <a:lnTo>
                  <a:pt x="2504265" y="99012"/>
                </a:lnTo>
                <a:lnTo>
                  <a:pt x="2514009" y="75495"/>
                </a:lnTo>
                <a:lnTo>
                  <a:pt x="2523744" y="51978"/>
                </a:lnTo>
                <a:lnTo>
                  <a:pt x="2533479" y="28461"/>
                </a:lnTo>
                <a:lnTo>
                  <a:pt x="2543223" y="4943"/>
                </a:lnTo>
                <a:lnTo>
                  <a:pt x="2531259" y="13068"/>
                </a:lnTo>
                <a:lnTo>
                  <a:pt x="2507132" y="21117"/>
                </a:lnTo>
                <a:lnTo>
                  <a:pt x="2482310" y="26718"/>
                </a:lnTo>
                <a:lnTo>
                  <a:pt x="2457250" y="31156"/>
                </a:lnTo>
                <a:lnTo>
                  <a:pt x="2432075" y="34909"/>
                </a:lnTo>
                <a:lnTo>
                  <a:pt x="2406825" y="38176"/>
                </a:lnTo>
                <a:lnTo>
                  <a:pt x="2381545" y="41081"/>
                </a:lnTo>
                <a:lnTo>
                  <a:pt x="2356218" y="43701"/>
                </a:lnTo>
                <a:lnTo>
                  <a:pt x="2330882" y="46091"/>
                </a:lnTo>
                <a:lnTo>
                  <a:pt x="2305517" y="48292"/>
                </a:lnTo>
                <a:lnTo>
                  <a:pt x="2280152" y="50321"/>
                </a:lnTo>
                <a:lnTo>
                  <a:pt x="2254768" y="52207"/>
                </a:lnTo>
                <a:lnTo>
                  <a:pt x="2229374" y="53969"/>
                </a:lnTo>
                <a:lnTo>
                  <a:pt x="2203971" y="55616"/>
                </a:lnTo>
                <a:lnTo>
                  <a:pt x="2178568" y="57160"/>
                </a:lnTo>
                <a:lnTo>
                  <a:pt x="2153155" y="58617"/>
                </a:lnTo>
                <a:lnTo>
                  <a:pt x="2127733" y="59998"/>
                </a:lnTo>
                <a:lnTo>
                  <a:pt x="2102310" y="61293"/>
                </a:lnTo>
                <a:lnTo>
                  <a:pt x="2076888" y="62513"/>
                </a:lnTo>
                <a:lnTo>
                  <a:pt x="2051456" y="63675"/>
                </a:lnTo>
                <a:lnTo>
                  <a:pt x="2026034" y="64770"/>
                </a:lnTo>
                <a:lnTo>
                  <a:pt x="2000593" y="65799"/>
                </a:lnTo>
                <a:lnTo>
                  <a:pt x="1975161" y="66780"/>
                </a:lnTo>
                <a:lnTo>
                  <a:pt x="1949729" y="67713"/>
                </a:lnTo>
                <a:lnTo>
                  <a:pt x="1924288" y="68590"/>
                </a:lnTo>
                <a:lnTo>
                  <a:pt x="1898847" y="69428"/>
                </a:lnTo>
                <a:lnTo>
                  <a:pt x="1873406" y="70209"/>
                </a:lnTo>
                <a:lnTo>
                  <a:pt x="1847964" y="70961"/>
                </a:lnTo>
                <a:lnTo>
                  <a:pt x="1822514" y="71657"/>
                </a:lnTo>
                <a:lnTo>
                  <a:pt x="1797072" y="72323"/>
                </a:lnTo>
                <a:lnTo>
                  <a:pt x="1771621" y="72942"/>
                </a:lnTo>
                <a:lnTo>
                  <a:pt x="1746180" y="73523"/>
                </a:lnTo>
                <a:lnTo>
                  <a:pt x="1720729" y="74076"/>
                </a:lnTo>
                <a:lnTo>
                  <a:pt x="1695279" y="74590"/>
                </a:lnTo>
                <a:lnTo>
                  <a:pt x="1669828" y="75067"/>
                </a:lnTo>
                <a:lnTo>
                  <a:pt x="1644377" y="75514"/>
                </a:lnTo>
                <a:lnTo>
                  <a:pt x="1618926" y="75933"/>
                </a:lnTo>
                <a:lnTo>
                  <a:pt x="1593475" y="76314"/>
                </a:lnTo>
                <a:lnTo>
                  <a:pt x="1568025" y="76667"/>
                </a:lnTo>
                <a:lnTo>
                  <a:pt x="1542574" y="76991"/>
                </a:lnTo>
                <a:lnTo>
                  <a:pt x="1517123" y="77276"/>
                </a:lnTo>
                <a:lnTo>
                  <a:pt x="1491672" y="77534"/>
                </a:lnTo>
                <a:lnTo>
                  <a:pt x="1466212" y="77762"/>
                </a:lnTo>
                <a:lnTo>
                  <a:pt x="1440761" y="77962"/>
                </a:lnTo>
                <a:lnTo>
                  <a:pt x="1415310" y="78134"/>
                </a:lnTo>
                <a:lnTo>
                  <a:pt x="1389859" y="78286"/>
                </a:lnTo>
                <a:lnTo>
                  <a:pt x="1364399" y="78400"/>
                </a:lnTo>
                <a:lnTo>
                  <a:pt x="1338948" y="78486"/>
                </a:lnTo>
                <a:lnTo>
                  <a:pt x="1313498" y="78543"/>
                </a:lnTo>
                <a:lnTo>
                  <a:pt x="1288037" y="78572"/>
                </a:lnTo>
                <a:lnTo>
                  <a:pt x="1262586" y="78572"/>
                </a:lnTo>
                <a:lnTo>
                  <a:pt x="1237136" y="78553"/>
                </a:lnTo>
                <a:lnTo>
                  <a:pt x="1211675" y="78505"/>
                </a:lnTo>
                <a:lnTo>
                  <a:pt x="1186224" y="78419"/>
                </a:lnTo>
                <a:lnTo>
                  <a:pt x="1160774" y="78305"/>
                </a:lnTo>
                <a:lnTo>
                  <a:pt x="1135313" y="78172"/>
                </a:lnTo>
                <a:lnTo>
                  <a:pt x="1109863" y="78000"/>
                </a:lnTo>
                <a:lnTo>
                  <a:pt x="1084412" y="77810"/>
                </a:lnTo>
                <a:lnTo>
                  <a:pt x="1058951" y="77581"/>
                </a:lnTo>
                <a:lnTo>
                  <a:pt x="1033501" y="77333"/>
                </a:lnTo>
                <a:lnTo>
                  <a:pt x="1008050" y="77048"/>
                </a:lnTo>
                <a:lnTo>
                  <a:pt x="982599" y="76733"/>
                </a:lnTo>
                <a:lnTo>
                  <a:pt x="957148" y="76391"/>
                </a:lnTo>
                <a:lnTo>
                  <a:pt x="931697" y="76010"/>
                </a:lnTo>
                <a:lnTo>
                  <a:pt x="906247" y="75609"/>
                </a:lnTo>
                <a:lnTo>
                  <a:pt x="880796" y="75171"/>
                </a:lnTo>
                <a:lnTo>
                  <a:pt x="855345" y="74695"/>
                </a:lnTo>
                <a:lnTo>
                  <a:pt x="829894" y="74190"/>
                </a:lnTo>
                <a:lnTo>
                  <a:pt x="804443" y="73647"/>
                </a:lnTo>
                <a:lnTo>
                  <a:pt x="779002" y="73066"/>
                </a:lnTo>
                <a:lnTo>
                  <a:pt x="753551" y="72457"/>
                </a:lnTo>
                <a:lnTo>
                  <a:pt x="728110" y="71799"/>
                </a:lnTo>
                <a:lnTo>
                  <a:pt x="702659" y="71104"/>
                </a:lnTo>
                <a:lnTo>
                  <a:pt x="677218" y="70371"/>
                </a:lnTo>
                <a:lnTo>
                  <a:pt x="651777" y="69590"/>
                </a:lnTo>
                <a:lnTo>
                  <a:pt x="626335" y="68771"/>
                </a:lnTo>
                <a:lnTo>
                  <a:pt x="600894" y="67904"/>
                </a:lnTo>
                <a:lnTo>
                  <a:pt x="575462" y="66980"/>
                </a:lnTo>
                <a:lnTo>
                  <a:pt x="550021" y="66008"/>
                </a:lnTo>
                <a:lnTo>
                  <a:pt x="524589" y="64989"/>
                </a:lnTo>
                <a:lnTo>
                  <a:pt x="499158" y="63903"/>
                </a:lnTo>
                <a:lnTo>
                  <a:pt x="473726" y="62760"/>
                </a:lnTo>
                <a:lnTo>
                  <a:pt x="448304" y="61551"/>
                </a:lnTo>
                <a:lnTo>
                  <a:pt x="422881" y="60274"/>
                </a:lnTo>
                <a:lnTo>
                  <a:pt x="397469" y="58922"/>
                </a:lnTo>
                <a:lnTo>
                  <a:pt x="372056" y="57483"/>
                </a:lnTo>
                <a:lnTo>
                  <a:pt x="346643" y="55950"/>
                </a:lnTo>
                <a:lnTo>
                  <a:pt x="321240" y="54321"/>
                </a:lnTo>
                <a:lnTo>
                  <a:pt x="295847" y="52588"/>
                </a:lnTo>
                <a:lnTo>
                  <a:pt x="270462" y="50730"/>
                </a:lnTo>
                <a:lnTo>
                  <a:pt x="245088" y="48730"/>
                </a:lnTo>
                <a:lnTo>
                  <a:pt x="219723" y="46568"/>
                </a:lnTo>
                <a:lnTo>
                  <a:pt x="194377" y="44225"/>
                </a:lnTo>
                <a:lnTo>
                  <a:pt x="169050" y="41653"/>
                </a:lnTo>
                <a:lnTo>
                  <a:pt x="143761" y="38814"/>
                </a:lnTo>
                <a:lnTo>
                  <a:pt x="118501" y="35633"/>
                </a:lnTo>
                <a:lnTo>
                  <a:pt x="93316" y="31994"/>
                </a:lnTo>
                <a:lnTo>
                  <a:pt x="68218" y="27727"/>
                </a:lnTo>
                <a:lnTo>
                  <a:pt x="43329" y="22431"/>
                </a:lnTo>
                <a:lnTo>
                  <a:pt x="18955" y="15126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36" name="funnel-step-cap-1">
            <a:extLst xmlns:a="http://schemas.openxmlformats.org/drawingml/2006/main">
              <a:ext uri="{FF2B5EF4-FFF2-40B4-BE49-F238E27FC236}">
                <a16:creationId xmlns:a16="http://schemas.microsoft.com/office/drawing/2014/main" id="{6B48DE5D-D522-440C-BD6C-4B0C91445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346999" y="3300413"/>
            <a:ext cx="2545261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37" name="funnel-step-body-2">
            <a:extLst xmlns:a="http://schemas.openxmlformats.org/drawingml/2006/main">
              <a:ext uri="{FF2B5EF4-FFF2-40B4-BE49-F238E27FC236}">
                <a16:creationId xmlns:a16="http://schemas.microsoft.com/office/drawing/2014/main" id="{A2042A2E-B478-4C6A-961A-E671BE5A3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648742" y="4333875"/>
            <a:ext cx="1938547" cy="807234"/>
          </a:xfrm>
          <a:custGeom xmlns:a="http://schemas.openxmlformats.org/drawingml/2006/main">
            <a:pathLst>
              <a:path w="1938547" h="807234">
                <a:moveTo>
                  <a:pt x="0" y="0"/>
                </a:moveTo>
                <a:lnTo>
                  <a:pt x="7268" y="19288"/>
                </a:lnTo>
                <a:lnTo>
                  <a:pt x="14535" y="38576"/>
                </a:lnTo>
                <a:lnTo>
                  <a:pt x="21803" y="57864"/>
                </a:lnTo>
                <a:lnTo>
                  <a:pt x="29061" y="77153"/>
                </a:lnTo>
                <a:lnTo>
                  <a:pt x="36328" y="96441"/>
                </a:lnTo>
                <a:lnTo>
                  <a:pt x="43596" y="115719"/>
                </a:lnTo>
                <a:lnTo>
                  <a:pt x="50864" y="135007"/>
                </a:lnTo>
                <a:lnTo>
                  <a:pt x="58131" y="154295"/>
                </a:lnTo>
                <a:lnTo>
                  <a:pt x="65399" y="173584"/>
                </a:lnTo>
                <a:lnTo>
                  <a:pt x="72657" y="192872"/>
                </a:lnTo>
                <a:lnTo>
                  <a:pt x="79924" y="212160"/>
                </a:lnTo>
                <a:lnTo>
                  <a:pt x="87192" y="231448"/>
                </a:lnTo>
                <a:lnTo>
                  <a:pt x="94459" y="250736"/>
                </a:lnTo>
                <a:lnTo>
                  <a:pt x="101727" y="270024"/>
                </a:lnTo>
                <a:lnTo>
                  <a:pt x="108995" y="289312"/>
                </a:lnTo>
                <a:lnTo>
                  <a:pt x="116262" y="308591"/>
                </a:lnTo>
                <a:lnTo>
                  <a:pt x="123520" y="327879"/>
                </a:lnTo>
                <a:lnTo>
                  <a:pt x="130788" y="347167"/>
                </a:lnTo>
                <a:lnTo>
                  <a:pt x="138055" y="366455"/>
                </a:lnTo>
                <a:lnTo>
                  <a:pt x="145323" y="385743"/>
                </a:lnTo>
                <a:lnTo>
                  <a:pt x="152591" y="405032"/>
                </a:lnTo>
                <a:lnTo>
                  <a:pt x="159858" y="424320"/>
                </a:lnTo>
                <a:lnTo>
                  <a:pt x="167116" y="443608"/>
                </a:lnTo>
                <a:lnTo>
                  <a:pt x="174384" y="462896"/>
                </a:lnTo>
                <a:lnTo>
                  <a:pt x="181651" y="482184"/>
                </a:lnTo>
                <a:lnTo>
                  <a:pt x="188919" y="501472"/>
                </a:lnTo>
                <a:lnTo>
                  <a:pt x="196186" y="520751"/>
                </a:lnTo>
                <a:lnTo>
                  <a:pt x="203454" y="540039"/>
                </a:lnTo>
                <a:lnTo>
                  <a:pt x="210722" y="559327"/>
                </a:lnTo>
                <a:lnTo>
                  <a:pt x="217980" y="578615"/>
                </a:lnTo>
                <a:lnTo>
                  <a:pt x="225247" y="597903"/>
                </a:lnTo>
                <a:lnTo>
                  <a:pt x="232515" y="617191"/>
                </a:lnTo>
                <a:lnTo>
                  <a:pt x="239782" y="636480"/>
                </a:lnTo>
                <a:lnTo>
                  <a:pt x="247050" y="655768"/>
                </a:lnTo>
                <a:lnTo>
                  <a:pt x="254318" y="675056"/>
                </a:lnTo>
                <a:lnTo>
                  <a:pt x="261576" y="694344"/>
                </a:lnTo>
                <a:lnTo>
                  <a:pt x="268843" y="713632"/>
                </a:lnTo>
                <a:lnTo>
                  <a:pt x="275358" y="733101"/>
                </a:lnTo>
                <a:lnTo>
                  <a:pt x="290046" y="747017"/>
                </a:lnTo>
                <a:lnTo>
                  <a:pt x="308877" y="755342"/>
                </a:lnTo>
                <a:lnTo>
                  <a:pt x="328536" y="761495"/>
                </a:lnTo>
                <a:lnTo>
                  <a:pt x="348539" y="766458"/>
                </a:lnTo>
                <a:lnTo>
                  <a:pt x="368722" y="770649"/>
                </a:lnTo>
                <a:lnTo>
                  <a:pt x="389011" y="774287"/>
                </a:lnTo>
                <a:lnTo>
                  <a:pt x="409365" y="777507"/>
                </a:lnTo>
                <a:lnTo>
                  <a:pt x="429768" y="780383"/>
                </a:lnTo>
                <a:lnTo>
                  <a:pt x="450218" y="782984"/>
                </a:lnTo>
                <a:lnTo>
                  <a:pt x="470697" y="785346"/>
                </a:lnTo>
                <a:lnTo>
                  <a:pt x="491185" y="787498"/>
                </a:lnTo>
                <a:lnTo>
                  <a:pt x="511702" y="789480"/>
                </a:lnTo>
                <a:lnTo>
                  <a:pt x="532238" y="791299"/>
                </a:lnTo>
                <a:lnTo>
                  <a:pt x="552774" y="792975"/>
                </a:lnTo>
                <a:lnTo>
                  <a:pt x="573329" y="794518"/>
                </a:lnTo>
                <a:lnTo>
                  <a:pt x="593893" y="795947"/>
                </a:lnTo>
                <a:lnTo>
                  <a:pt x="614458" y="797262"/>
                </a:lnTo>
                <a:lnTo>
                  <a:pt x="635032" y="798471"/>
                </a:lnTo>
                <a:lnTo>
                  <a:pt x="655615" y="799595"/>
                </a:lnTo>
                <a:lnTo>
                  <a:pt x="676199" y="800614"/>
                </a:lnTo>
                <a:lnTo>
                  <a:pt x="696792" y="801557"/>
                </a:lnTo>
                <a:lnTo>
                  <a:pt x="717385" y="802415"/>
                </a:lnTo>
                <a:lnTo>
                  <a:pt x="737978" y="803196"/>
                </a:lnTo>
                <a:lnTo>
                  <a:pt x="758571" y="803900"/>
                </a:lnTo>
                <a:lnTo>
                  <a:pt x="779174" y="804529"/>
                </a:lnTo>
                <a:lnTo>
                  <a:pt x="799776" y="805091"/>
                </a:lnTo>
                <a:lnTo>
                  <a:pt x="820379" y="805586"/>
                </a:lnTo>
                <a:lnTo>
                  <a:pt x="840991" y="806015"/>
                </a:lnTo>
                <a:lnTo>
                  <a:pt x="861593" y="806377"/>
                </a:lnTo>
                <a:lnTo>
                  <a:pt x="882206" y="806672"/>
                </a:lnTo>
                <a:lnTo>
                  <a:pt x="902818" y="806910"/>
                </a:lnTo>
                <a:lnTo>
                  <a:pt x="923420" y="807082"/>
                </a:lnTo>
                <a:lnTo>
                  <a:pt x="944032" y="807187"/>
                </a:lnTo>
                <a:lnTo>
                  <a:pt x="964644" y="807234"/>
                </a:lnTo>
                <a:lnTo>
                  <a:pt x="985256" y="807225"/>
                </a:lnTo>
                <a:lnTo>
                  <a:pt x="1005869" y="807149"/>
                </a:lnTo>
                <a:lnTo>
                  <a:pt x="1026471" y="807015"/>
                </a:lnTo>
                <a:lnTo>
                  <a:pt x="1047083" y="806825"/>
                </a:lnTo>
                <a:lnTo>
                  <a:pt x="1067695" y="806567"/>
                </a:lnTo>
                <a:lnTo>
                  <a:pt x="1088298" y="806244"/>
                </a:lnTo>
                <a:lnTo>
                  <a:pt x="1108910" y="805853"/>
                </a:lnTo>
                <a:lnTo>
                  <a:pt x="1129513" y="805396"/>
                </a:lnTo>
                <a:lnTo>
                  <a:pt x="1150115" y="804882"/>
                </a:lnTo>
                <a:lnTo>
                  <a:pt x="1170718" y="804291"/>
                </a:lnTo>
                <a:lnTo>
                  <a:pt x="1191320" y="803634"/>
                </a:lnTo>
                <a:lnTo>
                  <a:pt x="1211913" y="802900"/>
                </a:lnTo>
                <a:lnTo>
                  <a:pt x="1232516" y="802081"/>
                </a:lnTo>
                <a:lnTo>
                  <a:pt x="1253099" y="801195"/>
                </a:lnTo>
                <a:lnTo>
                  <a:pt x="1273693" y="800224"/>
                </a:lnTo>
                <a:lnTo>
                  <a:pt x="1294276" y="799167"/>
                </a:lnTo>
                <a:lnTo>
                  <a:pt x="1314850" y="798014"/>
                </a:lnTo>
                <a:lnTo>
                  <a:pt x="1335424" y="796757"/>
                </a:lnTo>
                <a:lnTo>
                  <a:pt x="1355989" y="795404"/>
                </a:lnTo>
                <a:lnTo>
                  <a:pt x="1376543" y="793928"/>
                </a:lnTo>
                <a:lnTo>
                  <a:pt x="1397098" y="792328"/>
                </a:lnTo>
                <a:lnTo>
                  <a:pt x="1417634" y="790594"/>
                </a:lnTo>
                <a:lnTo>
                  <a:pt x="1438161" y="788718"/>
                </a:lnTo>
                <a:lnTo>
                  <a:pt x="1458668" y="786670"/>
                </a:lnTo>
                <a:lnTo>
                  <a:pt x="1479156" y="784441"/>
                </a:lnTo>
                <a:lnTo>
                  <a:pt x="1499616" y="781983"/>
                </a:lnTo>
                <a:lnTo>
                  <a:pt x="1520057" y="779278"/>
                </a:lnTo>
                <a:lnTo>
                  <a:pt x="1540440" y="776278"/>
                </a:lnTo>
                <a:lnTo>
                  <a:pt x="1560776" y="772906"/>
                </a:lnTo>
                <a:lnTo>
                  <a:pt x="1581026" y="769068"/>
                </a:lnTo>
                <a:lnTo>
                  <a:pt x="1601143" y="764600"/>
                </a:lnTo>
                <a:lnTo>
                  <a:pt x="1621041" y="759247"/>
                </a:lnTo>
                <a:lnTo>
                  <a:pt x="1640481" y="752418"/>
                </a:lnTo>
                <a:lnTo>
                  <a:pt x="1658531" y="742579"/>
                </a:lnTo>
                <a:lnTo>
                  <a:pt x="1668523" y="725300"/>
                </a:lnTo>
                <a:lnTo>
                  <a:pt x="1675790" y="706012"/>
                </a:lnTo>
                <a:lnTo>
                  <a:pt x="1683058" y="686724"/>
                </a:lnTo>
                <a:lnTo>
                  <a:pt x="1690316" y="667445"/>
                </a:lnTo>
                <a:lnTo>
                  <a:pt x="1697584" y="648157"/>
                </a:lnTo>
                <a:lnTo>
                  <a:pt x="1704851" y="628869"/>
                </a:lnTo>
                <a:lnTo>
                  <a:pt x="1712119" y="609581"/>
                </a:lnTo>
                <a:lnTo>
                  <a:pt x="1719386" y="590293"/>
                </a:lnTo>
                <a:lnTo>
                  <a:pt x="1726654" y="571005"/>
                </a:lnTo>
                <a:lnTo>
                  <a:pt x="1733912" y="551717"/>
                </a:lnTo>
                <a:lnTo>
                  <a:pt x="1741180" y="532428"/>
                </a:lnTo>
                <a:lnTo>
                  <a:pt x="1748447" y="513140"/>
                </a:lnTo>
                <a:lnTo>
                  <a:pt x="1755715" y="493852"/>
                </a:lnTo>
                <a:lnTo>
                  <a:pt x="1762982" y="474574"/>
                </a:lnTo>
                <a:lnTo>
                  <a:pt x="1770250" y="455285"/>
                </a:lnTo>
                <a:lnTo>
                  <a:pt x="1777517" y="435997"/>
                </a:lnTo>
                <a:lnTo>
                  <a:pt x="1784775" y="416709"/>
                </a:lnTo>
                <a:lnTo>
                  <a:pt x="1792043" y="397421"/>
                </a:lnTo>
                <a:lnTo>
                  <a:pt x="1799311" y="378133"/>
                </a:lnTo>
                <a:lnTo>
                  <a:pt x="1806578" y="358845"/>
                </a:lnTo>
                <a:lnTo>
                  <a:pt x="1813846" y="339557"/>
                </a:lnTo>
                <a:lnTo>
                  <a:pt x="1821113" y="320269"/>
                </a:lnTo>
                <a:lnTo>
                  <a:pt x="1828381" y="300980"/>
                </a:lnTo>
                <a:lnTo>
                  <a:pt x="1835639" y="281692"/>
                </a:lnTo>
                <a:lnTo>
                  <a:pt x="1842907" y="262414"/>
                </a:lnTo>
                <a:lnTo>
                  <a:pt x="1850174" y="243126"/>
                </a:lnTo>
                <a:lnTo>
                  <a:pt x="1857442" y="223838"/>
                </a:lnTo>
                <a:lnTo>
                  <a:pt x="1864709" y="204549"/>
                </a:lnTo>
                <a:lnTo>
                  <a:pt x="1871977" y="185261"/>
                </a:lnTo>
                <a:lnTo>
                  <a:pt x="1879235" y="165973"/>
                </a:lnTo>
                <a:lnTo>
                  <a:pt x="1886502" y="146685"/>
                </a:lnTo>
                <a:lnTo>
                  <a:pt x="1893770" y="127397"/>
                </a:lnTo>
                <a:lnTo>
                  <a:pt x="1901038" y="108109"/>
                </a:lnTo>
                <a:lnTo>
                  <a:pt x="1908305" y="88821"/>
                </a:lnTo>
                <a:lnTo>
                  <a:pt x="1915573" y="69542"/>
                </a:lnTo>
                <a:lnTo>
                  <a:pt x="1922831" y="50254"/>
                </a:lnTo>
                <a:lnTo>
                  <a:pt x="1930098" y="30966"/>
                </a:lnTo>
                <a:lnTo>
                  <a:pt x="1937366" y="11678"/>
                </a:lnTo>
                <a:lnTo>
                  <a:pt x="1938547" y="7268"/>
                </a:lnTo>
                <a:lnTo>
                  <a:pt x="1921097" y="17945"/>
                </a:lnTo>
                <a:lnTo>
                  <a:pt x="1901600" y="24575"/>
                </a:lnTo>
                <a:lnTo>
                  <a:pt x="1881616" y="29632"/>
                </a:lnTo>
                <a:lnTo>
                  <a:pt x="1861433" y="33795"/>
                </a:lnTo>
                <a:lnTo>
                  <a:pt x="1841135" y="37367"/>
                </a:lnTo>
                <a:lnTo>
                  <a:pt x="1820770" y="40519"/>
                </a:lnTo>
                <a:lnTo>
                  <a:pt x="1800349" y="43339"/>
                </a:lnTo>
                <a:lnTo>
                  <a:pt x="1779899" y="45891"/>
                </a:lnTo>
                <a:lnTo>
                  <a:pt x="1759420" y="48225"/>
                </a:lnTo>
                <a:lnTo>
                  <a:pt x="1738922" y="50378"/>
                </a:lnTo>
                <a:lnTo>
                  <a:pt x="1718415" y="52378"/>
                </a:lnTo>
                <a:lnTo>
                  <a:pt x="1697888" y="54226"/>
                </a:lnTo>
                <a:lnTo>
                  <a:pt x="1677343" y="55950"/>
                </a:lnTo>
                <a:lnTo>
                  <a:pt x="1656798" y="57569"/>
                </a:lnTo>
                <a:lnTo>
                  <a:pt x="1636243" y="59084"/>
                </a:lnTo>
                <a:lnTo>
                  <a:pt x="1615688" y="60503"/>
                </a:lnTo>
                <a:lnTo>
                  <a:pt x="1595114" y="61846"/>
                </a:lnTo>
                <a:lnTo>
                  <a:pt x="1574549" y="63113"/>
                </a:lnTo>
                <a:lnTo>
                  <a:pt x="1553966" y="64303"/>
                </a:lnTo>
                <a:lnTo>
                  <a:pt x="1533392" y="65427"/>
                </a:lnTo>
                <a:lnTo>
                  <a:pt x="1512808" y="66494"/>
                </a:lnTo>
                <a:lnTo>
                  <a:pt x="1492225" y="67494"/>
                </a:lnTo>
                <a:lnTo>
                  <a:pt x="1471632" y="68437"/>
                </a:lnTo>
                <a:lnTo>
                  <a:pt x="1451039" y="69323"/>
                </a:lnTo>
                <a:lnTo>
                  <a:pt x="1430445" y="70161"/>
                </a:lnTo>
                <a:lnTo>
                  <a:pt x="1409852" y="70952"/>
                </a:lnTo>
                <a:lnTo>
                  <a:pt x="1389259" y="71695"/>
                </a:lnTo>
                <a:lnTo>
                  <a:pt x="1368657" y="72400"/>
                </a:lnTo>
                <a:lnTo>
                  <a:pt x="1348054" y="73057"/>
                </a:lnTo>
                <a:lnTo>
                  <a:pt x="1327452" y="73666"/>
                </a:lnTo>
                <a:lnTo>
                  <a:pt x="1306849" y="74238"/>
                </a:lnTo>
                <a:lnTo>
                  <a:pt x="1286246" y="74771"/>
                </a:lnTo>
                <a:lnTo>
                  <a:pt x="1265644" y="75267"/>
                </a:lnTo>
                <a:lnTo>
                  <a:pt x="1245041" y="75724"/>
                </a:lnTo>
                <a:lnTo>
                  <a:pt x="1224429" y="76143"/>
                </a:lnTo>
                <a:lnTo>
                  <a:pt x="1203827" y="76533"/>
                </a:lnTo>
                <a:lnTo>
                  <a:pt x="1183215" y="76886"/>
                </a:lnTo>
                <a:lnTo>
                  <a:pt x="1162612" y="77200"/>
                </a:lnTo>
                <a:lnTo>
                  <a:pt x="1142000" y="77486"/>
                </a:lnTo>
                <a:lnTo>
                  <a:pt x="1121388" y="77734"/>
                </a:lnTo>
                <a:lnTo>
                  <a:pt x="1100785" y="77953"/>
                </a:lnTo>
                <a:lnTo>
                  <a:pt x="1080173" y="78134"/>
                </a:lnTo>
                <a:lnTo>
                  <a:pt x="1059561" y="78286"/>
                </a:lnTo>
                <a:lnTo>
                  <a:pt x="1038949" y="78410"/>
                </a:lnTo>
                <a:lnTo>
                  <a:pt x="1018346" y="78496"/>
                </a:lnTo>
                <a:lnTo>
                  <a:pt x="997734" y="78553"/>
                </a:lnTo>
                <a:lnTo>
                  <a:pt x="977122" y="78572"/>
                </a:lnTo>
                <a:lnTo>
                  <a:pt x="956510" y="78572"/>
                </a:lnTo>
                <a:lnTo>
                  <a:pt x="935898" y="78534"/>
                </a:lnTo>
                <a:lnTo>
                  <a:pt x="915295" y="78457"/>
                </a:lnTo>
                <a:lnTo>
                  <a:pt x="894683" y="78362"/>
                </a:lnTo>
                <a:lnTo>
                  <a:pt x="874071" y="78229"/>
                </a:lnTo>
                <a:lnTo>
                  <a:pt x="853459" y="78067"/>
                </a:lnTo>
                <a:lnTo>
                  <a:pt x="832847" y="77867"/>
                </a:lnTo>
                <a:lnTo>
                  <a:pt x="812244" y="77638"/>
                </a:lnTo>
                <a:lnTo>
                  <a:pt x="791632" y="77381"/>
                </a:lnTo>
                <a:lnTo>
                  <a:pt x="771020" y="77076"/>
                </a:lnTo>
                <a:lnTo>
                  <a:pt x="750418" y="76752"/>
                </a:lnTo>
                <a:lnTo>
                  <a:pt x="729806" y="76381"/>
                </a:lnTo>
                <a:lnTo>
                  <a:pt x="709203" y="75981"/>
                </a:lnTo>
                <a:lnTo>
                  <a:pt x="688600" y="75543"/>
                </a:lnTo>
                <a:lnTo>
                  <a:pt x="667988" y="75076"/>
                </a:lnTo>
                <a:lnTo>
                  <a:pt x="647386" y="74562"/>
                </a:lnTo>
                <a:lnTo>
                  <a:pt x="626783" y="74019"/>
                </a:lnTo>
                <a:lnTo>
                  <a:pt x="606181" y="73428"/>
                </a:lnTo>
                <a:lnTo>
                  <a:pt x="585578" y="72800"/>
                </a:lnTo>
                <a:lnTo>
                  <a:pt x="564985" y="72123"/>
                </a:lnTo>
                <a:lnTo>
                  <a:pt x="544382" y="71409"/>
                </a:lnTo>
                <a:lnTo>
                  <a:pt x="523789" y="70647"/>
                </a:lnTo>
                <a:lnTo>
                  <a:pt x="503196" y="69837"/>
                </a:lnTo>
                <a:lnTo>
                  <a:pt x="482603" y="68980"/>
                </a:lnTo>
                <a:lnTo>
                  <a:pt x="462010" y="68066"/>
                </a:lnTo>
                <a:lnTo>
                  <a:pt x="441417" y="67094"/>
                </a:lnTo>
                <a:lnTo>
                  <a:pt x="420834" y="66075"/>
                </a:lnTo>
                <a:lnTo>
                  <a:pt x="400250" y="64989"/>
                </a:lnTo>
                <a:lnTo>
                  <a:pt x="379676" y="63837"/>
                </a:lnTo>
                <a:lnTo>
                  <a:pt x="359102" y="62627"/>
                </a:lnTo>
                <a:lnTo>
                  <a:pt x="338528" y="61331"/>
                </a:lnTo>
                <a:lnTo>
                  <a:pt x="317964" y="59960"/>
                </a:lnTo>
                <a:lnTo>
                  <a:pt x="297409" y="58493"/>
                </a:lnTo>
                <a:lnTo>
                  <a:pt x="276854" y="56940"/>
                </a:lnTo>
                <a:lnTo>
                  <a:pt x="256318" y="55283"/>
                </a:lnTo>
                <a:lnTo>
                  <a:pt x="235782" y="53511"/>
                </a:lnTo>
                <a:lnTo>
                  <a:pt x="215255" y="51606"/>
                </a:lnTo>
                <a:lnTo>
                  <a:pt x="194748" y="49549"/>
                </a:lnTo>
                <a:lnTo>
                  <a:pt x="174260" y="47330"/>
                </a:lnTo>
                <a:lnTo>
                  <a:pt x="153791" y="44910"/>
                </a:lnTo>
                <a:lnTo>
                  <a:pt x="133350" y="42262"/>
                </a:lnTo>
                <a:lnTo>
                  <a:pt x="112957" y="39319"/>
                </a:lnTo>
                <a:lnTo>
                  <a:pt x="92612" y="36014"/>
                </a:lnTo>
                <a:lnTo>
                  <a:pt x="72352" y="32233"/>
                </a:lnTo>
                <a:lnTo>
                  <a:pt x="52226" y="27765"/>
                </a:lnTo>
                <a:lnTo>
                  <a:pt x="32385" y="22212"/>
                </a:lnTo>
                <a:lnTo>
                  <a:pt x="13287" y="14526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38" name="funnel-step-cap-2">
            <a:extLst xmlns:a="http://schemas.openxmlformats.org/drawingml/2006/main">
              <a:ext uri="{FF2B5EF4-FFF2-40B4-BE49-F238E27FC236}">
                <a16:creationId xmlns:a16="http://schemas.microsoft.com/office/drawing/2014/main" id="{92DCEC53-808F-40D4-9028-45C679320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648751" y="4210050"/>
            <a:ext cx="1941747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7EAC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39" name="funnel-step-body-3">
            <a:extLst xmlns:a="http://schemas.openxmlformats.org/drawingml/2006/main">
              <a:ext uri="{FF2B5EF4-FFF2-40B4-BE49-F238E27FC236}">
                <a16:creationId xmlns:a16="http://schemas.microsoft.com/office/drawing/2014/main" id="{85C57B51-7BD2-4152-AE3B-C95C93512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23252" y="5243513"/>
            <a:ext cx="1390888" cy="807234"/>
          </a:xfrm>
          <a:custGeom xmlns:a="http://schemas.openxmlformats.org/drawingml/2006/main">
            <a:pathLst>
              <a:path w="1390888" h="807234">
                <a:moveTo>
                  <a:pt x="0" y="0"/>
                </a:moveTo>
                <a:lnTo>
                  <a:pt x="6363" y="17955"/>
                </a:lnTo>
                <a:lnTo>
                  <a:pt x="12725" y="35909"/>
                </a:lnTo>
                <a:lnTo>
                  <a:pt x="19088" y="53864"/>
                </a:lnTo>
                <a:lnTo>
                  <a:pt x="25451" y="71819"/>
                </a:lnTo>
                <a:lnTo>
                  <a:pt x="31814" y="89773"/>
                </a:lnTo>
                <a:lnTo>
                  <a:pt x="38176" y="107728"/>
                </a:lnTo>
                <a:lnTo>
                  <a:pt x="44539" y="125682"/>
                </a:lnTo>
                <a:lnTo>
                  <a:pt x="50902" y="143637"/>
                </a:lnTo>
                <a:lnTo>
                  <a:pt x="57264" y="161592"/>
                </a:lnTo>
                <a:lnTo>
                  <a:pt x="63627" y="179546"/>
                </a:lnTo>
                <a:lnTo>
                  <a:pt x="69990" y="197501"/>
                </a:lnTo>
                <a:lnTo>
                  <a:pt x="76352" y="215456"/>
                </a:lnTo>
                <a:lnTo>
                  <a:pt x="82715" y="233410"/>
                </a:lnTo>
                <a:lnTo>
                  <a:pt x="89078" y="251365"/>
                </a:lnTo>
                <a:lnTo>
                  <a:pt x="95441" y="269319"/>
                </a:lnTo>
                <a:lnTo>
                  <a:pt x="101803" y="287274"/>
                </a:lnTo>
                <a:lnTo>
                  <a:pt x="108166" y="305229"/>
                </a:lnTo>
                <a:lnTo>
                  <a:pt x="114529" y="323183"/>
                </a:lnTo>
                <a:lnTo>
                  <a:pt x="120891" y="341138"/>
                </a:lnTo>
                <a:lnTo>
                  <a:pt x="127254" y="359093"/>
                </a:lnTo>
                <a:lnTo>
                  <a:pt x="133617" y="377047"/>
                </a:lnTo>
                <a:lnTo>
                  <a:pt x="139979" y="395002"/>
                </a:lnTo>
                <a:lnTo>
                  <a:pt x="146342" y="412956"/>
                </a:lnTo>
                <a:lnTo>
                  <a:pt x="152705" y="430911"/>
                </a:lnTo>
                <a:lnTo>
                  <a:pt x="159068" y="448866"/>
                </a:lnTo>
                <a:lnTo>
                  <a:pt x="165430" y="466820"/>
                </a:lnTo>
                <a:lnTo>
                  <a:pt x="171793" y="484775"/>
                </a:lnTo>
                <a:lnTo>
                  <a:pt x="178156" y="502730"/>
                </a:lnTo>
                <a:lnTo>
                  <a:pt x="184518" y="520684"/>
                </a:lnTo>
                <a:lnTo>
                  <a:pt x="190881" y="538639"/>
                </a:lnTo>
                <a:lnTo>
                  <a:pt x="197244" y="556593"/>
                </a:lnTo>
                <a:lnTo>
                  <a:pt x="203606" y="574548"/>
                </a:lnTo>
                <a:lnTo>
                  <a:pt x="209969" y="592503"/>
                </a:lnTo>
                <a:lnTo>
                  <a:pt x="216332" y="610457"/>
                </a:lnTo>
                <a:lnTo>
                  <a:pt x="222695" y="628412"/>
                </a:lnTo>
                <a:lnTo>
                  <a:pt x="229057" y="646367"/>
                </a:lnTo>
                <a:lnTo>
                  <a:pt x="235420" y="664321"/>
                </a:lnTo>
                <a:lnTo>
                  <a:pt x="241783" y="682276"/>
                </a:lnTo>
                <a:lnTo>
                  <a:pt x="248145" y="700230"/>
                </a:lnTo>
                <a:lnTo>
                  <a:pt x="254508" y="718185"/>
                </a:lnTo>
                <a:lnTo>
                  <a:pt x="259861" y="736368"/>
                </a:lnTo>
                <a:lnTo>
                  <a:pt x="272310" y="750494"/>
                </a:lnTo>
                <a:lnTo>
                  <a:pt x="288808" y="759952"/>
                </a:lnTo>
                <a:lnTo>
                  <a:pt x="306476" y="767048"/>
                </a:lnTo>
                <a:lnTo>
                  <a:pt x="324650" y="772744"/>
                </a:lnTo>
                <a:lnTo>
                  <a:pt x="343091" y="777507"/>
                </a:lnTo>
                <a:lnTo>
                  <a:pt x="361693" y="781583"/>
                </a:lnTo>
                <a:lnTo>
                  <a:pt x="380409" y="785127"/>
                </a:lnTo>
                <a:lnTo>
                  <a:pt x="399202" y="788232"/>
                </a:lnTo>
                <a:lnTo>
                  <a:pt x="418052" y="790985"/>
                </a:lnTo>
                <a:lnTo>
                  <a:pt x="436950" y="793423"/>
                </a:lnTo>
                <a:lnTo>
                  <a:pt x="455867" y="795595"/>
                </a:lnTo>
                <a:lnTo>
                  <a:pt x="474821" y="797528"/>
                </a:lnTo>
                <a:lnTo>
                  <a:pt x="493795" y="799243"/>
                </a:lnTo>
                <a:lnTo>
                  <a:pt x="512778" y="800757"/>
                </a:lnTo>
                <a:lnTo>
                  <a:pt x="531781" y="802091"/>
                </a:lnTo>
                <a:lnTo>
                  <a:pt x="550793" y="803253"/>
                </a:lnTo>
                <a:lnTo>
                  <a:pt x="569814" y="804253"/>
                </a:lnTo>
                <a:lnTo>
                  <a:pt x="588845" y="805101"/>
                </a:lnTo>
                <a:lnTo>
                  <a:pt x="607886" y="805796"/>
                </a:lnTo>
                <a:lnTo>
                  <a:pt x="626926" y="806358"/>
                </a:lnTo>
                <a:lnTo>
                  <a:pt x="645966" y="806777"/>
                </a:lnTo>
                <a:lnTo>
                  <a:pt x="665016" y="807063"/>
                </a:lnTo>
                <a:lnTo>
                  <a:pt x="684066" y="807215"/>
                </a:lnTo>
                <a:lnTo>
                  <a:pt x="703107" y="807234"/>
                </a:lnTo>
                <a:lnTo>
                  <a:pt x="722157" y="807120"/>
                </a:lnTo>
                <a:lnTo>
                  <a:pt x="741207" y="806872"/>
                </a:lnTo>
                <a:lnTo>
                  <a:pt x="760247" y="806491"/>
                </a:lnTo>
                <a:lnTo>
                  <a:pt x="779288" y="805977"/>
                </a:lnTo>
                <a:lnTo>
                  <a:pt x="798328" y="805320"/>
                </a:lnTo>
                <a:lnTo>
                  <a:pt x="817359" y="804520"/>
                </a:lnTo>
                <a:lnTo>
                  <a:pt x="836390" y="803558"/>
                </a:lnTo>
                <a:lnTo>
                  <a:pt x="855402" y="802443"/>
                </a:lnTo>
                <a:lnTo>
                  <a:pt x="874405" y="801167"/>
                </a:lnTo>
                <a:lnTo>
                  <a:pt x="893397" y="799700"/>
                </a:lnTo>
                <a:lnTo>
                  <a:pt x="912381" y="798052"/>
                </a:lnTo>
                <a:lnTo>
                  <a:pt x="931335" y="796185"/>
                </a:lnTo>
                <a:lnTo>
                  <a:pt x="950262" y="794090"/>
                </a:lnTo>
                <a:lnTo>
                  <a:pt x="969169" y="791728"/>
                </a:lnTo>
                <a:lnTo>
                  <a:pt x="988028" y="789070"/>
                </a:lnTo>
                <a:lnTo>
                  <a:pt x="1006840" y="786079"/>
                </a:lnTo>
                <a:lnTo>
                  <a:pt x="1025585" y="782669"/>
                </a:lnTo>
                <a:lnTo>
                  <a:pt x="1044226" y="778764"/>
                </a:lnTo>
                <a:lnTo>
                  <a:pt x="1062723" y="774230"/>
                </a:lnTo>
                <a:lnTo>
                  <a:pt x="1080992" y="768829"/>
                </a:lnTo>
                <a:lnTo>
                  <a:pt x="1098852" y="762219"/>
                </a:lnTo>
                <a:lnTo>
                  <a:pt x="1115816" y="753608"/>
                </a:lnTo>
                <a:lnTo>
                  <a:pt x="1130103" y="741188"/>
                </a:lnTo>
                <a:lnTo>
                  <a:pt x="1136371" y="723433"/>
                </a:lnTo>
                <a:lnTo>
                  <a:pt x="1142733" y="705479"/>
                </a:lnTo>
                <a:lnTo>
                  <a:pt x="1149096" y="687524"/>
                </a:lnTo>
                <a:lnTo>
                  <a:pt x="1155459" y="669569"/>
                </a:lnTo>
                <a:lnTo>
                  <a:pt x="1161821" y="651615"/>
                </a:lnTo>
                <a:lnTo>
                  <a:pt x="1168184" y="633660"/>
                </a:lnTo>
                <a:lnTo>
                  <a:pt x="1174547" y="615706"/>
                </a:lnTo>
                <a:lnTo>
                  <a:pt x="1180910" y="597751"/>
                </a:lnTo>
                <a:lnTo>
                  <a:pt x="1187272" y="579796"/>
                </a:lnTo>
                <a:lnTo>
                  <a:pt x="1193635" y="561842"/>
                </a:lnTo>
                <a:lnTo>
                  <a:pt x="1199998" y="543887"/>
                </a:lnTo>
                <a:lnTo>
                  <a:pt x="1206360" y="525932"/>
                </a:lnTo>
                <a:lnTo>
                  <a:pt x="1212723" y="507978"/>
                </a:lnTo>
                <a:lnTo>
                  <a:pt x="1219086" y="490023"/>
                </a:lnTo>
                <a:lnTo>
                  <a:pt x="1225448" y="472069"/>
                </a:lnTo>
                <a:lnTo>
                  <a:pt x="1231811" y="454114"/>
                </a:lnTo>
                <a:lnTo>
                  <a:pt x="1238174" y="436159"/>
                </a:lnTo>
                <a:lnTo>
                  <a:pt x="1244537" y="418205"/>
                </a:lnTo>
                <a:lnTo>
                  <a:pt x="1250899" y="400250"/>
                </a:lnTo>
                <a:lnTo>
                  <a:pt x="1257262" y="382295"/>
                </a:lnTo>
                <a:lnTo>
                  <a:pt x="1263625" y="364341"/>
                </a:lnTo>
                <a:lnTo>
                  <a:pt x="1269987" y="346386"/>
                </a:lnTo>
                <a:lnTo>
                  <a:pt x="1276350" y="328432"/>
                </a:lnTo>
                <a:lnTo>
                  <a:pt x="1282713" y="310477"/>
                </a:lnTo>
                <a:lnTo>
                  <a:pt x="1289085" y="292522"/>
                </a:lnTo>
                <a:lnTo>
                  <a:pt x="1295448" y="274568"/>
                </a:lnTo>
                <a:lnTo>
                  <a:pt x="1301810" y="256613"/>
                </a:lnTo>
                <a:lnTo>
                  <a:pt x="1308173" y="238658"/>
                </a:lnTo>
                <a:lnTo>
                  <a:pt x="1314536" y="220704"/>
                </a:lnTo>
                <a:lnTo>
                  <a:pt x="1320898" y="202749"/>
                </a:lnTo>
                <a:lnTo>
                  <a:pt x="1327261" y="184795"/>
                </a:lnTo>
                <a:lnTo>
                  <a:pt x="1333624" y="166840"/>
                </a:lnTo>
                <a:lnTo>
                  <a:pt x="1339987" y="148885"/>
                </a:lnTo>
                <a:lnTo>
                  <a:pt x="1346349" y="130931"/>
                </a:lnTo>
                <a:lnTo>
                  <a:pt x="1352712" y="112976"/>
                </a:lnTo>
                <a:lnTo>
                  <a:pt x="1359075" y="95021"/>
                </a:lnTo>
                <a:lnTo>
                  <a:pt x="1365437" y="77067"/>
                </a:lnTo>
                <a:lnTo>
                  <a:pt x="1371800" y="59112"/>
                </a:lnTo>
                <a:lnTo>
                  <a:pt x="1378163" y="41158"/>
                </a:lnTo>
                <a:lnTo>
                  <a:pt x="1384525" y="23203"/>
                </a:lnTo>
                <a:lnTo>
                  <a:pt x="1390888" y="5248"/>
                </a:lnTo>
                <a:lnTo>
                  <a:pt x="1386716" y="11630"/>
                </a:lnTo>
                <a:lnTo>
                  <a:pt x="1370648" y="21698"/>
                </a:lnTo>
                <a:lnTo>
                  <a:pt x="1352893" y="28575"/>
                </a:lnTo>
                <a:lnTo>
                  <a:pt x="1334614" y="33928"/>
                </a:lnTo>
                <a:lnTo>
                  <a:pt x="1316088" y="38376"/>
                </a:lnTo>
                <a:lnTo>
                  <a:pt x="1297429" y="42196"/>
                </a:lnTo>
                <a:lnTo>
                  <a:pt x="1278684" y="45558"/>
                </a:lnTo>
                <a:lnTo>
                  <a:pt x="1259872" y="48549"/>
                </a:lnTo>
                <a:lnTo>
                  <a:pt x="1241012" y="51245"/>
                </a:lnTo>
                <a:lnTo>
                  <a:pt x="1222124" y="53702"/>
                </a:lnTo>
                <a:lnTo>
                  <a:pt x="1203208" y="55940"/>
                </a:lnTo>
                <a:lnTo>
                  <a:pt x="1184272" y="57998"/>
                </a:lnTo>
                <a:lnTo>
                  <a:pt x="1165317" y="59893"/>
                </a:lnTo>
                <a:lnTo>
                  <a:pt x="1146353" y="61646"/>
                </a:lnTo>
                <a:lnTo>
                  <a:pt x="1127369" y="63275"/>
                </a:lnTo>
                <a:lnTo>
                  <a:pt x="1108377" y="64789"/>
                </a:lnTo>
                <a:lnTo>
                  <a:pt x="1089384" y="66180"/>
                </a:lnTo>
                <a:lnTo>
                  <a:pt x="1070381" y="67485"/>
                </a:lnTo>
                <a:lnTo>
                  <a:pt x="1051370" y="68685"/>
                </a:lnTo>
                <a:lnTo>
                  <a:pt x="1032358" y="69809"/>
                </a:lnTo>
                <a:lnTo>
                  <a:pt x="1013336" y="70847"/>
                </a:lnTo>
                <a:lnTo>
                  <a:pt x="994305" y="71799"/>
                </a:lnTo>
                <a:lnTo>
                  <a:pt x="975284" y="72685"/>
                </a:lnTo>
                <a:lnTo>
                  <a:pt x="956253" y="73495"/>
                </a:lnTo>
                <a:lnTo>
                  <a:pt x="937212" y="74247"/>
                </a:lnTo>
                <a:lnTo>
                  <a:pt x="918181" y="74924"/>
                </a:lnTo>
                <a:lnTo>
                  <a:pt x="899141" y="75533"/>
                </a:lnTo>
                <a:lnTo>
                  <a:pt x="880100" y="76095"/>
                </a:lnTo>
                <a:lnTo>
                  <a:pt x="861060" y="76591"/>
                </a:lnTo>
                <a:lnTo>
                  <a:pt x="842010" y="77029"/>
                </a:lnTo>
                <a:lnTo>
                  <a:pt x="822970" y="77410"/>
                </a:lnTo>
                <a:lnTo>
                  <a:pt x="803920" y="77734"/>
                </a:lnTo>
                <a:lnTo>
                  <a:pt x="784879" y="78010"/>
                </a:lnTo>
                <a:lnTo>
                  <a:pt x="765829" y="78229"/>
                </a:lnTo>
                <a:lnTo>
                  <a:pt x="746779" y="78400"/>
                </a:lnTo>
                <a:lnTo>
                  <a:pt x="727729" y="78505"/>
                </a:lnTo>
                <a:lnTo>
                  <a:pt x="708679" y="78562"/>
                </a:lnTo>
                <a:lnTo>
                  <a:pt x="689639" y="78572"/>
                </a:lnTo>
                <a:lnTo>
                  <a:pt x="670589" y="78524"/>
                </a:lnTo>
                <a:lnTo>
                  <a:pt x="651539" y="78429"/>
                </a:lnTo>
                <a:lnTo>
                  <a:pt x="632489" y="78286"/>
                </a:lnTo>
                <a:lnTo>
                  <a:pt x="613439" y="78086"/>
                </a:lnTo>
                <a:lnTo>
                  <a:pt x="594398" y="77819"/>
                </a:lnTo>
                <a:lnTo>
                  <a:pt x="575348" y="77514"/>
                </a:lnTo>
                <a:lnTo>
                  <a:pt x="556308" y="77143"/>
                </a:lnTo>
                <a:lnTo>
                  <a:pt x="537258" y="76724"/>
                </a:lnTo>
                <a:lnTo>
                  <a:pt x="518217" y="76248"/>
                </a:lnTo>
                <a:lnTo>
                  <a:pt x="499177" y="75705"/>
                </a:lnTo>
                <a:lnTo>
                  <a:pt x="480136" y="75105"/>
                </a:lnTo>
                <a:lnTo>
                  <a:pt x="461096" y="74447"/>
                </a:lnTo>
                <a:lnTo>
                  <a:pt x="442065" y="73724"/>
                </a:lnTo>
                <a:lnTo>
                  <a:pt x="423034" y="72933"/>
                </a:lnTo>
                <a:lnTo>
                  <a:pt x="404003" y="72066"/>
                </a:lnTo>
                <a:lnTo>
                  <a:pt x="384981" y="71133"/>
                </a:lnTo>
                <a:lnTo>
                  <a:pt x="365960" y="70123"/>
                </a:lnTo>
                <a:lnTo>
                  <a:pt x="346939" y="69028"/>
                </a:lnTo>
                <a:lnTo>
                  <a:pt x="327927" y="67847"/>
                </a:lnTo>
                <a:lnTo>
                  <a:pt x="308924" y="66580"/>
                </a:lnTo>
                <a:lnTo>
                  <a:pt x="289922" y="65199"/>
                </a:lnTo>
                <a:lnTo>
                  <a:pt x="270929" y="63732"/>
                </a:lnTo>
                <a:lnTo>
                  <a:pt x="251946" y="62141"/>
                </a:lnTo>
                <a:lnTo>
                  <a:pt x="232982" y="60427"/>
                </a:lnTo>
                <a:lnTo>
                  <a:pt x="214017" y="58569"/>
                </a:lnTo>
                <a:lnTo>
                  <a:pt x="195072" y="56559"/>
                </a:lnTo>
                <a:lnTo>
                  <a:pt x="176155" y="54378"/>
                </a:lnTo>
                <a:lnTo>
                  <a:pt x="157258" y="51987"/>
                </a:lnTo>
                <a:lnTo>
                  <a:pt x="138389" y="49368"/>
                </a:lnTo>
                <a:lnTo>
                  <a:pt x="119558" y="46463"/>
                </a:lnTo>
                <a:lnTo>
                  <a:pt x="100794" y="43224"/>
                </a:lnTo>
                <a:lnTo>
                  <a:pt x="82096" y="39548"/>
                </a:lnTo>
                <a:lnTo>
                  <a:pt x="63532" y="35309"/>
                </a:lnTo>
                <a:lnTo>
                  <a:pt x="45168" y="30261"/>
                </a:lnTo>
                <a:lnTo>
                  <a:pt x="27203" y="23927"/>
                </a:lnTo>
                <a:lnTo>
                  <a:pt x="10363" y="15116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40" name="funnel-step-cap-3">
            <a:extLst xmlns:a="http://schemas.openxmlformats.org/drawingml/2006/main">
              <a:ext uri="{FF2B5EF4-FFF2-40B4-BE49-F238E27FC236}">
                <a16:creationId xmlns:a16="http://schemas.microsoft.com/office/drawing/2014/main" id="{AD63567F-16DA-45D3-AEF1-811EED7DE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23271" y="5119688"/>
            <a:ext cx="1392707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7EAC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41" name="funnel-flow-arrow">
            <a:extLst xmlns:a="http://schemas.openxmlformats.org/drawingml/2006/main">
              <a:ext uri="{FF2B5EF4-FFF2-40B4-BE49-F238E27FC236}">
                <a16:creationId xmlns:a16="http://schemas.microsoft.com/office/drawing/2014/main" id="{1AD26125-647F-425D-AD3A-7112E1C45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52850" y="2466975"/>
            <a:ext cx="1733550" cy="3631149"/>
          </a:xfrm>
          <a:custGeom xmlns:a="http://schemas.openxmlformats.org/drawingml/2006/main">
            <a:pathLst>
              <a:path w="1733550" h="3631149">
                <a:moveTo>
                  <a:pt x="0" y="0"/>
                </a:moveTo>
                <a:lnTo>
                  <a:pt x="0" y="42824"/>
                </a:lnTo>
                <a:lnTo>
                  <a:pt x="8630" y="84668"/>
                </a:lnTo>
                <a:lnTo>
                  <a:pt x="18345" y="126378"/>
                </a:lnTo>
                <a:lnTo>
                  <a:pt x="28061" y="168088"/>
                </a:lnTo>
                <a:lnTo>
                  <a:pt x="37776" y="209807"/>
                </a:lnTo>
                <a:lnTo>
                  <a:pt x="47492" y="251517"/>
                </a:lnTo>
                <a:lnTo>
                  <a:pt x="57207" y="293227"/>
                </a:lnTo>
                <a:lnTo>
                  <a:pt x="66923" y="334947"/>
                </a:lnTo>
                <a:lnTo>
                  <a:pt x="76638" y="376657"/>
                </a:lnTo>
                <a:lnTo>
                  <a:pt x="86354" y="418367"/>
                </a:lnTo>
                <a:lnTo>
                  <a:pt x="96069" y="460077"/>
                </a:lnTo>
                <a:lnTo>
                  <a:pt x="105785" y="501796"/>
                </a:lnTo>
                <a:lnTo>
                  <a:pt x="115500" y="543506"/>
                </a:lnTo>
                <a:lnTo>
                  <a:pt x="125216" y="585216"/>
                </a:lnTo>
                <a:lnTo>
                  <a:pt x="134931" y="626926"/>
                </a:lnTo>
                <a:lnTo>
                  <a:pt x="144647" y="668645"/>
                </a:lnTo>
                <a:lnTo>
                  <a:pt x="154362" y="710355"/>
                </a:lnTo>
                <a:lnTo>
                  <a:pt x="164078" y="752065"/>
                </a:lnTo>
                <a:lnTo>
                  <a:pt x="173793" y="793785"/>
                </a:lnTo>
                <a:lnTo>
                  <a:pt x="183509" y="835495"/>
                </a:lnTo>
                <a:lnTo>
                  <a:pt x="193224" y="877205"/>
                </a:lnTo>
                <a:lnTo>
                  <a:pt x="201378" y="919248"/>
                </a:lnTo>
                <a:lnTo>
                  <a:pt x="209312" y="961339"/>
                </a:lnTo>
                <a:lnTo>
                  <a:pt x="216751" y="1003516"/>
                </a:lnTo>
                <a:lnTo>
                  <a:pt x="224190" y="1045693"/>
                </a:lnTo>
                <a:lnTo>
                  <a:pt x="231629" y="1087869"/>
                </a:lnTo>
                <a:lnTo>
                  <a:pt x="239068" y="1130046"/>
                </a:lnTo>
                <a:lnTo>
                  <a:pt x="246507" y="1172223"/>
                </a:lnTo>
                <a:lnTo>
                  <a:pt x="253946" y="1214409"/>
                </a:lnTo>
                <a:lnTo>
                  <a:pt x="261385" y="1256586"/>
                </a:lnTo>
                <a:lnTo>
                  <a:pt x="268815" y="1298762"/>
                </a:lnTo>
                <a:lnTo>
                  <a:pt x="276254" y="1340939"/>
                </a:lnTo>
                <a:lnTo>
                  <a:pt x="283693" y="1383116"/>
                </a:lnTo>
                <a:lnTo>
                  <a:pt x="291132" y="1425292"/>
                </a:lnTo>
                <a:lnTo>
                  <a:pt x="298571" y="1467479"/>
                </a:lnTo>
                <a:lnTo>
                  <a:pt x="306010" y="1509655"/>
                </a:lnTo>
                <a:lnTo>
                  <a:pt x="313449" y="1551832"/>
                </a:lnTo>
                <a:lnTo>
                  <a:pt x="320888" y="1594009"/>
                </a:lnTo>
                <a:lnTo>
                  <a:pt x="328317" y="1636185"/>
                </a:lnTo>
                <a:lnTo>
                  <a:pt x="335756" y="1678362"/>
                </a:lnTo>
                <a:lnTo>
                  <a:pt x="343195" y="1720548"/>
                </a:lnTo>
                <a:lnTo>
                  <a:pt x="350634" y="1762725"/>
                </a:lnTo>
                <a:lnTo>
                  <a:pt x="357930" y="1804921"/>
                </a:lnTo>
                <a:lnTo>
                  <a:pt x="364960" y="1847174"/>
                </a:lnTo>
                <a:lnTo>
                  <a:pt x="371846" y="1889446"/>
                </a:lnTo>
                <a:lnTo>
                  <a:pt x="378619" y="1931737"/>
                </a:lnTo>
                <a:lnTo>
                  <a:pt x="385391" y="1974028"/>
                </a:lnTo>
                <a:lnTo>
                  <a:pt x="392163" y="2016319"/>
                </a:lnTo>
                <a:lnTo>
                  <a:pt x="398936" y="2058610"/>
                </a:lnTo>
                <a:lnTo>
                  <a:pt x="405698" y="2100901"/>
                </a:lnTo>
                <a:lnTo>
                  <a:pt x="412471" y="2143192"/>
                </a:lnTo>
                <a:lnTo>
                  <a:pt x="419243" y="2185483"/>
                </a:lnTo>
                <a:lnTo>
                  <a:pt x="426015" y="2227764"/>
                </a:lnTo>
                <a:lnTo>
                  <a:pt x="432787" y="2270055"/>
                </a:lnTo>
                <a:lnTo>
                  <a:pt x="439560" y="2312346"/>
                </a:lnTo>
                <a:lnTo>
                  <a:pt x="446332" y="2354637"/>
                </a:lnTo>
                <a:lnTo>
                  <a:pt x="453104" y="2396928"/>
                </a:lnTo>
                <a:lnTo>
                  <a:pt x="459877" y="2439219"/>
                </a:lnTo>
                <a:lnTo>
                  <a:pt x="466649" y="2481510"/>
                </a:lnTo>
                <a:lnTo>
                  <a:pt x="473412" y="2523801"/>
                </a:lnTo>
                <a:lnTo>
                  <a:pt x="480184" y="2566092"/>
                </a:lnTo>
                <a:lnTo>
                  <a:pt x="486956" y="2608383"/>
                </a:lnTo>
                <a:lnTo>
                  <a:pt x="493728" y="2650674"/>
                </a:lnTo>
                <a:lnTo>
                  <a:pt x="500501" y="2692965"/>
                </a:lnTo>
                <a:lnTo>
                  <a:pt x="507101" y="2735285"/>
                </a:lnTo>
                <a:lnTo>
                  <a:pt x="513655" y="2777604"/>
                </a:lnTo>
                <a:lnTo>
                  <a:pt x="520151" y="2819933"/>
                </a:lnTo>
                <a:lnTo>
                  <a:pt x="526656" y="2862272"/>
                </a:lnTo>
                <a:lnTo>
                  <a:pt x="533152" y="2904601"/>
                </a:lnTo>
                <a:lnTo>
                  <a:pt x="539648" y="2946940"/>
                </a:lnTo>
                <a:lnTo>
                  <a:pt x="503596" y="2952750"/>
                </a:lnTo>
                <a:lnTo>
                  <a:pt x="460762" y="2952750"/>
                </a:lnTo>
                <a:lnTo>
                  <a:pt x="417938" y="2952750"/>
                </a:lnTo>
                <a:lnTo>
                  <a:pt x="375104" y="2952750"/>
                </a:lnTo>
                <a:lnTo>
                  <a:pt x="332280" y="2952750"/>
                </a:lnTo>
                <a:lnTo>
                  <a:pt x="289446" y="2952750"/>
                </a:lnTo>
                <a:lnTo>
                  <a:pt x="246621" y="2952750"/>
                </a:lnTo>
                <a:lnTo>
                  <a:pt x="225571" y="2962113"/>
                </a:lnTo>
                <a:lnTo>
                  <a:pt x="255032" y="2993193"/>
                </a:lnTo>
                <a:lnTo>
                  <a:pt x="284502" y="3024283"/>
                </a:lnTo>
                <a:lnTo>
                  <a:pt x="313963" y="3055363"/>
                </a:lnTo>
                <a:lnTo>
                  <a:pt x="343424" y="3086443"/>
                </a:lnTo>
                <a:lnTo>
                  <a:pt x="372894" y="3117533"/>
                </a:lnTo>
                <a:lnTo>
                  <a:pt x="402355" y="3148613"/>
                </a:lnTo>
                <a:lnTo>
                  <a:pt x="431825" y="3179702"/>
                </a:lnTo>
                <a:lnTo>
                  <a:pt x="461286" y="3210782"/>
                </a:lnTo>
                <a:lnTo>
                  <a:pt x="490747" y="3241862"/>
                </a:lnTo>
                <a:lnTo>
                  <a:pt x="520217" y="3272952"/>
                </a:lnTo>
                <a:lnTo>
                  <a:pt x="549678" y="3304032"/>
                </a:lnTo>
                <a:lnTo>
                  <a:pt x="579139" y="3335112"/>
                </a:lnTo>
                <a:lnTo>
                  <a:pt x="608609" y="3366202"/>
                </a:lnTo>
                <a:lnTo>
                  <a:pt x="638070" y="3397282"/>
                </a:lnTo>
                <a:lnTo>
                  <a:pt x="667541" y="3428362"/>
                </a:lnTo>
                <a:lnTo>
                  <a:pt x="697001" y="3459451"/>
                </a:lnTo>
                <a:lnTo>
                  <a:pt x="726462" y="3490532"/>
                </a:lnTo>
                <a:lnTo>
                  <a:pt x="755933" y="3521612"/>
                </a:lnTo>
                <a:lnTo>
                  <a:pt x="785393" y="3552701"/>
                </a:lnTo>
                <a:lnTo>
                  <a:pt x="814854" y="3583781"/>
                </a:lnTo>
                <a:lnTo>
                  <a:pt x="844325" y="3614861"/>
                </a:lnTo>
                <a:lnTo>
                  <a:pt x="873785" y="3631149"/>
                </a:lnTo>
                <a:lnTo>
                  <a:pt x="903256" y="3600069"/>
                </a:lnTo>
                <a:lnTo>
                  <a:pt x="932717" y="3568989"/>
                </a:lnTo>
                <a:lnTo>
                  <a:pt x="962177" y="3537899"/>
                </a:lnTo>
                <a:lnTo>
                  <a:pt x="991648" y="3506819"/>
                </a:lnTo>
                <a:lnTo>
                  <a:pt x="1021109" y="3475739"/>
                </a:lnTo>
                <a:lnTo>
                  <a:pt x="1050579" y="3444650"/>
                </a:lnTo>
                <a:lnTo>
                  <a:pt x="1080040" y="3413570"/>
                </a:lnTo>
                <a:lnTo>
                  <a:pt x="1109501" y="3382480"/>
                </a:lnTo>
                <a:lnTo>
                  <a:pt x="1138971" y="3351400"/>
                </a:lnTo>
                <a:lnTo>
                  <a:pt x="1168432" y="3320320"/>
                </a:lnTo>
                <a:lnTo>
                  <a:pt x="1197893" y="3289230"/>
                </a:lnTo>
                <a:lnTo>
                  <a:pt x="1227363" y="3258150"/>
                </a:lnTo>
                <a:lnTo>
                  <a:pt x="1256824" y="3227070"/>
                </a:lnTo>
                <a:lnTo>
                  <a:pt x="1286294" y="3195980"/>
                </a:lnTo>
                <a:lnTo>
                  <a:pt x="1315755" y="3164900"/>
                </a:lnTo>
                <a:lnTo>
                  <a:pt x="1345216" y="3133820"/>
                </a:lnTo>
                <a:lnTo>
                  <a:pt x="1374686" y="3102731"/>
                </a:lnTo>
                <a:lnTo>
                  <a:pt x="1404147" y="3071651"/>
                </a:lnTo>
                <a:lnTo>
                  <a:pt x="1433608" y="3040571"/>
                </a:lnTo>
                <a:lnTo>
                  <a:pt x="1463078" y="3009481"/>
                </a:lnTo>
                <a:lnTo>
                  <a:pt x="1492539" y="2978401"/>
                </a:lnTo>
                <a:lnTo>
                  <a:pt x="1509370" y="2952750"/>
                </a:lnTo>
                <a:lnTo>
                  <a:pt x="1466545" y="2952750"/>
                </a:lnTo>
                <a:lnTo>
                  <a:pt x="1423711" y="2952750"/>
                </a:lnTo>
                <a:lnTo>
                  <a:pt x="1380887" y="2952750"/>
                </a:lnTo>
                <a:lnTo>
                  <a:pt x="1338053" y="2952750"/>
                </a:lnTo>
                <a:lnTo>
                  <a:pt x="1295229" y="2952750"/>
                </a:lnTo>
                <a:lnTo>
                  <a:pt x="1252395" y="2952750"/>
                </a:lnTo>
                <a:lnTo>
                  <a:pt x="1209570" y="2952750"/>
                </a:lnTo>
                <a:lnTo>
                  <a:pt x="1196988" y="2926785"/>
                </a:lnTo>
                <a:lnTo>
                  <a:pt x="1203493" y="2884456"/>
                </a:lnTo>
                <a:lnTo>
                  <a:pt x="1209989" y="2842117"/>
                </a:lnTo>
                <a:lnTo>
                  <a:pt x="1216485" y="2799788"/>
                </a:lnTo>
                <a:lnTo>
                  <a:pt x="1223010" y="2757459"/>
                </a:lnTo>
                <a:lnTo>
                  <a:pt x="1229573" y="2715130"/>
                </a:lnTo>
                <a:lnTo>
                  <a:pt x="1236269" y="2672829"/>
                </a:lnTo>
                <a:lnTo>
                  <a:pt x="1243041" y="2630538"/>
                </a:lnTo>
                <a:lnTo>
                  <a:pt x="1249813" y="2588247"/>
                </a:lnTo>
                <a:lnTo>
                  <a:pt x="1256586" y="2545956"/>
                </a:lnTo>
                <a:lnTo>
                  <a:pt x="1263358" y="2503675"/>
                </a:lnTo>
                <a:lnTo>
                  <a:pt x="1270130" y="2461384"/>
                </a:lnTo>
                <a:lnTo>
                  <a:pt x="1276902" y="2419093"/>
                </a:lnTo>
                <a:lnTo>
                  <a:pt x="1283675" y="2376802"/>
                </a:lnTo>
                <a:lnTo>
                  <a:pt x="1290447" y="2334511"/>
                </a:lnTo>
                <a:lnTo>
                  <a:pt x="1297210" y="2292220"/>
                </a:lnTo>
                <a:lnTo>
                  <a:pt x="1303982" y="2249929"/>
                </a:lnTo>
                <a:lnTo>
                  <a:pt x="1310754" y="2207638"/>
                </a:lnTo>
                <a:lnTo>
                  <a:pt x="1317527" y="2165347"/>
                </a:lnTo>
                <a:lnTo>
                  <a:pt x="1324299" y="2123056"/>
                </a:lnTo>
                <a:lnTo>
                  <a:pt x="1331071" y="2080765"/>
                </a:lnTo>
                <a:lnTo>
                  <a:pt x="1337843" y="2038474"/>
                </a:lnTo>
                <a:lnTo>
                  <a:pt x="1344616" y="1996183"/>
                </a:lnTo>
                <a:lnTo>
                  <a:pt x="1351388" y="1953892"/>
                </a:lnTo>
                <a:lnTo>
                  <a:pt x="1358160" y="1911601"/>
                </a:lnTo>
                <a:lnTo>
                  <a:pt x="1364923" y="1869310"/>
                </a:lnTo>
                <a:lnTo>
                  <a:pt x="1371933" y="1827066"/>
                </a:lnTo>
                <a:lnTo>
                  <a:pt x="1379020" y="1784823"/>
                </a:lnTo>
                <a:lnTo>
                  <a:pt x="1386459" y="1742646"/>
                </a:lnTo>
                <a:lnTo>
                  <a:pt x="1393898" y="1700470"/>
                </a:lnTo>
                <a:lnTo>
                  <a:pt x="1401328" y="1658293"/>
                </a:lnTo>
                <a:lnTo>
                  <a:pt x="1408767" y="1616107"/>
                </a:lnTo>
                <a:lnTo>
                  <a:pt x="1416206" y="1573930"/>
                </a:lnTo>
                <a:lnTo>
                  <a:pt x="1423645" y="1531753"/>
                </a:lnTo>
                <a:lnTo>
                  <a:pt x="1431084" y="1489577"/>
                </a:lnTo>
                <a:lnTo>
                  <a:pt x="1438523" y="1447400"/>
                </a:lnTo>
                <a:lnTo>
                  <a:pt x="1445962" y="1405214"/>
                </a:lnTo>
                <a:lnTo>
                  <a:pt x="1453401" y="1363037"/>
                </a:lnTo>
                <a:lnTo>
                  <a:pt x="1460830" y="1320860"/>
                </a:lnTo>
                <a:lnTo>
                  <a:pt x="1468269" y="1278684"/>
                </a:lnTo>
                <a:lnTo>
                  <a:pt x="1475708" y="1236507"/>
                </a:lnTo>
                <a:lnTo>
                  <a:pt x="1483147" y="1194330"/>
                </a:lnTo>
                <a:lnTo>
                  <a:pt x="1490586" y="1152144"/>
                </a:lnTo>
                <a:lnTo>
                  <a:pt x="1498025" y="1109967"/>
                </a:lnTo>
                <a:lnTo>
                  <a:pt x="1505464" y="1067791"/>
                </a:lnTo>
                <a:lnTo>
                  <a:pt x="1512903" y="1025614"/>
                </a:lnTo>
                <a:lnTo>
                  <a:pt x="1520333" y="983437"/>
                </a:lnTo>
                <a:lnTo>
                  <a:pt x="1527981" y="941299"/>
                </a:lnTo>
                <a:lnTo>
                  <a:pt x="1535982" y="899217"/>
                </a:lnTo>
                <a:lnTo>
                  <a:pt x="1544955" y="857355"/>
                </a:lnTo>
                <a:lnTo>
                  <a:pt x="1554671" y="815635"/>
                </a:lnTo>
                <a:lnTo>
                  <a:pt x="1564386" y="773925"/>
                </a:lnTo>
                <a:lnTo>
                  <a:pt x="1574102" y="732215"/>
                </a:lnTo>
                <a:lnTo>
                  <a:pt x="1583817" y="690496"/>
                </a:lnTo>
                <a:lnTo>
                  <a:pt x="1593533" y="648786"/>
                </a:lnTo>
                <a:lnTo>
                  <a:pt x="1603248" y="607076"/>
                </a:lnTo>
                <a:lnTo>
                  <a:pt x="1612964" y="565366"/>
                </a:lnTo>
                <a:lnTo>
                  <a:pt x="1622679" y="523646"/>
                </a:lnTo>
                <a:lnTo>
                  <a:pt x="1632395" y="481936"/>
                </a:lnTo>
                <a:lnTo>
                  <a:pt x="1642110" y="440226"/>
                </a:lnTo>
                <a:lnTo>
                  <a:pt x="1651825" y="398516"/>
                </a:lnTo>
                <a:lnTo>
                  <a:pt x="1661541" y="356797"/>
                </a:lnTo>
                <a:lnTo>
                  <a:pt x="1671257" y="315087"/>
                </a:lnTo>
                <a:lnTo>
                  <a:pt x="1680972" y="273377"/>
                </a:lnTo>
                <a:lnTo>
                  <a:pt x="1690688" y="231658"/>
                </a:lnTo>
                <a:lnTo>
                  <a:pt x="1700403" y="189948"/>
                </a:lnTo>
                <a:lnTo>
                  <a:pt x="1710119" y="148238"/>
                </a:lnTo>
                <a:lnTo>
                  <a:pt x="1719834" y="106528"/>
                </a:lnTo>
                <a:lnTo>
                  <a:pt x="1729550" y="64808"/>
                </a:lnTo>
                <a:lnTo>
                  <a:pt x="1733550" y="22441"/>
                </a:lnTo>
                <a:lnTo>
                  <a:pt x="1713167" y="0"/>
                </a:lnTo>
                <a:lnTo>
                  <a:pt x="1670333" y="0"/>
                </a:lnTo>
                <a:lnTo>
                  <a:pt x="1627508" y="0"/>
                </a:lnTo>
                <a:lnTo>
                  <a:pt x="1584674" y="0"/>
                </a:lnTo>
                <a:lnTo>
                  <a:pt x="1541850" y="0"/>
                </a:lnTo>
                <a:lnTo>
                  <a:pt x="1499016" y="0"/>
                </a:lnTo>
                <a:lnTo>
                  <a:pt x="1456192" y="0"/>
                </a:lnTo>
                <a:lnTo>
                  <a:pt x="1413358" y="0"/>
                </a:lnTo>
                <a:lnTo>
                  <a:pt x="1370533" y="0"/>
                </a:lnTo>
                <a:lnTo>
                  <a:pt x="1327699" y="0"/>
                </a:lnTo>
                <a:lnTo>
                  <a:pt x="1284875" y="0"/>
                </a:lnTo>
                <a:lnTo>
                  <a:pt x="1242041" y="0"/>
                </a:lnTo>
                <a:lnTo>
                  <a:pt x="1199217" y="0"/>
                </a:lnTo>
                <a:lnTo>
                  <a:pt x="1156383" y="0"/>
                </a:lnTo>
                <a:lnTo>
                  <a:pt x="1113558" y="0"/>
                </a:lnTo>
                <a:lnTo>
                  <a:pt x="1070724" y="0"/>
                </a:lnTo>
                <a:lnTo>
                  <a:pt x="1027900" y="0"/>
                </a:lnTo>
                <a:lnTo>
                  <a:pt x="985066" y="0"/>
                </a:lnTo>
                <a:lnTo>
                  <a:pt x="942242" y="0"/>
                </a:lnTo>
                <a:lnTo>
                  <a:pt x="899408" y="0"/>
                </a:lnTo>
                <a:lnTo>
                  <a:pt x="856583" y="0"/>
                </a:lnTo>
                <a:lnTo>
                  <a:pt x="813749" y="0"/>
                </a:lnTo>
                <a:lnTo>
                  <a:pt x="770925" y="0"/>
                </a:lnTo>
                <a:lnTo>
                  <a:pt x="728091" y="0"/>
                </a:lnTo>
                <a:lnTo>
                  <a:pt x="685267" y="0"/>
                </a:lnTo>
                <a:lnTo>
                  <a:pt x="642433" y="0"/>
                </a:lnTo>
                <a:lnTo>
                  <a:pt x="599608" y="0"/>
                </a:lnTo>
                <a:lnTo>
                  <a:pt x="556774" y="0"/>
                </a:lnTo>
                <a:lnTo>
                  <a:pt x="513950" y="0"/>
                </a:lnTo>
                <a:lnTo>
                  <a:pt x="471116" y="0"/>
                </a:lnTo>
                <a:lnTo>
                  <a:pt x="428292" y="0"/>
                </a:lnTo>
                <a:lnTo>
                  <a:pt x="385458" y="0"/>
                </a:lnTo>
                <a:lnTo>
                  <a:pt x="342633" y="0"/>
                </a:lnTo>
                <a:lnTo>
                  <a:pt x="299799" y="0"/>
                </a:lnTo>
                <a:lnTo>
                  <a:pt x="256975" y="0"/>
                </a:lnTo>
                <a:lnTo>
                  <a:pt x="214141" y="0"/>
                </a:lnTo>
                <a:lnTo>
                  <a:pt x="171317" y="0"/>
                </a:lnTo>
                <a:lnTo>
                  <a:pt x="128492" y="0"/>
                </a:lnTo>
                <a:lnTo>
                  <a:pt x="85658" y="0"/>
                </a:lnTo>
                <a:lnTo>
                  <a:pt x="42824" y="0"/>
                </a:lnTo>
                <a:lnTo>
                  <a:pt x="0" y="0"/>
                </a:lnTo>
                <a:close/>
              </a:path>
            </a:pathLst>
          </a:custGeom>
          <a:gradFill xmlns:a="http://schemas.openxmlformats.org/drawingml/2006/main">
            <a:gsLst>
              <a:gs pos="0">
                <a:srgbClr val="000000"/>
              </a:gs>
              <a:gs pos="42">
                <a:srgbClr val="B8D8F2">
                  <a:alpha val="16000"/>
                </a:srgbClr>
              </a:gs>
              <a:gs pos="76">
                <a:srgbClr val="8FC4EE">
                  <a:alpha val="32000"/>
                </a:srgbClr>
              </a:gs>
              <a:gs pos="100">
                <a:srgbClr val="72B3E8">
                  <a:alpha val="52000"/>
                </a:srgbClr>
              </a:gs>
            </a:gsLst>
            <a:lin ang="10800000"/>
          </a:gradFill>
          <a:ln xmlns:a="http://schemas.openxmlformats.org/drawingml/2006/main" w="9525">
            <a:noFill/>
            <a:prstDash val="solid"/>
          </a:ln>
        </p:spPr>
      </p:sp>
      <p:sp>
        <p:nvSpPr>
          <p:cNvPr id="42" name="phase-label-0">
            <a:extLst xmlns:a="http://schemas.openxmlformats.org/drawingml/2006/main">
              <a:ext uri="{FF2B5EF4-FFF2-40B4-BE49-F238E27FC236}">
                <a16:creationId xmlns:a16="http://schemas.microsoft.com/office/drawing/2014/main" id="{B6638010-3B06-46ED-9AF3-C9C4E0DCF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1638300"/>
            <a:ext cx="228600" cy="2657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阶段一</a:t>
            </a:r>
          </a:p>
        </p:txBody>
      </p:sp>
      <p:sp>
        <p:nvSpPr>
          <p:cNvPr id="43" name="phase-label-1">
            <a:extLst xmlns:a="http://schemas.openxmlformats.org/drawingml/2006/main">
              <a:ext uri="{FF2B5EF4-FFF2-40B4-BE49-F238E27FC236}">
                <a16:creationId xmlns:a16="http://schemas.microsoft.com/office/drawing/2014/main" id="{D2C6A5AC-9768-4991-844B-21D53A3C0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4295775"/>
            <a:ext cx="228600" cy="1914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阶段二</a:t>
            </a:r>
          </a:p>
        </p:txBody>
      </p:sp>
      <p:sp>
        <p:nvSpPr>
          <p:cNvPr id="44" name="funnel-step-title-0">
            <a:extLst xmlns:a="http://schemas.openxmlformats.org/drawingml/2006/main">
              <a:ext uri="{FF2B5EF4-FFF2-40B4-BE49-F238E27FC236}">
                <a16:creationId xmlns:a16="http://schemas.microsoft.com/office/drawing/2014/main" id="{1EE079A5-8328-40FF-96A5-F6FCC1A74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423199" y="2793206"/>
            <a:ext cx="2392861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3600"/>
              </a:lnSpc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广泛触达</a:t>
            </a:r>
          </a:p>
        </p:txBody>
      </p:sp>
      <p:sp>
        <p:nvSpPr>
          <p:cNvPr id="45" name="funnel-step-title-1">
            <a:extLst xmlns:a="http://schemas.openxmlformats.org/drawingml/2006/main">
              <a:ext uri="{FF2B5EF4-FFF2-40B4-BE49-F238E27FC236}">
                <a16:creationId xmlns:a16="http://schemas.microsoft.com/office/drawing/2014/main" id="{84D5F903-9050-4D14-9695-241219984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25018" y="3702844"/>
            <a:ext cx="1789214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3600"/>
              </a:lnSpc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兴趣识别</a:t>
            </a:r>
          </a:p>
        </p:txBody>
      </p:sp>
      <p:sp>
        <p:nvSpPr>
          <p:cNvPr id="46" name="funnel-step-title-2">
            <a:extLst xmlns:a="http://schemas.openxmlformats.org/drawingml/2006/main">
              <a:ext uri="{FF2B5EF4-FFF2-40B4-BE49-F238E27FC236}">
                <a16:creationId xmlns:a16="http://schemas.microsoft.com/office/drawing/2014/main" id="{650D54D7-C5B5-4B7A-8EEF-C787BE5D4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99528" y="4612481"/>
            <a:ext cx="1240184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3600"/>
              </a:lnSpc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意向培育</a:t>
            </a:r>
          </a:p>
        </p:txBody>
      </p:sp>
      <p:sp>
        <p:nvSpPr>
          <p:cNvPr id="47" name="funnel-step-title-3">
            <a:extLst xmlns:a="http://schemas.openxmlformats.org/drawingml/2006/main">
              <a:ext uri="{FF2B5EF4-FFF2-40B4-BE49-F238E27FC236}">
                <a16:creationId xmlns:a16="http://schemas.microsoft.com/office/drawing/2014/main" id="{BC67218C-A01F-4530-99A2-B0924BE62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200525" y="5522119"/>
            <a:ext cx="8382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行动转化</a:t>
            </a:r>
          </a:p>
        </p:txBody>
      </p:sp>
      <p:sp>
        <p:nvSpPr>
          <p:cNvPr id="48" name="input-core-0">
            <a:extLst xmlns:a="http://schemas.openxmlformats.org/drawingml/2006/main">
              <a:ext uri="{FF2B5EF4-FFF2-40B4-BE49-F238E27FC236}">
                <a16:creationId xmlns:a16="http://schemas.microsoft.com/office/drawing/2014/main" id="{0651AF97-7908-483C-9CB4-12698C1AB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057525" y="194310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23"/>
          <a:fontRef xmlns:a="http://schemas.openxmlformats.org/drawingml/2006/main" idx="major"/>
        </p:style>
      </p:sp>
      <p:pic>
        <p:nvPicPr>
          <p:cNvPr id="10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388bdde9378424d">
            <a:extLst>
              <a:ext uri="{96DAC541-7B7A-43D3-8B79-37D633B846F1}">
                <asvg:svgBlip xmlns:asvg="http://schemas.microsoft.com/office/drawing/2016/SVG/main" r:embed="Rf512c8719bee40ba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3152775" y="2038350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50" name="input-core-1">
            <a:extLst xmlns:a="http://schemas.openxmlformats.org/drawingml/2006/main">
              <a:ext uri="{FF2B5EF4-FFF2-40B4-BE49-F238E27FC236}">
                <a16:creationId xmlns:a16="http://schemas.microsoft.com/office/drawing/2014/main" id="{7A487117-3D06-490D-ADC7-877B9357A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52850" y="1743075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23"/>
          <a:fontRef xmlns:a="http://schemas.openxmlformats.org/drawingml/2006/main" idx="major"/>
        </p:style>
      </p:sp>
      <p:pic>
        <p:nvPicPr>
          <p:cNvPr id="10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0b35c0335d14012">
            <a:extLst>
              <a:ext uri="{96DAC541-7B7A-43D3-8B79-37D633B846F1}">
                <asvg:svgBlip xmlns:asvg="http://schemas.microsoft.com/office/drawing/2016/SVG/main" r:embed="R5a8b99f0b17e401e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3848100" y="1838325"/>
            <a:ext cx="209550" cy="209550"/>
          </a:xfrm>
          <a:prstGeom xmlns:a="http://schemas.openxmlformats.org/drawingml/2006/main" prst="rect">
            <a:avLst/>
          </a:prstGeom>
        </p:spPr>
      </p:pic>
      <p:sp>
        <p:nvSpPr>
          <p:cNvPr id="52" name="input-core-2">
            <a:extLst xmlns:a="http://schemas.openxmlformats.org/drawingml/2006/main">
              <a:ext uri="{FF2B5EF4-FFF2-40B4-BE49-F238E27FC236}">
                <a16:creationId xmlns:a16="http://schemas.microsoft.com/office/drawing/2014/main" id="{881F49FC-54E0-4BC5-A3BE-3BFA05039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391025" y="162877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23"/>
          <a:fontRef xmlns:a="http://schemas.openxmlformats.org/drawingml/2006/main" idx="major"/>
        </p:style>
      </p:sp>
      <p:pic>
        <p:nvPicPr>
          <p:cNvPr id="1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d16820f108e418d">
            <a:extLst>
              <a:ext uri="{96DAC541-7B7A-43D3-8B79-37D633B846F1}">
                <asvg:svgBlip xmlns:asvg="http://schemas.microsoft.com/office/drawing/2016/SVG/main" r:embed="Rca2d2e357fbb4f61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4486275" y="1724025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54" name="input-core-3">
            <a:extLst xmlns:a="http://schemas.openxmlformats.org/drawingml/2006/main">
              <a:ext uri="{FF2B5EF4-FFF2-40B4-BE49-F238E27FC236}">
                <a16:creationId xmlns:a16="http://schemas.microsoft.com/office/drawing/2014/main" id="{2A010DE8-E86F-4E7E-8D1A-B4436E977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086350" y="1781175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23"/>
          <a:fontRef xmlns:a="http://schemas.openxmlformats.org/drawingml/2006/main" idx="major"/>
        </p:style>
      </p:sp>
      <p:pic>
        <p:nvPicPr>
          <p:cNvPr id="1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1f579c6eebb4467">
            <a:extLst>
              <a:ext uri="{96DAC541-7B7A-43D3-8B79-37D633B846F1}">
                <asvg:svgBlip xmlns:asvg="http://schemas.microsoft.com/office/drawing/2016/SVG/main" r:embed="Rccb707c0e7ab4b91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5181600" y="1876425"/>
            <a:ext cx="209550" cy="209550"/>
          </a:xfrm>
          <a:prstGeom xmlns:a="http://schemas.openxmlformats.org/drawingml/2006/main" prst="rect">
            <a:avLst/>
          </a:prstGeom>
        </p:spPr>
      </p:pic>
      <p:sp>
        <p:nvSpPr>
          <p:cNvPr id="56" name="input-core-4">
            <a:extLst xmlns:a="http://schemas.openxmlformats.org/drawingml/2006/main">
              <a:ext uri="{FF2B5EF4-FFF2-40B4-BE49-F238E27FC236}">
                <a16:creationId xmlns:a16="http://schemas.microsoft.com/office/drawing/2014/main" id="{4C9C3CC4-4A19-498D-9394-F0543557F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724525" y="191452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23"/>
          <a:fontRef xmlns:a="http://schemas.openxmlformats.org/drawingml/2006/main" idx="major"/>
        </p:style>
      </p:sp>
      <p:pic>
        <p:nvPicPr>
          <p:cNvPr id="1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02470ff71314850">
            <a:extLst>
              <a:ext uri="{96DAC541-7B7A-43D3-8B79-37D633B846F1}">
                <asvg:svgBlip xmlns:asvg="http://schemas.microsoft.com/office/drawing/2016/SVG/main" r:embed="Rf2eaaf8c151e46d7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5819775" y="2009775"/>
            <a:ext cx="266700" cy="2667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590670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0" name="phase-band-0">
            <a:extLst xmlns:a="http://schemas.openxmlformats.org/drawingml/2006/main">
              <a:ext uri="{FF2B5EF4-FFF2-40B4-BE49-F238E27FC236}">
                <a16:creationId xmlns:a16="http://schemas.microsoft.com/office/drawing/2014/main" id="{59B057C0-8589-42C7-9E7D-DE847C1C3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1638300"/>
            <a:ext cx="11144250" cy="2657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phase-band-1">
            <a:extLst xmlns:a="http://schemas.openxmlformats.org/drawingml/2006/main">
              <a:ext uri="{FF2B5EF4-FFF2-40B4-BE49-F238E27FC236}">
                <a16:creationId xmlns:a16="http://schemas.microsoft.com/office/drawing/2014/main" id="{085EBA29-1A34-4DC6-A6BA-3110B7C5D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4295775"/>
            <a:ext cx="11144250" cy="1914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38100">
            <a:solidFill>
              <a:srgbClr val="FFFFFF"/>
            </a:solidFill>
            <a:prstDash val="solid"/>
          </a:ln>
        </p:spPr>
      </p:sp>
      <p:sp>
        <p:nvSpPr>
          <p:cNvPr id="3" name="phase-rail-0">
            <a:extLst xmlns:a="http://schemas.openxmlformats.org/drawingml/2006/main">
              <a:ext uri="{FF2B5EF4-FFF2-40B4-BE49-F238E27FC236}">
                <a16:creationId xmlns:a16="http://schemas.microsoft.com/office/drawing/2014/main" id="{AA7D776F-BF55-48F5-A2BD-AA83DC670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1638300"/>
            <a:ext cx="514350" cy="2656656"/>
          </a:xfrm>
          <a:custGeom xmlns:a="http://schemas.openxmlformats.org/drawingml/2006/main">
            <a:pathLst>
              <a:path w="514350" h="2656656">
                <a:moveTo>
                  <a:pt x="0" y="0"/>
                </a:moveTo>
                <a:lnTo>
                  <a:pt x="25546" y="0"/>
                </a:lnTo>
                <a:lnTo>
                  <a:pt x="51102" y="0"/>
                </a:lnTo>
                <a:lnTo>
                  <a:pt x="76648" y="0"/>
                </a:lnTo>
                <a:lnTo>
                  <a:pt x="102203" y="0"/>
                </a:lnTo>
                <a:lnTo>
                  <a:pt x="127749" y="0"/>
                </a:lnTo>
                <a:lnTo>
                  <a:pt x="153295" y="0"/>
                </a:lnTo>
                <a:lnTo>
                  <a:pt x="178851" y="0"/>
                </a:lnTo>
                <a:lnTo>
                  <a:pt x="204397" y="0"/>
                </a:lnTo>
                <a:lnTo>
                  <a:pt x="229953" y="0"/>
                </a:lnTo>
                <a:lnTo>
                  <a:pt x="255499" y="0"/>
                </a:lnTo>
                <a:lnTo>
                  <a:pt x="281045" y="0"/>
                </a:lnTo>
                <a:lnTo>
                  <a:pt x="306600" y="0"/>
                </a:lnTo>
                <a:lnTo>
                  <a:pt x="332146" y="0"/>
                </a:lnTo>
                <a:lnTo>
                  <a:pt x="357692" y="0"/>
                </a:lnTo>
                <a:lnTo>
                  <a:pt x="383248" y="0"/>
                </a:lnTo>
                <a:lnTo>
                  <a:pt x="408794" y="0"/>
                </a:lnTo>
                <a:lnTo>
                  <a:pt x="434350" y="0"/>
                </a:lnTo>
                <a:lnTo>
                  <a:pt x="459896" y="0"/>
                </a:lnTo>
                <a:lnTo>
                  <a:pt x="485442" y="0"/>
                </a:lnTo>
                <a:lnTo>
                  <a:pt x="510997" y="0"/>
                </a:lnTo>
                <a:lnTo>
                  <a:pt x="514350" y="22193"/>
                </a:lnTo>
                <a:lnTo>
                  <a:pt x="514350" y="47749"/>
                </a:lnTo>
                <a:lnTo>
                  <a:pt x="514350" y="73295"/>
                </a:lnTo>
                <a:lnTo>
                  <a:pt x="514350" y="98841"/>
                </a:lnTo>
                <a:lnTo>
                  <a:pt x="514350" y="124397"/>
                </a:lnTo>
                <a:lnTo>
                  <a:pt x="514350" y="149943"/>
                </a:lnTo>
                <a:lnTo>
                  <a:pt x="514350" y="175498"/>
                </a:lnTo>
                <a:lnTo>
                  <a:pt x="514350" y="201044"/>
                </a:lnTo>
                <a:lnTo>
                  <a:pt x="514350" y="226590"/>
                </a:lnTo>
                <a:lnTo>
                  <a:pt x="514350" y="252146"/>
                </a:lnTo>
                <a:lnTo>
                  <a:pt x="514350" y="277692"/>
                </a:lnTo>
                <a:lnTo>
                  <a:pt x="514350" y="303247"/>
                </a:lnTo>
                <a:lnTo>
                  <a:pt x="514350" y="328793"/>
                </a:lnTo>
                <a:lnTo>
                  <a:pt x="514350" y="354340"/>
                </a:lnTo>
                <a:lnTo>
                  <a:pt x="514350" y="379895"/>
                </a:lnTo>
                <a:lnTo>
                  <a:pt x="514350" y="405441"/>
                </a:lnTo>
                <a:lnTo>
                  <a:pt x="514350" y="430987"/>
                </a:lnTo>
                <a:lnTo>
                  <a:pt x="514350" y="456543"/>
                </a:lnTo>
                <a:lnTo>
                  <a:pt x="514350" y="482089"/>
                </a:lnTo>
                <a:lnTo>
                  <a:pt x="514350" y="507644"/>
                </a:lnTo>
                <a:lnTo>
                  <a:pt x="514350" y="533190"/>
                </a:lnTo>
                <a:lnTo>
                  <a:pt x="514350" y="558737"/>
                </a:lnTo>
                <a:lnTo>
                  <a:pt x="514350" y="584292"/>
                </a:lnTo>
                <a:lnTo>
                  <a:pt x="514350" y="609838"/>
                </a:lnTo>
                <a:lnTo>
                  <a:pt x="514350" y="635394"/>
                </a:lnTo>
                <a:lnTo>
                  <a:pt x="514350" y="660940"/>
                </a:lnTo>
                <a:lnTo>
                  <a:pt x="514350" y="686486"/>
                </a:lnTo>
                <a:lnTo>
                  <a:pt x="514350" y="712041"/>
                </a:lnTo>
                <a:lnTo>
                  <a:pt x="514350" y="737587"/>
                </a:lnTo>
                <a:lnTo>
                  <a:pt x="514350" y="763143"/>
                </a:lnTo>
                <a:lnTo>
                  <a:pt x="514350" y="788689"/>
                </a:lnTo>
                <a:lnTo>
                  <a:pt x="514350" y="814235"/>
                </a:lnTo>
                <a:lnTo>
                  <a:pt x="514350" y="839791"/>
                </a:lnTo>
                <a:lnTo>
                  <a:pt x="514350" y="865337"/>
                </a:lnTo>
                <a:lnTo>
                  <a:pt x="514350" y="890883"/>
                </a:lnTo>
                <a:lnTo>
                  <a:pt x="514350" y="916438"/>
                </a:lnTo>
                <a:lnTo>
                  <a:pt x="514350" y="941984"/>
                </a:lnTo>
                <a:lnTo>
                  <a:pt x="514350" y="967540"/>
                </a:lnTo>
                <a:lnTo>
                  <a:pt x="514350" y="993086"/>
                </a:lnTo>
                <a:lnTo>
                  <a:pt x="514350" y="1018632"/>
                </a:lnTo>
                <a:lnTo>
                  <a:pt x="514350" y="1044188"/>
                </a:lnTo>
                <a:lnTo>
                  <a:pt x="514350" y="1069734"/>
                </a:lnTo>
                <a:lnTo>
                  <a:pt x="514350" y="1095289"/>
                </a:lnTo>
                <a:lnTo>
                  <a:pt x="514350" y="1120835"/>
                </a:lnTo>
                <a:lnTo>
                  <a:pt x="514350" y="1146381"/>
                </a:lnTo>
                <a:lnTo>
                  <a:pt x="514350" y="1171937"/>
                </a:lnTo>
                <a:lnTo>
                  <a:pt x="514350" y="1197483"/>
                </a:lnTo>
                <a:lnTo>
                  <a:pt x="514350" y="1223039"/>
                </a:lnTo>
                <a:lnTo>
                  <a:pt x="514350" y="1248585"/>
                </a:lnTo>
                <a:lnTo>
                  <a:pt x="514350" y="1274131"/>
                </a:lnTo>
                <a:lnTo>
                  <a:pt x="514350" y="1299686"/>
                </a:lnTo>
                <a:lnTo>
                  <a:pt x="514350" y="1325232"/>
                </a:lnTo>
                <a:lnTo>
                  <a:pt x="514350" y="1350788"/>
                </a:lnTo>
                <a:lnTo>
                  <a:pt x="514350" y="1376334"/>
                </a:lnTo>
                <a:lnTo>
                  <a:pt x="514350" y="1401880"/>
                </a:lnTo>
                <a:lnTo>
                  <a:pt x="514350" y="1427436"/>
                </a:lnTo>
                <a:lnTo>
                  <a:pt x="514350" y="1452982"/>
                </a:lnTo>
                <a:lnTo>
                  <a:pt x="514350" y="1478528"/>
                </a:lnTo>
                <a:lnTo>
                  <a:pt x="514350" y="1504083"/>
                </a:lnTo>
                <a:lnTo>
                  <a:pt x="514350" y="1529629"/>
                </a:lnTo>
                <a:lnTo>
                  <a:pt x="514350" y="1555185"/>
                </a:lnTo>
                <a:lnTo>
                  <a:pt x="514350" y="1580731"/>
                </a:lnTo>
                <a:lnTo>
                  <a:pt x="514350" y="1606277"/>
                </a:lnTo>
                <a:lnTo>
                  <a:pt x="514350" y="1631833"/>
                </a:lnTo>
                <a:lnTo>
                  <a:pt x="514350" y="1657379"/>
                </a:lnTo>
                <a:lnTo>
                  <a:pt x="514350" y="1682934"/>
                </a:lnTo>
                <a:lnTo>
                  <a:pt x="514350" y="1708480"/>
                </a:lnTo>
                <a:lnTo>
                  <a:pt x="514350" y="1734026"/>
                </a:lnTo>
                <a:lnTo>
                  <a:pt x="514350" y="1759582"/>
                </a:lnTo>
                <a:lnTo>
                  <a:pt x="514350" y="1785128"/>
                </a:lnTo>
                <a:lnTo>
                  <a:pt x="514350" y="1810683"/>
                </a:lnTo>
                <a:lnTo>
                  <a:pt x="514350" y="1836230"/>
                </a:lnTo>
                <a:lnTo>
                  <a:pt x="514350" y="1861776"/>
                </a:lnTo>
                <a:lnTo>
                  <a:pt x="514350" y="1887331"/>
                </a:lnTo>
                <a:lnTo>
                  <a:pt x="514350" y="1912877"/>
                </a:lnTo>
                <a:lnTo>
                  <a:pt x="514350" y="1938433"/>
                </a:lnTo>
                <a:lnTo>
                  <a:pt x="514350" y="1963979"/>
                </a:lnTo>
                <a:lnTo>
                  <a:pt x="514350" y="1989525"/>
                </a:lnTo>
                <a:lnTo>
                  <a:pt x="514350" y="2015080"/>
                </a:lnTo>
                <a:lnTo>
                  <a:pt x="514350" y="2040626"/>
                </a:lnTo>
                <a:lnTo>
                  <a:pt x="514350" y="2066173"/>
                </a:lnTo>
                <a:lnTo>
                  <a:pt x="514350" y="2091728"/>
                </a:lnTo>
                <a:lnTo>
                  <a:pt x="514350" y="2117274"/>
                </a:lnTo>
                <a:lnTo>
                  <a:pt x="514350" y="2142830"/>
                </a:lnTo>
                <a:lnTo>
                  <a:pt x="514350" y="2168376"/>
                </a:lnTo>
                <a:lnTo>
                  <a:pt x="514350" y="2193922"/>
                </a:lnTo>
                <a:lnTo>
                  <a:pt x="514350" y="2219477"/>
                </a:lnTo>
                <a:lnTo>
                  <a:pt x="514350" y="2245023"/>
                </a:lnTo>
                <a:lnTo>
                  <a:pt x="514350" y="2270579"/>
                </a:lnTo>
                <a:lnTo>
                  <a:pt x="514350" y="2296125"/>
                </a:lnTo>
                <a:lnTo>
                  <a:pt x="514350" y="2321671"/>
                </a:lnTo>
                <a:lnTo>
                  <a:pt x="514350" y="2347227"/>
                </a:lnTo>
                <a:lnTo>
                  <a:pt x="514350" y="2372773"/>
                </a:lnTo>
                <a:lnTo>
                  <a:pt x="514350" y="2398328"/>
                </a:lnTo>
                <a:lnTo>
                  <a:pt x="514350" y="2423874"/>
                </a:lnTo>
                <a:lnTo>
                  <a:pt x="514350" y="2449420"/>
                </a:lnTo>
                <a:lnTo>
                  <a:pt x="514350" y="2474976"/>
                </a:lnTo>
                <a:lnTo>
                  <a:pt x="514350" y="2500522"/>
                </a:lnTo>
                <a:lnTo>
                  <a:pt x="504320" y="2520172"/>
                </a:lnTo>
                <a:lnTo>
                  <a:pt x="481984" y="2532583"/>
                </a:lnTo>
                <a:lnTo>
                  <a:pt x="459648" y="2544985"/>
                </a:lnTo>
                <a:lnTo>
                  <a:pt x="437321" y="2557396"/>
                </a:lnTo>
                <a:lnTo>
                  <a:pt x="414985" y="2569807"/>
                </a:lnTo>
                <a:lnTo>
                  <a:pt x="392649" y="2582208"/>
                </a:lnTo>
                <a:lnTo>
                  <a:pt x="370313" y="2594620"/>
                </a:lnTo>
                <a:lnTo>
                  <a:pt x="347977" y="2607031"/>
                </a:lnTo>
                <a:lnTo>
                  <a:pt x="325641" y="2619432"/>
                </a:lnTo>
                <a:lnTo>
                  <a:pt x="303314" y="2631843"/>
                </a:lnTo>
                <a:lnTo>
                  <a:pt x="280978" y="2644254"/>
                </a:lnTo>
                <a:lnTo>
                  <a:pt x="258642" y="2656656"/>
                </a:lnTo>
                <a:lnTo>
                  <a:pt x="236306" y="2645883"/>
                </a:lnTo>
                <a:lnTo>
                  <a:pt x="213970" y="2633472"/>
                </a:lnTo>
                <a:lnTo>
                  <a:pt x="191633" y="2621061"/>
                </a:lnTo>
                <a:lnTo>
                  <a:pt x="169307" y="2608659"/>
                </a:lnTo>
                <a:lnTo>
                  <a:pt x="146971" y="2596248"/>
                </a:lnTo>
                <a:lnTo>
                  <a:pt x="124635" y="2583837"/>
                </a:lnTo>
                <a:lnTo>
                  <a:pt x="102299" y="2571436"/>
                </a:lnTo>
                <a:lnTo>
                  <a:pt x="79962" y="2559025"/>
                </a:lnTo>
                <a:lnTo>
                  <a:pt x="57626" y="2546614"/>
                </a:lnTo>
                <a:lnTo>
                  <a:pt x="35300" y="2534212"/>
                </a:lnTo>
                <a:lnTo>
                  <a:pt x="12964" y="2521801"/>
                </a:lnTo>
                <a:lnTo>
                  <a:pt x="0" y="2503875"/>
                </a:lnTo>
                <a:lnTo>
                  <a:pt x="0" y="2478329"/>
                </a:lnTo>
                <a:lnTo>
                  <a:pt x="0" y="2452783"/>
                </a:lnTo>
                <a:lnTo>
                  <a:pt x="0" y="2427227"/>
                </a:lnTo>
                <a:lnTo>
                  <a:pt x="0" y="2401681"/>
                </a:lnTo>
                <a:lnTo>
                  <a:pt x="0" y="2376126"/>
                </a:lnTo>
                <a:lnTo>
                  <a:pt x="0" y="2350580"/>
                </a:lnTo>
                <a:lnTo>
                  <a:pt x="0" y="2325033"/>
                </a:lnTo>
                <a:lnTo>
                  <a:pt x="0" y="2299478"/>
                </a:lnTo>
                <a:lnTo>
                  <a:pt x="0" y="2273932"/>
                </a:lnTo>
                <a:lnTo>
                  <a:pt x="0" y="2248376"/>
                </a:lnTo>
                <a:lnTo>
                  <a:pt x="0" y="2222830"/>
                </a:lnTo>
                <a:lnTo>
                  <a:pt x="0" y="2197284"/>
                </a:lnTo>
                <a:lnTo>
                  <a:pt x="0" y="2171729"/>
                </a:lnTo>
                <a:lnTo>
                  <a:pt x="0" y="2146183"/>
                </a:lnTo>
                <a:lnTo>
                  <a:pt x="0" y="2120627"/>
                </a:lnTo>
                <a:lnTo>
                  <a:pt x="0" y="2095081"/>
                </a:lnTo>
                <a:lnTo>
                  <a:pt x="0" y="2069535"/>
                </a:lnTo>
                <a:lnTo>
                  <a:pt x="0" y="2043979"/>
                </a:lnTo>
                <a:lnTo>
                  <a:pt x="0" y="2018433"/>
                </a:lnTo>
                <a:lnTo>
                  <a:pt x="0" y="1992887"/>
                </a:lnTo>
                <a:lnTo>
                  <a:pt x="0" y="1967332"/>
                </a:lnTo>
                <a:lnTo>
                  <a:pt x="0" y="1941786"/>
                </a:lnTo>
                <a:lnTo>
                  <a:pt x="0" y="1916230"/>
                </a:lnTo>
                <a:lnTo>
                  <a:pt x="0" y="1890684"/>
                </a:lnTo>
                <a:lnTo>
                  <a:pt x="0" y="1865138"/>
                </a:lnTo>
                <a:lnTo>
                  <a:pt x="0" y="1839582"/>
                </a:lnTo>
                <a:lnTo>
                  <a:pt x="0" y="1814036"/>
                </a:lnTo>
                <a:lnTo>
                  <a:pt x="0" y="1788481"/>
                </a:lnTo>
                <a:lnTo>
                  <a:pt x="0" y="1762935"/>
                </a:lnTo>
                <a:lnTo>
                  <a:pt x="0" y="1737389"/>
                </a:lnTo>
                <a:lnTo>
                  <a:pt x="0" y="1711833"/>
                </a:lnTo>
                <a:lnTo>
                  <a:pt x="0" y="1686287"/>
                </a:lnTo>
                <a:lnTo>
                  <a:pt x="0" y="1660731"/>
                </a:lnTo>
                <a:lnTo>
                  <a:pt x="0" y="1635185"/>
                </a:lnTo>
                <a:lnTo>
                  <a:pt x="0" y="1609639"/>
                </a:lnTo>
                <a:lnTo>
                  <a:pt x="0" y="1584084"/>
                </a:lnTo>
                <a:lnTo>
                  <a:pt x="0" y="1558538"/>
                </a:lnTo>
                <a:lnTo>
                  <a:pt x="0" y="1532982"/>
                </a:lnTo>
                <a:lnTo>
                  <a:pt x="0" y="1507436"/>
                </a:lnTo>
                <a:lnTo>
                  <a:pt x="0" y="1481890"/>
                </a:lnTo>
                <a:lnTo>
                  <a:pt x="0" y="1456334"/>
                </a:lnTo>
                <a:lnTo>
                  <a:pt x="0" y="1430788"/>
                </a:lnTo>
                <a:lnTo>
                  <a:pt x="0" y="1405233"/>
                </a:lnTo>
                <a:lnTo>
                  <a:pt x="0" y="1379687"/>
                </a:lnTo>
                <a:lnTo>
                  <a:pt x="0" y="1354141"/>
                </a:lnTo>
                <a:lnTo>
                  <a:pt x="0" y="1328585"/>
                </a:lnTo>
                <a:lnTo>
                  <a:pt x="0" y="1303039"/>
                </a:lnTo>
                <a:lnTo>
                  <a:pt x="0" y="1277493"/>
                </a:lnTo>
                <a:lnTo>
                  <a:pt x="0" y="1251937"/>
                </a:lnTo>
                <a:lnTo>
                  <a:pt x="0" y="1226391"/>
                </a:lnTo>
                <a:lnTo>
                  <a:pt x="0" y="1200836"/>
                </a:lnTo>
                <a:lnTo>
                  <a:pt x="0" y="1175290"/>
                </a:lnTo>
                <a:lnTo>
                  <a:pt x="0" y="1149744"/>
                </a:lnTo>
                <a:lnTo>
                  <a:pt x="0" y="1124188"/>
                </a:lnTo>
                <a:lnTo>
                  <a:pt x="0" y="1098642"/>
                </a:lnTo>
                <a:lnTo>
                  <a:pt x="0" y="1073087"/>
                </a:lnTo>
                <a:lnTo>
                  <a:pt x="0" y="1047540"/>
                </a:lnTo>
                <a:lnTo>
                  <a:pt x="0" y="1021994"/>
                </a:lnTo>
                <a:lnTo>
                  <a:pt x="0" y="996439"/>
                </a:lnTo>
                <a:lnTo>
                  <a:pt x="0" y="970893"/>
                </a:lnTo>
                <a:lnTo>
                  <a:pt x="0" y="945337"/>
                </a:lnTo>
                <a:lnTo>
                  <a:pt x="0" y="919791"/>
                </a:lnTo>
                <a:lnTo>
                  <a:pt x="0" y="894245"/>
                </a:lnTo>
                <a:lnTo>
                  <a:pt x="0" y="868690"/>
                </a:lnTo>
                <a:lnTo>
                  <a:pt x="0" y="843143"/>
                </a:lnTo>
                <a:lnTo>
                  <a:pt x="0" y="817588"/>
                </a:lnTo>
                <a:lnTo>
                  <a:pt x="0" y="792042"/>
                </a:lnTo>
                <a:lnTo>
                  <a:pt x="0" y="766496"/>
                </a:lnTo>
                <a:lnTo>
                  <a:pt x="0" y="740940"/>
                </a:lnTo>
                <a:lnTo>
                  <a:pt x="0" y="715394"/>
                </a:lnTo>
                <a:lnTo>
                  <a:pt x="0" y="689848"/>
                </a:lnTo>
                <a:lnTo>
                  <a:pt x="0" y="664293"/>
                </a:lnTo>
                <a:lnTo>
                  <a:pt x="0" y="638747"/>
                </a:lnTo>
                <a:lnTo>
                  <a:pt x="0" y="613191"/>
                </a:lnTo>
                <a:lnTo>
                  <a:pt x="0" y="587645"/>
                </a:lnTo>
                <a:lnTo>
                  <a:pt x="0" y="562099"/>
                </a:lnTo>
                <a:lnTo>
                  <a:pt x="0" y="536543"/>
                </a:lnTo>
                <a:lnTo>
                  <a:pt x="0" y="510997"/>
                </a:lnTo>
                <a:lnTo>
                  <a:pt x="0" y="485442"/>
                </a:lnTo>
                <a:lnTo>
                  <a:pt x="0" y="459896"/>
                </a:lnTo>
                <a:lnTo>
                  <a:pt x="0" y="434350"/>
                </a:lnTo>
                <a:lnTo>
                  <a:pt x="0" y="408794"/>
                </a:lnTo>
                <a:lnTo>
                  <a:pt x="0" y="383248"/>
                </a:lnTo>
                <a:lnTo>
                  <a:pt x="0" y="357692"/>
                </a:lnTo>
                <a:lnTo>
                  <a:pt x="0" y="332146"/>
                </a:lnTo>
                <a:lnTo>
                  <a:pt x="0" y="306600"/>
                </a:lnTo>
                <a:lnTo>
                  <a:pt x="0" y="281045"/>
                </a:lnTo>
                <a:lnTo>
                  <a:pt x="0" y="255499"/>
                </a:lnTo>
                <a:lnTo>
                  <a:pt x="0" y="229953"/>
                </a:lnTo>
                <a:lnTo>
                  <a:pt x="0" y="204397"/>
                </a:lnTo>
                <a:lnTo>
                  <a:pt x="0" y="178851"/>
                </a:lnTo>
                <a:lnTo>
                  <a:pt x="0" y="153295"/>
                </a:lnTo>
                <a:lnTo>
                  <a:pt x="0" y="127749"/>
                </a:lnTo>
                <a:lnTo>
                  <a:pt x="0" y="102203"/>
                </a:lnTo>
                <a:lnTo>
                  <a:pt x="0" y="76648"/>
                </a:lnTo>
                <a:lnTo>
                  <a:pt x="0" y="51102"/>
                </a:lnTo>
                <a:lnTo>
                  <a:pt x="0" y="25546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4" name="phase-title-0">
            <a:extLst xmlns:a="http://schemas.openxmlformats.org/drawingml/2006/main">
              <a:ext uri="{FF2B5EF4-FFF2-40B4-BE49-F238E27FC236}">
                <a16:creationId xmlns:a16="http://schemas.microsoft.com/office/drawing/2014/main" id="{4EA95F09-9E9E-43F8-8C80-0B86EEAE8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2496293"/>
            <a:ext cx="1428750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获取与识别</a:t>
            </a:r>
          </a:p>
        </p:txBody>
      </p:sp>
      <p:sp>
        <p:nvSpPr>
          <p:cNvPr id="5" name="phase-body-0">
            <a:extLst xmlns:a="http://schemas.openxmlformats.org/drawingml/2006/main">
              <a:ext uri="{FF2B5EF4-FFF2-40B4-BE49-F238E27FC236}">
                <a16:creationId xmlns:a16="http://schemas.microsoft.com/office/drawing/2014/main" id="{9E4E65E8-867E-40A1-8369-70D1C8F11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2850509"/>
            <a:ext cx="1428750" cy="587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让目标对象进</a:t>
            </a:r>
          </a:p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入并形成意向</a:t>
            </a:r>
          </a:p>
        </p:txBody>
      </p:sp>
      <p:sp>
        <p:nvSpPr>
          <p:cNvPr id="6" name="action-icon-shell-0-0">
            <a:extLst xmlns:a="http://schemas.openxmlformats.org/drawingml/2006/main">
              <a:ext uri="{FF2B5EF4-FFF2-40B4-BE49-F238E27FC236}">
                <a16:creationId xmlns:a16="http://schemas.microsoft.com/office/drawing/2014/main" id="{04B5C477-B5C1-4389-B6F8-EF341AC58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2490788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6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ca16fc053b24de1">
            <a:extLst>
              <a:ext uri="{96DAC541-7B7A-43D3-8B79-37D633B846F1}">
                <asvg:svgBlip xmlns:asvg="http://schemas.microsoft.com/office/drawing/2016/SVG/main" r:embed="R9bfad3a4c05742db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2566988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8" name="action-title-0-0">
            <a:extLst xmlns:a="http://schemas.openxmlformats.org/drawingml/2006/main">
              <a:ext uri="{FF2B5EF4-FFF2-40B4-BE49-F238E27FC236}">
                <a16:creationId xmlns:a16="http://schemas.microsoft.com/office/drawing/2014/main" id="{9EB1205B-4158-4436-A80C-D6D32AB2C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429770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标签体系</a:t>
            </a:r>
          </a:p>
        </p:txBody>
      </p:sp>
      <p:sp>
        <p:nvSpPr>
          <p:cNvPr id="9" name="action-body-0-0">
            <a:extLst xmlns:a="http://schemas.openxmlformats.org/drawingml/2006/main">
              <a:ext uri="{FF2B5EF4-FFF2-40B4-BE49-F238E27FC236}">
                <a16:creationId xmlns:a16="http://schemas.microsoft.com/office/drawing/2014/main" id="{1C22CE63-2100-4EDF-A7EB-B579F6FA1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658370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形成可识别对象</a:t>
            </a:r>
          </a:p>
        </p:txBody>
      </p:sp>
      <p:sp>
        <p:nvSpPr>
          <p:cNvPr id="10" name="action-icon-shell-0-1">
            <a:extLst xmlns:a="http://schemas.openxmlformats.org/drawingml/2006/main">
              <a:ext uri="{FF2B5EF4-FFF2-40B4-BE49-F238E27FC236}">
                <a16:creationId xmlns:a16="http://schemas.microsoft.com/office/drawing/2014/main" id="{7167AD8D-8672-4F67-8792-7E74497B9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2490788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7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25bc92e98c3481f">
            <a:extLst>
              <a:ext uri="{96DAC541-7B7A-43D3-8B79-37D633B846F1}">
                <asvg:svgBlip xmlns:asvg="http://schemas.microsoft.com/office/drawing/2016/SVG/main" r:embed="R392d43ff26c24661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2566988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12" name="action-title-0-1">
            <a:extLst xmlns:a="http://schemas.openxmlformats.org/drawingml/2006/main">
              <a:ext uri="{FF2B5EF4-FFF2-40B4-BE49-F238E27FC236}">
                <a16:creationId xmlns:a16="http://schemas.microsoft.com/office/drawing/2014/main" id="{BB6242F7-B834-49E3-ADFE-A5E6A33DB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429770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渠道连接</a:t>
            </a:r>
          </a:p>
        </p:txBody>
      </p:sp>
      <p:sp>
        <p:nvSpPr>
          <p:cNvPr id="13" name="action-body-0-1">
            <a:extLst xmlns:a="http://schemas.openxmlformats.org/drawingml/2006/main">
              <a:ext uri="{FF2B5EF4-FFF2-40B4-BE49-F238E27FC236}">
                <a16:creationId xmlns:a16="http://schemas.microsoft.com/office/drawing/2014/main" id="{73C4BD0C-8141-4E5D-99B6-519410495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658370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连接主要触点</a:t>
            </a:r>
          </a:p>
        </p:txBody>
      </p:sp>
      <p:sp>
        <p:nvSpPr>
          <p:cNvPr id="14" name="action-icon-shell-0-2">
            <a:extLst xmlns:a="http://schemas.openxmlformats.org/drawingml/2006/main">
              <a:ext uri="{FF2B5EF4-FFF2-40B4-BE49-F238E27FC236}">
                <a16:creationId xmlns:a16="http://schemas.microsoft.com/office/drawing/2014/main" id="{85D2F7F2-1863-4F45-8B6C-2657F81E5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3100388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7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e4d0e7e2bc14c16">
            <a:extLst>
              <a:ext uri="{96DAC541-7B7A-43D3-8B79-37D633B846F1}">
                <asvg:svgBlip xmlns:asvg="http://schemas.microsoft.com/office/drawing/2016/SVG/main" r:embed="R855665bc319c468e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3176588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16" name="action-title-0-2">
            <a:extLst xmlns:a="http://schemas.openxmlformats.org/drawingml/2006/main">
              <a:ext uri="{FF2B5EF4-FFF2-40B4-BE49-F238E27FC236}">
                <a16:creationId xmlns:a16="http://schemas.microsoft.com/office/drawing/2014/main" id="{D55C6816-61E3-4943-9DB4-81042CEC6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3039370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内容优化</a:t>
            </a:r>
          </a:p>
        </p:txBody>
      </p:sp>
      <p:sp>
        <p:nvSpPr>
          <p:cNvPr id="17" name="action-body-0-2">
            <a:extLst xmlns:a="http://schemas.openxmlformats.org/drawingml/2006/main">
              <a:ext uri="{FF2B5EF4-FFF2-40B4-BE49-F238E27FC236}">
                <a16:creationId xmlns:a16="http://schemas.microsoft.com/office/drawing/2014/main" id="{3A1C7CCC-9209-41E7-925F-CC852EA7E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3267970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提高触达质量</a:t>
            </a:r>
          </a:p>
        </p:txBody>
      </p:sp>
      <p:sp>
        <p:nvSpPr>
          <p:cNvPr id="18" name="action-icon-shell-0-3">
            <a:extLst xmlns:a="http://schemas.openxmlformats.org/drawingml/2006/main">
              <a:ext uri="{FF2B5EF4-FFF2-40B4-BE49-F238E27FC236}">
                <a16:creationId xmlns:a16="http://schemas.microsoft.com/office/drawing/2014/main" id="{57AC081B-62A7-4D1E-9FD4-3C7A1305D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3100388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7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dbfe3e963254c37">
            <a:extLst>
              <a:ext uri="{96DAC541-7B7A-43D3-8B79-37D633B846F1}">
                <asvg:svgBlip xmlns:asvg="http://schemas.microsoft.com/office/drawing/2016/SVG/main" r:embed="Re3526afd2eb047d1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3176588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20" name="action-title-0-3">
            <a:extLst xmlns:a="http://schemas.openxmlformats.org/drawingml/2006/main">
              <a:ext uri="{FF2B5EF4-FFF2-40B4-BE49-F238E27FC236}">
                <a16:creationId xmlns:a16="http://schemas.microsoft.com/office/drawing/2014/main" id="{345D211B-AD2D-4198-88A2-D70D3E6FD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3039370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行为追踪</a:t>
            </a:r>
          </a:p>
        </p:txBody>
      </p:sp>
      <p:sp>
        <p:nvSpPr>
          <p:cNvPr id="21" name="action-body-0-3">
            <a:extLst xmlns:a="http://schemas.openxmlformats.org/drawingml/2006/main">
              <a:ext uri="{FF2B5EF4-FFF2-40B4-BE49-F238E27FC236}">
                <a16:creationId xmlns:a16="http://schemas.microsoft.com/office/drawing/2014/main" id="{7AA9A468-D9D6-4614-A9EC-C663A10B2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3267970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记录关键反馈</a:t>
            </a:r>
          </a:p>
        </p:txBody>
      </p:sp>
      <p:sp>
        <p:nvSpPr>
          <p:cNvPr id="22" name="phase-rail-1">
            <a:extLst xmlns:a="http://schemas.openxmlformats.org/drawingml/2006/main">
              <a:ext uri="{FF2B5EF4-FFF2-40B4-BE49-F238E27FC236}">
                <a16:creationId xmlns:a16="http://schemas.microsoft.com/office/drawing/2014/main" id="{C837DB90-1A72-4379-A504-3697315A0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4295775"/>
            <a:ext cx="514350" cy="1914134"/>
          </a:xfrm>
          <a:custGeom xmlns:a="http://schemas.openxmlformats.org/drawingml/2006/main">
            <a:pathLst>
              <a:path w="514350" h="1914134">
                <a:moveTo>
                  <a:pt x="0" y="0"/>
                </a:moveTo>
                <a:lnTo>
                  <a:pt x="17193" y="9554"/>
                </a:lnTo>
                <a:lnTo>
                  <a:pt x="34385" y="19098"/>
                </a:lnTo>
                <a:lnTo>
                  <a:pt x="51578" y="28651"/>
                </a:lnTo>
                <a:lnTo>
                  <a:pt x="68771" y="38205"/>
                </a:lnTo>
                <a:lnTo>
                  <a:pt x="85963" y="47758"/>
                </a:lnTo>
                <a:lnTo>
                  <a:pt x="103156" y="57302"/>
                </a:lnTo>
                <a:lnTo>
                  <a:pt x="120348" y="66856"/>
                </a:lnTo>
                <a:lnTo>
                  <a:pt x="137541" y="76410"/>
                </a:lnTo>
                <a:lnTo>
                  <a:pt x="154724" y="85963"/>
                </a:lnTo>
                <a:lnTo>
                  <a:pt x="171917" y="95507"/>
                </a:lnTo>
                <a:lnTo>
                  <a:pt x="189109" y="105061"/>
                </a:lnTo>
                <a:lnTo>
                  <a:pt x="206302" y="114614"/>
                </a:lnTo>
                <a:lnTo>
                  <a:pt x="223495" y="124168"/>
                </a:lnTo>
                <a:lnTo>
                  <a:pt x="240687" y="133712"/>
                </a:lnTo>
                <a:lnTo>
                  <a:pt x="257880" y="142484"/>
                </a:lnTo>
                <a:lnTo>
                  <a:pt x="275072" y="132931"/>
                </a:lnTo>
                <a:lnTo>
                  <a:pt x="292265" y="123377"/>
                </a:lnTo>
                <a:lnTo>
                  <a:pt x="309458" y="113833"/>
                </a:lnTo>
                <a:lnTo>
                  <a:pt x="326650" y="104280"/>
                </a:lnTo>
                <a:lnTo>
                  <a:pt x="343843" y="94726"/>
                </a:lnTo>
                <a:lnTo>
                  <a:pt x="361036" y="85173"/>
                </a:lnTo>
                <a:lnTo>
                  <a:pt x="378228" y="75629"/>
                </a:lnTo>
                <a:lnTo>
                  <a:pt x="395421" y="66075"/>
                </a:lnTo>
                <a:lnTo>
                  <a:pt x="412613" y="56521"/>
                </a:lnTo>
                <a:lnTo>
                  <a:pt x="429806" y="46968"/>
                </a:lnTo>
                <a:lnTo>
                  <a:pt x="446999" y="37424"/>
                </a:lnTo>
                <a:lnTo>
                  <a:pt x="464182" y="27870"/>
                </a:lnTo>
                <a:lnTo>
                  <a:pt x="481374" y="18317"/>
                </a:lnTo>
                <a:lnTo>
                  <a:pt x="498567" y="8763"/>
                </a:lnTo>
                <a:lnTo>
                  <a:pt x="514350" y="1619"/>
                </a:lnTo>
                <a:lnTo>
                  <a:pt x="514350" y="21279"/>
                </a:lnTo>
                <a:lnTo>
                  <a:pt x="514350" y="40948"/>
                </a:lnTo>
                <a:lnTo>
                  <a:pt x="514350" y="60617"/>
                </a:lnTo>
                <a:lnTo>
                  <a:pt x="514350" y="80286"/>
                </a:lnTo>
                <a:lnTo>
                  <a:pt x="514350" y="99955"/>
                </a:lnTo>
                <a:lnTo>
                  <a:pt x="514350" y="119615"/>
                </a:lnTo>
                <a:lnTo>
                  <a:pt x="514350" y="139284"/>
                </a:lnTo>
                <a:lnTo>
                  <a:pt x="514350" y="158953"/>
                </a:lnTo>
                <a:lnTo>
                  <a:pt x="514350" y="178622"/>
                </a:lnTo>
                <a:lnTo>
                  <a:pt x="514350" y="198282"/>
                </a:lnTo>
                <a:lnTo>
                  <a:pt x="514350" y="217951"/>
                </a:lnTo>
                <a:lnTo>
                  <a:pt x="514350" y="237620"/>
                </a:lnTo>
                <a:lnTo>
                  <a:pt x="514350" y="257289"/>
                </a:lnTo>
                <a:lnTo>
                  <a:pt x="514350" y="276958"/>
                </a:lnTo>
                <a:lnTo>
                  <a:pt x="514350" y="296618"/>
                </a:lnTo>
                <a:lnTo>
                  <a:pt x="514350" y="316287"/>
                </a:lnTo>
                <a:lnTo>
                  <a:pt x="514350" y="335956"/>
                </a:lnTo>
                <a:lnTo>
                  <a:pt x="514350" y="355625"/>
                </a:lnTo>
                <a:lnTo>
                  <a:pt x="514350" y="375295"/>
                </a:lnTo>
                <a:lnTo>
                  <a:pt x="514350" y="394954"/>
                </a:lnTo>
                <a:lnTo>
                  <a:pt x="514350" y="414623"/>
                </a:lnTo>
                <a:lnTo>
                  <a:pt x="514350" y="434292"/>
                </a:lnTo>
                <a:lnTo>
                  <a:pt x="514350" y="453961"/>
                </a:lnTo>
                <a:lnTo>
                  <a:pt x="514350" y="473621"/>
                </a:lnTo>
                <a:lnTo>
                  <a:pt x="514350" y="493290"/>
                </a:lnTo>
                <a:lnTo>
                  <a:pt x="514350" y="512959"/>
                </a:lnTo>
                <a:lnTo>
                  <a:pt x="514350" y="532628"/>
                </a:lnTo>
                <a:lnTo>
                  <a:pt x="514350" y="552298"/>
                </a:lnTo>
                <a:lnTo>
                  <a:pt x="514350" y="571957"/>
                </a:lnTo>
                <a:lnTo>
                  <a:pt x="514350" y="591626"/>
                </a:lnTo>
                <a:lnTo>
                  <a:pt x="514350" y="611295"/>
                </a:lnTo>
                <a:lnTo>
                  <a:pt x="514350" y="630965"/>
                </a:lnTo>
                <a:lnTo>
                  <a:pt x="514350" y="650624"/>
                </a:lnTo>
                <a:lnTo>
                  <a:pt x="514350" y="670293"/>
                </a:lnTo>
                <a:lnTo>
                  <a:pt x="514350" y="689962"/>
                </a:lnTo>
                <a:lnTo>
                  <a:pt x="514350" y="709632"/>
                </a:lnTo>
                <a:lnTo>
                  <a:pt x="514350" y="729301"/>
                </a:lnTo>
                <a:lnTo>
                  <a:pt x="514350" y="748960"/>
                </a:lnTo>
                <a:lnTo>
                  <a:pt x="514350" y="768629"/>
                </a:lnTo>
                <a:lnTo>
                  <a:pt x="514350" y="788299"/>
                </a:lnTo>
                <a:lnTo>
                  <a:pt x="514350" y="807968"/>
                </a:lnTo>
                <a:lnTo>
                  <a:pt x="514350" y="827637"/>
                </a:lnTo>
                <a:lnTo>
                  <a:pt x="514350" y="847296"/>
                </a:lnTo>
                <a:lnTo>
                  <a:pt x="514350" y="866966"/>
                </a:lnTo>
                <a:lnTo>
                  <a:pt x="514350" y="886635"/>
                </a:lnTo>
                <a:lnTo>
                  <a:pt x="514350" y="906304"/>
                </a:lnTo>
                <a:lnTo>
                  <a:pt x="514350" y="925963"/>
                </a:lnTo>
                <a:lnTo>
                  <a:pt x="514350" y="945632"/>
                </a:lnTo>
                <a:lnTo>
                  <a:pt x="514350" y="965302"/>
                </a:lnTo>
                <a:lnTo>
                  <a:pt x="514350" y="984971"/>
                </a:lnTo>
                <a:lnTo>
                  <a:pt x="514350" y="1004640"/>
                </a:lnTo>
                <a:lnTo>
                  <a:pt x="514350" y="1024299"/>
                </a:lnTo>
                <a:lnTo>
                  <a:pt x="514350" y="1043969"/>
                </a:lnTo>
                <a:lnTo>
                  <a:pt x="514350" y="1063638"/>
                </a:lnTo>
                <a:lnTo>
                  <a:pt x="514350" y="1083307"/>
                </a:lnTo>
                <a:lnTo>
                  <a:pt x="514350" y="1102966"/>
                </a:lnTo>
                <a:lnTo>
                  <a:pt x="514350" y="1122636"/>
                </a:lnTo>
                <a:lnTo>
                  <a:pt x="514350" y="1142305"/>
                </a:lnTo>
                <a:lnTo>
                  <a:pt x="514350" y="1161974"/>
                </a:lnTo>
                <a:lnTo>
                  <a:pt x="514350" y="1181643"/>
                </a:lnTo>
                <a:lnTo>
                  <a:pt x="514350" y="1201303"/>
                </a:lnTo>
                <a:lnTo>
                  <a:pt x="514350" y="1220972"/>
                </a:lnTo>
                <a:lnTo>
                  <a:pt x="514350" y="1240641"/>
                </a:lnTo>
                <a:lnTo>
                  <a:pt x="514350" y="1260310"/>
                </a:lnTo>
                <a:lnTo>
                  <a:pt x="514350" y="1279970"/>
                </a:lnTo>
                <a:lnTo>
                  <a:pt x="514350" y="1299639"/>
                </a:lnTo>
                <a:lnTo>
                  <a:pt x="514350" y="1319308"/>
                </a:lnTo>
                <a:lnTo>
                  <a:pt x="514350" y="1338977"/>
                </a:lnTo>
                <a:lnTo>
                  <a:pt x="514350" y="1358646"/>
                </a:lnTo>
                <a:lnTo>
                  <a:pt x="514350" y="1378306"/>
                </a:lnTo>
                <a:lnTo>
                  <a:pt x="514350" y="1397975"/>
                </a:lnTo>
                <a:lnTo>
                  <a:pt x="514350" y="1417644"/>
                </a:lnTo>
                <a:lnTo>
                  <a:pt x="514350" y="1437313"/>
                </a:lnTo>
                <a:lnTo>
                  <a:pt x="514350" y="1456982"/>
                </a:lnTo>
                <a:lnTo>
                  <a:pt x="514350" y="1476642"/>
                </a:lnTo>
                <a:lnTo>
                  <a:pt x="514350" y="1496311"/>
                </a:lnTo>
                <a:lnTo>
                  <a:pt x="514350" y="1515980"/>
                </a:lnTo>
                <a:lnTo>
                  <a:pt x="514350" y="1535649"/>
                </a:lnTo>
                <a:lnTo>
                  <a:pt x="514350" y="1555309"/>
                </a:lnTo>
                <a:lnTo>
                  <a:pt x="514350" y="1574978"/>
                </a:lnTo>
                <a:lnTo>
                  <a:pt x="514350" y="1594647"/>
                </a:lnTo>
                <a:lnTo>
                  <a:pt x="514350" y="1614316"/>
                </a:lnTo>
                <a:lnTo>
                  <a:pt x="514350" y="1633985"/>
                </a:lnTo>
                <a:lnTo>
                  <a:pt x="514350" y="1653645"/>
                </a:lnTo>
                <a:lnTo>
                  <a:pt x="514350" y="1673314"/>
                </a:lnTo>
                <a:lnTo>
                  <a:pt x="514350" y="1692983"/>
                </a:lnTo>
                <a:lnTo>
                  <a:pt x="514350" y="1712652"/>
                </a:lnTo>
                <a:lnTo>
                  <a:pt x="514350" y="1732312"/>
                </a:lnTo>
                <a:lnTo>
                  <a:pt x="514350" y="1751981"/>
                </a:lnTo>
                <a:lnTo>
                  <a:pt x="514350" y="1771650"/>
                </a:lnTo>
                <a:lnTo>
                  <a:pt x="497157" y="1781204"/>
                </a:lnTo>
                <a:lnTo>
                  <a:pt x="479965" y="1790748"/>
                </a:lnTo>
                <a:lnTo>
                  <a:pt x="462772" y="1800301"/>
                </a:lnTo>
                <a:lnTo>
                  <a:pt x="445580" y="1809855"/>
                </a:lnTo>
                <a:lnTo>
                  <a:pt x="428387" y="1819408"/>
                </a:lnTo>
                <a:lnTo>
                  <a:pt x="411194" y="1828952"/>
                </a:lnTo>
                <a:lnTo>
                  <a:pt x="394002" y="1838506"/>
                </a:lnTo>
                <a:lnTo>
                  <a:pt x="376809" y="1848060"/>
                </a:lnTo>
                <a:lnTo>
                  <a:pt x="359626" y="1857613"/>
                </a:lnTo>
                <a:lnTo>
                  <a:pt x="342433" y="1867157"/>
                </a:lnTo>
                <a:lnTo>
                  <a:pt x="325241" y="1876711"/>
                </a:lnTo>
                <a:lnTo>
                  <a:pt x="308048" y="1886264"/>
                </a:lnTo>
                <a:lnTo>
                  <a:pt x="290855" y="1895818"/>
                </a:lnTo>
                <a:lnTo>
                  <a:pt x="273663" y="1905362"/>
                </a:lnTo>
                <a:lnTo>
                  <a:pt x="256470" y="1914134"/>
                </a:lnTo>
                <a:lnTo>
                  <a:pt x="239278" y="1904581"/>
                </a:lnTo>
                <a:lnTo>
                  <a:pt x="222085" y="1895027"/>
                </a:lnTo>
                <a:lnTo>
                  <a:pt x="204892" y="1885483"/>
                </a:lnTo>
                <a:lnTo>
                  <a:pt x="187700" y="1875930"/>
                </a:lnTo>
                <a:lnTo>
                  <a:pt x="170507" y="1866376"/>
                </a:lnTo>
                <a:lnTo>
                  <a:pt x="153314" y="1856823"/>
                </a:lnTo>
                <a:lnTo>
                  <a:pt x="136122" y="1847279"/>
                </a:lnTo>
                <a:lnTo>
                  <a:pt x="118929" y="1837725"/>
                </a:lnTo>
                <a:lnTo>
                  <a:pt x="101737" y="1828171"/>
                </a:lnTo>
                <a:lnTo>
                  <a:pt x="84544" y="1818618"/>
                </a:lnTo>
                <a:lnTo>
                  <a:pt x="67351" y="1809074"/>
                </a:lnTo>
                <a:lnTo>
                  <a:pt x="50168" y="1799520"/>
                </a:lnTo>
                <a:lnTo>
                  <a:pt x="32976" y="1789967"/>
                </a:lnTo>
                <a:lnTo>
                  <a:pt x="15783" y="1780413"/>
                </a:lnTo>
                <a:lnTo>
                  <a:pt x="0" y="1770031"/>
                </a:lnTo>
                <a:lnTo>
                  <a:pt x="0" y="1750371"/>
                </a:lnTo>
                <a:lnTo>
                  <a:pt x="0" y="1730702"/>
                </a:lnTo>
                <a:lnTo>
                  <a:pt x="0" y="1711033"/>
                </a:lnTo>
                <a:lnTo>
                  <a:pt x="0" y="1691364"/>
                </a:lnTo>
                <a:lnTo>
                  <a:pt x="0" y="1671695"/>
                </a:lnTo>
                <a:lnTo>
                  <a:pt x="0" y="1652035"/>
                </a:lnTo>
                <a:lnTo>
                  <a:pt x="0" y="1632366"/>
                </a:lnTo>
                <a:lnTo>
                  <a:pt x="0" y="1612697"/>
                </a:lnTo>
                <a:lnTo>
                  <a:pt x="0" y="1593028"/>
                </a:lnTo>
                <a:lnTo>
                  <a:pt x="0" y="1573368"/>
                </a:lnTo>
                <a:lnTo>
                  <a:pt x="0" y="1553699"/>
                </a:lnTo>
                <a:lnTo>
                  <a:pt x="0" y="1534030"/>
                </a:lnTo>
                <a:lnTo>
                  <a:pt x="0" y="1514361"/>
                </a:lnTo>
                <a:lnTo>
                  <a:pt x="0" y="1494692"/>
                </a:lnTo>
                <a:lnTo>
                  <a:pt x="0" y="1475032"/>
                </a:lnTo>
                <a:lnTo>
                  <a:pt x="0" y="1455363"/>
                </a:lnTo>
                <a:lnTo>
                  <a:pt x="0" y="1435694"/>
                </a:lnTo>
                <a:lnTo>
                  <a:pt x="0" y="1416025"/>
                </a:lnTo>
                <a:lnTo>
                  <a:pt x="0" y="1396355"/>
                </a:lnTo>
                <a:lnTo>
                  <a:pt x="0" y="1376696"/>
                </a:lnTo>
                <a:lnTo>
                  <a:pt x="0" y="1357027"/>
                </a:lnTo>
                <a:lnTo>
                  <a:pt x="0" y="1337358"/>
                </a:lnTo>
                <a:lnTo>
                  <a:pt x="0" y="1317689"/>
                </a:lnTo>
                <a:lnTo>
                  <a:pt x="0" y="1298029"/>
                </a:lnTo>
                <a:lnTo>
                  <a:pt x="0" y="1278360"/>
                </a:lnTo>
                <a:lnTo>
                  <a:pt x="0" y="1258691"/>
                </a:lnTo>
                <a:lnTo>
                  <a:pt x="0" y="1239022"/>
                </a:lnTo>
                <a:lnTo>
                  <a:pt x="0" y="1219352"/>
                </a:lnTo>
                <a:lnTo>
                  <a:pt x="0" y="1199693"/>
                </a:lnTo>
                <a:lnTo>
                  <a:pt x="0" y="1180024"/>
                </a:lnTo>
                <a:lnTo>
                  <a:pt x="0" y="1160355"/>
                </a:lnTo>
                <a:lnTo>
                  <a:pt x="0" y="1140685"/>
                </a:lnTo>
                <a:lnTo>
                  <a:pt x="0" y="1121026"/>
                </a:lnTo>
                <a:lnTo>
                  <a:pt x="0" y="1101357"/>
                </a:lnTo>
                <a:lnTo>
                  <a:pt x="0" y="1081688"/>
                </a:lnTo>
                <a:lnTo>
                  <a:pt x="0" y="1062018"/>
                </a:lnTo>
                <a:lnTo>
                  <a:pt x="0" y="1042349"/>
                </a:lnTo>
                <a:lnTo>
                  <a:pt x="0" y="1022690"/>
                </a:lnTo>
                <a:lnTo>
                  <a:pt x="0" y="1003021"/>
                </a:lnTo>
                <a:lnTo>
                  <a:pt x="0" y="983351"/>
                </a:lnTo>
                <a:lnTo>
                  <a:pt x="0" y="963682"/>
                </a:lnTo>
                <a:lnTo>
                  <a:pt x="0" y="944023"/>
                </a:lnTo>
                <a:lnTo>
                  <a:pt x="0" y="924354"/>
                </a:lnTo>
                <a:lnTo>
                  <a:pt x="0" y="904685"/>
                </a:lnTo>
                <a:lnTo>
                  <a:pt x="0" y="885015"/>
                </a:lnTo>
                <a:lnTo>
                  <a:pt x="0" y="865346"/>
                </a:lnTo>
                <a:lnTo>
                  <a:pt x="0" y="845687"/>
                </a:lnTo>
                <a:lnTo>
                  <a:pt x="0" y="826018"/>
                </a:lnTo>
                <a:lnTo>
                  <a:pt x="0" y="806348"/>
                </a:lnTo>
                <a:lnTo>
                  <a:pt x="0" y="786679"/>
                </a:lnTo>
                <a:lnTo>
                  <a:pt x="0" y="767010"/>
                </a:lnTo>
                <a:lnTo>
                  <a:pt x="0" y="747351"/>
                </a:lnTo>
                <a:lnTo>
                  <a:pt x="0" y="727681"/>
                </a:lnTo>
                <a:lnTo>
                  <a:pt x="0" y="708012"/>
                </a:lnTo>
                <a:lnTo>
                  <a:pt x="0" y="688343"/>
                </a:lnTo>
                <a:lnTo>
                  <a:pt x="0" y="668684"/>
                </a:lnTo>
                <a:lnTo>
                  <a:pt x="0" y="649014"/>
                </a:lnTo>
                <a:lnTo>
                  <a:pt x="0" y="629345"/>
                </a:lnTo>
                <a:lnTo>
                  <a:pt x="0" y="609676"/>
                </a:lnTo>
                <a:lnTo>
                  <a:pt x="0" y="590007"/>
                </a:lnTo>
                <a:lnTo>
                  <a:pt x="0" y="570347"/>
                </a:lnTo>
                <a:lnTo>
                  <a:pt x="0" y="550678"/>
                </a:lnTo>
                <a:lnTo>
                  <a:pt x="0" y="531009"/>
                </a:lnTo>
                <a:lnTo>
                  <a:pt x="0" y="511340"/>
                </a:lnTo>
                <a:lnTo>
                  <a:pt x="0" y="491681"/>
                </a:lnTo>
                <a:lnTo>
                  <a:pt x="0" y="472011"/>
                </a:lnTo>
                <a:lnTo>
                  <a:pt x="0" y="452342"/>
                </a:lnTo>
                <a:lnTo>
                  <a:pt x="0" y="432673"/>
                </a:lnTo>
                <a:lnTo>
                  <a:pt x="0" y="413004"/>
                </a:lnTo>
                <a:lnTo>
                  <a:pt x="0" y="393344"/>
                </a:lnTo>
                <a:lnTo>
                  <a:pt x="0" y="373675"/>
                </a:lnTo>
                <a:lnTo>
                  <a:pt x="0" y="354006"/>
                </a:lnTo>
                <a:lnTo>
                  <a:pt x="0" y="334337"/>
                </a:lnTo>
                <a:lnTo>
                  <a:pt x="0" y="314668"/>
                </a:lnTo>
                <a:lnTo>
                  <a:pt x="0" y="295008"/>
                </a:lnTo>
                <a:lnTo>
                  <a:pt x="0" y="275339"/>
                </a:lnTo>
                <a:lnTo>
                  <a:pt x="0" y="255670"/>
                </a:lnTo>
                <a:lnTo>
                  <a:pt x="0" y="236001"/>
                </a:lnTo>
                <a:lnTo>
                  <a:pt x="0" y="216341"/>
                </a:lnTo>
                <a:lnTo>
                  <a:pt x="0" y="196672"/>
                </a:lnTo>
                <a:lnTo>
                  <a:pt x="0" y="177003"/>
                </a:lnTo>
                <a:lnTo>
                  <a:pt x="0" y="157334"/>
                </a:lnTo>
                <a:lnTo>
                  <a:pt x="0" y="137665"/>
                </a:lnTo>
                <a:lnTo>
                  <a:pt x="0" y="118005"/>
                </a:lnTo>
                <a:lnTo>
                  <a:pt x="0" y="98336"/>
                </a:lnTo>
                <a:lnTo>
                  <a:pt x="0" y="78667"/>
                </a:lnTo>
                <a:lnTo>
                  <a:pt x="0" y="58998"/>
                </a:lnTo>
                <a:lnTo>
                  <a:pt x="0" y="39338"/>
                </a:lnTo>
                <a:lnTo>
                  <a:pt x="0" y="19669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23" name="phase-title-1">
            <a:extLst xmlns:a="http://schemas.openxmlformats.org/drawingml/2006/main">
              <a:ext uri="{FF2B5EF4-FFF2-40B4-BE49-F238E27FC236}">
                <a16:creationId xmlns:a16="http://schemas.microsoft.com/office/drawing/2014/main" id="{D99C8C3E-82F3-40F0-9E0E-9DF8DE8A5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4782293"/>
            <a:ext cx="1428750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培育与转化</a:t>
            </a:r>
          </a:p>
        </p:txBody>
      </p:sp>
      <p:sp>
        <p:nvSpPr>
          <p:cNvPr id="24" name="phase-body-1">
            <a:extLst xmlns:a="http://schemas.openxmlformats.org/drawingml/2006/main">
              <a:ext uri="{FF2B5EF4-FFF2-40B4-BE49-F238E27FC236}">
                <a16:creationId xmlns:a16="http://schemas.microsoft.com/office/drawing/2014/main" id="{9DF2AE11-974D-4533-A29B-6B5834573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5136509"/>
            <a:ext cx="1428750" cy="587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让有效意向沉</a:t>
            </a:r>
          </a:p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淀为长期价值</a:t>
            </a:r>
          </a:p>
        </p:txBody>
      </p:sp>
      <p:sp>
        <p:nvSpPr>
          <p:cNvPr id="25" name="action-icon-shell-1-0">
            <a:extLst xmlns:a="http://schemas.openxmlformats.org/drawingml/2006/main">
              <a:ext uri="{FF2B5EF4-FFF2-40B4-BE49-F238E27FC236}">
                <a16:creationId xmlns:a16="http://schemas.microsoft.com/office/drawing/2014/main" id="{46E6FFE3-08B2-431E-A953-F9E32412D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5081588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8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3ee8ae4d7544eb5">
            <a:extLst>
              <a:ext uri="{96DAC541-7B7A-43D3-8B79-37D633B846F1}">
                <asvg:svgBlip xmlns:asvg="http://schemas.microsoft.com/office/drawing/2016/SVG/main" r:embed="R780e2e082c2745e0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5157788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27" name="action-title-1-0">
            <a:extLst xmlns:a="http://schemas.openxmlformats.org/drawingml/2006/main">
              <a:ext uri="{FF2B5EF4-FFF2-40B4-BE49-F238E27FC236}">
                <a16:creationId xmlns:a16="http://schemas.microsoft.com/office/drawing/2014/main" id="{4311DBB4-F9C1-42C5-9D60-58DCF93F8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5020570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数据打通</a:t>
            </a:r>
          </a:p>
        </p:txBody>
      </p:sp>
      <p:sp>
        <p:nvSpPr>
          <p:cNvPr id="28" name="action-body-1-0">
            <a:extLst xmlns:a="http://schemas.openxmlformats.org/drawingml/2006/main">
              <a:ext uri="{FF2B5EF4-FFF2-40B4-BE49-F238E27FC236}">
                <a16:creationId xmlns:a16="http://schemas.microsoft.com/office/drawing/2014/main" id="{1ED955B7-A12C-41E4-AB0A-6B0F2135C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5249170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统一分析对象</a:t>
            </a:r>
          </a:p>
        </p:txBody>
      </p:sp>
      <p:sp>
        <p:nvSpPr>
          <p:cNvPr id="29" name="action-icon-shell-1-1">
            <a:extLst xmlns:a="http://schemas.openxmlformats.org/drawingml/2006/main">
              <a:ext uri="{FF2B5EF4-FFF2-40B4-BE49-F238E27FC236}">
                <a16:creationId xmlns:a16="http://schemas.microsoft.com/office/drawing/2014/main" id="{808C385E-FA9F-4E87-9FD8-995A0D3FC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5081588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8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6df7b0704a74456">
            <a:extLst>
              <a:ext uri="{96DAC541-7B7A-43D3-8B79-37D633B846F1}">
                <asvg:svgBlip xmlns:asvg="http://schemas.microsoft.com/office/drawing/2016/SVG/main" r:embed="Ra80190b631ec4f08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5157788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31" name="action-title-1-1">
            <a:extLst xmlns:a="http://schemas.openxmlformats.org/drawingml/2006/main">
              <a:ext uri="{FF2B5EF4-FFF2-40B4-BE49-F238E27FC236}">
                <a16:creationId xmlns:a16="http://schemas.microsoft.com/office/drawing/2014/main" id="{B1F46923-31E2-44EA-ABFF-466AE2A4B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5020570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自动分群</a:t>
            </a:r>
          </a:p>
        </p:txBody>
      </p:sp>
      <p:sp>
        <p:nvSpPr>
          <p:cNvPr id="32" name="action-body-1-1">
            <a:extLst xmlns:a="http://schemas.openxmlformats.org/drawingml/2006/main">
              <a:ext uri="{FF2B5EF4-FFF2-40B4-BE49-F238E27FC236}">
                <a16:creationId xmlns:a16="http://schemas.microsoft.com/office/drawing/2014/main" id="{823188B1-0E52-4520-99D6-DA8352B3C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5249170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指导持续运营</a:t>
            </a:r>
          </a:p>
        </p:txBody>
      </p:sp>
      <p:sp>
        <p:nvSpPr>
          <p:cNvPr id="33" name="funnel-step-body-0">
            <a:extLst xmlns:a="http://schemas.openxmlformats.org/drawingml/2006/main">
              <a:ext uri="{FF2B5EF4-FFF2-40B4-BE49-F238E27FC236}">
                <a16:creationId xmlns:a16="http://schemas.microsoft.com/office/drawing/2014/main" id="{7B06AA87-C9FF-454F-8E0C-3280F2317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52750" y="2514600"/>
            <a:ext cx="3331178" cy="807244"/>
          </a:xfrm>
          <a:custGeom xmlns:a="http://schemas.openxmlformats.org/drawingml/2006/main">
            <a:pathLst>
              <a:path w="3331178" h="807244">
                <a:moveTo>
                  <a:pt x="0" y="0"/>
                </a:moveTo>
                <a:lnTo>
                  <a:pt x="15011" y="27756"/>
                </a:lnTo>
                <a:lnTo>
                  <a:pt x="30032" y="55502"/>
                </a:lnTo>
                <a:lnTo>
                  <a:pt x="45044" y="83258"/>
                </a:lnTo>
                <a:lnTo>
                  <a:pt x="60065" y="111014"/>
                </a:lnTo>
                <a:lnTo>
                  <a:pt x="75076" y="138760"/>
                </a:lnTo>
                <a:lnTo>
                  <a:pt x="90087" y="166516"/>
                </a:lnTo>
                <a:lnTo>
                  <a:pt x="105108" y="194262"/>
                </a:lnTo>
                <a:lnTo>
                  <a:pt x="120120" y="222018"/>
                </a:lnTo>
                <a:lnTo>
                  <a:pt x="135141" y="249774"/>
                </a:lnTo>
                <a:lnTo>
                  <a:pt x="150152" y="277520"/>
                </a:lnTo>
                <a:lnTo>
                  <a:pt x="165164" y="305276"/>
                </a:lnTo>
                <a:lnTo>
                  <a:pt x="180184" y="333032"/>
                </a:lnTo>
                <a:lnTo>
                  <a:pt x="195196" y="360778"/>
                </a:lnTo>
                <a:lnTo>
                  <a:pt x="210217" y="388534"/>
                </a:lnTo>
                <a:lnTo>
                  <a:pt x="225228" y="416281"/>
                </a:lnTo>
                <a:lnTo>
                  <a:pt x="240249" y="444036"/>
                </a:lnTo>
                <a:lnTo>
                  <a:pt x="255260" y="471792"/>
                </a:lnTo>
                <a:lnTo>
                  <a:pt x="270272" y="499539"/>
                </a:lnTo>
                <a:lnTo>
                  <a:pt x="285293" y="527294"/>
                </a:lnTo>
                <a:lnTo>
                  <a:pt x="300304" y="555050"/>
                </a:lnTo>
                <a:lnTo>
                  <a:pt x="315325" y="582797"/>
                </a:lnTo>
                <a:lnTo>
                  <a:pt x="330337" y="610553"/>
                </a:lnTo>
                <a:lnTo>
                  <a:pt x="345348" y="638299"/>
                </a:lnTo>
                <a:lnTo>
                  <a:pt x="360369" y="666055"/>
                </a:lnTo>
                <a:lnTo>
                  <a:pt x="375380" y="693811"/>
                </a:lnTo>
                <a:lnTo>
                  <a:pt x="390401" y="721557"/>
                </a:lnTo>
                <a:lnTo>
                  <a:pt x="411366" y="743064"/>
                </a:lnTo>
                <a:lnTo>
                  <a:pt x="441579" y="752046"/>
                </a:lnTo>
                <a:lnTo>
                  <a:pt x="472526" y="758200"/>
                </a:lnTo>
                <a:lnTo>
                  <a:pt x="503701" y="763057"/>
                </a:lnTo>
                <a:lnTo>
                  <a:pt x="534991" y="767115"/>
                </a:lnTo>
                <a:lnTo>
                  <a:pt x="566347" y="770639"/>
                </a:lnTo>
                <a:lnTo>
                  <a:pt x="597741" y="773754"/>
                </a:lnTo>
                <a:lnTo>
                  <a:pt x="629174" y="776554"/>
                </a:lnTo>
                <a:lnTo>
                  <a:pt x="660625" y="779078"/>
                </a:lnTo>
                <a:lnTo>
                  <a:pt x="692096" y="781393"/>
                </a:lnTo>
                <a:lnTo>
                  <a:pt x="723576" y="783517"/>
                </a:lnTo>
                <a:lnTo>
                  <a:pt x="755075" y="785479"/>
                </a:lnTo>
                <a:lnTo>
                  <a:pt x="786575" y="787298"/>
                </a:lnTo>
                <a:lnTo>
                  <a:pt x="818083" y="788984"/>
                </a:lnTo>
                <a:lnTo>
                  <a:pt x="849592" y="790556"/>
                </a:lnTo>
                <a:lnTo>
                  <a:pt x="881120" y="792023"/>
                </a:lnTo>
                <a:lnTo>
                  <a:pt x="912638" y="793394"/>
                </a:lnTo>
                <a:lnTo>
                  <a:pt x="944166" y="794671"/>
                </a:lnTo>
                <a:lnTo>
                  <a:pt x="975703" y="795861"/>
                </a:lnTo>
                <a:lnTo>
                  <a:pt x="1007231" y="796985"/>
                </a:lnTo>
                <a:lnTo>
                  <a:pt x="1038768" y="798033"/>
                </a:lnTo>
                <a:lnTo>
                  <a:pt x="1070305" y="798995"/>
                </a:lnTo>
                <a:lnTo>
                  <a:pt x="1101852" y="799900"/>
                </a:lnTo>
                <a:lnTo>
                  <a:pt x="1133389" y="800748"/>
                </a:lnTo>
                <a:lnTo>
                  <a:pt x="1164936" y="801538"/>
                </a:lnTo>
                <a:lnTo>
                  <a:pt x="1196483" y="802262"/>
                </a:lnTo>
                <a:lnTo>
                  <a:pt x="1228030" y="802938"/>
                </a:lnTo>
                <a:lnTo>
                  <a:pt x="1259576" y="803548"/>
                </a:lnTo>
                <a:lnTo>
                  <a:pt x="1291123" y="804110"/>
                </a:lnTo>
                <a:lnTo>
                  <a:pt x="1322680" y="804624"/>
                </a:lnTo>
                <a:lnTo>
                  <a:pt x="1354226" y="805091"/>
                </a:lnTo>
                <a:lnTo>
                  <a:pt x="1385773" y="805510"/>
                </a:lnTo>
                <a:lnTo>
                  <a:pt x="1417330" y="805882"/>
                </a:lnTo>
                <a:lnTo>
                  <a:pt x="1448886" y="806206"/>
                </a:lnTo>
                <a:lnTo>
                  <a:pt x="1480433" y="806482"/>
                </a:lnTo>
                <a:lnTo>
                  <a:pt x="1511989" y="806720"/>
                </a:lnTo>
                <a:lnTo>
                  <a:pt x="1543545" y="806910"/>
                </a:lnTo>
                <a:lnTo>
                  <a:pt x="1575092" y="807063"/>
                </a:lnTo>
                <a:lnTo>
                  <a:pt x="1606648" y="807168"/>
                </a:lnTo>
                <a:lnTo>
                  <a:pt x="1638205" y="807225"/>
                </a:lnTo>
                <a:lnTo>
                  <a:pt x="1669752" y="807244"/>
                </a:lnTo>
                <a:lnTo>
                  <a:pt x="1701308" y="807215"/>
                </a:lnTo>
                <a:lnTo>
                  <a:pt x="1732864" y="807149"/>
                </a:lnTo>
                <a:lnTo>
                  <a:pt x="1764421" y="807034"/>
                </a:lnTo>
                <a:lnTo>
                  <a:pt x="1795967" y="806882"/>
                </a:lnTo>
                <a:lnTo>
                  <a:pt x="1827524" y="806682"/>
                </a:lnTo>
                <a:lnTo>
                  <a:pt x="1859080" y="806434"/>
                </a:lnTo>
                <a:lnTo>
                  <a:pt x="1890627" y="806148"/>
                </a:lnTo>
                <a:lnTo>
                  <a:pt x="1922183" y="805815"/>
                </a:lnTo>
                <a:lnTo>
                  <a:pt x="1953730" y="805434"/>
                </a:lnTo>
                <a:lnTo>
                  <a:pt x="1985286" y="805015"/>
                </a:lnTo>
                <a:lnTo>
                  <a:pt x="2016833" y="804539"/>
                </a:lnTo>
                <a:lnTo>
                  <a:pt x="2048380" y="804015"/>
                </a:lnTo>
                <a:lnTo>
                  <a:pt x="2079936" y="803443"/>
                </a:lnTo>
                <a:lnTo>
                  <a:pt x="2111483" y="802815"/>
                </a:lnTo>
                <a:lnTo>
                  <a:pt x="2143030" y="802129"/>
                </a:lnTo>
                <a:lnTo>
                  <a:pt x="2174577" y="801395"/>
                </a:lnTo>
                <a:lnTo>
                  <a:pt x="2206114" y="800595"/>
                </a:lnTo>
                <a:lnTo>
                  <a:pt x="2237661" y="799748"/>
                </a:lnTo>
                <a:lnTo>
                  <a:pt x="2269198" y="798833"/>
                </a:lnTo>
                <a:lnTo>
                  <a:pt x="2300735" y="797843"/>
                </a:lnTo>
                <a:lnTo>
                  <a:pt x="2332272" y="796785"/>
                </a:lnTo>
                <a:lnTo>
                  <a:pt x="2363810" y="795652"/>
                </a:lnTo>
                <a:lnTo>
                  <a:pt x="2395337" y="794442"/>
                </a:lnTo>
                <a:lnTo>
                  <a:pt x="2426865" y="793156"/>
                </a:lnTo>
                <a:lnTo>
                  <a:pt x="2458393" y="791766"/>
                </a:lnTo>
                <a:lnTo>
                  <a:pt x="2489911" y="790280"/>
                </a:lnTo>
                <a:lnTo>
                  <a:pt x="2521420" y="788689"/>
                </a:lnTo>
                <a:lnTo>
                  <a:pt x="2552929" y="786975"/>
                </a:lnTo>
                <a:lnTo>
                  <a:pt x="2584428" y="785136"/>
                </a:lnTo>
                <a:lnTo>
                  <a:pt x="2615917" y="783136"/>
                </a:lnTo>
                <a:lnTo>
                  <a:pt x="2647398" y="780993"/>
                </a:lnTo>
                <a:lnTo>
                  <a:pt x="2678868" y="778640"/>
                </a:lnTo>
                <a:lnTo>
                  <a:pt x="2710320" y="776059"/>
                </a:lnTo>
                <a:lnTo>
                  <a:pt x="2741743" y="773211"/>
                </a:lnTo>
                <a:lnTo>
                  <a:pt x="2773137" y="770030"/>
                </a:lnTo>
                <a:lnTo>
                  <a:pt x="2804484" y="766420"/>
                </a:lnTo>
                <a:lnTo>
                  <a:pt x="2835754" y="762238"/>
                </a:lnTo>
                <a:lnTo>
                  <a:pt x="2866901" y="757199"/>
                </a:lnTo>
                <a:lnTo>
                  <a:pt x="2897772" y="750703"/>
                </a:lnTo>
                <a:lnTo>
                  <a:pt x="2927652" y="740721"/>
                </a:lnTo>
                <a:lnTo>
                  <a:pt x="2946092" y="716490"/>
                </a:lnTo>
                <a:lnTo>
                  <a:pt x="2961113" y="688743"/>
                </a:lnTo>
                <a:lnTo>
                  <a:pt x="2976124" y="660987"/>
                </a:lnTo>
                <a:lnTo>
                  <a:pt x="2991145" y="633232"/>
                </a:lnTo>
                <a:lnTo>
                  <a:pt x="3006157" y="605485"/>
                </a:lnTo>
                <a:lnTo>
                  <a:pt x="3021168" y="577729"/>
                </a:lnTo>
                <a:lnTo>
                  <a:pt x="3036189" y="549983"/>
                </a:lnTo>
                <a:lnTo>
                  <a:pt x="3051200" y="522227"/>
                </a:lnTo>
                <a:lnTo>
                  <a:pt x="3066221" y="494471"/>
                </a:lnTo>
                <a:lnTo>
                  <a:pt x="3081233" y="466725"/>
                </a:lnTo>
                <a:lnTo>
                  <a:pt x="3096244" y="438969"/>
                </a:lnTo>
                <a:lnTo>
                  <a:pt x="3111265" y="411213"/>
                </a:lnTo>
                <a:lnTo>
                  <a:pt x="3126276" y="383467"/>
                </a:lnTo>
                <a:lnTo>
                  <a:pt x="3141297" y="355711"/>
                </a:lnTo>
                <a:lnTo>
                  <a:pt x="3156309" y="327965"/>
                </a:lnTo>
                <a:lnTo>
                  <a:pt x="3171320" y="300209"/>
                </a:lnTo>
                <a:lnTo>
                  <a:pt x="3186341" y="272453"/>
                </a:lnTo>
                <a:lnTo>
                  <a:pt x="3201353" y="244707"/>
                </a:lnTo>
                <a:lnTo>
                  <a:pt x="3216373" y="216951"/>
                </a:lnTo>
                <a:lnTo>
                  <a:pt x="3231385" y="189195"/>
                </a:lnTo>
                <a:lnTo>
                  <a:pt x="3246396" y="161449"/>
                </a:lnTo>
                <a:lnTo>
                  <a:pt x="3261417" y="133693"/>
                </a:lnTo>
                <a:lnTo>
                  <a:pt x="3276429" y="105937"/>
                </a:lnTo>
                <a:lnTo>
                  <a:pt x="3291449" y="78191"/>
                </a:lnTo>
                <a:lnTo>
                  <a:pt x="3306461" y="50435"/>
                </a:lnTo>
                <a:lnTo>
                  <a:pt x="3321472" y="22689"/>
                </a:lnTo>
                <a:lnTo>
                  <a:pt x="3331178" y="4982"/>
                </a:lnTo>
                <a:lnTo>
                  <a:pt x="3302260" y="16955"/>
                </a:lnTo>
                <a:lnTo>
                  <a:pt x="3271390" y="23451"/>
                </a:lnTo>
                <a:lnTo>
                  <a:pt x="3240224" y="28318"/>
                </a:lnTo>
                <a:lnTo>
                  <a:pt x="3208915" y="32309"/>
                </a:lnTo>
                <a:lnTo>
                  <a:pt x="3177550" y="35728"/>
                </a:lnTo>
                <a:lnTo>
                  <a:pt x="3146146" y="38757"/>
                </a:lnTo>
                <a:lnTo>
                  <a:pt x="3114704" y="41462"/>
                </a:lnTo>
                <a:lnTo>
                  <a:pt x="3083252" y="43920"/>
                </a:lnTo>
                <a:lnTo>
                  <a:pt x="3051772" y="46177"/>
                </a:lnTo>
                <a:lnTo>
                  <a:pt x="3020292" y="48254"/>
                </a:lnTo>
                <a:lnTo>
                  <a:pt x="2988793" y="50187"/>
                </a:lnTo>
                <a:lnTo>
                  <a:pt x="2957293" y="51978"/>
                </a:lnTo>
                <a:lnTo>
                  <a:pt x="2925785" y="53673"/>
                </a:lnTo>
                <a:lnTo>
                  <a:pt x="2894267" y="55255"/>
                </a:lnTo>
                <a:lnTo>
                  <a:pt x="2862748" y="56740"/>
                </a:lnTo>
                <a:lnTo>
                  <a:pt x="2831230" y="58150"/>
                </a:lnTo>
                <a:lnTo>
                  <a:pt x="2799702" y="59474"/>
                </a:lnTo>
                <a:lnTo>
                  <a:pt x="2768175" y="60731"/>
                </a:lnTo>
                <a:lnTo>
                  <a:pt x="2736647" y="61922"/>
                </a:lnTo>
                <a:lnTo>
                  <a:pt x="2705110" y="63046"/>
                </a:lnTo>
                <a:lnTo>
                  <a:pt x="2673572" y="64113"/>
                </a:lnTo>
                <a:lnTo>
                  <a:pt x="2642035" y="65132"/>
                </a:lnTo>
                <a:lnTo>
                  <a:pt x="2610498" y="66094"/>
                </a:lnTo>
                <a:lnTo>
                  <a:pt x="2578951" y="67008"/>
                </a:lnTo>
                <a:lnTo>
                  <a:pt x="2547414" y="67885"/>
                </a:lnTo>
                <a:lnTo>
                  <a:pt x="2515867" y="68704"/>
                </a:lnTo>
                <a:lnTo>
                  <a:pt x="2484330" y="69494"/>
                </a:lnTo>
                <a:lnTo>
                  <a:pt x="2452783" y="70237"/>
                </a:lnTo>
                <a:lnTo>
                  <a:pt x="2421236" y="70942"/>
                </a:lnTo>
                <a:lnTo>
                  <a:pt x="2389689" y="71609"/>
                </a:lnTo>
                <a:lnTo>
                  <a:pt x="2358142" y="72238"/>
                </a:lnTo>
                <a:lnTo>
                  <a:pt x="2326596" y="72828"/>
                </a:lnTo>
                <a:lnTo>
                  <a:pt x="2295039" y="73390"/>
                </a:lnTo>
                <a:lnTo>
                  <a:pt x="2263492" y="73924"/>
                </a:lnTo>
                <a:lnTo>
                  <a:pt x="2231946" y="74419"/>
                </a:lnTo>
                <a:lnTo>
                  <a:pt x="2200389" y="74886"/>
                </a:lnTo>
                <a:lnTo>
                  <a:pt x="2168843" y="75324"/>
                </a:lnTo>
                <a:lnTo>
                  <a:pt x="2137296" y="75724"/>
                </a:lnTo>
                <a:lnTo>
                  <a:pt x="2105739" y="76105"/>
                </a:lnTo>
                <a:lnTo>
                  <a:pt x="2074183" y="76457"/>
                </a:lnTo>
                <a:lnTo>
                  <a:pt x="2042636" y="76772"/>
                </a:lnTo>
                <a:lnTo>
                  <a:pt x="2011080" y="77067"/>
                </a:lnTo>
                <a:lnTo>
                  <a:pt x="1979533" y="77343"/>
                </a:lnTo>
                <a:lnTo>
                  <a:pt x="1947977" y="77572"/>
                </a:lnTo>
                <a:lnTo>
                  <a:pt x="1916420" y="77791"/>
                </a:lnTo>
                <a:lnTo>
                  <a:pt x="1884874" y="77972"/>
                </a:lnTo>
                <a:lnTo>
                  <a:pt x="1853317" y="78143"/>
                </a:lnTo>
                <a:lnTo>
                  <a:pt x="1821761" y="78276"/>
                </a:lnTo>
                <a:lnTo>
                  <a:pt x="1790214" y="78391"/>
                </a:lnTo>
                <a:lnTo>
                  <a:pt x="1758658" y="78467"/>
                </a:lnTo>
                <a:lnTo>
                  <a:pt x="1727102" y="78534"/>
                </a:lnTo>
                <a:lnTo>
                  <a:pt x="1695545" y="78572"/>
                </a:lnTo>
                <a:lnTo>
                  <a:pt x="1663998" y="78581"/>
                </a:lnTo>
                <a:lnTo>
                  <a:pt x="1632442" y="78562"/>
                </a:lnTo>
                <a:lnTo>
                  <a:pt x="1600886" y="78524"/>
                </a:lnTo>
                <a:lnTo>
                  <a:pt x="1569329" y="78457"/>
                </a:lnTo>
                <a:lnTo>
                  <a:pt x="1537783" y="78372"/>
                </a:lnTo>
                <a:lnTo>
                  <a:pt x="1506226" y="78257"/>
                </a:lnTo>
                <a:lnTo>
                  <a:pt x="1474670" y="78115"/>
                </a:lnTo>
                <a:lnTo>
                  <a:pt x="1443114" y="77943"/>
                </a:lnTo>
                <a:lnTo>
                  <a:pt x="1411567" y="77753"/>
                </a:lnTo>
                <a:lnTo>
                  <a:pt x="1380011" y="77534"/>
                </a:lnTo>
                <a:lnTo>
                  <a:pt x="1348454" y="77286"/>
                </a:lnTo>
                <a:lnTo>
                  <a:pt x="1316907" y="77019"/>
                </a:lnTo>
                <a:lnTo>
                  <a:pt x="1285351" y="76724"/>
                </a:lnTo>
                <a:lnTo>
                  <a:pt x="1253804" y="76391"/>
                </a:lnTo>
                <a:lnTo>
                  <a:pt x="1222248" y="76038"/>
                </a:lnTo>
                <a:lnTo>
                  <a:pt x="1190701" y="75657"/>
                </a:lnTo>
                <a:lnTo>
                  <a:pt x="1159145" y="75248"/>
                </a:lnTo>
                <a:lnTo>
                  <a:pt x="1127598" y="74809"/>
                </a:lnTo>
                <a:lnTo>
                  <a:pt x="1096042" y="74333"/>
                </a:lnTo>
                <a:lnTo>
                  <a:pt x="1064495" y="73828"/>
                </a:lnTo>
                <a:lnTo>
                  <a:pt x="1032948" y="73295"/>
                </a:lnTo>
                <a:lnTo>
                  <a:pt x="1001401" y="72723"/>
                </a:lnTo>
                <a:lnTo>
                  <a:pt x="969845" y="72123"/>
                </a:lnTo>
                <a:lnTo>
                  <a:pt x="938298" y="71485"/>
                </a:lnTo>
                <a:lnTo>
                  <a:pt x="906751" y="70809"/>
                </a:lnTo>
                <a:lnTo>
                  <a:pt x="875205" y="70104"/>
                </a:lnTo>
                <a:lnTo>
                  <a:pt x="843667" y="69352"/>
                </a:lnTo>
                <a:lnTo>
                  <a:pt x="812121" y="68561"/>
                </a:lnTo>
                <a:lnTo>
                  <a:pt x="780574" y="67723"/>
                </a:lnTo>
                <a:lnTo>
                  <a:pt x="749036" y="66846"/>
                </a:lnTo>
                <a:lnTo>
                  <a:pt x="717499" y="65923"/>
                </a:lnTo>
                <a:lnTo>
                  <a:pt x="685952" y="64951"/>
                </a:lnTo>
                <a:lnTo>
                  <a:pt x="654415" y="63922"/>
                </a:lnTo>
                <a:lnTo>
                  <a:pt x="622887" y="62846"/>
                </a:lnTo>
                <a:lnTo>
                  <a:pt x="591350" y="61703"/>
                </a:lnTo>
                <a:lnTo>
                  <a:pt x="559822" y="60503"/>
                </a:lnTo>
                <a:lnTo>
                  <a:pt x="528295" y="59236"/>
                </a:lnTo>
                <a:lnTo>
                  <a:pt x="496767" y="57902"/>
                </a:lnTo>
                <a:lnTo>
                  <a:pt x="465239" y="56483"/>
                </a:lnTo>
                <a:lnTo>
                  <a:pt x="433721" y="54978"/>
                </a:lnTo>
                <a:lnTo>
                  <a:pt x="402212" y="53369"/>
                </a:lnTo>
                <a:lnTo>
                  <a:pt x="370703" y="51664"/>
                </a:lnTo>
                <a:lnTo>
                  <a:pt x="339204" y="49844"/>
                </a:lnTo>
                <a:lnTo>
                  <a:pt x="307705" y="47892"/>
                </a:lnTo>
                <a:lnTo>
                  <a:pt x="276225" y="45777"/>
                </a:lnTo>
                <a:lnTo>
                  <a:pt x="244754" y="43491"/>
                </a:lnTo>
                <a:lnTo>
                  <a:pt x="213303" y="40986"/>
                </a:lnTo>
                <a:lnTo>
                  <a:pt x="181870" y="38224"/>
                </a:lnTo>
                <a:lnTo>
                  <a:pt x="150466" y="35147"/>
                </a:lnTo>
                <a:lnTo>
                  <a:pt x="119110" y="31633"/>
                </a:lnTo>
                <a:lnTo>
                  <a:pt x="87830" y="27499"/>
                </a:lnTo>
                <a:lnTo>
                  <a:pt x="56683" y="22422"/>
                </a:lnTo>
                <a:lnTo>
                  <a:pt x="25927" y="1544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34" name="funnel-step-cap-0">
            <a:extLst xmlns:a="http://schemas.openxmlformats.org/drawingml/2006/main">
              <a:ext uri="{FF2B5EF4-FFF2-40B4-BE49-F238E27FC236}">
                <a16:creationId xmlns:a16="http://schemas.microsoft.com/office/drawing/2014/main" id="{C2C3CFE0-999E-4714-894D-A56A85946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52750" y="2390775"/>
            <a:ext cx="33337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35" name="funnel-step-body-1">
            <a:extLst xmlns:a="http://schemas.openxmlformats.org/drawingml/2006/main">
              <a:ext uri="{FF2B5EF4-FFF2-40B4-BE49-F238E27FC236}">
                <a16:creationId xmlns:a16="http://schemas.microsoft.com/office/drawing/2014/main" id="{F9AF2357-80EF-4779-8EB0-2743EDE89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346990" y="3424238"/>
            <a:ext cx="2543223" cy="807234"/>
          </a:xfrm>
          <a:custGeom xmlns:a="http://schemas.openxmlformats.org/drawingml/2006/main">
            <a:pathLst>
              <a:path w="2543223" h="807234">
                <a:moveTo>
                  <a:pt x="0" y="0"/>
                </a:moveTo>
                <a:lnTo>
                  <a:pt x="9735" y="23517"/>
                </a:lnTo>
                <a:lnTo>
                  <a:pt x="19479" y="47034"/>
                </a:lnTo>
                <a:lnTo>
                  <a:pt x="29213" y="70552"/>
                </a:lnTo>
                <a:lnTo>
                  <a:pt x="38957" y="94069"/>
                </a:lnTo>
                <a:lnTo>
                  <a:pt x="48692" y="117586"/>
                </a:lnTo>
                <a:lnTo>
                  <a:pt x="58436" y="141103"/>
                </a:lnTo>
                <a:lnTo>
                  <a:pt x="68170" y="164621"/>
                </a:lnTo>
                <a:lnTo>
                  <a:pt x="77915" y="188138"/>
                </a:lnTo>
                <a:lnTo>
                  <a:pt x="87649" y="211655"/>
                </a:lnTo>
                <a:lnTo>
                  <a:pt x="97393" y="235172"/>
                </a:lnTo>
                <a:lnTo>
                  <a:pt x="107128" y="258689"/>
                </a:lnTo>
                <a:lnTo>
                  <a:pt x="116872" y="282207"/>
                </a:lnTo>
                <a:lnTo>
                  <a:pt x="126606" y="305724"/>
                </a:lnTo>
                <a:lnTo>
                  <a:pt x="136341" y="329241"/>
                </a:lnTo>
                <a:lnTo>
                  <a:pt x="146085" y="352758"/>
                </a:lnTo>
                <a:lnTo>
                  <a:pt x="155819" y="376276"/>
                </a:lnTo>
                <a:lnTo>
                  <a:pt x="165564" y="399793"/>
                </a:lnTo>
                <a:lnTo>
                  <a:pt x="175298" y="423310"/>
                </a:lnTo>
                <a:lnTo>
                  <a:pt x="185042" y="446827"/>
                </a:lnTo>
                <a:lnTo>
                  <a:pt x="194777" y="470345"/>
                </a:lnTo>
                <a:lnTo>
                  <a:pt x="204521" y="493862"/>
                </a:lnTo>
                <a:lnTo>
                  <a:pt x="214255" y="517379"/>
                </a:lnTo>
                <a:lnTo>
                  <a:pt x="223999" y="540896"/>
                </a:lnTo>
                <a:lnTo>
                  <a:pt x="233734" y="564413"/>
                </a:lnTo>
                <a:lnTo>
                  <a:pt x="243478" y="587931"/>
                </a:lnTo>
                <a:lnTo>
                  <a:pt x="253213" y="611448"/>
                </a:lnTo>
                <a:lnTo>
                  <a:pt x="262947" y="634965"/>
                </a:lnTo>
                <a:lnTo>
                  <a:pt x="272691" y="658482"/>
                </a:lnTo>
                <a:lnTo>
                  <a:pt x="282426" y="682000"/>
                </a:lnTo>
                <a:lnTo>
                  <a:pt x="292170" y="705517"/>
                </a:lnTo>
                <a:lnTo>
                  <a:pt x="301762" y="729072"/>
                </a:lnTo>
                <a:lnTo>
                  <a:pt x="319764" y="745474"/>
                </a:lnTo>
                <a:lnTo>
                  <a:pt x="343805" y="753770"/>
                </a:lnTo>
                <a:lnTo>
                  <a:pt x="368541" y="759752"/>
                </a:lnTo>
                <a:lnTo>
                  <a:pt x="393544" y="764534"/>
                </a:lnTo>
                <a:lnTo>
                  <a:pt x="418671" y="768582"/>
                </a:lnTo>
                <a:lnTo>
                  <a:pt x="443884" y="772097"/>
                </a:lnTo>
                <a:lnTo>
                  <a:pt x="469144" y="775211"/>
                </a:lnTo>
                <a:lnTo>
                  <a:pt x="494443" y="778002"/>
                </a:lnTo>
                <a:lnTo>
                  <a:pt x="519770" y="780526"/>
                </a:lnTo>
                <a:lnTo>
                  <a:pt x="545125" y="782841"/>
                </a:lnTo>
                <a:lnTo>
                  <a:pt x="570490" y="784965"/>
                </a:lnTo>
                <a:lnTo>
                  <a:pt x="595865" y="786917"/>
                </a:lnTo>
                <a:lnTo>
                  <a:pt x="621259" y="788727"/>
                </a:lnTo>
                <a:lnTo>
                  <a:pt x="646652" y="790404"/>
                </a:lnTo>
                <a:lnTo>
                  <a:pt x="672065" y="791956"/>
                </a:lnTo>
                <a:lnTo>
                  <a:pt x="697478" y="793404"/>
                </a:lnTo>
                <a:lnTo>
                  <a:pt x="722890" y="794756"/>
                </a:lnTo>
                <a:lnTo>
                  <a:pt x="748313" y="796014"/>
                </a:lnTo>
                <a:lnTo>
                  <a:pt x="773744" y="797176"/>
                </a:lnTo>
                <a:lnTo>
                  <a:pt x="799176" y="798262"/>
                </a:lnTo>
                <a:lnTo>
                  <a:pt x="824608" y="799271"/>
                </a:lnTo>
                <a:lnTo>
                  <a:pt x="850049" y="800214"/>
                </a:lnTo>
                <a:lnTo>
                  <a:pt x="875481" y="801081"/>
                </a:lnTo>
                <a:lnTo>
                  <a:pt x="900922" y="801881"/>
                </a:lnTo>
                <a:lnTo>
                  <a:pt x="926373" y="802615"/>
                </a:lnTo>
                <a:lnTo>
                  <a:pt x="951814" y="803291"/>
                </a:lnTo>
                <a:lnTo>
                  <a:pt x="977265" y="803920"/>
                </a:lnTo>
                <a:lnTo>
                  <a:pt x="1002706" y="804481"/>
                </a:lnTo>
                <a:lnTo>
                  <a:pt x="1028157" y="804986"/>
                </a:lnTo>
                <a:lnTo>
                  <a:pt x="1053608" y="805434"/>
                </a:lnTo>
                <a:lnTo>
                  <a:pt x="1079059" y="805834"/>
                </a:lnTo>
                <a:lnTo>
                  <a:pt x="1104509" y="806186"/>
                </a:lnTo>
                <a:lnTo>
                  <a:pt x="1129960" y="806482"/>
                </a:lnTo>
                <a:lnTo>
                  <a:pt x="1155411" y="806729"/>
                </a:lnTo>
                <a:lnTo>
                  <a:pt x="1180871" y="806929"/>
                </a:lnTo>
                <a:lnTo>
                  <a:pt x="1206322" y="807082"/>
                </a:lnTo>
                <a:lnTo>
                  <a:pt x="1231773" y="807177"/>
                </a:lnTo>
                <a:lnTo>
                  <a:pt x="1257233" y="807234"/>
                </a:lnTo>
                <a:lnTo>
                  <a:pt x="1282684" y="807234"/>
                </a:lnTo>
                <a:lnTo>
                  <a:pt x="1308135" y="807196"/>
                </a:lnTo>
                <a:lnTo>
                  <a:pt x="1333595" y="807101"/>
                </a:lnTo>
                <a:lnTo>
                  <a:pt x="1359046" y="806968"/>
                </a:lnTo>
                <a:lnTo>
                  <a:pt x="1384497" y="806777"/>
                </a:lnTo>
                <a:lnTo>
                  <a:pt x="1409957" y="806539"/>
                </a:lnTo>
                <a:lnTo>
                  <a:pt x="1435408" y="806253"/>
                </a:lnTo>
                <a:lnTo>
                  <a:pt x="1460859" y="805910"/>
                </a:lnTo>
                <a:lnTo>
                  <a:pt x="1486310" y="805520"/>
                </a:lnTo>
                <a:lnTo>
                  <a:pt x="1511760" y="805082"/>
                </a:lnTo>
                <a:lnTo>
                  <a:pt x="1537211" y="804586"/>
                </a:lnTo>
                <a:lnTo>
                  <a:pt x="1562652" y="804043"/>
                </a:lnTo>
                <a:lnTo>
                  <a:pt x="1588103" y="803434"/>
                </a:lnTo>
                <a:lnTo>
                  <a:pt x="1613545" y="802767"/>
                </a:lnTo>
                <a:lnTo>
                  <a:pt x="1638995" y="802043"/>
                </a:lnTo>
                <a:lnTo>
                  <a:pt x="1664437" y="801253"/>
                </a:lnTo>
                <a:lnTo>
                  <a:pt x="1689878" y="800395"/>
                </a:lnTo>
                <a:lnTo>
                  <a:pt x="1715310" y="799481"/>
                </a:lnTo>
                <a:lnTo>
                  <a:pt x="1740741" y="798481"/>
                </a:lnTo>
                <a:lnTo>
                  <a:pt x="1766173" y="797414"/>
                </a:lnTo>
                <a:lnTo>
                  <a:pt x="1791605" y="796261"/>
                </a:lnTo>
                <a:lnTo>
                  <a:pt x="1817027" y="795023"/>
                </a:lnTo>
                <a:lnTo>
                  <a:pt x="1842449" y="793699"/>
                </a:lnTo>
                <a:lnTo>
                  <a:pt x="1867862" y="792270"/>
                </a:lnTo>
                <a:lnTo>
                  <a:pt x="1893275" y="790737"/>
                </a:lnTo>
                <a:lnTo>
                  <a:pt x="1918668" y="789089"/>
                </a:lnTo>
                <a:lnTo>
                  <a:pt x="1944062" y="787308"/>
                </a:lnTo>
                <a:lnTo>
                  <a:pt x="1969446" y="785384"/>
                </a:lnTo>
                <a:lnTo>
                  <a:pt x="1994811" y="783307"/>
                </a:lnTo>
                <a:lnTo>
                  <a:pt x="2020167" y="781040"/>
                </a:lnTo>
                <a:lnTo>
                  <a:pt x="2045494" y="778554"/>
                </a:lnTo>
                <a:lnTo>
                  <a:pt x="2070802" y="775821"/>
                </a:lnTo>
                <a:lnTo>
                  <a:pt x="2096081" y="772782"/>
                </a:lnTo>
                <a:lnTo>
                  <a:pt x="2121303" y="769363"/>
                </a:lnTo>
                <a:lnTo>
                  <a:pt x="2146449" y="765439"/>
                </a:lnTo>
                <a:lnTo>
                  <a:pt x="2171481" y="760828"/>
                </a:lnTo>
                <a:lnTo>
                  <a:pt x="2196294" y="755161"/>
                </a:lnTo>
                <a:lnTo>
                  <a:pt x="2220563" y="747532"/>
                </a:lnTo>
                <a:lnTo>
                  <a:pt x="2241756" y="734063"/>
                </a:lnTo>
                <a:lnTo>
                  <a:pt x="2251053" y="710470"/>
                </a:lnTo>
                <a:lnTo>
                  <a:pt x="2260797" y="686953"/>
                </a:lnTo>
                <a:lnTo>
                  <a:pt x="2270531" y="663435"/>
                </a:lnTo>
                <a:lnTo>
                  <a:pt x="2280266" y="639918"/>
                </a:lnTo>
                <a:lnTo>
                  <a:pt x="2290010" y="616401"/>
                </a:lnTo>
                <a:lnTo>
                  <a:pt x="2299745" y="592884"/>
                </a:lnTo>
                <a:lnTo>
                  <a:pt x="2309489" y="569366"/>
                </a:lnTo>
                <a:lnTo>
                  <a:pt x="2319223" y="545849"/>
                </a:lnTo>
                <a:lnTo>
                  <a:pt x="2328967" y="522332"/>
                </a:lnTo>
                <a:lnTo>
                  <a:pt x="2338702" y="498815"/>
                </a:lnTo>
                <a:lnTo>
                  <a:pt x="2348446" y="475298"/>
                </a:lnTo>
                <a:lnTo>
                  <a:pt x="2358180" y="451780"/>
                </a:lnTo>
                <a:lnTo>
                  <a:pt x="2367925" y="428263"/>
                </a:lnTo>
                <a:lnTo>
                  <a:pt x="2377659" y="404746"/>
                </a:lnTo>
                <a:lnTo>
                  <a:pt x="2387403" y="381229"/>
                </a:lnTo>
                <a:lnTo>
                  <a:pt x="2397138" y="357711"/>
                </a:lnTo>
                <a:lnTo>
                  <a:pt x="2406872" y="334194"/>
                </a:lnTo>
                <a:lnTo>
                  <a:pt x="2416616" y="310677"/>
                </a:lnTo>
                <a:lnTo>
                  <a:pt x="2426351" y="287160"/>
                </a:lnTo>
                <a:lnTo>
                  <a:pt x="2436095" y="263633"/>
                </a:lnTo>
                <a:lnTo>
                  <a:pt x="2445829" y="240125"/>
                </a:lnTo>
                <a:lnTo>
                  <a:pt x="2455574" y="216598"/>
                </a:lnTo>
                <a:lnTo>
                  <a:pt x="2465308" y="193081"/>
                </a:lnTo>
                <a:lnTo>
                  <a:pt x="2475052" y="169564"/>
                </a:lnTo>
                <a:lnTo>
                  <a:pt x="2484787" y="146047"/>
                </a:lnTo>
                <a:lnTo>
                  <a:pt x="2494531" y="122530"/>
                </a:lnTo>
                <a:lnTo>
                  <a:pt x="2504265" y="99012"/>
                </a:lnTo>
                <a:lnTo>
                  <a:pt x="2514009" y="75495"/>
                </a:lnTo>
                <a:lnTo>
                  <a:pt x="2523744" y="51978"/>
                </a:lnTo>
                <a:lnTo>
                  <a:pt x="2533479" y="28461"/>
                </a:lnTo>
                <a:lnTo>
                  <a:pt x="2543223" y="4943"/>
                </a:lnTo>
                <a:lnTo>
                  <a:pt x="2531259" y="13068"/>
                </a:lnTo>
                <a:lnTo>
                  <a:pt x="2507132" y="21117"/>
                </a:lnTo>
                <a:lnTo>
                  <a:pt x="2482310" y="26718"/>
                </a:lnTo>
                <a:lnTo>
                  <a:pt x="2457250" y="31156"/>
                </a:lnTo>
                <a:lnTo>
                  <a:pt x="2432075" y="34909"/>
                </a:lnTo>
                <a:lnTo>
                  <a:pt x="2406825" y="38176"/>
                </a:lnTo>
                <a:lnTo>
                  <a:pt x="2381545" y="41081"/>
                </a:lnTo>
                <a:lnTo>
                  <a:pt x="2356218" y="43701"/>
                </a:lnTo>
                <a:lnTo>
                  <a:pt x="2330882" y="46091"/>
                </a:lnTo>
                <a:lnTo>
                  <a:pt x="2305517" y="48292"/>
                </a:lnTo>
                <a:lnTo>
                  <a:pt x="2280152" y="50321"/>
                </a:lnTo>
                <a:lnTo>
                  <a:pt x="2254768" y="52207"/>
                </a:lnTo>
                <a:lnTo>
                  <a:pt x="2229374" y="53969"/>
                </a:lnTo>
                <a:lnTo>
                  <a:pt x="2203971" y="55616"/>
                </a:lnTo>
                <a:lnTo>
                  <a:pt x="2178568" y="57160"/>
                </a:lnTo>
                <a:lnTo>
                  <a:pt x="2153155" y="58617"/>
                </a:lnTo>
                <a:lnTo>
                  <a:pt x="2127733" y="59998"/>
                </a:lnTo>
                <a:lnTo>
                  <a:pt x="2102310" y="61293"/>
                </a:lnTo>
                <a:lnTo>
                  <a:pt x="2076888" y="62513"/>
                </a:lnTo>
                <a:lnTo>
                  <a:pt x="2051456" y="63675"/>
                </a:lnTo>
                <a:lnTo>
                  <a:pt x="2026034" y="64770"/>
                </a:lnTo>
                <a:lnTo>
                  <a:pt x="2000593" y="65799"/>
                </a:lnTo>
                <a:lnTo>
                  <a:pt x="1975161" y="66780"/>
                </a:lnTo>
                <a:lnTo>
                  <a:pt x="1949729" y="67713"/>
                </a:lnTo>
                <a:lnTo>
                  <a:pt x="1924288" y="68590"/>
                </a:lnTo>
                <a:lnTo>
                  <a:pt x="1898847" y="69428"/>
                </a:lnTo>
                <a:lnTo>
                  <a:pt x="1873406" y="70209"/>
                </a:lnTo>
                <a:lnTo>
                  <a:pt x="1847964" y="70961"/>
                </a:lnTo>
                <a:lnTo>
                  <a:pt x="1822514" y="71657"/>
                </a:lnTo>
                <a:lnTo>
                  <a:pt x="1797072" y="72323"/>
                </a:lnTo>
                <a:lnTo>
                  <a:pt x="1771621" y="72942"/>
                </a:lnTo>
                <a:lnTo>
                  <a:pt x="1746180" y="73523"/>
                </a:lnTo>
                <a:lnTo>
                  <a:pt x="1720729" y="74076"/>
                </a:lnTo>
                <a:lnTo>
                  <a:pt x="1695279" y="74590"/>
                </a:lnTo>
                <a:lnTo>
                  <a:pt x="1669828" y="75067"/>
                </a:lnTo>
                <a:lnTo>
                  <a:pt x="1644377" y="75514"/>
                </a:lnTo>
                <a:lnTo>
                  <a:pt x="1618926" y="75933"/>
                </a:lnTo>
                <a:lnTo>
                  <a:pt x="1593475" y="76314"/>
                </a:lnTo>
                <a:lnTo>
                  <a:pt x="1568025" y="76667"/>
                </a:lnTo>
                <a:lnTo>
                  <a:pt x="1542574" y="76991"/>
                </a:lnTo>
                <a:lnTo>
                  <a:pt x="1517123" y="77276"/>
                </a:lnTo>
                <a:lnTo>
                  <a:pt x="1491672" y="77534"/>
                </a:lnTo>
                <a:lnTo>
                  <a:pt x="1466212" y="77762"/>
                </a:lnTo>
                <a:lnTo>
                  <a:pt x="1440761" y="77962"/>
                </a:lnTo>
                <a:lnTo>
                  <a:pt x="1415310" y="78134"/>
                </a:lnTo>
                <a:lnTo>
                  <a:pt x="1389859" y="78286"/>
                </a:lnTo>
                <a:lnTo>
                  <a:pt x="1364399" y="78400"/>
                </a:lnTo>
                <a:lnTo>
                  <a:pt x="1338948" y="78486"/>
                </a:lnTo>
                <a:lnTo>
                  <a:pt x="1313498" y="78543"/>
                </a:lnTo>
                <a:lnTo>
                  <a:pt x="1288037" y="78572"/>
                </a:lnTo>
                <a:lnTo>
                  <a:pt x="1262586" y="78572"/>
                </a:lnTo>
                <a:lnTo>
                  <a:pt x="1237136" y="78553"/>
                </a:lnTo>
                <a:lnTo>
                  <a:pt x="1211675" y="78505"/>
                </a:lnTo>
                <a:lnTo>
                  <a:pt x="1186224" y="78419"/>
                </a:lnTo>
                <a:lnTo>
                  <a:pt x="1160774" y="78305"/>
                </a:lnTo>
                <a:lnTo>
                  <a:pt x="1135313" y="78172"/>
                </a:lnTo>
                <a:lnTo>
                  <a:pt x="1109863" y="78000"/>
                </a:lnTo>
                <a:lnTo>
                  <a:pt x="1084412" y="77810"/>
                </a:lnTo>
                <a:lnTo>
                  <a:pt x="1058951" y="77581"/>
                </a:lnTo>
                <a:lnTo>
                  <a:pt x="1033501" y="77333"/>
                </a:lnTo>
                <a:lnTo>
                  <a:pt x="1008050" y="77048"/>
                </a:lnTo>
                <a:lnTo>
                  <a:pt x="982599" y="76733"/>
                </a:lnTo>
                <a:lnTo>
                  <a:pt x="957148" y="76391"/>
                </a:lnTo>
                <a:lnTo>
                  <a:pt x="931697" y="76010"/>
                </a:lnTo>
                <a:lnTo>
                  <a:pt x="906247" y="75609"/>
                </a:lnTo>
                <a:lnTo>
                  <a:pt x="880796" y="75171"/>
                </a:lnTo>
                <a:lnTo>
                  <a:pt x="855345" y="74695"/>
                </a:lnTo>
                <a:lnTo>
                  <a:pt x="829894" y="74190"/>
                </a:lnTo>
                <a:lnTo>
                  <a:pt x="804443" y="73647"/>
                </a:lnTo>
                <a:lnTo>
                  <a:pt x="779002" y="73066"/>
                </a:lnTo>
                <a:lnTo>
                  <a:pt x="753551" y="72457"/>
                </a:lnTo>
                <a:lnTo>
                  <a:pt x="728110" y="71799"/>
                </a:lnTo>
                <a:lnTo>
                  <a:pt x="702659" y="71104"/>
                </a:lnTo>
                <a:lnTo>
                  <a:pt x="677218" y="70371"/>
                </a:lnTo>
                <a:lnTo>
                  <a:pt x="651777" y="69590"/>
                </a:lnTo>
                <a:lnTo>
                  <a:pt x="626335" y="68771"/>
                </a:lnTo>
                <a:lnTo>
                  <a:pt x="600894" y="67904"/>
                </a:lnTo>
                <a:lnTo>
                  <a:pt x="575462" y="66980"/>
                </a:lnTo>
                <a:lnTo>
                  <a:pt x="550021" y="66008"/>
                </a:lnTo>
                <a:lnTo>
                  <a:pt x="524589" y="64989"/>
                </a:lnTo>
                <a:lnTo>
                  <a:pt x="499158" y="63903"/>
                </a:lnTo>
                <a:lnTo>
                  <a:pt x="473726" y="62760"/>
                </a:lnTo>
                <a:lnTo>
                  <a:pt x="448304" y="61551"/>
                </a:lnTo>
                <a:lnTo>
                  <a:pt x="422881" y="60274"/>
                </a:lnTo>
                <a:lnTo>
                  <a:pt x="397469" y="58922"/>
                </a:lnTo>
                <a:lnTo>
                  <a:pt x="372056" y="57483"/>
                </a:lnTo>
                <a:lnTo>
                  <a:pt x="346643" y="55950"/>
                </a:lnTo>
                <a:lnTo>
                  <a:pt x="321240" y="54321"/>
                </a:lnTo>
                <a:lnTo>
                  <a:pt x="295847" y="52588"/>
                </a:lnTo>
                <a:lnTo>
                  <a:pt x="270462" y="50730"/>
                </a:lnTo>
                <a:lnTo>
                  <a:pt x="245088" y="48730"/>
                </a:lnTo>
                <a:lnTo>
                  <a:pt x="219723" y="46568"/>
                </a:lnTo>
                <a:lnTo>
                  <a:pt x="194377" y="44225"/>
                </a:lnTo>
                <a:lnTo>
                  <a:pt x="169050" y="41653"/>
                </a:lnTo>
                <a:lnTo>
                  <a:pt x="143761" y="38814"/>
                </a:lnTo>
                <a:lnTo>
                  <a:pt x="118501" y="35633"/>
                </a:lnTo>
                <a:lnTo>
                  <a:pt x="93316" y="31994"/>
                </a:lnTo>
                <a:lnTo>
                  <a:pt x="68218" y="27727"/>
                </a:lnTo>
                <a:lnTo>
                  <a:pt x="43329" y="22431"/>
                </a:lnTo>
                <a:lnTo>
                  <a:pt x="18955" y="15126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36" name="funnel-step-cap-1">
            <a:extLst xmlns:a="http://schemas.openxmlformats.org/drawingml/2006/main">
              <a:ext uri="{FF2B5EF4-FFF2-40B4-BE49-F238E27FC236}">
                <a16:creationId xmlns:a16="http://schemas.microsoft.com/office/drawing/2014/main" id="{522CE7CA-B205-47A8-8DBB-6FBAD79F5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346999" y="3300413"/>
            <a:ext cx="2545261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37" name="funnel-step-body-2">
            <a:extLst xmlns:a="http://schemas.openxmlformats.org/drawingml/2006/main">
              <a:ext uri="{FF2B5EF4-FFF2-40B4-BE49-F238E27FC236}">
                <a16:creationId xmlns:a16="http://schemas.microsoft.com/office/drawing/2014/main" id="{1D9E655C-6589-420D-9EAD-8A97BA612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648742" y="4333875"/>
            <a:ext cx="1938547" cy="807234"/>
          </a:xfrm>
          <a:custGeom xmlns:a="http://schemas.openxmlformats.org/drawingml/2006/main">
            <a:pathLst>
              <a:path w="1938547" h="807234">
                <a:moveTo>
                  <a:pt x="0" y="0"/>
                </a:moveTo>
                <a:lnTo>
                  <a:pt x="7268" y="19288"/>
                </a:lnTo>
                <a:lnTo>
                  <a:pt x="14535" y="38576"/>
                </a:lnTo>
                <a:lnTo>
                  <a:pt x="21803" y="57864"/>
                </a:lnTo>
                <a:lnTo>
                  <a:pt x="29061" y="77153"/>
                </a:lnTo>
                <a:lnTo>
                  <a:pt x="36328" y="96441"/>
                </a:lnTo>
                <a:lnTo>
                  <a:pt x="43596" y="115719"/>
                </a:lnTo>
                <a:lnTo>
                  <a:pt x="50864" y="135007"/>
                </a:lnTo>
                <a:lnTo>
                  <a:pt x="58131" y="154295"/>
                </a:lnTo>
                <a:lnTo>
                  <a:pt x="65399" y="173584"/>
                </a:lnTo>
                <a:lnTo>
                  <a:pt x="72657" y="192872"/>
                </a:lnTo>
                <a:lnTo>
                  <a:pt x="79924" y="212160"/>
                </a:lnTo>
                <a:lnTo>
                  <a:pt x="87192" y="231448"/>
                </a:lnTo>
                <a:lnTo>
                  <a:pt x="94459" y="250736"/>
                </a:lnTo>
                <a:lnTo>
                  <a:pt x="101727" y="270024"/>
                </a:lnTo>
                <a:lnTo>
                  <a:pt x="108995" y="289312"/>
                </a:lnTo>
                <a:lnTo>
                  <a:pt x="116262" y="308591"/>
                </a:lnTo>
                <a:lnTo>
                  <a:pt x="123520" y="327879"/>
                </a:lnTo>
                <a:lnTo>
                  <a:pt x="130788" y="347167"/>
                </a:lnTo>
                <a:lnTo>
                  <a:pt x="138055" y="366455"/>
                </a:lnTo>
                <a:lnTo>
                  <a:pt x="145323" y="385743"/>
                </a:lnTo>
                <a:lnTo>
                  <a:pt x="152591" y="405032"/>
                </a:lnTo>
                <a:lnTo>
                  <a:pt x="159858" y="424320"/>
                </a:lnTo>
                <a:lnTo>
                  <a:pt x="167116" y="443608"/>
                </a:lnTo>
                <a:lnTo>
                  <a:pt x="174384" y="462896"/>
                </a:lnTo>
                <a:lnTo>
                  <a:pt x="181651" y="482184"/>
                </a:lnTo>
                <a:lnTo>
                  <a:pt x="188919" y="501472"/>
                </a:lnTo>
                <a:lnTo>
                  <a:pt x="196186" y="520751"/>
                </a:lnTo>
                <a:lnTo>
                  <a:pt x="203454" y="540039"/>
                </a:lnTo>
                <a:lnTo>
                  <a:pt x="210722" y="559327"/>
                </a:lnTo>
                <a:lnTo>
                  <a:pt x="217980" y="578615"/>
                </a:lnTo>
                <a:lnTo>
                  <a:pt x="225247" y="597903"/>
                </a:lnTo>
                <a:lnTo>
                  <a:pt x="232515" y="617191"/>
                </a:lnTo>
                <a:lnTo>
                  <a:pt x="239782" y="636480"/>
                </a:lnTo>
                <a:lnTo>
                  <a:pt x="247050" y="655768"/>
                </a:lnTo>
                <a:lnTo>
                  <a:pt x="254318" y="675056"/>
                </a:lnTo>
                <a:lnTo>
                  <a:pt x="261576" y="694344"/>
                </a:lnTo>
                <a:lnTo>
                  <a:pt x="268843" y="713632"/>
                </a:lnTo>
                <a:lnTo>
                  <a:pt x="275358" y="733101"/>
                </a:lnTo>
                <a:lnTo>
                  <a:pt x="290046" y="747017"/>
                </a:lnTo>
                <a:lnTo>
                  <a:pt x="308877" y="755342"/>
                </a:lnTo>
                <a:lnTo>
                  <a:pt x="328536" y="761495"/>
                </a:lnTo>
                <a:lnTo>
                  <a:pt x="348539" y="766458"/>
                </a:lnTo>
                <a:lnTo>
                  <a:pt x="368722" y="770649"/>
                </a:lnTo>
                <a:lnTo>
                  <a:pt x="389011" y="774287"/>
                </a:lnTo>
                <a:lnTo>
                  <a:pt x="409365" y="777507"/>
                </a:lnTo>
                <a:lnTo>
                  <a:pt x="429768" y="780383"/>
                </a:lnTo>
                <a:lnTo>
                  <a:pt x="450218" y="782984"/>
                </a:lnTo>
                <a:lnTo>
                  <a:pt x="470697" y="785346"/>
                </a:lnTo>
                <a:lnTo>
                  <a:pt x="491185" y="787498"/>
                </a:lnTo>
                <a:lnTo>
                  <a:pt x="511702" y="789480"/>
                </a:lnTo>
                <a:lnTo>
                  <a:pt x="532238" y="791299"/>
                </a:lnTo>
                <a:lnTo>
                  <a:pt x="552774" y="792975"/>
                </a:lnTo>
                <a:lnTo>
                  <a:pt x="573329" y="794518"/>
                </a:lnTo>
                <a:lnTo>
                  <a:pt x="593893" y="795947"/>
                </a:lnTo>
                <a:lnTo>
                  <a:pt x="614458" y="797262"/>
                </a:lnTo>
                <a:lnTo>
                  <a:pt x="635032" y="798471"/>
                </a:lnTo>
                <a:lnTo>
                  <a:pt x="655615" y="799595"/>
                </a:lnTo>
                <a:lnTo>
                  <a:pt x="676199" y="800614"/>
                </a:lnTo>
                <a:lnTo>
                  <a:pt x="696792" y="801557"/>
                </a:lnTo>
                <a:lnTo>
                  <a:pt x="717385" y="802415"/>
                </a:lnTo>
                <a:lnTo>
                  <a:pt x="737978" y="803196"/>
                </a:lnTo>
                <a:lnTo>
                  <a:pt x="758571" y="803900"/>
                </a:lnTo>
                <a:lnTo>
                  <a:pt x="779174" y="804529"/>
                </a:lnTo>
                <a:lnTo>
                  <a:pt x="799776" y="805091"/>
                </a:lnTo>
                <a:lnTo>
                  <a:pt x="820379" y="805586"/>
                </a:lnTo>
                <a:lnTo>
                  <a:pt x="840991" y="806015"/>
                </a:lnTo>
                <a:lnTo>
                  <a:pt x="861593" y="806377"/>
                </a:lnTo>
                <a:lnTo>
                  <a:pt x="882206" y="806672"/>
                </a:lnTo>
                <a:lnTo>
                  <a:pt x="902818" y="806910"/>
                </a:lnTo>
                <a:lnTo>
                  <a:pt x="923420" y="807082"/>
                </a:lnTo>
                <a:lnTo>
                  <a:pt x="944032" y="807187"/>
                </a:lnTo>
                <a:lnTo>
                  <a:pt x="964644" y="807234"/>
                </a:lnTo>
                <a:lnTo>
                  <a:pt x="985256" y="807225"/>
                </a:lnTo>
                <a:lnTo>
                  <a:pt x="1005869" y="807149"/>
                </a:lnTo>
                <a:lnTo>
                  <a:pt x="1026471" y="807015"/>
                </a:lnTo>
                <a:lnTo>
                  <a:pt x="1047083" y="806825"/>
                </a:lnTo>
                <a:lnTo>
                  <a:pt x="1067695" y="806567"/>
                </a:lnTo>
                <a:lnTo>
                  <a:pt x="1088298" y="806244"/>
                </a:lnTo>
                <a:lnTo>
                  <a:pt x="1108910" y="805853"/>
                </a:lnTo>
                <a:lnTo>
                  <a:pt x="1129513" y="805396"/>
                </a:lnTo>
                <a:lnTo>
                  <a:pt x="1150115" y="804882"/>
                </a:lnTo>
                <a:lnTo>
                  <a:pt x="1170718" y="804291"/>
                </a:lnTo>
                <a:lnTo>
                  <a:pt x="1191320" y="803634"/>
                </a:lnTo>
                <a:lnTo>
                  <a:pt x="1211913" y="802900"/>
                </a:lnTo>
                <a:lnTo>
                  <a:pt x="1232516" y="802081"/>
                </a:lnTo>
                <a:lnTo>
                  <a:pt x="1253099" y="801195"/>
                </a:lnTo>
                <a:lnTo>
                  <a:pt x="1273693" y="800224"/>
                </a:lnTo>
                <a:lnTo>
                  <a:pt x="1294276" y="799167"/>
                </a:lnTo>
                <a:lnTo>
                  <a:pt x="1314850" y="798014"/>
                </a:lnTo>
                <a:lnTo>
                  <a:pt x="1335424" y="796757"/>
                </a:lnTo>
                <a:lnTo>
                  <a:pt x="1355989" y="795404"/>
                </a:lnTo>
                <a:lnTo>
                  <a:pt x="1376543" y="793928"/>
                </a:lnTo>
                <a:lnTo>
                  <a:pt x="1397098" y="792328"/>
                </a:lnTo>
                <a:lnTo>
                  <a:pt x="1417634" y="790594"/>
                </a:lnTo>
                <a:lnTo>
                  <a:pt x="1438161" y="788718"/>
                </a:lnTo>
                <a:lnTo>
                  <a:pt x="1458668" y="786670"/>
                </a:lnTo>
                <a:lnTo>
                  <a:pt x="1479156" y="784441"/>
                </a:lnTo>
                <a:lnTo>
                  <a:pt x="1499616" y="781983"/>
                </a:lnTo>
                <a:lnTo>
                  <a:pt x="1520057" y="779278"/>
                </a:lnTo>
                <a:lnTo>
                  <a:pt x="1540440" y="776278"/>
                </a:lnTo>
                <a:lnTo>
                  <a:pt x="1560776" y="772906"/>
                </a:lnTo>
                <a:lnTo>
                  <a:pt x="1581026" y="769068"/>
                </a:lnTo>
                <a:lnTo>
                  <a:pt x="1601143" y="764600"/>
                </a:lnTo>
                <a:lnTo>
                  <a:pt x="1621041" y="759247"/>
                </a:lnTo>
                <a:lnTo>
                  <a:pt x="1640481" y="752418"/>
                </a:lnTo>
                <a:lnTo>
                  <a:pt x="1658531" y="742579"/>
                </a:lnTo>
                <a:lnTo>
                  <a:pt x="1668523" y="725300"/>
                </a:lnTo>
                <a:lnTo>
                  <a:pt x="1675790" y="706012"/>
                </a:lnTo>
                <a:lnTo>
                  <a:pt x="1683058" y="686724"/>
                </a:lnTo>
                <a:lnTo>
                  <a:pt x="1690316" y="667445"/>
                </a:lnTo>
                <a:lnTo>
                  <a:pt x="1697584" y="648157"/>
                </a:lnTo>
                <a:lnTo>
                  <a:pt x="1704851" y="628869"/>
                </a:lnTo>
                <a:lnTo>
                  <a:pt x="1712119" y="609581"/>
                </a:lnTo>
                <a:lnTo>
                  <a:pt x="1719386" y="590293"/>
                </a:lnTo>
                <a:lnTo>
                  <a:pt x="1726654" y="571005"/>
                </a:lnTo>
                <a:lnTo>
                  <a:pt x="1733912" y="551717"/>
                </a:lnTo>
                <a:lnTo>
                  <a:pt x="1741180" y="532428"/>
                </a:lnTo>
                <a:lnTo>
                  <a:pt x="1748447" y="513140"/>
                </a:lnTo>
                <a:lnTo>
                  <a:pt x="1755715" y="493852"/>
                </a:lnTo>
                <a:lnTo>
                  <a:pt x="1762982" y="474574"/>
                </a:lnTo>
                <a:lnTo>
                  <a:pt x="1770250" y="455285"/>
                </a:lnTo>
                <a:lnTo>
                  <a:pt x="1777517" y="435997"/>
                </a:lnTo>
                <a:lnTo>
                  <a:pt x="1784775" y="416709"/>
                </a:lnTo>
                <a:lnTo>
                  <a:pt x="1792043" y="397421"/>
                </a:lnTo>
                <a:lnTo>
                  <a:pt x="1799311" y="378133"/>
                </a:lnTo>
                <a:lnTo>
                  <a:pt x="1806578" y="358845"/>
                </a:lnTo>
                <a:lnTo>
                  <a:pt x="1813846" y="339557"/>
                </a:lnTo>
                <a:lnTo>
                  <a:pt x="1821113" y="320269"/>
                </a:lnTo>
                <a:lnTo>
                  <a:pt x="1828381" y="300980"/>
                </a:lnTo>
                <a:lnTo>
                  <a:pt x="1835639" y="281692"/>
                </a:lnTo>
                <a:lnTo>
                  <a:pt x="1842907" y="262414"/>
                </a:lnTo>
                <a:lnTo>
                  <a:pt x="1850174" y="243126"/>
                </a:lnTo>
                <a:lnTo>
                  <a:pt x="1857442" y="223838"/>
                </a:lnTo>
                <a:lnTo>
                  <a:pt x="1864709" y="204549"/>
                </a:lnTo>
                <a:lnTo>
                  <a:pt x="1871977" y="185261"/>
                </a:lnTo>
                <a:lnTo>
                  <a:pt x="1879235" y="165973"/>
                </a:lnTo>
                <a:lnTo>
                  <a:pt x="1886502" y="146685"/>
                </a:lnTo>
                <a:lnTo>
                  <a:pt x="1893770" y="127397"/>
                </a:lnTo>
                <a:lnTo>
                  <a:pt x="1901038" y="108109"/>
                </a:lnTo>
                <a:lnTo>
                  <a:pt x="1908305" y="88821"/>
                </a:lnTo>
                <a:lnTo>
                  <a:pt x="1915573" y="69542"/>
                </a:lnTo>
                <a:lnTo>
                  <a:pt x="1922831" y="50254"/>
                </a:lnTo>
                <a:lnTo>
                  <a:pt x="1930098" y="30966"/>
                </a:lnTo>
                <a:lnTo>
                  <a:pt x="1937366" y="11678"/>
                </a:lnTo>
                <a:lnTo>
                  <a:pt x="1938547" y="7268"/>
                </a:lnTo>
                <a:lnTo>
                  <a:pt x="1921097" y="17945"/>
                </a:lnTo>
                <a:lnTo>
                  <a:pt x="1901600" y="24575"/>
                </a:lnTo>
                <a:lnTo>
                  <a:pt x="1881616" y="29632"/>
                </a:lnTo>
                <a:lnTo>
                  <a:pt x="1861433" y="33795"/>
                </a:lnTo>
                <a:lnTo>
                  <a:pt x="1841135" y="37367"/>
                </a:lnTo>
                <a:lnTo>
                  <a:pt x="1820770" y="40519"/>
                </a:lnTo>
                <a:lnTo>
                  <a:pt x="1800349" y="43339"/>
                </a:lnTo>
                <a:lnTo>
                  <a:pt x="1779899" y="45891"/>
                </a:lnTo>
                <a:lnTo>
                  <a:pt x="1759420" y="48225"/>
                </a:lnTo>
                <a:lnTo>
                  <a:pt x="1738922" y="50378"/>
                </a:lnTo>
                <a:lnTo>
                  <a:pt x="1718415" y="52378"/>
                </a:lnTo>
                <a:lnTo>
                  <a:pt x="1697888" y="54226"/>
                </a:lnTo>
                <a:lnTo>
                  <a:pt x="1677343" y="55950"/>
                </a:lnTo>
                <a:lnTo>
                  <a:pt x="1656798" y="57569"/>
                </a:lnTo>
                <a:lnTo>
                  <a:pt x="1636243" y="59084"/>
                </a:lnTo>
                <a:lnTo>
                  <a:pt x="1615688" y="60503"/>
                </a:lnTo>
                <a:lnTo>
                  <a:pt x="1595114" y="61846"/>
                </a:lnTo>
                <a:lnTo>
                  <a:pt x="1574549" y="63113"/>
                </a:lnTo>
                <a:lnTo>
                  <a:pt x="1553966" y="64303"/>
                </a:lnTo>
                <a:lnTo>
                  <a:pt x="1533392" y="65427"/>
                </a:lnTo>
                <a:lnTo>
                  <a:pt x="1512808" y="66494"/>
                </a:lnTo>
                <a:lnTo>
                  <a:pt x="1492225" y="67494"/>
                </a:lnTo>
                <a:lnTo>
                  <a:pt x="1471632" y="68437"/>
                </a:lnTo>
                <a:lnTo>
                  <a:pt x="1451039" y="69323"/>
                </a:lnTo>
                <a:lnTo>
                  <a:pt x="1430445" y="70161"/>
                </a:lnTo>
                <a:lnTo>
                  <a:pt x="1409852" y="70952"/>
                </a:lnTo>
                <a:lnTo>
                  <a:pt x="1389259" y="71695"/>
                </a:lnTo>
                <a:lnTo>
                  <a:pt x="1368657" y="72400"/>
                </a:lnTo>
                <a:lnTo>
                  <a:pt x="1348054" y="73057"/>
                </a:lnTo>
                <a:lnTo>
                  <a:pt x="1327452" y="73666"/>
                </a:lnTo>
                <a:lnTo>
                  <a:pt x="1306849" y="74238"/>
                </a:lnTo>
                <a:lnTo>
                  <a:pt x="1286246" y="74771"/>
                </a:lnTo>
                <a:lnTo>
                  <a:pt x="1265644" y="75267"/>
                </a:lnTo>
                <a:lnTo>
                  <a:pt x="1245041" y="75724"/>
                </a:lnTo>
                <a:lnTo>
                  <a:pt x="1224429" y="76143"/>
                </a:lnTo>
                <a:lnTo>
                  <a:pt x="1203827" y="76533"/>
                </a:lnTo>
                <a:lnTo>
                  <a:pt x="1183215" y="76886"/>
                </a:lnTo>
                <a:lnTo>
                  <a:pt x="1162612" y="77200"/>
                </a:lnTo>
                <a:lnTo>
                  <a:pt x="1142000" y="77486"/>
                </a:lnTo>
                <a:lnTo>
                  <a:pt x="1121388" y="77734"/>
                </a:lnTo>
                <a:lnTo>
                  <a:pt x="1100785" y="77953"/>
                </a:lnTo>
                <a:lnTo>
                  <a:pt x="1080173" y="78134"/>
                </a:lnTo>
                <a:lnTo>
                  <a:pt x="1059561" y="78286"/>
                </a:lnTo>
                <a:lnTo>
                  <a:pt x="1038949" y="78410"/>
                </a:lnTo>
                <a:lnTo>
                  <a:pt x="1018346" y="78496"/>
                </a:lnTo>
                <a:lnTo>
                  <a:pt x="997734" y="78553"/>
                </a:lnTo>
                <a:lnTo>
                  <a:pt x="977122" y="78572"/>
                </a:lnTo>
                <a:lnTo>
                  <a:pt x="956510" y="78572"/>
                </a:lnTo>
                <a:lnTo>
                  <a:pt x="935898" y="78534"/>
                </a:lnTo>
                <a:lnTo>
                  <a:pt x="915295" y="78457"/>
                </a:lnTo>
                <a:lnTo>
                  <a:pt x="894683" y="78362"/>
                </a:lnTo>
                <a:lnTo>
                  <a:pt x="874071" y="78229"/>
                </a:lnTo>
                <a:lnTo>
                  <a:pt x="853459" y="78067"/>
                </a:lnTo>
                <a:lnTo>
                  <a:pt x="832847" y="77867"/>
                </a:lnTo>
                <a:lnTo>
                  <a:pt x="812244" y="77638"/>
                </a:lnTo>
                <a:lnTo>
                  <a:pt x="791632" y="77381"/>
                </a:lnTo>
                <a:lnTo>
                  <a:pt x="771020" y="77076"/>
                </a:lnTo>
                <a:lnTo>
                  <a:pt x="750418" y="76752"/>
                </a:lnTo>
                <a:lnTo>
                  <a:pt x="729806" y="76381"/>
                </a:lnTo>
                <a:lnTo>
                  <a:pt x="709203" y="75981"/>
                </a:lnTo>
                <a:lnTo>
                  <a:pt x="688600" y="75543"/>
                </a:lnTo>
                <a:lnTo>
                  <a:pt x="667988" y="75076"/>
                </a:lnTo>
                <a:lnTo>
                  <a:pt x="647386" y="74562"/>
                </a:lnTo>
                <a:lnTo>
                  <a:pt x="626783" y="74019"/>
                </a:lnTo>
                <a:lnTo>
                  <a:pt x="606181" y="73428"/>
                </a:lnTo>
                <a:lnTo>
                  <a:pt x="585578" y="72800"/>
                </a:lnTo>
                <a:lnTo>
                  <a:pt x="564985" y="72123"/>
                </a:lnTo>
                <a:lnTo>
                  <a:pt x="544382" y="71409"/>
                </a:lnTo>
                <a:lnTo>
                  <a:pt x="523789" y="70647"/>
                </a:lnTo>
                <a:lnTo>
                  <a:pt x="503196" y="69837"/>
                </a:lnTo>
                <a:lnTo>
                  <a:pt x="482603" y="68980"/>
                </a:lnTo>
                <a:lnTo>
                  <a:pt x="462010" y="68066"/>
                </a:lnTo>
                <a:lnTo>
                  <a:pt x="441417" y="67094"/>
                </a:lnTo>
                <a:lnTo>
                  <a:pt x="420834" y="66075"/>
                </a:lnTo>
                <a:lnTo>
                  <a:pt x="400250" y="64989"/>
                </a:lnTo>
                <a:lnTo>
                  <a:pt x="379676" y="63837"/>
                </a:lnTo>
                <a:lnTo>
                  <a:pt x="359102" y="62627"/>
                </a:lnTo>
                <a:lnTo>
                  <a:pt x="338528" y="61331"/>
                </a:lnTo>
                <a:lnTo>
                  <a:pt x="317964" y="59960"/>
                </a:lnTo>
                <a:lnTo>
                  <a:pt x="297409" y="58493"/>
                </a:lnTo>
                <a:lnTo>
                  <a:pt x="276854" y="56940"/>
                </a:lnTo>
                <a:lnTo>
                  <a:pt x="256318" y="55283"/>
                </a:lnTo>
                <a:lnTo>
                  <a:pt x="235782" y="53511"/>
                </a:lnTo>
                <a:lnTo>
                  <a:pt x="215255" y="51606"/>
                </a:lnTo>
                <a:lnTo>
                  <a:pt x="194748" y="49549"/>
                </a:lnTo>
                <a:lnTo>
                  <a:pt x="174260" y="47330"/>
                </a:lnTo>
                <a:lnTo>
                  <a:pt x="153791" y="44910"/>
                </a:lnTo>
                <a:lnTo>
                  <a:pt x="133350" y="42262"/>
                </a:lnTo>
                <a:lnTo>
                  <a:pt x="112957" y="39319"/>
                </a:lnTo>
                <a:lnTo>
                  <a:pt x="92612" y="36014"/>
                </a:lnTo>
                <a:lnTo>
                  <a:pt x="72352" y="32233"/>
                </a:lnTo>
                <a:lnTo>
                  <a:pt x="52226" y="27765"/>
                </a:lnTo>
                <a:lnTo>
                  <a:pt x="32385" y="22212"/>
                </a:lnTo>
                <a:lnTo>
                  <a:pt x="13287" y="14526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38" name="funnel-step-cap-2">
            <a:extLst xmlns:a="http://schemas.openxmlformats.org/drawingml/2006/main">
              <a:ext uri="{FF2B5EF4-FFF2-40B4-BE49-F238E27FC236}">
                <a16:creationId xmlns:a16="http://schemas.microsoft.com/office/drawing/2014/main" id="{A5E0A7E8-F04B-4216-BCB6-1D1E7254F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648751" y="4210050"/>
            <a:ext cx="1941747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7EAC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39" name="funnel-step-body-3">
            <a:extLst xmlns:a="http://schemas.openxmlformats.org/drawingml/2006/main">
              <a:ext uri="{FF2B5EF4-FFF2-40B4-BE49-F238E27FC236}">
                <a16:creationId xmlns:a16="http://schemas.microsoft.com/office/drawing/2014/main" id="{D2D4333D-3AFE-4EF3-9407-F02E3BE5D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23252" y="5243513"/>
            <a:ext cx="1390888" cy="807234"/>
          </a:xfrm>
          <a:custGeom xmlns:a="http://schemas.openxmlformats.org/drawingml/2006/main">
            <a:pathLst>
              <a:path w="1390888" h="807234">
                <a:moveTo>
                  <a:pt x="0" y="0"/>
                </a:moveTo>
                <a:lnTo>
                  <a:pt x="6363" y="17955"/>
                </a:lnTo>
                <a:lnTo>
                  <a:pt x="12725" y="35909"/>
                </a:lnTo>
                <a:lnTo>
                  <a:pt x="19088" y="53864"/>
                </a:lnTo>
                <a:lnTo>
                  <a:pt x="25451" y="71819"/>
                </a:lnTo>
                <a:lnTo>
                  <a:pt x="31814" y="89773"/>
                </a:lnTo>
                <a:lnTo>
                  <a:pt x="38176" y="107728"/>
                </a:lnTo>
                <a:lnTo>
                  <a:pt x="44539" y="125682"/>
                </a:lnTo>
                <a:lnTo>
                  <a:pt x="50902" y="143637"/>
                </a:lnTo>
                <a:lnTo>
                  <a:pt x="57264" y="161592"/>
                </a:lnTo>
                <a:lnTo>
                  <a:pt x="63627" y="179546"/>
                </a:lnTo>
                <a:lnTo>
                  <a:pt x="69990" y="197501"/>
                </a:lnTo>
                <a:lnTo>
                  <a:pt x="76352" y="215456"/>
                </a:lnTo>
                <a:lnTo>
                  <a:pt x="82715" y="233410"/>
                </a:lnTo>
                <a:lnTo>
                  <a:pt x="89078" y="251365"/>
                </a:lnTo>
                <a:lnTo>
                  <a:pt x="95441" y="269319"/>
                </a:lnTo>
                <a:lnTo>
                  <a:pt x="101803" y="287274"/>
                </a:lnTo>
                <a:lnTo>
                  <a:pt x="108166" y="305229"/>
                </a:lnTo>
                <a:lnTo>
                  <a:pt x="114529" y="323183"/>
                </a:lnTo>
                <a:lnTo>
                  <a:pt x="120891" y="341138"/>
                </a:lnTo>
                <a:lnTo>
                  <a:pt x="127254" y="359093"/>
                </a:lnTo>
                <a:lnTo>
                  <a:pt x="133617" y="377047"/>
                </a:lnTo>
                <a:lnTo>
                  <a:pt x="139979" y="395002"/>
                </a:lnTo>
                <a:lnTo>
                  <a:pt x="146342" y="412956"/>
                </a:lnTo>
                <a:lnTo>
                  <a:pt x="152705" y="430911"/>
                </a:lnTo>
                <a:lnTo>
                  <a:pt x="159068" y="448866"/>
                </a:lnTo>
                <a:lnTo>
                  <a:pt x="165430" y="466820"/>
                </a:lnTo>
                <a:lnTo>
                  <a:pt x="171793" y="484775"/>
                </a:lnTo>
                <a:lnTo>
                  <a:pt x="178156" y="502730"/>
                </a:lnTo>
                <a:lnTo>
                  <a:pt x="184518" y="520684"/>
                </a:lnTo>
                <a:lnTo>
                  <a:pt x="190881" y="538639"/>
                </a:lnTo>
                <a:lnTo>
                  <a:pt x="197244" y="556593"/>
                </a:lnTo>
                <a:lnTo>
                  <a:pt x="203606" y="574548"/>
                </a:lnTo>
                <a:lnTo>
                  <a:pt x="209969" y="592503"/>
                </a:lnTo>
                <a:lnTo>
                  <a:pt x="216332" y="610457"/>
                </a:lnTo>
                <a:lnTo>
                  <a:pt x="222695" y="628412"/>
                </a:lnTo>
                <a:lnTo>
                  <a:pt x="229057" y="646367"/>
                </a:lnTo>
                <a:lnTo>
                  <a:pt x="235420" y="664321"/>
                </a:lnTo>
                <a:lnTo>
                  <a:pt x="241783" y="682276"/>
                </a:lnTo>
                <a:lnTo>
                  <a:pt x="248145" y="700230"/>
                </a:lnTo>
                <a:lnTo>
                  <a:pt x="254508" y="718185"/>
                </a:lnTo>
                <a:lnTo>
                  <a:pt x="259861" y="736368"/>
                </a:lnTo>
                <a:lnTo>
                  <a:pt x="272310" y="750494"/>
                </a:lnTo>
                <a:lnTo>
                  <a:pt x="288808" y="759952"/>
                </a:lnTo>
                <a:lnTo>
                  <a:pt x="306476" y="767048"/>
                </a:lnTo>
                <a:lnTo>
                  <a:pt x="324650" y="772744"/>
                </a:lnTo>
                <a:lnTo>
                  <a:pt x="343091" y="777507"/>
                </a:lnTo>
                <a:lnTo>
                  <a:pt x="361693" y="781583"/>
                </a:lnTo>
                <a:lnTo>
                  <a:pt x="380409" y="785127"/>
                </a:lnTo>
                <a:lnTo>
                  <a:pt x="399202" y="788232"/>
                </a:lnTo>
                <a:lnTo>
                  <a:pt x="418052" y="790985"/>
                </a:lnTo>
                <a:lnTo>
                  <a:pt x="436950" y="793423"/>
                </a:lnTo>
                <a:lnTo>
                  <a:pt x="455867" y="795595"/>
                </a:lnTo>
                <a:lnTo>
                  <a:pt x="474821" y="797528"/>
                </a:lnTo>
                <a:lnTo>
                  <a:pt x="493795" y="799243"/>
                </a:lnTo>
                <a:lnTo>
                  <a:pt x="512778" y="800757"/>
                </a:lnTo>
                <a:lnTo>
                  <a:pt x="531781" y="802091"/>
                </a:lnTo>
                <a:lnTo>
                  <a:pt x="550793" y="803253"/>
                </a:lnTo>
                <a:lnTo>
                  <a:pt x="569814" y="804253"/>
                </a:lnTo>
                <a:lnTo>
                  <a:pt x="588845" y="805101"/>
                </a:lnTo>
                <a:lnTo>
                  <a:pt x="607886" y="805796"/>
                </a:lnTo>
                <a:lnTo>
                  <a:pt x="626926" y="806358"/>
                </a:lnTo>
                <a:lnTo>
                  <a:pt x="645966" y="806777"/>
                </a:lnTo>
                <a:lnTo>
                  <a:pt x="665016" y="807063"/>
                </a:lnTo>
                <a:lnTo>
                  <a:pt x="684066" y="807215"/>
                </a:lnTo>
                <a:lnTo>
                  <a:pt x="703107" y="807234"/>
                </a:lnTo>
                <a:lnTo>
                  <a:pt x="722157" y="807120"/>
                </a:lnTo>
                <a:lnTo>
                  <a:pt x="741207" y="806872"/>
                </a:lnTo>
                <a:lnTo>
                  <a:pt x="760247" y="806491"/>
                </a:lnTo>
                <a:lnTo>
                  <a:pt x="779288" y="805977"/>
                </a:lnTo>
                <a:lnTo>
                  <a:pt x="798328" y="805320"/>
                </a:lnTo>
                <a:lnTo>
                  <a:pt x="817359" y="804520"/>
                </a:lnTo>
                <a:lnTo>
                  <a:pt x="836390" y="803558"/>
                </a:lnTo>
                <a:lnTo>
                  <a:pt x="855402" y="802443"/>
                </a:lnTo>
                <a:lnTo>
                  <a:pt x="874405" y="801167"/>
                </a:lnTo>
                <a:lnTo>
                  <a:pt x="893397" y="799700"/>
                </a:lnTo>
                <a:lnTo>
                  <a:pt x="912381" y="798052"/>
                </a:lnTo>
                <a:lnTo>
                  <a:pt x="931335" y="796185"/>
                </a:lnTo>
                <a:lnTo>
                  <a:pt x="950262" y="794090"/>
                </a:lnTo>
                <a:lnTo>
                  <a:pt x="969169" y="791728"/>
                </a:lnTo>
                <a:lnTo>
                  <a:pt x="988028" y="789070"/>
                </a:lnTo>
                <a:lnTo>
                  <a:pt x="1006840" y="786079"/>
                </a:lnTo>
                <a:lnTo>
                  <a:pt x="1025585" y="782669"/>
                </a:lnTo>
                <a:lnTo>
                  <a:pt x="1044226" y="778764"/>
                </a:lnTo>
                <a:lnTo>
                  <a:pt x="1062723" y="774230"/>
                </a:lnTo>
                <a:lnTo>
                  <a:pt x="1080992" y="768829"/>
                </a:lnTo>
                <a:lnTo>
                  <a:pt x="1098852" y="762219"/>
                </a:lnTo>
                <a:lnTo>
                  <a:pt x="1115816" y="753608"/>
                </a:lnTo>
                <a:lnTo>
                  <a:pt x="1130103" y="741188"/>
                </a:lnTo>
                <a:lnTo>
                  <a:pt x="1136371" y="723433"/>
                </a:lnTo>
                <a:lnTo>
                  <a:pt x="1142733" y="705479"/>
                </a:lnTo>
                <a:lnTo>
                  <a:pt x="1149096" y="687524"/>
                </a:lnTo>
                <a:lnTo>
                  <a:pt x="1155459" y="669569"/>
                </a:lnTo>
                <a:lnTo>
                  <a:pt x="1161821" y="651615"/>
                </a:lnTo>
                <a:lnTo>
                  <a:pt x="1168184" y="633660"/>
                </a:lnTo>
                <a:lnTo>
                  <a:pt x="1174547" y="615706"/>
                </a:lnTo>
                <a:lnTo>
                  <a:pt x="1180910" y="597751"/>
                </a:lnTo>
                <a:lnTo>
                  <a:pt x="1187272" y="579796"/>
                </a:lnTo>
                <a:lnTo>
                  <a:pt x="1193635" y="561842"/>
                </a:lnTo>
                <a:lnTo>
                  <a:pt x="1199998" y="543887"/>
                </a:lnTo>
                <a:lnTo>
                  <a:pt x="1206360" y="525932"/>
                </a:lnTo>
                <a:lnTo>
                  <a:pt x="1212723" y="507978"/>
                </a:lnTo>
                <a:lnTo>
                  <a:pt x="1219086" y="490023"/>
                </a:lnTo>
                <a:lnTo>
                  <a:pt x="1225448" y="472069"/>
                </a:lnTo>
                <a:lnTo>
                  <a:pt x="1231811" y="454114"/>
                </a:lnTo>
                <a:lnTo>
                  <a:pt x="1238174" y="436159"/>
                </a:lnTo>
                <a:lnTo>
                  <a:pt x="1244537" y="418205"/>
                </a:lnTo>
                <a:lnTo>
                  <a:pt x="1250899" y="400250"/>
                </a:lnTo>
                <a:lnTo>
                  <a:pt x="1257262" y="382295"/>
                </a:lnTo>
                <a:lnTo>
                  <a:pt x="1263625" y="364341"/>
                </a:lnTo>
                <a:lnTo>
                  <a:pt x="1269987" y="346386"/>
                </a:lnTo>
                <a:lnTo>
                  <a:pt x="1276350" y="328432"/>
                </a:lnTo>
                <a:lnTo>
                  <a:pt x="1282713" y="310477"/>
                </a:lnTo>
                <a:lnTo>
                  <a:pt x="1289085" y="292522"/>
                </a:lnTo>
                <a:lnTo>
                  <a:pt x="1295448" y="274568"/>
                </a:lnTo>
                <a:lnTo>
                  <a:pt x="1301810" y="256613"/>
                </a:lnTo>
                <a:lnTo>
                  <a:pt x="1308173" y="238658"/>
                </a:lnTo>
                <a:lnTo>
                  <a:pt x="1314536" y="220704"/>
                </a:lnTo>
                <a:lnTo>
                  <a:pt x="1320898" y="202749"/>
                </a:lnTo>
                <a:lnTo>
                  <a:pt x="1327261" y="184795"/>
                </a:lnTo>
                <a:lnTo>
                  <a:pt x="1333624" y="166840"/>
                </a:lnTo>
                <a:lnTo>
                  <a:pt x="1339987" y="148885"/>
                </a:lnTo>
                <a:lnTo>
                  <a:pt x="1346349" y="130931"/>
                </a:lnTo>
                <a:lnTo>
                  <a:pt x="1352712" y="112976"/>
                </a:lnTo>
                <a:lnTo>
                  <a:pt x="1359075" y="95021"/>
                </a:lnTo>
                <a:lnTo>
                  <a:pt x="1365437" y="77067"/>
                </a:lnTo>
                <a:lnTo>
                  <a:pt x="1371800" y="59112"/>
                </a:lnTo>
                <a:lnTo>
                  <a:pt x="1378163" y="41158"/>
                </a:lnTo>
                <a:lnTo>
                  <a:pt x="1384525" y="23203"/>
                </a:lnTo>
                <a:lnTo>
                  <a:pt x="1390888" y="5248"/>
                </a:lnTo>
                <a:lnTo>
                  <a:pt x="1386716" y="11630"/>
                </a:lnTo>
                <a:lnTo>
                  <a:pt x="1370648" y="21698"/>
                </a:lnTo>
                <a:lnTo>
                  <a:pt x="1352893" y="28575"/>
                </a:lnTo>
                <a:lnTo>
                  <a:pt x="1334614" y="33928"/>
                </a:lnTo>
                <a:lnTo>
                  <a:pt x="1316088" y="38376"/>
                </a:lnTo>
                <a:lnTo>
                  <a:pt x="1297429" y="42196"/>
                </a:lnTo>
                <a:lnTo>
                  <a:pt x="1278684" y="45558"/>
                </a:lnTo>
                <a:lnTo>
                  <a:pt x="1259872" y="48549"/>
                </a:lnTo>
                <a:lnTo>
                  <a:pt x="1241012" y="51245"/>
                </a:lnTo>
                <a:lnTo>
                  <a:pt x="1222124" y="53702"/>
                </a:lnTo>
                <a:lnTo>
                  <a:pt x="1203208" y="55940"/>
                </a:lnTo>
                <a:lnTo>
                  <a:pt x="1184272" y="57998"/>
                </a:lnTo>
                <a:lnTo>
                  <a:pt x="1165317" y="59893"/>
                </a:lnTo>
                <a:lnTo>
                  <a:pt x="1146353" y="61646"/>
                </a:lnTo>
                <a:lnTo>
                  <a:pt x="1127369" y="63275"/>
                </a:lnTo>
                <a:lnTo>
                  <a:pt x="1108377" y="64789"/>
                </a:lnTo>
                <a:lnTo>
                  <a:pt x="1089384" y="66180"/>
                </a:lnTo>
                <a:lnTo>
                  <a:pt x="1070381" y="67485"/>
                </a:lnTo>
                <a:lnTo>
                  <a:pt x="1051370" y="68685"/>
                </a:lnTo>
                <a:lnTo>
                  <a:pt x="1032358" y="69809"/>
                </a:lnTo>
                <a:lnTo>
                  <a:pt x="1013336" y="70847"/>
                </a:lnTo>
                <a:lnTo>
                  <a:pt x="994305" y="71799"/>
                </a:lnTo>
                <a:lnTo>
                  <a:pt x="975284" y="72685"/>
                </a:lnTo>
                <a:lnTo>
                  <a:pt x="956253" y="73495"/>
                </a:lnTo>
                <a:lnTo>
                  <a:pt x="937212" y="74247"/>
                </a:lnTo>
                <a:lnTo>
                  <a:pt x="918181" y="74924"/>
                </a:lnTo>
                <a:lnTo>
                  <a:pt x="899141" y="75533"/>
                </a:lnTo>
                <a:lnTo>
                  <a:pt x="880100" y="76095"/>
                </a:lnTo>
                <a:lnTo>
                  <a:pt x="861060" y="76591"/>
                </a:lnTo>
                <a:lnTo>
                  <a:pt x="842010" y="77029"/>
                </a:lnTo>
                <a:lnTo>
                  <a:pt x="822970" y="77410"/>
                </a:lnTo>
                <a:lnTo>
                  <a:pt x="803920" y="77734"/>
                </a:lnTo>
                <a:lnTo>
                  <a:pt x="784879" y="78010"/>
                </a:lnTo>
                <a:lnTo>
                  <a:pt x="765829" y="78229"/>
                </a:lnTo>
                <a:lnTo>
                  <a:pt x="746779" y="78400"/>
                </a:lnTo>
                <a:lnTo>
                  <a:pt x="727729" y="78505"/>
                </a:lnTo>
                <a:lnTo>
                  <a:pt x="708679" y="78562"/>
                </a:lnTo>
                <a:lnTo>
                  <a:pt x="689639" y="78572"/>
                </a:lnTo>
                <a:lnTo>
                  <a:pt x="670589" y="78524"/>
                </a:lnTo>
                <a:lnTo>
                  <a:pt x="651539" y="78429"/>
                </a:lnTo>
                <a:lnTo>
                  <a:pt x="632489" y="78286"/>
                </a:lnTo>
                <a:lnTo>
                  <a:pt x="613439" y="78086"/>
                </a:lnTo>
                <a:lnTo>
                  <a:pt x="594398" y="77819"/>
                </a:lnTo>
                <a:lnTo>
                  <a:pt x="575348" y="77514"/>
                </a:lnTo>
                <a:lnTo>
                  <a:pt x="556308" y="77143"/>
                </a:lnTo>
                <a:lnTo>
                  <a:pt x="537258" y="76724"/>
                </a:lnTo>
                <a:lnTo>
                  <a:pt x="518217" y="76248"/>
                </a:lnTo>
                <a:lnTo>
                  <a:pt x="499177" y="75705"/>
                </a:lnTo>
                <a:lnTo>
                  <a:pt x="480136" y="75105"/>
                </a:lnTo>
                <a:lnTo>
                  <a:pt x="461096" y="74447"/>
                </a:lnTo>
                <a:lnTo>
                  <a:pt x="442065" y="73724"/>
                </a:lnTo>
                <a:lnTo>
                  <a:pt x="423034" y="72933"/>
                </a:lnTo>
                <a:lnTo>
                  <a:pt x="404003" y="72066"/>
                </a:lnTo>
                <a:lnTo>
                  <a:pt x="384981" y="71133"/>
                </a:lnTo>
                <a:lnTo>
                  <a:pt x="365960" y="70123"/>
                </a:lnTo>
                <a:lnTo>
                  <a:pt x="346939" y="69028"/>
                </a:lnTo>
                <a:lnTo>
                  <a:pt x="327927" y="67847"/>
                </a:lnTo>
                <a:lnTo>
                  <a:pt x="308924" y="66580"/>
                </a:lnTo>
                <a:lnTo>
                  <a:pt x="289922" y="65199"/>
                </a:lnTo>
                <a:lnTo>
                  <a:pt x="270929" y="63732"/>
                </a:lnTo>
                <a:lnTo>
                  <a:pt x="251946" y="62141"/>
                </a:lnTo>
                <a:lnTo>
                  <a:pt x="232982" y="60427"/>
                </a:lnTo>
                <a:lnTo>
                  <a:pt x="214017" y="58569"/>
                </a:lnTo>
                <a:lnTo>
                  <a:pt x="195072" y="56559"/>
                </a:lnTo>
                <a:lnTo>
                  <a:pt x="176155" y="54378"/>
                </a:lnTo>
                <a:lnTo>
                  <a:pt x="157258" y="51987"/>
                </a:lnTo>
                <a:lnTo>
                  <a:pt x="138389" y="49368"/>
                </a:lnTo>
                <a:lnTo>
                  <a:pt x="119558" y="46463"/>
                </a:lnTo>
                <a:lnTo>
                  <a:pt x="100794" y="43224"/>
                </a:lnTo>
                <a:lnTo>
                  <a:pt x="82096" y="39548"/>
                </a:lnTo>
                <a:lnTo>
                  <a:pt x="63532" y="35309"/>
                </a:lnTo>
                <a:lnTo>
                  <a:pt x="45168" y="30261"/>
                </a:lnTo>
                <a:lnTo>
                  <a:pt x="27203" y="23927"/>
                </a:lnTo>
                <a:lnTo>
                  <a:pt x="10363" y="15116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40" name="funnel-step-cap-3">
            <a:extLst xmlns:a="http://schemas.openxmlformats.org/drawingml/2006/main">
              <a:ext uri="{FF2B5EF4-FFF2-40B4-BE49-F238E27FC236}">
                <a16:creationId xmlns:a16="http://schemas.microsoft.com/office/drawing/2014/main" id="{451DB1BC-2186-4122-88E6-3F23A0FDD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23271" y="5119688"/>
            <a:ext cx="1392707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7EAC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41" name="funnel-flow-arrow">
            <a:extLst xmlns:a="http://schemas.openxmlformats.org/drawingml/2006/main">
              <a:ext uri="{FF2B5EF4-FFF2-40B4-BE49-F238E27FC236}">
                <a16:creationId xmlns:a16="http://schemas.microsoft.com/office/drawing/2014/main" id="{312E9D85-4C2A-4228-BFE9-6BA0D8CA2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52850" y="2466975"/>
            <a:ext cx="1733550" cy="3631149"/>
          </a:xfrm>
          <a:custGeom xmlns:a="http://schemas.openxmlformats.org/drawingml/2006/main">
            <a:pathLst>
              <a:path w="1733550" h="3631149">
                <a:moveTo>
                  <a:pt x="0" y="0"/>
                </a:moveTo>
                <a:lnTo>
                  <a:pt x="0" y="42824"/>
                </a:lnTo>
                <a:lnTo>
                  <a:pt x="8630" y="84668"/>
                </a:lnTo>
                <a:lnTo>
                  <a:pt x="18345" y="126378"/>
                </a:lnTo>
                <a:lnTo>
                  <a:pt x="28061" y="168088"/>
                </a:lnTo>
                <a:lnTo>
                  <a:pt x="37776" y="209807"/>
                </a:lnTo>
                <a:lnTo>
                  <a:pt x="47492" y="251517"/>
                </a:lnTo>
                <a:lnTo>
                  <a:pt x="57207" y="293227"/>
                </a:lnTo>
                <a:lnTo>
                  <a:pt x="66923" y="334947"/>
                </a:lnTo>
                <a:lnTo>
                  <a:pt x="76638" y="376657"/>
                </a:lnTo>
                <a:lnTo>
                  <a:pt x="86354" y="418367"/>
                </a:lnTo>
                <a:lnTo>
                  <a:pt x="96069" y="460077"/>
                </a:lnTo>
                <a:lnTo>
                  <a:pt x="105785" y="501796"/>
                </a:lnTo>
                <a:lnTo>
                  <a:pt x="115500" y="543506"/>
                </a:lnTo>
                <a:lnTo>
                  <a:pt x="125216" y="585216"/>
                </a:lnTo>
                <a:lnTo>
                  <a:pt x="134931" y="626926"/>
                </a:lnTo>
                <a:lnTo>
                  <a:pt x="144647" y="668645"/>
                </a:lnTo>
                <a:lnTo>
                  <a:pt x="154362" y="710355"/>
                </a:lnTo>
                <a:lnTo>
                  <a:pt x="164078" y="752065"/>
                </a:lnTo>
                <a:lnTo>
                  <a:pt x="173793" y="793785"/>
                </a:lnTo>
                <a:lnTo>
                  <a:pt x="183509" y="835495"/>
                </a:lnTo>
                <a:lnTo>
                  <a:pt x="193224" y="877205"/>
                </a:lnTo>
                <a:lnTo>
                  <a:pt x="201378" y="919248"/>
                </a:lnTo>
                <a:lnTo>
                  <a:pt x="209312" y="961339"/>
                </a:lnTo>
                <a:lnTo>
                  <a:pt x="216751" y="1003516"/>
                </a:lnTo>
                <a:lnTo>
                  <a:pt x="224190" y="1045693"/>
                </a:lnTo>
                <a:lnTo>
                  <a:pt x="231629" y="1087869"/>
                </a:lnTo>
                <a:lnTo>
                  <a:pt x="239068" y="1130046"/>
                </a:lnTo>
                <a:lnTo>
                  <a:pt x="246507" y="1172223"/>
                </a:lnTo>
                <a:lnTo>
                  <a:pt x="253946" y="1214409"/>
                </a:lnTo>
                <a:lnTo>
                  <a:pt x="261385" y="1256586"/>
                </a:lnTo>
                <a:lnTo>
                  <a:pt x="268815" y="1298762"/>
                </a:lnTo>
                <a:lnTo>
                  <a:pt x="276254" y="1340939"/>
                </a:lnTo>
                <a:lnTo>
                  <a:pt x="283693" y="1383116"/>
                </a:lnTo>
                <a:lnTo>
                  <a:pt x="291132" y="1425292"/>
                </a:lnTo>
                <a:lnTo>
                  <a:pt x="298571" y="1467479"/>
                </a:lnTo>
                <a:lnTo>
                  <a:pt x="306010" y="1509655"/>
                </a:lnTo>
                <a:lnTo>
                  <a:pt x="313449" y="1551832"/>
                </a:lnTo>
                <a:lnTo>
                  <a:pt x="320888" y="1594009"/>
                </a:lnTo>
                <a:lnTo>
                  <a:pt x="328317" y="1636185"/>
                </a:lnTo>
                <a:lnTo>
                  <a:pt x="335756" y="1678362"/>
                </a:lnTo>
                <a:lnTo>
                  <a:pt x="343195" y="1720548"/>
                </a:lnTo>
                <a:lnTo>
                  <a:pt x="350634" y="1762725"/>
                </a:lnTo>
                <a:lnTo>
                  <a:pt x="357930" y="1804921"/>
                </a:lnTo>
                <a:lnTo>
                  <a:pt x="364960" y="1847174"/>
                </a:lnTo>
                <a:lnTo>
                  <a:pt x="371846" y="1889446"/>
                </a:lnTo>
                <a:lnTo>
                  <a:pt x="378619" y="1931737"/>
                </a:lnTo>
                <a:lnTo>
                  <a:pt x="385391" y="1974028"/>
                </a:lnTo>
                <a:lnTo>
                  <a:pt x="392163" y="2016319"/>
                </a:lnTo>
                <a:lnTo>
                  <a:pt x="398936" y="2058610"/>
                </a:lnTo>
                <a:lnTo>
                  <a:pt x="405698" y="2100901"/>
                </a:lnTo>
                <a:lnTo>
                  <a:pt x="412471" y="2143192"/>
                </a:lnTo>
                <a:lnTo>
                  <a:pt x="419243" y="2185483"/>
                </a:lnTo>
                <a:lnTo>
                  <a:pt x="426015" y="2227764"/>
                </a:lnTo>
                <a:lnTo>
                  <a:pt x="432787" y="2270055"/>
                </a:lnTo>
                <a:lnTo>
                  <a:pt x="439560" y="2312346"/>
                </a:lnTo>
                <a:lnTo>
                  <a:pt x="446332" y="2354637"/>
                </a:lnTo>
                <a:lnTo>
                  <a:pt x="453104" y="2396928"/>
                </a:lnTo>
                <a:lnTo>
                  <a:pt x="459877" y="2439219"/>
                </a:lnTo>
                <a:lnTo>
                  <a:pt x="466649" y="2481510"/>
                </a:lnTo>
                <a:lnTo>
                  <a:pt x="473412" y="2523801"/>
                </a:lnTo>
                <a:lnTo>
                  <a:pt x="480184" y="2566092"/>
                </a:lnTo>
                <a:lnTo>
                  <a:pt x="486956" y="2608383"/>
                </a:lnTo>
                <a:lnTo>
                  <a:pt x="493728" y="2650674"/>
                </a:lnTo>
                <a:lnTo>
                  <a:pt x="500501" y="2692965"/>
                </a:lnTo>
                <a:lnTo>
                  <a:pt x="507101" y="2735285"/>
                </a:lnTo>
                <a:lnTo>
                  <a:pt x="513655" y="2777604"/>
                </a:lnTo>
                <a:lnTo>
                  <a:pt x="520151" y="2819933"/>
                </a:lnTo>
                <a:lnTo>
                  <a:pt x="526656" y="2862272"/>
                </a:lnTo>
                <a:lnTo>
                  <a:pt x="533152" y="2904601"/>
                </a:lnTo>
                <a:lnTo>
                  <a:pt x="539648" y="2946940"/>
                </a:lnTo>
                <a:lnTo>
                  <a:pt x="503596" y="2952750"/>
                </a:lnTo>
                <a:lnTo>
                  <a:pt x="460762" y="2952750"/>
                </a:lnTo>
                <a:lnTo>
                  <a:pt x="417938" y="2952750"/>
                </a:lnTo>
                <a:lnTo>
                  <a:pt x="375104" y="2952750"/>
                </a:lnTo>
                <a:lnTo>
                  <a:pt x="332280" y="2952750"/>
                </a:lnTo>
                <a:lnTo>
                  <a:pt x="289446" y="2952750"/>
                </a:lnTo>
                <a:lnTo>
                  <a:pt x="246621" y="2952750"/>
                </a:lnTo>
                <a:lnTo>
                  <a:pt x="225571" y="2962113"/>
                </a:lnTo>
                <a:lnTo>
                  <a:pt x="255032" y="2993193"/>
                </a:lnTo>
                <a:lnTo>
                  <a:pt x="284502" y="3024283"/>
                </a:lnTo>
                <a:lnTo>
                  <a:pt x="313963" y="3055363"/>
                </a:lnTo>
                <a:lnTo>
                  <a:pt x="343424" y="3086443"/>
                </a:lnTo>
                <a:lnTo>
                  <a:pt x="372894" y="3117533"/>
                </a:lnTo>
                <a:lnTo>
                  <a:pt x="402355" y="3148613"/>
                </a:lnTo>
                <a:lnTo>
                  <a:pt x="431825" y="3179702"/>
                </a:lnTo>
                <a:lnTo>
                  <a:pt x="461286" y="3210782"/>
                </a:lnTo>
                <a:lnTo>
                  <a:pt x="490747" y="3241862"/>
                </a:lnTo>
                <a:lnTo>
                  <a:pt x="520217" y="3272952"/>
                </a:lnTo>
                <a:lnTo>
                  <a:pt x="549678" y="3304032"/>
                </a:lnTo>
                <a:lnTo>
                  <a:pt x="579139" y="3335112"/>
                </a:lnTo>
                <a:lnTo>
                  <a:pt x="608609" y="3366202"/>
                </a:lnTo>
                <a:lnTo>
                  <a:pt x="638070" y="3397282"/>
                </a:lnTo>
                <a:lnTo>
                  <a:pt x="667541" y="3428362"/>
                </a:lnTo>
                <a:lnTo>
                  <a:pt x="697001" y="3459451"/>
                </a:lnTo>
                <a:lnTo>
                  <a:pt x="726462" y="3490532"/>
                </a:lnTo>
                <a:lnTo>
                  <a:pt x="755933" y="3521612"/>
                </a:lnTo>
                <a:lnTo>
                  <a:pt x="785393" y="3552701"/>
                </a:lnTo>
                <a:lnTo>
                  <a:pt x="814854" y="3583781"/>
                </a:lnTo>
                <a:lnTo>
                  <a:pt x="844325" y="3614861"/>
                </a:lnTo>
                <a:lnTo>
                  <a:pt x="873785" y="3631149"/>
                </a:lnTo>
                <a:lnTo>
                  <a:pt x="903256" y="3600069"/>
                </a:lnTo>
                <a:lnTo>
                  <a:pt x="932717" y="3568989"/>
                </a:lnTo>
                <a:lnTo>
                  <a:pt x="962177" y="3537899"/>
                </a:lnTo>
                <a:lnTo>
                  <a:pt x="991648" y="3506819"/>
                </a:lnTo>
                <a:lnTo>
                  <a:pt x="1021109" y="3475739"/>
                </a:lnTo>
                <a:lnTo>
                  <a:pt x="1050579" y="3444650"/>
                </a:lnTo>
                <a:lnTo>
                  <a:pt x="1080040" y="3413570"/>
                </a:lnTo>
                <a:lnTo>
                  <a:pt x="1109501" y="3382480"/>
                </a:lnTo>
                <a:lnTo>
                  <a:pt x="1138971" y="3351400"/>
                </a:lnTo>
                <a:lnTo>
                  <a:pt x="1168432" y="3320320"/>
                </a:lnTo>
                <a:lnTo>
                  <a:pt x="1197893" y="3289230"/>
                </a:lnTo>
                <a:lnTo>
                  <a:pt x="1227363" y="3258150"/>
                </a:lnTo>
                <a:lnTo>
                  <a:pt x="1256824" y="3227070"/>
                </a:lnTo>
                <a:lnTo>
                  <a:pt x="1286294" y="3195980"/>
                </a:lnTo>
                <a:lnTo>
                  <a:pt x="1315755" y="3164900"/>
                </a:lnTo>
                <a:lnTo>
                  <a:pt x="1345216" y="3133820"/>
                </a:lnTo>
                <a:lnTo>
                  <a:pt x="1374686" y="3102731"/>
                </a:lnTo>
                <a:lnTo>
                  <a:pt x="1404147" y="3071651"/>
                </a:lnTo>
                <a:lnTo>
                  <a:pt x="1433608" y="3040571"/>
                </a:lnTo>
                <a:lnTo>
                  <a:pt x="1463078" y="3009481"/>
                </a:lnTo>
                <a:lnTo>
                  <a:pt x="1492539" y="2978401"/>
                </a:lnTo>
                <a:lnTo>
                  <a:pt x="1509370" y="2952750"/>
                </a:lnTo>
                <a:lnTo>
                  <a:pt x="1466545" y="2952750"/>
                </a:lnTo>
                <a:lnTo>
                  <a:pt x="1423711" y="2952750"/>
                </a:lnTo>
                <a:lnTo>
                  <a:pt x="1380887" y="2952750"/>
                </a:lnTo>
                <a:lnTo>
                  <a:pt x="1338053" y="2952750"/>
                </a:lnTo>
                <a:lnTo>
                  <a:pt x="1295229" y="2952750"/>
                </a:lnTo>
                <a:lnTo>
                  <a:pt x="1252395" y="2952750"/>
                </a:lnTo>
                <a:lnTo>
                  <a:pt x="1209570" y="2952750"/>
                </a:lnTo>
                <a:lnTo>
                  <a:pt x="1196988" y="2926785"/>
                </a:lnTo>
                <a:lnTo>
                  <a:pt x="1203493" y="2884456"/>
                </a:lnTo>
                <a:lnTo>
                  <a:pt x="1209989" y="2842117"/>
                </a:lnTo>
                <a:lnTo>
                  <a:pt x="1216485" y="2799788"/>
                </a:lnTo>
                <a:lnTo>
                  <a:pt x="1223010" y="2757459"/>
                </a:lnTo>
                <a:lnTo>
                  <a:pt x="1229573" y="2715130"/>
                </a:lnTo>
                <a:lnTo>
                  <a:pt x="1236269" y="2672829"/>
                </a:lnTo>
                <a:lnTo>
                  <a:pt x="1243041" y="2630538"/>
                </a:lnTo>
                <a:lnTo>
                  <a:pt x="1249813" y="2588247"/>
                </a:lnTo>
                <a:lnTo>
                  <a:pt x="1256586" y="2545956"/>
                </a:lnTo>
                <a:lnTo>
                  <a:pt x="1263358" y="2503675"/>
                </a:lnTo>
                <a:lnTo>
                  <a:pt x="1270130" y="2461384"/>
                </a:lnTo>
                <a:lnTo>
                  <a:pt x="1276902" y="2419093"/>
                </a:lnTo>
                <a:lnTo>
                  <a:pt x="1283675" y="2376802"/>
                </a:lnTo>
                <a:lnTo>
                  <a:pt x="1290447" y="2334511"/>
                </a:lnTo>
                <a:lnTo>
                  <a:pt x="1297210" y="2292220"/>
                </a:lnTo>
                <a:lnTo>
                  <a:pt x="1303982" y="2249929"/>
                </a:lnTo>
                <a:lnTo>
                  <a:pt x="1310754" y="2207638"/>
                </a:lnTo>
                <a:lnTo>
                  <a:pt x="1317527" y="2165347"/>
                </a:lnTo>
                <a:lnTo>
                  <a:pt x="1324299" y="2123056"/>
                </a:lnTo>
                <a:lnTo>
                  <a:pt x="1331071" y="2080765"/>
                </a:lnTo>
                <a:lnTo>
                  <a:pt x="1337843" y="2038474"/>
                </a:lnTo>
                <a:lnTo>
                  <a:pt x="1344616" y="1996183"/>
                </a:lnTo>
                <a:lnTo>
                  <a:pt x="1351388" y="1953892"/>
                </a:lnTo>
                <a:lnTo>
                  <a:pt x="1358160" y="1911601"/>
                </a:lnTo>
                <a:lnTo>
                  <a:pt x="1364923" y="1869310"/>
                </a:lnTo>
                <a:lnTo>
                  <a:pt x="1371933" y="1827066"/>
                </a:lnTo>
                <a:lnTo>
                  <a:pt x="1379020" y="1784823"/>
                </a:lnTo>
                <a:lnTo>
                  <a:pt x="1386459" y="1742646"/>
                </a:lnTo>
                <a:lnTo>
                  <a:pt x="1393898" y="1700470"/>
                </a:lnTo>
                <a:lnTo>
                  <a:pt x="1401328" y="1658293"/>
                </a:lnTo>
                <a:lnTo>
                  <a:pt x="1408767" y="1616107"/>
                </a:lnTo>
                <a:lnTo>
                  <a:pt x="1416206" y="1573930"/>
                </a:lnTo>
                <a:lnTo>
                  <a:pt x="1423645" y="1531753"/>
                </a:lnTo>
                <a:lnTo>
                  <a:pt x="1431084" y="1489577"/>
                </a:lnTo>
                <a:lnTo>
                  <a:pt x="1438523" y="1447400"/>
                </a:lnTo>
                <a:lnTo>
                  <a:pt x="1445962" y="1405214"/>
                </a:lnTo>
                <a:lnTo>
                  <a:pt x="1453401" y="1363037"/>
                </a:lnTo>
                <a:lnTo>
                  <a:pt x="1460830" y="1320860"/>
                </a:lnTo>
                <a:lnTo>
                  <a:pt x="1468269" y="1278684"/>
                </a:lnTo>
                <a:lnTo>
                  <a:pt x="1475708" y="1236507"/>
                </a:lnTo>
                <a:lnTo>
                  <a:pt x="1483147" y="1194330"/>
                </a:lnTo>
                <a:lnTo>
                  <a:pt x="1490586" y="1152144"/>
                </a:lnTo>
                <a:lnTo>
                  <a:pt x="1498025" y="1109967"/>
                </a:lnTo>
                <a:lnTo>
                  <a:pt x="1505464" y="1067791"/>
                </a:lnTo>
                <a:lnTo>
                  <a:pt x="1512903" y="1025614"/>
                </a:lnTo>
                <a:lnTo>
                  <a:pt x="1520333" y="983437"/>
                </a:lnTo>
                <a:lnTo>
                  <a:pt x="1527981" y="941299"/>
                </a:lnTo>
                <a:lnTo>
                  <a:pt x="1535982" y="899217"/>
                </a:lnTo>
                <a:lnTo>
                  <a:pt x="1544955" y="857355"/>
                </a:lnTo>
                <a:lnTo>
                  <a:pt x="1554671" y="815635"/>
                </a:lnTo>
                <a:lnTo>
                  <a:pt x="1564386" y="773925"/>
                </a:lnTo>
                <a:lnTo>
                  <a:pt x="1574102" y="732215"/>
                </a:lnTo>
                <a:lnTo>
                  <a:pt x="1583817" y="690496"/>
                </a:lnTo>
                <a:lnTo>
                  <a:pt x="1593533" y="648786"/>
                </a:lnTo>
                <a:lnTo>
                  <a:pt x="1603248" y="607076"/>
                </a:lnTo>
                <a:lnTo>
                  <a:pt x="1612964" y="565366"/>
                </a:lnTo>
                <a:lnTo>
                  <a:pt x="1622679" y="523646"/>
                </a:lnTo>
                <a:lnTo>
                  <a:pt x="1632395" y="481936"/>
                </a:lnTo>
                <a:lnTo>
                  <a:pt x="1642110" y="440226"/>
                </a:lnTo>
                <a:lnTo>
                  <a:pt x="1651825" y="398516"/>
                </a:lnTo>
                <a:lnTo>
                  <a:pt x="1661541" y="356797"/>
                </a:lnTo>
                <a:lnTo>
                  <a:pt x="1671257" y="315087"/>
                </a:lnTo>
                <a:lnTo>
                  <a:pt x="1680972" y="273377"/>
                </a:lnTo>
                <a:lnTo>
                  <a:pt x="1690688" y="231658"/>
                </a:lnTo>
                <a:lnTo>
                  <a:pt x="1700403" y="189948"/>
                </a:lnTo>
                <a:lnTo>
                  <a:pt x="1710119" y="148238"/>
                </a:lnTo>
                <a:lnTo>
                  <a:pt x="1719834" y="106528"/>
                </a:lnTo>
                <a:lnTo>
                  <a:pt x="1729550" y="64808"/>
                </a:lnTo>
                <a:lnTo>
                  <a:pt x="1733550" y="22441"/>
                </a:lnTo>
                <a:lnTo>
                  <a:pt x="1713167" y="0"/>
                </a:lnTo>
                <a:lnTo>
                  <a:pt x="1670333" y="0"/>
                </a:lnTo>
                <a:lnTo>
                  <a:pt x="1627508" y="0"/>
                </a:lnTo>
                <a:lnTo>
                  <a:pt x="1584674" y="0"/>
                </a:lnTo>
                <a:lnTo>
                  <a:pt x="1541850" y="0"/>
                </a:lnTo>
                <a:lnTo>
                  <a:pt x="1499016" y="0"/>
                </a:lnTo>
                <a:lnTo>
                  <a:pt x="1456192" y="0"/>
                </a:lnTo>
                <a:lnTo>
                  <a:pt x="1413358" y="0"/>
                </a:lnTo>
                <a:lnTo>
                  <a:pt x="1370533" y="0"/>
                </a:lnTo>
                <a:lnTo>
                  <a:pt x="1327699" y="0"/>
                </a:lnTo>
                <a:lnTo>
                  <a:pt x="1284875" y="0"/>
                </a:lnTo>
                <a:lnTo>
                  <a:pt x="1242041" y="0"/>
                </a:lnTo>
                <a:lnTo>
                  <a:pt x="1199217" y="0"/>
                </a:lnTo>
                <a:lnTo>
                  <a:pt x="1156383" y="0"/>
                </a:lnTo>
                <a:lnTo>
                  <a:pt x="1113558" y="0"/>
                </a:lnTo>
                <a:lnTo>
                  <a:pt x="1070724" y="0"/>
                </a:lnTo>
                <a:lnTo>
                  <a:pt x="1027900" y="0"/>
                </a:lnTo>
                <a:lnTo>
                  <a:pt x="985066" y="0"/>
                </a:lnTo>
                <a:lnTo>
                  <a:pt x="942242" y="0"/>
                </a:lnTo>
                <a:lnTo>
                  <a:pt x="899408" y="0"/>
                </a:lnTo>
                <a:lnTo>
                  <a:pt x="856583" y="0"/>
                </a:lnTo>
                <a:lnTo>
                  <a:pt x="813749" y="0"/>
                </a:lnTo>
                <a:lnTo>
                  <a:pt x="770925" y="0"/>
                </a:lnTo>
                <a:lnTo>
                  <a:pt x="728091" y="0"/>
                </a:lnTo>
                <a:lnTo>
                  <a:pt x="685267" y="0"/>
                </a:lnTo>
                <a:lnTo>
                  <a:pt x="642433" y="0"/>
                </a:lnTo>
                <a:lnTo>
                  <a:pt x="599608" y="0"/>
                </a:lnTo>
                <a:lnTo>
                  <a:pt x="556774" y="0"/>
                </a:lnTo>
                <a:lnTo>
                  <a:pt x="513950" y="0"/>
                </a:lnTo>
                <a:lnTo>
                  <a:pt x="471116" y="0"/>
                </a:lnTo>
                <a:lnTo>
                  <a:pt x="428292" y="0"/>
                </a:lnTo>
                <a:lnTo>
                  <a:pt x="385458" y="0"/>
                </a:lnTo>
                <a:lnTo>
                  <a:pt x="342633" y="0"/>
                </a:lnTo>
                <a:lnTo>
                  <a:pt x="299799" y="0"/>
                </a:lnTo>
                <a:lnTo>
                  <a:pt x="256975" y="0"/>
                </a:lnTo>
                <a:lnTo>
                  <a:pt x="214141" y="0"/>
                </a:lnTo>
                <a:lnTo>
                  <a:pt x="171317" y="0"/>
                </a:lnTo>
                <a:lnTo>
                  <a:pt x="128492" y="0"/>
                </a:lnTo>
                <a:lnTo>
                  <a:pt x="85658" y="0"/>
                </a:lnTo>
                <a:lnTo>
                  <a:pt x="42824" y="0"/>
                </a:lnTo>
                <a:lnTo>
                  <a:pt x="0" y="0"/>
                </a:lnTo>
                <a:close/>
              </a:path>
            </a:pathLst>
          </a:custGeom>
          <a:gradFill xmlns:a="http://schemas.openxmlformats.org/drawingml/2006/main">
            <a:gsLst>
              <a:gs pos="0">
                <a:srgbClr val="000000"/>
              </a:gs>
              <a:gs pos="42">
                <a:srgbClr val="B8D8F2">
                  <a:alpha val="16000"/>
                </a:srgbClr>
              </a:gs>
              <a:gs pos="76">
                <a:srgbClr val="8FC4EE">
                  <a:alpha val="32000"/>
                </a:srgbClr>
              </a:gs>
              <a:gs pos="100">
                <a:srgbClr val="72B3E8">
                  <a:alpha val="52000"/>
                </a:srgbClr>
              </a:gs>
            </a:gsLst>
            <a:lin ang="10800000"/>
          </a:gradFill>
          <a:ln xmlns:a="http://schemas.openxmlformats.org/drawingml/2006/main" w="9525">
            <a:noFill/>
            <a:prstDash val="solid"/>
          </a:ln>
        </p:spPr>
      </p:sp>
      <p:sp>
        <p:nvSpPr>
          <p:cNvPr id="42" name="phase-label-0">
            <a:extLst xmlns:a="http://schemas.openxmlformats.org/drawingml/2006/main">
              <a:ext uri="{FF2B5EF4-FFF2-40B4-BE49-F238E27FC236}">
                <a16:creationId xmlns:a16="http://schemas.microsoft.com/office/drawing/2014/main" id="{9D94965C-02D2-4683-A268-A40AA240B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1638300"/>
            <a:ext cx="228600" cy="2657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阶段一</a:t>
            </a:r>
          </a:p>
        </p:txBody>
      </p:sp>
      <p:sp>
        <p:nvSpPr>
          <p:cNvPr id="43" name="phase-label-1">
            <a:extLst xmlns:a="http://schemas.openxmlformats.org/drawingml/2006/main">
              <a:ext uri="{FF2B5EF4-FFF2-40B4-BE49-F238E27FC236}">
                <a16:creationId xmlns:a16="http://schemas.microsoft.com/office/drawing/2014/main" id="{15C40888-4EFB-4051-A947-6E59A8363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4295775"/>
            <a:ext cx="228600" cy="1914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阶段二</a:t>
            </a:r>
          </a:p>
        </p:txBody>
      </p:sp>
      <p:sp>
        <p:nvSpPr>
          <p:cNvPr id="44" name="funnel-step-title-0">
            <a:extLst xmlns:a="http://schemas.openxmlformats.org/drawingml/2006/main">
              <a:ext uri="{FF2B5EF4-FFF2-40B4-BE49-F238E27FC236}">
                <a16:creationId xmlns:a16="http://schemas.microsoft.com/office/drawing/2014/main" id="{41C6C2D3-F708-4BE3-9D12-6D8028496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423199" y="2793206"/>
            <a:ext cx="2392861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3600"/>
              </a:lnSpc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广泛触达</a:t>
            </a:r>
          </a:p>
        </p:txBody>
      </p:sp>
      <p:sp>
        <p:nvSpPr>
          <p:cNvPr id="45" name="funnel-step-title-1">
            <a:extLst xmlns:a="http://schemas.openxmlformats.org/drawingml/2006/main">
              <a:ext uri="{FF2B5EF4-FFF2-40B4-BE49-F238E27FC236}">
                <a16:creationId xmlns:a16="http://schemas.microsoft.com/office/drawing/2014/main" id="{2A597AB6-CBB9-4538-8E54-8F5992362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25018" y="3702844"/>
            <a:ext cx="1789214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3600"/>
              </a:lnSpc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兴趣识别</a:t>
            </a:r>
          </a:p>
        </p:txBody>
      </p:sp>
      <p:sp>
        <p:nvSpPr>
          <p:cNvPr id="46" name="funnel-step-title-2">
            <a:extLst xmlns:a="http://schemas.openxmlformats.org/drawingml/2006/main">
              <a:ext uri="{FF2B5EF4-FFF2-40B4-BE49-F238E27FC236}">
                <a16:creationId xmlns:a16="http://schemas.microsoft.com/office/drawing/2014/main" id="{B5BA2A04-65CE-4456-A574-1668CCC3D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99528" y="4612481"/>
            <a:ext cx="1240184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3600"/>
              </a:lnSpc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意向培育</a:t>
            </a:r>
          </a:p>
        </p:txBody>
      </p:sp>
      <p:sp>
        <p:nvSpPr>
          <p:cNvPr id="47" name="funnel-step-title-3">
            <a:extLst xmlns:a="http://schemas.openxmlformats.org/drawingml/2006/main">
              <a:ext uri="{FF2B5EF4-FFF2-40B4-BE49-F238E27FC236}">
                <a16:creationId xmlns:a16="http://schemas.microsoft.com/office/drawing/2014/main" id="{8CB93008-76E0-431E-8E35-74AE9144E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200525" y="5522119"/>
            <a:ext cx="8382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行动转化</a:t>
            </a:r>
          </a:p>
        </p:txBody>
      </p:sp>
      <p:sp>
        <p:nvSpPr>
          <p:cNvPr id="48" name="input-core-0">
            <a:extLst xmlns:a="http://schemas.openxmlformats.org/drawingml/2006/main">
              <a:ext uri="{FF2B5EF4-FFF2-40B4-BE49-F238E27FC236}">
                <a16:creationId xmlns:a16="http://schemas.microsoft.com/office/drawing/2014/main" id="{C55EB072-531F-4087-9127-07141B9BC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62275" y="194310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23"/>
          <a:fontRef xmlns:a="http://schemas.openxmlformats.org/drawingml/2006/main" idx="major"/>
        </p:style>
      </p:sp>
      <p:pic>
        <p:nvPicPr>
          <p:cNvPr id="10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c11438621914d4c">
            <a:extLst>
              <a:ext uri="{96DAC541-7B7A-43D3-8B79-37D633B846F1}">
                <asvg:svgBlip xmlns:asvg="http://schemas.microsoft.com/office/drawing/2016/SVG/main" r:embed="Rd3f603bd65604533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3057525" y="2038350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50" name="input-core-1">
            <a:extLst xmlns:a="http://schemas.openxmlformats.org/drawingml/2006/main">
              <a:ext uri="{FF2B5EF4-FFF2-40B4-BE49-F238E27FC236}">
                <a16:creationId xmlns:a16="http://schemas.microsoft.com/office/drawing/2014/main" id="{DDAFE0D5-D44F-4867-BDC7-2F91A56FE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562350" y="1762125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23"/>
          <a:fontRef xmlns:a="http://schemas.openxmlformats.org/drawingml/2006/main" idx="major"/>
        </p:style>
      </p:sp>
      <p:pic>
        <p:nvPicPr>
          <p:cNvPr id="1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585acfe97c3425c">
            <a:extLst>
              <a:ext uri="{96DAC541-7B7A-43D3-8B79-37D633B846F1}">
                <asvg:svgBlip xmlns:asvg="http://schemas.microsoft.com/office/drawing/2016/SVG/main" r:embed="R0d5b1ed2b628419c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3657600" y="1857375"/>
            <a:ext cx="209550" cy="209550"/>
          </a:xfrm>
          <a:prstGeom xmlns:a="http://schemas.openxmlformats.org/drawingml/2006/main" prst="rect">
            <a:avLst/>
          </a:prstGeom>
        </p:spPr>
      </p:pic>
      <p:sp>
        <p:nvSpPr>
          <p:cNvPr id="52" name="input-core-2">
            <a:extLst xmlns:a="http://schemas.openxmlformats.org/drawingml/2006/main">
              <a:ext uri="{FF2B5EF4-FFF2-40B4-BE49-F238E27FC236}">
                <a16:creationId xmlns:a16="http://schemas.microsoft.com/office/drawing/2014/main" id="{B8A17007-864C-4A86-A2E7-42DD7553A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105275" y="162877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23"/>
          <a:fontRef xmlns:a="http://schemas.openxmlformats.org/drawingml/2006/main" idx="major"/>
        </p:style>
      </p:sp>
      <p:pic>
        <p:nvPicPr>
          <p:cNvPr id="1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b2cc0b21809467c">
            <a:extLst>
              <a:ext uri="{96DAC541-7B7A-43D3-8B79-37D633B846F1}">
                <asvg:svgBlip xmlns:asvg="http://schemas.microsoft.com/office/drawing/2016/SVG/main" r:embed="Rd77a79487e594acc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4200525" y="1724025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54" name="input-core-3">
            <a:extLst xmlns:a="http://schemas.openxmlformats.org/drawingml/2006/main">
              <a:ext uri="{FF2B5EF4-FFF2-40B4-BE49-F238E27FC236}">
                <a16:creationId xmlns:a16="http://schemas.microsoft.com/office/drawing/2014/main" id="{1C491CAD-966F-4322-84BE-4F5A96E52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705350" y="1704975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23"/>
          <a:fontRef xmlns:a="http://schemas.openxmlformats.org/drawingml/2006/main" idx="major"/>
        </p:style>
      </p:sp>
      <p:pic>
        <p:nvPicPr>
          <p:cNvPr id="1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8d4442f20924592">
            <a:extLst>
              <a:ext uri="{96DAC541-7B7A-43D3-8B79-37D633B846F1}">
                <asvg:svgBlip xmlns:asvg="http://schemas.microsoft.com/office/drawing/2016/SVG/main" r:embed="Rf37ca6d9404d43da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4800600" y="1800225"/>
            <a:ext cx="209550" cy="209550"/>
          </a:xfrm>
          <a:prstGeom xmlns:a="http://schemas.openxmlformats.org/drawingml/2006/main" prst="rect">
            <a:avLst/>
          </a:prstGeom>
        </p:spPr>
      </p:pic>
      <p:sp>
        <p:nvSpPr>
          <p:cNvPr id="56" name="input-core-4">
            <a:extLst xmlns:a="http://schemas.openxmlformats.org/drawingml/2006/main">
              <a:ext uri="{FF2B5EF4-FFF2-40B4-BE49-F238E27FC236}">
                <a16:creationId xmlns:a16="http://schemas.microsoft.com/office/drawing/2014/main" id="{73B103BF-7D12-4A6A-8C78-A38FDF729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48275" y="18097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23"/>
          <a:fontRef xmlns:a="http://schemas.openxmlformats.org/drawingml/2006/main" idx="major"/>
        </p:style>
      </p:sp>
      <p:pic>
        <p:nvPicPr>
          <p:cNvPr id="1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808056aaf5b421b">
            <a:extLst>
              <a:ext uri="{96DAC541-7B7A-43D3-8B79-37D633B846F1}">
                <asvg:svgBlip xmlns:asvg="http://schemas.microsoft.com/office/drawing/2016/SVG/main" r:embed="Rc3b30bcbac424a10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5343525" y="1905000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58" name="input-core-5">
            <a:extLst xmlns:a="http://schemas.openxmlformats.org/drawingml/2006/main">
              <a:ext uri="{FF2B5EF4-FFF2-40B4-BE49-F238E27FC236}">
                <a16:creationId xmlns:a16="http://schemas.microsoft.com/office/drawing/2014/main" id="{D72D6B25-D10B-4160-98FF-FEFD250C7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848350" y="1952625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23"/>
          <a:fontRef xmlns:a="http://schemas.openxmlformats.org/drawingml/2006/main" idx="major"/>
        </p:style>
      </p:sp>
      <p:pic>
        <p:nvPicPr>
          <p:cNvPr id="1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35fe3f8d0264597">
            <a:extLst>
              <a:ext uri="{96DAC541-7B7A-43D3-8B79-37D633B846F1}">
                <asvg:svgBlip xmlns:asvg="http://schemas.microsoft.com/office/drawing/2016/SVG/main" r:embed="Rd4dcd2644fff4dff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5943600" y="2047875"/>
            <a:ext cx="209550" cy="2095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9392469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2" name="phase-band-0">
            <a:extLst xmlns:a="http://schemas.openxmlformats.org/drawingml/2006/main">
              <a:ext uri="{FF2B5EF4-FFF2-40B4-BE49-F238E27FC236}">
                <a16:creationId xmlns:a16="http://schemas.microsoft.com/office/drawing/2014/main" id="{800AB7DE-2238-4A4C-B8BC-C65BB113A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1638300"/>
            <a:ext cx="11144250" cy="2657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phase-band-1">
            <a:extLst xmlns:a="http://schemas.openxmlformats.org/drawingml/2006/main">
              <a:ext uri="{FF2B5EF4-FFF2-40B4-BE49-F238E27FC236}">
                <a16:creationId xmlns:a16="http://schemas.microsoft.com/office/drawing/2014/main" id="{7D1120B7-4A46-4EA1-B807-4ED941EDF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4295775"/>
            <a:ext cx="11144250" cy="1914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38100">
            <a:solidFill>
              <a:srgbClr val="FFFFFF"/>
            </a:solidFill>
            <a:prstDash val="solid"/>
          </a:ln>
        </p:spPr>
      </p:sp>
      <p:sp>
        <p:nvSpPr>
          <p:cNvPr id="3" name="phase-rail-0">
            <a:extLst xmlns:a="http://schemas.openxmlformats.org/drawingml/2006/main">
              <a:ext uri="{FF2B5EF4-FFF2-40B4-BE49-F238E27FC236}">
                <a16:creationId xmlns:a16="http://schemas.microsoft.com/office/drawing/2014/main" id="{C819E8D4-66E3-45DD-AF2F-7BAFAA592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1638300"/>
            <a:ext cx="514350" cy="2656656"/>
          </a:xfrm>
          <a:custGeom xmlns:a="http://schemas.openxmlformats.org/drawingml/2006/main">
            <a:pathLst>
              <a:path w="514350" h="2656656">
                <a:moveTo>
                  <a:pt x="0" y="0"/>
                </a:moveTo>
                <a:lnTo>
                  <a:pt x="25546" y="0"/>
                </a:lnTo>
                <a:lnTo>
                  <a:pt x="51102" y="0"/>
                </a:lnTo>
                <a:lnTo>
                  <a:pt x="76648" y="0"/>
                </a:lnTo>
                <a:lnTo>
                  <a:pt x="102203" y="0"/>
                </a:lnTo>
                <a:lnTo>
                  <a:pt x="127749" y="0"/>
                </a:lnTo>
                <a:lnTo>
                  <a:pt x="153295" y="0"/>
                </a:lnTo>
                <a:lnTo>
                  <a:pt x="178851" y="0"/>
                </a:lnTo>
                <a:lnTo>
                  <a:pt x="204397" y="0"/>
                </a:lnTo>
                <a:lnTo>
                  <a:pt x="229953" y="0"/>
                </a:lnTo>
                <a:lnTo>
                  <a:pt x="255499" y="0"/>
                </a:lnTo>
                <a:lnTo>
                  <a:pt x="281045" y="0"/>
                </a:lnTo>
                <a:lnTo>
                  <a:pt x="306600" y="0"/>
                </a:lnTo>
                <a:lnTo>
                  <a:pt x="332146" y="0"/>
                </a:lnTo>
                <a:lnTo>
                  <a:pt x="357692" y="0"/>
                </a:lnTo>
                <a:lnTo>
                  <a:pt x="383248" y="0"/>
                </a:lnTo>
                <a:lnTo>
                  <a:pt x="408794" y="0"/>
                </a:lnTo>
                <a:lnTo>
                  <a:pt x="434350" y="0"/>
                </a:lnTo>
                <a:lnTo>
                  <a:pt x="459896" y="0"/>
                </a:lnTo>
                <a:lnTo>
                  <a:pt x="485442" y="0"/>
                </a:lnTo>
                <a:lnTo>
                  <a:pt x="510997" y="0"/>
                </a:lnTo>
                <a:lnTo>
                  <a:pt x="514350" y="22193"/>
                </a:lnTo>
                <a:lnTo>
                  <a:pt x="514350" y="47749"/>
                </a:lnTo>
                <a:lnTo>
                  <a:pt x="514350" y="73295"/>
                </a:lnTo>
                <a:lnTo>
                  <a:pt x="514350" y="98841"/>
                </a:lnTo>
                <a:lnTo>
                  <a:pt x="514350" y="124397"/>
                </a:lnTo>
                <a:lnTo>
                  <a:pt x="514350" y="149943"/>
                </a:lnTo>
                <a:lnTo>
                  <a:pt x="514350" y="175498"/>
                </a:lnTo>
                <a:lnTo>
                  <a:pt x="514350" y="201044"/>
                </a:lnTo>
                <a:lnTo>
                  <a:pt x="514350" y="226590"/>
                </a:lnTo>
                <a:lnTo>
                  <a:pt x="514350" y="252146"/>
                </a:lnTo>
                <a:lnTo>
                  <a:pt x="514350" y="277692"/>
                </a:lnTo>
                <a:lnTo>
                  <a:pt x="514350" y="303247"/>
                </a:lnTo>
                <a:lnTo>
                  <a:pt x="514350" y="328793"/>
                </a:lnTo>
                <a:lnTo>
                  <a:pt x="514350" y="354340"/>
                </a:lnTo>
                <a:lnTo>
                  <a:pt x="514350" y="379895"/>
                </a:lnTo>
                <a:lnTo>
                  <a:pt x="514350" y="405441"/>
                </a:lnTo>
                <a:lnTo>
                  <a:pt x="514350" y="430987"/>
                </a:lnTo>
                <a:lnTo>
                  <a:pt x="514350" y="456543"/>
                </a:lnTo>
                <a:lnTo>
                  <a:pt x="514350" y="482089"/>
                </a:lnTo>
                <a:lnTo>
                  <a:pt x="514350" y="507644"/>
                </a:lnTo>
                <a:lnTo>
                  <a:pt x="514350" y="533190"/>
                </a:lnTo>
                <a:lnTo>
                  <a:pt x="514350" y="558737"/>
                </a:lnTo>
                <a:lnTo>
                  <a:pt x="514350" y="584292"/>
                </a:lnTo>
                <a:lnTo>
                  <a:pt x="514350" y="609838"/>
                </a:lnTo>
                <a:lnTo>
                  <a:pt x="514350" y="635394"/>
                </a:lnTo>
                <a:lnTo>
                  <a:pt x="514350" y="660940"/>
                </a:lnTo>
                <a:lnTo>
                  <a:pt x="514350" y="686486"/>
                </a:lnTo>
                <a:lnTo>
                  <a:pt x="514350" y="712041"/>
                </a:lnTo>
                <a:lnTo>
                  <a:pt x="514350" y="737587"/>
                </a:lnTo>
                <a:lnTo>
                  <a:pt x="514350" y="763143"/>
                </a:lnTo>
                <a:lnTo>
                  <a:pt x="514350" y="788689"/>
                </a:lnTo>
                <a:lnTo>
                  <a:pt x="514350" y="814235"/>
                </a:lnTo>
                <a:lnTo>
                  <a:pt x="514350" y="839791"/>
                </a:lnTo>
                <a:lnTo>
                  <a:pt x="514350" y="865337"/>
                </a:lnTo>
                <a:lnTo>
                  <a:pt x="514350" y="890883"/>
                </a:lnTo>
                <a:lnTo>
                  <a:pt x="514350" y="916438"/>
                </a:lnTo>
                <a:lnTo>
                  <a:pt x="514350" y="941984"/>
                </a:lnTo>
                <a:lnTo>
                  <a:pt x="514350" y="967540"/>
                </a:lnTo>
                <a:lnTo>
                  <a:pt x="514350" y="993086"/>
                </a:lnTo>
                <a:lnTo>
                  <a:pt x="514350" y="1018632"/>
                </a:lnTo>
                <a:lnTo>
                  <a:pt x="514350" y="1044188"/>
                </a:lnTo>
                <a:lnTo>
                  <a:pt x="514350" y="1069734"/>
                </a:lnTo>
                <a:lnTo>
                  <a:pt x="514350" y="1095289"/>
                </a:lnTo>
                <a:lnTo>
                  <a:pt x="514350" y="1120835"/>
                </a:lnTo>
                <a:lnTo>
                  <a:pt x="514350" y="1146381"/>
                </a:lnTo>
                <a:lnTo>
                  <a:pt x="514350" y="1171937"/>
                </a:lnTo>
                <a:lnTo>
                  <a:pt x="514350" y="1197483"/>
                </a:lnTo>
                <a:lnTo>
                  <a:pt x="514350" y="1223039"/>
                </a:lnTo>
                <a:lnTo>
                  <a:pt x="514350" y="1248585"/>
                </a:lnTo>
                <a:lnTo>
                  <a:pt x="514350" y="1274131"/>
                </a:lnTo>
                <a:lnTo>
                  <a:pt x="514350" y="1299686"/>
                </a:lnTo>
                <a:lnTo>
                  <a:pt x="514350" y="1325232"/>
                </a:lnTo>
                <a:lnTo>
                  <a:pt x="514350" y="1350788"/>
                </a:lnTo>
                <a:lnTo>
                  <a:pt x="514350" y="1376334"/>
                </a:lnTo>
                <a:lnTo>
                  <a:pt x="514350" y="1401880"/>
                </a:lnTo>
                <a:lnTo>
                  <a:pt x="514350" y="1427436"/>
                </a:lnTo>
                <a:lnTo>
                  <a:pt x="514350" y="1452982"/>
                </a:lnTo>
                <a:lnTo>
                  <a:pt x="514350" y="1478528"/>
                </a:lnTo>
                <a:lnTo>
                  <a:pt x="514350" y="1504083"/>
                </a:lnTo>
                <a:lnTo>
                  <a:pt x="514350" y="1529629"/>
                </a:lnTo>
                <a:lnTo>
                  <a:pt x="514350" y="1555185"/>
                </a:lnTo>
                <a:lnTo>
                  <a:pt x="514350" y="1580731"/>
                </a:lnTo>
                <a:lnTo>
                  <a:pt x="514350" y="1606277"/>
                </a:lnTo>
                <a:lnTo>
                  <a:pt x="514350" y="1631833"/>
                </a:lnTo>
                <a:lnTo>
                  <a:pt x="514350" y="1657379"/>
                </a:lnTo>
                <a:lnTo>
                  <a:pt x="514350" y="1682934"/>
                </a:lnTo>
                <a:lnTo>
                  <a:pt x="514350" y="1708480"/>
                </a:lnTo>
                <a:lnTo>
                  <a:pt x="514350" y="1734026"/>
                </a:lnTo>
                <a:lnTo>
                  <a:pt x="514350" y="1759582"/>
                </a:lnTo>
                <a:lnTo>
                  <a:pt x="514350" y="1785128"/>
                </a:lnTo>
                <a:lnTo>
                  <a:pt x="514350" y="1810683"/>
                </a:lnTo>
                <a:lnTo>
                  <a:pt x="514350" y="1836230"/>
                </a:lnTo>
                <a:lnTo>
                  <a:pt x="514350" y="1861776"/>
                </a:lnTo>
                <a:lnTo>
                  <a:pt x="514350" y="1887331"/>
                </a:lnTo>
                <a:lnTo>
                  <a:pt x="514350" y="1912877"/>
                </a:lnTo>
                <a:lnTo>
                  <a:pt x="514350" y="1938433"/>
                </a:lnTo>
                <a:lnTo>
                  <a:pt x="514350" y="1963979"/>
                </a:lnTo>
                <a:lnTo>
                  <a:pt x="514350" y="1989525"/>
                </a:lnTo>
                <a:lnTo>
                  <a:pt x="514350" y="2015080"/>
                </a:lnTo>
                <a:lnTo>
                  <a:pt x="514350" y="2040626"/>
                </a:lnTo>
                <a:lnTo>
                  <a:pt x="514350" y="2066173"/>
                </a:lnTo>
                <a:lnTo>
                  <a:pt x="514350" y="2091728"/>
                </a:lnTo>
                <a:lnTo>
                  <a:pt x="514350" y="2117274"/>
                </a:lnTo>
                <a:lnTo>
                  <a:pt x="514350" y="2142830"/>
                </a:lnTo>
                <a:lnTo>
                  <a:pt x="514350" y="2168376"/>
                </a:lnTo>
                <a:lnTo>
                  <a:pt x="514350" y="2193922"/>
                </a:lnTo>
                <a:lnTo>
                  <a:pt x="514350" y="2219477"/>
                </a:lnTo>
                <a:lnTo>
                  <a:pt x="514350" y="2245023"/>
                </a:lnTo>
                <a:lnTo>
                  <a:pt x="514350" y="2270579"/>
                </a:lnTo>
                <a:lnTo>
                  <a:pt x="514350" y="2296125"/>
                </a:lnTo>
                <a:lnTo>
                  <a:pt x="514350" y="2321671"/>
                </a:lnTo>
                <a:lnTo>
                  <a:pt x="514350" y="2347227"/>
                </a:lnTo>
                <a:lnTo>
                  <a:pt x="514350" y="2372773"/>
                </a:lnTo>
                <a:lnTo>
                  <a:pt x="514350" y="2398328"/>
                </a:lnTo>
                <a:lnTo>
                  <a:pt x="514350" y="2423874"/>
                </a:lnTo>
                <a:lnTo>
                  <a:pt x="514350" y="2449420"/>
                </a:lnTo>
                <a:lnTo>
                  <a:pt x="514350" y="2474976"/>
                </a:lnTo>
                <a:lnTo>
                  <a:pt x="514350" y="2500522"/>
                </a:lnTo>
                <a:lnTo>
                  <a:pt x="504320" y="2520172"/>
                </a:lnTo>
                <a:lnTo>
                  <a:pt x="481984" y="2532583"/>
                </a:lnTo>
                <a:lnTo>
                  <a:pt x="459648" y="2544985"/>
                </a:lnTo>
                <a:lnTo>
                  <a:pt x="437321" y="2557396"/>
                </a:lnTo>
                <a:lnTo>
                  <a:pt x="414985" y="2569807"/>
                </a:lnTo>
                <a:lnTo>
                  <a:pt x="392649" y="2582208"/>
                </a:lnTo>
                <a:lnTo>
                  <a:pt x="370313" y="2594620"/>
                </a:lnTo>
                <a:lnTo>
                  <a:pt x="347977" y="2607031"/>
                </a:lnTo>
                <a:lnTo>
                  <a:pt x="325641" y="2619432"/>
                </a:lnTo>
                <a:lnTo>
                  <a:pt x="303314" y="2631843"/>
                </a:lnTo>
                <a:lnTo>
                  <a:pt x="280978" y="2644254"/>
                </a:lnTo>
                <a:lnTo>
                  <a:pt x="258642" y="2656656"/>
                </a:lnTo>
                <a:lnTo>
                  <a:pt x="236306" y="2645883"/>
                </a:lnTo>
                <a:lnTo>
                  <a:pt x="213970" y="2633472"/>
                </a:lnTo>
                <a:lnTo>
                  <a:pt x="191633" y="2621061"/>
                </a:lnTo>
                <a:lnTo>
                  <a:pt x="169307" y="2608659"/>
                </a:lnTo>
                <a:lnTo>
                  <a:pt x="146971" y="2596248"/>
                </a:lnTo>
                <a:lnTo>
                  <a:pt x="124635" y="2583837"/>
                </a:lnTo>
                <a:lnTo>
                  <a:pt x="102299" y="2571436"/>
                </a:lnTo>
                <a:lnTo>
                  <a:pt x="79962" y="2559025"/>
                </a:lnTo>
                <a:lnTo>
                  <a:pt x="57626" y="2546614"/>
                </a:lnTo>
                <a:lnTo>
                  <a:pt x="35300" y="2534212"/>
                </a:lnTo>
                <a:lnTo>
                  <a:pt x="12964" y="2521801"/>
                </a:lnTo>
                <a:lnTo>
                  <a:pt x="0" y="2503875"/>
                </a:lnTo>
                <a:lnTo>
                  <a:pt x="0" y="2478329"/>
                </a:lnTo>
                <a:lnTo>
                  <a:pt x="0" y="2452783"/>
                </a:lnTo>
                <a:lnTo>
                  <a:pt x="0" y="2427227"/>
                </a:lnTo>
                <a:lnTo>
                  <a:pt x="0" y="2401681"/>
                </a:lnTo>
                <a:lnTo>
                  <a:pt x="0" y="2376126"/>
                </a:lnTo>
                <a:lnTo>
                  <a:pt x="0" y="2350580"/>
                </a:lnTo>
                <a:lnTo>
                  <a:pt x="0" y="2325033"/>
                </a:lnTo>
                <a:lnTo>
                  <a:pt x="0" y="2299478"/>
                </a:lnTo>
                <a:lnTo>
                  <a:pt x="0" y="2273932"/>
                </a:lnTo>
                <a:lnTo>
                  <a:pt x="0" y="2248376"/>
                </a:lnTo>
                <a:lnTo>
                  <a:pt x="0" y="2222830"/>
                </a:lnTo>
                <a:lnTo>
                  <a:pt x="0" y="2197284"/>
                </a:lnTo>
                <a:lnTo>
                  <a:pt x="0" y="2171729"/>
                </a:lnTo>
                <a:lnTo>
                  <a:pt x="0" y="2146183"/>
                </a:lnTo>
                <a:lnTo>
                  <a:pt x="0" y="2120627"/>
                </a:lnTo>
                <a:lnTo>
                  <a:pt x="0" y="2095081"/>
                </a:lnTo>
                <a:lnTo>
                  <a:pt x="0" y="2069535"/>
                </a:lnTo>
                <a:lnTo>
                  <a:pt x="0" y="2043979"/>
                </a:lnTo>
                <a:lnTo>
                  <a:pt x="0" y="2018433"/>
                </a:lnTo>
                <a:lnTo>
                  <a:pt x="0" y="1992887"/>
                </a:lnTo>
                <a:lnTo>
                  <a:pt x="0" y="1967332"/>
                </a:lnTo>
                <a:lnTo>
                  <a:pt x="0" y="1941786"/>
                </a:lnTo>
                <a:lnTo>
                  <a:pt x="0" y="1916230"/>
                </a:lnTo>
                <a:lnTo>
                  <a:pt x="0" y="1890684"/>
                </a:lnTo>
                <a:lnTo>
                  <a:pt x="0" y="1865138"/>
                </a:lnTo>
                <a:lnTo>
                  <a:pt x="0" y="1839582"/>
                </a:lnTo>
                <a:lnTo>
                  <a:pt x="0" y="1814036"/>
                </a:lnTo>
                <a:lnTo>
                  <a:pt x="0" y="1788481"/>
                </a:lnTo>
                <a:lnTo>
                  <a:pt x="0" y="1762935"/>
                </a:lnTo>
                <a:lnTo>
                  <a:pt x="0" y="1737389"/>
                </a:lnTo>
                <a:lnTo>
                  <a:pt x="0" y="1711833"/>
                </a:lnTo>
                <a:lnTo>
                  <a:pt x="0" y="1686287"/>
                </a:lnTo>
                <a:lnTo>
                  <a:pt x="0" y="1660731"/>
                </a:lnTo>
                <a:lnTo>
                  <a:pt x="0" y="1635185"/>
                </a:lnTo>
                <a:lnTo>
                  <a:pt x="0" y="1609639"/>
                </a:lnTo>
                <a:lnTo>
                  <a:pt x="0" y="1584084"/>
                </a:lnTo>
                <a:lnTo>
                  <a:pt x="0" y="1558538"/>
                </a:lnTo>
                <a:lnTo>
                  <a:pt x="0" y="1532982"/>
                </a:lnTo>
                <a:lnTo>
                  <a:pt x="0" y="1507436"/>
                </a:lnTo>
                <a:lnTo>
                  <a:pt x="0" y="1481890"/>
                </a:lnTo>
                <a:lnTo>
                  <a:pt x="0" y="1456334"/>
                </a:lnTo>
                <a:lnTo>
                  <a:pt x="0" y="1430788"/>
                </a:lnTo>
                <a:lnTo>
                  <a:pt x="0" y="1405233"/>
                </a:lnTo>
                <a:lnTo>
                  <a:pt x="0" y="1379687"/>
                </a:lnTo>
                <a:lnTo>
                  <a:pt x="0" y="1354141"/>
                </a:lnTo>
                <a:lnTo>
                  <a:pt x="0" y="1328585"/>
                </a:lnTo>
                <a:lnTo>
                  <a:pt x="0" y="1303039"/>
                </a:lnTo>
                <a:lnTo>
                  <a:pt x="0" y="1277493"/>
                </a:lnTo>
                <a:lnTo>
                  <a:pt x="0" y="1251937"/>
                </a:lnTo>
                <a:lnTo>
                  <a:pt x="0" y="1226391"/>
                </a:lnTo>
                <a:lnTo>
                  <a:pt x="0" y="1200836"/>
                </a:lnTo>
                <a:lnTo>
                  <a:pt x="0" y="1175290"/>
                </a:lnTo>
                <a:lnTo>
                  <a:pt x="0" y="1149744"/>
                </a:lnTo>
                <a:lnTo>
                  <a:pt x="0" y="1124188"/>
                </a:lnTo>
                <a:lnTo>
                  <a:pt x="0" y="1098642"/>
                </a:lnTo>
                <a:lnTo>
                  <a:pt x="0" y="1073087"/>
                </a:lnTo>
                <a:lnTo>
                  <a:pt x="0" y="1047540"/>
                </a:lnTo>
                <a:lnTo>
                  <a:pt x="0" y="1021994"/>
                </a:lnTo>
                <a:lnTo>
                  <a:pt x="0" y="996439"/>
                </a:lnTo>
                <a:lnTo>
                  <a:pt x="0" y="970893"/>
                </a:lnTo>
                <a:lnTo>
                  <a:pt x="0" y="945337"/>
                </a:lnTo>
                <a:lnTo>
                  <a:pt x="0" y="919791"/>
                </a:lnTo>
                <a:lnTo>
                  <a:pt x="0" y="894245"/>
                </a:lnTo>
                <a:lnTo>
                  <a:pt x="0" y="868690"/>
                </a:lnTo>
                <a:lnTo>
                  <a:pt x="0" y="843143"/>
                </a:lnTo>
                <a:lnTo>
                  <a:pt x="0" y="817588"/>
                </a:lnTo>
                <a:lnTo>
                  <a:pt x="0" y="792042"/>
                </a:lnTo>
                <a:lnTo>
                  <a:pt x="0" y="766496"/>
                </a:lnTo>
                <a:lnTo>
                  <a:pt x="0" y="740940"/>
                </a:lnTo>
                <a:lnTo>
                  <a:pt x="0" y="715394"/>
                </a:lnTo>
                <a:lnTo>
                  <a:pt x="0" y="689848"/>
                </a:lnTo>
                <a:lnTo>
                  <a:pt x="0" y="664293"/>
                </a:lnTo>
                <a:lnTo>
                  <a:pt x="0" y="638747"/>
                </a:lnTo>
                <a:lnTo>
                  <a:pt x="0" y="613191"/>
                </a:lnTo>
                <a:lnTo>
                  <a:pt x="0" y="587645"/>
                </a:lnTo>
                <a:lnTo>
                  <a:pt x="0" y="562099"/>
                </a:lnTo>
                <a:lnTo>
                  <a:pt x="0" y="536543"/>
                </a:lnTo>
                <a:lnTo>
                  <a:pt x="0" y="510997"/>
                </a:lnTo>
                <a:lnTo>
                  <a:pt x="0" y="485442"/>
                </a:lnTo>
                <a:lnTo>
                  <a:pt x="0" y="459896"/>
                </a:lnTo>
                <a:lnTo>
                  <a:pt x="0" y="434350"/>
                </a:lnTo>
                <a:lnTo>
                  <a:pt x="0" y="408794"/>
                </a:lnTo>
                <a:lnTo>
                  <a:pt x="0" y="383248"/>
                </a:lnTo>
                <a:lnTo>
                  <a:pt x="0" y="357692"/>
                </a:lnTo>
                <a:lnTo>
                  <a:pt x="0" y="332146"/>
                </a:lnTo>
                <a:lnTo>
                  <a:pt x="0" y="306600"/>
                </a:lnTo>
                <a:lnTo>
                  <a:pt x="0" y="281045"/>
                </a:lnTo>
                <a:lnTo>
                  <a:pt x="0" y="255499"/>
                </a:lnTo>
                <a:lnTo>
                  <a:pt x="0" y="229953"/>
                </a:lnTo>
                <a:lnTo>
                  <a:pt x="0" y="204397"/>
                </a:lnTo>
                <a:lnTo>
                  <a:pt x="0" y="178851"/>
                </a:lnTo>
                <a:lnTo>
                  <a:pt x="0" y="153295"/>
                </a:lnTo>
                <a:lnTo>
                  <a:pt x="0" y="127749"/>
                </a:lnTo>
                <a:lnTo>
                  <a:pt x="0" y="102203"/>
                </a:lnTo>
                <a:lnTo>
                  <a:pt x="0" y="76648"/>
                </a:lnTo>
                <a:lnTo>
                  <a:pt x="0" y="51102"/>
                </a:lnTo>
                <a:lnTo>
                  <a:pt x="0" y="25546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4" name="phase-title-0">
            <a:extLst xmlns:a="http://schemas.openxmlformats.org/drawingml/2006/main">
              <a:ext uri="{FF2B5EF4-FFF2-40B4-BE49-F238E27FC236}">
                <a16:creationId xmlns:a16="http://schemas.microsoft.com/office/drawing/2014/main" id="{51337F46-693F-407E-9C44-84BBE9108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2496293"/>
            <a:ext cx="1428750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获取与识别</a:t>
            </a:r>
          </a:p>
        </p:txBody>
      </p:sp>
      <p:sp>
        <p:nvSpPr>
          <p:cNvPr id="5" name="phase-body-0">
            <a:extLst xmlns:a="http://schemas.openxmlformats.org/drawingml/2006/main">
              <a:ext uri="{FF2B5EF4-FFF2-40B4-BE49-F238E27FC236}">
                <a16:creationId xmlns:a16="http://schemas.microsoft.com/office/drawing/2014/main" id="{56D40C23-58E5-46A0-B537-4994232E3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2850509"/>
            <a:ext cx="1428750" cy="587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让目标对象进</a:t>
            </a:r>
          </a:p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入并形成意向</a:t>
            </a:r>
          </a:p>
        </p:txBody>
      </p:sp>
      <p:sp>
        <p:nvSpPr>
          <p:cNvPr id="6" name="action-icon-shell-0-0">
            <a:extLst xmlns:a="http://schemas.openxmlformats.org/drawingml/2006/main">
              <a:ext uri="{FF2B5EF4-FFF2-40B4-BE49-F238E27FC236}">
                <a16:creationId xmlns:a16="http://schemas.microsoft.com/office/drawing/2014/main" id="{6BE74337-0065-4AE5-8C26-9A420FDB6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2490788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6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d49e0eba80641d2">
            <a:extLst>
              <a:ext uri="{96DAC541-7B7A-43D3-8B79-37D633B846F1}">
                <asvg:svgBlip xmlns:asvg="http://schemas.microsoft.com/office/drawing/2016/SVG/main" r:embed="R74812043a4904796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2566988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8" name="action-title-0-0">
            <a:extLst xmlns:a="http://schemas.openxmlformats.org/drawingml/2006/main">
              <a:ext uri="{FF2B5EF4-FFF2-40B4-BE49-F238E27FC236}">
                <a16:creationId xmlns:a16="http://schemas.microsoft.com/office/drawing/2014/main" id="{0598820F-9B18-46EF-AC6A-CA1F0685B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429770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标签体系</a:t>
            </a:r>
          </a:p>
        </p:txBody>
      </p:sp>
      <p:sp>
        <p:nvSpPr>
          <p:cNvPr id="9" name="action-body-0-0">
            <a:extLst xmlns:a="http://schemas.openxmlformats.org/drawingml/2006/main">
              <a:ext uri="{FF2B5EF4-FFF2-40B4-BE49-F238E27FC236}">
                <a16:creationId xmlns:a16="http://schemas.microsoft.com/office/drawing/2014/main" id="{FBAAF331-AE16-4603-A080-17ED4B676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658370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形成可识别对象</a:t>
            </a:r>
          </a:p>
        </p:txBody>
      </p:sp>
      <p:sp>
        <p:nvSpPr>
          <p:cNvPr id="10" name="action-icon-shell-0-1">
            <a:extLst xmlns:a="http://schemas.openxmlformats.org/drawingml/2006/main">
              <a:ext uri="{FF2B5EF4-FFF2-40B4-BE49-F238E27FC236}">
                <a16:creationId xmlns:a16="http://schemas.microsoft.com/office/drawing/2014/main" id="{46D51E15-45B8-4D0B-9219-511D55742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2490788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7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9d86bc02af74bef">
            <a:extLst>
              <a:ext uri="{96DAC541-7B7A-43D3-8B79-37D633B846F1}">
                <asvg:svgBlip xmlns:asvg="http://schemas.microsoft.com/office/drawing/2016/SVG/main" r:embed="Rf319f8b08f4a4adb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2566988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12" name="action-title-0-1">
            <a:extLst xmlns:a="http://schemas.openxmlformats.org/drawingml/2006/main">
              <a:ext uri="{FF2B5EF4-FFF2-40B4-BE49-F238E27FC236}">
                <a16:creationId xmlns:a16="http://schemas.microsoft.com/office/drawing/2014/main" id="{DC9622DC-72B2-4A7C-9B2A-A46742256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429770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渠道连接</a:t>
            </a:r>
          </a:p>
        </p:txBody>
      </p:sp>
      <p:sp>
        <p:nvSpPr>
          <p:cNvPr id="13" name="action-body-0-1">
            <a:extLst xmlns:a="http://schemas.openxmlformats.org/drawingml/2006/main">
              <a:ext uri="{FF2B5EF4-FFF2-40B4-BE49-F238E27FC236}">
                <a16:creationId xmlns:a16="http://schemas.microsoft.com/office/drawing/2014/main" id="{1CB3C00A-77E2-4566-AAE2-A3ED6491D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658370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连接主要触点</a:t>
            </a:r>
          </a:p>
        </p:txBody>
      </p:sp>
      <p:sp>
        <p:nvSpPr>
          <p:cNvPr id="14" name="action-icon-shell-0-2">
            <a:extLst xmlns:a="http://schemas.openxmlformats.org/drawingml/2006/main">
              <a:ext uri="{FF2B5EF4-FFF2-40B4-BE49-F238E27FC236}">
                <a16:creationId xmlns:a16="http://schemas.microsoft.com/office/drawing/2014/main" id="{5695C08B-FEAF-45B9-80B3-A2647A11F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3100388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7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a1f3efb76134355">
            <a:extLst>
              <a:ext uri="{96DAC541-7B7A-43D3-8B79-37D633B846F1}">
                <asvg:svgBlip xmlns:asvg="http://schemas.microsoft.com/office/drawing/2016/SVG/main" r:embed="R82e43902fd0e477a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3176588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16" name="action-title-0-2">
            <a:extLst xmlns:a="http://schemas.openxmlformats.org/drawingml/2006/main">
              <a:ext uri="{FF2B5EF4-FFF2-40B4-BE49-F238E27FC236}">
                <a16:creationId xmlns:a16="http://schemas.microsoft.com/office/drawing/2014/main" id="{D6803647-ED5C-48C9-8EB4-938AD0005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3039370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内容优化</a:t>
            </a:r>
          </a:p>
        </p:txBody>
      </p:sp>
      <p:sp>
        <p:nvSpPr>
          <p:cNvPr id="17" name="action-body-0-2">
            <a:extLst xmlns:a="http://schemas.openxmlformats.org/drawingml/2006/main">
              <a:ext uri="{FF2B5EF4-FFF2-40B4-BE49-F238E27FC236}">
                <a16:creationId xmlns:a16="http://schemas.microsoft.com/office/drawing/2014/main" id="{B0FF88F7-20FC-4823-BC7D-9D3AE6F32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3267970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提高触达质量</a:t>
            </a:r>
          </a:p>
        </p:txBody>
      </p:sp>
      <p:sp>
        <p:nvSpPr>
          <p:cNvPr id="18" name="action-icon-shell-0-3">
            <a:extLst xmlns:a="http://schemas.openxmlformats.org/drawingml/2006/main">
              <a:ext uri="{FF2B5EF4-FFF2-40B4-BE49-F238E27FC236}">
                <a16:creationId xmlns:a16="http://schemas.microsoft.com/office/drawing/2014/main" id="{643F7383-9C92-4330-804F-5C6D27D8E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3100388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8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ff27685cc2e4592">
            <a:extLst>
              <a:ext uri="{96DAC541-7B7A-43D3-8B79-37D633B846F1}">
                <asvg:svgBlip xmlns:asvg="http://schemas.microsoft.com/office/drawing/2016/SVG/main" r:embed="R935d6da851e44e7a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3176588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20" name="action-title-0-3">
            <a:extLst xmlns:a="http://schemas.openxmlformats.org/drawingml/2006/main">
              <a:ext uri="{FF2B5EF4-FFF2-40B4-BE49-F238E27FC236}">
                <a16:creationId xmlns:a16="http://schemas.microsoft.com/office/drawing/2014/main" id="{3CC031DF-7D5C-4CD6-8F17-32DA5D146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3039370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行为追踪</a:t>
            </a:r>
          </a:p>
        </p:txBody>
      </p:sp>
      <p:sp>
        <p:nvSpPr>
          <p:cNvPr id="21" name="action-body-0-3">
            <a:extLst xmlns:a="http://schemas.openxmlformats.org/drawingml/2006/main">
              <a:ext uri="{FF2B5EF4-FFF2-40B4-BE49-F238E27FC236}">
                <a16:creationId xmlns:a16="http://schemas.microsoft.com/office/drawing/2014/main" id="{E1B7753F-3651-4449-963E-C7BA86B84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3267970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记录关键反馈</a:t>
            </a:r>
          </a:p>
        </p:txBody>
      </p:sp>
      <p:sp>
        <p:nvSpPr>
          <p:cNvPr id="22" name="phase-rail-1">
            <a:extLst xmlns:a="http://schemas.openxmlformats.org/drawingml/2006/main">
              <a:ext uri="{FF2B5EF4-FFF2-40B4-BE49-F238E27FC236}">
                <a16:creationId xmlns:a16="http://schemas.microsoft.com/office/drawing/2014/main" id="{40E69DEA-F212-4906-B475-0E1AF27DF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4295775"/>
            <a:ext cx="514350" cy="1914134"/>
          </a:xfrm>
          <a:custGeom xmlns:a="http://schemas.openxmlformats.org/drawingml/2006/main">
            <a:pathLst>
              <a:path w="514350" h="1914134">
                <a:moveTo>
                  <a:pt x="0" y="0"/>
                </a:moveTo>
                <a:lnTo>
                  <a:pt x="17193" y="9554"/>
                </a:lnTo>
                <a:lnTo>
                  <a:pt x="34385" y="19098"/>
                </a:lnTo>
                <a:lnTo>
                  <a:pt x="51578" y="28651"/>
                </a:lnTo>
                <a:lnTo>
                  <a:pt x="68771" y="38205"/>
                </a:lnTo>
                <a:lnTo>
                  <a:pt x="85963" y="47758"/>
                </a:lnTo>
                <a:lnTo>
                  <a:pt x="103156" y="57302"/>
                </a:lnTo>
                <a:lnTo>
                  <a:pt x="120348" y="66856"/>
                </a:lnTo>
                <a:lnTo>
                  <a:pt x="137541" y="76410"/>
                </a:lnTo>
                <a:lnTo>
                  <a:pt x="154724" y="85963"/>
                </a:lnTo>
                <a:lnTo>
                  <a:pt x="171917" y="95507"/>
                </a:lnTo>
                <a:lnTo>
                  <a:pt x="189109" y="105061"/>
                </a:lnTo>
                <a:lnTo>
                  <a:pt x="206302" y="114614"/>
                </a:lnTo>
                <a:lnTo>
                  <a:pt x="223495" y="124168"/>
                </a:lnTo>
                <a:lnTo>
                  <a:pt x="240687" y="133712"/>
                </a:lnTo>
                <a:lnTo>
                  <a:pt x="257880" y="142484"/>
                </a:lnTo>
                <a:lnTo>
                  <a:pt x="275072" y="132931"/>
                </a:lnTo>
                <a:lnTo>
                  <a:pt x="292265" y="123377"/>
                </a:lnTo>
                <a:lnTo>
                  <a:pt x="309458" y="113833"/>
                </a:lnTo>
                <a:lnTo>
                  <a:pt x="326650" y="104280"/>
                </a:lnTo>
                <a:lnTo>
                  <a:pt x="343843" y="94726"/>
                </a:lnTo>
                <a:lnTo>
                  <a:pt x="361036" y="85173"/>
                </a:lnTo>
                <a:lnTo>
                  <a:pt x="378228" y="75629"/>
                </a:lnTo>
                <a:lnTo>
                  <a:pt x="395421" y="66075"/>
                </a:lnTo>
                <a:lnTo>
                  <a:pt x="412613" y="56521"/>
                </a:lnTo>
                <a:lnTo>
                  <a:pt x="429806" y="46968"/>
                </a:lnTo>
                <a:lnTo>
                  <a:pt x="446999" y="37424"/>
                </a:lnTo>
                <a:lnTo>
                  <a:pt x="464182" y="27870"/>
                </a:lnTo>
                <a:lnTo>
                  <a:pt x="481374" y="18317"/>
                </a:lnTo>
                <a:lnTo>
                  <a:pt x="498567" y="8763"/>
                </a:lnTo>
                <a:lnTo>
                  <a:pt x="514350" y="1619"/>
                </a:lnTo>
                <a:lnTo>
                  <a:pt x="514350" y="21279"/>
                </a:lnTo>
                <a:lnTo>
                  <a:pt x="514350" y="40948"/>
                </a:lnTo>
                <a:lnTo>
                  <a:pt x="514350" y="60617"/>
                </a:lnTo>
                <a:lnTo>
                  <a:pt x="514350" y="80286"/>
                </a:lnTo>
                <a:lnTo>
                  <a:pt x="514350" y="99955"/>
                </a:lnTo>
                <a:lnTo>
                  <a:pt x="514350" y="119615"/>
                </a:lnTo>
                <a:lnTo>
                  <a:pt x="514350" y="139284"/>
                </a:lnTo>
                <a:lnTo>
                  <a:pt x="514350" y="158953"/>
                </a:lnTo>
                <a:lnTo>
                  <a:pt x="514350" y="178622"/>
                </a:lnTo>
                <a:lnTo>
                  <a:pt x="514350" y="198282"/>
                </a:lnTo>
                <a:lnTo>
                  <a:pt x="514350" y="217951"/>
                </a:lnTo>
                <a:lnTo>
                  <a:pt x="514350" y="237620"/>
                </a:lnTo>
                <a:lnTo>
                  <a:pt x="514350" y="257289"/>
                </a:lnTo>
                <a:lnTo>
                  <a:pt x="514350" y="276958"/>
                </a:lnTo>
                <a:lnTo>
                  <a:pt x="514350" y="296618"/>
                </a:lnTo>
                <a:lnTo>
                  <a:pt x="514350" y="316287"/>
                </a:lnTo>
                <a:lnTo>
                  <a:pt x="514350" y="335956"/>
                </a:lnTo>
                <a:lnTo>
                  <a:pt x="514350" y="355625"/>
                </a:lnTo>
                <a:lnTo>
                  <a:pt x="514350" y="375295"/>
                </a:lnTo>
                <a:lnTo>
                  <a:pt x="514350" y="394954"/>
                </a:lnTo>
                <a:lnTo>
                  <a:pt x="514350" y="414623"/>
                </a:lnTo>
                <a:lnTo>
                  <a:pt x="514350" y="434292"/>
                </a:lnTo>
                <a:lnTo>
                  <a:pt x="514350" y="453961"/>
                </a:lnTo>
                <a:lnTo>
                  <a:pt x="514350" y="473621"/>
                </a:lnTo>
                <a:lnTo>
                  <a:pt x="514350" y="493290"/>
                </a:lnTo>
                <a:lnTo>
                  <a:pt x="514350" y="512959"/>
                </a:lnTo>
                <a:lnTo>
                  <a:pt x="514350" y="532628"/>
                </a:lnTo>
                <a:lnTo>
                  <a:pt x="514350" y="552298"/>
                </a:lnTo>
                <a:lnTo>
                  <a:pt x="514350" y="571957"/>
                </a:lnTo>
                <a:lnTo>
                  <a:pt x="514350" y="591626"/>
                </a:lnTo>
                <a:lnTo>
                  <a:pt x="514350" y="611295"/>
                </a:lnTo>
                <a:lnTo>
                  <a:pt x="514350" y="630965"/>
                </a:lnTo>
                <a:lnTo>
                  <a:pt x="514350" y="650624"/>
                </a:lnTo>
                <a:lnTo>
                  <a:pt x="514350" y="670293"/>
                </a:lnTo>
                <a:lnTo>
                  <a:pt x="514350" y="689962"/>
                </a:lnTo>
                <a:lnTo>
                  <a:pt x="514350" y="709632"/>
                </a:lnTo>
                <a:lnTo>
                  <a:pt x="514350" y="729301"/>
                </a:lnTo>
                <a:lnTo>
                  <a:pt x="514350" y="748960"/>
                </a:lnTo>
                <a:lnTo>
                  <a:pt x="514350" y="768629"/>
                </a:lnTo>
                <a:lnTo>
                  <a:pt x="514350" y="788299"/>
                </a:lnTo>
                <a:lnTo>
                  <a:pt x="514350" y="807968"/>
                </a:lnTo>
                <a:lnTo>
                  <a:pt x="514350" y="827637"/>
                </a:lnTo>
                <a:lnTo>
                  <a:pt x="514350" y="847296"/>
                </a:lnTo>
                <a:lnTo>
                  <a:pt x="514350" y="866966"/>
                </a:lnTo>
                <a:lnTo>
                  <a:pt x="514350" y="886635"/>
                </a:lnTo>
                <a:lnTo>
                  <a:pt x="514350" y="906304"/>
                </a:lnTo>
                <a:lnTo>
                  <a:pt x="514350" y="925963"/>
                </a:lnTo>
                <a:lnTo>
                  <a:pt x="514350" y="945632"/>
                </a:lnTo>
                <a:lnTo>
                  <a:pt x="514350" y="965302"/>
                </a:lnTo>
                <a:lnTo>
                  <a:pt x="514350" y="984971"/>
                </a:lnTo>
                <a:lnTo>
                  <a:pt x="514350" y="1004640"/>
                </a:lnTo>
                <a:lnTo>
                  <a:pt x="514350" y="1024299"/>
                </a:lnTo>
                <a:lnTo>
                  <a:pt x="514350" y="1043969"/>
                </a:lnTo>
                <a:lnTo>
                  <a:pt x="514350" y="1063638"/>
                </a:lnTo>
                <a:lnTo>
                  <a:pt x="514350" y="1083307"/>
                </a:lnTo>
                <a:lnTo>
                  <a:pt x="514350" y="1102966"/>
                </a:lnTo>
                <a:lnTo>
                  <a:pt x="514350" y="1122636"/>
                </a:lnTo>
                <a:lnTo>
                  <a:pt x="514350" y="1142305"/>
                </a:lnTo>
                <a:lnTo>
                  <a:pt x="514350" y="1161974"/>
                </a:lnTo>
                <a:lnTo>
                  <a:pt x="514350" y="1181643"/>
                </a:lnTo>
                <a:lnTo>
                  <a:pt x="514350" y="1201303"/>
                </a:lnTo>
                <a:lnTo>
                  <a:pt x="514350" y="1220972"/>
                </a:lnTo>
                <a:lnTo>
                  <a:pt x="514350" y="1240641"/>
                </a:lnTo>
                <a:lnTo>
                  <a:pt x="514350" y="1260310"/>
                </a:lnTo>
                <a:lnTo>
                  <a:pt x="514350" y="1279970"/>
                </a:lnTo>
                <a:lnTo>
                  <a:pt x="514350" y="1299639"/>
                </a:lnTo>
                <a:lnTo>
                  <a:pt x="514350" y="1319308"/>
                </a:lnTo>
                <a:lnTo>
                  <a:pt x="514350" y="1338977"/>
                </a:lnTo>
                <a:lnTo>
                  <a:pt x="514350" y="1358646"/>
                </a:lnTo>
                <a:lnTo>
                  <a:pt x="514350" y="1378306"/>
                </a:lnTo>
                <a:lnTo>
                  <a:pt x="514350" y="1397975"/>
                </a:lnTo>
                <a:lnTo>
                  <a:pt x="514350" y="1417644"/>
                </a:lnTo>
                <a:lnTo>
                  <a:pt x="514350" y="1437313"/>
                </a:lnTo>
                <a:lnTo>
                  <a:pt x="514350" y="1456982"/>
                </a:lnTo>
                <a:lnTo>
                  <a:pt x="514350" y="1476642"/>
                </a:lnTo>
                <a:lnTo>
                  <a:pt x="514350" y="1496311"/>
                </a:lnTo>
                <a:lnTo>
                  <a:pt x="514350" y="1515980"/>
                </a:lnTo>
                <a:lnTo>
                  <a:pt x="514350" y="1535649"/>
                </a:lnTo>
                <a:lnTo>
                  <a:pt x="514350" y="1555309"/>
                </a:lnTo>
                <a:lnTo>
                  <a:pt x="514350" y="1574978"/>
                </a:lnTo>
                <a:lnTo>
                  <a:pt x="514350" y="1594647"/>
                </a:lnTo>
                <a:lnTo>
                  <a:pt x="514350" y="1614316"/>
                </a:lnTo>
                <a:lnTo>
                  <a:pt x="514350" y="1633985"/>
                </a:lnTo>
                <a:lnTo>
                  <a:pt x="514350" y="1653645"/>
                </a:lnTo>
                <a:lnTo>
                  <a:pt x="514350" y="1673314"/>
                </a:lnTo>
                <a:lnTo>
                  <a:pt x="514350" y="1692983"/>
                </a:lnTo>
                <a:lnTo>
                  <a:pt x="514350" y="1712652"/>
                </a:lnTo>
                <a:lnTo>
                  <a:pt x="514350" y="1732312"/>
                </a:lnTo>
                <a:lnTo>
                  <a:pt x="514350" y="1751981"/>
                </a:lnTo>
                <a:lnTo>
                  <a:pt x="514350" y="1771650"/>
                </a:lnTo>
                <a:lnTo>
                  <a:pt x="497157" y="1781204"/>
                </a:lnTo>
                <a:lnTo>
                  <a:pt x="479965" y="1790748"/>
                </a:lnTo>
                <a:lnTo>
                  <a:pt x="462772" y="1800301"/>
                </a:lnTo>
                <a:lnTo>
                  <a:pt x="445580" y="1809855"/>
                </a:lnTo>
                <a:lnTo>
                  <a:pt x="428387" y="1819408"/>
                </a:lnTo>
                <a:lnTo>
                  <a:pt x="411194" y="1828952"/>
                </a:lnTo>
                <a:lnTo>
                  <a:pt x="394002" y="1838506"/>
                </a:lnTo>
                <a:lnTo>
                  <a:pt x="376809" y="1848060"/>
                </a:lnTo>
                <a:lnTo>
                  <a:pt x="359626" y="1857613"/>
                </a:lnTo>
                <a:lnTo>
                  <a:pt x="342433" y="1867157"/>
                </a:lnTo>
                <a:lnTo>
                  <a:pt x="325241" y="1876711"/>
                </a:lnTo>
                <a:lnTo>
                  <a:pt x="308048" y="1886264"/>
                </a:lnTo>
                <a:lnTo>
                  <a:pt x="290855" y="1895818"/>
                </a:lnTo>
                <a:lnTo>
                  <a:pt x="273663" y="1905362"/>
                </a:lnTo>
                <a:lnTo>
                  <a:pt x="256470" y="1914134"/>
                </a:lnTo>
                <a:lnTo>
                  <a:pt x="239278" y="1904581"/>
                </a:lnTo>
                <a:lnTo>
                  <a:pt x="222085" y="1895027"/>
                </a:lnTo>
                <a:lnTo>
                  <a:pt x="204892" y="1885483"/>
                </a:lnTo>
                <a:lnTo>
                  <a:pt x="187700" y="1875930"/>
                </a:lnTo>
                <a:lnTo>
                  <a:pt x="170507" y="1866376"/>
                </a:lnTo>
                <a:lnTo>
                  <a:pt x="153314" y="1856823"/>
                </a:lnTo>
                <a:lnTo>
                  <a:pt x="136122" y="1847279"/>
                </a:lnTo>
                <a:lnTo>
                  <a:pt x="118929" y="1837725"/>
                </a:lnTo>
                <a:lnTo>
                  <a:pt x="101737" y="1828171"/>
                </a:lnTo>
                <a:lnTo>
                  <a:pt x="84544" y="1818618"/>
                </a:lnTo>
                <a:lnTo>
                  <a:pt x="67351" y="1809074"/>
                </a:lnTo>
                <a:lnTo>
                  <a:pt x="50168" y="1799520"/>
                </a:lnTo>
                <a:lnTo>
                  <a:pt x="32976" y="1789967"/>
                </a:lnTo>
                <a:lnTo>
                  <a:pt x="15783" y="1780413"/>
                </a:lnTo>
                <a:lnTo>
                  <a:pt x="0" y="1770031"/>
                </a:lnTo>
                <a:lnTo>
                  <a:pt x="0" y="1750371"/>
                </a:lnTo>
                <a:lnTo>
                  <a:pt x="0" y="1730702"/>
                </a:lnTo>
                <a:lnTo>
                  <a:pt x="0" y="1711033"/>
                </a:lnTo>
                <a:lnTo>
                  <a:pt x="0" y="1691364"/>
                </a:lnTo>
                <a:lnTo>
                  <a:pt x="0" y="1671695"/>
                </a:lnTo>
                <a:lnTo>
                  <a:pt x="0" y="1652035"/>
                </a:lnTo>
                <a:lnTo>
                  <a:pt x="0" y="1632366"/>
                </a:lnTo>
                <a:lnTo>
                  <a:pt x="0" y="1612697"/>
                </a:lnTo>
                <a:lnTo>
                  <a:pt x="0" y="1593028"/>
                </a:lnTo>
                <a:lnTo>
                  <a:pt x="0" y="1573368"/>
                </a:lnTo>
                <a:lnTo>
                  <a:pt x="0" y="1553699"/>
                </a:lnTo>
                <a:lnTo>
                  <a:pt x="0" y="1534030"/>
                </a:lnTo>
                <a:lnTo>
                  <a:pt x="0" y="1514361"/>
                </a:lnTo>
                <a:lnTo>
                  <a:pt x="0" y="1494692"/>
                </a:lnTo>
                <a:lnTo>
                  <a:pt x="0" y="1475032"/>
                </a:lnTo>
                <a:lnTo>
                  <a:pt x="0" y="1455363"/>
                </a:lnTo>
                <a:lnTo>
                  <a:pt x="0" y="1435694"/>
                </a:lnTo>
                <a:lnTo>
                  <a:pt x="0" y="1416025"/>
                </a:lnTo>
                <a:lnTo>
                  <a:pt x="0" y="1396355"/>
                </a:lnTo>
                <a:lnTo>
                  <a:pt x="0" y="1376696"/>
                </a:lnTo>
                <a:lnTo>
                  <a:pt x="0" y="1357027"/>
                </a:lnTo>
                <a:lnTo>
                  <a:pt x="0" y="1337358"/>
                </a:lnTo>
                <a:lnTo>
                  <a:pt x="0" y="1317689"/>
                </a:lnTo>
                <a:lnTo>
                  <a:pt x="0" y="1298029"/>
                </a:lnTo>
                <a:lnTo>
                  <a:pt x="0" y="1278360"/>
                </a:lnTo>
                <a:lnTo>
                  <a:pt x="0" y="1258691"/>
                </a:lnTo>
                <a:lnTo>
                  <a:pt x="0" y="1239022"/>
                </a:lnTo>
                <a:lnTo>
                  <a:pt x="0" y="1219352"/>
                </a:lnTo>
                <a:lnTo>
                  <a:pt x="0" y="1199693"/>
                </a:lnTo>
                <a:lnTo>
                  <a:pt x="0" y="1180024"/>
                </a:lnTo>
                <a:lnTo>
                  <a:pt x="0" y="1160355"/>
                </a:lnTo>
                <a:lnTo>
                  <a:pt x="0" y="1140685"/>
                </a:lnTo>
                <a:lnTo>
                  <a:pt x="0" y="1121026"/>
                </a:lnTo>
                <a:lnTo>
                  <a:pt x="0" y="1101357"/>
                </a:lnTo>
                <a:lnTo>
                  <a:pt x="0" y="1081688"/>
                </a:lnTo>
                <a:lnTo>
                  <a:pt x="0" y="1062018"/>
                </a:lnTo>
                <a:lnTo>
                  <a:pt x="0" y="1042349"/>
                </a:lnTo>
                <a:lnTo>
                  <a:pt x="0" y="1022690"/>
                </a:lnTo>
                <a:lnTo>
                  <a:pt x="0" y="1003021"/>
                </a:lnTo>
                <a:lnTo>
                  <a:pt x="0" y="983351"/>
                </a:lnTo>
                <a:lnTo>
                  <a:pt x="0" y="963682"/>
                </a:lnTo>
                <a:lnTo>
                  <a:pt x="0" y="944023"/>
                </a:lnTo>
                <a:lnTo>
                  <a:pt x="0" y="924354"/>
                </a:lnTo>
                <a:lnTo>
                  <a:pt x="0" y="904685"/>
                </a:lnTo>
                <a:lnTo>
                  <a:pt x="0" y="885015"/>
                </a:lnTo>
                <a:lnTo>
                  <a:pt x="0" y="865346"/>
                </a:lnTo>
                <a:lnTo>
                  <a:pt x="0" y="845687"/>
                </a:lnTo>
                <a:lnTo>
                  <a:pt x="0" y="826018"/>
                </a:lnTo>
                <a:lnTo>
                  <a:pt x="0" y="806348"/>
                </a:lnTo>
                <a:lnTo>
                  <a:pt x="0" y="786679"/>
                </a:lnTo>
                <a:lnTo>
                  <a:pt x="0" y="767010"/>
                </a:lnTo>
                <a:lnTo>
                  <a:pt x="0" y="747351"/>
                </a:lnTo>
                <a:lnTo>
                  <a:pt x="0" y="727681"/>
                </a:lnTo>
                <a:lnTo>
                  <a:pt x="0" y="708012"/>
                </a:lnTo>
                <a:lnTo>
                  <a:pt x="0" y="688343"/>
                </a:lnTo>
                <a:lnTo>
                  <a:pt x="0" y="668684"/>
                </a:lnTo>
                <a:lnTo>
                  <a:pt x="0" y="649014"/>
                </a:lnTo>
                <a:lnTo>
                  <a:pt x="0" y="629345"/>
                </a:lnTo>
                <a:lnTo>
                  <a:pt x="0" y="609676"/>
                </a:lnTo>
                <a:lnTo>
                  <a:pt x="0" y="590007"/>
                </a:lnTo>
                <a:lnTo>
                  <a:pt x="0" y="570347"/>
                </a:lnTo>
                <a:lnTo>
                  <a:pt x="0" y="550678"/>
                </a:lnTo>
                <a:lnTo>
                  <a:pt x="0" y="531009"/>
                </a:lnTo>
                <a:lnTo>
                  <a:pt x="0" y="511340"/>
                </a:lnTo>
                <a:lnTo>
                  <a:pt x="0" y="491681"/>
                </a:lnTo>
                <a:lnTo>
                  <a:pt x="0" y="472011"/>
                </a:lnTo>
                <a:lnTo>
                  <a:pt x="0" y="452342"/>
                </a:lnTo>
                <a:lnTo>
                  <a:pt x="0" y="432673"/>
                </a:lnTo>
                <a:lnTo>
                  <a:pt x="0" y="413004"/>
                </a:lnTo>
                <a:lnTo>
                  <a:pt x="0" y="393344"/>
                </a:lnTo>
                <a:lnTo>
                  <a:pt x="0" y="373675"/>
                </a:lnTo>
                <a:lnTo>
                  <a:pt x="0" y="354006"/>
                </a:lnTo>
                <a:lnTo>
                  <a:pt x="0" y="334337"/>
                </a:lnTo>
                <a:lnTo>
                  <a:pt x="0" y="314668"/>
                </a:lnTo>
                <a:lnTo>
                  <a:pt x="0" y="295008"/>
                </a:lnTo>
                <a:lnTo>
                  <a:pt x="0" y="275339"/>
                </a:lnTo>
                <a:lnTo>
                  <a:pt x="0" y="255670"/>
                </a:lnTo>
                <a:lnTo>
                  <a:pt x="0" y="236001"/>
                </a:lnTo>
                <a:lnTo>
                  <a:pt x="0" y="216341"/>
                </a:lnTo>
                <a:lnTo>
                  <a:pt x="0" y="196672"/>
                </a:lnTo>
                <a:lnTo>
                  <a:pt x="0" y="177003"/>
                </a:lnTo>
                <a:lnTo>
                  <a:pt x="0" y="157334"/>
                </a:lnTo>
                <a:lnTo>
                  <a:pt x="0" y="137665"/>
                </a:lnTo>
                <a:lnTo>
                  <a:pt x="0" y="118005"/>
                </a:lnTo>
                <a:lnTo>
                  <a:pt x="0" y="98336"/>
                </a:lnTo>
                <a:lnTo>
                  <a:pt x="0" y="78667"/>
                </a:lnTo>
                <a:lnTo>
                  <a:pt x="0" y="58998"/>
                </a:lnTo>
                <a:lnTo>
                  <a:pt x="0" y="39338"/>
                </a:lnTo>
                <a:lnTo>
                  <a:pt x="0" y="19669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23" name="phase-title-1">
            <a:extLst xmlns:a="http://schemas.openxmlformats.org/drawingml/2006/main">
              <a:ext uri="{FF2B5EF4-FFF2-40B4-BE49-F238E27FC236}">
                <a16:creationId xmlns:a16="http://schemas.microsoft.com/office/drawing/2014/main" id="{553E3500-D8AF-433D-AB22-0FC200C56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4782293"/>
            <a:ext cx="1428750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培育与转化</a:t>
            </a:r>
          </a:p>
        </p:txBody>
      </p:sp>
      <p:sp>
        <p:nvSpPr>
          <p:cNvPr id="24" name="phase-body-1">
            <a:extLst xmlns:a="http://schemas.openxmlformats.org/drawingml/2006/main">
              <a:ext uri="{FF2B5EF4-FFF2-40B4-BE49-F238E27FC236}">
                <a16:creationId xmlns:a16="http://schemas.microsoft.com/office/drawing/2014/main" id="{8BD0D5DC-AC8D-422C-8571-375B4CA2F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5136509"/>
            <a:ext cx="1428750" cy="587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让有效意向沉</a:t>
            </a:r>
          </a:p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淀为长期价值</a:t>
            </a:r>
          </a:p>
        </p:txBody>
      </p:sp>
      <p:sp>
        <p:nvSpPr>
          <p:cNvPr id="25" name="action-icon-shell-1-0">
            <a:extLst xmlns:a="http://schemas.openxmlformats.org/drawingml/2006/main">
              <a:ext uri="{FF2B5EF4-FFF2-40B4-BE49-F238E27FC236}">
                <a16:creationId xmlns:a16="http://schemas.microsoft.com/office/drawing/2014/main" id="{14A2C975-8C37-45A0-829B-67108D5A5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5081588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8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dc3134e51fa4a11">
            <a:extLst>
              <a:ext uri="{96DAC541-7B7A-43D3-8B79-37D633B846F1}">
                <asvg:svgBlip xmlns:asvg="http://schemas.microsoft.com/office/drawing/2016/SVG/main" r:embed="R6ad04c89c51c49c3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5157788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27" name="action-title-1-0">
            <a:extLst xmlns:a="http://schemas.openxmlformats.org/drawingml/2006/main">
              <a:ext uri="{FF2B5EF4-FFF2-40B4-BE49-F238E27FC236}">
                <a16:creationId xmlns:a16="http://schemas.microsoft.com/office/drawing/2014/main" id="{07D17989-66E6-4F38-9BB4-598307C3A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5020570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数据打通</a:t>
            </a:r>
          </a:p>
        </p:txBody>
      </p:sp>
      <p:sp>
        <p:nvSpPr>
          <p:cNvPr id="28" name="action-body-1-0">
            <a:extLst xmlns:a="http://schemas.openxmlformats.org/drawingml/2006/main">
              <a:ext uri="{FF2B5EF4-FFF2-40B4-BE49-F238E27FC236}">
                <a16:creationId xmlns:a16="http://schemas.microsoft.com/office/drawing/2014/main" id="{045791D8-E940-467A-BA07-7CA48FA81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5249170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统一分析对象</a:t>
            </a:r>
          </a:p>
        </p:txBody>
      </p:sp>
      <p:sp>
        <p:nvSpPr>
          <p:cNvPr id="29" name="action-icon-shell-1-1">
            <a:extLst xmlns:a="http://schemas.openxmlformats.org/drawingml/2006/main">
              <a:ext uri="{FF2B5EF4-FFF2-40B4-BE49-F238E27FC236}">
                <a16:creationId xmlns:a16="http://schemas.microsoft.com/office/drawing/2014/main" id="{7A83E683-C16A-4C5D-A021-B3FE5A6B0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5081588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9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881e1ba35cb4f76">
            <a:extLst>
              <a:ext uri="{96DAC541-7B7A-43D3-8B79-37D633B846F1}">
                <asvg:svgBlip xmlns:asvg="http://schemas.microsoft.com/office/drawing/2016/SVG/main" r:embed="R1535c0c0a9b64b87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5157788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31" name="action-title-1-1">
            <a:extLst xmlns:a="http://schemas.openxmlformats.org/drawingml/2006/main">
              <a:ext uri="{FF2B5EF4-FFF2-40B4-BE49-F238E27FC236}">
                <a16:creationId xmlns:a16="http://schemas.microsoft.com/office/drawing/2014/main" id="{EFCB5E09-747D-4B30-B4CB-DF8E1B83C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5020570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自动分群</a:t>
            </a:r>
          </a:p>
        </p:txBody>
      </p:sp>
      <p:sp>
        <p:nvSpPr>
          <p:cNvPr id="32" name="action-body-1-1">
            <a:extLst xmlns:a="http://schemas.openxmlformats.org/drawingml/2006/main">
              <a:ext uri="{FF2B5EF4-FFF2-40B4-BE49-F238E27FC236}">
                <a16:creationId xmlns:a16="http://schemas.microsoft.com/office/drawing/2014/main" id="{80A33F2F-66BD-401F-AC60-C0C25CBC2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5249170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指导持续运营</a:t>
            </a:r>
          </a:p>
        </p:txBody>
      </p:sp>
      <p:sp>
        <p:nvSpPr>
          <p:cNvPr id="33" name="funnel-step-body-0">
            <a:extLst xmlns:a="http://schemas.openxmlformats.org/drawingml/2006/main">
              <a:ext uri="{FF2B5EF4-FFF2-40B4-BE49-F238E27FC236}">
                <a16:creationId xmlns:a16="http://schemas.microsoft.com/office/drawing/2014/main" id="{996F9C48-A1C9-4610-8E07-432015323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52750" y="2514600"/>
            <a:ext cx="3331178" cy="807244"/>
          </a:xfrm>
          <a:custGeom xmlns:a="http://schemas.openxmlformats.org/drawingml/2006/main">
            <a:pathLst>
              <a:path w="3331178" h="807244">
                <a:moveTo>
                  <a:pt x="0" y="0"/>
                </a:moveTo>
                <a:lnTo>
                  <a:pt x="15011" y="27756"/>
                </a:lnTo>
                <a:lnTo>
                  <a:pt x="30032" y="55502"/>
                </a:lnTo>
                <a:lnTo>
                  <a:pt x="45044" y="83258"/>
                </a:lnTo>
                <a:lnTo>
                  <a:pt x="60065" y="111014"/>
                </a:lnTo>
                <a:lnTo>
                  <a:pt x="75076" y="138760"/>
                </a:lnTo>
                <a:lnTo>
                  <a:pt x="90087" y="166516"/>
                </a:lnTo>
                <a:lnTo>
                  <a:pt x="105108" y="194262"/>
                </a:lnTo>
                <a:lnTo>
                  <a:pt x="120120" y="222018"/>
                </a:lnTo>
                <a:lnTo>
                  <a:pt x="135141" y="249774"/>
                </a:lnTo>
                <a:lnTo>
                  <a:pt x="150152" y="277520"/>
                </a:lnTo>
                <a:lnTo>
                  <a:pt x="165164" y="305276"/>
                </a:lnTo>
                <a:lnTo>
                  <a:pt x="180184" y="333032"/>
                </a:lnTo>
                <a:lnTo>
                  <a:pt x="195196" y="360778"/>
                </a:lnTo>
                <a:lnTo>
                  <a:pt x="210217" y="388534"/>
                </a:lnTo>
                <a:lnTo>
                  <a:pt x="225228" y="416281"/>
                </a:lnTo>
                <a:lnTo>
                  <a:pt x="240249" y="444036"/>
                </a:lnTo>
                <a:lnTo>
                  <a:pt x="255260" y="471792"/>
                </a:lnTo>
                <a:lnTo>
                  <a:pt x="270272" y="499539"/>
                </a:lnTo>
                <a:lnTo>
                  <a:pt x="285293" y="527294"/>
                </a:lnTo>
                <a:lnTo>
                  <a:pt x="300304" y="555050"/>
                </a:lnTo>
                <a:lnTo>
                  <a:pt x="315325" y="582797"/>
                </a:lnTo>
                <a:lnTo>
                  <a:pt x="330337" y="610553"/>
                </a:lnTo>
                <a:lnTo>
                  <a:pt x="345348" y="638299"/>
                </a:lnTo>
                <a:lnTo>
                  <a:pt x="360369" y="666055"/>
                </a:lnTo>
                <a:lnTo>
                  <a:pt x="375380" y="693811"/>
                </a:lnTo>
                <a:lnTo>
                  <a:pt x="390401" y="721557"/>
                </a:lnTo>
                <a:lnTo>
                  <a:pt x="411366" y="743064"/>
                </a:lnTo>
                <a:lnTo>
                  <a:pt x="441579" y="752046"/>
                </a:lnTo>
                <a:lnTo>
                  <a:pt x="472526" y="758200"/>
                </a:lnTo>
                <a:lnTo>
                  <a:pt x="503701" y="763057"/>
                </a:lnTo>
                <a:lnTo>
                  <a:pt x="534991" y="767115"/>
                </a:lnTo>
                <a:lnTo>
                  <a:pt x="566347" y="770639"/>
                </a:lnTo>
                <a:lnTo>
                  <a:pt x="597741" y="773754"/>
                </a:lnTo>
                <a:lnTo>
                  <a:pt x="629174" y="776554"/>
                </a:lnTo>
                <a:lnTo>
                  <a:pt x="660625" y="779078"/>
                </a:lnTo>
                <a:lnTo>
                  <a:pt x="692096" y="781393"/>
                </a:lnTo>
                <a:lnTo>
                  <a:pt x="723576" y="783517"/>
                </a:lnTo>
                <a:lnTo>
                  <a:pt x="755075" y="785479"/>
                </a:lnTo>
                <a:lnTo>
                  <a:pt x="786575" y="787298"/>
                </a:lnTo>
                <a:lnTo>
                  <a:pt x="818083" y="788984"/>
                </a:lnTo>
                <a:lnTo>
                  <a:pt x="849592" y="790556"/>
                </a:lnTo>
                <a:lnTo>
                  <a:pt x="881120" y="792023"/>
                </a:lnTo>
                <a:lnTo>
                  <a:pt x="912638" y="793394"/>
                </a:lnTo>
                <a:lnTo>
                  <a:pt x="944166" y="794671"/>
                </a:lnTo>
                <a:lnTo>
                  <a:pt x="975703" y="795861"/>
                </a:lnTo>
                <a:lnTo>
                  <a:pt x="1007231" y="796985"/>
                </a:lnTo>
                <a:lnTo>
                  <a:pt x="1038768" y="798033"/>
                </a:lnTo>
                <a:lnTo>
                  <a:pt x="1070305" y="798995"/>
                </a:lnTo>
                <a:lnTo>
                  <a:pt x="1101852" y="799900"/>
                </a:lnTo>
                <a:lnTo>
                  <a:pt x="1133389" y="800748"/>
                </a:lnTo>
                <a:lnTo>
                  <a:pt x="1164936" y="801538"/>
                </a:lnTo>
                <a:lnTo>
                  <a:pt x="1196483" y="802262"/>
                </a:lnTo>
                <a:lnTo>
                  <a:pt x="1228030" y="802938"/>
                </a:lnTo>
                <a:lnTo>
                  <a:pt x="1259576" y="803548"/>
                </a:lnTo>
                <a:lnTo>
                  <a:pt x="1291123" y="804110"/>
                </a:lnTo>
                <a:lnTo>
                  <a:pt x="1322680" y="804624"/>
                </a:lnTo>
                <a:lnTo>
                  <a:pt x="1354226" y="805091"/>
                </a:lnTo>
                <a:lnTo>
                  <a:pt x="1385773" y="805510"/>
                </a:lnTo>
                <a:lnTo>
                  <a:pt x="1417330" y="805882"/>
                </a:lnTo>
                <a:lnTo>
                  <a:pt x="1448886" y="806206"/>
                </a:lnTo>
                <a:lnTo>
                  <a:pt x="1480433" y="806482"/>
                </a:lnTo>
                <a:lnTo>
                  <a:pt x="1511989" y="806720"/>
                </a:lnTo>
                <a:lnTo>
                  <a:pt x="1543545" y="806910"/>
                </a:lnTo>
                <a:lnTo>
                  <a:pt x="1575092" y="807063"/>
                </a:lnTo>
                <a:lnTo>
                  <a:pt x="1606648" y="807168"/>
                </a:lnTo>
                <a:lnTo>
                  <a:pt x="1638205" y="807225"/>
                </a:lnTo>
                <a:lnTo>
                  <a:pt x="1669752" y="807244"/>
                </a:lnTo>
                <a:lnTo>
                  <a:pt x="1701308" y="807215"/>
                </a:lnTo>
                <a:lnTo>
                  <a:pt x="1732864" y="807149"/>
                </a:lnTo>
                <a:lnTo>
                  <a:pt x="1764421" y="807034"/>
                </a:lnTo>
                <a:lnTo>
                  <a:pt x="1795967" y="806882"/>
                </a:lnTo>
                <a:lnTo>
                  <a:pt x="1827524" y="806682"/>
                </a:lnTo>
                <a:lnTo>
                  <a:pt x="1859080" y="806434"/>
                </a:lnTo>
                <a:lnTo>
                  <a:pt x="1890627" y="806148"/>
                </a:lnTo>
                <a:lnTo>
                  <a:pt x="1922183" y="805815"/>
                </a:lnTo>
                <a:lnTo>
                  <a:pt x="1953730" y="805434"/>
                </a:lnTo>
                <a:lnTo>
                  <a:pt x="1985286" y="805015"/>
                </a:lnTo>
                <a:lnTo>
                  <a:pt x="2016833" y="804539"/>
                </a:lnTo>
                <a:lnTo>
                  <a:pt x="2048380" y="804015"/>
                </a:lnTo>
                <a:lnTo>
                  <a:pt x="2079936" y="803443"/>
                </a:lnTo>
                <a:lnTo>
                  <a:pt x="2111483" y="802815"/>
                </a:lnTo>
                <a:lnTo>
                  <a:pt x="2143030" y="802129"/>
                </a:lnTo>
                <a:lnTo>
                  <a:pt x="2174577" y="801395"/>
                </a:lnTo>
                <a:lnTo>
                  <a:pt x="2206114" y="800595"/>
                </a:lnTo>
                <a:lnTo>
                  <a:pt x="2237661" y="799748"/>
                </a:lnTo>
                <a:lnTo>
                  <a:pt x="2269198" y="798833"/>
                </a:lnTo>
                <a:lnTo>
                  <a:pt x="2300735" y="797843"/>
                </a:lnTo>
                <a:lnTo>
                  <a:pt x="2332272" y="796785"/>
                </a:lnTo>
                <a:lnTo>
                  <a:pt x="2363810" y="795652"/>
                </a:lnTo>
                <a:lnTo>
                  <a:pt x="2395337" y="794442"/>
                </a:lnTo>
                <a:lnTo>
                  <a:pt x="2426865" y="793156"/>
                </a:lnTo>
                <a:lnTo>
                  <a:pt x="2458393" y="791766"/>
                </a:lnTo>
                <a:lnTo>
                  <a:pt x="2489911" y="790280"/>
                </a:lnTo>
                <a:lnTo>
                  <a:pt x="2521420" y="788689"/>
                </a:lnTo>
                <a:lnTo>
                  <a:pt x="2552929" y="786975"/>
                </a:lnTo>
                <a:lnTo>
                  <a:pt x="2584428" y="785136"/>
                </a:lnTo>
                <a:lnTo>
                  <a:pt x="2615917" y="783136"/>
                </a:lnTo>
                <a:lnTo>
                  <a:pt x="2647398" y="780993"/>
                </a:lnTo>
                <a:lnTo>
                  <a:pt x="2678868" y="778640"/>
                </a:lnTo>
                <a:lnTo>
                  <a:pt x="2710320" y="776059"/>
                </a:lnTo>
                <a:lnTo>
                  <a:pt x="2741743" y="773211"/>
                </a:lnTo>
                <a:lnTo>
                  <a:pt x="2773137" y="770030"/>
                </a:lnTo>
                <a:lnTo>
                  <a:pt x="2804484" y="766420"/>
                </a:lnTo>
                <a:lnTo>
                  <a:pt x="2835754" y="762238"/>
                </a:lnTo>
                <a:lnTo>
                  <a:pt x="2866901" y="757199"/>
                </a:lnTo>
                <a:lnTo>
                  <a:pt x="2897772" y="750703"/>
                </a:lnTo>
                <a:lnTo>
                  <a:pt x="2927652" y="740721"/>
                </a:lnTo>
                <a:lnTo>
                  <a:pt x="2946092" y="716490"/>
                </a:lnTo>
                <a:lnTo>
                  <a:pt x="2961113" y="688743"/>
                </a:lnTo>
                <a:lnTo>
                  <a:pt x="2976124" y="660987"/>
                </a:lnTo>
                <a:lnTo>
                  <a:pt x="2991145" y="633232"/>
                </a:lnTo>
                <a:lnTo>
                  <a:pt x="3006157" y="605485"/>
                </a:lnTo>
                <a:lnTo>
                  <a:pt x="3021168" y="577729"/>
                </a:lnTo>
                <a:lnTo>
                  <a:pt x="3036189" y="549983"/>
                </a:lnTo>
                <a:lnTo>
                  <a:pt x="3051200" y="522227"/>
                </a:lnTo>
                <a:lnTo>
                  <a:pt x="3066221" y="494471"/>
                </a:lnTo>
                <a:lnTo>
                  <a:pt x="3081233" y="466725"/>
                </a:lnTo>
                <a:lnTo>
                  <a:pt x="3096244" y="438969"/>
                </a:lnTo>
                <a:lnTo>
                  <a:pt x="3111265" y="411213"/>
                </a:lnTo>
                <a:lnTo>
                  <a:pt x="3126276" y="383467"/>
                </a:lnTo>
                <a:lnTo>
                  <a:pt x="3141297" y="355711"/>
                </a:lnTo>
                <a:lnTo>
                  <a:pt x="3156309" y="327965"/>
                </a:lnTo>
                <a:lnTo>
                  <a:pt x="3171320" y="300209"/>
                </a:lnTo>
                <a:lnTo>
                  <a:pt x="3186341" y="272453"/>
                </a:lnTo>
                <a:lnTo>
                  <a:pt x="3201353" y="244707"/>
                </a:lnTo>
                <a:lnTo>
                  <a:pt x="3216373" y="216951"/>
                </a:lnTo>
                <a:lnTo>
                  <a:pt x="3231385" y="189195"/>
                </a:lnTo>
                <a:lnTo>
                  <a:pt x="3246396" y="161449"/>
                </a:lnTo>
                <a:lnTo>
                  <a:pt x="3261417" y="133693"/>
                </a:lnTo>
                <a:lnTo>
                  <a:pt x="3276429" y="105937"/>
                </a:lnTo>
                <a:lnTo>
                  <a:pt x="3291449" y="78191"/>
                </a:lnTo>
                <a:lnTo>
                  <a:pt x="3306461" y="50435"/>
                </a:lnTo>
                <a:lnTo>
                  <a:pt x="3321472" y="22689"/>
                </a:lnTo>
                <a:lnTo>
                  <a:pt x="3331178" y="4982"/>
                </a:lnTo>
                <a:lnTo>
                  <a:pt x="3302260" y="16955"/>
                </a:lnTo>
                <a:lnTo>
                  <a:pt x="3271390" y="23451"/>
                </a:lnTo>
                <a:lnTo>
                  <a:pt x="3240224" y="28318"/>
                </a:lnTo>
                <a:lnTo>
                  <a:pt x="3208915" y="32309"/>
                </a:lnTo>
                <a:lnTo>
                  <a:pt x="3177550" y="35728"/>
                </a:lnTo>
                <a:lnTo>
                  <a:pt x="3146146" y="38757"/>
                </a:lnTo>
                <a:lnTo>
                  <a:pt x="3114704" y="41462"/>
                </a:lnTo>
                <a:lnTo>
                  <a:pt x="3083252" y="43920"/>
                </a:lnTo>
                <a:lnTo>
                  <a:pt x="3051772" y="46177"/>
                </a:lnTo>
                <a:lnTo>
                  <a:pt x="3020292" y="48254"/>
                </a:lnTo>
                <a:lnTo>
                  <a:pt x="2988793" y="50187"/>
                </a:lnTo>
                <a:lnTo>
                  <a:pt x="2957293" y="51978"/>
                </a:lnTo>
                <a:lnTo>
                  <a:pt x="2925785" y="53673"/>
                </a:lnTo>
                <a:lnTo>
                  <a:pt x="2894267" y="55255"/>
                </a:lnTo>
                <a:lnTo>
                  <a:pt x="2862748" y="56740"/>
                </a:lnTo>
                <a:lnTo>
                  <a:pt x="2831230" y="58150"/>
                </a:lnTo>
                <a:lnTo>
                  <a:pt x="2799702" y="59474"/>
                </a:lnTo>
                <a:lnTo>
                  <a:pt x="2768175" y="60731"/>
                </a:lnTo>
                <a:lnTo>
                  <a:pt x="2736647" y="61922"/>
                </a:lnTo>
                <a:lnTo>
                  <a:pt x="2705110" y="63046"/>
                </a:lnTo>
                <a:lnTo>
                  <a:pt x="2673572" y="64113"/>
                </a:lnTo>
                <a:lnTo>
                  <a:pt x="2642035" y="65132"/>
                </a:lnTo>
                <a:lnTo>
                  <a:pt x="2610498" y="66094"/>
                </a:lnTo>
                <a:lnTo>
                  <a:pt x="2578951" y="67008"/>
                </a:lnTo>
                <a:lnTo>
                  <a:pt x="2547414" y="67885"/>
                </a:lnTo>
                <a:lnTo>
                  <a:pt x="2515867" y="68704"/>
                </a:lnTo>
                <a:lnTo>
                  <a:pt x="2484330" y="69494"/>
                </a:lnTo>
                <a:lnTo>
                  <a:pt x="2452783" y="70237"/>
                </a:lnTo>
                <a:lnTo>
                  <a:pt x="2421236" y="70942"/>
                </a:lnTo>
                <a:lnTo>
                  <a:pt x="2389689" y="71609"/>
                </a:lnTo>
                <a:lnTo>
                  <a:pt x="2358142" y="72238"/>
                </a:lnTo>
                <a:lnTo>
                  <a:pt x="2326596" y="72828"/>
                </a:lnTo>
                <a:lnTo>
                  <a:pt x="2295039" y="73390"/>
                </a:lnTo>
                <a:lnTo>
                  <a:pt x="2263492" y="73924"/>
                </a:lnTo>
                <a:lnTo>
                  <a:pt x="2231946" y="74419"/>
                </a:lnTo>
                <a:lnTo>
                  <a:pt x="2200389" y="74886"/>
                </a:lnTo>
                <a:lnTo>
                  <a:pt x="2168843" y="75324"/>
                </a:lnTo>
                <a:lnTo>
                  <a:pt x="2137296" y="75724"/>
                </a:lnTo>
                <a:lnTo>
                  <a:pt x="2105739" y="76105"/>
                </a:lnTo>
                <a:lnTo>
                  <a:pt x="2074183" y="76457"/>
                </a:lnTo>
                <a:lnTo>
                  <a:pt x="2042636" y="76772"/>
                </a:lnTo>
                <a:lnTo>
                  <a:pt x="2011080" y="77067"/>
                </a:lnTo>
                <a:lnTo>
                  <a:pt x="1979533" y="77343"/>
                </a:lnTo>
                <a:lnTo>
                  <a:pt x="1947977" y="77572"/>
                </a:lnTo>
                <a:lnTo>
                  <a:pt x="1916420" y="77791"/>
                </a:lnTo>
                <a:lnTo>
                  <a:pt x="1884874" y="77972"/>
                </a:lnTo>
                <a:lnTo>
                  <a:pt x="1853317" y="78143"/>
                </a:lnTo>
                <a:lnTo>
                  <a:pt x="1821761" y="78276"/>
                </a:lnTo>
                <a:lnTo>
                  <a:pt x="1790214" y="78391"/>
                </a:lnTo>
                <a:lnTo>
                  <a:pt x="1758658" y="78467"/>
                </a:lnTo>
                <a:lnTo>
                  <a:pt x="1727102" y="78534"/>
                </a:lnTo>
                <a:lnTo>
                  <a:pt x="1695545" y="78572"/>
                </a:lnTo>
                <a:lnTo>
                  <a:pt x="1663998" y="78581"/>
                </a:lnTo>
                <a:lnTo>
                  <a:pt x="1632442" y="78562"/>
                </a:lnTo>
                <a:lnTo>
                  <a:pt x="1600886" y="78524"/>
                </a:lnTo>
                <a:lnTo>
                  <a:pt x="1569329" y="78457"/>
                </a:lnTo>
                <a:lnTo>
                  <a:pt x="1537783" y="78372"/>
                </a:lnTo>
                <a:lnTo>
                  <a:pt x="1506226" y="78257"/>
                </a:lnTo>
                <a:lnTo>
                  <a:pt x="1474670" y="78115"/>
                </a:lnTo>
                <a:lnTo>
                  <a:pt x="1443114" y="77943"/>
                </a:lnTo>
                <a:lnTo>
                  <a:pt x="1411567" y="77753"/>
                </a:lnTo>
                <a:lnTo>
                  <a:pt x="1380011" y="77534"/>
                </a:lnTo>
                <a:lnTo>
                  <a:pt x="1348454" y="77286"/>
                </a:lnTo>
                <a:lnTo>
                  <a:pt x="1316907" y="77019"/>
                </a:lnTo>
                <a:lnTo>
                  <a:pt x="1285351" y="76724"/>
                </a:lnTo>
                <a:lnTo>
                  <a:pt x="1253804" y="76391"/>
                </a:lnTo>
                <a:lnTo>
                  <a:pt x="1222248" y="76038"/>
                </a:lnTo>
                <a:lnTo>
                  <a:pt x="1190701" y="75657"/>
                </a:lnTo>
                <a:lnTo>
                  <a:pt x="1159145" y="75248"/>
                </a:lnTo>
                <a:lnTo>
                  <a:pt x="1127598" y="74809"/>
                </a:lnTo>
                <a:lnTo>
                  <a:pt x="1096042" y="74333"/>
                </a:lnTo>
                <a:lnTo>
                  <a:pt x="1064495" y="73828"/>
                </a:lnTo>
                <a:lnTo>
                  <a:pt x="1032948" y="73295"/>
                </a:lnTo>
                <a:lnTo>
                  <a:pt x="1001401" y="72723"/>
                </a:lnTo>
                <a:lnTo>
                  <a:pt x="969845" y="72123"/>
                </a:lnTo>
                <a:lnTo>
                  <a:pt x="938298" y="71485"/>
                </a:lnTo>
                <a:lnTo>
                  <a:pt x="906751" y="70809"/>
                </a:lnTo>
                <a:lnTo>
                  <a:pt x="875205" y="70104"/>
                </a:lnTo>
                <a:lnTo>
                  <a:pt x="843667" y="69352"/>
                </a:lnTo>
                <a:lnTo>
                  <a:pt x="812121" y="68561"/>
                </a:lnTo>
                <a:lnTo>
                  <a:pt x="780574" y="67723"/>
                </a:lnTo>
                <a:lnTo>
                  <a:pt x="749036" y="66846"/>
                </a:lnTo>
                <a:lnTo>
                  <a:pt x="717499" y="65923"/>
                </a:lnTo>
                <a:lnTo>
                  <a:pt x="685952" y="64951"/>
                </a:lnTo>
                <a:lnTo>
                  <a:pt x="654415" y="63922"/>
                </a:lnTo>
                <a:lnTo>
                  <a:pt x="622887" y="62846"/>
                </a:lnTo>
                <a:lnTo>
                  <a:pt x="591350" y="61703"/>
                </a:lnTo>
                <a:lnTo>
                  <a:pt x="559822" y="60503"/>
                </a:lnTo>
                <a:lnTo>
                  <a:pt x="528295" y="59236"/>
                </a:lnTo>
                <a:lnTo>
                  <a:pt x="496767" y="57902"/>
                </a:lnTo>
                <a:lnTo>
                  <a:pt x="465239" y="56483"/>
                </a:lnTo>
                <a:lnTo>
                  <a:pt x="433721" y="54978"/>
                </a:lnTo>
                <a:lnTo>
                  <a:pt x="402212" y="53369"/>
                </a:lnTo>
                <a:lnTo>
                  <a:pt x="370703" y="51664"/>
                </a:lnTo>
                <a:lnTo>
                  <a:pt x="339204" y="49844"/>
                </a:lnTo>
                <a:lnTo>
                  <a:pt x="307705" y="47892"/>
                </a:lnTo>
                <a:lnTo>
                  <a:pt x="276225" y="45777"/>
                </a:lnTo>
                <a:lnTo>
                  <a:pt x="244754" y="43491"/>
                </a:lnTo>
                <a:lnTo>
                  <a:pt x="213303" y="40986"/>
                </a:lnTo>
                <a:lnTo>
                  <a:pt x="181870" y="38224"/>
                </a:lnTo>
                <a:lnTo>
                  <a:pt x="150466" y="35147"/>
                </a:lnTo>
                <a:lnTo>
                  <a:pt x="119110" y="31633"/>
                </a:lnTo>
                <a:lnTo>
                  <a:pt x="87830" y="27499"/>
                </a:lnTo>
                <a:lnTo>
                  <a:pt x="56683" y="22422"/>
                </a:lnTo>
                <a:lnTo>
                  <a:pt x="25927" y="1544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34" name="funnel-step-cap-0">
            <a:extLst xmlns:a="http://schemas.openxmlformats.org/drawingml/2006/main">
              <a:ext uri="{FF2B5EF4-FFF2-40B4-BE49-F238E27FC236}">
                <a16:creationId xmlns:a16="http://schemas.microsoft.com/office/drawing/2014/main" id="{62AC167D-FE8C-4509-B077-4EDAB46B6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52750" y="2390775"/>
            <a:ext cx="33337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35" name="funnel-step-body-1">
            <a:extLst xmlns:a="http://schemas.openxmlformats.org/drawingml/2006/main">
              <a:ext uri="{FF2B5EF4-FFF2-40B4-BE49-F238E27FC236}">
                <a16:creationId xmlns:a16="http://schemas.microsoft.com/office/drawing/2014/main" id="{3AB16E5E-ED80-4B26-9BD4-673064288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346990" y="3424238"/>
            <a:ext cx="2543223" cy="807234"/>
          </a:xfrm>
          <a:custGeom xmlns:a="http://schemas.openxmlformats.org/drawingml/2006/main">
            <a:pathLst>
              <a:path w="2543223" h="807234">
                <a:moveTo>
                  <a:pt x="0" y="0"/>
                </a:moveTo>
                <a:lnTo>
                  <a:pt x="9735" y="23517"/>
                </a:lnTo>
                <a:lnTo>
                  <a:pt x="19479" y="47034"/>
                </a:lnTo>
                <a:lnTo>
                  <a:pt x="29213" y="70552"/>
                </a:lnTo>
                <a:lnTo>
                  <a:pt x="38957" y="94069"/>
                </a:lnTo>
                <a:lnTo>
                  <a:pt x="48692" y="117586"/>
                </a:lnTo>
                <a:lnTo>
                  <a:pt x="58436" y="141103"/>
                </a:lnTo>
                <a:lnTo>
                  <a:pt x="68170" y="164621"/>
                </a:lnTo>
                <a:lnTo>
                  <a:pt x="77915" y="188138"/>
                </a:lnTo>
                <a:lnTo>
                  <a:pt x="87649" y="211655"/>
                </a:lnTo>
                <a:lnTo>
                  <a:pt x="97393" y="235172"/>
                </a:lnTo>
                <a:lnTo>
                  <a:pt x="107128" y="258689"/>
                </a:lnTo>
                <a:lnTo>
                  <a:pt x="116872" y="282207"/>
                </a:lnTo>
                <a:lnTo>
                  <a:pt x="126606" y="305724"/>
                </a:lnTo>
                <a:lnTo>
                  <a:pt x="136341" y="329241"/>
                </a:lnTo>
                <a:lnTo>
                  <a:pt x="146085" y="352758"/>
                </a:lnTo>
                <a:lnTo>
                  <a:pt x="155819" y="376276"/>
                </a:lnTo>
                <a:lnTo>
                  <a:pt x="165564" y="399793"/>
                </a:lnTo>
                <a:lnTo>
                  <a:pt x="175298" y="423310"/>
                </a:lnTo>
                <a:lnTo>
                  <a:pt x="185042" y="446827"/>
                </a:lnTo>
                <a:lnTo>
                  <a:pt x="194777" y="470345"/>
                </a:lnTo>
                <a:lnTo>
                  <a:pt x="204521" y="493862"/>
                </a:lnTo>
                <a:lnTo>
                  <a:pt x="214255" y="517379"/>
                </a:lnTo>
                <a:lnTo>
                  <a:pt x="223999" y="540896"/>
                </a:lnTo>
                <a:lnTo>
                  <a:pt x="233734" y="564413"/>
                </a:lnTo>
                <a:lnTo>
                  <a:pt x="243478" y="587931"/>
                </a:lnTo>
                <a:lnTo>
                  <a:pt x="253213" y="611448"/>
                </a:lnTo>
                <a:lnTo>
                  <a:pt x="262947" y="634965"/>
                </a:lnTo>
                <a:lnTo>
                  <a:pt x="272691" y="658482"/>
                </a:lnTo>
                <a:lnTo>
                  <a:pt x="282426" y="682000"/>
                </a:lnTo>
                <a:lnTo>
                  <a:pt x="292170" y="705517"/>
                </a:lnTo>
                <a:lnTo>
                  <a:pt x="301762" y="729072"/>
                </a:lnTo>
                <a:lnTo>
                  <a:pt x="319764" y="745474"/>
                </a:lnTo>
                <a:lnTo>
                  <a:pt x="343805" y="753770"/>
                </a:lnTo>
                <a:lnTo>
                  <a:pt x="368541" y="759752"/>
                </a:lnTo>
                <a:lnTo>
                  <a:pt x="393544" y="764534"/>
                </a:lnTo>
                <a:lnTo>
                  <a:pt x="418671" y="768582"/>
                </a:lnTo>
                <a:lnTo>
                  <a:pt x="443884" y="772097"/>
                </a:lnTo>
                <a:lnTo>
                  <a:pt x="469144" y="775211"/>
                </a:lnTo>
                <a:lnTo>
                  <a:pt x="494443" y="778002"/>
                </a:lnTo>
                <a:lnTo>
                  <a:pt x="519770" y="780526"/>
                </a:lnTo>
                <a:lnTo>
                  <a:pt x="545125" y="782841"/>
                </a:lnTo>
                <a:lnTo>
                  <a:pt x="570490" y="784965"/>
                </a:lnTo>
                <a:lnTo>
                  <a:pt x="595865" y="786917"/>
                </a:lnTo>
                <a:lnTo>
                  <a:pt x="621259" y="788727"/>
                </a:lnTo>
                <a:lnTo>
                  <a:pt x="646652" y="790404"/>
                </a:lnTo>
                <a:lnTo>
                  <a:pt x="672065" y="791956"/>
                </a:lnTo>
                <a:lnTo>
                  <a:pt x="697478" y="793404"/>
                </a:lnTo>
                <a:lnTo>
                  <a:pt x="722890" y="794756"/>
                </a:lnTo>
                <a:lnTo>
                  <a:pt x="748313" y="796014"/>
                </a:lnTo>
                <a:lnTo>
                  <a:pt x="773744" y="797176"/>
                </a:lnTo>
                <a:lnTo>
                  <a:pt x="799176" y="798262"/>
                </a:lnTo>
                <a:lnTo>
                  <a:pt x="824608" y="799271"/>
                </a:lnTo>
                <a:lnTo>
                  <a:pt x="850049" y="800214"/>
                </a:lnTo>
                <a:lnTo>
                  <a:pt x="875481" y="801081"/>
                </a:lnTo>
                <a:lnTo>
                  <a:pt x="900922" y="801881"/>
                </a:lnTo>
                <a:lnTo>
                  <a:pt x="926373" y="802615"/>
                </a:lnTo>
                <a:lnTo>
                  <a:pt x="951814" y="803291"/>
                </a:lnTo>
                <a:lnTo>
                  <a:pt x="977265" y="803920"/>
                </a:lnTo>
                <a:lnTo>
                  <a:pt x="1002706" y="804481"/>
                </a:lnTo>
                <a:lnTo>
                  <a:pt x="1028157" y="804986"/>
                </a:lnTo>
                <a:lnTo>
                  <a:pt x="1053608" y="805434"/>
                </a:lnTo>
                <a:lnTo>
                  <a:pt x="1079059" y="805834"/>
                </a:lnTo>
                <a:lnTo>
                  <a:pt x="1104509" y="806186"/>
                </a:lnTo>
                <a:lnTo>
                  <a:pt x="1129960" y="806482"/>
                </a:lnTo>
                <a:lnTo>
                  <a:pt x="1155411" y="806729"/>
                </a:lnTo>
                <a:lnTo>
                  <a:pt x="1180871" y="806929"/>
                </a:lnTo>
                <a:lnTo>
                  <a:pt x="1206322" y="807082"/>
                </a:lnTo>
                <a:lnTo>
                  <a:pt x="1231773" y="807177"/>
                </a:lnTo>
                <a:lnTo>
                  <a:pt x="1257233" y="807234"/>
                </a:lnTo>
                <a:lnTo>
                  <a:pt x="1282684" y="807234"/>
                </a:lnTo>
                <a:lnTo>
                  <a:pt x="1308135" y="807196"/>
                </a:lnTo>
                <a:lnTo>
                  <a:pt x="1333595" y="807101"/>
                </a:lnTo>
                <a:lnTo>
                  <a:pt x="1359046" y="806968"/>
                </a:lnTo>
                <a:lnTo>
                  <a:pt x="1384497" y="806777"/>
                </a:lnTo>
                <a:lnTo>
                  <a:pt x="1409957" y="806539"/>
                </a:lnTo>
                <a:lnTo>
                  <a:pt x="1435408" y="806253"/>
                </a:lnTo>
                <a:lnTo>
                  <a:pt x="1460859" y="805910"/>
                </a:lnTo>
                <a:lnTo>
                  <a:pt x="1486310" y="805520"/>
                </a:lnTo>
                <a:lnTo>
                  <a:pt x="1511760" y="805082"/>
                </a:lnTo>
                <a:lnTo>
                  <a:pt x="1537211" y="804586"/>
                </a:lnTo>
                <a:lnTo>
                  <a:pt x="1562652" y="804043"/>
                </a:lnTo>
                <a:lnTo>
                  <a:pt x="1588103" y="803434"/>
                </a:lnTo>
                <a:lnTo>
                  <a:pt x="1613545" y="802767"/>
                </a:lnTo>
                <a:lnTo>
                  <a:pt x="1638995" y="802043"/>
                </a:lnTo>
                <a:lnTo>
                  <a:pt x="1664437" y="801253"/>
                </a:lnTo>
                <a:lnTo>
                  <a:pt x="1689878" y="800395"/>
                </a:lnTo>
                <a:lnTo>
                  <a:pt x="1715310" y="799481"/>
                </a:lnTo>
                <a:lnTo>
                  <a:pt x="1740741" y="798481"/>
                </a:lnTo>
                <a:lnTo>
                  <a:pt x="1766173" y="797414"/>
                </a:lnTo>
                <a:lnTo>
                  <a:pt x="1791605" y="796261"/>
                </a:lnTo>
                <a:lnTo>
                  <a:pt x="1817027" y="795023"/>
                </a:lnTo>
                <a:lnTo>
                  <a:pt x="1842449" y="793699"/>
                </a:lnTo>
                <a:lnTo>
                  <a:pt x="1867862" y="792270"/>
                </a:lnTo>
                <a:lnTo>
                  <a:pt x="1893275" y="790737"/>
                </a:lnTo>
                <a:lnTo>
                  <a:pt x="1918668" y="789089"/>
                </a:lnTo>
                <a:lnTo>
                  <a:pt x="1944062" y="787308"/>
                </a:lnTo>
                <a:lnTo>
                  <a:pt x="1969446" y="785384"/>
                </a:lnTo>
                <a:lnTo>
                  <a:pt x="1994811" y="783307"/>
                </a:lnTo>
                <a:lnTo>
                  <a:pt x="2020167" y="781040"/>
                </a:lnTo>
                <a:lnTo>
                  <a:pt x="2045494" y="778554"/>
                </a:lnTo>
                <a:lnTo>
                  <a:pt x="2070802" y="775821"/>
                </a:lnTo>
                <a:lnTo>
                  <a:pt x="2096081" y="772782"/>
                </a:lnTo>
                <a:lnTo>
                  <a:pt x="2121303" y="769363"/>
                </a:lnTo>
                <a:lnTo>
                  <a:pt x="2146449" y="765439"/>
                </a:lnTo>
                <a:lnTo>
                  <a:pt x="2171481" y="760828"/>
                </a:lnTo>
                <a:lnTo>
                  <a:pt x="2196294" y="755161"/>
                </a:lnTo>
                <a:lnTo>
                  <a:pt x="2220563" y="747532"/>
                </a:lnTo>
                <a:lnTo>
                  <a:pt x="2241756" y="734063"/>
                </a:lnTo>
                <a:lnTo>
                  <a:pt x="2251053" y="710470"/>
                </a:lnTo>
                <a:lnTo>
                  <a:pt x="2260797" y="686953"/>
                </a:lnTo>
                <a:lnTo>
                  <a:pt x="2270531" y="663435"/>
                </a:lnTo>
                <a:lnTo>
                  <a:pt x="2280266" y="639918"/>
                </a:lnTo>
                <a:lnTo>
                  <a:pt x="2290010" y="616401"/>
                </a:lnTo>
                <a:lnTo>
                  <a:pt x="2299745" y="592884"/>
                </a:lnTo>
                <a:lnTo>
                  <a:pt x="2309489" y="569366"/>
                </a:lnTo>
                <a:lnTo>
                  <a:pt x="2319223" y="545849"/>
                </a:lnTo>
                <a:lnTo>
                  <a:pt x="2328967" y="522332"/>
                </a:lnTo>
                <a:lnTo>
                  <a:pt x="2338702" y="498815"/>
                </a:lnTo>
                <a:lnTo>
                  <a:pt x="2348446" y="475298"/>
                </a:lnTo>
                <a:lnTo>
                  <a:pt x="2358180" y="451780"/>
                </a:lnTo>
                <a:lnTo>
                  <a:pt x="2367925" y="428263"/>
                </a:lnTo>
                <a:lnTo>
                  <a:pt x="2377659" y="404746"/>
                </a:lnTo>
                <a:lnTo>
                  <a:pt x="2387403" y="381229"/>
                </a:lnTo>
                <a:lnTo>
                  <a:pt x="2397138" y="357711"/>
                </a:lnTo>
                <a:lnTo>
                  <a:pt x="2406872" y="334194"/>
                </a:lnTo>
                <a:lnTo>
                  <a:pt x="2416616" y="310677"/>
                </a:lnTo>
                <a:lnTo>
                  <a:pt x="2426351" y="287160"/>
                </a:lnTo>
                <a:lnTo>
                  <a:pt x="2436095" y="263633"/>
                </a:lnTo>
                <a:lnTo>
                  <a:pt x="2445829" y="240125"/>
                </a:lnTo>
                <a:lnTo>
                  <a:pt x="2455574" y="216598"/>
                </a:lnTo>
                <a:lnTo>
                  <a:pt x="2465308" y="193081"/>
                </a:lnTo>
                <a:lnTo>
                  <a:pt x="2475052" y="169564"/>
                </a:lnTo>
                <a:lnTo>
                  <a:pt x="2484787" y="146047"/>
                </a:lnTo>
                <a:lnTo>
                  <a:pt x="2494531" y="122530"/>
                </a:lnTo>
                <a:lnTo>
                  <a:pt x="2504265" y="99012"/>
                </a:lnTo>
                <a:lnTo>
                  <a:pt x="2514009" y="75495"/>
                </a:lnTo>
                <a:lnTo>
                  <a:pt x="2523744" y="51978"/>
                </a:lnTo>
                <a:lnTo>
                  <a:pt x="2533479" y="28461"/>
                </a:lnTo>
                <a:lnTo>
                  <a:pt x="2543223" y="4943"/>
                </a:lnTo>
                <a:lnTo>
                  <a:pt x="2531259" y="13068"/>
                </a:lnTo>
                <a:lnTo>
                  <a:pt x="2507132" y="21117"/>
                </a:lnTo>
                <a:lnTo>
                  <a:pt x="2482310" y="26718"/>
                </a:lnTo>
                <a:lnTo>
                  <a:pt x="2457250" y="31156"/>
                </a:lnTo>
                <a:lnTo>
                  <a:pt x="2432075" y="34909"/>
                </a:lnTo>
                <a:lnTo>
                  <a:pt x="2406825" y="38176"/>
                </a:lnTo>
                <a:lnTo>
                  <a:pt x="2381545" y="41081"/>
                </a:lnTo>
                <a:lnTo>
                  <a:pt x="2356218" y="43701"/>
                </a:lnTo>
                <a:lnTo>
                  <a:pt x="2330882" y="46091"/>
                </a:lnTo>
                <a:lnTo>
                  <a:pt x="2305517" y="48292"/>
                </a:lnTo>
                <a:lnTo>
                  <a:pt x="2280152" y="50321"/>
                </a:lnTo>
                <a:lnTo>
                  <a:pt x="2254768" y="52207"/>
                </a:lnTo>
                <a:lnTo>
                  <a:pt x="2229374" y="53969"/>
                </a:lnTo>
                <a:lnTo>
                  <a:pt x="2203971" y="55616"/>
                </a:lnTo>
                <a:lnTo>
                  <a:pt x="2178568" y="57160"/>
                </a:lnTo>
                <a:lnTo>
                  <a:pt x="2153155" y="58617"/>
                </a:lnTo>
                <a:lnTo>
                  <a:pt x="2127733" y="59998"/>
                </a:lnTo>
                <a:lnTo>
                  <a:pt x="2102310" y="61293"/>
                </a:lnTo>
                <a:lnTo>
                  <a:pt x="2076888" y="62513"/>
                </a:lnTo>
                <a:lnTo>
                  <a:pt x="2051456" y="63675"/>
                </a:lnTo>
                <a:lnTo>
                  <a:pt x="2026034" y="64770"/>
                </a:lnTo>
                <a:lnTo>
                  <a:pt x="2000593" y="65799"/>
                </a:lnTo>
                <a:lnTo>
                  <a:pt x="1975161" y="66780"/>
                </a:lnTo>
                <a:lnTo>
                  <a:pt x="1949729" y="67713"/>
                </a:lnTo>
                <a:lnTo>
                  <a:pt x="1924288" y="68590"/>
                </a:lnTo>
                <a:lnTo>
                  <a:pt x="1898847" y="69428"/>
                </a:lnTo>
                <a:lnTo>
                  <a:pt x="1873406" y="70209"/>
                </a:lnTo>
                <a:lnTo>
                  <a:pt x="1847964" y="70961"/>
                </a:lnTo>
                <a:lnTo>
                  <a:pt x="1822514" y="71657"/>
                </a:lnTo>
                <a:lnTo>
                  <a:pt x="1797072" y="72323"/>
                </a:lnTo>
                <a:lnTo>
                  <a:pt x="1771621" y="72942"/>
                </a:lnTo>
                <a:lnTo>
                  <a:pt x="1746180" y="73523"/>
                </a:lnTo>
                <a:lnTo>
                  <a:pt x="1720729" y="74076"/>
                </a:lnTo>
                <a:lnTo>
                  <a:pt x="1695279" y="74590"/>
                </a:lnTo>
                <a:lnTo>
                  <a:pt x="1669828" y="75067"/>
                </a:lnTo>
                <a:lnTo>
                  <a:pt x="1644377" y="75514"/>
                </a:lnTo>
                <a:lnTo>
                  <a:pt x="1618926" y="75933"/>
                </a:lnTo>
                <a:lnTo>
                  <a:pt x="1593475" y="76314"/>
                </a:lnTo>
                <a:lnTo>
                  <a:pt x="1568025" y="76667"/>
                </a:lnTo>
                <a:lnTo>
                  <a:pt x="1542574" y="76991"/>
                </a:lnTo>
                <a:lnTo>
                  <a:pt x="1517123" y="77276"/>
                </a:lnTo>
                <a:lnTo>
                  <a:pt x="1491672" y="77534"/>
                </a:lnTo>
                <a:lnTo>
                  <a:pt x="1466212" y="77762"/>
                </a:lnTo>
                <a:lnTo>
                  <a:pt x="1440761" y="77962"/>
                </a:lnTo>
                <a:lnTo>
                  <a:pt x="1415310" y="78134"/>
                </a:lnTo>
                <a:lnTo>
                  <a:pt x="1389859" y="78286"/>
                </a:lnTo>
                <a:lnTo>
                  <a:pt x="1364399" y="78400"/>
                </a:lnTo>
                <a:lnTo>
                  <a:pt x="1338948" y="78486"/>
                </a:lnTo>
                <a:lnTo>
                  <a:pt x="1313498" y="78543"/>
                </a:lnTo>
                <a:lnTo>
                  <a:pt x="1288037" y="78572"/>
                </a:lnTo>
                <a:lnTo>
                  <a:pt x="1262586" y="78572"/>
                </a:lnTo>
                <a:lnTo>
                  <a:pt x="1237136" y="78553"/>
                </a:lnTo>
                <a:lnTo>
                  <a:pt x="1211675" y="78505"/>
                </a:lnTo>
                <a:lnTo>
                  <a:pt x="1186224" y="78419"/>
                </a:lnTo>
                <a:lnTo>
                  <a:pt x="1160774" y="78305"/>
                </a:lnTo>
                <a:lnTo>
                  <a:pt x="1135313" y="78172"/>
                </a:lnTo>
                <a:lnTo>
                  <a:pt x="1109863" y="78000"/>
                </a:lnTo>
                <a:lnTo>
                  <a:pt x="1084412" y="77810"/>
                </a:lnTo>
                <a:lnTo>
                  <a:pt x="1058951" y="77581"/>
                </a:lnTo>
                <a:lnTo>
                  <a:pt x="1033501" y="77333"/>
                </a:lnTo>
                <a:lnTo>
                  <a:pt x="1008050" y="77048"/>
                </a:lnTo>
                <a:lnTo>
                  <a:pt x="982599" y="76733"/>
                </a:lnTo>
                <a:lnTo>
                  <a:pt x="957148" y="76391"/>
                </a:lnTo>
                <a:lnTo>
                  <a:pt x="931697" y="76010"/>
                </a:lnTo>
                <a:lnTo>
                  <a:pt x="906247" y="75609"/>
                </a:lnTo>
                <a:lnTo>
                  <a:pt x="880796" y="75171"/>
                </a:lnTo>
                <a:lnTo>
                  <a:pt x="855345" y="74695"/>
                </a:lnTo>
                <a:lnTo>
                  <a:pt x="829894" y="74190"/>
                </a:lnTo>
                <a:lnTo>
                  <a:pt x="804443" y="73647"/>
                </a:lnTo>
                <a:lnTo>
                  <a:pt x="779002" y="73066"/>
                </a:lnTo>
                <a:lnTo>
                  <a:pt x="753551" y="72457"/>
                </a:lnTo>
                <a:lnTo>
                  <a:pt x="728110" y="71799"/>
                </a:lnTo>
                <a:lnTo>
                  <a:pt x="702659" y="71104"/>
                </a:lnTo>
                <a:lnTo>
                  <a:pt x="677218" y="70371"/>
                </a:lnTo>
                <a:lnTo>
                  <a:pt x="651777" y="69590"/>
                </a:lnTo>
                <a:lnTo>
                  <a:pt x="626335" y="68771"/>
                </a:lnTo>
                <a:lnTo>
                  <a:pt x="600894" y="67904"/>
                </a:lnTo>
                <a:lnTo>
                  <a:pt x="575462" y="66980"/>
                </a:lnTo>
                <a:lnTo>
                  <a:pt x="550021" y="66008"/>
                </a:lnTo>
                <a:lnTo>
                  <a:pt x="524589" y="64989"/>
                </a:lnTo>
                <a:lnTo>
                  <a:pt x="499158" y="63903"/>
                </a:lnTo>
                <a:lnTo>
                  <a:pt x="473726" y="62760"/>
                </a:lnTo>
                <a:lnTo>
                  <a:pt x="448304" y="61551"/>
                </a:lnTo>
                <a:lnTo>
                  <a:pt x="422881" y="60274"/>
                </a:lnTo>
                <a:lnTo>
                  <a:pt x="397469" y="58922"/>
                </a:lnTo>
                <a:lnTo>
                  <a:pt x="372056" y="57483"/>
                </a:lnTo>
                <a:lnTo>
                  <a:pt x="346643" y="55950"/>
                </a:lnTo>
                <a:lnTo>
                  <a:pt x="321240" y="54321"/>
                </a:lnTo>
                <a:lnTo>
                  <a:pt x="295847" y="52588"/>
                </a:lnTo>
                <a:lnTo>
                  <a:pt x="270462" y="50730"/>
                </a:lnTo>
                <a:lnTo>
                  <a:pt x="245088" y="48730"/>
                </a:lnTo>
                <a:lnTo>
                  <a:pt x="219723" y="46568"/>
                </a:lnTo>
                <a:lnTo>
                  <a:pt x="194377" y="44225"/>
                </a:lnTo>
                <a:lnTo>
                  <a:pt x="169050" y="41653"/>
                </a:lnTo>
                <a:lnTo>
                  <a:pt x="143761" y="38814"/>
                </a:lnTo>
                <a:lnTo>
                  <a:pt x="118501" y="35633"/>
                </a:lnTo>
                <a:lnTo>
                  <a:pt x="93316" y="31994"/>
                </a:lnTo>
                <a:lnTo>
                  <a:pt x="68218" y="27727"/>
                </a:lnTo>
                <a:lnTo>
                  <a:pt x="43329" y="22431"/>
                </a:lnTo>
                <a:lnTo>
                  <a:pt x="18955" y="15126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36" name="funnel-step-cap-1">
            <a:extLst xmlns:a="http://schemas.openxmlformats.org/drawingml/2006/main">
              <a:ext uri="{FF2B5EF4-FFF2-40B4-BE49-F238E27FC236}">
                <a16:creationId xmlns:a16="http://schemas.microsoft.com/office/drawing/2014/main" id="{AB3A0774-A9C9-408F-9F3D-FEE28D4B3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346999" y="3300413"/>
            <a:ext cx="2545261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37" name="funnel-step-body-2">
            <a:extLst xmlns:a="http://schemas.openxmlformats.org/drawingml/2006/main">
              <a:ext uri="{FF2B5EF4-FFF2-40B4-BE49-F238E27FC236}">
                <a16:creationId xmlns:a16="http://schemas.microsoft.com/office/drawing/2014/main" id="{A9D1B519-744B-40CE-9651-4329395A4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648742" y="4333875"/>
            <a:ext cx="1938547" cy="807234"/>
          </a:xfrm>
          <a:custGeom xmlns:a="http://schemas.openxmlformats.org/drawingml/2006/main">
            <a:pathLst>
              <a:path w="1938547" h="807234">
                <a:moveTo>
                  <a:pt x="0" y="0"/>
                </a:moveTo>
                <a:lnTo>
                  <a:pt x="7268" y="19288"/>
                </a:lnTo>
                <a:lnTo>
                  <a:pt x="14535" y="38576"/>
                </a:lnTo>
                <a:lnTo>
                  <a:pt x="21803" y="57864"/>
                </a:lnTo>
                <a:lnTo>
                  <a:pt x="29061" y="77153"/>
                </a:lnTo>
                <a:lnTo>
                  <a:pt x="36328" y="96441"/>
                </a:lnTo>
                <a:lnTo>
                  <a:pt x="43596" y="115719"/>
                </a:lnTo>
                <a:lnTo>
                  <a:pt x="50864" y="135007"/>
                </a:lnTo>
                <a:lnTo>
                  <a:pt x="58131" y="154295"/>
                </a:lnTo>
                <a:lnTo>
                  <a:pt x="65399" y="173584"/>
                </a:lnTo>
                <a:lnTo>
                  <a:pt x="72657" y="192872"/>
                </a:lnTo>
                <a:lnTo>
                  <a:pt x="79924" y="212160"/>
                </a:lnTo>
                <a:lnTo>
                  <a:pt x="87192" y="231448"/>
                </a:lnTo>
                <a:lnTo>
                  <a:pt x="94459" y="250736"/>
                </a:lnTo>
                <a:lnTo>
                  <a:pt x="101727" y="270024"/>
                </a:lnTo>
                <a:lnTo>
                  <a:pt x="108995" y="289312"/>
                </a:lnTo>
                <a:lnTo>
                  <a:pt x="116262" y="308591"/>
                </a:lnTo>
                <a:lnTo>
                  <a:pt x="123520" y="327879"/>
                </a:lnTo>
                <a:lnTo>
                  <a:pt x="130788" y="347167"/>
                </a:lnTo>
                <a:lnTo>
                  <a:pt x="138055" y="366455"/>
                </a:lnTo>
                <a:lnTo>
                  <a:pt x="145323" y="385743"/>
                </a:lnTo>
                <a:lnTo>
                  <a:pt x="152591" y="405032"/>
                </a:lnTo>
                <a:lnTo>
                  <a:pt x="159858" y="424320"/>
                </a:lnTo>
                <a:lnTo>
                  <a:pt x="167116" y="443608"/>
                </a:lnTo>
                <a:lnTo>
                  <a:pt x="174384" y="462896"/>
                </a:lnTo>
                <a:lnTo>
                  <a:pt x="181651" y="482184"/>
                </a:lnTo>
                <a:lnTo>
                  <a:pt x="188919" y="501472"/>
                </a:lnTo>
                <a:lnTo>
                  <a:pt x="196186" y="520751"/>
                </a:lnTo>
                <a:lnTo>
                  <a:pt x="203454" y="540039"/>
                </a:lnTo>
                <a:lnTo>
                  <a:pt x="210722" y="559327"/>
                </a:lnTo>
                <a:lnTo>
                  <a:pt x="217980" y="578615"/>
                </a:lnTo>
                <a:lnTo>
                  <a:pt x="225247" y="597903"/>
                </a:lnTo>
                <a:lnTo>
                  <a:pt x="232515" y="617191"/>
                </a:lnTo>
                <a:lnTo>
                  <a:pt x="239782" y="636480"/>
                </a:lnTo>
                <a:lnTo>
                  <a:pt x="247050" y="655768"/>
                </a:lnTo>
                <a:lnTo>
                  <a:pt x="254318" y="675056"/>
                </a:lnTo>
                <a:lnTo>
                  <a:pt x="261576" y="694344"/>
                </a:lnTo>
                <a:lnTo>
                  <a:pt x="268843" y="713632"/>
                </a:lnTo>
                <a:lnTo>
                  <a:pt x="275358" y="733101"/>
                </a:lnTo>
                <a:lnTo>
                  <a:pt x="290046" y="747017"/>
                </a:lnTo>
                <a:lnTo>
                  <a:pt x="308877" y="755342"/>
                </a:lnTo>
                <a:lnTo>
                  <a:pt x="328536" y="761495"/>
                </a:lnTo>
                <a:lnTo>
                  <a:pt x="348539" y="766458"/>
                </a:lnTo>
                <a:lnTo>
                  <a:pt x="368722" y="770649"/>
                </a:lnTo>
                <a:lnTo>
                  <a:pt x="389011" y="774287"/>
                </a:lnTo>
                <a:lnTo>
                  <a:pt x="409365" y="777507"/>
                </a:lnTo>
                <a:lnTo>
                  <a:pt x="429768" y="780383"/>
                </a:lnTo>
                <a:lnTo>
                  <a:pt x="450218" y="782984"/>
                </a:lnTo>
                <a:lnTo>
                  <a:pt x="470697" y="785346"/>
                </a:lnTo>
                <a:lnTo>
                  <a:pt x="491185" y="787498"/>
                </a:lnTo>
                <a:lnTo>
                  <a:pt x="511702" y="789480"/>
                </a:lnTo>
                <a:lnTo>
                  <a:pt x="532238" y="791299"/>
                </a:lnTo>
                <a:lnTo>
                  <a:pt x="552774" y="792975"/>
                </a:lnTo>
                <a:lnTo>
                  <a:pt x="573329" y="794518"/>
                </a:lnTo>
                <a:lnTo>
                  <a:pt x="593893" y="795947"/>
                </a:lnTo>
                <a:lnTo>
                  <a:pt x="614458" y="797262"/>
                </a:lnTo>
                <a:lnTo>
                  <a:pt x="635032" y="798471"/>
                </a:lnTo>
                <a:lnTo>
                  <a:pt x="655615" y="799595"/>
                </a:lnTo>
                <a:lnTo>
                  <a:pt x="676199" y="800614"/>
                </a:lnTo>
                <a:lnTo>
                  <a:pt x="696792" y="801557"/>
                </a:lnTo>
                <a:lnTo>
                  <a:pt x="717385" y="802415"/>
                </a:lnTo>
                <a:lnTo>
                  <a:pt x="737978" y="803196"/>
                </a:lnTo>
                <a:lnTo>
                  <a:pt x="758571" y="803900"/>
                </a:lnTo>
                <a:lnTo>
                  <a:pt x="779174" y="804529"/>
                </a:lnTo>
                <a:lnTo>
                  <a:pt x="799776" y="805091"/>
                </a:lnTo>
                <a:lnTo>
                  <a:pt x="820379" y="805586"/>
                </a:lnTo>
                <a:lnTo>
                  <a:pt x="840991" y="806015"/>
                </a:lnTo>
                <a:lnTo>
                  <a:pt x="861593" y="806377"/>
                </a:lnTo>
                <a:lnTo>
                  <a:pt x="882206" y="806672"/>
                </a:lnTo>
                <a:lnTo>
                  <a:pt x="902818" y="806910"/>
                </a:lnTo>
                <a:lnTo>
                  <a:pt x="923420" y="807082"/>
                </a:lnTo>
                <a:lnTo>
                  <a:pt x="944032" y="807187"/>
                </a:lnTo>
                <a:lnTo>
                  <a:pt x="964644" y="807234"/>
                </a:lnTo>
                <a:lnTo>
                  <a:pt x="985256" y="807225"/>
                </a:lnTo>
                <a:lnTo>
                  <a:pt x="1005869" y="807149"/>
                </a:lnTo>
                <a:lnTo>
                  <a:pt x="1026471" y="807015"/>
                </a:lnTo>
                <a:lnTo>
                  <a:pt x="1047083" y="806825"/>
                </a:lnTo>
                <a:lnTo>
                  <a:pt x="1067695" y="806567"/>
                </a:lnTo>
                <a:lnTo>
                  <a:pt x="1088298" y="806244"/>
                </a:lnTo>
                <a:lnTo>
                  <a:pt x="1108910" y="805853"/>
                </a:lnTo>
                <a:lnTo>
                  <a:pt x="1129513" y="805396"/>
                </a:lnTo>
                <a:lnTo>
                  <a:pt x="1150115" y="804882"/>
                </a:lnTo>
                <a:lnTo>
                  <a:pt x="1170718" y="804291"/>
                </a:lnTo>
                <a:lnTo>
                  <a:pt x="1191320" y="803634"/>
                </a:lnTo>
                <a:lnTo>
                  <a:pt x="1211913" y="802900"/>
                </a:lnTo>
                <a:lnTo>
                  <a:pt x="1232516" y="802081"/>
                </a:lnTo>
                <a:lnTo>
                  <a:pt x="1253099" y="801195"/>
                </a:lnTo>
                <a:lnTo>
                  <a:pt x="1273693" y="800224"/>
                </a:lnTo>
                <a:lnTo>
                  <a:pt x="1294276" y="799167"/>
                </a:lnTo>
                <a:lnTo>
                  <a:pt x="1314850" y="798014"/>
                </a:lnTo>
                <a:lnTo>
                  <a:pt x="1335424" y="796757"/>
                </a:lnTo>
                <a:lnTo>
                  <a:pt x="1355989" y="795404"/>
                </a:lnTo>
                <a:lnTo>
                  <a:pt x="1376543" y="793928"/>
                </a:lnTo>
                <a:lnTo>
                  <a:pt x="1397098" y="792328"/>
                </a:lnTo>
                <a:lnTo>
                  <a:pt x="1417634" y="790594"/>
                </a:lnTo>
                <a:lnTo>
                  <a:pt x="1438161" y="788718"/>
                </a:lnTo>
                <a:lnTo>
                  <a:pt x="1458668" y="786670"/>
                </a:lnTo>
                <a:lnTo>
                  <a:pt x="1479156" y="784441"/>
                </a:lnTo>
                <a:lnTo>
                  <a:pt x="1499616" y="781983"/>
                </a:lnTo>
                <a:lnTo>
                  <a:pt x="1520057" y="779278"/>
                </a:lnTo>
                <a:lnTo>
                  <a:pt x="1540440" y="776278"/>
                </a:lnTo>
                <a:lnTo>
                  <a:pt x="1560776" y="772906"/>
                </a:lnTo>
                <a:lnTo>
                  <a:pt x="1581026" y="769068"/>
                </a:lnTo>
                <a:lnTo>
                  <a:pt x="1601143" y="764600"/>
                </a:lnTo>
                <a:lnTo>
                  <a:pt x="1621041" y="759247"/>
                </a:lnTo>
                <a:lnTo>
                  <a:pt x="1640481" y="752418"/>
                </a:lnTo>
                <a:lnTo>
                  <a:pt x="1658531" y="742579"/>
                </a:lnTo>
                <a:lnTo>
                  <a:pt x="1668523" y="725300"/>
                </a:lnTo>
                <a:lnTo>
                  <a:pt x="1675790" y="706012"/>
                </a:lnTo>
                <a:lnTo>
                  <a:pt x="1683058" y="686724"/>
                </a:lnTo>
                <a:lnTo>
                  <a:pt x="1690316" y="667445"/>
                </a:lnTo>
                <a:lnTo>
                  <a:pt x="1697584" y="648157"/>
                </a:lnTo>
                <a:lnTo>
                  <a:pt x="1704851" y="628869"/>
                </a:lnTo>
                <a:lnTo>
                  <a:pt x="1712119" y="609581"/>
                </a:lnTo>
                <a:lnTo>
                  <a:pt x="1719386" y="590293"/>
                </a:lnTo>
                <a:lnTo>
                  <a:pt x="1726654" y="571005"/>
                </a:lnTo>
                <a:lnTo>
                  <a:pt x="1733912" y="551717"/>
                </a:lnTo>
                <a:lnTo>
                  <a:pt x="1741180" y="532428"/>
                </a:lnTo>
                <a:lnTo>
                  <a:pt x="1748447" y="513140"/>
                </a:lnTo>
                <a:lnTo>
                  <a:pt x="1755715" y="493852"/>
                </a:lnTo>
                <a:lnTo>
                  <a:pt x="1762982" y="474574"/>
                </a:lnTo>
                <a:lnTo>
                  <a:pt x="1770250" y="455285"/>
                </a:lnTo>
                <a:lnTo>
                  <a:pt x="1777517" y="435997"/>
                </a:lnTo>
                <a:lnTo>
                  <a:pt x="1784775" y="416709"/>
                </a:lnTo>
                <a:lnTo>
                  <a:pt x="1792043" y="397421"/>
                </a:lnTo>
                <a:lnTo>
                  <a:pt x="1799311" y="378133"/>
                </a:lnTo>
                <a:lnTo>
                  <a:pt x="1806578" y="358845"/>
                </a:lnTo>
                <a:lnTo>
                  <a:pt x="1813846" y="339557"/>
                </a:lnTo>
                <a:lnTo>
                  <a:pt x="1821113" y="320269"/>
                </a:lnTo>
                <a:lnTo>
                  <a:pt x="1828381" y="300980"/>
                </a:lnTo>
                <a:lnTo>
                  <a:pt x="1835639" y="281692"/>
                </a:lnTo>
                <a:lnTo>
                  <a:pt x="1842907" y="262414"/>
                </a:lnTo>
                <a:lnTo>
                  <a:pt x="1850174" y="243126"/>
                </a:lnTo>
                <a:lnTo>
                  <a:pt x="1857442" y="223838"/>
                </a:lnTo>
                <a:lnTo>
                  <a:pt x="1864709" y="204549"/>
                </a:lnTo>
                <a:lnTo>
                  <a:pt x="1871977" y="185261"/>
                </a:lnTo>
                <a:lnTo>
                  <a:pt x="1879235" y="165973"/>
                </a:lnTo>
                <a:lnTo>
                  <a:pt x="1886502" y="146685"/>
                </a:lnTo>
                <a:lnTo>
                  <a:pt x="1893770" y="127397"/>
                </a:lnTo>
                <a:lnTo>
                  <a:pt x="1901038" y="108109"/>
                </a:lnTo>
                <a:lnTo>
                  <a:pt x="1908305" y="88821"/>
                </a:lnTo>
                <a:lnTo>
                  <a:pt x="1915573" y="69542"/>
                </a:lnTo>
                <a:lnTo>
                  <a:pt x="1922831" y="50254"/>
                </a:lnTo>
                <a:lnTo>
                  <a:pt x="1930098" y="30966"/>
                </a:lnTo>
                <a:lnTo>
                  <a:pt x="1937366" y="11678"/>
                </a:lnTo>
                <a:lnTo>
                  <a:pt x="1938547" y="7268"/>
                </a:lnTo>
                <a:lnTo>
                  <a:pt x="1921097" y="17945"/>
                </a:lnTo>
                <a:lnTo>
                  <a:pt x="1901600" y="24575"/>
                </a:lnTo>
                <a:lnTo>
                  <a:pt x="1881616" y="29632"/>
                </a:lnTo>
                <a:lnTo>
                  <a:pt x="1861433" y="33795"/>
                </a:lnTo>
                <a:lnTo>
                  <a:pt x="1841135" y="37367"/>
                </a:lnTo>
                <a:lnTo>
                  <a:pt x="1820770" y="40519"/>
                </a:lnTo>
                <a:lnTo>
                  <a:pt x="1800349" y="43339"/>
                </a:lnTo>
                <a:lnTo>
                  <a:pt x="1779899" y="45891"/>
                </a:lnTo>
                <a:lnTo>
                  <a:pt x="1759420" y="48225"/>
                </a:lnTo>
                <a:lnTo>
                  <a:pt x="1738922" y="50378"/>
                </a:lnTo>
                <a:lnTo>
                  <a:pt x="1718415" y="52378"/>
                </a:lnTo>
                <a:lnTo>
                  <a:pt x="1697888" y="54226"/>
                </a:lnTo>
                <a:lnTo>
                  <a:pt x="1677343" y="55950"/>
                </a:lnTo>
                <a:lnTo>
                  <a:pt x="1656798" y="57569"/>
                </a:lnTo>
                <a:lnTo>
                  <a:pt x="1636243" y="59084"/>
                </a:lnTo>
                <a:lnTo>
                  <a:pt x="1615688" y="60503"/>
                </a:lnTo>
                <a:lnTo>
                  <a:pt x="1595114" y="61846"/>
                </a:lnTo>
                <a:lnTo>
                  <a:pt x="1574549" y="63113"/>
                </a:lnTo>
                <a:lnTo>
                  <a:pt x="1553966" y="64303"/>
                </a:lnTo>
                <a:lnTo>
                  <a:pt x="1533392" y="65427"/>
                </a:lnTo>
                <a:lnTo>
                  <a:pt x="1512808" y="66494"/>
                </a:lnTo>
                <a:lnTo>
                  <a:pt x="1492225" y="67494"/>
                </a:lnTo>
                <a:lnTo>
                  <a:pt x="1471632" y="68437"/>
                </a:lnTo>
                <a:lnTo>
                  <a:pt x="1451039" y="69323"/>
                </a:lnTo>
                <a:lnTo>
                  <a:pt x="1430445" y="70161"/>
                </a:lnTo>
                <a:lnTo>
                  <a:pt x="1409852" y="70952"/>
                </a:lnTo>
                <a:lnTo>
                  <a:pt x="1389259" y="71695"/>
                </a:lnTo>
                <a:lnTo>
                  <a:pt x="1368657" y="72400"/>
                </a:lnTo>
                <a:lnTo>
                  <a:pt x="1348054" y="73057"/>
                </a:lnTo>
                <a:lnTo>
                  <a:pt x="1327452" y="73666"/>
                </a:lnTo>
                <a:lnTo>
                  <a:pt x="1306849" y="74238"/>
                </a:lnTo>
                <a:lnTo>
                  <a:pt x="1286246" y="74771"/>
                </a:lnTo>
                <a:lnTo>
                  <a:pt x="1265644" y="75267"/>
                </a:lnTo>
                <a:lnTo>
                  <a:pt x="1245041" y="75724"/>
                </a:lnTo>
                <a:lnTo>
                  <a:pt x="1224429" y="76143"/>
                </a:lnTo>
                <a:lnTo>
                  <a:pt x="1203827" y="76533"/>
                </a:lnTo>
                <a:lnTo>
                  <a:pt x="1183215" y="76886"/>
                </a:lnTo>
                <a:lnTo>
                  <a:pt x="1162612" y="77200"/>
                </a:lnTo>
                <a:lnTo>
                  <a:pt x="1142000" y="77486"/>
                </a:lnTo>
                <a:lnTo>
                  <a:pt x="1121388" y="77734"/>
                </a:lnTo>
                <a:lnTo>
                  <a:pt x="1100785" y="77953"/>
                </a:lnTo>
                <a:lnTo>
                  <a:pt x="1080173" y="78134"/>
                </a:lnTo>
                <a:lnTo>
                  <a:pt x="1059561" y="78286"/>
                </a:lnTo>
                <a:lnTo>
                  <a:pt x="1038949" y="78410"/>
                </a:lnTo>
                <a:lnTo>
                  <a:pt x="1018346" y="78496"/>
                </a:lnTo>
                <a:lnTo>
                  <a:pt x="997734" y="78553"/>
                </a:lnTo>
                <a:lnTo>
                  <a:pt x="977122" y="78572"/>
                </a:lnTo>
                <a:lnTo>
                  <a:pt x="956510" y="78572"/>
                </a:lnTo>
                <a:lnTo>
                  <a:pt x="935898" y="78534"/>
                </a:lnTo>
                <a:lnTo>
                  <a:pt x="915295" y="78457"/>
                </a:lnTo>
                <a:lnTo>
                  <a:pt x="894683" y="78362"/>
                </a:lnTo>
                <a:lnTo>
                  <a:pt x="874071" y="78229"/>
                </a:lnTo>
                <a:lnTo>
                  <a:pt x="853459" y="78067"/>
                </a:lnTo>
                <a:lnTo>
                  <a:pt x="832847" y="77867"/>
                </a:lnTo>
                <a:lnTo>
                  <a:pt x="812244" y="77638"/>
                </a:lnTo>
                <a:lnTo>
                  <a:pt x="791632" y="77381"/>
                </a:lnTo>
                <a:lnTo>
                  <a:pt x="771020" y="77076"/>
                </a:lnTo>
                <a:lnTo>
                  <a:pt x="750418" y="76752"/>
                </a:lnTo>
                <a:lnTo>
                  <a:pt x="729806" y="76381"/>
                </a:lnTo>
                <a:lnTo>
                  <a:pt x="709203" y="75981"/>
                </a:lnTo>
                <a:lnTo>
                  <a:pt x="688600" y="75543"/>
                </a:lnTo>
                <a:lnTo>
                  <a:pt x="667988" y="75076"/>
                </a:lnTo>
                <a:lnTo>
                  <a:pt x="647386" y="74562"/>
                </a:lnTo>
                <a:lnTo>
                  <a:pt x="626783" y="74019"/>
                </a:lnTo>
                <a:lnTo>
                  <a:pt x="606181" y="73428"/>
                </a:lnTo>
                <a:lnTo>
                  <a:pt x="585578" y="72800"/>
                </a:lnTo>
                <a:lnTo>
                  <a:pt x="564985" y="72123"/>
                </a:lnTo>
                <a:lnTo>
                  <a:pt x="544382" y="71409"/>
                </a:lnTo>
                <a:lnTo>
                  <a:pt x="523789" y="70647"/>
                </a:lnTo>
                <a:lnTo>
                  <a:pt x="503196" y="69837"/>
                </a:lnTo>
                <a:lnTo>
                  <a:pt x="482603" y="68980"/>
                </a:lnTo>
                <a:lnTo>
                  <a:pt x="462010" y="68066"/>
                </a:lnTo>
                <a:lnTo>
                  <a:pt x="441417" y="67094"/>
                </a:lnTo>
                <a:lnTo>
                  <a:pt x="420834" y="66075"/>
                </a:lnTo>
                <a:lnTo>
                  <a:pt x="400250" y="64989"/>
                </a:lnTo>
                <a:lnTo>
                  <a:pt x="379676" y="63837"/>
                </a:lnTo>
                <a:lnTo>
                  <a:pt x="359102" y="62627"/>
                </a:lnTo>
                <a:lnTo>
                  <a:pt x="338528" y="61331"/>
                </a:lnTo>
                <a:lnTo>
                  <a:pt x="317964" y="59960"/>
                </a:lnTo>
                <a:lnTo>
                  <a:pt x="297409" y="58493"/>
                </a:lnTo>
                <a:lnTo>
                  <a:pt x="276854" y="56940"/>
                </a:lnTo>
                <a:lnTo>
                  <a:pt x="256318" y="55283"/>
                </a:lnTo>
                <a:lnTo>
                  <a:pt x="235782" y="53511"/>
                </a:lnTo>
                <a:lnTo>
                  <a:pt x="215255" y="51606"/>
                </a:lnTo>
                <a:lnTo>
                  <a:pt x="194748" y="49549"/>
                </a:lnTo>
                <a:lnTo>
                  <a:pt x="174260" y="47330"/>
                </a:lnTo>
                <a:lnTo>
                  <a:pt x="153791" y="44910"/>
                </a:lnTo>
                <a:lnTo>
                  <a:pt x="133350" y="42262"/>
                </a:lnTo>
                <a:lnTo>
                  <a:pt x="112957" y="39319"/>
                </a:lnTo>
                <a:lnTo>
                  <a:pt x="92612" y="36014"/>
                </a:lnTo>
                <a:lnTo>
                  <a:pt x="72352" y="32233"/>
                </a:lnTo>
                <a:lnTo>
                  <a:pt x="52226" y="27765"/>
                </a:lnTo>
                <a:lnTo>
                  <a:pt x="32385" y="22212"/>
                </a:lnTo>
                <a:lnTo>
                  <a:pt x="13287" y="14526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38" name="funnel-step-cap-2">
            <a:extLst xmlns:a="http://schemas.openxmlformats.org/drawingml/2006/main">
              <a:ext uri="{FF2B5EF4-FFF2-40B4-BE49-F238E27FC236}">
                <a16:creationId xmlns:a16="http://schemas.microsoft.com/office/drawing/2014/main" id="{497737EE-7895-478A-A03E-8BC471E2D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648751" y="4210050"/>
            <a:ext cx="1941747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7EAC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39" name="funnel-step-body-3">
            <a:extLst xmlns:a="http://schemas.openxmlformats.org/drawingml/2006/main">
              <a:ext uri="{FF2B5EF4-FFF2-40B4-BE49-F238E27FC236}">
                <a16:creationId xmlns:a16="http://schemas.microsoft.com/office/drawing/2014/main" id="{80C6561C-A95D-4D7C-A5D5-56EA27890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23252" y="5243513"/>
            <a:ext cx="1390888" cy="807234"/>
          </a:xfrm>
          <a:custGeom xmlns:a="http://schemas.openxmlformats.org/drawingml/2006/main">
            <a:pathLst>
              <a:path w="1390888" h="807234">
                <a:moveTo>
                  <a:pt x="0" y="0"/>
                </a:moveTo>
                <a:lnTo>
                  <a:pt x="6363" y="17955"/>
                </a:lnTo>
                <a:lnTo>
                  <a:pt x="12725" y="35909"/>
                </a:lnTo>
                <a:lnTo>
                  <a:pt x="19088" y="53864"/>
                </a:lnTo>
                <a:lnTo>
                  <a:pt x="25451" y="71819"/>
                </a:lnTo>
                <a:lnTo>
                  <a:pt x="31814" y="89773"/>
                </a:lnTo>
                <a:lnTo>
                  <a:pt x="38176" y="107728"/>
                </a:lnTo>
                <a:lnTo>
                  <a:pt x="44539" y="125682"/>
                </a:lnTo>
                <a:lnTo>
                  <a:pt x="50902" y="143637"/>
                </a:lnTo>
                <a:lnTo>
                  <a:pt x="57264" y="161592"/>
                </a:lnTo>
                <a:lnTo>
                  <a:pt x="63627" y="179546"/>
                </a:lnTo>
                <a:lnTo>
                  <a:pt x="69990" y="197501"/>
                </a:lnTo>
                <a:lnTo>
                  <a:pt x="76352" y="215456"/>
                </a:lnTo>
                <a:lnTo>
                  <a:pt x="82715" y="233410"/>
                </a:lnTo>
                <a:lnTo>
                  <a:pt x="89078" y="251365"/>
                </a:lnTo>
                <a:lnTo>
                  <a:pt x="95441" y="269319"/>
                </a:lnTo>
                <a:lnTo>
                  <a:pt x="101803" y="287274"/>
                </a:lnTo>
                <a:lnTo>
                  <a:pt x="108166" y="305229"/>
                </a:lnTo>
                <a:lnTo>
                  <a:pt x="114529" y="323183"/>
                </a:lnTo>
                <a:lnTo>
                  <a:pt x="120891" y="341138"/>
                </a:lnTo>
                <a:lnTo>
                  <a:pt x="127254" y="359093"/>
                </a:lnTo>
                <a:lnTo>
                  <a:pt x="133617" y="377047"/>
                </a:lnTo>
                <a:lnTo>
                  <a:pt x="139979" y="395002"/>
                </a:lnTo>
                <a:lnTo>
                  <a:pt x="146342" y="412956"/>
                </a:lnTo>
                <a:lnTo>
                  <a:pt x="152705" y="430911"/>
                </a:lnTo>
                <a:lnTo>
                  <a:pt x="159068" y="448866"/>
                </a:lnTo>
                <a:lnTo>
                  <a:pt x="165430" y="466820"/>
                </a:lnTo>
                <a:lnTo>
                  <a:pt x="171793" y="484775"/>
                </a:lnTo>
                <a:lnTo>
                  <a:pt x="178156" y="502730"/>
                </a:lnTo>
                <a:lnTo>
                  <a:pt x="184518" y="520684"/>
                </a:lnTo>
                <a:lnTo>
                  <a:pt x="190881" y="538639"/>
                </a:lnTo>
                <a:lnTo>
                  <a:pt x="197244" y="556593"/>
                </a:lnTo>
                <a:lnTo>
                  <a:pt x="203606" y="574548"/>
                </a:lnTo>
                <a:lnTo>
                  <a:pt x="209969" y="592503"/>
                </a:lnTo>
                <a:lnTo>
                  <a:pt x="216332" y="610457"/>
                </a:lnTo>
                <a:lnTo>
                  <a:pt x="222695" y="628412"/>
                </a:lnTo>
                <a:lnTo>
                  <a:pt x="229057" y="646367"/>
                </a:lnTo>
                <a:lnTo>
                  <a:pt x="235420" y="664321"/>
                </a:lnTo>
                <a:lnTo>
                  <a:pt x="241783" y="682276"/>
                </a:lnTo>
                <a:lnTo>
                  <a:pt x="248145" y="700230"/>
                </a:lnTo>
                <a:lnTo>
                  <a:pt x="254508" y="718185"/>
                </a:lnTo>
                <a:lnTo>
                  <a:pt x="259861" y="736368"/>
                </a:lnTo>
                <a:lnTo>
                  <a:pt x="272310" y="750494"/>
                </a:lnTo>
                <a:lnTo>
                  <a:pt x="288808" y="759952"/>
                </a:lnTo>
                <a:lnTo>
                  <a:pt x="306476" y="767048"/>
                </a:lnTo>
                <a:lnTo>
                  <a:pt x="324650" y="772744"/>
                </a:lnTo>
                <a:lnTo>
                  <a:pt x="343091" y="777507"/>
                </a:lnTo>
                <a:lnTo>
                  <a:pt x="361693" y="781583"/>
                </a:lnTo>
                <a:lnTo>
                  <a:pt x="380409" y="785127"/>
                </a:lnTo>
                <a:lnTo>
                  <a:pt x="399202" y="788232"/>
                </a:lnTo>
                <a:lnTo>
                  <a:pt x="418052" y="790985"/>
                </a:lnTo>
                <a:lnTo>
                  <a:pt x="436950" y="793423"/>
                </a:lnTo>
                <a:lnTo>
                  <a:pt x="455867" y="795595"/>
                </a:lnTo>
                <a:lnTo>
                  <a:pt x="474821" y="797528"/>
                </a:lnTo>
                <a:lnTo>
                  <a:pt x="493795" y="799243"/>
                </a:lnTo>
                <a:lnTo>
                  <a:pt x="512778" y="800757"/>
                </a:lnTo>
                <a:lnTo>
                  <a:pt x="531781" y="802091"/>
                </a:lnTo>
                <a:lnTo>
                  <a:pt x="550793" y="803253"/>
                </a:lnTo>
                <a:lnTo>
                  <a:pt x="569814" y="804253"/>
                </a:lnTo>
                <a:lnTo>
                  <a:pt x="588845" y="805101"/>
                </a:lnTo>
                <a:lnTo>
                  <a:pt x="607886" y="805796"/>
                </a:lnTo>
                <a:lnTo>
                  <a:pt x="626926" y="806358"/>
                </a:lnTo>
                <a:lnTo>
                  <a:pt x="645966" y="806777"/>
                </a:lnTo>
                <a:lnTo>
                  <a:pt x="665016" y="807063"/>
                </a:lnTo>
                <a:lnTo>
                  <a:pt x="684066" y="807215"/>
                </a:lnTo>
                <a:lnTo>
                  <a:pt x="703107" y="807234"/>
                </a:lnTo>
                <a:lnTo>
                  <a:pt x="722157" y="807120"/>
                </a:lnTo>
                <a:lnTo>
                  <a:pt x="741207" y="806872"/>
                </a:lnTo>
                <a:lnTo>
                  <a:pt x="760247" y="806491"/>
                </a:lnTo>
                <a:lnTo>
                  <a:pt x="779288" y="805977"/>
                </a:lnTo>
                <a:lnTo>
                  <a:pt x="798328" y="805320"/>
                </a:lnTo>
                <a:lnTo>
                  <a:pt x="817359" y="804520"/>
                </a:lnTo>
                <a:lnTo>
                  <a:pt x="836390" y="803558"/>
                </a:lnTo>
                <a:lnTo>
                  <a:pt x="855402" y="802443"/>
                </a:lnTo>
                <a:lnTo>
                  <a:pt x="874405" y="801167"/>
                </a:lnTo>
                <a:lnTo>
                  <a:pt x="893397" y="799700"/>
                </a:lnTo>
                <a:lnTo>
                  <a:pt x="912381" y="798052"/>
                </a:lnTo>
                <a:lnTo>
                  <a:pt x="931335" y="796185"/>
                </a:lnTo>
                <a:lnTo>
                  <a:pt x="950262" y="794090"/>
                </a:lnTo>
                <a:lnTo>
                  <a:pt x="969169" y="791728"/>
                </a:lnTo>
                <a:lnTo>
                  <a:pt x="988028" y="789070"/>
                </a:lnTo>
                <a:lnTo>
                  <a:pt x="1006840" y="786079"/>
                </a:lnTo>
                <a:lnTo>
                  <a:pt x="1025585" y="782669"/>
                </a:lnTo>
                <a:lnTo>
                  <a:pt x="1044226" y="778764"/>
                </a:lnTo>
                <a:lnTo>
                  <a:pt x="1062723" y="774230"/>
                </a:lnTo>
                <a:lnTo>
                  <a:pt x="1080992" y="768829"/>
                </a:lnTo>
                <a:lnTo>
                  <a:pt x="1098852" y="762219"/>
                </a:lnTo>
                <a:lnTo>
                  <a:pt x="1115816" y="753608"/>
                </a:lnTo>
                <a:lnTo>
                  <a:pt x="1130103" y="741188"/>
                </a:lnTo>
                <a:lnTo>
                  <a:pt x="1136371" y="723433"/>
                </a:lnTo>
                <a:lnTo>
                  <a:pt x="1142733" y="705479"/>
                </a:lnTo>
                <a:lnTo>
                  <a:pt x="1149096" y="687524"/>
                </a:lnTo>
                <a:lnTo>
                  <a:pt x="1155459" y="669569"/>
                </a:lnTo>
                <a:lnTo>
                  <a:pt x="1161821" y="651615"/>
                </a:lnTo>
                <a:lnTo>
                  <a:pt x="1168184" y="633660"/>
                </a:lnTo>
                <a:lnTo>
                  <a:pt x="1174547" y="615706"/>
                </a:lnTo>
                <a:lnTo>
                  <a:pt x="1180910" y="597751"/>
                </a:lnTo>
                <a:lnTo>
                  <a:pt x="1187272" y="579796"/>
                </a:lnTo>
                <a:lnTo>
                  <a:pt x="1193635" y="561842"/>
                </a:lnTo>
                <a:lnTo>
                  <a:pt x="1199998" y="543887"/>
                </a:lnTo>
                <a:lnTo>
                  <a:pt x="1206360" y="525932"/>
                </a:lnTo>
                <a:lnTo>
                  <a:pt x="1212723" y="507978"/>
                </a:lnTo>
                <a:lnTo>
                  <a:pt x="1219086" y="490023"/>
                </a:lnTo>
                <a:lnTo>
                  <a:pt x="1225448" y="472069"/>
                </a:lnTo>
                <a:lnTo>
                  <a:pt x="1231811" y="454114"/>
                </a:lnTo>
                <a:lnTo>
                  <a:pt x="1238174" y="436159"/>
                </a:lnTo>
                <a:lnTo>
                  <a:pt x="1244537" y="418205"/>
                </a:lnTo>
                <a:lnTo>
                  <a:pt x="1250899" y="400250"/>
                </a:lnTo>
                <a:lnTo>
                  <a:pt x="1257262" y="382295"/>
                </a:lnTo>
                <a:lnTo>
                  <a:pt x="1263625" y="364341"/>
                </a:lnTo>
                <a:lnTo>
                  <a:pt x="1269987" y="346386"/>
                </a:lnTo>
                <a:lnTo>
                  <a:pt x="1276350" y="328432"/>
                </a:lnTo>
                <a:lnTo>
                  <a:pt x="1282713" y="310477"/>
                </a:lnTo>
                <a:lnTo>
                  <a:pt x="1289085" y="292522"/>
                </a:lnTo>
                <a:lnTo>
                  <a:pt x="1295448" y="274568"/>
                </a:lnTo>
                <a:lnTo>
                  <a:pt x="1301810" y="256613"/>
                </a:lnTo>
                <a:lnTo>
                  <a:pt x="1308173" y="238658"/>
                </a:lnTo>
                <a:lnTo>
                  <a:pt x="1314536" y="220704"/>
                </a:lnTo>
                <a:lnTo>
                  <a:pt x="1320898" y="202749"/>
                </a:lnTo>
                <a:lnTo>
                  <a:pt x="1327261" y="184795"/>
                </a:lnTo>
                <a:lnTo>
                  <a:pt x="1333624" y="166840"/>
                </a:lnTo>
                <a:lnTo>
                  <a:pt x="1339987" y="148885"/>
                </a:lnTo>
                <a:lnTo>
                  <a:pt x="1346349" y="130931"/>
                </a:lnTo>
                <a:lnTo>
                  <a:pt x="1352712" y="112976"/>
                </a:lnTo>
                <a:lnTo>
                  <a:pt x="1359075" y="95021"/>
                </a:lnTo>
                <a:lnTo>
                  <a:pt x="1365437" y="77067"/>
                </a:lnTo>
                <a:lnTo>
                  <a:pt x="1371800" y="59112"/>
                </a:lnTo>
                <a:lnTo>
                  <a:pt x="1378163" y="41158"/>
                </a:lnTo>
                <a:lnTo>
                  <a:pt x="1384525" y="23203"/>
                </a:lnTo>
                <a:lnTo>
                  <a:pt x="1390888" y="5248"/>
                </a:lnTo>
                <a:lnTo>
                  <a:pt x="1386716" y="11630"/>
                </a:lnTo>
                <a:lnTo>
                  <a:pt x="1370648" y="21698"/>
                </a:lnTo>
                <a:lnTo>
                  <a:pt x="1352893" y="28575"/>
                </a:lnTo>
                <a:lnTo>
                  <a:pt x="1334614" y="33928"/>
                </a:lnTo>
                <a:lnTo>
                  <a:pt x="1316088" y="38376"/>
                </a:lnTo>
                <a:lnTo>
                  <a:pt x="1297429" y="42196"/>
                </a:lnTo>
                <a:lnTo>
                  <a:pt x="1278684" y="45558"/>
                </a:lnTo>
                <a:lnTo>
                  <a:pt x="1259872" y="48549"/>
                </a:lnTo>
                <a:lnTo>
                  <a:pt x="1241012" y="51245"/>
                </a:lnTo>
                <a:lnTo>
                  <a:pt x="1222124" y="53702"/>
                </a:lnTo>
                <a:lnTo>
                  <a:pt x="1203208" y="55940"/>
                </a:lnTo>
                <a:lnTo>
                  <a:pt x="1184272" y="57998"/>
                </a:lnTo>
                <a:lnTo>
                  <a:pt x="1165317" y="59893"/>
                </a:lnTo>
                <a:lnTo>
                  <a:pt x="1146353" y="61646"/>
                </a:lnTo>
                <a:lnTo>
                  <a:pt x="1127369" y="63275"/>
                </a:lnTo>
                <a:lnTo>
                  <a:pt x="1108377" y="64789"/>
                </a:lnTo>
                <a:lnTo>
                  <a:pt x="1089384" y="66180"/>
                </a:lnTo>
                <a:lnTo>
                  <a:pt x="1070381" y="67485"/>
                </a:lnTo>
                <a:lnTo>
                  <a:pt x="1051370" y="68685"/>
                </a:lnTo>
                <a:lnTo>
                  <a:pt x="1032358" y="69809"/>
                </a:lnTo>
                <a:lnTo>
                  <a:pt x="1013336" y="70847"/>
                </a:lnTo>
                <a:lnTo>
                  <a:pt x="994305" y="71799"/>
                </a:lnTo>
                <a:lnTo>
                  <a:pt x="975284" y="72685"/>
                </a:lnTo>
                <a:lnTo>
                  <a:pt x="956253" y="73495"/>
                </a:lnTo>
                <a:lnTo>
                  <a:pt x="937212" y="74247"/>
                </a:lnTo>
                <a:lnTo>
                  <a:pt x="918181" y="74924"/>
                </a:lnTo>
                <a:lnTo>
                  <a:pt x="899141" y="75533"/>
                </a:lnTo>
                <a:lnTo>
                  <a:pt x="880100" y="76095"/>
                </a:lnTo>
                <a:lnTo>
                  <a:pt x="861060" y="76591"/>
                </a:lnTo>
                <a:lnTo>
                  <a:pt x="842010" y="77029"/>
                </a:lnTo>
                <a:lnTo>
                  <a:pt x="822970" y="77410"/>
                </a:lnTo>
                <a:lnTo>
                  <a:pt x="803920" y="77734"/>
                </a:lnTo>
                <a:lnTo>
                  <a:pt x="784879" y="78010"/>
                </a:lnTo>
                <a:lnTo>
                  <a:pt x="765829" y="78229"/>
                </a:lnTo>
                <a:lnTo>
                  <a:pt x="746779" y="78400"/>
                </a:lnTo>
                <a:lnTo>
                  <a:pt x="727729" y="78505"/>
                </a:lnTo>
                <a:lnTo>
                  <a:pt x="708679" y="78562"/>
                </a:lnTo>
                <a:lnTo>
                  <a:pt x="689639" y="78572"/>
                </a:lnTo>
                <a:lnTo>
                  <a:pt x="670589" y="78524"/>
                </a:lnTo>
                <a:lnTo>
                  <a:pt x="651539" y="78429"/>
                </a:lnTo>
                <a:lnTo>
                  <a:pt x="632489" y="78286"/>
                </a:lnTo>
                <a:lnTo>
                  <a:pt x="613439" y="78086"/>
                </a:lnTo>
                <a:lnTo>
                  <a:pt x="594398" y="77819"/>
                </a:lnTo>
                <a:lnTo>
                  <a:pt x="575348" y="77514"/>
                </a:lnTo>
                <a:lnTo>
                  <a:pt x="556308" y="77143"/>
                </a:lnTo>
                <a:lnTo>
                  <a:pt x="537258" y="76724"/>
                </a:lnTo>
                <a:lnTo>
                  <a:pt x="518217" y="76248"/>
                </a:lnTo>
                <a:lnTo>
                  <a:pt x="499177" y="75705"/>
                </a:lnTo>
                <a:lnTo>
                  <a:pt x="480136" y="75105"/>
                </a:lnTo>
                <a:lnTo>
                  <a:pt x="461096" y="74447"/>
                </a:lnTo>
                <a:lnTo>
                  <a:pt x="442065" y="73724"/>
                </a:lnTo>
                <a:lnTo>
                  <a:pt x="423034" y="72933"/>
                </a:lnTo>
                <a:lnTo>
                  <a:pt x="404003" y="72066"/>
                </a:lnTo>
                <a:lnTo>
                  <a:pt x="384981" y="71133"/>
                </a:lnTo>
                <a:lnTo>
                  <a:pt x="365960" y="70123"/>
                </a:lnTo>
                <a:lnTo>
                  <a:pt x="346939" y="69028"/>
                </a:lnTo>
                <a:lnTo>
                  <a:pt x="327927" y="67847"/>
                </a:lnTo>
                <a:lnTo>
                  <a:pt x="308924" y="66580"/>
                </a:lnTo>
                <a:lnTo>
                  <a:pt x="289922" y="65199"/>
                </a:lnTo>
                <a:lnTo>
                  <a:pt x="270929" y="63732"/>
                </a:lnTo>
                <a:lnTo>
                  <a:pt x="251946" y="62141"/>
                </a:lnTo>
                <a:lnTo>
                  <a:pt x="232982" y="60427"/>
                </a:lnTo>
                <a:lnTo>
                  <a:pt x="214017" y="58569"/>
                </a:lnTo>
                <a:lnTo>
                  <a:pt x="195072" y="56559"/>
                </a:lnTo>
                <a:lnTo>
                  <a:pt x="176155" y="54378"/>
                </a:lnTo>
                <a:lnTo>
                  <a:pt x="157258" y="51987"/>
                </a:lnTo>
                <a:lnTo>
                  <a:pt x="138389" y="49368"/>
                </a:lnTo>
                <a:lnTo>
                  <a:pt x="119558" y="46463"/>
                </a:lnTo>
                <a:lnTo>
                  <a:pt x="100794" y="43224"/>
                </a:lnTo>
                <a:lnTo>
                  <a:pt x="82096" y="39548"/>
                </a:lnTo>
                <a:lnTo>
                  <a:pt x="63532" y="35309"/>
                </a:lnTo>
                <a:lnTo>
                  <a:pt x="45168" y="30261"/>
                </a:lnTo>
                <a:lnTo>
                  <a:pt x="27203" y="23927"/>
                </a:lnTo>
                <a:lnTo>
                  <a:pt x="10363" y="15116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40" name="funnel-step-cap-3">
            <a:extLst xmlns:a="http://schemas.openxmlformats.org/drawingml/2006/main">
              <a:ext uri="{FF2B5EF4-FFF2-40B4-BE49-F238E27FC236}">
                <a16:creationId xmlns:a16="http://schemas.microsoft.com/office/drawing/2014/main" id="{734FD2EE-5C99-4C43-94E0-D5969B44B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23271" y="5119688"/>
            <a:ext cx="1392707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7EAC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41" name="funnel-flow-arrow">
            <a:extLst xmlns:a="http://schemas.openxmlformats.org/drawingml/2006/main">
              <a:ext uri="{FF2B5EF4-FFF2-40B4-BE49-F238E27FC236}">
                <a16:creationId xmlns:a16="http://schemas.microsoft.com/office/drawing/2014/main" id="{BA19AC71-7641-403D-B70A-B7A705913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52850" y="2466975"/>
            <a:ext cx="1733550" cy="3631149"/>
          </a:xfrm>
          <a:custGeom xmlns:a="http://schemas.openxmlformats.org/drawingml/2006/main">
            <a:pathLst>
              <a:path w="1733550" h="3631149">
                <a:moveTo>
                  <a:pt x="0" y="0"/>
                </a:moveTo>
                <a:lnTo>
                  <a:pt x="0" y="42824"/>
                </a:lnTo>
                <a:lnTo>
                  <a:pt x="8630" y="84668"/>
                </a:lnTo>
                <a:lnTo>
                  <a:pt x="18345" y="126378"/>
                </a:lnTo>
                <a:lnTo>
                  <a:pt x="28061" y="168088"/>
                </a:lnTo>
                <a:lnTo>
                  <a:pt x="37776" y="209807"/>
                </a:lnTo>
                <a:lnTo>
                  <a:pt x="47492" y="251517"/>
                </a:lnTo>
                <a:lnTo>
                  <a:pt x="57207" y="293227"/>
                </a:lnTo>
                <a:lnTo>
                  <a:pt x="66923" y="334947"/>
                </a:lnTo>
                <a:lnTo>
                  <a:pt x="76638" y="376657"/>
                </a:lnTo>
                <a:lnTo>
                  <a:pt x="86354" y="418367"/>
                </a:lnTo>
                <a:lnTo>
                  <a:pt x="96069" y="460077"/>
                </a:lnTo>
                <a:lnTo>
                  <a:pt x="105785" y="501796"/>
                </a:lnTo>
                <a:lnTo>
                  <a:pt x="115500" y="543506"/>
                </a:lnTo>
                <a:lnTo>
                  <a:pt x="125216" y="585216"/>
                </a:lnTo>
                <a:lnTo>
                  <a:pt x="134931" y="626926"/>
                </a:lnTo>
                <a:lnTo>
                  <a:pt x="144647" y="668645"/>
                </a:lnTo>
                <a:lnTo>
                  <a:pt x="154362" y="710355"/>
                </a:lnTo>
                <a:lnTo>
                  <a:pt x="164078" y="752065"/>
                </a:lnTo>
                <a:lnTo>
                  <a:pt x="173793" y="793785"/>
                </a:lnTo>
                <a:lnTo>
                  <a:pt x="183509" y="835495"/>
                </a:lnTo>
                <a:lnTo>
                  <a:pt x="193224" y="877205"/>
                </a:lnTo>
                <a:lnTo>
                  <a:pt x="201378" y="919248"/>
                </a:lnTo>
                <a:lnTo>
                  <a:pt x="209312" y="961339"/>
                </a:lnTo>
                <a:lnTo>
                  <a:pt x="216751" y="1003516"/>
                </a:lnTo>
                <a:lnTo>
                  <a:pt x="224190" y="1045693"/>
                </a:lnTo>
                <a:lnTo>
                  <a:pt x="231629" y="1087869"/>
                </a:lnTo>
                <a:lnTo>
                  <a:pt x="239068" y="1130046"/>
                </a:lnTo>
                <a:lnTo>
                  <a:pt x="246507" y="1172223"/>
                </a:lnTo>
                <a:lnTo>
                  <a:pt x="253946" y="1214409"/>
                </a:lnTo>
                <a:lnTo>
                  <a:pt x="261385" y="1256586"/>
                </a:lnTo>
                <a:lnTo>
                  <a:pt x="268815" y="1298762"/>
                </a:lnTo>
                <a:lnTo>
                  <a:pt x="276254" y="1340939"/>
                </a:lnTo>
                <a:lnTo>
                  <a:pt x="283693" y="1383116"/>
                </a:lnTo>
                <a:lnTo>
                  <a:pt x="291132" y="1425292"/>
                </a:lnTo>
                <a:lnTo>
                  <a:pt x="298571" y="1467479"/>
                </a:lnTo>
                <a:lnTo>
                  <a:pt x="306010" y="1509655"/>
                </a:lnTo>
                <a:lnTo>
                  <a:pt x="313449" y="1551832"/>
                </a:lnTo>
                <a:lnTo>
                  <a:pt x="320888" y="1594009"/>
                </a:lnTo>
                <a:lnTo>
                  <a:pt x="328317" y="1636185"/>
                </a:lnTo>
                <a:lnTo>
                  <a:pt x="335756" y="1678362"/>
                </a:lnTo>
                <a:lnTo>
                  <a:pt x="343195" y="1720548"/>
                </a:lnTo>
                <a:lnTo>
                  <a:pt x="350634" y="1762725"/>
                </a:lnTo>
                <a:lnTo>
                  <a:pt x="357930" y="1804921"/>
                </a:lnTo>
                <a:lnTo>
                  <a:pt x="364960" y="1847174"/>
                </a:lnTo>
                <a:lnTo>
                  <a:pt x="371846" y="1889446"/>
                </a:lnTo>
                <a:lnTo>
                  <a:pt x="378619" y="1931737"/>
                </a:lnTo>
                <a:lnTo>
                  <a:pt x="385391" y="1974028"/>
                </a:lnTo>
                <a:lnTo>
                  <a:pt x="392163" y="2016319"/>
                </a:lnTo>
                <a:lnTo>
                  <a:pt x="398936" y="2058610"/>
                </a:lnTo>
                <a:lnTo>
                  <a:pt x="405698" y="2100901"/>
                </a:lnTo>
                <a:lnTo>
                  <a:pt x="412471" y="2143192"/>
                </a:lnTo>
                <a:lnTo>
                  <a:pt x="419243" y="2185483"/>
                </a:lnTo>
                <a:lnTo>
                  <a:pt x="426015" y="2227764"/>
                </a:lnTo>
                <a:lnTo>
                  <a:pt x="432787" y="2270055"/>
                </a:lnTo>
                <a:lnTo>
                  <a:pt x="439560" y="2312346"/>
                </a:lnTo>
                <a:lnTo>
                  <a:pt x="446332" y="2354637"/>
                </a:lnTo>
                <a:lnTo>
                  <a:pt x="453104" y="2396928"/>
                </a:lnTo>
                <a:lnTo>
                  <a:pt x="459877" y="2439219"/>
                </a:lnTo>
                <a:lnTo>
                  <a:pt x="466649" y="2481510"/>
                </a:lnTo>
                <a:lnTo>
                  <a:pt x="473412" y="2523801"/>
                </a:lnTo>
                <a:lnTo>
                  <a:pt x="480184" y="2566092"/>
                </a:lnTo>
                <a:lnTo>
                  <a:pt x="486956" y="2608383"/>
                </a:lnTo>
                <a:lnTo>
                  <a:pt x="493728" y="2650674"/>
                </a:lnTo>
                <a:lnTo>
                  <a:pt x="500501" y="2692965"/>
                </a:lnTo>
                <a:lnTo>
                  <a:pt x="507101" y="2735285"/>
                </a:lnTo>
                <a:lnTo>
                  <a:pt x="513655" y="2777604"/>
                </a:lnTo>
                <a:lnTo>
                  <a:pt x="520151" y="2819933"/>
                </a:lnTo>
                <a:lnTo>
                  <a:pt x="526656" y="2862272"/>
                </a:lnTo>
                <a:lnTo>
                  <a:pt x="533152" y="2904601"/>
                </a:lnTo>
                <a:lnTo>
                  <a:pt x="539648" y="2946940"/>
                </a:lnTo>
                <a:lnTo>
                  <a:pt x="503596" y="2952750"/>
                </a:lnTo>
                <a:lnTo>
                  <a:pt x="460762" y="2952750"/>
                </a:lnTo>
                <a:lnTo>
                  <a:pt x="417938" y="2952750"/>
                </a:lnTo>
                <a:lnTo>
                  <a:pt x="375104" y="2952750"/>
                </a:lnTo>
                <a:lnTo>
                  <a:pt x="332280" y="2952750"/>
                </a:lnTo>
                <a:lnTo>
                  <a:pt x="289446" y="2952750"/>
                </a:lnTo>
                <a:lnTo>
                  <a:pt x="246621" y="2952750"/>
                </a:lnTo>
                <a:lnTo>
                  <a:pt x="225571" y="2962113"/>
                </a:lnTo>
                <a:lnTo>
                  <a:pt x="255032" y="2993193"/>
                </a:lnTo>
                <a:lnTo>
                  <a:pt x="284502" y="3024283"/>
                </a:lnTo>
                <a:lnTo>
                  <a:pt x="313963" y="3055363"/>
                </a:lnTo>
                <a:lnTo>
                  <a:pt x="343424" y="3086443"/>
                </a:lnTo>
                <a:lnTo>
                  <a:pt x="372894" y="3117533"/>
                </a:lnTo>
                <a:lnTo>
                  <a:pt x="402355" y="3148613"/>
                </a:lnTo>
                <a:lnTo>
                  <a:pt x="431825" y="3179702"/>
                </a:lnTo>
                <a:lnTo>
                  <a:pt x="461286" y="3210782"/>
                </a:lnTo>
                <a:lnTo>
                  <a:pt x="490747" y="3241862"/>
                </a:lnTo>
                <a:lnTo>
                  <a:pt x="520217" y="3272952"/>
                </a:lnTo>
                <a:lnTo>
                  <a:pt x="549678" y="3304032"/>
                </a:lnTo>
                <a:lnTo>
                  <a:pt x="579139" y="3335112"/>
                </a:lnTo>
                <a:lnTo>
                  <a:pt x="608609" y="3366202"/>
                </a:lnTo>
                <a:lnTo>
                  <a:pt x="638070" y="3397282"/>
                </a:lnTo>
                <a:lnTo>
                  <a:pt x="667541" y="3428362"/>
                </a:lnTo>
                <a:lnTo>
                  <a:pt x="697001" y="3459451"/>
                </a:lnTo>
                <a:lnTo>
                  <a:pt x="726462" y="3490532"/>
                </a:lnTo>
                <a:lnTo>
                  <a:pt x="755933" y="3521612"/>
                </a:lnTo>
                <a:lnTo>
                  <a:pt x="785393" y="3552701"/>
                </a:lnTo>
                <a:lnTo>
                  <a:pt x="814854" y="3583781"/>
                </a:lnTo>
                <a:lnTo>
                  <a:pt x="844325" y="3614861"/>
                </a:lnTo>
                <a:lnTo>
                  <a:pt x="873785" y="3631149"/>
                </a:lnTo>
                <a:lnTo>
                  <a:pt x="903256" y="3600069"/>
                </a:lnTo>
                <a:lnTo>
                  <a:pt x="932717" y="3568989"/>
                </a:lnTo>
                <a:lnTo>
                  <a:pt x="962177" y="3537899"/>
                </a:lnTo>
                <a:lnTo>
                  <a:pt x="991648" y="3506819"/>
                </a:lnTo>
                <a:lnTo>
                  <a:pt x="1021109" y="3475739"/>
                </a:lnTo>
                <a:lnTo>
                  <a:pt x="1050579" y="3444650"/>
                </a:lnTo>
                <a:lnTo>
                  <a:pt x="1080040" y="3413570"/>
                </a:lnTo>
                <a:lnTo>
                  <a:pt x="1109501" y="3382480"/>
                </a:lnTo>
                <a:lnTo>
                  <a:pt x="1138971" y="3351400"/>
                </a:lnTo>
                <a:lnTo>
                  <a:pt x="1168432" y="3320320"/>
                </a:lnTo>
                <a:lnTo>
                  <a:pt x="1197893" y="3289230"/>
                </a:lnTo>
                <a:lnTo>
                  <a:pt x="1227363" y="3258150"/>
                </a:lnTo>
                <a:lnTo>
                  <a:pt x="1256824" y="3227070"/>
                </a:lnTo>
                <a:lnTo>
                  <a:pt x="1286294" y="3195980"/>
                </a:lnTo>
                <a:lnTo>
                  <a:pt x="1315755" y="3164900"/>
                </a:lnTo>
                <a:lnTo>
                  <a:pt x="1345216" y="3133820"/>
                </a:lnTo>
                <a:lnTo>
                  <a:pt x="1374686" y="3102731"/>
                </a:lnTo>
                <a:lnTo>
                  <a:pt x="1404147" y="3071651"/>
                </a:lnTo>
                <a:lnTo>
                  <a:pt x="1433608" y="3040571"/>
                </a:lnTo>
                <a:lnTo>
                  <a:pt x="1463078" y="3009481"/>
                </a:lnTo>
                <a:lnTo>
                  <a:pt x="1492539" y="2978401"/>
                </a:lnTo>
                <a:lnTo>
                  <a:pt x="1509370" y="2952750"/>
                </a:lnTo>
                <a:lnTo>
                  <a:pt x="1466545" y="2952750"/>
                </a:lnTo>
                <a:lnTo>
                  <a:pt x="1423711" y="2952750"/>
                </a:lnTo>
                <a:lnTo>
                  <a:pt x="1380887" y="2952750"/>
                </a:lnTo>
                <a:lnTo>
                  <a:pt x="1338053" y="2952750"/>
                </a:lnTo>
                <a:lnTo>
                  <a:pt x="1295229" y="2952750"/>
                </a:lnTo>
                <a:lnTo>
                  <a:pt x="1252395" y="2952750"/>
                </a:lnTo>
                <a:lnTo>
                  <a:pt x="1209570" y="2952750"/>
                </a:lnTo>
                <a:lnTo>
                  <a:pt x="1196988" y="2926785"/>
                </a:lnTo>
                <a:lnTo>
                  <a:pt x="1203493" y="2884456"/>
                </a:lnTo>
                <a:lnTo>
                  <a:pt x="1209989" y="2842117"/>
                </a:lnTo>
                <a:lnTo>
                  <a:pt x="1216485" y="2799788"/>
                </a:lnTo>
                <a:lnTo>
                  <a:pt x="1223010" y="2757459"/>
                </a:lnTo>
                <a:lnTo>
                  <a:pt x="1229573" y="2715130"/>
                </a:lnTo>
                <a:lnTo>
                  <a:pt x="1236269" y="2672829"/>
                </a:lnTo>
                <a:lnTo>
                  <a:pt x="1243041" y="2630538"/>
                </a:lnTo>
                <a:lnTo>
                  <a:pt x="1249813" y="2588247"/>
                </a:lnTo>
                <a:lnTo>
                  <a:pt x="1256586" y="2545956"/>
                </a:lnTo>
                <a:lnTo>
                  <a:pt x="1263358" y="2503675"/>
                </a:lnTo>
                <a:lnTo>
                  <a:pt x="1270130" y="2461384"/>
                </a:lnTo>
                <a:lnTo>
                  <a:pt x="1276902" y="2419093"/>
                </a:lnTo>
                <a:lnTo>
                  <a:pt x="1283675" y="2376802"/>
                </a:lnTo>
                <a:lnTo>
                  <a:pt x="1290447" y="2334511"/>
                </a:lnTo>
                <a:lnTo>
                  <a:pt x="1297210" y="2292220"/>
                </a:lnTo>
                <a:lnTo>
                  <a:pt x="1303982" y="2249929"/>
                </a:lnTo>
                <a:lnTo>
                  <a:pt x="1310754" y="2207638"/>
                </a:lnTo>
                <a:lnTo>
                  <a:pt x="1317527" y="2165347"/>
                </a:lnTo>
                <a:lnTo>
                  <a:pt x="1324299" y="2123056"/>
                </a:lnTo>
                <a:lnTo>
                  <a:pt x="1331071" y="2080765"/>
                </a:lnTo>
                <a:lnTo>
                  <a:pt x="1337843" y="2038474"/>
                </a:lnTo>
                <a:lnTo>
                  <a:pt x="1344616" y="1996183"/>
                </a:lnTo>
                <a:lnTo>
                  <a:pt x="1351388" y="1953892"/>
                </a:lnTo>
                <a:lnTo>
                  <a:pt x="1358160" y="1911601"/>
                </a:lnTo>
                <a:lnTo>
                  <a:pt x="1364923" y="1869310"/>
                </a:lnTo>
                <a:lnTo>
                  <a:pt x="1371933" y="1827066"/>
                </a:lnTo>
                <a:lnTo>
                  <a:pt x="1379020" y="1784823"/>
                </a:lnTo>
                <a:lnTo>
                  <a:pt x="1386459" y="1742646"/>
                </a:lnTo>
                <a:lnTo>
                  <a:pt x="1393898" y="1700470"/>
                </a:lnTo>
                <a:lnTo>
                  <a:pt x="1401328" y="1658293"/>
                </a:lnTo>
                <a:lnTo>
                  <a:pt x="1408767" y="1616107"/>
                </a:lnTo>
                <a:lnTo>
                  <a:pt x="1416206" y="1573930"/>
                </a:lnTo>
                <a:lnTo>
                  <a:pt x="1423645" y="1531753"/>
                </a:lnTo>
                <a:lnTo>
                  <a:pt x="1431084" y="1489577"/>
                </a:lnTo>
                <a:lnTo>
                  <a:pt x="1438523" y="1447400"/>
                </a:lnTo>
                <a:lnTo>
                  <a:pt x="1445962" y="1405214"/>
                </a:lnTo>
                <a:lnTo>
                  <a:pt x="1453401" y="1363037"/>
                </a:lnTo>
                <a:lnTo>
                  <a:pt x="1460830" y="1320860"/>
                </a:lnTo>
                <a:lnTo>
                  <a:pt x="1468269" y="1278684"/>
                </a:lnTo>
                <a:lnTo>
                  <a:pt x="1475708" y="1236507"/>
                </a:lnTo>
                <a:lnTo>
                  <a:pt x="1483147" y="1194330"/>
                </a:lnTo>
                <a:lnTo>
                  <a:pt x="1490586" y="1152144"/>
                </a:lnTo>
                <a:lnTo>
                  <a:pt x="1498025" y="1109967"/>
                </a:lnTo>
                <a:lnTo>
                  <a:pt x="1505464" y="1067791"/>
                </a:lnTo>
                <a:lnTo>
                  <a:pt x="1512903" y="1025614"/>
                </a:lnTo>
                <a:lnTo>
                  <a:pt x="1520333" y="983437"/>
                </a:lnTo>
                <a:lnTo>
                  <a:pt x="1527981" y="941299"/>
                </a:lnTo>
                <a:lnTo>
                  <a:pt x="1535982" y="899217"/>
                </a:lnTo>
                <a:lnTo>
                  <a:pt x="1544955" y="857355"/>
                </a:lnTo>
                <a:lnTo>
                  <a:pt x="1554671" y="815635"/>
                </a:lnTo>
                <a:lnTo>
                  <a:pt x="1564386" y="773925"/>
                </a:lnTo>
                <a:lnTo>
                  <a:pt x="1574102" y="732215"/>
                </a:lnTo>
                <a:lnTo>
                  <a:pt x="1583817" y="690496"/>
                </a:lnTo>
                <a:lnTo>
                  <a:pt x="1593533" y="648786"/>
                </a:lnTo>
                <a:lnTo>
                  <a:pt x="1603248" y="607076"/>
                </a:lnTo>
                <a:lnTo>
                  <a:pt x="1612964" y="565366"/>
                </a:lnTo>
                <a:lnTo>
                  <a:pt x="1622679" y="523646"/>
                </a:lnTo>
                <a:lnTo>
                  <a:pt x="1632395" y="481936"/>
                </a:lnTo>
                <a:lnTo>
                  <a:pt x="1642110" y="440226"/>
                </a:lnTo>
                <a:lnTo>
                  <a:pt x="1651825" y="398516"/>
                </a:lnTo>
                <a:lnTo>
                  <a:pt x="1661541" y="356797"/>
                </a:lnTo>
                <a:lnTo>
                  <a:pt x="1671257" y="315087"/>
                </a:lnTo>
                <a:lnTo>
                  <a:pt x="1680972" y="273377"/>
                </a:lnTo>
                <a:lnTo>
                  <a:pt x="1690688" y="231658"/>
                </a:lnTo>
                <a:lnTo>
                  <a:pt x="1700403" y="189948"/>
                </a:lnTo>
                <a:lnTo>
                  <a:pt x="1710119" y="148238"/>
                </a:lnTo>
                <a:lnTo>
                  <a:pt x="1719834" y="106528"/>
                </a:lnTo>
                <a:lnTo>
                  <a:pt x="1729550" y="64808"/>
                </a:lnTo>
                <a:lnTo>
                  <a:pt x="1733550" y="22441"/>
                </a:lnTo>
                <a:lnTo>
                  <a:pt x="1713167" y="0"/>
                </a:lnTo>
                <a:lnTo>
                  <a:pt x="1670333" y="0"/>
                </a:lnTo>
                <a:lnTo>
                  <a:pt x="1627508" y="0"/>
                </a:lnTo>
                <a:lnTo>
                  <a:pt x="1584674" y="0"/>
                </a:lnTo>
                <a:lnTo>
                  <a:pt x="1541850" y="0"/>
                </a:lnTo>
                <a:lnTo>
                  <a:pt x="1499016" y="0"/>
                </a:lnTo>
                <a:lnTo>
                  <a:pt x="1456192" y="0"/>
                </a:lnTo>
                <a:lnTo>
                  <a:pt x="1413358" y="0"/>
                </a:lnTo>
                <a:lnTo>
                  <a:pt x="1370533" y="0"/>
                </a:lnTo>
                <a:lnTo>
                  <a:pt x="1327699" y="0"/>
                </a:lnTo>
                <a:lnTo>
                  <a:pt x="1284875" y="0"/>
                </a:lnTo>
                <a:lnTo>
                  <a:pt x="1242041" y="0"/>
                </a:lnTo>
                <a:lnTo>
                  <a:pt x="1199217" y="0"/>
                </a:lnTo>
                <a:lnTo>
                  <a:pt x="1156383" y="0"/>
                </a:lnTo>
                <a:lnTo>
                  <a:pt x="1113558" y="0"/>
                </a:lnTo>
                <a:lnTo>
                  <a:pt x="1070724" y="0"/>
                </a:lnTo>
                <a:lnTo>
                  <a:pt x="1027900" y="0"/>
                </a:lnTo>
                <a:lnTo>
                  <a:pt x="985066" y="0"/>
                </a:lnTo>
                <a:lnTo>
                  <a:pt x="942242" y="0"/>
                </a:lnTo>
                <a:lnTo>
                  <a:pt x="899408" y="0"/>
                </a:lnTo>
                <a:lnTo>
                  <a:pt x="856583" y="0"/>
                </a:lnTo>
                <a:lnTo>
                  <a:pt x="813749" y="0"/>
                </a:lnTo>
                <a:lnTo>
                  <a:pt x="770925" y="0"/>
                </a:lnTo>
                <a:lnTo>
                  <a:pt x="728091" y="0"/>
                </a:lnTo>
                <a:lnTo>
                  <a:pt x="685267" y="0"/>
                </a:lnTo>
                <a:lnTo>
                  <a:pt x="642433" y="0"/>
                </a:lnTo>
                <a:lnTo>
                  <a:pt x="599608" y="0"/>
                </a:lnTo>
                <a:lnTo>
                  <a:pt x="556774" y="0"/>
                </a:lnTo>
                <a:lnTo>
                  <a:pt x="513950" y="0"/>
                </a:lnTo>
                <a:lnTo>
                  <a:pt x="471116" y="0"/>
                </a:lnTo>
                <a:lnTo>
                  <a:pt x="428292" y="0"/>
                </a:lnTo>
                <a:lnTo>
                  <a:pt x="385458" y="0"/>
                </a:lnTo>
                <a:lnTo>
                  <a:pt x="342633" y="0"/>
                </a:lnTo>
                <a:lnTo>
                  <a:pt x="299799" y="0"/>
                </a:lnTo>
                <a:lnTo>
                  <a:pt x="256975" y="0"/>
                </a:lnTo>
                <a:lnTo>
                  <a:pt x="214141" y="0"/>
                </a:lnTo>
                <a:lnTo>
                  <a:pt x="171317" y="0"/>
                </a:lnTo>
                <a:lnTo>
                  <a:pt x="128492" y="0"/>
                </a:lnTo>
                <a:lnTo>
                  <a:pt x="85658" y="0"/>
                </a:lnTo>
                <a:lnTo>
                  <a:pt x="42824" y="0"/>
                </a:lnTo>
                <a:lnTo>
                  <a:pt x="0" y="0"/>
                </a:lnTo>
                <a:close/>
              </a:path>
            </a:pathLst>
          </a:custGeom>
          <a:gradFill xmlns:a="http://schemas.openxmlformats.org/drawingml/2006/main">
            <a:gsLst>
              <a:gs pos="0">
                <a:srgbClr val="000000"/>
              </a:gs>
              <a:gs pos="42">
                <a:srgbClr val="B8D8F2">
                  <a:alpha val="16000"/>
                </a:srgbClr>
              </a:gs>
              <a:gs pos="76">
                <a:srgbClr val="8FC4EE">
                  <a:alpha val="32000"/>
                </a:srgbClr>
              </a:gs>
              <a:gs pos="100">
                <a:srgbClr val="72B3E8">
                  <a:alpha val="52000"/>
                </a:srgbClr>
              </a:gs>
            </a:gsLst>
            <a:lin ang="10800000"/>
          </a:gradFill>
          <a:ln xmlns:a="http://schemas.openxmlformats.org/drawingml/2006/main" w="9525">
            <a:noFill/>
            <a:prstDash val="solid"/>
          </a:ln>
        </p:spPr>
      </p:sp>
      <p:sp>
        <p:nvSpPr>
          <p:cNvPr id="42" name="phase-label-0">
            <a:extLst xmlns:a="http://schemas.openxmlformats.org/drawingml/2006/main">
              <a:ext uri="{FF2B5EF4-FFF2-40B4-BE49-F238E27FC236}">
                <a16:creationId xmlns:a16="http://schemas.microsoft.com/office/drawing/2014/main" id="{2FD6FBB5-F1DE-4027-B639-7F4CA1BE8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1638300"/>
            <a:ext cx="228600" cy="2657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阶段一</a:t>
            </a:r>
          </a:p>
        </p:txBody>
      </p:sp>
      <p:sp>
        <p:nvSpPr>
          <p:cNvPr id="43" name="phase-label-1">
            <a:extLst xmlns:a="http://schemas.openxmlformats.org/drawingml/2006/main">
              <a:ext uri="{FF2B5EF4-FFF2-40B4-BE49-F238E27FC236}">
                <a16:creationId xmlns:a16="http://schemas.microsoft.com/office/drawing/2014/main" id="{A1B358A3-6846-4F85-A3A2-0078D8E26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4295775"/>
            <a:ext cx="228600" cy="1914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阶段二</a:t>
            </a:r>
          </a:p>
        </p:txBody>
      </p:sp>
      <p:sp>
        <p:nvSpPr>
          <p:cNvPr id="44" name="funnel-step-title-0">
            <a:extLst xmlns:a="http://schemas.openxmlformats.org/drawingml/2006/main">
              <a:ext uri="{FF2B5EF4-FFF2-40B4-BE49-F238E27FC236}">
                <a16:creationId xmlns:a16="http://schemas.microsoft.com/office/drawing/2014/main" id="{BB192CD7-6933-4D88-BDA8-3952B7585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423199" y="2793206"/>
            <a:ext cx="2392861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3600"/>
              </a:lnSpc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广泛触达</a:t>
            </a:r>
          </a:p>
        </p:txBody>
      </p:sp>
      <p:sp>
        <p:nvSpPr>
          <p:cNvPr id="45" name="funnel-step-title-1">
            <a:extLst xmlns:a="http://schemas.openxmlformats.org/drawingml/2006/main">
              <a:ext uri="{FF2B5EF4-FFF2-40B4-BE49-F238E27FC236}">
                <a16:creationId xmlns:a16="http://schemas.microsoft.com/office/drawing/2014/main" id="{1558C475-2501-4E15-A8BC-6D268C75D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25018" y="3702844"/>
            <a:ext cx="1789214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3600"/>
              </a:lnSpc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兴趣识别</a:t>
            </a:r>
          </a:p>
        </p:txBody>
      </p:sp>
      <p:sp>
        <p:nvSpPr>
          <p:cNvPr id="46" name="funnel-step-title-2">
            <a:extLst xmlns:a="http://schemas.openxmlformats.org/drawingml/2006/main">
              <a:ext uri="{FF2B5EF4-FFF2-40B4-BE49-F238E27FC236}">
                <a16:creationId xmlns:a16="http://schemas.microsoft.com/office/drawing/2014/main" id="{20DEBE27-A761-4E00-B68C-6AD72E5DF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99528" y="4612481"/>
            <a:ext cx="1240184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3600"/>
              </a:lnSpc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意向培育</a:t>
            </a:r>
          </a:p>
        </p:txBody>
      </p:sp>
      <p:sp>
        <p:nvSpPr>
          <p:cNvPr id="47" name="funnel-step-title-3">
            <a:extLst xmlns:a="http://schemas.openxmlformats.org/drawingml/2006/main">
              <a:ext uri="{FF2B5EF4-FFF2-40B4-BE49-F238E27FC236}">
                <a16:creationId xmlns:a16="http://schemas.microsoft.com/office/drawing/2014/main" id="{175E00C5-1E72-4B22-AF4C-18A0B5879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200525" y="5522119"/>
            <a:ext cx="8382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行动转化</a:t>
            </a:r>
          </a:p>
        </p:txBody>
      </p:sp>
      <p:sp>
        <p:nvSpPr>
          <p:cNvPr id="48" name="input-core-0">
            <a:extLst xmlns:a="http://schemas.openxmlformats.org/drawingml/2006/main">
              <a:ext uri="{FF2B5EF4-FFF2-40B4-BE49-F238E27FC236}">
                <a16:creationId xmlns:a16="http://schemas.microsoft.com/office/drawing/2014/main" id="{959111F7-5AEE-44D4-BF5F-04B2A3C2F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890838" y="194310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23"/>
          <a:fontRef xmlns:a="http://schemas.openxmlformats.org/drawingml/2006/main" idx="major"/>
        </p:style>
      </p:sp>
      <p:pic>
        <p:nvPicPr>
          <p:cNvPr id="1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aa8cce480614fd0">
            <a:extLst>
              <a:ext uri="{96DAC541-7B7A-43D3-8B79-37D633B846F1}">
                <asvg:svgBlip xmlns:asvg="http://schemas.microsoft.com/office/drawing/2016/SVG/main" r:embed="R1478edf9ab2d4399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2986088" y="2038350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50" name="input-core-1">
            <a:extLst xmlns:a="http://schemas.openxmlformats.org/drawingml/2006/main">
              <a:ext uri="{FF2B5EF4-FFF2-40B4-BE49-F238E27FC236}">
                <a16:creationId xmlns:a16="http://schemas.microsoft.com/office/drawing/2014/main" id="{BE2E454D-A132-4ABD-BE92-865F8CC7C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419475" y="1781175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23"/>
          <a:fontRef xmlns:a="http://schemas.openxmlformats.org/drawingml/2006/main" idx="major"/>
        </p:style>
      </p:sp>
      <p:pic>
        <p:nvPicPr>
          <p:cNvPr id="1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66f46bb46ad4b4d">
            <a:extLst>
              <a:ext uri="{96DAC541-7B7A-43D3-8B79-37D633B846F1}">
                <asvg:svgBlip xmlns:asvg="http://schemas.microsoft.com/office/drawing/2016/SVG/main" r:embed="Rdbe4d8a1ac714c2d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3514725" y="1876425"/>
            <a:ext cx="209550" cy="209550"/>
          </a:xfrm>
          <a:prstGeom xmlns:a="http://schemas.openxmlformats.org/drawingml/2006/main" prst="rect">
            <a:avLst/>
          </a:prstGeom>
        </p:spPr>
      </p:pic>
      <p:sp>
        <p:nvSpPr>
          <p:cNvPr id="52" name="input-core-2">
            <a:extLst xmlns:a="http://schemas.openxmlformats.org/drawingml/2006/main">
              <a:ext uri="{FF2B5EF4-FFF2-40B4-BE49-F238E27FC236}">
                <a16:creationId xmlns:a16="http://schemas.microsoft.com/office/drawing/2014/main" id="{9D363439-66E5-4898-92BB-32BE38299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890963" y="163830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23"/>
          <a:fontRef xmlns:a="http://schemas.openxmlformats.org/drawingml/2006/main" idx="major"/>
        </p:style>
      </p:sp>
      <p:pic>
        <p:nvPicPr>
          <p:cNvPr id="1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49d758b7aa340a5">
            <a:extLst>
              <a:ext uri="{96DAC541-7B7A-43D3-8B79-37D633B846F1}">
                <asvg:svgBlip xmlns:asvg="http://schemas.microsoft.com/office/drawing/2016/SVG/main" r:embed="Red07312b2db145a6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3986213" y="1733550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54" name="input-core-3">
            <a:extLst xmlns:a="http://schemas.openxmlformats.org/drawingml/2006/main">
              <a:ext uri="{FF2B5EF4-FFF2-40B4-BE49-F238E27FC236}">
                <a16:creationId xmlns:a16="http://schemas.microsoft.com/office/drawing/2014/main" id="{C4956B36-A6E6-4770-8784-CFA75D5EC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419600" y="1628775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23"/>
          <a:fontRef xmlns:a="http://schemas.openxmlformats.org/drawingml/2006/main" idx="major"/>
        </p:style>
      </p:sp>
      <p:pic>
        <p:nvPicPr>
          <p:cNvPr id="1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aa3cc4642204aa3">
            <a:extLst>
              <a:ext uri="{96DAC541-7B7A-43D3-8B79-37D633B846F1}">
                <asvg:svgBlip xmlns:asvg="http://schemas.microsoft.com/office/drawing/2016/SVG/main" r:embed="R1a726f7eec9540df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4514850" y="1724025"/>
            <a:ext cx="209550" cy="209550"/>
          </a:xfrm>
          <a:prstGeom xmlns:a="http://schemas.openxmlformats.org/drawingml/2006/main" prst="rect">
            <a:avLst/>
          </a:prstGeom>
        </p:spPr>
      </p:pic>
      <p:sp>
        <p:nvSpPr>
          <p:cNvPr id="56" name="input-core-4">
            <a:extLst xmlns:a="http://schemas.openxmlformats.org/drawingml/2006/main">
              <a:ext uri="{FF2B5EF4-FFF2-40B4-BE49-F238E27FC236}">
                <a16:creationId xmlns:a16="http://schemas.microsoft.com/office/drawing/2014/main" id="{5EB63940-D921-4B1F-96E1-E76266DE7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891088" y="168592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23"/>
          <a:fontRef xmlns:a="http://schemas.openxmlformats.org/drawingml/2006/main" idx="major"/>
        </p:style>
      </p:sp>
      <p:pic>
        <p:nvPicPr>
          <p:cNvPr id="1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0a4cc3bac87419b">
            <a:extLst>
              <a:ext uri="{96DAC541-7B7A-43D3-8B79-37D633B846F1}">
                <asvg:svgBlip xmlns:asvg="http://schemas.microsoft.com/office/drawing/2016/SVG/main" r:embed="R7a9b62a16c0c4aee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4986338" y="1781175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58" name="input-core-5">
            <a:extLst xmlns:a="http://schemas.openxmlformats.org/drawingml/2006/main">
              <a:ext uri="{FF2B5EF4-FFF2-40B4-BE49-F238E27FC236}">
                <a16:creationId xmlns:a16="http://schemas.microsoft.com/office/drawing/2014/main" id="{93227490-E5FA-4E0F-A7B1-F26BE51D1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419725" y="1857375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23"/>
          <a:fontRef xmlns:a="http://schemas.openxmlformats.org/drawingml/2006/main" idx="major"/>
        </p:style>
      </p:sp>
      <p:pic>
        <p:nvPicPr>
          <p:cNvPr id="1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4ff14ddc72a4acf">
            <a:extLst>
              <a:ext uri="{96DAC541-7B7A-43D3-8B79-37D633B846F1}">
                <asvg:svgBlip xmlns:asvg="http://schemas.microsoft.com/office/drawing/2016/SVG/main" r:embed="Refa87be0ec804189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5514975" y="1952625"/>
            <a:ext cx="209550" cy="209550"/>
          </a:xfrm>
          <a:prstGeom xmlns:a="http://schemas.openxmlformats.org/drawingml/2006/main" prst="rect">
            <a:avLst/>
          </a:prstGeom>
        </p:spPr>
      </p:pic>
      <p:sp>
        <p:nvSpPr>
          <p:cNvPr id="60" name="input-core-6">
            <a:extLst xmlns:a="http://schemas.openxmlformats.org/drawingml/2006/main">
              <a:ext uri="{FF2B5EF4-FFF2-40B4-BE49-F238E27FC236}">
                <a16:creationId xmlns:a16="http://schemas.microsoft.com/office/drawing/2014/main" id="{15B54E4F-A865-4ADC-9ED5-3D1C19B74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891213" y="193357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23"/>
          <a:fontRef xmlns:a="http://schemas.openxmlformats.org/drawingml/2006/main" idx="major"/>
        </p:style>
      </p:sp>
      <p:pic>
        <p:nvPicPr>
          <p:cNvPr id="1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a04280effeb4fa1">
            <a:extLst>
              <a:ext uri="{96DAC541-7B7A-43D3-8B79-37D633B846F1}">
                <asvg:svgBlip xmlns:asvg="http://schemas.microsoft.com/office/drawing/2016/SVG/main" r:embed="R1abf8c9430644ff6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5986463" y="2028825"/>
            <a:ext cx="266700" cy="2667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6612866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8" name="phase-band-0">
            <a:extLst xmlns:a="http://schemas.openxmlformats.org/drawingml/2006/main">
              <a:ext uri="{FF2B5EF4-FFF2-40B4-BE49-F238E27FC236}">
                <a16:creationId xmlns:a16="http://schemas.microsoft.com/office/drawing/2014/main" id="{6AD1F0EA-81DB-4BE0-858D-BD4D6EC98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1638300"/>
            <a:ext cx="1114425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phase-band-1">
            <a:extLst xmlns:a="http://schemas.openxmlformats.org/drawingml/2006/main">
              <a:ext uri="{FF2B5EF4-FFF2-40B4-BE49-F238E27FC236}">
                <a16:creationId xmlns:a16="http://schemas.microsoft.com/office/drawing/2014/main" id="{60096BA1-B12C-4126-84AC-285B22E43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2876550"/>
            <a:ext cx="111442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38100">
            <a:solidFill>
              <a:srgbClr val="FFFFFF"/>
            </a:solidFill>
            <a:prstDash val="solid"/>
          </a:ln>
        </p:spPr>
      </p:sp>
      <p:sp>
        <p:nvSpPr>
          <p:cNvPr id="3" name="phase-band-2">
            <a:extLst xmlns:a="http://schemas.openxmlformats.org/drawingml/2006/main">
              <a:ext uri="{FF2B5EF4-FFF2-40B4-BE49-F238E27FC236}">
                <a16:creationId xmlns:a16="http://schemas.microsoft.com/office/drawing/2014/main" id="{E311D276-7DB3-4E44-8CE9-93DC25E31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3943350"/>
            <a:ext cx="11144250" cy="2266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38100">
            <a:solidFill>
              <a:srgbClr val="FFFFFF"/>
            </a:solidFill>
            <a:prstDash val="solid"/>
          </a:ln>
        </p:spPr>
      </p:sp>
      <p:sp>
        <p:nvSpPr>
          <p:cNvPr id="4" name="phase-rail-0">
            <a:extLst xmlns:a="http://schemas.openxmlformats.org/drawingml/2006/main">
              <a:ext uri="{FF2B5EF4-FFF2-40B4-BE49-F238E27FC236}">
                <a16:creationId xmlns:a16="http://schemas.microsoft.com/office/drawing/2014/main" id="{0FDA9FEF-C3D2-46AD-8C7E-B6F68F640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1638300"/>
            <a:ext cx="514350" cy="1238164"/>
          </a:xfrm>
          <a:custGeom xmlns:a="http://schemas.openxmlformats.org/drawingml/2006/main">
            <a:pathLst>
              <a:path w="514350" h="1238164">
                <a:moveTo>
                  <a:pt x="0" y="0"/>
                </a:moveTo>
                <a:lnTo>
                  <a:pt x="19040" y="0"/>
                </a:lnTo>
                <a:lnTo>
                  <a:pt x="38071" y="0"/>
                </a:lnTo>
                <a:lnTo>
                  <a:pt x="57112" y="0"/>
                </a:lnTo>
                <a:lnTo>
                  <a:pt x="76152" y="0"/>
                </a:lnTo>
                <a:lnTo>
                  <a:pt x="95183" y="0"/>
                </a:lnTo>
                <a:lnTo>
                  <a:pt x="114224" y="0"/>
                </a:lnTo>
                <a:lnTo>
                  <a:pt x="133264" y="0"/>
                </a:lnTo>
                <a:lnTo>
                  <a:pt x="152305" y="0"/>
                </a:lnTo>
                <a:lnTo>
                  <a:pt x="171336" y="0"/>
                </a:lnTo>
                <a:lnTo>
                  <a:pt x="190376" y="0"/>
                </a:lnTo>
                <a:lnTo>
                  <a:pt x="209417" y="0"/>
                </a:lnTo>
                <a:lnTo>
                  <a:pt x="228448" y="0"/>
                </a:lnTo>
                <a:lnTo>
                  <a:pt x="247488" y="0"/>
                </a:lnTo>
                <a:lnTo>
                  <a:pt x="266529" y="0"/>
                </a:lnTo>
                <a:lnTo>
                  <a:pt x="285560" y="0"/>
                </a:lnTo>
                <a:lnTo>
                  <a:pt x="304600" y="0"/>
                </a:lnTo>
                <a:lnTo>
                  <a:pt x="323640" y="0"/>
                </a:lnTo>
                <a:lnTo>
                  <a:pt x="342671" y="0"/>
                </a:lnTo>
                <a:lnTo>
                  <a:pt x="361712" y="0"/>
                </a:lnTo>
                <a:lnTo>
                  <a:pt x="380752" y="0"/>
                </a:lnTo>
                <a:lnTo>
                  <a:pt x="399793" y="0"/>
                </a:lnTo>
                <a:lnTo>
                  <a:pt x="418824" y="0"/>
                </a:lnTo>
                <a:lnTo>
                  <a:pt x="437864" y="0"/>
                </a:lnTo>
                <a:lnTo>
                  <a:pt x="456905" y="0"/>
                </a:lnTo>
                <a:lnTo>
                  <a:pt x="475936" y="0"/>
                </a:lnTo>
                <a:lnTo>
                  <a:pt x="494976" y="0"/>
                </a:lnTo>
                <a:lnTo>
                  <a:pt x="514017" y="0"/>
                </a:lnTo>
                <a:lnTo>
                  <a:pt x="514350" y="18698"/>
                </a:lnTo>
                <a:lnTo>
                  <a:pt x="514350" y="37738"/>
                </a:lnTo>
                <a:lnTo>
                  <a:pt x="514350" y="56779"/>
                </a:lnTo>
                <a:lnTo>
                  <a:pt x="514350" y="75809"/>
                </a:lnTo>
                <a:lnTo>
                  <a:pt x="514350" y="94850"/>
                </a:lnTo>
                <a:lnTo>
                  <a:pt x="514350" y="113890"/>
                </a:lnTo>
                <a:lnTo>
                  <a:pt x="514350" y="132931"/>
                </a:lnTo>
                <a:lnTo>
                  <a:pt x="514350" y="151962"/>
                </a:lnTo>
                <a:lnTo>
                  <a:pt x="514350" y="171002"/>
                </a:lnTo>
                <a:lnTo>
                  <a:pt x="514350" y="190043"/>
                </a:lnTo>
                <a:lnTo>
                  <a:pt x="514350" y="209074"/>
                </a:lnTo>
                <a:lnTo>
                  <a:pt x="514350" y="228114"/>
                </a:lnTo>
                <a:lnTo>
                  <a:pt x="514350" y="247155"/>
                </a:lnTo>
                <a:lnTo>
                  <a:pt x="514350" y="266186"/>
                </a:lnTo>
                <a:lnTo>
                  <a:pt x="514350" y="285226"/>
                </a:lnTo>
                <a:lnTo>
                  <a:pt x="514350" y="304267"/>
                </a:lnTo>
                <a:lnTo>
                  <a:pt x="514350" y="323298"/>
                </a:lnTo>
                <a:lnTo>
                  <a:pt x="514350" y="342338"/>
                </a:lnTo>
                <a:lnTo>
                  <a:pt x="514350" y="361379"/>
                </a:lnTo>
                <a:lnTo>
                  <a:pt x="514350" y="380419"/>
                </a:lnTo>
                <a:lnTo>
                  <a:pt x="514350" y="399450"/>
                </a:lnTo>
                <a:lnTo>
                  <a:pt x="514350" y="418490"/>
                </a:lnTo>
                <a:lnTo>
                  <a:pt x="514350" y="437531"/>
                </a:lnTo>
                <a:lnTo>
                  <a:pt x="514350" y="456562"/>
                </a:lnTo>
                <a:lnTo>
                  <a:pt x="514350" y="475602"/>
                </a:lnTo>
                <a:lnTo>
                  <a:pt x="514350" y="494643"/>
                </a:lnTo>
                <a:lnTo>
                  <a:pt x="514350" y="513674"/>
                </a:lnTo>
                <a:lnTo>
                  <a:pt x="514350" y="532714"/>
                </a:lnTo>
                <a:lnTo>
                  <a:pt x="514350" y="551755"/>
                </a:lnTo>
                <a:lnTo>
                  <a:pt x="514350" y="570786"/>
                </a:lnTo>
                <a:lnTo>
                  <a:pt x="514350" y="589826"/>
                </a:lnTo>
                <a:lnTo>
                  <a:pt x="514350" y="608867"/>
                </a:lnTo>
                <a:lnTo>
                  <a:pt x="514350" y="627907"/>
                </a:lnTo>
                <a:lnTo>
                  <a:pt x="514350" y="646938"/>
                </a:lnTo>
                <a:lnTo>
                  <a:pt x="514350" y="665978"/>
                </a:lnTo>
                <a:lnTo>
                  <a:pt x="514350" y="685019"/>
                </a:lnTo>
                <a:lnTo>
                  <a:pt x="514350" y="704050"/>
                </a:lnTo>
                <a:lnTo>
                  <a:pt x="514350" y="723090"/>
                </a:lnTo>
                <a:lnTo>
                  <a:pt x="514350" y="742131"/>
                </a:lnTo>
                <a:lnTo>
                  <a:pt x="514350" y="761162"/>
                </a:lnTo>
                <a:lnTo>
                  <a:pt x="514350" y="780202"/>
                </a:lnTo>
                <a:lnTo>
                  <a:pt x="514350" y="799243"/>
                </a:lnTo>
                <a:lnTo>
                  <a:pt x="514350" y="818274"/>
                </a:lnTo>
                <a:lnTo>
                  <a:pt x="514350" y="837314"/>
                </a:lnTo>
                <a:lnTo>
                  <a:pt x="514350" y="856355"/>
                </a:lnTo>
                <a:lnTo>
                  <a:pt x="514350" y="875395"/>
                </a:lnTo>
                <a:lnTo>
                  <a:pt x="514350" y="894426"/>
                </a:lnTo>
                <a:lnTo>
                  <a:pt x="514350" y="913467"/>
                </a:lnTo>
                <a:lnTo>
                  <a:pt x="514350" y="932507"/>
                </a:lnTo>
                <a:lnTo>
                  <a:pt x="514350" y="951538"/>
                </a:lnTo>
                <a:lnTo>
                  <a:pt x="514350" y="970578"/>
                </a:lnTo>
                <a:lnTo>
                  <a:pt x="514350" y="989619"/>
                </a:lnTo>
                <a:lnTo>
                  <a:pt x="514350" y="1008650"/>
                </a:lnTo>
                <a:lnTo>
                  <a:pt x="514350" y="1027690"/>
                </a:lnTo>
                <a:lnTo>
                  <a:pt x="514350" y="1046731"/>
                </a:lnTo>
                <a:lnTo>
                  <a:pt x="514350" y="1065762"/>
                </a:lnTo>
                <a:lnTo>
                  <a:pt x="514350" y="1084802"/>
                </a:lnTo>
                <a:lnTo>
                  <a:pt x="506949" y="1099490"/>
                </a:lnTo>
                <a:lnTo>
                  <a:pt x="490309" y="1108729"/>
                </a:lnTo>
                <a:lnTo>
                  <a:pt x="473669" y="1117978"/>
                </a:lnTo>
                <a:lnTo>
                  <a:pt x="457019" y="1127227"/>
                </a:lnTo>
                <a:lnTo>
                  <a:pt x="440379" y="1136466"/>
                </a:lnTo>
                <a:lnTo>
                  <a:pt x="423739" y="1145715"/>
                </a:lnTo>
                <a:lnTo>
                  <a:pt x="407099" y="1154963"/>
                </a:lnTo>
                <a:lnTo>
                  <a:pt x="390458" y="1164203"/>
                </a:lnTo>
                <a:lnTo>
                  <a:pt x="373818" y="1173451"/>
                </a:lnTo>
                <a:lnTo>
                  <a:pt x="357168" y="1182700"/>
                </a:lnTo>
                <a:lnTo>
                  <a:pt x="340528" y="1191939"/>
                </a:lnTo>
                <a:lnTo>
                  <a:pt x="323888" y="1201188"/>
                </a:lnTo>
                <a:lnTo>
                  <a:pt x="307248" y="1210427"/>
                </a:lnTo>
                <a:lnTo>
                  <a:pt x="290608" y="1219676"/>
                </a:lnTo>
                <a:lnTo>
                  <a:pt x="273968" y="1228925"/>
                </a:lnTo>
                <a:lnTo>
                  <a:pt x="257318" y="1238164"/>
                </a:lnTo>
                <a:lnTo>
                  <a:pt x="240678" y="1229087"/>
                </a:lnTo>
                <a:lnTo>
                  <a:pt x="224038" y="1219838"/>
                </a:lnTo>
                <a:lnTo>
                  <a:pt x="207397" y="1210599"/>
                </a:lnTo>
                <a:lnTo>
                  <a:pt x="190757" y="1201350"/>
                </a:lnTo>
                <a:lnTo>
                  <a:pt x="174117" y="1192101"/>
                </a:lnTo>
                <a:lnTo>
                  <a:pt x="157467" y="1182862"/>
                </a:lnTo>
                <a:lnTo>
                  <a:pt x="140827" y="1173613"/>
                </a:lnTo>
                <a:lnTo>
                  <a:pt x="124187" y="1164365"/>
                </a:lnTo>
                <a:lnTo>
                  <a:pt x="107547" y="1155125"/>
                </a:lnTo>
                <a:lnTo>
                  <a:pt x="90907" y="1145877"/>
                </a:lnTo>
                <a:lnTo>
                  <a:pt x="74266" y="1136628"/>
                </a:lnTo>
                <a:lnTo>
                  <a:pt x="57617" y="1127389"/>
                </a:lnTo>
                <a:lnTo>
                  <a:pt x="40977" y="1118140"/>
                </a:lnTo>
                <a:lnTo>
                  <a:pt x="24336" y="1108891"/>
                </a:lnTo>
                <a:lnTo>
                  <a:pt x="7696" y="1099652"/>
                </a:lnTo>
                <a:lnTo>
                  <a:pt x="0" y="1085136"/>
                </a:lnTo>
                <a:lnTo>
                  <a:pt x="0" y="1066105"/>
                </a:lnTo>
                <a:lnTo>
                  <a:pt x="0" y="1047064"/>
                </a:lnTo>
                <a:lnTo>
                  <a:pt x="0" y="1028024"/>
                </a:lnTo>
                <a:lnTo>
                  <a:pt x="0" y="1008993"/>
                </a:lnTo>
                <a:lnTo>
                  <a:pt x="0" y="989952"/>
                </a:lnTo>
                <a:lnTo>
                  <a:pt x="0" y="970912"/>
                </a:lnTo>
                <a:lnTo>
                  <a:pt x="0" y="951881"/>
                </a:lnTo>
                <a:lnTo>
                  <a:pt x="0" y="932840"/>
                </a:lnTo>
                <a:lnTo>
                  <a:pt x="0" y="913800"/>
                </a:lnTo>
                <a:lnTo>
                  <a:pt x="0" y="894769"/>
                </a:lnTo>
                <a:lnTo>
                  <a:pt x="0" y="875729"/>
                </a:lnTo>
                <a:lnTo>
                  <a:pt x="0" y="856688"/>
                </a:lnTo>
                <a:lnTo>
                  <a:pt x="0" y="837648"/>
                </a:lnTo>
                <a:lnTo>
                  <a:pt x="0" y="818617"/>
                </a:lnTo>
                <a:lnTo>
                  <a:pt x="0" y="799576"/>
                </a:lnTo>
                <a:lnTo>
                  <a:pt x="0" y="780536"/>
                </a:lnTo>
                <a:lnTo>
                  <a:pt x="0" y="761505"/>
                </a:lnTo>
                <a:lnTo>
                  <a:pt x="0" y="742464"/>
                </a:lnTo>
                <a:lnTo>
                  <a:pt x="0" y="723424"/>
                </a:lnTo>
                <a:lnTo>
                  <a:pt x="0" y="704393"/>
                </a:lnTo>
                <a:lnTo>
                  <a:pt x="0" y="685352"/>
                </a:lnTo>
                <a:lnTo>
                  <a:pt x="0" y="666312"/>
                </a:lnTo>
                <a:lnTo>
                  <a:pt x="0" y="647281"/>
                </a:lnTo>
                <a:lnTo>
                  <a:pt x="0" y="628240"/>
                </a:lnTo>
                <a:lnTo>
                  <a:pt x="0" y="609200"/>
                </a:lnTo>
                <a:lnTo>
                  <a:pt x="0" y="590159"/>
                </a:lnTo>
                <a:lnTo>
                  <a:pt x="0" y="571129"/>
                </a:lnTo>
                <a:lnTo>
                  <a:pt x="0" y="552088"/>
                </a:lnTo>
                <a:lnTo>
                  <a:pt x="0" y="533048"/>
                </a:lnTo>
                <a:lnTo>
                  <a:pt x="0" y="514017"/>
                </a:lnTo>
                <a:lnTo>
                  <a:pt x="0" y="494976"/>
                </a:lnTo>
                <a:lnTo>
                  <a:pt x="0" y="475936"/>
                </a:lnTo>
                <a:lnTo>
                  <a:pt x="0" y="456905"/>
                </a:lnTo>
                <a:lnTo>
                  <a:pt x="0" y="437864"/>
                </a:lnTo>
                <a:lnTo>
                  <a:pt x="0" y="418824"/>
                </a:lnTo>
                <a:lnTo>
                  <a:pt x="0" y="399793"/>
                </a:lnTo>
                <a:lnTo>
                  <a:pt x="0" y="380752"/>
                </a:lnTo>
                <a:lnTo>
                  <a:pt x="0" y="361712"/>
                </a:lnTo>
                <a:lnTo>
                  <a:pt x="0" y="342671"/>
                </a:lnTo>
                <a:lnTo>
                  <a:pt x="0" y="323640"/>
                </a:lnTo>
                <a:lnTo>
                  <a:pt x="0" y="304600"/>
                </a:lnTo>
                <a:lnTo>
                  <a:pt x="0" y="285560"/>
                </a:lnTo>
                <a:lnTo>
                  <a:pt x="0" y="266529"/>
                </a:lnTo>
                <a:lnTo>
                  <a:pt x="0" y="247488"/>
                </a:lnTo>
                <a:lnTo>
                  <a:pt x="0" y="228448"/>
                </a:lnTo>
                <a:lnTo>
                  <a:pt x="0" y="209417"/>
                </a:lnTo>
                <a:lnTo>
                  <a:pt x="0" y="190376"/>
                </a:lnTo>
                <a:lnTo>
                  <a:pt x="0" y="171336"/>
                </a:lnTo>
                <a:lnTo>
                  <a:pt x="0" y="152305"/>
                </a:lnTo>
                <a:lnTo>
                  <a:pt x="0" y="133264"/>
                </a:lnTo>
                <a:lnTo>
                  <a:pt x="0" y="114224"/>
                </a:lnTo>
                <a:lnTo>
                  <a:pt x="0" y="95183"/>
                </a:lnTo>
                <a:lnTo>
                  <a:pt x="0" y="76152"/>
                </a:lnTo>
                <a:lnTo>
                  <a:pt x="0" y="57112"/>
                </a:lnTo>
                <a:lnTo>
                  <a:pt x="0" y="38071"/>
                </a:lnTo>
                <a:lnTo>
                  <a:pt x="0" y="1904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5" name="phase-rail-1">
            <a:extLst xmlns:a="http://schemas.openxmlformats.org/drawingml/2006/main">
              <a:ext uri="{FF2B5EF4-FFF2-40B4-BE49-F238E27FC236}">
                <a16:creationId xmlns:a16="http://schemas.microsoft.com/office/drawing/2014/main" id="{F338F52F-616D-4BF4-82D5-FC7E4D0DE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2876550"/>
            <a:ext cx="514350" cy="1066476"/>
          </a:xfrm>
          <a:custGeom xmlns:a="http://schemas.openxmlformats.org/drawingml/2006/main">
            <a:pathLst>
              <a:path w="514350" h="1066476">
                <a:moveTo>
                  <a:pt x="0" y="0"/>
                </a:moveTo>
                <a:lnTo>
                  <a:pt x="16631" y="9239"/>
                </a:lnTo>
                <a:lnTo>
                  <a:pt x="33261" y="18479"/>
                </a:lnTo>
                <a:lnTo>
                  <a:pt x="49882" y="27718"/>
                </a:lnTo>
                <a:lnTo>
                  <a:pt x="66513" y="36957"/>
                </a:lnTo>
                <a:lnTo>
                  <a:pt x="83144" y="46196"/>
                </a:lnTo>
                <a:lnTo>
                  <a:pt x="99774" y="55426"/>
                </a:lnTo>
                <a:lnTo>
                  <a:pt x="116405" y="64665"/>
                </a:lnTo>
                <a:lnTo>
                  <a:pt x="133036" y="73904"/>
                </a:lnTo>
                <a:lnTo>
                  <a:pt x="149657" y="83144"/>
                </a:lnTo>
                <a:lnTo>
                  <a:pt x="166287" y="92383"/>
                </a:lnTo>
                <a:lnTo>
                  <a:pt x="182918" y="101622"/>
                </a:lnTo>
                <a:lnTo>
                  <a:pt x="199549" y="110861"/>
                </a:lnTo>
                <a:lnTo>
                  <a:pt x="216179" y="120101"/>
                </a:lnTo>
                <a:lnTo>
                  <a:pt x="232810" y="129340"/>
                </a:lnTo>
                <a:lnTo>
                  <a:pt x="249431" y="138579"/>
                </a:lnTo>
                <a:lnTo>
                  <a:pt x="266062" y="137941"/>
                </a:lnTo>
                <a:lnTo>
                  <a:pt x="282692" y="128702"/>
                </a:lnTo>
                <a:lnTo>
                  <a:pt x="299323" y="119463"/>
                </a:lnTo>
                <a:lnTo>
                  <a:pt x="315954" y="110223"/>
                </a:lnTo>
                <a:lnTo>
                  <a:pt x="332584" y="100984"/>
                </a:lnTo>
                <a:lnTo>
                  <a:pt x="349206" y="91745"/>
                </a:lnTo>
                <a:lnTo>
                  <a:pt x="365836" y="82506"/>
                </a:lnTo>
                <a:lnTo>
                  <a:pt x="382467" y="73266"/>
                </a:lnTo>
                <a:lnTo>
                  <a:pt x="399098" y="64027"/>
                </a:lnTo>
                <a:lnTo>
                  <a:pt x="415728" y="54788"/>
                </a:lnTo>
                <a:lnTo>
                  <a:pt x="432359" y="45549"/>
                </a:lnTo>
                <a:lnTo>
                  <a:pt x="448980" y="36319"/>
                </a:lnTo>
                <a:lnTo>
                  <a:pt x="465611" y="27080"/>
                </a:lnTo>
                <a:lnTo>
                  <a:pt x="482241" y="17840"/>
                </a:lnTo>
                <a:lnTo>
                  <a:pt x="498872" y="8601"/>
                </a:lnTo>
                <a:lnTo>
                  <a:pt x="514350" y="1314"/>
                </a:lnTo>
                <a:lnTo>
                  <a:pt x="514350" y="20336"/>
                </a:lnTo>
                <a:lnTo>
                  <a:pt x="514350" y="39357"/>
                </a:lnTo>
                <a:lnTo>
                  <a:pt x="514350" y="58379"/>
                </a:lnTo>
                <a:lnTo>
                  <a:pt x="514350" y="77410"/>
                </a:lnTo>
                <a:lnTo>
                  <a:pt x="514350" y="96431"/>
                </a:lnTo>
                <a:lnTo>
                  <a:pt x="514350" y="115453"/>
                </a:lnTo>
                <a:lnTo>
                  <a:pt x="514350" y="134474"/>
                </a:lnTo>
                <a:lnTo>
                  <a:pt x="514350" y="153495"/>
                </a:lnTo>
                <a:lnTo>
                  <a:pt x="514350" y="172517"/>
                </a:lnTo>
                <a:lnTo>
                  <a:pt x="514350" y="191548"/>
                </a:lnTo>
                <a:lnTo>
                  <a:pt x="514350" y="210569"/>
                </a:lnTo>
                <a:lnTo>
                  <a:pt x="514350" y="229591"/>
                </a:lnTo>
                <a:lnTo>
                  <a:pt x="514350" y="248612"/>
                </a:lnTo>
                <a:lnTo>
                  <a:pt x="514350" y="267633"/>
                </a:lnTo>
                <a:lnTo>
                  <a:pt x="514350" y="286655"/>
                </a:lnTo>
                <a:lnTo>
                  <a:pt x="514350" y="305676"/>
                </a:lnTo>
                <a:lnTo>
                  <a:pt x="514350" y="324707"/>
                </a:lnTo>
                <a:lnTo>
                  <a:pt x="514350" y="343729"/>
                </a:lnTo>
                <a:lnTo>
                  <a:pt x="514350" y="362750"/>
                </a:lnTo>
                <a:lnTo>
                  <a:pt x="514350" y="381772"/>
                </a:lnTo>
                <a:lnTo>
                  <a:pt x="514350" y="400793"/>
                </a:lnTo>
                <a:lnTo>
                  <a:pt x="514350" y="419814"/>
                </a:lnTo>
                <a:lnTo>
                  <a:pt x="514350" y="438845"/>
                </a:lnTo>
                <a:lnTo>
                  <a:pt x="514350" y="457867"/>
                </a:lnTo>
                <a:lnTo>
                  <a:pt x="514350" y="476888"/>
                </a:lnTo>
                <a:lnTo>
                  <a:pt x="514350" y="495910"/>
                </a:lnTo>
                <a:lnTo>
                  <a:pt x="514350" y="514931"/>
                </a:lnTo>
                <a:lnTo>
                  <a:pt x="514350" y="533952"/>
                </a:lnTo>
                <a:lnTo>
                  <a:pt x="514350" y="552974"/>
                </a:lnTo>
                <a:lnTo>
                  <a:pt x="514350" y="572005"/>
                </a:lnTo>
                <a:lnTo>
                  <a:pt x="514350" y="591026"/>
                </a:lnTo>
                <a:lnTo>
                  <a:pt x="514350" y="610048"/>
                </a:lnTo>
                <a:lnTo>
                  <a:pt x="514350" y="629069"/>
                </a:lnTo>
                <a:lnTo>
                  <a:pt x="514350" y="648091"/>
                </a:lnTo>
                <a:lnTo>
                  <a:pt x="514350" y="667112"/>
                </a:lnTo>
                <a:lnTo>
                  <a:pt x="514350" y="686143"/>
                </a:lnTo>
                <a:lnTo>
                  <a:pt x="514350" y="705164"/>
                </a:lnTo>
                <a:lnTo>
                  <a:pt x="514350" y="724186"/>
                </a:lnTo>
                <a:lnTo>
                  <a:pt x="514350" y="743207"/>
                </a:lnTo>
                <a:lnTo>
                  <a:pt x="514350" y="762229"/>
                </a:lnTo>
                <a:lnTo>
                  <a:pt x="514350" y="781250"/>
                </a:lnTo>
                <a:lnTo>
                  <a:pt x="514350" y="800271"/>
                </a:lnTo>
                <a:lnTo>
                  <a:pt x="514350" y="819302"/>
                </a:lnTo>
                <a:lnTo>
                  <a:pt x="514350" y="838324"/>
                </a:lnTo>
                <a:lnTo>
                  <a:pt x="514350" y="857345"/>
                </a:lnTo>
                <a:lnTo>
                  <a:pt x="514350" y="876367"/>
                </a:lnTo>
                <a:lnTo>
                  <a:pt x="514350" y="895388"/>
                </a:lnTo>
                <a:lnTo>
                  <a:pt x="514350" y="914410"/>
                </a:lnTo>
                <a:lnTo>
                  <a:pt x="506035" y="928545"/>
                </a:lnTo>
                <a:lnTo>
                  <a:pt x="489404" y="937784"/>
                </a:lnTo>
                <a:lnTo>
                  <a:pt x="472773" y="947023"/>
                </a:lnTo>
                <a:lnTo>
                  <a:pt x="456152" y="956262"/>
                </a:lnTo>
                <a:lnTo>
                  <a:pt x="439522" y="965502"/>
                </a:lnTo>
                <a:lnTo>
                  <a:pt x="422891" y="974731"/>
                </a:lnTo>
                <a:lnTo>
                  <a:pt x="406260" y="983971"/>
                </a:lnTo>
                <a:lnTo>
                  <a:pt x="389630" y="993210"/>
                </a:lnTo>
                <a:lnTo>
                  <a:pt x="372999" y="1002449"/>
                </a:lnTo>
                <a:lnTo>
                  <a:pt x="356378" y="1011688"/>
                </a:lnTo>
                <a:lnTo>
                  <a:pt x="339747" y="1020928"/>
                </a:lnTo>
                <a:lnTo>
                  <a:pt x="323117" y="1030167"/>
                </a:lnTo>
                <a:lnTo>
                  <a:pt x="306486" y="1039406"/>
                </a:lnTo>
                <a:lnTo>
                  <a:pt x="289855" y="1048645"/>
                </a:lnTo>
                <a:lnTo>
                  <a:pt x="273234" y="1057885"/>
                </a:lnTo>
                <a:lnTo>
                  <a:pt x="256604" y="1066476"/>
                </a:lnTo>
                <a:lnTo>
                  <a:pt x="239973" y="1057246"/>
                </a:lnTo>
                <a:lnTo>
                  <a:pt x="223342" y="1048007"/>
                </a:lnTo>
                <a:lnTo>
                  <a:pt x="206712" y="1038768"/>
                </a:lnTo>
                <a:lnTo>
                  <a:pt x="190081" y="1029529"/>
                </a:lnTo>
                <a:lnTo>
                  <a:pt x="173460" y="1020289"/>
                </a:lnTo>
                <a:lnTo>
                  <a:pt x="156829" y="1011050"/>
                </a:lnTo>
                <a:lnTo>
                  <a:pt x="140198" y="1001811"/>
                </a:lnTo>
                <a:lnTo>
                  <a:pt x="123568" y="992572"/>
                </a:lnTo>
                <a:lnTo>
                  <a:pt x="106937" y="983332"/>
                </a:lnTo>
                <a:lnTo>
                  <a:pt x="90307" y="974093"/>
                </a:lnTo>
                <a:lnTo>
                  <a:pt x="73685" y="964863"/>
                </a:lnTo>
                <a:lnTo>
                  <a:pt x="57055" y="955624"/>
                </a:lnTo>
                <a:lnTo>
                  <a:pt x="40424" y="946385"/>
                </a:lnTo>
                <a:lnTo>
                  <a:pt x="23793" y="937146"/>
                </a:lnTo>
                <a:lnTo>
                  <a:pt x="7163" y="927906"/>
                </a:lnTo>
                <a:lnTo>
                  <a:pt x="0" y="913095"/>
                </a:lnTo>
                <a:lnTo>
                  <a:pt x="0" y="894074"/>
                </a:lnTo>
                <a:lnTo>
                  <a:pt x="0" y="875052"/>
                </a:lnTo>
                <a:lnTo>
                  <a:pt x="0" y="856031"/>
                </a:lnTo>
                <a:lnTo>
                  <a:pt x="0" y="837009"/>
                </a:lnTo>
                <a:lnTo>
                  <a:pt x="0" y="817988"/>
                </a:lnTo>
                <a:lnTo>
                  <a:pt x="0" y="798957"/>
                </a:lnTo>
                <a:lnTo>
                  <a:pt x="0" y="779936"/>
                </a:lnTo>
                <a:lnTo>
                  <a:pt x="0" y="760914"/>
                </a:lnTo>
                <a:lnTo>
                  <a:pt x="0" y="741893"/>
                </a:lnTo>
                <a:lnTo>
                  <a:pt x="0" y="722871"/>
                </a:lnTo>
                <a:lnTo>
                  <a:pt x="0" y="703850"/>
                </a:lnTo>
                <a:lnTo>
                  <a:pt x="0" y="684828"/>
                </a:lnTo>
                <a:lnTo>
                  <a:pt x="0" y="665798"/>
                </a:lnTo>
                <a:lnTo>
                  <a:pt x="0" y="646776"/>
                </a:lnTo>
                <a:lnTo>
                  <a:pt x="0" y="627755"/>
                </a:lnTo>
                <a:lnTo>
                  <a:pt x="0" y="608733"/>
                </a:lnTo>
                <a:lnTo>
                  <a:pt x="0" y="589712"/>
                </a:lnTo>
                <a:lnTo>
                  <a:pt x="0" y="570690"/>
                </a:lnTo>
                <a:lnTo>
                  <a:pt x="0" y="551659"/>
                </a:lnTo>
                <a:lnTo>
                  <a:pt x="0" y="532638"/>
                </a:lnTo>
                <a:lnTo>
                  <a:pt x="0" y="513617"/>
                </a:lnTo>
                <a:lnTo>
                  <a:pt x="0" y="494595"/>
                </a:lnTo>
                <a:lnTo>
                  <a:pt x="0" y="475574"/>
                </a:lnTo>
                <a:lnTo>
                  <a:pt x="0" y="456552"/>
                </a:lnTo>
                <a:lnTo>
                  <a:pt x="0" y="437531"/>
                </a:lnTo>
                <a:lnTo>
                  <a:pt x="0" y="418500"/>
                </a:lnTo>
                <a:lnTo>
                  <a:pt x="0" y="399479"/>
                </a:lnTo>
                <a:lnTo>
                  <a:pt x="0" y="380457"/>
                </a:lnTo>
                <a:lnTo>
                  <a:pt x="0" y="361436"/>
                </a:lnTo>
                <a:lnTo>
                  <a:pt x="0" y="342414"/>
                </a:lnTo>
                <a:lnTo>
                  <a:pt x="0" y="323393"/>
                </a:lnTo>
                <a:lnTo>
                  <a:pt x="0" y="304362"/>
                </a:lnTo>
                <a:lnTo>
                  <a:pt x="0" y="285340"/>
                </a:lnTo>
                <a:lnTo>
                  <a:pt x="0" y="266319"/>
                </a:lnTo>
                <a:lnTo>
                  <a:pt x="0" y="247298"/>
                </a:lnTo>
                <a:lnTo>
                  <a:pt x="0" y="228276"/>
                </a:lnTo>
                <a:lnTo>
                  <a:pt x="0" y="209255"/>
                </a:lnTo>
                <a:lnTo>
                  <a:pt x="0" y="190233"/>
                </a:lnTo>
                <a:lnTo>
                  <a:pt x="0" y="171202"/>
                </a:lnTo>
                <a:lnTo>
                  <a:pt x="0" y="152181"/>
                </a:lnTo>
                <a:lnTo>
                  <a:pt x="0" y="133160"/>
                </a:lnTo>
                <a:lnTo>
                  <a:pt x="0" y="114138"/>
                </a:lnTo>
                <a:lnTo>
                  <a:pt x="0" y="95117"/>
                </a:lnTo>
                <a:lnTo>
                  <a:pt x="0" y="76095"/>
                </a:lnTo>
                <a:lnTo>
                  <a:pt x="0" y="57064"/>
                </a:lnTo>
                <a:lnTo>
                  <a:pt x="0" y="38043"/>
                </a:lnTo>
                <a:lnTo>
                  <a:pt x="0" y="19021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6" name="phase-rail-2">
            <a:extLst xmlns:a="http://schemas.openxmlformats.org/drawingml/2006/main">
              <a:ext uri="{FF2B5EF4-FFF2-40B4-BE49-F238E27FC236}">
                <a16:creationId xmlns:a16="http://schemas.microsoft.com/office/drawing/2014/main" id="{6F88C10B-1AF8-4975-B1CD-00966E88D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3943350"/>
            <a:ext cx="514350" cy="2266779"/>
          </a:xfrm>
          <a:custGeom xmlns:a="http://schemas.openxmlformats.org/drawingml/2006/main">
            <a:pathLst>
              <a:path w="514350" h="2266779">
                <a:moveTo>
                  <a:pt x="0" y="0"/>
                </a:moveTo>
                <a:lnTo>
                  <a:pt x="19755" y="10973"/>
                </a:lnTo>
                <a:lnTo>
                  <a:pt x="39519" y="21955"/>
                </a:lnTo>
                <a:lnTo>
                  <a:pt x="59274" y="32928"/>
                </a:lnTo>
                <a:lnTo>
                  <a:pt x="79038" y="43910"/>
                </a:lnTo>
                <a:lnTo>
                  <a:pt x="98793" y="54883"/>
                </a:lnTo>
                <a:lnTo>
                  <a:pt x="118558" y="65865"/>
                </a:lnTo>
                <a:lnTo>
                  <a:pt x="138313" y="76838"/>
                </a:lnTo>
                <a:lnTo>
                  <a:pt x="158077" y="87821"/>
                </a:lnTo>
                <a:lnTo>
                  <a:pt x="177832" y="98793"/>
                </a:lnTo>
                <a:lnTo>
                  <a:pt x="197596" y="109776"/>
                </a:lnTo>
                <a:lnTo>
                  <a:pt x="217351" y="120748"/>
                </a:lnTo>
                <a:lnTo>
                  <a:pt x="237115" y="131731"/>
                </a:lnTo>
                <a:lnTo>
                  <a:pt x="256870" y="142704"/>
                </a:lnTo>
                <a:lnTo>
                  <a:pt x="276635" y="132064"/>
                </a:lnTo>
                <a:lnTo>
                  <a:pt x="296389" y="121091"/>
                </a:lnTo>
                <a:lnTo>
                  <a:pt x="316154" y="110109"/>
                </a:lnTo>
                <a:lnTo>
                  <a:pt x="335909" y="99136"/>
                </a:lnTo>
                <a:lnTo>
                  <a:pt x="355673" y="88154"/>
                </a:lnTo>
                <a:lnTo>
                  <a:pt x="375428" y="77181"/>
                </a:lnTo>
                <a:lnTo>
                  <a:pt x="395192" y="66199"/>
                </a:lnTo>
                <a:lnTo>
                  <a:pt x="414947" y="55226"/>
                </a:lnTo>
                <a:lnTo>
                  <a:pt x="434702" y="44244"/>
                </a:lnTo>
                <a:lnTo>
                  <a:pt x="454466" y="33271"/>
                </a:lnTo>
                <a:lnTo>
                  <a:pt x="474221" y="22289"/>
                </a:lnTo>
                <a:lnTo>
                  <a:pt x="493986" y="11316"/>
                </a:lnTo>
                <a:lnTo>
                  <a:pt x="513740" y="333"/>
                </a:lnTo>
                <a:lnTo>
                  <a:pt x="514350" y="21908"/>
                </a:lnTo>
                <a:lnTo>
                  <a:pt x="514350" y="44510"/>
                </a:lnTo>
                <a:lnTo>
                  <a:pt x="514350" y="67123"/>
                </a:lnTo>
                <a:lnTo>
                  <a:pt x="514350" y="89726"/>
                </a:lnTo>
                <a:lnTo>
                  <a:pt x="514350" y="112328"/>
                </a:lnTo>
                <a:lnTo>
                  <a:pt x="514350" y="134931"/>
                </a:lnTo>
                <a:lnTo>
                  <a:pt x="514350" y="157534"/>
                </a:lnTo>
                <a:lnTo>
                  <a:pt x="514350" y="180137"/>
                </a:lnTo>
                <a:lnTo>
                  <a:pt x="514350" y="202740"/>
                </a:lnTo>
                <a:lnTo>
                  <a:pt x="514350" y="225342"/>
                </a:lnTo>
                <a:lnTo>
                  <a:pt x="514350" y="247945"/>
                </a:lnTo>
                <a:lnTo>
                  <a:pt x="514350" y="270558"/>
                </a:lnTo>
                <a:lnTo>
                  <a:pt x="514350" y="293160"/>
                </a:lnTo>
                <a:lnTo>
                  <a:pt x="514350" y="315763"/>
                </a:lnTo>
                <a:lnTo>
                  <a:pt x="514350" y="338366"/>
                </a:lnTo>
                <a:lnTo>
                  <a:pt x="514350" y="360969"/>
                </a:lnTo>
                <a:lnTo>
                  <a:pt x="514350" y="383572"/>
                </a:lnTo>
                <a:lnTo>
                  <a:pt x="514350" y="406175"/>
                </a:lnTo>
                <a:lnTo>
                  <a:pt x="514350" y="428777"/>
                </a:lnTo>
                <a:lnTo>
                  <a:pt x="514350" y="451390"/>
                </a:lnTo>
                <a:lnTo>
                  <a:pt x="514350" y="473993"/>
                </a:lnTo>
                <a:lnTo>
                  <a:pt x="514350" y="496595"/>
                </a:lnTo>
                <a:lnTo>
                  <a:pt x="514350" y="519198"/>
                </a:lnTo>
                <a:lnTo>
                  <a:pt x="514350" y="541801"/>
                </a:lnTo>
                <a:lnTo>
                  <a:pt x="514350" y="564404"/>
                </a:lnTo>
                <a:lnTo>
                  <a:pt x="514350" y="587007"/>
                </a:lnTo>
                <a:lnTo>
                  <a:pt x="514350" y="609610"/>
                </a:lnTo>
                <a:lnTo>
                  <a:pt x="514350" y="632212"/>
                </a:lnTo>
                <a:lnTo>
                  <a:pt x="514350" y="654825"/>
                </a:lnTo>
                <a:lnTo>
                  <a:pt x="514350" y="677428"/>
                </a:lnTo>
                <a:lnTo>
                  <a:pt x="514350" y="700030"/>
                </a:lnTo>
                <a:lnTo>
                  <a:pt x="514350" y="722633"/>
                </a:lnTo>
                <a:lnTo>
                  <a:pt x="514350" y="745236"/>
                </a:lnTo>
                <a:lnTo>
                  <a:pt x="514350" y="767839"/>
                </a:lnTo>
                <a:lnTo>
                  <a:pt x="514350" y="790442"/>
                </a:lnTo>
                <a:lnTo>
                  <a:pt x="514350" y="813044"/>
                </a:lnTo>
                <a:lnTo>
                  <a:pt x="514350" y="835647"/>
                </a:lnTo>
                <a:lnTo>
                  <a:pt x="514350" y="858260"/>
                </a:lnTo>
                <a:lnTo>
                  <a:pt x="514350" y="880862"/>
                </a:lnTo>
                <a:lnTo>
                  <a:pt x="514350" y="903465"/>
                </a:lnTo>
                <a:lnTo>
                  <a:pt x="514350" y="926068"/>
                </a:lnTo>
                <a:lnTo>
                  <a:pt x="514350" y="948671"/>
                </a:lnTo>
                <a:lnTo>
                  <a:pt x="514350" y="971274"/>
                </a:lnTo>
                <a:lnTo>
                  <a:pt x="514350" y="993877"/>
                </a:lnTo>
                <a:lnTo>
                  <a:pt x="514350" y="1016479"/>
                </a:lnTo>
                <a:lnTo>
                  <a:pt x="514350" y="1039092"/>
                </a:lnTo>
                <a:lnTo>
                  <a:pt x="514350" y="1061695"/>
                </a:lnTo>
                <a:lnTo>
                  <a:pt x="514350" y="1084297"/>
                </a:lnTo>
                <a:lnTo>
                  <a:pt x="514350" y="1106900"/>
                </a:lnTo>
                <a:lnTo>
                  <a:pt x="514350" y="1129503"/>
                </a:lnTo>
                <a:lnTo>
                  <a:pt x="514350" y="1152106"/>
                </a:lnTo>
                <a:lnTo>
                  <a:pt x="514350" y="1174709"/>
                </a:lnTo>
                <a:lnTo>
                  <a:pt x="514350" y="1197312"/>
                </a:lnTo>
                <a:lnTo>
                  <a:pt x="514350" y="1219914"/>
                </a:lnTo>
                <a:lnTo>
                  <a:pt x="514350" y="1242527"/>
                </a:lnTo>
                <a:lnTo>
                  <a:pt x="514350" y="1265130"/>
                </a:lnTo>
                <a:lnTo>
                  <a:pt x="514350" y="1287732"/>
                </a:lnTo>
                <a:lnTo>
                  <a:pt x="514350" y="1310335"/>
                </a:lnTo>
                <a:lnTo>
                  <a:pt x="514350" y="1332938"/>
                </a:lnTo>
                <a:lnTo>
                  <a:pt x="514350" y="1355541"/>
                </a:lnTo>
                <a:lnTo>
                  <a:pt x="514350" y="1378144"/>
                </a:lnTo>
                <a:lnTo>
                  <a:pt x="514350" y="1400747"/>
                </a:lnTo>
                <a:lnTo>
                  <a:pt x="514350" y="1423349"/>
                </a:lnTo>
                <a:lnTo>
                  <a:pt x="514350" y="1445962"/>
                </a:lnTo>
                <a:lnTo>
                  <a:pt x="514350" y="1468565"/>
                </a:lnTo>
                <a:lnTo>
                  <a:pt x="514350" y="1491167"/>
                </a:lnTo>
                <a:lnTo>
                  <a:pt x="514350" y="1513770"/>
                </a:lnTo>
                <a:lnTo>
                  <a:pt x="514350" y="1536373"/>
                </a:lnTo>
                <a:lnTo>
                  <a:pt x="514350" y="1558976"/>
                </a:lnTo>
                <a:lnTo>
                  <a:pt x="514350" y="1581579"/>
                </a:lnTo>
                <a:lnTo>
                  <a:pt x="514350" y="1604181"/>
                </a:lnTo>
                <a:lnTo>
                  <a:pt x="514350" y="1626794"/>
                </a:lnTo>
                <a:lnTo>
                  <a:pt x="514350" y="1649397"/>
                </a:lnTo>
                <a:lnTo>
                  <a:pt x="514350" y="1671999"/>
                </a:lnTo>
                <a:lnTo>
                  <a:pt x="514350" y="1694602"/>
                </a:lnTo>
                <a:lnTo>
                  <a:pt x="514350" y="1717205"/>
                </a:lnTo>
                <a:lnTo>
                  <a:pt x="514350" y="1739808"/>
                </a:lnTo>
                <a:lnTo>
                  <a:pt x="514350" y="1762411"/>
                </a:lnTo>
                <a:lnTo>
                  <a:pt x="514350" y="1785014"/>
                </a:lnTo>
                <a:lnTo>
                  <a:pt x="514350" y="1807616"/>
                </a:lnTo>
                <a:lnTo>
                  <a:pt x="514350" y="1830229"/>
                </a:lnTo>
                <a:lnTo>
                  <a:pt x="514350" y="1852832"/>
                </a:lnTo>
                <a:lnTo>
                  <a:pt x="514350" y="1875434"/>
                </a:lnTo>
                <a:lnTo>
                  <a:pt x="514350" y="1898037"/>
                </a:lnTo>
                <a:lnTo>
                  <a:pt x="514350" y="1920640"/>
                </a:lnTo>
                <a:lnTo>
                  <a:pt x="514350" y="1943243"/>
                </a:lnTo>
                <a:lnTo>
                  <a:pt x="514350" y="1965846"/>
                </a:lnTo>
                <a:lnTo>
                  <a:pt x="514350" y="1988449"/>
                </a:lnTo>
                <a:lnTo>
                  <a:pt x="514350" y="2011051"/>
                </a:lnTo>
                <a:lnTo>
                  <a:pt x="514350" y="2033664"/>
                </a:lnTo>
                <a:lnTo>
                  <a:pt x="514350" y="2056267"/>
                </a:lnTo>
                <a:lnTo>
                  <a:pt x="514350" y="2078869"/>
                </a:lnTo>
                <a:lnTo>
                  <a:pt x="514350" y="2101472"/>
                </a:lnTo>
                <a:lnTo>
                  <a:pt x="514350" y="2124075"/>
                </a:lnTo>
                <a:lnTo>
                  <a:pt x="494595" y="2135048"/>
                </a:lnTo>
                <a:lnTo>
                  <a:pt x="474831" y="2146030"/>
                </a:lnTo>
                <a:lnTo>
                  <a:pt x="455076" y="2157003"/>
                </a:lnTo>
                <a:lnTo>
                  <a:pt x="435312" y="2167985"/>
                </a:lnTo>
                <a:lnTo>
                  <a:pt x="415557" y="2178958"/>
                </a:lnTo>
                <a:lnTo>
                  <a:pt x="395792" y="2189940"/>
                </a:lnTo>
                <a:lnTo>
                  <a:pt x="376037" y="2200913"/>
                </a:lnTo>
                <a:lnTo>
                  <a:pt x="356273" y="2211896"/>
                </a:lnTo>
                <a:lnTo>
                  <a:pt x="336518" y="2222868"/>
                </a:lnTo>
                <a:lnTo>
                  <a:pt x="316754" y="2233851"/>
                </a:lnTo>
                <a:lnTo>
                  <a:pt x="296999" y="2244823"/>
                </a:lnTo>
                <a:lnTo>
                  <a:pt x="277235" y="2255806"/>
                </a:lnTo>
                <a:lnTo>
                  <a:pt x="257480" y="2266779"/>
                </a:lnTo>
                <a:lnTo>
                  <a:pt x="237715" y="2256139"/>
                </a:lnTo>
                <a:lnTo>
                  <a:pt x="217961" y="2245166"/>
                </a:lnTo>
                <a:lnTo>
                  <a:pt x="198196" y="2234184"/>
                </a:lnTo>
                <a:lnTo>
                  <a:pt x="178441" y="2223211"/>
                </a:lnTo>
                <a:lnTo>
                  <a:pt x="158677" y="2212229"/>
                </a:lnTo>
                <a:lnTo>
                  <a:pt x="138922" y="2201256"/>
                </a:lnTo>
                <a:lnTo>
                  <a:pt x="119158" y="2190274"/>
                </a:lnTo>
                <a:lnTo>
                  <a:pt x="99403" y="2179301"/>
                </a:lnTo>
                <a:lnTo>
                  <a:pt x="79648" y="2168319"/>
                </a:lnTo>
                <a:lnTo>
                  <a:pt x="59884" y="2157346"/>
                </a:lnTo>
                <a:lnTo>
                  <a:pt x="40129" y="2146364"/>
                </a:lnTo>
                <a:lnTo>
                  <a:pt x="20364" y="2135391"/>
                </a:lnTo>
                <a:lnTo>
                  <a:pt x="610" y="2124408"/>
                </a:lnTo>
                <a:lnTo>
                  <a:pt x="0" y="2102168"/>
                </a:lnTo>
                <a:lnTo>
                  <a:pt x="0" y="2079565"/>
                </a:lnTo>
                <a:lnTo>
                  <a:pt x="0" y="2056952"/>
                </a:lnTo>
                <a:lnTo>
                  <a:pt x="0" y="2034350"/>
                </a:lnTo>
                <a:lnTo>
                  <a:pt x="0" y="2011747"/>
                </a:lnTo>
                <a:lnTo>
                  <a:pt x="0" y="1989144"/>
                </a:lnTo>
                <a:lnTo>
                  <a:pt x="0" y="1966541"/>
                </a:lnTo>
                <a:lnTo>
                  <a:pt x="0" y="1943938"/>
                </a:lnTo>
                <a:lnTo>
                  <a:pt x="0" y="1921335"/>
                </a:lnTo>
                <a:lnTo>
                  <a:pt x="0" y="1898733"/>
                </a:lnTo>
                <a:lnTo>
                  <a:pt x="0" y="1876130"/>
                </a:lnTo>
                <a:lnTo>
                  <a:pt x="0" y="1853517"/>
                </a:lnTo>
                <a:lnTo>
                  <a:pt x="0" y="1830915"/>
                </a:lnTo>
                <a:lnTo>
                  <a:pt x="0" y="1808312"/>
                </a:lnTo>
                <a:lnTo>
                  <a:pt x="0" y="1785709"/>
                </a:lnTo>
                <a:lnTo>
                  <a:pt x="0" y="1763106"/>
                </a:lnTo>
                <a:lnTo>
                  <a:pt x="0" y="1740503"/>
                </a:lnTo>
                <a:lnTo>
                  <a:pt x="0" y="1717900"/>
                </a:lnTo>
                <a:lnTo>
                  <a:pt x="0" y="1695298"/>
                </a:lnTo>
                <a:lnTo>
                  <a:pt x="0" y="1672695"/>
                </a:lnTo>
                <a:lnTo>
                  <a:pt x="0" y="1650082"/>
                </a:lnTo>
                <a:lnTo>
                  <a:pt x="0" y="1627480"/>
                </a:lnTo>
                <a:lnTo>
                  <a:pt x="0" y="1604877"/>
                </a:lnTo>
                <a:lnTo>
                  <a:pt x="0" y="1582274"/>
                </a:lnTo>
                <a:lnTo>
                  <a:pt x="0" y="1559671"/>
                </a:lnTo>
                <a:lnTo>
                  <a:pt x="0" y="1537068"/>
                </a:lnTo>
                <a:lnTo>
                  <a:pt x="0" y="1514465"/>
                </a:lnTo>
                <a:lnTo>
                  <a:pt x="0" y="1491863"/>
                </a:lnTo>
                <a:lnTo>
                  <a:pt x="0" y="1469250"/>
                </a:lnTo>
                <a:lnTo>
                  <a:pt x="0" y="1446647"/>
                </a:lnTo>
                <a:lnTo>
                  <a:pt x="0" y="1424045"/>
                </a:lnTo>
                <a:lnTo>
                  <a:pt x="0" y="1401442"/>
                </a:lnTo>
                <a:lnTo>
                  <a:pt x="0" y="1378839"/>
                </a:lnTo>
                <a:lnTo>
                  <a:pt x="0" y="1356236"/>
                </a:lnTo>
                <a:lnTo>
                  <a:pt x="0" y="1333633"/>
                </a:lnTo>
                <a:lnTo>
                  <a:pt x="0" y="1311031"/>
                </a:lnTo>
                <a:lnTo>
                  <a:pt x="0" y="1288428"/>
                </a:lnTo>
                <a:lnTo>
                  <a:pt x="0" y="1265815"/>
                </a:lnTo>
                <a:lnTo>
                  <a:pt x="0" y="1243213"/>
                </a:lnTo>
                <a:lnTo>
                  <a:pt x="0" y="1220610"/>
                </a:lnTo>
                <a:lnTo>
                  <a:pt x="0" y="1198007"/>
                </a:lnTo>
                <a:lnTo>
                  <a:pt x="0" y="1175404"/>
                </a:lnTo>
                <a:lnTo>
                  <a:pt x="0" y="1152801"/>
                </a:lnTo>
                <a:lnTo>
                  <a:pt x="0" y="1130198"/>
                </a:lnTo>
                <a:lnTo>
                  <a:pt x="0" y="1107596"/>
                </a:lnTo>
                <a:lnTo>
                  <a:pt x="0" y="1084993"/>
                </a:lnTo>
                <a:lnTo>
                  <a:pt x="0" y="1062380"/>
                </a:lnTo>
                <a:lnTo>
                  <a:pt x="0" y="1039778"/>
                </a:lnTo>
                <a:lnTo>
                  <a:pt x="0" y="1017175"/>
                </a:lnTo>
                <a:lnTo>
                  <a:pt x="0" y="994572"/>
                </a:lnTo>
                <a:lnTo>
                  <a:pt x="0" y="971969"/>
                </a:lnTo>
                <a:lnTo>
                  <a:pt x="0" y="949366"/>
                </a:lnTo>
                <a:lnTo>
                  <a:pt x="0" y="926763"/>
                </a:lnTo>
                <a:lnTo>
                  <a:pt x="0" y="904161"/>
                </a:lnTo>
                <a:lnTo>
                  <a:pt x="0" y="881548"/>
                </a:lnTo>
                <a:lnTo>
                  <a:pt x="0" y="858945"/>
                </a:lnTo>
                <a:lnTo>
                  <a:pt x="0" y="836343"/>
                </a:lnTo>
                <a:lnTo>
                  <a:pt x="0" y="813740"/>
                </a:lnTo>
                <a:lnTo>
                  <a:pt x="0" y="791137"/>
                </a:lnTo>
                <a:lnTo>
                  <a:pt x="0" y="768534"/>
                </a:lnTo>
                <a:lnTo>
                  <a:pt x="0" y="745931"/>
                </a:lnTo>
                <a:lnTo>
                  <a:pt x="0" y="723329"/>
                </a:lnTo>
                <a:lnTo>
                  <a:pt x="0" y="700726"/>
                </a:lnTo>
                <a:lnTo>
                  <a:pt x="0" y="678113"/>
                </a:lnTo>
                <a:lnTo>
                  <a:pt x="0" y="655510"/>
                </a:lnTo>
                <a:lnTo>
                  <a:pt x="0" y="632908"/>
                </a:lnTo>
                <a:lnTo>
                  <a:pt x="0" y="610305"/>
                </a:lnTo>
                <a:lnTo>
                  <a:pt x="0" y="587702"/>
                </a:lnTo>
                <a:lnTo>
                  <a:pt x="0" y="565099"/>
                </a:lnTo>
                <a:lnTo>
                  <a:pt x="0" y="542496"/>
                </a:lnTo>
                <a:lnTo>
                  <a:pt x="0" y="519894"/>
                </a:lnTo>
                <a:lnTo>
                  <a:pt x="0" y="497291"/>
                </a:lnTo>
                <a:lnTo>
                  <a:pt x="0" y="474678"/>
                </a:lnTo>
                <a:lnTo>
                  <a:pt x="0" y="452076"/>
                </a:lnTo>
                <a:lnTo>
                  <a:pt x="0" y="429473"/>
                </a:lnTo>
                <a:lnTo>
                  <a:pt x="0" y="406870"/>
                </a:lnTo>
                <a:lnTo>
                  <a:pt x="0" y="384267"/>
                </a:lnTo>
                <a:lnTo>
                  <a:pt x="0" y="361664"/>
                </a:lnTo>
                <a:lnTo>
                  <a:pt x="0" y="339061"/>
                </a:lnTo>
                <a:lnTo>
                  <a:pt x="0" y="316459"/>
                </a:lnTo>
                <a:lnTo>
                  <a:pt x="0" y="293856"/>
                </a:lnTo>
                <a:lnTo>
                  <a:pt x="0" y="271243"/>
                </a:lnTo>
                <a:lnTo>
                  <a:pt x="0" y="248641"/>
                </a:lnTo>
                <a:lnTo>
                  <a:pt x="0" y="226038"/>
                </a:lnTo>
                <a:lnTo>
                  <a:pt x="0" y="203435"/>
                </a:lnTo>
                <a:lnTo>
                  <a:pt x="0" y="180832"/>
                </a:lnTo>
                <a:lnTo>
                  <a:pt x="0" y="158229"/>
                </a:lnTo>
                <a:lnTo>
                  <a:pt x="0" y="135626"/>
                </a:lnTo>
                <a:lnTo>
                  <a:pt x="0" y="113024"/>
                </a:lnTo>
                <a:lnTo>
                  <a:pt x="0" y="90411"/>
                </a:lnTo>
                <a:lnTo>
                  <a:pt x="0" y="67808"/>
                </a:lnTo>
                <a:lnTo>
                  <a:pt x="0" y="45206"/>
                </a:lnTo>
                <a:lnTo>
                  <a:pt x="0" y="22603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78A8D5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7" name="funnel-step-body-0">
            <a:extLst xmlns:a="http://schemas.openxmlformats.org/drawingml/2006/main">
              <a:ext uri="{FF2B5EF4-FFF2-40B4-BE49-F238E27FC236}">
                <a16:creationId xmlns:a16="http://schemas.microsoft.com/office/drawing/2014/main" id="{53B0A4B5-7BAD-4D67-B92D-BFCED743A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714625" y="1847850"/>
            <a:ext cx="3326054" cy="964406"/>
          </a:xfrm>
          <a:custGeom xmlns:a="http://schemas.openxmlformats.org/drawingml/2006/main">
            <a:pathLst>
              <a:path w="3326054" h="964406">
                <a:moveTo>
                  <a:pt x="0" y="0"/>
                </a:moveTo>
                <a:lnTo>
                  <a:pt x="13306" y="29899"/>
                </a:lnTo>
                <a:lnTo>
                  <a:pt x="26613" y="59807"/>
                </a:lnTo>
                <a:lnTo>
                  <a:pt x="39929" y="89706"/>
                </a:lnTo>
                <a:lnTo>
                  <a:pt x="53235" y="119605"/>
                </a:lnTo>
                <a:lnTo>
                  <a:pt x="66542" y="149514"/>
                </a:lnTo>
                <a:lnTo>
                  <a:pt x="79848" y="179413"/>
                </a:lnTo>
                <a:lnTo>
                  <a:pt x="93155" y="209312"/>
                </a:lnTo>
                <a:lnTo>
                  <a:pt x="106461" y="239220"/>
                </a:lnTo>
                <a:lnTo>
                  <a:pt x="119777" y="269119"/>
                </a:lnTo>
                <a:lnTo>
                  <a:pt x="133083" y="299018"/>
                </a:lnTo>
                <a:lnTo>
                  <a:pt x="146390" y="328927"/>
                </a:lnTo>
                <a:lnTo>
                  <a:pt x="159696" y="358826"/>
                </a:lnTo>
                <a:lnTo>
                  <a:pt x="173003" y="388725"/>
                </a:lnTo>
                <a:lnTo>
                  <a:pt x="186309" y="418633"/>
                </a:lnTo>
                <a:lnTo>
                  <a:pt x="199625" y="448532"/>
                </a:lnTo>
                <a:lnTo>
                  <a:pt x="212931" y="478431"/>
                </a:lnTo>
                <a:lnTo>
                  <a:pt x="226238" y="508340"/>
                </a:lnTo>
                <a:lnTo>
                  <a:pt x="239544" y="538239"/>
                </a:lnTo>
                <a:lnTo>
                  <a:pt x="252851" y="568138"/>
                </a:lnTo>
                <a:lnTo>
                  <a:pt x="266157" y="598046"/>
                </a:lnTo>
                <a:lnTo>
                  <a:pt x="279473" y="627945"/>
                </a:lnTo>
                <a:lnTo>
                  <a:pt x="292779" y="657844"/>
                </a:lnTo>
                <a:lnTo>
                  <a:pt x="306086" y="687753"/>
                </a:lnTo>
                <a:lnTo>
                  <a:pt x="319392" y="717652"/>
                </a:lnTo>
                <a:lnTo>
                  <a:pt x="332699" y="747551"/>
                </a:lnTo>
                <a:lnTo>
                  <a:pt x="346015" y="777459"/>
                </a:lnTo>
                <a:lnTo>
                  <a:pt x="359321" y="807358"/>
                </a:lnTo>
                <a:lnTo>
                  <a:pt x="372628" y="837257"/>
                </a:lnTo>
                <a:lnTo>
                  <a:pt x="385934" y="867166"/>
                </a:lnTo>
                <a:lnTo>
                  <a:pt x="401384" y="895236"/>
                </a:lnTo>
                <a:lnTo>
                  <a:pt x="431873" y="906809"/>
                </a:lnTo>
                <a:lnTo>
                  <a:pt x="463839" y="913809"/>
                </a:lnTo>
                <a:lnTo>
                  <a:pt x="496129" y="919124"/>
                </a:lnTo>
                <a:lnTo>
                  <a:pt x="528561" y="923496"/>
                </a:lnTo>
                <a:lnTo>
                  <a:pt x="561080" y="927249"/>
                </a:lnTo>
                <a:lnTo>
                  <a:pt x="593646" y="930535"/>
                </a:lnTo>
                <a:lnTo>
                  <a:pt x="626240" y="933460"/>
                </a:lnTo>
                <a:lnTo>
                  <a:pt x="658863" y="936107"/>
                </a:lnTo>
                <a:lnTo>
                  <a:pt x="691505" y="938517"/>
                </a:lnTo>
                <a:lnTo>
                  <a:pt x="724167" y="940718"/>
                </a:lnTo>
                <a:lnTo>
                  <a:pt x="756828" y="942746"/>
                </a:lnTo>
                <a:lnTo>
                  <a:pt x="789508" y="944623"/>
                </a:lnTo>
                <a:lnTo>
                  <a:pt x="822188" y="946356"/>
                </a:lnTo>
                <a:lnTo>
                  <a:pt x="854878" y="947976"/>
                </a:lnTo>
                <a:lnTo>
                  <a:pt x="887578" y="949481"/>
                </a:lnTo>
                <a:lnTo>
                  <a:pt x="920277" y="950871"/>
                </a:lnTo>
                <a:lnTo>
                  <a:pt x="952976" y="952176"/>
                </a:lnTo>
                <a:lnTo>
                  <a:pt x="985685" y="953395"/>
                </a:lnTo>
                <a:lnTo>
                  <a:pt x="1018394" y="954519"/>
                </a:lnTo>
                <a:lnTo>
                  <a:pt x="1051112" y="955577"/>
                </a:lnTo>
                <a:lnTo>
                  <a:pt x="1083821" y="956558"/>
                </a:lnTo>
                <a:lnTo>
                  <a:pt x="1116540" y="957472"/>
                </a:lnTo>
                <a:lnTo>
                  <a:pt x="1149258" y="958320"/>
                </a:lnTo>
                <a:lnTo>
                  <a:pt x="1181976" y="959091"/>
                </a:lnTo>
                <a:lnTo>
                  <a:pt x="1214704" y="959815"/>
                </a:lnTo>
                <a:lnTo>
                  <a:pt x="1247423" y="960482"/>
                </a:lnTo>
                <a:lnTo>
                  <a:pt x="1280150" y="961082"/>
                </a:lnTo>
                <a:lnTo>
                  <a:pt x="1312878" y="961634"/>
                </a:lnTo>
                <a:lnTo>
                  <a:pt x="1345597" y="962139"/>
                </a:lnTo>
                <a:lnTo>
                  <a:pt x="1378325" y="962577"/>
                </a:lnTo>
                <a:lnTo>
                  <a:pt x="1411053" y="962978"/>
                </a:lnTo>
                <a:lnTo>
                  <a:pt x="1443780" y="963320"/>
                </a:lnTo>
                <a:lnTo>
                  <a:pt x="1476508" y="963616"/>
                </a:lnTo>
                <a:lnTo>
                  <a:pt x="1509246" y="963863"/>
                </a:lnTo>
                <a:lnTo>
                  <a:pt x="1541974" y="964063"/>
                </a:lnTo>
                <a:lnTo>
                  <a:pt x="1574702" y="964225"/>
                </a:lnTo>
                <a:lnTo>
                  <a:pt x="1607429" y="964330"/>
                </a:lnTo>
                <a:lnTo>
                  <a:pt x="1640157" y="964387"/>
                </a:lnTo>
                <a:lnTo>
                  <a:pt x="1672895" y="964406"/>
                </a:lnTo>
                <a:lnTo>
                  <a:pt x="1705623" y="964368"/>
                </a:lnTo>
                <a:lnTo>
                  <a:pt x="1738351" y="964292"/>
                </a:lnTo>
                <a:lnTo>
                  <a:pt x="1771079" y="964168"/>
                </a:lnTo>
                <a:lnTo>
                  <a:pt x="1803806" y="963997"/>
                </a:lnTo>
                <a:lnTo>
                  <a:pt x="1836534" y="963778"/>
                </a:lnTo>
                <a:lnTo>
                  <a:pt x="1869272" y="963511"/>
                </a:lnTo>
                <a:lnTo>
                  <a:pt x="1902000" y="963197"/>
                </a:lnTo>
                <a:lnTo>
                  <a:pt x="1934728" y="962835"/>
                </a:lnTo>
                <a:lnTo>
                  <a:pt x="1967446" y="962425"/>
                </a:lnTo>
                <a:lnTo>
                  <a:pt x="2000174" y="961958"/>
                </a:lnTo>
                <a:lnTo>
                  <a:pt x="2032902" y="961434"/>
                </a:lnTo>
                <a:lnTo>
                  <a:pt x="2065630" y="960863"/>
                </a:lnTo>
                <a:lnTo>
                  <a:pt x="2098348" y="960244"/>
                </a:lnTo>
                <a:lnTo>
                  <a:pt x="2131076" y="959558"/>
                </a:lnTo>
                <a:lnTo>
                  <a:pt x="2163794" y="958815"/>
                </a:lnTo>
                <a:lnTo>
                  <a:pt x="2196513" y="958015"/>
                </a:lnTo>
                <a:lnTo>
                  <a:pt x="2229231" y="957139"/>
                </a:lnTo>
                <a:lnTo>
                  <a:pt x="2261949" y="956205"/>
                </a:lnTo>
                <a:lnTo>
                  <a:pt x="2294668" y="955205"/>
                </a:lnTo>
                <a:lnTo>
                  <a:pt x="2327377" y="954119"/>
                </a:lnTo>
                <a:lnTo>
                  <a:pt x="2360085" y="952957"/>
                </a:lnTo>
                <a:lnTo>
                  <a:pt x="2392794" y="951709"/>
                </a:lnTo>
                <a:lnTo>
                  <a:pt x="2425494" y="950376"/>
                </a:lnTo>
                <a:lnTo>
                  <a:pt x="2458193" y="948938"/>
                </a:lnTo>
                <a:lnTo>
                  <a:pt x="2490883" y="947395"/>
                </a:lnTo>
                <a:lnTo>
                  <a:pt x="2523573" y="945737"/>
                </a:lnTo>
                <a:lnTo>
                  <a:pt x="2556253" y="943947"/>
                </a:lnTo>
                <a:lnTo>
                  <a:pt x="2588933" y="942023"/>
                </a:lnTo>
                <a:lnTo>
                  <a:pt x="2621594" y="939927"/>
                </a:lnTo>
                <a:lnTo>
                  <a:pt x="2654246" y="937660"/>
                </a:lnTo>
                <a:lnTo>
                  <a:pt x="2686879" y="935165"/>
                </a:lnTo>
                <a:lnTo>
                  <a:pt x="2719492" y="932421"/>
                </a:lnTo>
                <a:lnTo>
                  <a:pt x="2752077" y="929373"/>
                </a:lnTo>
                <a:lnTo>
                  <a:pt x="2784624" y="925925"/>
                </a:lnTo>
                <a:lnTo>
                  <a:pt x="2817114" y="921982"/>
                </a:lnTo>
                <a:lnTo>
                  <a:pt x="2849509" y="917305"/>
                </a:lnTo>
                <a:lnTo>
                  <a:pt x="2881722" y="911495"/>
                </a:lnTo>
                <a:lnTo>
                  <a:pt x="2913431" y="903456"/>
                </a:lnTo>
                <a:lnTo>
                  <a:pt x="2939501" y="886101"/>
                </a:lnTo>
                <a:lnTo>
                  <a:pt x="2952702" y="856174"/>
                </a:lnTo>
                <a:lnTo>
                  <a:pt x="2966018" y="826275"/>
                </a:lnTo>
                <a:lnTo>
                  <a:pt x="2979325" y="796366"/>
                </a:lnTo>
                <a:lnTo>
                  <a:pt x="2992631" y="766467"/>
                </a:lnTo>
                <a:lnTo>
                  <a:pt x="3005938" y="736568"/>
                </a:lnTo>
                <a:lnTo>
                  <a:pt x="3019244" y="706660"/>
                </a:lnTo>
                <a:lnTo>
                  <a:pt x="3032550" y="676761"/>
                </a:lnTo>
                <a:lnTo>
                  <a:pt x="3045866" y="646862"/>
                </a:lnTo>
                <a:lnTo>
                  <a:pt x="3059173" y="616953"/>
                </a:lnTo>
                <a:lnTo>
                  <a:pt x="3072479" y="587054"/>
                </a:lnTo>
                <a:lnTo>
                  <a:pt x="3085786" y="557155"/>
                </a:lnTo>
                <a:lnTo>
                  <a:pt x="3099092" y="527247"/>
                </a:lnTo>
                <a:lnTo>
                  <a:pt x="3112408" y="497348"/>
                </a:lnTo>
                <a:lnTo>
                  <a:pt x="3125714" y="467449"/>
                </a:lnTo>
                <a:lnTo>
                  <a:pt x="3139021" y="437540"/>
                </a:lnTo>
                <a:lnTo>
                  <a:pt x="3152327" y="407641"/>
                </a:lnTo>
                <a:lnTo>
                  <a:pt x="3165634" y="377742"/>
                </a:lnTo>
                <a:lnTo>
                  <a:pt x="3178940" y="347834"/>
                </a:lnTo>
                <a:lnTo>
                  <a:pt x="3192256" y="317935"/>
                </a:lnTo>
                <a:lnTo>
                  <a:pt x="3205563" y="288036"/>
                </a:lnTo>
                <a:lnTo>
                  <a:pt x="3218869" y="258128"/>
                </a:lnTo>
                <a:lnTo>
                  <a:pt x="3232175" y="228229"/>
                </a:lnTo>
                <a:lnTo>
                  <a:pt x="3245482" y="198330"/>
                </a:lnTo>
                <a:lnTo>
                  <a:pt x="3258788" y="168421"/>
                </a:lnTo>
                <a:lnTo>
                  <a:pt x="3272104" y="138522"/>
                </a:lnTo>
                <a:lnTo>
                  <a:pt x="3285411" y="108614"/>
                </a:lnTo>
                <a:lnTo>
                  <a:pt x="3298717" y="78715"/>
                </a:lnTo>
                <a:lnTo>
                  <a:pt x="3312023" y="48816"/>
                </a:lnTo>
                <a:lnTo>
                  <a:pt x="3325330" y="18907"/>
                </a:lnTo>
                <a:lnTo>
                  <a:pt x="3326054" y="8553"/>
                </a:lnTo>
                <a:lnTo>
                  <a:pt x="3295031" y="18717"/>
                </a:lnTo>
                <a:lnTo>
                  <a:pt x="3262894" y="24889"/>
                </a:lnTo>
                <a:lnTo>
                  <a:pt x="3230509" y="29632"/>
                </a:lnTo>
                <a:lnTo>
                  <a:pt x="3198019" y="33557"/>
                </a:lnTo>
                <a:lnTo>
                  <a:pt x="3165462" y="36938"/>
                </a:lnTo>
                <a:lnTo>
                  <a:pt x="3132877" y="39929"/>
                </a:lnTo>
                <a:lnTo>
                  <a:pt x="3100254" y="42615"/>
                </a:lnTo>
                <a:lnTo>
                  <a:pt x="3067612" y="45063"/>
                </a:lnTo>
                <a:lnTo>
                  <a:pt x="3034960" y="47301"/>
                </a:lnTo>
                <a:lnTo>
                  <a:pt x="3002299" y="49378"/>
                </a:lnTo>
                <a:lnTo>
                  <a:pt x="2969628" y="51292"/>
                </a:lnTo>
                <a:lnTo>
                  <a:pt x="2936948" y="53083"/>
                </a:lnTo>
                <a:lnTo>
                  <a:pt x="2904258" y="54759"/>
                </a:lnTo>
                <a:lnTo>
                  <a:pt x="2871568" y="56340"/>
                </a:lnTo>
                <a:lnTo>
                  <a:pt x="2838869" y="57817"/>
                </a:lnTo>
                <a:lnTo>
                  <a:pt x="2806170" y="59207"/>
                </a:lnTo>
                <a:lnTo>
                  <a:pt x="2773461" y="60522"/>
                </a:lnTo>
                <a:lnTo>
                  <a:pt x="2740762" y="61770"/>
                </a:lnTo>
                <a:lnTo>
                  <a:pt x="2708053" y="62941"/>
                </a:lnTo>
                <a:lnTo>
                  <a:pt x="2675334" y="64056"/>
                </a:lnTo>
                <a:lnTo>
                  <a:pt x="2642626" y="65113"/>
                </a:lnTo>
                <a:lnTo>
                  <a:pt x="2609907" y="66113"/>
                </a:lnTo>
                <a:lnTo>
                  <a:pt x="2577198" y="67066"/>
                </a:lnTo>
                <a:lnTo>
                  <a:pt x="2544480" y="67961"/>
                </a:lnTo>
                <a:lnTo>
                  <a:pt x="2511762" y="68809"/>
                </a:lnTo>
                <a:lnTo>
                  <a:pt x="2479034" y="69618"/>
                </a:lnTo>
                <a:lnTo>
                  <a:pt x="2446315" y="70380"/>
                </a:lnTo>
                <a:lnTo>
                  <a:pt x="2413597" y="71104"/>
                </a:lnTo>
                <a:lnTo>
                  <a:pt x="2380869" y="71780"/>
                </a:lnTo>
                <a:lnTo>
                  <a:pt x="2348151" y="72428"/>
                </a:lnTo>
                <a:lnTo>
                  <a:pt x="2315423" y="73038"/>
                </a:lnTo>
                <a:lnTo>
                  <a:pt x="2282704" y="73609"/>
                </a:lnTo>
                <a:lnTo>
                  <a:pt x="2249976" y="74143"/>
                </a:lnTo>
                <a:lnTo>
                  <a:pt x="2217249" y="74638"/>
                </a:lnTo>
                <a:lnTo>
                  <a:pt x="2184521" y="75105"/>
                </a:lnTo>
                <a:lnTo>
                  <a:pt x="2151793" y="75543"/>
                </a:lnTo>
                <a:lnTo>
                  <a:pt x="2119065" y="75952"/>
                </a:lnTo>
                <a:lnTo>
                  <a:pt x="2086337" y="76324"/>
                </a:lnTo>
                <a:lnTo>
                  <a:pt x="2053609" y="76667"/>
                </a:lnTo>
                <a:lnTo>
                  <a:pt x="2020881" y="76981"/>
                </a:lnTo>
                <a:lnTo>
                  <a:pt x="1988153" y="77267"/>
                </a:lnTo>
                <a:lnTo>
                  <a:pt x="1955425" y="77524"/>
                </a:lnTo>
                <a:lnTo>
                  <a:pt x="1922697" y="77753"/>
                </a:lnTo>
                <a:lnTo>
                  <a:pt x="1889970" y="77953"/>
                </a:lnTo>
                <a:lnTo>
                  <a:pt x="1857242" y="78124"/>
                </a:lnTo>
                <a:lnTo>
                  <a:pt x="1824504" y="78267"/>
                </a:lnTo>
                <a:lnTo>
                  <a:pt x="1791776" y="78381"/>
                </a:lnTo>
                <a:lnTo>
                  <a:pt x="1759048" y="78467"/>
                </a:lnTo>
                <a:lnTo>
                  <a:pt x="1726321" y="78534"/>
                </a:lnTo>
                <a:lnTo>
                  <a:pt x="1693593" y="78572"/>
                </a:lnTo>
                <a:lnTo>
                  <a:pt x="1660855" y="78581"/>
                </a:lnTo>
                <a:lnTo>
                  <a:pt x="1628127" y="78562"/>
                </a:lnTo>
                <a:lnTo>
                  <a:pt x="1595399" y="78515"/>
                </a:lnTo>
                <a:lnTo>
                  <a:pt x="1562672" y="78438"/>
                </a:lnTo>
                <a:lnTo>
                  <a:pt x="1529944" y="78343"/>
                </a:lnTo>
                <a:lnTo>
                  <a:pt x="1497206" y="78210"/>
                </a:lnTo>
                <a:lnTo>
                  <a:pt x="1464478" y="78057"/>
                </a:lnTo>
                <a:lnTo>
                  <a:pt x="1431750" y="77886"/>
                </a:lnTo>
                <a:lnTo>
                  <a:pt x="1399022" y="77667"/>
                </a:lnTo>
                <a:lnTo>
                  <a:pt x="1366295" y="77429"/>
                </a:lnTo>
                <a:lnTo>
                  <a:pt x="1333567" y="77162"/>
                </a:lnTo>
                <a:lnTo>
                  <a:pt x="1300839" y="76867"/>
                </a:lnTo>
                <a:lnTo>
                  <a:pt x="1268111" y="76543"/>
                </a:lnTo>
                <a:lnTo>
                  <a:pt x="1235383" y="76190"/>
                </a:lnTo>
                <a:lnTo>
                  <a:pt x="1202655" y="75809"/>
                </a:lnTo>
                <a:lnTo>
                  <a:pt x="1169927" y="75390"/>
                </a:lnTo>
                <a:lnTo>
                  <a:pt x="1137199" y="74943"/>
                </a:lnTo>
                <a:lnTo>
                  <a:pt x="1104471" y="74457"/>
                </a:lnTo>
                <a:lnTo>
                  <a:pt x="1071743" y="73943"/>
                </a:lnTo>
                <a:lnTo>
                  <a:pt x="1039025" y="73400"/>
                </a:lnTo>
                <a:lnTo>
                  <a:pt x="1006297" y="72809"/>
                </a:lnTo>
                <a:lnTo>
                  <a:pt x="973569" y="72190"/>
                </a:lnTo>
                <a:lnTo>
                  <a:pt x="940851" y="71542"/>
                </a:lnTo>
                <a:lnTo>
                  <a:pt x="908123" y="70847"/>
                </a:lnTo>
                <a:lnTo>
                  <a:pt x="875405" y="70114"/>
                </a:lnTo>
                <a:lnTo>
                  <a:pt x="842686" y="69332"/>
                </a:lnTo>
                <a:lnTo>
                  <a:pt x="809968" y="68504"/>
                </a:lnTo>
                <a:lnTo>
                  <a:pt x="777250" y="67637"/>
                </a:lnTo>
                <a:lnTo>
                  <a:pt x="744531" y="66723"/>
                </a:lnTo>
                <a:lnTo>
                  <a:pt x="711813" y="65751"/>
                </a:lnTo>
                <a:lnTo>
                  <a:pt x="679094" y="64732"/>
                </a:lnTo>
                <a:lnTo>
                  <a:pt x="646386" y="63656"/>
                </a:lnTo>
                <a:lnTo>
                  <a:pt x="613677" y="62522"/>
                </a:lnTo>
                <a:lnTo>
                  <a:pt x="580968" y="61322"/>
                </a:lnTo>
                <a:lnTo>
                  <a:pt x="548269" y="60055"/>
                </a:lnTo>
                <a:lnTo>
                  <a:pt x="515560" y="58703"/>
                </a:lnTo>
                <a:lnTo>
                  <a:pt x="482860" y="57283"/>
                </a:lnTo>
                <a:lnTo>
                  <a:pt x="450171" y="55769"/>
                </a:lnTo>
                <a:lnTo>
                  <a:pt x="417481" y="54159"/>
                </a:lnTo>
                <a:lnTo>
                  <a:pt x="384791" y="52445"/>
                </a:lnTo>
                <a:lnTo>
                  <a:pt x="352111" y="50606"/>
                </a:lnTo>
                <a:lnTo>
                  <a:pt x="319440" y="48635"/>
                </a:lnTo>
                <a:lnTo>
                  <a:pt x="286788" y="46501"/>
                </a:lnTo>
                <a:lnTo>
                  <a:pt x="254137" y="44186"/>
                </a:lnTo>
                <a:lnTo>
                  <a:pt x="221504" y="41662"/>
                </a:lnTo>
                <a:lnTo>
                  <a:pt x="188890" y="38872"/>
                </a:lnTo>
                <a:lnTo>
                  <a:pt x="156315" y="35747"/>
                </a:lnTo>
                <a:lnTo>
                  <a:pt x="123777" y="32185"/>
                </a:lnTo>
                <a:lnTo>
                  <a:pt x="91316" y="28004"/>
                </a:lnTo>
                <a:lnTo>
                  <a:pt x="58998" y="22841"/>
                </a:lnTo>
                <a:lnTo>
                  <a:pt x="27051" y="15764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8" name="funnel-step-cap-0">
            <a:extLst xmlns:a="http://schemas.openxmlformats.org/drawingml/2006/main">
              <a:ext uri="{FF2B5EF4-FFF2-40B4-BE49-F238E27FC236}">
                <a16:creationId xmlns:a16="http://schemas.microsoft.com/office/drawing/2014/main" id="{FDDD20CD-8503-4C10-9FEC-276C4A937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714625" y="1724025"/>
            <a:ext cx="33337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9" name="funnel-step-body-1">
            <a:extLst xmlns:a="http://schemas.openxmlformats.org/drawingml/2006/main">
              <a:ext uri="{FF2B5EF4-FFF2-40B4-BE49-F238E27FC236}">
                <a16:creationId xmlns:a16="http://schemas.microsoft.com/office/drawing/2014/main" id="{5AD8B4CA-6475-464F-BFA0-94BA454A9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108865" y="2914650"/>
            <a:ext cx="2544032" cy="964406"/>
          </a:xfrm>
          <a:custGeom xmlns:a="http://schemas.openxmlformats.org/drawingml/2006/main">
            <a:pathLst>
              <a:path w="2544032" h="964406">
                <a:moveTo>
                  <a:pt x="0" y="0"/>
                </a:moveTo>
                <a:lnTo>
                  <a:pt x="8601" y="25251"/>
                </a:lnTo>
                <a:lnTo>
                  <a:pt x="17202" y="50511"/>
                </a:lnTo>
                <a:lnTo>
                  <a:pt x="25813" y="75762"/>
                </a:lnTo>
                <a:lnTo>
                  <a:pt x="34414" y="101022"/>
                </a:lnTo>
                <a:lnTo>
                  <a:pt x="43015" y="126273"/>
                </a:lnTo>
                <a:lnTo>
                  <a:pt x="51616" y="151533"/>
                </a:lnTo>
                <a:lnTo>
                  <a:pt x="60217" y="176784"/>
                </a:lnTo>
                <a:lnTo>
                  <a:pt x="68828" y="202044"/>
                </a:lnTo>
                <a:lnTo>
                  <a:pt x="77429" y="227295"/>
                </a:lnTo>
                <a:lnTo>
                  <a:pt x="86030" y="252555"/>
                </a:lnTo>
                <a:lnTo>
                  <a:pt x="94631" y="277806"/>
                </a:lnTo>
                <a:lnTo>
                  <a:pt x="103241" y="303066"/>
                </a:lnTo>
                <a:lnTo>
                  <a:pt x="111843" y="328317"/>
                </a:lnTo>
                <a:lnTo>
                  <a:pt x="120444" y="353568"/>
                </a:lnTo>
                <a:lnTo>
                  <a:pt x="129045" y="378828"/>
                </a:lnTo>
                <a:lnTo>
                  <a:pt x="137646" y="404079"/>
                </a:lnTo>
                <a:lnTo>
                  <a:pt x="146256" y="429339"/>
                </a:lnTo>
                <a:lnTo>
                  <a:pt x="154857" y="454590"/>
                </a:lnTo>
                <a:lnTo>
                  <a:pt x="163459" y="479850"/>
                </a:lnTo>
                <a:lnTo>
                  <a:pt x="172060" y="505101"/>
                </a:lnTo>
                <a:lnTo>
                  <a:pt x="180661" y="530362"/>
                </a:lnTo>
                <a:lnTo>
                  <a:pt x="189271" y="555612"/>
                </a:lnTo>
                <a:lnTo>
                  <a:pt x="197872" y="580873"/>
                </a:lnTo>
                <a:lnTo>
                  <a:pt x="206473" y="606123"/>
                </a:lnTo>
                <a:lnTo>
                  <a:pt x="215074" y="631384"/>
                </a:lnTo>
                <a:lnTo>
                  <a:pt x="223676" y="656634"/>
                </a:lnTo>
                <a:lnTo>
                  <a:pt x="232286" y="681885"/>
                </a:lnTo>
                <a:lnTo>
                  <a:pt x="240887" y="707146"/>
                </a:lnTo>
                <a:lnTo>
                  <a:pt x="249488" y="732396"/>
                </a:lnTo>
                <a:lnTo>
                  <a:pt x="258089" y="757657"/>
                </a:lnTo>
                <a:lnTo>
                  <a:pt x="266690" y="782907"/>
                </a:lnTo>
                <a:lnTo>
                  <a:pt x="275301" y="808168"/>
                </a:lnTo>
                <a:lnTo>
                  <a:pt x="283902" y="833418"/>
                </a:lnTo>
                <a:lnTo>
                  <a:pt x="292503" y="858679"/>
                </a:lnTo>
                <a:lnTo>
                  <a:pt x="301104" y="883930"/>
                </a:lnTo>
                <a:lnTo>
                  <a:pt x="318697" y="902141"/>
                </a:lnTo>
                <a:lnTo>
                  <a:pt x="343853" y="910952"/>
                </a:lnTo>
                <a:lnTo>
                  <a:pt x="369789" y="917172"/>
                </a:lnTo>
                <a:lnTo>
                  <a:pt x="396002" y="922125"/>
                </a:lnTo>
                <a:lnTo>
                  <a:pt x="422358" y="926287"/>
                </a:lnTo>
                <a:lnTo>
                  <a:pt x="448789" y="929888"/>
                </a:lnTo>
                <a:lnTo>
                  <a:pt x="475278" y="933079"/>
                </a:lnTo>
                <a:lnTo>
                  <a:pt x="501806" y="935927"/>
                </a:lnTo>
                <a:lnTo>
                  <a:pt x="528361" y="938498"/>
                </a:lnTo>
                <a:lnTo>
                  <a:pt x="554946" y="940851"/>
                </a:lnTo>
                <a:lnTo>
                  <a:pt x="581539" y="942994"/>
                </a:lnTo>
                <a:lnTo>
                  <a:pt x="608143" y="944975"/>
                </a:lnTo>
                <a:lnTo>
                  <a:pt x="634756" y="946795"/>
                </a:lnTo>
                <a:lnTo>
                  <a:pt x="661387" y="948480"/>
                </a:lnTo>
                <a:lnTo>
                  <a:pt x="688019" y="950043"/>
                </a:lnTo>
                <a:lnTo>
                  <a:pt x="714661" y="951490"/>
                </a:lnTo>
                <a:lnTo>
                  <a:pt x="741312" y="952833"/>
                </a:lnTo>
                <a:lnTo>
                  <a:pt x="767963" y="954081"/>
                </a:lnTo>
                <a:lnTo>
                  <a:pt x="794614" y="955234"/>
                </a:lnTo>
                <a:lnTo>
                  <a:pt x="821274" y="956310"/>
                </a:lnTo>
                <a:lnTo>
                  <a:pt x="847935" y="957301"/>
                </a:lnTo>
                <a:lnTo>
                  <a:pt x="874595" y="958215"/>
                </a:lnTo>
                <a:lnTo>
                  <a:pt x="901265" y="959053"/>
                </a:lnTo>
                <a:lnTo>
                  <a:pt x="927935" y="959825"/>
                </a:lnTo>
                <a:lnTo>
                  <a:pt x="954605" y="960530"/>
                </a:lnTo>
                <a:lnTo>
                  <a:pt x="981275" y="961177"/>
                </a:lnTo>
                <a:lnTo>
                  <a:pt x="1007955" y="961749"/>
                </a:lnTo>
                <a:lnTo>
                  <a:pt x="1034625" y="962263"/>
                </a:lnTo>
                <a:lnTo>
                  <a:pt x="1061304" y="962720"/>
                </a:lnTo>
                <a:lnTo>
                  <a:pt x="1087984" y="963130"/>
                </a:lnTo>
                <a:lnTo>
                  <a:pt x="1114663" y="963473"/>
                </a:lnTo>
                <a:lnTo>
                  <a:pt x="1141343" y="963759"/>
                </a:lnTo>
                <a:lnTo>
                  <a:pt x="1168022" y="963997"/>
                </a:lnTo>
                <a:lnTo>
                  <a:pt x="1194702" y="964178"/>
                </a:lnTo>
                <a:lnTo>
                  <a:pt x="1221381" y="964301"/>
                </a:lnTo>
                <a:lnTo>
                  <a:pt x="1248061" y="964378"/>
                </a:lnTo>
                <a:lnTo>
                  <a:pt x="1274740" y="964406"/>
                </a:lnTo>
                <a:lnTo>
                  <a:pt x="1301420" y="964368"/>
                </a:lnTo>
                <a:lnTo>
                  <a:pt x="1328099" y="964292"/>
                </a:lnTo>
                <a:lnTo>
                  <a:pt x="1354779" y="964149"/>
                </a:lnTo>
                <a:lnTo>
                  <a:pt x="1381458" y="963959"/>
                </a:lnTo>
                <a:lnTo>
                  <a:pt x="1408138" y="963720"/>
                </a:lnTo>
                <a:lnTo>
                  <a:pt x="1434817" y="963425"/>
                </a:lnTo>
                <a:lnTo>
                  <a:pt x="1461497" y="963063"/>
                </a:lnTo>
                <a:lnTo>
                  <a:pt x="1488167" y="962654"/>
                </a:lnTo>
                <a:lnTo>
                  <a:pt x="1514846" y="962187"/>
                </a:lnTo>
                <a:lnTo>
                  <a:pt x="1541526" y="961663"/>
                </a:lnTo>
                <a:lnTo>
                  <a:pt x="1568196" y="961073"/>
                </a:lnTo>
                <a:lnTo>
                  <a:pt x="1594866" y="960425"/>
                </a:lnTo>
                <a:lnTo>
                  <a:pt x="1621536" y="959710"/>
                </a:lnTo>
                <a:lnTo>
                  <a:pt x="1648206" y="958929"/>
                </a:lnTo>
                <a:lnTo>
                  <a:pt x="1674876" y="958072"/>
                </a:lnTo>
                <a:lnTo>
                  <a:pt x="1701536" y="957148"/>
                </a:lnTo>
                <a:lnTo>
                  <a:pt x="1728197" y="956148"/>
                </a:lnTo>
                <a:lnTo>
                  <a:pt x="1754857" y="955062"/>
                </a:lnTo>
                <a:lnTo>
                  <a:pt x="1781508" y="953891"/>
                </a:lnTo>
                <a:lnTo>
                  <a:pt x="1808159" y="952633"/>
                </a:lnTo>
                <a:lnTo>
                  <a:pt x="1834810" y="951271"/>
                </a:lnTo>
                <a:lnTo>
                  <a:pt x="1861452" y="949804"/>
                </a:lnTo>
                <a:lnTo>
                  <a:pt x="1888084" y="948223"/>
                </a:lnTo>
                <a:lnTo>
                  <a:pt x="1914706" y="946509"/>
                </a:lnTo>
                <a:lnTo>
                  <a:pt x="1941328" y="944670"/>
                </a:lnTo>
                <a:lnTo>
                  <a:pt x="1967932" y="942661"/>
                </a:lnTo>
                <a:lnTo>
                  <a:pt x="1994516" y="940489"/>
                </a:lnTo>
                <a:lnTo>
                  <a:pt x="2021091" y="938108"/>
                </a:lnTo>
                <a:lnTo>
                  <a:pt x="2047646" y="935498"/>
                </a:lnTo>
                <a:lnTo>
                  <a:pt x="2074164" y="932593"/>
                </a:lnTo>
                <a:lnTo>
                  <a:pt x="2100653" y="929354"/>
                </a:lnTo>
                <a:lnTo>
                  <a:pt x="2127075" y="925678"/>
                </a:lnTo>
                <a:lnTo>
                  <a:pt x="2153412" y="921410"/>
                </a:lnTo>
                <a:lnTo>
                  <a:pt x="2179596" y="916295"/>
                </a:lnTo>
                <a:lnTo>
                  <a:pt x="2205466" y="909790"/>
                </a:lnTo>
                <a:lnTo>
                  <a:pt x="2230345" y="900284"/>
                </a:lnTo>
                <a:lnTo>
                  <a:pt x="2245519" y="879948"/>
                </a:lnTo>
                <a:lnTo>
                  <a:pt x="2254120" y="854697"/>
                </a:lnTo>
                <a:lnTo>
                  <a:pt x="2262721" y="829437"/>
                </a:lnTo>
                <a:lnTo>
                  <a:pt x="2271332" y="804186"/>
                </a:lnTo>
                <a:lnTo>
                  <a:pt x="2279933" y="778926"/>
                </a:lnTo>
                <a:lnTo>
                  <a:pt x="2288534" y="753675"/>
                </a:lnTo>
                <a:lnTo>
                  <a:pt x="2297135" y="728424"/>
                </a:lnTo>
                <a:lnTo>
                  <a:pt x="2305745" y="703164"/>
                </a:lnTo>
                <a:lnTo>
                  <a:pt x="2314346" y="677913"/>
                </a:lnTo>
                <a:lnTo>
                  <a:pt x="2322947" y="652653"/>
                </a:lnTo>
                <a:lnTo>
                  <a:pt x="2331549" y="627402"/>
                </a:lnTo>
                <a:lnTo>
                  <a:pt x="2340150" y="602142"/>
                </a:lnTo>
                <a:lnTo>
                  <a:pt x="2348760" y="576891"/>
                </a:lnTo>
                <a:lnTo>
                  <a:pt x="2357361" y="551631"/>
                </a:lnTo>
                <a:lnTo>
                  <a:pt x="2365962" y="526380"/>
                </a:lnTo>
                <a:lnTo>
                  <a:pt x="2374563" y="501120"/>
                </a:lnTo>
                <a:lnTo>
                  <a:pt x="2383165" y="475869"/>
                </a:lnTo>
                <a:lnTo>
                  <a:pt x="2391775" y="450609"/>
                </a:lnTo>
                <a:lnTo>
                  <a:pt x="2400376" y="425358"/>
                </a:lnTo>
                <a:lnTo>
                  <a:pt x="2408977" y="400098"/>
                </a:lnTo>
                <a:lnTo>
                  <a:pt x="2417578" y="374847"/>
                </a:lnTo>
                <a:lnTo>
                  <a:pt x="2426179" y="349596"/>
                </a:lnTo>
                <a:lnTo>
                  <a:pt x="2434790" y="324336"/>
                </a:lnTo>
                <a:lnTo>
                  <a:pt x="2443391" y="299085"/>
                </a:lnTo>
                <a:lnTo>
                  <a:pt x="2451992" y="273825"/>
                </a:lnTo>
                <a:lnTo>
                  <a:pt x="2460593" y="248574"/>
                </a:lnTo>
                <a:lnTo>
                  <a:pt x="2469194" y="223314"/>
                </a:lnTo>
                <a:lnTo>
                  <a:pt x="2477805" y="198063"/>
                </a:lnTo>
                <a:lnTo>
                  <a:pt x="2486406" y="172803"/>
                </a:lnTo>
                <a:lnTo>
                  <a:pt x="2495007" y="147552"/>
                </a:lnTo>
                <a:lnTo>
                  <a:pt x="2503608" y="122291"/>
                </a:lnTo>
                <a:lnTo>
                  <a:pt x="2512219" y="97041"/>
                </a:lnTo>
                <a:lnTo>
                  <a:pt x="2520820" y="71780"/>
                </a:lnTo>
                <a:lnTo>
                  <a:pt x="2529421" y="46530"/>
                </a:lnTo>
                <a:lnTo>
                  <a:pt x="2538022" y="21279"/>
                </a:lnTo>
                <a:lnTo>
                  <a:pt x="2544032" y="3962"/>
                </a:lnTo>
                <a:lnTo>
                  <a:pt x="2521201" y="16964"/>
                </a:lnTo>
                <a:lnTo>
                  <a:pt x="2495464" y="23946"/>
                </a:lnTo>
                <a:lnTo>
                  <a:pt x="2469290" y="29137"/>
                </a:lnTo>
                <a:lnTo>
                  <a:pt x="2442953" y="33366"/>
                </a:lnTo>
                <a:lnTo>
                  <a:pt x="2416521" y="36976"/>
                </a:lnTo>
                <a:lnTo>
                  <a:pt x="2390023" y="40138"/>
                </a:lnTo>
                <a:lnTo>
                  <a:pt x="2363495" y="42977"/>
                </a:lnTo>
                <a:lnTo>
                  <a:pt x="2336940" y="45539"/>
                </a:lnTo>
                <a:lnTo>
                  <a:pt x="2310365" y="47882"/>
                </a:lnTo>
                <a:lnTo>
                  <a:pt x="2283771" y="50044"/>
                </a:lnTo>
                <a:lnTo>
                  <a:pt x="2257168" y="52035"/>
                </a:lnTo>
                <a:lnTo>
                  <a:pt x="2230545" y="53892"/>
                </a:lnTo>
                <a:lnTo>
                  <a:pt x="2203923" y="55616"/>
                </a:lnTo>
                <a:lnTo>
                  <a:pt x="2177291" y="57236"/>
                </a:lnTo>
                <a:lnTo>
                  <a:pt x="2150659" y="58760"/>
                </a:lnTo>
                <a:lnTo>
                  <a:pt x="2124018" y="60188"/>
                </a:lnTo>
                <a:lnTo>
                  <a:pt x="2097367" y="61532"/>
                </a:lnTo>
                <a:lnTo>
                  <a:pt x="2070716" y="62798"/>
                </a:lnTo>
                <a:lnTo>
                  <a:pt x="2044065" y="63998"/>
                </a:lnTo>
                <a:lnTo>
                  <a:pt x="2017405" y="65122"/>
                </a:lnTo>
                <a:lnTo>
                  <a:pt x="1990754" y="66189"/>
                </a:lnTo>
                <a:lnTo>
                  <a:pt x="1964093" y="67189"/>
                </a:lnTo>
                <a:lnTo>
                  <a:pt x="1937423" y="68142"/>
                </a:lnTo>
                <a:lnTo>
                  <a:pt x="1910763" y="69037"/>
                </a:lnTo>
                <a:lnTo>
                  <a:pt x="1884093" y="69885"/>
                </a:lnTo>
                <a:lnTo>
                  <a:pt x="1857423" y="70685"/>
                </a:lnTo>
                <a:lnTo>
                  <a:pt x="1830753" y="71438"/>
                </a:lnTo>
                <a:lnTo>
                  <a:pt x="1804083" y="72142"/>
                </a:lnTo>
                <a:lnTo>
                  <a:pt x="1777413" y="72800"/>
                </a:lnTo>
                <a:lnTo>
                  <a:pt x="1750743" y="73428"/>
                </a:lnTo>
                <a:lnTo>
                  <a:pt x="1724063" y="74009"/>
                </a:lnTo>
                <a:lnTo>
                  <a:pt x="1697393" y="74552"/>
                </a:lnTo>
                <a:lnTo>
                  <a:pt x="1670714" y="75057"/>
                </a:lnTo>
                <a:lnTo>
                  <a:pt x="1644044" y="75524"/>
                </a:lnTo>
                <a:lnTo>
                  <a:pt x="1617364" y="75952"/>
                </a:lnTo>
                <a:lnTo>
                  <a:pt x="1590685" y="76352"/>
                </a:lnTo>
                <a:lnTo>
                  <a:pt x="1564005" y="76714"/>
                </a:lnTo>
                <a:lnTo>
                  <a:pt x="1537325" y="77048"/>
                </a:lnTo>
                <a:lnTo>
                  <a:pt x="1510655" y="77343"/>
                </a:lnTo>
                <a:lnTo>
                  <a:pt x="1483976" y="77610"/>
                </a:lnTo>
                <a:lnTo>
                  <a:pt x="1457296" y="77838"/>
                </a:lnTo>
                <a:lnTo>
                  <a:pt x="1430617" y="78038"/>
                </a:lnTo>
                <a:lnTo>
                  <a:pt x="1403937" y="78200"/>
                </a:lnTo>
                <a:lnTo>
                  <a:pt x="1377258" y="78343"/>
                </a:lnTo>
                <a:lnTo>
                  <a:pt x="1350569" y="78448"/>
                </a:lnTo>
                <a:lnTo>
                  <a:pt x="1323889" y="78524"/>
                </a:lnTo>
                <a:lnTo>
                  <a:pt x="1297210" y="78562"/>
                </a:lnTo>
                <a:lnTo>
                  <a:pt x="1270530" y="78581"/>
                </a:lnTo>
                <a:lnTo>
                  <a:pt x="1243851" y="78562"/>
                </a:lnTo>
                <a:lnTo>
                  <a:pt x="1217171" y="78515"/>
                </a:lnTo>
                <a:lnTo>
                  <a:pt x="1190492" y="78429"/>
                </a:lnTo>
                <a:lnTo>
                  <a:pt x="1163812" y="78324"/>
                </a:lnTo>
                <a:lnTo>
                  <a:pt x="1137133" y="78181"/>
                </a:lnTo>
                <a:lnTo>
                  <a:pt x="1110453" y="78010"/>
                </a:lnTo>
                <a:lnTo>
                  <a:pt x="1083774" y="77800"/>
                </a:lnTo>
                <a:lnTo>
                  <a:pt x="1057094" y="77572"/>
                </a:lnTo>
                <a:lnTo>
                  <a:pt x="1030415" y="77295"/>
                </a:lnTo>
                <a:lnTo>
                  <a:pt x="1003735" y="77000"/>
                </a:lnTo>
                <a:lnTo>
                  <a:pt x="977055" y="76667"/>
                </a:lnTo>
                <a:lnTo>
                  <a:pt x="950376" y="76295"/>
                </a:lnTo>
                <a:lnTo>
                  <a:pt x="923706" y="75895"/>
                </a:lnTo>
                <a:lnTo>
                  <a:pt x="897026" y="75457"/>
                </a:lnTo>
                <a:lnTo>
                  <a:pt x="870347" y="74981"/>
                </a:lnTo>
                <a:lnTo>
                  <a:pt x="843677" y="74466"/>
                </a:lnTo>
                <a:lnTo>
                  <a:pt x="816997" y="73914"/>
                </a:lnTo>
                <a:lnTo>
                  <a:pt x="790327" y="73333"/>
                </a:lnTo>
                <a:lnTo>
                  <a:pt x="763657" y="72704"/>
                </a:lnTo>
                <a:lnTo>
                  <a:pt x="736978" y="72028"/>
                </a:lnTo>
                <a:lnTo>
                  <a:pt x="710308" y="71314"/>
                </a:lnTo>
                <a:lnTo>
                  <a:pt x="683638" y="70561"/>
                </a:lnTo>
                <a:lnTo>
                  <a:pt x="656977" y="69752"/>
                </a:lnTo>
                <a:lnTo>
                  <a:pt x="630307" y="68904"/>
                </a:lnTo>
                <a:lnTo>
                  <a:pt x="603647" y="67999"/>
                </a:lnTo>
                <a:lnTo>
                  <a:pt x="576977" y="67037"/>
                </a:lnTo>
                <a:lnTo>
                  <a:pt x="550316" y="66027"/>
                </a:lnTo>
                <a:lnTo>
                  <a:pt x="523656" y="64951"/>
                </a:lnTo>
                <a:lnTo>
                  <a:pt x="497005" y="63808"/>
                </a:lnTo>
                <a:lnTo>
                  <a:pt x="470354" y="62608"/>
                </a:lnTo>
                <a:lnTo>
                  <a:pt x="443703" y="61331"/>
                </a:lnTo>
                <a:lnTo>
                  <a:pt x="417052" y="59969"/>
                </a:lnTo>
                <a:lnTo>
                  <a:pt x="390411" y="58522"/>
                </a:lnTo>
                <a:lnTo>
                  <a:pt x="363779" y="56988"/>
                </a:lnTo>
                <a:lnTo>
                  <a:pt x="337147" y="55359"/>
                </a:lnTo>
                <a:lnTo>
                  <a:pt x="310525" y="53607"/>
                </a:lnTo>
                <a:lnTo>
                  <a:pt x="283912" y="51730"/>
                </a:lnTo>
                <a:lnTo>
                  <a:pt x="257308" y="49711"/>
                </a:lnTo>
                <a:lnTo>
                  <a:pt x="230715" y="47530"/>
                </a:lnTo>
                <a:lnTo>
                  <a:pt x="204140" y="45149"/>
                </a:lnTo>
                <a:lnTo>
                  <a:pt x="177594" y="42548"/>
                </a:lnTo>
                <a:lnTo>
                  <a:pt x="151067" y="39672"/>
                </a:lnTo>
                <a:lnTo>
                  <a:pt x="124577" y="36433"/>
                </a:lnTo>
                <a:lnTo>
                  <a:pt x="98155" y="32737"/>
                </a:lnTo>
                <a:lnTo>
                  <a:pt x="71838" y="28394"/>
                </a:lnTo>
                <a:lnTo>
                  <a:pt x="45710" y="23003"/>
                </a:lnTo>
                <a:lnTo>
                  <a:pt x="20107" y="15564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10" name="funnel-step-cap-1">
            <a:extLst xmlns:a="http://schemas.openxmlformats.org/drawingml/2006/main">
              <a:ext uri="{FF2B5EF4-FFF2-40B4-BE49-F238E27FC236}">
                <a16:creationId xmlns:a16="http://schemas.microsoft.com/office/drawing/2014/main" id="{3DA446BC-3CAD-4239-B4FA-AE5CECDE4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108874" y="2790825"/>
            <a:ext cx="2545261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7EAC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11" name="funnel-step-body-2">
            <a:extLst xmlns:a="http://schemas.openxmlformats.org/drawingml/2006/main">
              <a:ext uri="{FF2B5EF4-FFF2-40B4-BE49-F238E27FC236}">
                <a16:creationId xmlns:a16="http://schemas.microsoft.com/office/drawing/2014/main" id="{A0747432-FD59-4838-8FC5-1FC9E489E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410617" y="3981450"/>
            <a:ext cx="1941662" cy="964406"/>
          </a:xfrm>
          <a:custGeom xmlns:a="http://schemas.openxmlformats.org/drawingml/2006/main">
            <a:pathLst>
              <a:path w="1941662" h="964406">
                <a:moveTo>
                  <a:pt x="0" y="0"/>
                </a:moveTo>
                <a:lnTo>
                  <a:pt x="6467" y="20869"/>
                </a:lnTo>
                <a:lnTo>
                  <a:pt x="12935" y="41739"/>
                </a:lnTo>
                <a:lnTo>
                  <a:pt x="19402" y="62608"/>
                </a:lnTo>
                <a:lnTo>
                  <a:pt x="25870" y="83487"/>
                </a:lnTo>
                <a:lnTo>
                  <a:pt x="32337" y="104356"/>
                </a:lnTo>
                <a:lnTo>
                  <a:pt x="38805" y="125225"/>
                </a:lnTo>
                <a:lnTo>
                  <a:pt x="45272" y="146094"/>
                </a:lnTo>
                <a:lnTo>
                  <a:pt x="51740" y="166964"/>
                </a:lnTo>
                <a:lnTo>
                  <a:pt x="58207" y="187833"/>
                </a:lnTo>
                <a:lnTo>
                  <a:pt x="64675" y="208712"/>
                </a:lnTo>
                <a:lnTo>
                  <a:pt x="71142" y="229581"/>
                </a:lnTo>
                <a:lnTo>
                  <a:pt x="77610" y="250450"/>
                </a:lnTo>
                <a:lnTo>
                  <a:pt x="84077" y="271320"/>
                </a:lnTo>
                <a:lnTo>
                  <a:pt x="90545" y="292189"/>
                </a:lnTo>
                <a:lnTo>
                  <a:pt x="97012" y="313058"/>
                </a:lnTo>
                <a:lnTo>
                  <a:pt x="103480" y="333927"/>
                </a:lnTo>
                <a:lnTo>
                  <a:pt x="109947" y="354806"/>
                </a:lnTo>
                <a:lnTo>
                  <a:pt x="116415" y="375676"/>
                </a:lnTo>
                <a:lnTo>
                  <a:pt x="122882" y="396545"/>
                </a:lnTo>
                <a:lnTo>
                  <a:pt x="129350" y="417414"/>
                </a:lnTo>
                <a:lnTo>
                  <a:pt x="135817" y="438283"/>
                </a:lnTo>
                <a:lnTo>
                  <a:pt x="142294" y="459153"/>
                </a:lnTo>
                <a:lnTo>
                  <a:pt x="148761" y="480031"/>
                </a:lnTo>
                <a:lnTo>
                  <a:pt x="155229" y="500901"/>
                </a:lnTo>
                <a:lnTo>
                  <a:pt x="161696" y="521770"/>
                </a:lnTo>
                <a:lnTo>
                  <a:pt x="168164" y="542639"/>
                </a:lnTo>
                <a:lnTo>
                  <a:pt x="174631" y="563509"/>
                </a:lnTo>
                <a:lnTo>
                  <a:pt x="181099" y="584378"/>
                </a:lnTo>
                <a:lnTo>
                  <a:pt x="187566" y="605247"/>
                </a:lnTo>
                <a:lnTo>
                  <a:pt x="194034" y="626126"/>
                </a:lnTo>
                <a:lnTo>
                  <a:pt x="200501" y="646995"/>
                </a:lnTo>
                <a:lnTo>
                  <a:pt x="206969" y="667864"/>
                </a:lnTo>
                <a:lnTo>
                  <a:pt x="213436" y="688734"/>
                </a:lnTo>
                <a:lnTo>
                  <a:pt x="219904" y="709603"/>
                </a:lnTo>
                <a:lnTo>
                  <a:pt x="226371" y="730472"/>
                </a:lnTo>
                <a:lnTo>
                  <a:pt x="232839" y="751351"/>
                </a:lnTo>
                <a:lnTo>
                  <a:pt x="239306" y="772220"/>
                </a:lnTo>
                <a:lnTo>
                  <a:pt x="245774" y="793090"/>
                </a:lnTo>
                <a:lnTo>
                  <a:pt x="252241" y="813959"/>
                </a:lnTo>
                <a:lnTo>
                  <a:pt x="258709" y="834828"/>
                </a:lnTo>
                <a:lnTo>
                  <a:pt x="265176" y="855697"/>
                </a:lnTo>
                <a:lnTo>
                  <a:pt x="271643" y="876576"/>
                </a:lnTo>
                <a:lnTo>
                  <a:pt x="279597" y="896531"/>
                </a:lnTo>
                <a:lnTo>
                  <a:pt x="297961" y="908142"/>
                </a:lnTo>
                <a:lnTo>
                  <a:pt x="318449" y="915705"/>
                </a:lnTo>
                <a:lnTo>
                  <a:pt x="339519" y="921496"/>
                </a:lnTo>
                <a:lnTo>
                  <a:pt x="360836" y="926249"/>
                </a:lnTo>
                <a:lnTo>
                  <a:pt x="382305" y="930307"/>
                </a:lnTo>
                <a:lnTo>
                  <a:pt x="403870" y="933841"/>
                </a:lnTo>
                <a:lnTo>
                  <a:pt x="425491" y="936965"/>
                </a:lnTo>
                <a:lnTo>
                  <a:pt x="447161" y="939775"/>
                </a:lnTo>
                <a:lnTo>
                  <a:pt x="468868" y="942308"/>
                </a:lnTo>
                <a:lnTo>
                  <a:pt x="490595" y="944604"/>
                </a:lnTo>
                <a:lnTo>
                  <a:pt x="512340" y="946699"/>
                </a:lnTo>
                <a:lnTo>
                  <a:pt x="534105" y="948614"/>
                </a:lnTo>
                <a:lnTo>
                  <a:pt x="555889" y="950385"/>
                </a:lnTo>
                <a:lnTo>
                  <a:pt x="577682" y="951995"/>
                </a:lnTo>
                <a:lnTo>
                  <a:pt x="599475" y="953481"/>
                </a:lnTo>
                <a:lnTo>
                  <a:pt x="621287" y="954843"/>
                </a:lnTo>
                <a:lnTo>
                  <a:pt x="643099" y="956091"/>
                </a:lnTo>
                <a:lnTo>
                  <a:pt x="664921" y="957234"/>
                </a:lnTo>
                <a:lnTo>
                  <a:pt x="686743" y="958272"/>
                </a:lnTo>
                <a:lnTo>
                  <a:pt x="708574" y="959225"/>
                </a:lnTo>
                <a:lnTo>
                  <a:pt x="730406" y="960082"/>
                </a:lnTo>
                <a:lnTo>
                  <a:pt x="752246" y="960853"/>
                </a:lnTo>
                <a:lnTo>
                  <a:pt x="774078" y="961549"/>
                </a:lnTo>
                <a:lnTo>
                  <a:pt x="795919" y="962158"/>
                </a:lnTo>
                <a:lnTo>
                  <a:pt x="817769" y="962692"/>
                </a:lnTo>
                <a:lnTo>
                  <a:pt x="839610" y="963149"/>
                </a:lnTo>
                <a:lnTo>
                  <a:pt x="861460" y="963530"/>
                </a:lnTo>
                <a:lnTo>
                  <a:pt x="883310" y="963844"/>
                </a:lnTo>
                <a:lnTo>
                  <a:pt x="905151" y="964092"/>
                </a:lnTo>
                <a:lnTo>
                  <a:pt x="927002" y="964263"/>
                </a:lnTo>
                <a:lnTo>
                  <a:pt x="948852" y="964368"/>
                </a:lnTo>
                <a:lnTo>
                  <a:pt x="970702" y="964406"/>
                </a:lnTo>
                <a:lnTo>
                  <a:pt x="992553" y="964368"/>
                </a:lnTo>
                <a:lnTo>
                  <a:pt x="1014403" y="964263"/>
                </a:lnTo>
                <a:lnTo>
                  <a:pt x="1036253" y="964101"/>
                </a:lnTo>
                <a:lnTo>
                  <a:pt x="1058104" y="963854"/>
                </a:lnTo>
                <a:lnTo>
                  <a:pt x="1079945" y="963539"/>
                </a:lnTo>
                <a:lnTo>
                  <a:pt x="1101795" y="963158"/>
                </a:lnTo>
                <a:lnTo>
                  <a:pt x="1123636" y="962692"/>
                </a:lnTo>
                <a:lnTo>
                  <a:pt x="1145486" y="962168"/>
                </a:lnTo>
                <a:lnTo>
                  <a:pt x="1167327" y="961558"/>
                </a:lnTo>
                <a:lnTo>
                  <a:pt x="1189168" y="960863"/>
                </a:lnTo>
                <a:lnTo>
                  <a:pt x="1210999" y="960101"/>
                </a:lnTo>
                <a:lnTo>
                  <a:pt x="1232830" y="959234"/>
                </a:lnTo>
                <a:lnTo>
                  <a:pt x="1254662" y="958291"/>
                </a:lnTo>
                <a:lnTo>
                  <a:pt x="1276483" y="957243"/>
                </a:lnTo>
                <a:lnTo>
                  <a:pt x="1298305" y="956110"/>
                </a:lnTo>
                <a:lnTo>
                  <a:pt x="1320117" y="954862"/>
                </a:lnTo>
                <a:lnTo>
                  <a:pt x="1341930" y="953500"/>
                </a:lnTo>
                <a:lnTo>
                  <a:pt x="1363732" y="952014"/>
                </a:lnTo>
                <a:lnTo>
                  <a:pt x="1385516" y="950414"/>
                </a:lnTo>
                <a:lnTo>
                  <a:pt x="1407300" y="948652"/>
                </a:lnTo>
                <a:lnTo>
                  <a:pt x="1429064" y="946728"/>
                </a:lnTo>
                <a:lnTo>
                  <a:pt x="1450810" y="944642"/>
                </a:lnTo>
                <a:lnTo>
                  <a:pt x="1472546" y="942346"/>
                </a:lnTo>
                <a:lnTo>
                  <a:pt x="1494244" y="939813"/>
                </a:lnTo>
                <a:lnTo>
                  <a:pt x="1515913" y="937012"/>
                </a:lnTo>
                <a:lnTo>
                  <a:pt x="1537535" y="933888"/>
                </a:lnTo>
                <a:lnTo>
                  <a:pt x="1559100" y="930364"/>
                </a:lnTo>
                <a:lnTo>
                  <a:pt x="1580579" y="926325"/>
                </a:lnTo>
                <a:lnTo>
                  <a:pt x="1601905" y="921582"/>
                </a:lnTo>
                <a:lnTo>
                  <a:pt x="1622974" y="915810"/>
                </a:lnTo>
                <a:lnTo>
                  <a:pt x="1643472" y="908285"/>
                </a:lnTo>
                <a:lnTo>
                  <a:pt x="1661912" y="896788"/>
                </a:lnTo>
                <a:lnTo>
                  <a:pt x="1670018" y="876919"/>
                </a:lnTo>
                <a:lnTo>
                  <a:pt x="1676486" y="856040"/>
                </a:lnTo>
                <a:lnTo>
                  <a:pt x="1682953" y="835171"/>
                </a:lnTo>
                <a:lnTo>
                  <a:pt x="1689421" y="814302"/>
                </a:lnTo>
                <a:lnTo>
                  <a:pt x="1695888" y="793433"/>
                </a:lnTo>
                <a:lnTo>
                  <a:pt x="1702356" y="772563"/>
                </a:lnTo>
                <a:lnTo>
                  <a:pt x="1708823" y="751694"/>
                </a:lnTo>
                <a:lnTo>
                  <a:pt x="1715291" y="730825"/>
                </a:lnTo>
                <a:lnTo>
                  <a:pt x="1721758" y="709946"/>
                </a:lnTo>
                <a:lnTo>
                  <a:pt x="1728226" y="689077"/>
                </a:lnTo>
                <a:lnTo>
                  <a:pt x="1734693" y="668207"/>
                </a:lnTo>
                <a:lnTo>
                  <a:pt x="1741160" y="647338"/>
                </a:lnTo>
                <a:lnTo>
                  <a:pt x="1747628" y="626469"/>
                </a:lnTo>
                <a:lnTo>
                  <a:pt x="1754095" y="605600"/>
                </a:lnTo>
                <a:lnTo>
                  <a:pt x="1760563" y="584721"/>
                </a:lnTo>
                <a:lnTo>
                  <a:pt x="1767030" y="563851"/>
                </a:lnTo>
                <a:lnTo>
                  <a:pt x="1773498" y="542982"/>
                </a:lnTo>
                <a:lnTo>
                  <a:pt x="1779965" y="522113"/>
                </a:lnTo>
                <a:lnTo>
                  <a:pt x="1786433" y="501244"/>
                </a:lnTo>
                <a:lnTo>
                  <a:pt x="1792900" y="480374"/>
                </a:lnTo>
                <a:lnTo>
                  <a:pt x="1799368" y="459496"/>
                </a:lnTo>
                <a:lnTo>
                  <a:pt x="1805835" y="438626"/>
                </a:lnTo>
                <a:lnTo>
                  <a:pt x="1812303" y="417757"/>
                </a:lnTo>
                <a:lnTo>
                  <a:pt x="1818770" y="396888"/>
                </a:lnTo>
                <a:lnTo>
                  <a:pt x="1825238" y="376018"/>
                </a:lnTo>
                <a:lnTo>
                  <a:pt x="1831705" y="355149"/>
                </a:lnTo>
                <a:lnTo>
                  <a:pt x="1838173" y="334280"/>
                </a:lnTo>
                <a:lnTo>
                  <a:pt x="1844640" y="313401"/>
                </a:lnTo>
                <a:lnTo>
                  <a:pt x="1851108" y="292532"/>
                </a:lnTo>
                <a:lnTo>
                  <a:pt x="1857585" y="271663"/>
                </a:lnTo>
                <a:lnTo>
                  <a:pt x="1864052" y="250793"/>
                </a:lnTo>
                <a:lnTo>
                  <a:pt x="1870520" y="229924"/>
                </a:lnTo>
                <a:lnTo>
                  <a:pt x="1876987" y="209055"/>
                </a:lnTo>
                <a:lnTo>
                  <a:pt x="1883454" y="188176"/>
                </a:lnTo>
                <a:lnTo>
                  <a:pt x="1889922" y="167307"/>
                </a:lnTo>
                <a:lnTo>
                  <a:pt x="1896389" y="146437"/>
                </a:lnTo>
                <a:lnTo>
                  <a:pt x="1902857" y="125568"/>
                </a:lnTo>
                <a:lnTo>
                  <a:pt x="1909324" y="104699"/>
                </a:lnTo>
                <a:lnTo>
                  <a:pt x="1915792" y="83830"/>
                </a:lnTo>
                <a:lnTo>
                  <a:pt x="1922259" y="62960"/>
                </a:lnTo>
                <a:lnTo>
                  <a:pt x="1928727" y="42081"/>
                </a:lnTo>
                <a:lnTo>
                  <a:pt x="1935194" y="21212"/>
                </a:lnTo>
                <a:lnTo>
                  <a:pt x="1941662" y="343"/>
                </a:lnTo>
                <a:lnTo>
                  <a:pt x="1927698" y="14926"/>
                </a:lnTo>
                <a:lnTo>
                  <a:pt x="1907362" y="22860"/>
                </a:lnTo>
                <a:lnTo>
                  <a:pt x="1886274" y="28556"/>
                </a:lnTo>
                <a:lnTo>
                  <a:pt x="1864909" y="33128"/>
                </a:lnTo>
                <a:lnTo>
                  <a:pt x="1843402" y="36995"/>
                </a:lnTo>
                <a:lnTo>
                  <a:pt x="1821818" y="40367"/>
                </a:lnTo>
                <a:lnTo>
                  <a:pt x="1800168" y="43358"/>
                </a:lnTo>
                <a:lnTo>
                  <a:pt x="1778489" y="46063"/>
                </a:lnTo>
                <a:lnTo>
                  <a:pt x="1756781" y="48520"/>
                </a:lnTo>
                <a:lnTo>
                  <a:pt x="1735045" y="50768"/>
                </a:lnTo>
                <a:lnTo>
                  <a:pt x="1713290" y="52845"/>
                </a:lnTo>
                <a:lnTo>
                  <a:pt x="1691526" y="54769"/>
                </a:lnTo>
                <a:lnTo>
                  <a:pt x="1669752" y="56559"/>
                </a:lnTo>
                <a:lnTo>
                  <a:pt x="1647968" y="58226"/>
                </a:lnTo>
                <a:lnTo>
                  <a:pt x="1626175" y="59788"/>
                </a:lnTo>
                <a:lnTo>
                  <a:pt x="1604372" y="61255"/>
                </a:lnTo>
                <a:lnTo>
                  <a:pt x="1582569" y="62627"/>
                </a:lnTo>
                <a:lnTo>
                  <a:pt x="1560757" y="63913"/>
                </a:lnTo>
                <a:lnTo>
                  <a:pt x="1538935" y="65132"/>
                </a:lnTo>
                <a:lnTo>
                  <a:pt x="1517113" y="66265"/>
                </a:lnTo>
                <a:lnTo>
                  <a:pt x="1495292" y="67342"/>
                </a:lnTo>
                <a:lnTo>
                  <a:pt x="1473470" y="68351"/>
                </a:lnTo>
                <a:lnTo>
                  <a:pt x="1451639" y="69304"/>
                </a:lnTo>
                <a:lnTo>
                  <a:pt x="1429807" y="70190"/>
                </a:lnTo>
                <a:lnTo>
                  <a:pt x="1407976" y="71028"/>
                </a:lnTo>
                <a:lnTo>
                  <a:pt x="1386135" y="71809"/>
                </a:lnTo>
                <a:lnTo>
                  <a:pt x="1364294" y="72533"/>
                </a:lnTo>
                <a:lnTo>
                  <a:pt x="1342463" y="73219"/>
                </a:lnTo>
                <a:lnTo>
                  <a:pt x="1320622" y="73857"/>
                </a:lnTo>
                <a:lnTo>
                  <a:pt x="1298772" y="74447"/>
                </a:lnTo>
                <a:lnTo>
                  <a:pt x="1276931" y="75000"/>
                </a:lnTo>
                <a:lnTo>
                  <a:pt x="1255090" y="75505"/>
                </a:lnTo>
                <a:lnTo>
                  <a:pt x="1233240" y="75971"/>
                </a:lnTo>
                <a:lnTo>
                  <a:pt x="1211399" y="76391"/>
                </a:lnTo>
                <a:lnTo>
                  <a:pt x="1189549" y="76781"/>
                </a:lnTo>
                <a:lnTo>
                  <a:pt x="1167708" y="77124"/>
                </a:lnTo>
                <a:lnTo>
                  <a:pt x="1145858" y="77429"/>
                </a:lnTo>
                <a:lnTo>
                  <a:pt x="1124007" y="77705"/>
                </a:lnTo>
                <a:lnTo>
                  <a:pt x="1102157" y="77934"/>
                </a:lnTo>
                <a:lnTo>
                  <a:pt x="1080306" y="78134"/>
                </a:lnTo>
                <a:lnTo>
                  <a:pt x="1058466" y="78296"/>
                </a:lnTo>
                <a:lnTo>
                  <a:pt x="1036615" y="78419"/>
                </a:lnTo>
                <a:lnTo>
                  <a:pt x="1014765" y="78505"/>
                </a:lnTo>
                <a:lnTo>
                  <a:pt x="992915" y="78562"/>
                </a:lnTo>
                <a:lnTo>
                  <a:pt x="971064" y="78581"/>
                </a:lnTo>
                <a:lnTo>
                  <a:pt x="949214" y="78562"/>
                </a:lnTo>
                <a:lnTo>
                  <a:pt x="927364" y="78505"/>
                </a:lnTo>
                <a:lnTo>
                  <a:pt x="905513" y="78419"/>
                </a:lnTo>
                <a:lnTo>
                  <a:pt x="883663" y="78296"/>
                </a:lnTo>
                <a:lnTo>
                  <a:pt x="861812" y="78134"/>
                </a:lnTo>
                <a:lnTo>
                  <a:pt x="839962" y="77943"/>
                </a:lnTo>
                <a:lnTo>
                  <a:pt x="818121" y="77705"/>
                </a:lnTo>
                <a:lnTo>
                  <a:pt x="796271" y="77438"/>
                </a:lnTo>
                <a:lnTo>
                  <a:pt x="774421" y="77133"/>
                </a:lnTo>
                <a:lnTo>
                  <a:pt x="752570" y="76781"/>
                </a:lnTo>
                <a:lnTo>
                  <a:pt x="730729" y="76400"/>
                </a:lnTo>
                <a:lnTo>
                  <a:pt x="708879" y="75981"/>
                </a:lnTo>
                <a:lnTo>
                  <a:pt x="687038" y="75514"/>
                </a:lnTo>
                <a:lnTo>
                  <a:pt x="665188" y="75009"/>
                </a:lnTo>
                <a:lnTo>
                  <a:pt x="643347" y="74457"/>
                </a:lnTo>
                <a:lnTo>
                  <a:pt x="621506" y="73866"/>
                </a:lnTo>
                <a:lnTo>
                  <a:pt x="599665" y="73228"/>
                </a:lnTo>
                <a:lnTo>
                  <a:pt x="577825" y="72552"/>
                </a:lnTo>
                <a:lnTo>
                  <a:pt x="555993" y="71819"/>
                </a:lnTo>
                <a:lnTo>
                  <a:pt x="534152" y="71037"/>
                </a:lnTo>
                <a:lnTo>
                  <a:pt x="512321" y="70199"/>
                </a:lnTo>
                <a:lnTo>
                  <a:pt x="490490" y="69313"/>
                </a:lnTo>
                <a:lnTo>
                  <a:pt x="468659" y="68370"/>
                </a:lnTo>
                <a:lnTo>
                  <a:pt x="446827" y="67361"/>
                </a:lnTo>
                <a:lnTo>
                  <a:pt x="425006" y="66284"/>
                </a:lnTo>
                <a:lnTo>
                  <a:pt x="403184" y="65151"/>
                </a:lnTo>
                <a:lnTo>
                  <a:pt x="381371" y="63941"/>
                </a:lnTo>
                <a:lnTo>
                  <a:pt x="359559" y="62655"/>
                </a:lnTo>
                <a:lnTo>
                  <a:pt x="337757" y="61284"/>
                </a:lnTo>
                <a:lnTo>
                  <a:pt x="315954" y="59817"/>
                </a:lnTo>
                <a:lnTo>
                  <a:pt x="294161" y="58255"/>
                </a:lnTo>
                <a:lnTo>
                  <a:pt x="272367" y="56588"/>
                </a:lnTo>
                <a:lnTo>
                  <a:pt x="250593" y="54797"/>
                </a:lnTo>
                <a:lnTo>
                  <a:pt x="228829" y="52883"/>
                </a:lnTo>
                <a:lnTo>
                  <a:pt x="207083" y="50806"/>
                </a:lnTo>
                <a:lnTo>
                  <a:pt x="185347" y="48558"/>
                </a:lnTo>
                <a:lnTo>
                  <a:pt x="163630" y="46101"/>
                </a:lnTo>
                <a:lnTo>
                  <a:pt x="141951" y="43405"/>
                </a:lnTo>
                <a:lnTo>
                  <a:pt x="120310" y="40415"/>
                </a:lnTo>
                <a:lnTo>
                  <a:pt x="98717" y="37062"/>
                </a:lnTo>
                <a:lnTo>
                  <a:pt x="77210" y="33195"/>
                </a:lnTo>
                <a:lnTo>
                  <a:pt x="55845" y="28642"/>
                </a:lnTo>
                <a:lnTo>
                  <a:pt x="34747" y="22965"/>
                </a:lnTo>
                <a:lnTo>
                  <a:pt x="14392" y="15088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78A8D5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12" name="funnel-step-cap-2">
            <a:extLst xmlns:a="http://schemas.openxmlformats.org/drawingml/2006/main">
              <a:ext uri="{FF2B5EF4-FFF2-40B4-BE49-F238E27FC236}">
                <a16:creationId xmlns:a16="http://schemas.microsoft.com/office/drawing/2014/main" id="{ACEB71F4-7F2A-4B3F-97AB-DC609B962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410626" y="3857625"/>
            <a:ext cx="1941747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8A8D5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13" name="funnel-step-body-3">
            <a:extLst xmlns:a="http://schemas.openxmlformats.org/drawingml/2006/main">
              <a:ext uri="{FF2B5EF4-FFF2-40B4-BE49-F238E27FC236}">
                <a16:creationId xmlns:a16="http://schemas.microsoft.com/office/drawing/2014/main" id="{898DC738-5322-4136-B1EC-647333E4A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685127" y="5048250"/>
            <a:ext cx="1391717" cy="964397"/>
          </a:xfrm>
          <a:custGeom xmlns:a="http://schemas.openxmlformats.org/drawingml/2006/main">
            <a:pathLst>
              <a:path w="1391717" h="964397">
                <a:moveTo>
                  <a:pt x="0" y="0"/>
                </a:moveTo>
                <a:lnTo>
                  <a:pt x="5324" y="18259"/>
                </a:lnTo>
                <a:lnTo>
                  <a:pt x="10649" y="36528"/>
                </a:lnTo>
                <a:lnTo>
                  <a:pt x="15973" y="54788"/>
                </a:lnTo>
                <a:lnTo>
                  <a:pt x="21298" y="73057"/>
                </a:lnTo>
                <a:lnTo>
                  <a:pt x="26622" y="91316"/>
                </a:lnTo>
                <a:lnTo>
                  <a:pt x="31947" y="109585"/>
                </a:lnTo>
                <a:lnTo>
                  <a:pt x="37271" y="127845"/>
                </a:lnTo>
                <a:lnTo>
                  <a:pt x="42586" y="146104"/>
                </a:lnTo>
                <a:lnTo>
                  <a:pt x="47911" y="164373"/>
                </a:lnTo>
                <a:lnTo>
                  <a:pt x="53235" y="182632"/>
                </a:lnTo>
                <a:lnTo>
                  <a:pt x="58560" y="200901"/>
                </a:lnTo>
                <a:lnTo>
                  <a:pt x="63884" y="219161"/>
                </a:lnTo>
                <a:lnTo>
                  <a:pt x="69209" y="237430"/>
                </a:lnTo>
                <a:lnTo>
                  <a:pt x="74533" y="255689"/>
                </a:lnTo>
                <a:lnTo>
                  <a:pt x="79858" y="273949"/>
                </a:lnTo>
                <a:lnTo>
                  <a:pt x="85182" y="292217"/>
                </a:lnTo>
                <a:lnTo>
                  <a:pt x="90507" y="310477"/>
                </a:lnTo>
                <a:lnTo>
                  <a:pt x="95831" y="328746"/>
                </a:lnTo>
                <a:lnTo>
                  <a:pt x="101155" y="347005"/>
                </a:lnTo>
                <a:lnTo>
                  <a:pt x="106480" y="365265"/>
                </a:lnTo>
                <a:lnTo>
                  <a:pt x="111804" y="383534"/>
                </a:lnTo>
                <a:lnTo>
                  <a:pt x="117129" y="401793"/>
                </a:lnTo>
                <a:lnTo>
                  <a:pt x="122453" y="420062"/>
                </a:lnTo>
                <a:lnTo>
                  <a:pt x="127778" y="438321"/>
                </a:lnTo>
                <a:lnTo>
                  <a:pt x="133093" y="456590"/>
                </a:lnTo>
                <a:lnTo>
                  <a:pt x="138417" y="474850"/>
                </a:lnTo>
                <a:lnTo>
                  <a:pt x="143742" y="493109"/>
                </a:lnTo>
                <a:lnTo>
                  <a:pt x="149066" y="511378"/>
                </a:lnTo>
                <a:lnTo>
                  <a:pt x="154391" y="529638"/>
                </a:lnTo>
                <a:lnTo>
                  <a:pt x="159715" y="547907"/>
                </a:lnTo>
                <a:lnTo>
                  <a:pt x="165040" y="566166"/>
                </a:lnTo>
                <a:lnTo>
                  <a:pt x="170364" y="584435"/>
                </a:lnTo>
                <a:lnTo>
                  <a:pt x="175689" y="602694"/>
                </a:lnTo>
                <a:lnTo>
                  <a:pt x="181013" y="620954"/>
                </a:lnTo>
                <a:lnTo>
                  <a:pt x="186338" y="639223"/>
                </a:lnTo>
                <a:lnTo>
                  <a:pt x="191662" y="657482"/>
                </a:lnTo>
                <a:lnTo>
                  <a:pt x="196987" y="675751"/>
                </a:lnTo>
                <a:lnTo>
                  <a:pt x="202311" y="694011"/>
                </a:lnTo>
                <a:lnTo>
                  <a:pt x="207635" y="712270"/>
                </a:lnTo>
                <a:lnTo>
                  <a:pt x="212960" y="730539"/>
                </a:lnTo>
                <a:lnTo>
                  <a:pt x="218275" y="748798"/>
                </a:lnTo>
                <a:lnTo>
                  <a:pt x="223599" y="767067"/>
                </a:lnTo>
                <a:lnTo>
                  <a:pt x="228924" y="785327"/>
                </a:lnTo>
                <a:lnTo>
                  <a:pt x="234248" y="803596"/>
                </a:lnTo>
                <a:lnTo>
                  <a:pt x="239573" y="821855"/>
                </a:lnTo>
                <a:lnTo>
                  <a:pt x="244897" y="840115"/>
                </a:lnTo>
                <a:lnTo>
                  <a:pt x="250222" y="858383"/>
                </a:lnTo>
                <a:lnTo>
                  <a:pt x="255546" y="876643"/>
                </a:lnTo>
                <a:lnTo>
                  <a:pt x="260509" y="894912"/>
                </a:lnTo>
                <a:lnTo>
                  <a:pt x="273529" y="908533"/>
                </a:lnTo>
                <a:lnTo>
                  <a:pt x="290151" y="917734"/>
                </a:lnTo>
                <a:lnTo>
                  <a:pt x="307848" y="924687"/>
                </a:lnTo>
                <a:lnTo>
                  <a:pt x="326022" y="930297"/>
                </a:lnTo>
                <a:lnTo>
                  <a:pt x="344462" y="934993"/>
                </a:lnTo>
                <a:lnTo>
                  <a:pt x="363045" y="939022"/>
                </a:lnTo>
                <a:lnTo>
                  <a:pt x="381743" y="942518"/>
                </a:lnTo>
                <a:lnTo>
                  <a:pt x="400517" y="945604"/>
                </a:lnTo>
                <a:lnTo>
                  <a:pt x="419348" y="948328"/>
                </a:lnTo>
                <a:lnTo>
                  <a:pt x="438217" y="950738"/>
                </a:lnTo>
                <a:lnTo>
                  <a:pt x="457114" y="952891"/>
                </a:lnTo>
                <a:lnTo>
                  <a:pt x="476040" y="954805"/>
                </a:lnTo>
                <a:lnTo>
                  <a:pt x="494995" y="956501"/>
                </a:lnTo>
                <a:lnTo>
                  <a:pt x="513959" y="958005"/>
                </a:lnTo>
                <a:lnTo>
                  <a:pt x="532933" y="959329"/>
                </a:lnTo>
                <a:lnTo>
                  <a:pt x="551926" y="960472"/>
                </a:lnTo>
                <a:lnTo>
                  <a:pt x="570919" y="961463"/>
                </a:lnTo>
                <a:lnTo>
                  <a:pt x="589921" y="962301"/>
                </a:lnTo>
                <a:lnTo>
                  <a:pt x="608933" y="962997"/>
                </a:lnTo>
                <a:lnTo>
                  <a:pt x="627955" y="963539"/>
                </a:lnTo>
                <a:lnTo>
                  <a:pt x="646967" y="963959"/>
                </a:lnTo>
                <a:lnTo>
                  <a:pt x="665988" y="964235"/>
                </a:lnTo>
                <a:lnTo>
                  <a:pt x="685019" y="964378"/>
                </a:lnTo>
                <a:lnTo>
                  <a:pt x="704040" y="964397"/>
                </a:lnTo>
                <a:lnTo>
                  <a:pt x="723062" y="964273"/>
                </a:lnTo>
                <a:lnTo>
                  <a:pt x="742083" y="964016"/>
                </a:lnTo>
                <a:lnTo>
                  <a:pt x="761105" y="963635"/>
                </a:lnTo>
                <a:lnTo>
                  <a:pt x="780117" y="963111"/>
                </a:lnTo>
                <a:lnTo>
                  <a:pt x="799128" y="962454"/>
                </a:lnTo>
                <a:lnTo>
                  <a:pt x="818140" y="961644"/>
                </a:lnTo>
                <a:lnTo>
                  <a:pt x="837133" y="960682"/>
                </a:lnTo>
                <a:lnTo>
                  <a:pt x="856126" y="959568"/>
                </a:lnTo>
                <a:lnTo>
                  <a:pt x="875109" y="958282"/>
                </a:lnTo>
                <a:lnTo>
                  <a:pt x="894074" y="956815"/>
                </a:lnTo>
                <a:lnTo>
                  <a:pt x="913028" y="955157"/>
                </a:lnTo>
                <a:lnTo>
                  <a:pt x="931955" y="953281"/>
                </a:lnTo>
                <a:lnTo>
                  <a:pt x="950862" y="951176"/>
                </a:lnTo>
                <a:lnTo>
                  <a:pt x="969740" y="948814"/>
                </a:lnTo>
                <a:lnTo>
                  <a:pt x="988581" y="946156"/>
                </a:lnTo>
                <a:lnTo>
                  <a:pt x="1007364" y="943146"/>
                </a:lnTo>
                <a:lnTo>
                  <a:pt x="1026071" y="939737"/>
                </a:lnTo>
                <a:lnTo>
                  <a:pt x="1044692" y="935822"/>
                </a:lnTo>
                <a:lnTo>
                  <a:pt x="1063161" y="931269"/>
                </a:lnTo>
                <a:lnTo>
                  <a:pt x="1081392" y="925859"/>
                </a:lnTo>
                <a:lnTo>
                  <a:pt x="1099214" y="919220"/>
                </a:lnTo>
                <a:lnTo>
                  <a:pt x="1116140" y="910571"/>
                </a:lnTo>
                <a:lnTo>
                  <a:pt x="1130313" y="898065"/>
                </a:lnTo>
                <a:lnTo>
                  <a:pt x="1136161" y="880186"/>
                </a:lnTo>
                <a:lnTo>
                  <a:pt x="1141486" y="861927"/>
                </a:lnTo>
                <a:lnTo>
                  <a:pt x="1146810" y="843658"/>
                </a:lnTo>
                <a:lnTo>
                  <a:pt x="1152134" y="825398"/>
                </a:lnTo>
                <a:lnTo>
                  <a:pt x="1157459" y="807139"/>
                </a:lnTo>
                <a:lnTo>
                  <a:pt x="1162783" y="788870"/>
                </a:lnTo>
                <a:lnTo>
                  <a:pt x="1168108" y="770611"/>
                </a:lnTo>
                <a:lnTo>
                  <a:pt x="1173432" y="752342"/>
                </a:lnTo>
                <a:lnTo>
                  <a:pt x="1178757" y="734082"/>
                </a:lnTo>
                <a:lnTo>
                  <a:pt x="1184081" y="715813"/>
                </a:lnTo>
                <a:lnTo>
                  <a:pt x="1189406" y="697554"/>
                </a:lnTo>
                <a:lnTo>
                  <a:pt x="1194730" y="679294"/>
                </a:lnTo>
                <a:lnTo>
                  <a:pt x="1200055" y="661025"/>
                </a:lnTo>
                <a:lnTo>
                  <a:pt x="1205379" y="642766"/>
                </a:lnTo>
                <a:lnTo>
                  <a:pt x="1210704" y="624497"/>
                </a:lnTo>
                <a:lnTo>
                  <a:pt x="1216028" y="606238"/>
                </a:lnTo>
                <a:lnTo>
                  <a:pt x="1221343" y="587978"/>
                </a:lnTo>
                <a:lnTo>
                  <a:pt x="1226668" y="569709"/>
                </a:lnTo>
                <a:lnTo>
                  <a:pt x="1231992" y="551450"/>
                </a:lnTo>
                <a:lnTo>
                  <a:pt x="1237317" y="533181"/>
                </a:lnTo>
                <a:lnTo>
                  <a:pt x="1242641" y="514922"/>
                </a:lnTo>
                <a:lnTo>
                  <a:pt x="1247966" y="496653"/>
                </a:lnTo>
                <a:lnTo>
                  <a:pt x="1253290" y="478393"/>
                </a:lnTo>
                <a:lnTo>
                  <a:pt x="1258614" y="460134"/>
                </a:lnTo>
                <a:lnTo>
                  <a:pt x="1263939" y="441865"/>
                </a:lnTo>
                <a:lnTo>
                  <a:pt x="1269263" y="423605"/>
                </a:lnTo>
                <a:lnTo>
                  <a:pt x="1274588" y="405336"/>
                </a:lnTo>
                <a:lnTo>
                  <a:pt x="1279912" y="387077"/>
                </a:lnTo>
                <a:lnTo>
                  <a:pt x="1285237" y="368808"/>
                </a:lnTo>
                <a:lnTo>
                  <a:pt x="1290561" y="350549"/>
                </a:lnTo>
                <a:lnTo>
                  <a:pt x="1295886" y="332289"/>
                </a:lnTo>
                <a:lnTo>
                  <a:pt x="1301210" y="314020"/>
                </a:lnTo>
                <a:lnTo>
                  <a:pt x="1306535" y="295761"/>
                </a:lnTo>
                <a:lnTo>
                  <a:pt x="1311850" y="277492"/>
                </a:lnTo>
                <a:lnTo>
                  <a:pt x="1317174" y="259232"/>
                </a:lnTo>
                <a:lnTo>
                  <a:pt x="1322499" y="240973"/>
                </a:lnTo>
                <a:lnTo>
                  <a:pt x="1327823" y="222704"/>
                </a:lnTo>
                <a:lnTo>
                  <a:pt x="1333148" y="204445"/>
                </a:lnTo>
                <a:lnTo>
                  <a:pt x="1338472" y="186176"/>
                </a:lnTo>
                <a:lnTo>
                  <a:pt x="1343797" y="167916"/>
                </a:lnTo>
                <a:lnTo>
                  <a:pt x="1349121" y="149647"/>
                </a:lnTo>
                <a:lnTo>
                  <a:pt x="1354445" y="131388"/>
                </a:lnTo>
                <a:lnTo>
                  <a:pt x="1359770" y="113128"/>
                </a:lnTo>
                <a:lnTo>
                  <a:pt x="1365094" y="94859"/>
                </a:lnTo>
                <a:lnTo>
                  <a:pt x="1370419" y="76600"/>
                </a:lnTo>
                <a:lnTo>
                  <a:pt x="1375743" y="58331"/>
                </a:lnTo>
                <a:lnTo>
                  <a:pt x="1381068" y="40072"/>
                </a:lnTo>
                <a:lnTo>
                  <a:pt x="1386392" y="21803"/>
                </a:lnTo>
                <a:lnTo>
                  <a:pt x="1391717" y="3543"/>
                </a:lnTo>
                <a:lnTo>
                  <a:pt x="1385335" y="12859"/>
                </a:lnTo>
                <a:lnTo>
                  <a:pt x="1368981" y="22460"/>
                </a:lnTo>
                <a:lnTo>
                  <a:pt x="1351169" y="29137"/>
                </a:lnTo>
                <a:lnTo>
                  <a:pt x="1332890" y="34385"/>
                </a:lnTo>
                <a:lnTo>
                  <a:pt x="1314374" y="38757"/>
                </a:lnTo>
                <a:lnTo>
                  <a:pt x="1295733" y="42520"/>
                </a:lnTo>
                <a:lnTo>
                  <a:pt x="1276998" y="45834"/>
                </a:lnTo>
                <a:lnTo>
                  <a:pt x="1258205" y="48797"/>
                </a:lnTo>
                <a:lnTo>
                  <a:pt x="1239374" y="51464"/>
                </a:lnTo>
                <a:lnTo>
                  <a:pt x="1220505" y="53892"/>
                </a:lnTo>
                <a:lnTo>
                  <a:pt x="1201607" y="56121"/>
                </a:lnTo>
                <a:lnTo>
                  <a:pt x="1182700" y="58160"/>
                </a:lnTo>
                <a:lnTo>
                  <a:pt x="1163765" y="60046"/>
                </a:lnTo>
                <a:lnTo>
                  <a:pt x="1144829" y="61779"/>
                </a:lnTo>
                <a:lnTo>
                  <a:pt x="1125874" y="63398"/>
                </a:lnTo>
                <a:lnTo>
                  <a:pt x="1106900" y="64894"/>
                </a:lnTo>
                <a:lnTo>
                  <a:pt x="1087936" y="66284"/>
                </a:lnTo>
                <a:lnTo>
                  <a:pt x="1068953" y="67580"/>
                </a:lnTo>
                <a:lnTo>
                  <a:pt x="1049969" y="68771"/>
                </a:lnTo>
                <a:lnTo>
                  <a:pt x="1030976" y="69885"/>
                </a:lnTo>
                <a:lnTo>
                  <a:pt x="1011984" y="70914"/>
                </a:lnTo>
                <a:lnTo>
                  <a:pt x="992981" y="71866"/>
                </a:lnTo>
                <a:lnTo>
                  <a:pt x="973979" y="72742"/>
                </a:lnTo>
                <a:lnTo>
                  <a:pt x="954967" y="73552"/>
                </a:lnTo>
                <a:lnTo>
                  <a:pt x="935965" y="74295"/>
                </a:lnTo>
                <a:lnTo>
                  <a:pt x="916953" y="74962"/>
                </a:lnTo>
                <a:lnTo>
                  <a:pt x="897931" y="75571"/>
                </a:lnTo>
                <a:lnTo>
                  <a:pt x="878919" y="76124"/>
                </a:lnTo>
                <a:lnTo>
                  <a:pt x="859907" y="76619"/>
                </a:lnTo>
                <a:lnTo>
                  <a:pt x="840886" y="77057"/>
                </a:lnTo>
                <a:lnTo>
                  <a:pt x="821865" y="77429"/>
                </a:lnTo>
                <a:lnTo>
                  <a:pt x="802843" y="77753"/>
                </a:lnTo>
                <a:lnTo>
                  <a:pt x="783822" y="78019"/>
                </a:lnTo>
                <a:lnTo>
                  <a:pt x="764800" y="78238"/>
                </a:lnTo>
                <a:lnTo>
                  <a:pt x="745779" y="78400"/>
                </a:lnTo>
                <a:lnTo>
                  <a:pt x="726758" y="78515"/>
                </a:lnTo>
                <a:lnTo>
                  <a:pt x="707727" y="78572"/>
                </a:lnTo>
                <a:lnTo>
                  <a:pt x="688705" y="78572"/>
                </a:lnTo>
                <a:lnTo>
                  <a:pt x="669684" y="78524"/>
                </a:lnTo>
                <a:lnTo>
                  <a:pt x="650662" y="78429"/>
                </a:lnTo>
                <a:lnTo>
                  <a:pt x="631641" y="78276"/>
                </a:lnTo>
                <a:lnTo>
                  <a:pt x="612610" y="78067"/>
                </a:lnTo>
                <a:lnTo>
                  <a:pt x="593588" y="77810"/>
                </a:lnTo>
                <a:lnTo>
                  <a:pt x="574567" y="77495"/>
                </a:lnTo>
                <a:lnTo>
                  <a:pt x="555555" y="77133"/>
                </a:lnTo>
                <a:lnTo>
                  <a:pt x="536534" y="76705"/>
                </a:lnTo>
                <a:lnTo>
                  <a:pt x="517512" y="76229"/>
                </a:lnTo>
                <a:lnTo>
                  <a:pt x="498500" y="75686"/>
                </a:lnTo>
                <a:lnTo>
                  <a:pt x="479489" y="75086"/>
                </a:lnTo>
                <a:lnTo>
                  <a:pt x="460477" y="74428"/>
                </a:lnTo>
                <a:lnTo>
                  <a:pt x="441465" y="73704"/>
                </a:lnTo>
                <a:lnTo>
                  <a:pt x="422453" y="72904"/>
                </a:lnTo>
                <a:lnTo>
                  <a:pt x="403450" y="72038"/>
                </a:lnTo>
                <a:lnTo>
                  <a:pt x="384448" y="71104"/>
                </a:lnTo>
                <a:lnTo>
                  <a:pt x="365455" y="70094"/>
                </a:lnTo>
                <a:lnTo>
                  <a:pt x="346462" y="68999"/>
                </a:lnTo>
                <a:lnTo>
                  <a:pt x="327479" y="67818"/>
                </a:lnTo>
                <a:lnTo>
                  <a:pt x="308496" y="66551"/>
                </a:lnTo>
                <a:lnTo>
                  <a:pt x="289522" y="65170"/>
                </a:lnTo>
                <a:lnTo>
                  <a:pt x="270558" y="63703"/>
                </a:lnTo>
                <a:lnTo>
                  <a:pt x="251593" y="62103"/>
                </a:lnTo>
                <a:lnTo>
                  <a:pt x="232648" y="60389"/>
                </a:lnTo>
                <a:lnTo>
                  <a:pt x="213722" y="58541"/>
                </a:lnTo>
                <a:lnTo>
                  <a:pt x="194805" y="56531"/>
                </a:lnTo>
                <a:lnTo>
                  <a:pt x="175908" y="54340"/>
                </a:lnTo>
                <a:lnTo>
                  <a:pt x="157029" y="51959"/>
                </a:lnTo>
                <a:lnTo>
                  <a:pt x="138189" y="49340"/>
                </a:lnTo>
                <a:lnTo>
                  <a:pt x="119386" y="46434"/>
                </a:lnTo>
                <a:lnTo>
                  <a:pt x="100641" y="43196"/>
                </a:lnTo>
                <a:lnTo>
                  <a:pt x="81982" y="39529"/>
                </a:lnTo>
                <a:lnTo>
                  <a:pt x="63437" y="35290"/>
                </a:lnTo>
                <a:lnTo>
                  <a:pt x="45091" y="30242"/>
                </a:lnTo>
                <a:lnTo>
                  <a:pt x="27165" y="23908"/>
                </a:lnTo>
                <a:lnTo>
                  <a:pt x="10344" y="15107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78A8D5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14" name="funnel-step-cap-3">
            <a:extLst xmlns:a="http://schemas.openxmlformats.org/drawingml/2006/main">
              <a:ext uri="{FF2B5EF4-FFF2-40B4-BE49-F238E27FC236}">
                <a16:creationId xmlns:a16="http://schemas.microsoft.com/office/drawing/2014/main" id="{58439FDE-01B3-401F-B9A5-9A84D77C8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685146" y="4924425"/>
            <a:ext cx="1392707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8A8D5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15" name="funnel-flow-arrow">
            <a:extLst xmlns:a="http://schemas.openxmlformats.org/drawingml/2006/main">
              <a:ext uri="{FF2B5EF4-FFF2-40B4-BE49-F238E27FC236}">
                <a16:creationId xmlns:a16="http://schemas.microsoft.com/office/drawing/2014/main" id="{95C90E21-EB07-4E45-A732-2E7AE98E2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514725" y="1800225"/>
            <a:ext cx="1733550" cy="4264209"/>
          </a:xfrm>
          <a:custGeom xmlns:a="http://schemas.openxmlformats.org/drawingml/2006/main">
            <a:pathLst>
              <a:path w="1733550" h="4264209">
                <a:moveTo>
                  <a:pt x="0" y="0"/>
                </a:moveTo>
                <a:lnTo>
                  <a:pt x="57" y="47920"/>
                </a:lnTo>
                <a:lnTo>
                  <a:pt x="9354" y="94936"/>
                </a:lnTo>
                <a:lnTo>
                  <a:pt x="18650" y="141961"/>
                </a:lnTo>
                <a:lnTo>
                  <a:pt x="27946" y="188976"/>
                </a:lnTo>
                <a:lnTo>
                  <a:pt x="37243" y="235991"/>
                </a:lnTo>
                <a:lnTo>
                  <a:pt x="46530" y="283007"/>
                </a:lnTo>
                <a:lnTo>
                  <a:pt x="55826" y="330032"/>
                </a:lnTo>
                <a:lnTo>
                  <a:pt x="65122" y="377047"/>
                </a:lnTo>
                <a:lnTo>
                  <a:pt x="74419" y="424063"/>
                </a:lnTo>
                <a:lnTo>
                  <a:pt x="83715" y="471078"/>
                </a:lnTo>
                <a:lnTo>
                  <a:pt x="93012" y="518093"/>
                </a:lnTo>
                <a:lnTo>
                  <a:pt x="102308" y="565118"/>
                </a:lnTo>
                <a:lnTo>
                  <a:pt x="111595" y="612134"/>
                </a:lnTo>
                <a:lnTo>
                  <a:pt x="120891" y="659149"/>
                </a:lnTo>
                <a:lnTo>
                  <a:pt x="130188" y="706164"/>
                </a:lnTo>
                <a:lnTo>
                  <a:pt x="139484" y="753189"/>
                </a:lnTo>
                <a:lnTo>
                  <a:pt x="148781" y="800205"/>
                </a:lnTo>
                <a:lnTo>
                  <a:pt x="158077" y="847220"/>
                </a:lnTo>
                <a:lnTo>
                  <a:pt x="167373" y="894236"/>
                </a:lnTo>
                <a:lnTo>
                  <a:pt x="176660" y="941260"/>
                </a:lnTo>
                <a:lnTo>
                  <a:pt x="185957" y="988276"/>
                </a:lnTo>
                <a:lnTo>
                  <a:pt x="195253" y="1035291"/>
                </a:lnTo>
                <a:lnTo>
                  <a:pt x="202930" y="1082602"/>
                </a:lnTo>
                <a:lnTo>
                  <a:pt x="210350" y="1129951"/>
                </a:lnTo>
                <a:lnTo>
                  <a:pt x="217456" y="1177347"/>
                </a:lnTo>
                <a:lnTo>
                  <a:pt x="224561" y="1224744"/>
                </a:lnTo>
                <a:lnTo>
                  <a:pt x="231667" y="1272140"/>
                </a:lnTo>
                <a:lnTo>
                  <a:pt x="238773" y="1319536"/>
                </a:lnTo>
                <a:lnTo>
                  <a:pt x="245878" y="1366942"/>
                </a:lnTo>
                <a:lnTo>
                  <a:pt x="252984" y="1414339"/>
                </a:lnTo>
                <a:lnTo>
                  <a:pt x="260090" y="1461735"/>
                </a:lnTo>
                <a:lnTo>
                  <a:pt x="267195" y="1509131"/>
                </a:lnTo>
                <a:lnTo>
                  <a:pt x="274301" y="1556528"/>
                </a:lnTo>
                <a:lnTo>
                  <a:pt x="281407" y="1603924"/>
                </a:lnTo>
                <a:lnTo>
                  <a:pt x="288512" y="1651330"/>
                </a:lnTo>
                <a:lnTo>
                  <a:pt x="295618" y="1698727"/>
                </a:lnTo>
                <a:lnTo>
                  <a:pt x="302724" y="1746123"/>
                </a:lnTo>
                <a:lnTo>
                  <a:pt x="309829" y="1793519"/>
                </a:lnTo>
                <a:lnTo>
                  <a:pt x="316925" y="1840916"/>
                </a:lnTo>
                <a:lnTo>
                  <a:pt x="324031" y="1888312"/>
                </a:lnTo>
                <a:lnTo>
                  <a:pt x="331137" y="1935718"/>
                </a:lnTo>
                <a:lnTo>
                  <a:pt x="338242" y="1983115"/>
                </a:lnTo>
                <a:lnTo>
                  <a:pt x="345348" y="2030511"/>
                </a:lnTo>
                <a:lnTo>
                  <a:pt x="352454" y="2077907"/>
                </a:lnTo>
                <a:lnTo>
                  <a:pt x="359388" y="2125332"/>
                </a:lnTo>
                <a:lnTo>
                  <a:pt x="366093" y="2172786"/>
                </a:lnTo>
                <a:lnTo>
                  <a:pt x="372599" y="2220268"/>
                </a:lnTo>
                <a:lnTo>
                  <a:pt x="379066" y="2267760"/>
                </a:lnTo>
                <a:lnTo>
                  <a:pt x="385534" y="2315251"/>
                </a:lnTo>
                <a:lnTo>
                  <a:pt x="392001" y="2362743"/>
                </a:lnTo>
                <a:lnTo>
                  <a:pt x="398459" y="2410225"/>
                </a:lnTo>
                <a:lnTo>
                  <a:pt x="404927" y="2457717"/>
                </a:lnTo>
                <a:lnTo>
                  <a:pt x="411394" y="2505208"/>
                </a:lnTo>
                <a:lnTo>
                  <a:pt x="417862" y="2552700"/>
                </a:lnTo>
                <a:lnTo>
                  <a:pt x="424329" y="2600182"/>
                </a:lnTo>
                <a:lnTo>
                  <a:pt x="430797" y="2647674"/>
                </a:lnTo>
                <a:lnTo>
                  <a:pt x="437255" y="2695165"/>
                </a:lnTo>
                <a:lnTo>
                  <a:pt x="443722" y="2742657"/>
                </a:lnTo>
                <a:lnTo>
                  <a:pt x="450190" y="2790149"/>
                </a:lnTo>
                <a:lnTo>
                  <a:pt x="456657" y="2837631"/>
                </a:lnTo>
                <a:lnTo>
                  <a:pt x="463125" y="2885123"/>
                </a:lnTo>
                <a:lnTo>
                  <a:pt x="469592" y="2932614"/>
                </a:lnTo>
                <a:lnTo>
                  <a:pt x="476050" y="2980106"/>
                </a:lnTo>
                <a:lnTo>
                  <a:pt x="482517" y="3027588"/>
                </a:lnTo>
                <a:lnTo>
                  <a:pt x="488985" y="3075080"/>
                </a:lnTo>
                <a:lnTo>
                  <a:pt x="495452" y="3122571"/>
                </a:lnTo>
                <a:lnTo>
                  <a:pt x="501920" y="3170063"/>
                </a:lnTo>
                <a:lnTo>
                  <a:pt x="508159" y="3217583"/>
                </a:lnTo>
                <a:lnTo>
                  <a:pt x="514379" y="3265103"/>
                </a:lnTo>
                <a:lnTo>
                  <a:pt x="520560" y="3312633"/>
                </a:lnTo>
                <a:lnTo>
                  <a:pt x="526733" y="3360153"/>
                </a:lnTo>
                <a:lnTo>
                  <a:pt x="532914" y="3407683"/>
                </a:lnTo>
                <a:lnTo>
                  <a:pt x="539096" y="3455213"/>
                </a:lnTo>
                <a:lnTo>
                  <a:pt x="545268" y="3502743"/>
                </a:lnTo>
                <a:lnTo>
                  <a:pt x="551450" y="3550272"/>
                </a:lnTo>
                <a:lnTo>
                  <a:pt x="538963" y="3581400"/>
                </a:lnTo>
                <a:lnTo>
                  <a:pt x="491033" y="3581400"/>
                </a:lnTo>
                <a:lnTo>
                  <a:pt x="443113" y="3581400"/>
                </a:lnTo>
                <a:lnTo>
                  <a:pt x="395183" y="3581400"/>
                </a:lnTo>
                <a:lnTo>
                  <a:pt x="347253" y="3581400"/>
                </a:lnTo>
                <a:lnTo>
                  <a:pt x="299323" y="3581400"/>
                </a:lnTo>
                <a:lnTo>
                  <a:pt x="251403" y="3581400"/>
                </a:lnTo>
                <a:lnTo>
                  <a:pt x="250793" y="3602069"/>
                </a:lnTo>
                <a:lnTo>
                  <a:pt x="283359" y="3637236"/>
                </a:lnTo>
                <a:lnTo>
                  <a:pt x="315925" y="3672402"/>
                </a:lnTo>
                <a:lnTo>
                  <a:pt x="348491" y="3707568"/>
                </a:lnTo>
                <a:lnTo>
                  <a:pt x="381057" y="3742734"/>
                </a:lnTo>
                <a:lnTo>
                  <a:pt x="413623" y="3777891"/>
                </a:lnTo>
                <a:lnTo>
                  <a:pt x="446189" y="3813058"/>
                </a:lnTo>
                <a:lnTo>
                  <a:pt x="478755" y="3848224"/>
                </a:lnTo>
                <a:lnTo>
                  <a:pt x="511321" y="3883390"/>
                </a:lnTo>
                <a:lnTo>
                  <a:pt x="543887" y="3918547"/>
                </a:lnTo>
                <a:lnTo>
                  <a:pt x="576453" y="3953713"/>
                </a:lnTo>
                <a:lnTo>
                  <a:pt x="609019" y="3988879"/>
                </a:lnTo>
                <a:lnTo>
                  <a:pt x="641585" y="4024046"/>
                </a:lnTo>
                <a:lnTo>
                  <a:pt x="674151" y="4059203"/>
                </a:lnTo>
                <a:lnTo>
                  <a:pt x="706717" y="4094369"/>
                </a:lnTo>
                <a:lnTo>
                  <a:pt x="739283" y="4129535"/>
                </a:lnTo>
                <a:lnTo>
                  <a:pt x="771849" y="4164701"/>
                </a:lnTo>
                <a:lnTo>
                  <a:pt x="804415" y="4199868"/>
                </a:lnTo>
                <a:lnTo>
                  <a:pt x="836981" y="4235025"/>
                </a:lnTo>
                <a:lnTo>
                  <a:pt x="869547" y="4264209"/>
                </a:lnTo>
                <a:lnTo>
                  <a:pt x="902113" y="4229043"/>
                </a:lnTo>
                <a:lnTo>
                  <a:pt x="934679" y="4193877"/>
                </a:lnTo>
                <a:lnTo>
                  <a:pt x="967245" y="4158720"/>
                </a:lnTo>
                <a:lnTo>
                  <a:pt x="999811" y="4123553"/>
                </a:lnTo>
                <a:lnTo>
                  <a:pt x="1032377" y="4088387"/>
                </a:lnTo>
                <a:lnTo>
                  <a:pt x="1064943" y="4053221"/>
                </a:lnTo>
                <a:lnTo>
                  <a:pt x="1097509" y="4018064"/>
                </a:lnTo>
                <a:lnTo>
                  <a:pt x="1130075" y="3982898"/>
                </a:lnTo>
                <a:lnTo>
                  <a:pt x="1162641" y="3947732"/>
                </a:lnTo>
                <a:lnTo>
                  <a:pt x="1195207" y="3912565"/>
                </a:lnTo>
                <a:lnTo>
                  <a:pt x="1227773" y="3877399"/>
                </a:lnTo>
                <a:lnTo>
                  <a:pt x="1260338" y="3842242"/>
                </a:lnTo>
                <a:lnTo>
                  <a:pt x="1292904" y="3807076"/>
                </a:lnTo>
                <a:lnTo>
                  <a:pt x="1325470" y="3771910"/>
                </a:lnTo>
                <a:lnTo>
                  <a:pt x="1358036" y="3736743"/>
                </a:lnTo>
                <a:lnTo>
                  <a:pt x="1390602" y="3701586"/>
                </a:lnTo>
                <a:lnTo>
                  <a:pt x="1423168" y="3666420"/>
                </a:lnTo>
                <a:lnTo>
                  <a:pt x="1455734" y="3631254"/>
                </a:lnTo>
                <a:lnTo>
                  <a:pt x="1488300" y="3596088"/>
                </a:lnTo>
                <a:lnTo>
                  <a:pt x="1473994" y="3581400"/>
                </a:lnTo>
                <a:lnTo>
                  <a:pt x="1426064" y="3581400"/>
                </a:lnTo>
                <a:lnTo>
                  <a:pt x="1378144" y="3581400"/>
                </a:lnTo>
                <a:lnTo>
                  <a:pt x="1330214" y="3581400"/>
                </a:lnTo>
                <a:lnTo>
                  <a:pt x="1282284" y="3581400"/>
                </a:lnTo>
                <a:lnTo>
                  <a:pt x="1234354" y="3581400"/>
                </a:lnTo>
                <a:lnTo>
                  <a:pt x="1186434" y="3581400"/>
                </a:lnTo>
                <a:lnTo>
                  <a:pt x="1183148" y="3542176"/>
                </a:lnTo>
                <a:lnTo>
                  <a:pt x="1189330" y="3494656"/>
                </a:lnTo>
                <a:lnTo>
                  <a:pt x="1195511" y="3447126"/>
                </a:lnTo>
                <a:lnTo>
                  <a:pt x="1201684" y="3399596"/>
                </a:lnTo>
                <a:lnTo>
                  <a:pt x="1207865" y="3352067"/>
                </a:lnTo>
                <a:lnTo>
                  <a:pt x="1214047" y="3304546"/>
                </a:lnTo>
                <a:lnTo>
                  <a:pt x="1220219" y="3257017"/>
                </a:lnTo>
                <a:lnTo>
                  <a:pt x="1226449" y="3209496"/>
                </a:lnTo>
                <a:lnTo>
                  <a:pt x="1232735" y="3161976"/>
                </a:lnTo>
                <a:lnTo>
                  <a:pt x="1239203" y="3114494"/>
                </a:lnTo>
                <a:lnTo>
                  <a:pt x="1245660" y="3067002"/>
                </a:lnTo>
                <a:lnTo>
                  <a:pt x="1252128" y="3019511"/>
                </a:lnTo>
                <a:lnTo>
                  <a:pt x="1258595" y="2972019"/>
                </a:lnTo>
                <a:lnTo>
                  <a:pt x="1265063" y="2924527"/>
                </a:lnTo>
                <a:lnTo>
                  <a:pt x="1271530" y="2877045"/>
                </a:lnTo>
                <a:lnTo>
                  <a:pt x="1277998" y="2829554"/>
                </a:lnTo>
                <a:lnTo>
                  <a:pt x="1284456" y="2782062"/>
                </a:lnTo>
                <a:lnTo>
                  <a:pt x="1290923" y="2734570"/>
                </a:lnTo>
                <a:lnTo>
                  <a:pt x="1297391" y="2687088"/>
                </a:lnTo>
                <a:lnTo>
                  <a:pt x="1303858" y="2639597"/>
                </a:lnTo>
                <a:lnTo>
                  <a:pt x="1310326" y="2592105"/>
                </a:lnTo>
                <a:lnTo>
                  <a:pt x="1316793" y="2544613"/>
                </a:lnTo>
                <a:lnTo>
                  <a:pt x="1323251" y="2497122"/>
                </a:lnTo>
                <a:lnTo>
                  <a:pt x="1329719" y="2449640"/>
                </a:lnTo>
                <a:lnTo>
                  <a:pt x="1336186" y="2402148"/>
                </a:lnTo>
                <a:lnTo>
                  <a:pt x="1342654" y="2354656"/>
                </a:lnTo>
                <a:lnTo>
                  <a:pt x="1349121" y="2307165"/>
                </a:lnTo>
                <a:lnTo>
                  <a:pt x="1355588" y="2259682"/>
                </a:lnTo>
                <a:lnTo>
                  <a:pt x="1362046" y="2212191"/>
                </a:lnTo>
                <a:lnTo>
                  <a:pt x="1368600" y="2164709"/>
                </a:lnTo>
                <a:lnTo>
                  <a:pt x="1375305" y="2117255"/>
                </a:lnTo>
                <a:lnTo>
                  <a:pt x="1382306" y="2069840"/>
                </a:lnTo>
                <a:lnTo>
                  <a:pt x="1389412" y="2022443"/>
                </a:lnTo>
                <a:lnTo>
                  <a:pt x="1396517" y="1975047"/>
                </a:lnTo>
                <a:lnTo>
                  <a:pt x="1403623" y="1927650"/>
                </a:lnTo>
                <a:lnTo>
                  <a:pt x="1410719" y="1880254"/>
                </a:lnTo>
                <a:lnTo>
                  <a:pt x="1417825" y="1832848"/>
                </a:lnTo>
                <a:lnTo>
                  <a:pt x="1424930" y="1785452"/>
                </a:lnTo>
                <a:lnTo>
                  <a:pt x="1432036" y="1738055"/>
                </a:lnTo>
                <a:lnTo>
                  <a:pt x="1439142" y="1690659"/>
                </a:lnTo>
                <a:lnTo>
                  <a:pt x="1446247" y="1643263"/>
                </a:lnTo>
                <a:lnTo>
                  <a:pt x="1453353" y="1595866"/>
                </a:lnTo>
                <a:lnTo>
                  <a:pt x="1460459" y="1548460"/>
                </a:lnTo>
                <a:lnTo>
                  <a:pt x="1467564" y="1501064"/>
                </a:lnTo>
                <a:lnTo>
                  <a:pt x="1474670" y="1453667"/>
                </a:lnTo>
                <a:lnTo>
                  <a:pt x="1481776" y="1406271"/>
                </a:lnTo>
                <a:lnTo>
                  <a:pt x="1488881" y="1358875"/>
                </a:lnTo>
                <a:lnTo>
                  <a:pt x="1495987" y="1311478"/>
                </a:lnTo>
                <a:lnTo>
                  <a:pt x="1503093" y="1264072"/>
                </a:lnTo>
                <a:lnTo>
                  <a:pt x="1510198" y="1216676"/>
                </a:lnTo>
                <a:lnTo>
                  <a:pt x="1517304" y="1169279"/>
                </a:lnTo>
                <a:lnTo>
                  <a:pt x="1524410" y="1121883"/>
                </a:lnTo>
                <a:lnTo>
                  <a:pt x="1531906" y="1074544"/>
                </a:lnTo>
                <a:lnTo>
                  <a:pt x="1539878" y="1027290"/>
                </a:lnTo>
                <a:lnTo>
                  <a:pt x="1549175" y="980275"/>
                </a:lnTo>
                <a:lnTo>
                  <a:pt x="1558471" y="933260"/>
                </a:lnTo>
                <a:lnTo>
                  <a:pt x="1567767" y="886235"/>
                </a:lnTo>
                <a:lnTo>
                  <a:pt x="1577054" y="839219"/>
                </a:lnTo>
                <a:lnTo>
                  <a:pt x="1586351" y="792204"/>
                </a:lnTo>
                <a:lnTo>
                  <a:pt x="1595647" y="745188"/>
                </a:lnTo>
                <a:lnTo>
                  <a:pt x="1604943" y="698163"/>
                </a:lnTo>
                <a:lnTo>
                  <a:pt x="1614240" y="651148"/>
                </a:lnTo>
                <a:lnTo>
                  <a:pt x="1623536" y="604133"/>
                </a:lnTo>
                <a:lnTo>
                  <a:pt x="1632833" y="557117"/>
                </a:lnTo>
                <a:lnTo>
                  <a:pt x="1642120" y="510102"/>
                </a:lnTo>
                <a:lnTo>
                  <a:pt x="1651416" y="463077"/>
                </a:lnTo>
                <a:lnTo>
                  <a:pt x="1660712" y="416062"/>
                </a:lnTo>
                <a:lnTo>
                  <a:pt x="1670009" y="369046"/>
                </a:lnTo>
                <a:lnTo>
                  <a:pt x="1679305" y="322031"/>
                </a:lnTo>
                <a:lnTo>
                  <a:pt x="1688602" y="275006"/>
                </a:lnTo>
                <a:lnTo>
                  <a:pt x="1697898" y="227990"/>
                </a:lnTo>
                <a:lnTo>
                  <a:pt x="1707185" y="180975"/>
                </a:lnTo>
                <a:lnTo>
                  <a:pt x="1716481" y="133960"/>
                </a:lnTo>
                <a:lnTo>
                  <a:pt x="1725778" y="86935"/>
                </a:lnTo>
                <a:lnTo>
                  <a:pt x="1733550" y="39767"/>
                </a:lnTo>
                <a:lnTo>
                  <a:pt x="1725397" y="0"/>
                </a:lnTo>
                <a:lnTo>
                  <a:pt x="1677467" y="0"/>
                </a:lnTo>
                <a:lnTo>
                  <a:pt x="1629537" y="0"/>
                </a:lnTo>
                <a:lnTo>
                  <a:pt x="1581607" y="0"/>
                </a:lnTo>
                <a:lnTo>
                  <a:pt x="1533687" y="0"/>
                </a:lnTo>
                <a:lnTo>
                  <a:pt x="1485757" y="0"/>
                </a:lnTo>
                <a:lnTo>
                  <a:pt x="1437827" y="0"/>
                </a:lnTo>
                <a:lnTo>
                  <a:pt x="1389898" y="0"/>
                </a:lnTo>
                <a:lnTo>
                  <a:pt x="1341977" y="0"/>
                </a:lnTo>
                <a:lnTo>
                  <a:pt x="1294047" y="0"/>
                </a:lnTo>
                <a:lnTo>
                  <a:pt x="1246118" y="0"/>
                </a:lnTo>
                <a:lnTo>
                  <a:pt x="1198188" y="0"/>
                </a:lnTo>
                <a:lnTo>
                  <a:pt x="1150258" y="0"/>
                </a:lnTo>
                <a:lnTo>
                  <a:pt x="1102338" y="0"/>
                </a:lnTo>
                <a:lnTo>
                  <a:pt x="1054408" y="0"/>
                </a:lnTo>
                <a:lnTo>
                  <a:pt x="1006478" y="0"/>
                </a:lnTo>
                <a:lnTo>
                  <a:pt x="958548" y="0"/>
                </a:lnTo>
                <a:lnTo>
                  <a:pt x="910628" y="0"/>
                </a:lnTo>
                <a:lnTo>
                  <a:pt x="862698" y="0"/>
                </a:lnTo>
                <a:lnTo>
                  <a:pt x="814769" y="0"/>
                </a:lnTo>
                <a:lnTo>
                  <a:pt x="766839" y="0"/>
                </a:lnTo>
                <a:lnTo>
                  <a:pt x="718918" y="0"/>
                </a:lnTo>
                <a:lnTo>
                  <a:pt x="670989" y="0"/>
                </a:lnTo>
                <a:lnTo>
                  <a:pt x="623059" y="0"/>
                </a:lnTo>
                <a:lnTo>
                  <a:pt x="575129" y="0"/>
                </a:lnTo>
                <a:lnTo>
                  <a:pt x="527199" y="0"/>
                </a:lnTo>
                <a:lnTo>
                  <a:pt x="479279" y="0"/>
                </a:lnTo>
                <a:lnTo>
                  <a:pt x="431349" y="0"/>
                </a:lnTo>
                <a:lnTo>
                  <a:pt x="383419" y="0"/>
                </a:lnTo>
                <a:lnTo>
                  <a:pt x="335490" y="0"/>
                </a:lnTo>
                <a:lnTo>
                  <a:pt x="287569" y="0"/>
                </a:lnTo>
                <a:lnTo>
                  <a:pt x="239639" y="0"/>
                </a:lnTo>
                <a:lnTo>
                  <a:pt x="191710" y="0"/>
                </a:lnTo>
                <a:lnTo>
                  <a:pt x="143780" y="0"/>
                </a:lnTo>
                <a:lnTo>
                  <a:pt x="95850" y="0"/>
                </a:lnTo>
                <a:lnTo>
                  <a:pt x="47930" y="0"/>
                </a:lnTo>
                <a:lnTo>
                  <a:pt x="0" y="0"/>
                </a:lnTo>
                <a:close/>
              </a:path>
            </a:pathLst>
          </a:custGeom>
          <a:gradFill xmlns:a="http://schemas.openxmlformats.org/drawingml/2006/main">
            <a:gsLst>
              <a:gs pos="0">
                <a:srgbClr val="000000"/>
              </a:gs>
              <a:gs pos="42">
                <a:srgbClr val="B8D8F2">
                  <a:alpha val="16000"/>
                </a:srgbClr>
              </a:gs>
              <a:gs pos="76">
                <a:srgbClr val="8FC4EE">
                  <a:alpha val="32000"/>
                </a:srgbClr>
              </a:gs>
              <a:gs pos="100">
                <a:srgbClr val="72B3E8">
                  <a:alpha val="52000"/>
                </a:srgbClr>
              </a:gs>
            </a:gsLst>
            <a:lin ang="10800000"/>
          </a:gradFill>
          <a:ln xmlns:a="http://schemas.openxmlformats.org/drawingml/2006/main" w="9525">
            <a:noFill/>
            <a:prstDash val="solid"/>
          </a:ln>
        </p:spPr>
      </p:sp>
      <p:sp>
        <p:nvSpPr>
          <p:cNvPr id="16" name="phase-label-0">
            <a:extLst xmlns:a="http://schemas.openxmlformats.org/drawingml/2006/main">
              <a:ext uri="{FF2B5EF4-FFF2-40B4-BE49-F238E27FC236}">
                <a16:creationId xmlns:a16="http://schemas.microsoft.com/office/drawing/2014/main" id="{4FF934AB-6117-4C1B-9E05-766ACB005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1638300"/>
            <a:ext cx="2286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阶段一</a:t>
            </a:r>
          </a:p>
        </p:txBody>
      </p:sp>
      <p:sp>
        <p:nvSpPr>
          <p:cNvPr id="17" name="phase-guide-0">
            <a:extLst xmlns:a="http://schemas.openxmlformats.org/drawingml/2006/main">
              <a:ext uri="{FF2B5EF4-FFF2-40B4-BE49-F238E27FC236}">
                <a16:creationId xmlns:a16="http://schemas.microsoft.com/office/drawing/2014/main" id="{E37A9972-7E16-4FB1-9C1D-58CC8B088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476875" y="2257425"/>
            <a:ext cx="1123950" cy="9525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78A8D5">
                  <a:alpha val="8000"/>
                </a:srgbClr>
              </a:gs>
              <a:gs pos="100000">
                <a:srgbClr val="78A8D5">
                  <a:alpha val="75000"/>
                </a:srgbClr>
              </a:gs>
            </a:gsLst>
            <a:lin ang="5400000"/>
          </a:gradFill>
          <a:ln xmlns:a="http://schemas.openxmlformats.org/drawingml/2006/main" w="0">
            <a:noFill/>
            <a:prstDash val="solid"/>
          </a:ln>
        </p:spPr>
      </p:sp>
      <p:sp>
        <p:nvSpPr>
          <p:cNvPr id="18" name="phase-divider-0">
            <a:extLst xmlns:a="http://schemas.openxmlformats.org/drawingml/2006/main">
              <a:ext uri="{FF2B5EF4-FFF2-40B4-BE49-F238E27FC236}">
                <a16:creationId xmlns:a16="http://schemas.microsoft.com/office/drawing/2014/main" id="{107B7390-50D0-4F72-B667-70E51E4E5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753350" y="1824038"/>
            <a:ext cx="28575" cy="866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phase-index-0">
            <a:extLst xmlns:a="http://schemas.openxmlformats.org/drawingml/2006/main">
              <a:ext uri="{FF2B5EF4-FFF2-40B4-BE49-F238E27FC236}">
                <a16:creationId xmlns:a16="http://schemas.microsoft.com/office/drawing/2014/main" id="{68806A26-239C-4C5F-8747-24B0A071C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58000" y="1952625"/>
            <a:ext cx="8953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800" b="1" i="0">
                <a:solidFill>
                  <a:srgbClr val="2F5EA8">
                    <a:alpha val="18000"/>
                  </a:srgbClr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800" b="1" i="0">
                <a:solidFill>
                  <a:srgbClr val="2F5EA8">
                    <a:alpha val="18000"/>
                  </a:srgbClr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20" name="phase-content-title-0">
            <a:extLst xmlns:a="http://schemas.openxmlformats.org/drawingml/2006/main">
              <a:ext uri="{FF2B5EF4-FFF2-40B4-BE49-F238E27FC236}">
                <a16:creationId xmlns:a16="http://schemas.microsoft.com/office/drawing/2014/main" id="{E23690F3-0FFF-4A4F-82AD-2BEF0EABC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867650" y="1942205"/>
            <a:ext cx="34004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900"/>
              </a:lnSpc>
              <a:buNone/>
              <a:defRPr sz="23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精准触达</a:t>
            </a:r>
          </a:p>
        </p:txBody>
      </p:sp>
      <p:sp>
        <p:nvSpPr>
          <p:cNvPr id="21" name="phase-content-body-0">
            <a:extLst xmlns:a="http://schemas.openxmlformats.org/drawingml/2006/main">
              <a:ext uri="{FF2B5EF4-FFF2-40B4-BE49-F238E27FC236}">
                <a16:creationId xmlns:a16="http://schemas.microsoft.com/office/drawing/2014/main" id="{984D91F0-A1D4-46AB-A646-AD89E81B6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867650" y="2266055"/>
            <a:ext cx="3400425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42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让目标对象进入体系</a:t>
            </a:r>
          </a:p>
        </p:txBody>
      </p:sp>
      <p:sp>
        <p:nvSpPr>
          <p:cNvPr id="22" name="phase-label-1">
            <a:extLst xmlns:a="http://schemas.openxmlformats.org/drawingml/2006/main">
              <a:ext uri="{FF2B5EF4-FFF2-40B4-BE49-F238E27FC236}">
                <a16:creationId xmlns:a16="http://schemas.microsoft.com/office/drawing/2014/main" id="{910A7318-168D-422C-8EF9-80D3065AD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2876550"/>
            <a:ext cx="2286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阶段二</a:t>
            </a:r>
          </a:p>
        </p:txBody>
      </p:sp>
      <p:sp>
        <p:nvSpPr>
          <p:cNvPr id="23" name="phase-guide-1">
            <a:extLst xmlns:a="http://schemas.openxmlformats.org/drawingml/2006/main">
              <a:ext uri="{FF2B5EF4-FFF2-40B4-BE49-F238E27FC236}">
                <a16:creationId xmlns:a16="http://schemas.microsoft.com/office/drawing/2014/main" id="{2B95C341-862D-4132-931A-706623975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476875" y="3409950"/>
            <a:ext cx="1123950" cy="9525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78A8D5">
                  <a:alpha val="8000"/>
                </a:srgbClr>
              </a:gs>
              <a:gs pos="100000">
                <a:srgbClr val="78A8D5">
                  <a:alpha val="75000"/>
                </a:srgbClr>
              </a:gs>
            </a:gsLst>
            <a:lin ang="5400000"/>
          </a:gradFill>
          <a:ln xmlns:a="http://schemas.openxmlformats.org/drawingml/2006/main" w="0">
            <a:noFill/>
            <a:prstDash val="solid"/>
          </a:ln>
        </p:spPr>
      </p:sp>
      <p:sp>
        <p:nvSpPr>
          <p:cNvPr id="24" name="phase-divider-1">
            <a:extLst xmlns:a="http://schemas.openxmlformats.org/drawingml/2006/main">
              <a:ext uri="{FF2B5EF4-FFF2-40B4-BE49-F238E27FC236}">
                <a16:creationId xmlns:a16="http://schemas.microsoft.com/office/drawing/2014/main" id="{41A234BB-23DA-499C-88B4-75B63A19A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753350" y="3036541"/>
            <a:ext cx="28575" cy="74667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F7EA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phase-index-1">
            <a:extLst xmlns:a="http://schemas.openxmlformats.org/drawingml/2006/main">
              <a:ext uri="{FF2B5EF4-FFF2-40B4-BE49-F238E27FC236}">
                <a16:creationId xmlns:a16="http://schemas.microsoft.com/office/drawing/2014/main" id="{4AC7676D-3EFA-450B-A5A4-AAB168417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58000" y="3105150"/>
            <a:ext cx="8953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800" b="1" i="0">
                <a:solidFill>
                  <a:srgbClr val="2F5EA8">
                    <a:alpha val="18000"/>
                  </a:srgbClr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800" b="1" i="0">
                <a:solidFill>
                  <a:srgbClr val="2F5EA8">
                    <a:alpha val="18000"/>
                  </a:srgbClr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26" name="phase-content-title-1">
            <a:extLst xmlns:a="http://schemas.openxmlformats.org/drawingml/2006/main">
              <a:ext uri="{FF2B5EF4-FFF2-40B4-BE49-F238E27FC236}">
                <a16:creationId xmlns:a16="http://schemas.microsoft.com/office/drawing/2014/main" id="{42D4F9E7-9315-4F90-BDD6-EC41EF0E2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867650" y="3094730"/>
            <a:ext cx="34004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900"/>
              </a:lnSpc>
              <a:buNone/>
              <a:defRPr sz="23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意向培育</a:t>
            </a:r>
          </a:p>
        </p:txBody>
      </p:sp>
      <p:sp>
        <p:nvSpPr>
          <p:cNvPr id="27" name="phase-content-body-1">
            <a:extLst xmlns:a="http://schemas.openxmlformats.org/drawingml/2006/main">
              <a:ext uri="{FF2B5EF4-FFF2-40B4-BE49-F238E27FC236}">
                <a16:creationId xmlns:a16="http://schemas.microsoft.com/office/drawing/2014/main" id="{BEF7C866-7181-4C00-991F-63D00BC98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867650" y="3418580"/>
            <a:ext cx="3400425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42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让有效关注形成意向</a:t>
            </a:r>
          </a:p>
        </p:txBody>
      </p:sp>
      <p:sp>
        <p:nvSpPr>
          <p:cNvPr id="28" name="phase-label-2">
            <a:extLst xmlns:a="http://schemas.openxmlformats.org/drawingml/2006/main">
              <a:ext uri="{FF2B5EF4-FFF2-40B4-BE49-F238E27FC236}">
                <a16:creationId xmlns:a16="http://schemas.microsoft.com/office/drawing/2014/main" id="{392EBA61-7CA9-45BC-9827-FB4B0398E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3943350"/>
            <a:ext cx="228600" cy="2266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阶段三</a:t>
            </a:r>
          </a:p>
        </p:txBody>
      </p:sp>
      <p:sp>
        <p:nvSpPr>
          <p:cNvPr id="29" name="phase-guide-2">
            <a:extLst xmlns:a="http://schemas.openxmlformats.org/drawingml/2006/main">
              <a:ext uri="{FF2B5EF4-FFF2-40B4-BE49-F238E27FC236}">
                <a16:creationId xmlns:a16="http://schemas.microsoft.com/office/drawing/2014/main" id="{D49E830E-C667-43BF-8378-F1235BA25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476875" y="5076825"/>
            <a:ext cx="1123950" cy="9525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78A8D5">
                  <a:alpha val="8000"/>
                </a:srgbClr>
              </a:gs>
              <a:gs pos="100000">
                <a:srgbClr val="78A8D5">
                  <a:alpha val="75000"/>
                </a:srgbClr>
              </a:gs>
            </a:gsLst>
            <a:lin ang="5400000"/>
          </a:gradFill>
          <a:ln xmlns:a="http://schemas.openxmlformats.org/drawingml/2006/main" w="0">
            <a:noFill/>
            <a:prstDash val="solid"/>
          </a:ln>
        </p:spPr>
      </p:sp>
      <p:sp>
        <p:nvSpPr>
          <p:cNvPr id="30" name="phase-divider-2">
            <a:extLst xmlns:a="http://schemas.openxmlformats.org/drawingml/2006/main">
              <a:ext uri="{FF2B5EF4-FFF2-40B4-BE49-F238E27FC236}">
                <a16:creationId xmlns:a16="http://schemas.microsoft.com/office/drawing/2014/main" id="{30F8FBBB-A01D-401E-B604-930CF2B76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753350" y="4283278"/>
            <a:ext cx="28575" cy="15868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8A8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phase-index-2">
            <a:extLst xmlns:a="http://schemas.openxmlformats.org/drawingml/2006/main">
              <a:ext uri="{FF2B5EF4-FFF2-40B4-BE49-F238E27FC236}">
                <a16:creationId xmlns:a16="http://schemas.microsoft.com/office/drawing/2014/main" id="{E49113F0-1C10-4976-AC83-F103EA1E6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58000" y="4772025"/>
            <a:ext cx="8953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800" b="1" i="0">
                <a:solidFill>
                  <a:srgbClr val="2F5EA8">
                    <a:alpha val="18000"/>
                  </a:srgbClr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800" b="1" i="0">
                <a:solidFill>
                  <a:srgbClr val="2F5EA8">
                    <a:alpha val="18000"/>
                  </a:srgbClr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32" name="phase-content-title-2">
            <a:extLst xmlns:a="http://schemas.openxmlformats.org/drawingml/2006/main">
              <a:ext uri="{FF2B5EF4-FFF2-40B4-BE49-F238E27FC236}">
                <a16:creationId xmlns:a16="http://schemas.microsoft.com/office/drawing/2014/main" id="{C531AD5B-7E5B-4037-BD29-ECC63B687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867650" y="4761605"/>
            <a:ext cx="34004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900"/>
              </a:lnSpc>
              <a:buNone/>
              <a:defRPr sz="23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持续转化</a:t>
            </a:r>
          </a:p>
        </p:txBody>
      </p:sp>
      <p:sp>
        <p:nvSpPr>
          <p:cNvPr id="33" name="phase-content-body-2">
            <a:extLst xmlns:a="http://schemas.openxmlformats.org/drawingml/2006/main">
              <a:ext uri="{FF2B5EF4-FFF2-40B4-BE49-F238E27FC236}">
                <a16:creationId xmlns:a16="http://schemas.microsoft.com/office/drawing/2014/main" id="{E66CB7BF-2D96-4D18-83D4-CB0AAD954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867650" y="5085455"/>
            <a:ext cx="3400425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42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让行动沉淀为长期价值</a:t>
            </a:r>
          </a:p>
        </p:txBody>
      </p:sp>
      <p:sp>
        <p:nvSpPr>
          <p:cNvPr id="34" name="funnel-step-title-0">
            <a:extLst xmlns:a="http://schemas.openxmlformats.org/drawingml/2006/main">
              <a:ext uri="{FF2B5EF4-FFF2-40B4-BE49-F238E27FC236}">
                <a16:creationId xmlns:a16="http://schemas.microsoft.com/office/drawing/2014/main" id="{ABC77CD3-8A39-4385-8AE5-03839DE7F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423199" y="2205038"/>
            <a:ext cx="2392861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3600"/>
              </a:lnSpc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广泛触达</a:t>
            </a:r>
          </a:p>
        </p:txBody>
      </p:sp>
      <p:sp>
        <p:nvSpPr>
          <p:cNvPr id="35" name="funnel-step-title-1">
            <a:extLst xmlns:a="http://schemas.openxmlformats.org/drawingml/2006/main">
              <a:ext uri="{FF2B5EF4-FFF2-40B4-BE49-F238E27FC236}">
                <a16:creationId xmlns:a16="http://schemas.microsoft.com/office/drawing/2014/main" id="{CA2FD283-0AA5-478D-9E6A-F21480920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25018" y="3271838"/>
            <a:ext cx="1789214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3600"/>
              </a:lnSpc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兴趣识别</a:t>
            </a:r>
          </a:p>
        </p:txBody>
      </p:sp>
      <p:sp>
        <p:nvSpPr>
          <p:cNvPr id="36" name="funnel-step-title-2">
            <a:extLst xmlns:a="http://schemas.openxmlformats.org/drawingml/2006/main">
              <a:ext uri="{FF2B5EF4-FFF2-40B4-BE49-F238E27FC236}">
                <a16:creationId xmlns:a16="http://schemas.microsoft.com/office/drawing/2014/main" id="{FFFE1005-C2C9-4A15-956C-DF52C32ED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99528" y="4338638"/>
            <a:ext cx="1240184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3600"/>
              </a:lnSpc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意向培育</a:t>
            </a:r>
          </a:p>
        </p:txBody>
      </p:sp>
      <p:sp>
        <p:nvSpPr>
          <p:cNvPr id="37" name="funnel-step-title-3">
            <a:extLst xmlns:a="http://schemas.openxmlformats.org/drawingml/2006/main">
              <a:ext uri="{FF2B5EF4-FFF2-40B4-BE49-F238E27FC236}">
                <a16:creationId xmlns:a16="http://schemas.microsoft.com/office/drawing/2014/main" id="{7C8E2B37-FD47-45AC-9083-B1F3365D6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200525" y="5405438"/>
            <a:ext cx="8382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行动转化</a:t>
            </a:r>
          </a:p>
        </p:txBody>
      </p:sp>
    </p:spTree>
    <p:extLst>
      <p:ext uri="{BB962C8B-B14F-4D97-AF65-F5344CB8AC3E}">
        <p14:creationId xmlns:p14="http://schemas.microsoft.com/office/powerpoint/2010/main" val="1256917176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3" name="phase-band-0">
            <a:extLst xmlns:a="http://schemas.openxmlformats.org/drawingml/2006/main">
              <a:ext uri="{FF2B5EF4-FFF2-40B4-BE49-F238E27FC236}">
                <a16:creationId xmlns:a16="http://schemas.microsoft.com/office/drawing/2014/main" id="{F23FFF83-2AF8-4C25-99D3-F0D59E845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1638300"/>
            <a:ext cx="11144250" cy="17478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phase-band-1">
            <a:extLst xmlns:a="http://schemas.openxmlformats.org/drawingml/2006/main">
              <a:ext uri="{FF2B5EF4-FFF2-40B4-BE49-F238E27FC236}">
                <a16:creationId xmlns:a16="http://schemas.microsoft.com/office/drawing/2014/main" id="{FB9C095D-9FA3-4ED5-AF9F-64CB89448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3386138"/>
            <a:ext cx="11144250" cy="9096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38100">
            <a:solidFill>
              <a:srgbClr val="FFFFFF"/>
            </a:solidFill>
            <a:prstDash val="solid"/>
          </a:ln>
        </p:spPr>
      </p:sp>
      <p:sp>
        <p:nvSpPr>
          <p:cNvPr id="3" name="phase-band-2">
            <a:extLst xmlns:a="http://schemas.openxmlformats.org/drawingml/2006/main">
              <a:ext uri="{FF2B5EF4-FFF2-40B4-BE49-F238E27FC236}">
                <a16:creationId xmlns:a16="http://schemas.microsoft.com/office/drawing/2014/main" id="{5045ACF4-081A-4CA6-A5F2-47F08C94E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4295775"/>
            <a:ext cx="11144250" cy="1914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38100">
            <a:solidFill>
              <a:srgbClr val="FFFFFF"/>
            </a:solidFill>
            <a:prstDash val="solid"/>
          </a:ln>
        </p:spPr>
      </p:sp>
      <p:sp>
        <p:nvSpPr>
          <p:cNvPr id="4" name="phase-rail-0">
            <a:extLst xmlns:a="http://schemas.openxmlformats.org/drawingml/2006/main">
              <a:ext uri="{FF2B5EF4-FFF2-40B4-BE49-F238E27FC236}">
                <a16:creationId xmlns:a16="http://schemas.microsoft.com/office/drawing/2014/main" id="{818BE6E9-2728-49B5-92CA-2C0C5F1BB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1638300"/>
            <a:ext cx="514350" cy="1747504"/>
          </a:xfrm>
          <a:custGeom xmlns:a="http://schemas.openxmlformats.org/drawingml/2006/main">
            <a:pathLst>
              <a:path w="514350" h="1747504">
                <a:moveTo>
                  <a:pt x="0" y="0"/>
                </a:moveTo>
                <a:lnTo>
                  <a:pt x="19002" y="0"/>
                </a:lnTo>
                <a:lnTo>
                  <a:pt x="37995" y="0"/>
                </a:lnTo>
                <a:lnTo>
                  <a:pt x="56998" y="0"/>
                </a:lnTo>
                <a:lnTo>
                  <a:pt x="75990" y="0"/>
                </a:lnTo>
                <a:lnTo>
                  <a:pt x="94993" y="0"/>
                </a:lnTo>
                <a:lnTo>
                  <a:pt x="113995" y="0"/>
                </a:lnTo>
                <a:lnTo>
                  <a:pt x="132988" y="0"/>
                </a:lnTo>
                <a:lnTo>
                  <a:pt x="151990" y="0"/>
                </a:lnTo>
                <a:lnTo>
                  <a:pt x="170983" y="0"/>
                </a:lnTo>
                <a:lnTo>
                  <a:pt x="189986" y="0"/>
                </a:lnTo>
                <a:lnTo>
                  <a:pt x="208988" y="0"/>
                </a:lnTo>
                <a:lnTo>
                  <a:pt x="227981" y="0"/>
                </a:lnTo>
                <a:lnTo>
                  <a:pt x="246983" y="0"/>
                </a:lnTo>
                <a:lnTo>
                  <a:pt x="265976" y="0"/>
                </a:lnTo>
                <a:lnTo>
                  <a:pt x="284978" y="0"/>
                </a:lnTo>
                <a:lnTo>
                  <a:pt x="303981" y="0"/>
                </a:lnTo>
                <a:lnTo>
                  <a:pt x="322974" y="0"/>
                </a:lnTo>
                <a:lnTo>
                  <a:pt x="341976" y="0"/>
                </a:lnTo>
                <a:lnTo>
                  <a:pt x="360969" y="0"/>
                </a:lnTo>
                <a:lnTo>
                  <a:pt x="379971" y="0"/>
                </a:lnTo>
                <a:lnTo>
                  <a:pt x="398974" y="0"/>
                </a:lnTo>
                <a:lnTo>
                  <a:pt x="417967" y="0"/>
                </a:lnTo>
                <a:lnTo>
                  <a:pt x="436969" y="0"/>
                </a:lnTo>
                <a:lnTo>
                  <a:pt x="455962" y="0"/>
                </a:lnTo>
                <a:lnTo>
                  <a:pt x="474964" y="0"/>
                </a:lnTo>
                <a:lnTo>
                  <a:pt x="493967" y="0"/>
                </a:lnTo>
                <a:lnTo>
                  <a:pt x="512959" y="0"/>
                </a:lnTo>
                <a:lnTo>
                  <a:pt x="514350" y="17612"/>
                </a:lnTo>
                <a:lnTo>
                  <a:pt x="514350" y="36605"/>
                </a:lnTo>
                <a:lnTo>
                  <a:pt x="514350" y="55607"/>
                </a:lnTo>
                <a:lnTo>
                  <a:pt x="514350" y="74609"/>
                </a:lnTo>
                <a:lnTo>
                  <a:pt x="514350" y="93602"/>
                </a:lnTo>
                <a:lnTo>
                  <a:pt x="514350" y="112605"/>
                </a:lnTo>
                <a:lnTo>
                  <a:pt x="514350" y="131597"/>
                </a:lnTo>
                <a:lnTo>
                  <a:pt x="514350" y="150600"/>
                </a:lnTo>
                <a:lnTo>
                  <a:pt x="514350" y="169602"/>
                </a:lnTo>
                <a:lnTo>
                  <a:pt x="514350" y="188595"/>
                </a:lnTo>
                <a:lnTo>
                  <a:pt x="514350" y="207597"/>
                </a:lnTo>
                <a:lnTo>
                  <a:pt x="514350" y="226590"/>
                </a:lnTo>
                <a:lnTo>
                  <a:pt x="514350" y="245593"/>
                </a:lnTo>
                <a:lnTo>
                  <a:pt x="514350" y="264595"/>
                </a:lnTo>
                <a:lnTo>
                  <a:pt x="514350" y="283588"/>
                </a:lnTo>
                <a:lnTo>
                  <a:pt x="514350" y="302590"/>
                </a:lnTo>
                <a:lnTo>
                  <a:pt x="514350" y="321583"/>
                </a:lnTo>
                <a:lnTo>
                  <a:pt x="514350" y="340585"/>
                </a:lnTo>
                <a:lnTo>
                  <a:pt x="514350" y="359588"/>
                </a:lnTo>
                <a:lnTo>
                  <a:pt x="514350" y="378581"/>
                </a:lnTo>
                <a:lnTo>
                  <a:pt x="514350" y="397583"/>
                </a:lnTo>
                <a:lnTo>
                  <a:pt x="514350" y="416576"/>
                </a:lnTo>
                <a:lnTo>
                  <a:pt x="514350" y="435578"/>
                </a:lnTo>
                <a:lnTo>
                  <a:pt x="514350" y="454581"/>
                </a:lnTo>
                <a:lnTo>
                  <a:pt x="514350" y="473573"/>
                </a:lnTo>
                <a:lnTo>
                  <a:pt x="514350" y="492576"/>
                </a:lnTo>
                <a:lnTo>
                  <a:pt x="514350" y="511569"/>
                </a:lnTo>
                <a:lnTo>
                  <a:pt x="514350" y="530571"/>
                </a:lnTo>
                <a:lnTo>
                  <a:pt x="514350" y="549564"/>
                </a:lnTo>
                <a:lnTo>
                  <a:pt x="514350" y="568566"/>
                </a:lnTo>
                <a:lnTo>
                  <a:pt x="514350" y="587569"/>
                </a:lnTo>
                <a:lnTo>
                  <a:pt x="514350" y="606562"/>
                </a:lnTo>
                <a:lnTo>
                  <a:pt x="514350" y="625564"/>
                </a:lnTo>
                <a:lnTo>
                  <a:pt x="514350" y="644557"/>
                </a:lnTo>
                <a:lnTo>
                  <a:pt x="514350" y="663559"/>
                </a:lnTo>
                <a:lnTo>
                  <a:pt x="514350" y="682562"/>
                </a:lnTo>
                <a:lnTo>
                  <a:pt x="514350" y="701554"/>
                </a:lnTo>
                <a:lnTo>
                  <a:pt x="514350" y="720557"/>
                </a:lnTo>
                <a:lnTo>
                  <a:pt x="514350" y="739550"/>
                </a:lnTo>
                <a:lnTo>
                  <a:pt x="514350" y="758552"/>
                </a:lnTo>
                <a:lnTo>
                  <a:pt x="514350" y="777554"/>
                </a:lnTo>
                <a:lnTo>
                  <a:pt x="514350" y="796547"/>
                </a:lnTo>
                <a:lnTo>
                  <a:pt x="514350" y="815550"/>
                </a:lnTo>
                <a:lnTo>
                  <a:pt x="514350" y="834542"/>
                </a:lnTo>
                <a:lnTo>
                  <a:pt x="514350" y="853545"/>
                </a:lnTo>
                <a:lnTo>
                  <a:pt x="514350" y="872547"/>
                </a:lnTo>
                <a:lnTo>
                  <a:pt x="514350" y="891540"/>
                </a:lnTo>
                <a:lnTo>
                  <a:pt x="514350" y="910542"/>
                </a:lnTo>
                <a:lnTo>
                  <a:pt x="514350" y="929535"/>
                </a:lnTo>
                <a:lnTo>
                  <a:pt x="514350" y="948538"/>
                </a:lnTo>
                <a:lnTo>
                  <a:pt x="514350" y="967540"/>
                </a:lnTo>
                <a:lnTo>
                  <a:pt x="514350" y="986533"/>
                </a:lnTo>
                <a:lnTo>
                  <a:pt x="514350" y="1005535"/>
                </a:lnTo>
                <a:lnTo>
                  <a:pt x="514350" y="1024528"/>
                </a:lnTo>
                <a:lnTo>
                  <a:pt x="514350" y="1043530"/>
                </a:lnTo>
                <a:lnTo>
                  <a:pt x="514350" y="1062533"/>
                </a:lnTo>
                <a:lnTo>
                  <a:pt x="514350" y="1081526"/>
                </a:lnTo>
                <a:lnTo>
                  <a:pt x="514350" y="1100528"/>
                </a:lnTo>
                <a:lnTo>
                  <a:pt x="514350" y="1119521"/>
                </a:lnTo>
                <a:lnTo>
                  <a:pt x="514350" y="1138523"/>
                </a:lnTo>
                <a:lnTo>
                  <a:pt x="514350" y="1157526"/>
                </a:lnTo>
                <a:lnTo>
                  <a:pt x="514350" y="1176518"/>
                </a:lnTo>
                <a:lnTo>
                  <a:pt x="514350" y="1195521"/>
                </a:lnTo>
                <a:lnTo>
                  <a:pt x="514350" y="1214514"/>
                </a:lnTo>
                <a:lnTo>
                  <a:pt x="514350" y="1233516"/>
                </a:lnTo>
                <a:lnTo>
                  <a:pt x="514350" y="1252518"/>
                </a:lnTo>
                <a:lnTo>
                  <a:pt x="514350" y="1271511"/>
                </a:lnTo>
                <a:lnTo>
                  <a:pt x="514350" y="1290514"/>
                </a:lnTo>
                <a:lnTo>
                  <a:pt x="514350" y="1309507"/>
                </a:lnTo>
                <a:lnTo>
                  <a:pt x="514350" y="1328509"/>
                </a:lnTo>
                <a:lnTo>
                  <a:pt x="514350" y="1347511"/>
                </a:lnTo>
                <a:lnTo>
                  <a:pt x="514350" y="1366504"/>
                </a:lnTo>
                <a:lnTo>
                  <a:pt x="514350" y="1385507"/>
                </a:lnTo>
                <a:lnTo>
                  <a:pt x="514350" y="1404499"/>
                </a:lnTo>
                <a:lnTo>
                  <a:pt x="514350" y="1423502"/>
                </a:lnTo>
                <a:lnTo>
                  <a:pt x="514350" y="1442504"/>
                </a:lnTo>
                <a:lnTo>
                  <a:pt x="514350" y="1461497"/>
                </a:lnTo>
                <a:lnTo>
                  <a:pt x="514350" y="1480499"/>
                </a:lnTo>
                <a:lnTo>
                  <a:pt x="514350" y="1499492"/>
                </a:lnTo>
                <a:lnTo>
                  <a:pt x="514350" y="1518495"/>
                </a:lnTo>
                <a:lnTo>
                  <a:pt x="514350" y="1537497"/>
                </a:lnTo>
                <a:lnTo>
                  <a:pt x="514350" y="1556490"/>
                </a:lnTo>
                <a:lnTo>
                  <a:pt x="514350" y="1575492"/>
                </a:lnTo>
                <a:lnTo>
                  <a:pt x="514350" y="1594485"/>
                </a:lnTo>
                <a:lnTo>
                  <a:pt x="506901" y="1609106"/>
                </a:lnTo>
                <a:lnTo>
                  <a:pt x="490290" y="1618326"/>
                </a:lnTo>
                <a:lnTo>
                  <a:pt x="473678" y="1627556"/>
                </a:lnTo>
                <a:lnTo>
                  <a:pt x="457076" y="1636786"/>
                </a:lnTo>
                <a:lnTo>
                  <a:pt x="440465" y="1646006"/>
                </a:lnTo>
                <a:lnTo>
                  <a:pt x="423863" y="1655235"/>
                </a:lnTo>
                <a:lnTo>
                  <a:pt x="407251" y="1664465"/>
                </a:lnTo>
                <a:lnTo>
                  <a:pt x="390639" y="1673685"/>
                </a:lnTo>
                <a:lnTo>
                  <a:pt x="374037" y="1682915"/>
                </a:lnTo>
                <a:lnTo>
                  <a:pt x="357426" y="1692145"/>
                </a:lnTo>
                <a:lnTo>
                  <a:pt x="340824" y="1701365"/>
                </a:lnTo>
                <a:lnTo>
                  <a:pt x="324212" y="1710595"/>
                </a:lnTo>
                <a:lnTo>
                  <a:pt x="307610" y="1719824"/>
                </a:lnTo>
                <a:lnTo>
                  <a:pt x="290998" y="1729045"/>
                </a:lnTo>
                <a:lnTo>
                  <a:pt x="274387" y="1738274"/>
                </a:lnTo>
                <a:lnTo>
                  <a:pt x="257785" y="1747504"/>
                </a:lnTo>
                <a:lnTo>
                  <a:pt x="241173" y="1738951"/>
                </a:lnTo>
                <a:lnTo>
                  <a:pt x="224571" y="1729721"/>
                </a:lnTo>
                <a:lnTo>
                  <a:pt x="207959" y="1720491"/>
                </a:lnTo>
                <a:lnTo>
                  <a:pt x="191348" y="1711271"/>
                </a:lnTo>
                <a:lnTo>
                  <a:pt x="174746" y="1702041"/>
                </a:lnTo>
                <a:lnTo>
                  <a:pt x="158134" y="1692812"/>
                </a:lnTo>
                <a:lnTo>
                  <a:pt x="141532" y="1683591"/>
                </a:lnTo>
                <a:lnTo>
                  <a:pt x="124920" y="1674362"/>
                </a:lnTo>
                <a:lnTo>
                  <a:pt x="108309" y="1665132"/>
                </a:lnTo>
                <a:lnTo>
                  <a:pt x="91707" y="1655912"/>
                </a:lnTo>
                <a:lnTo>
                  <a:pt x="75095" y="1646682"/>
                </a:lnTo>
                <a:lnTo>
                  <a:pt x="58493" y="1637452"/>
                </a:lnTo>
                <a:lnTo>
                  <a:pt x="41881" y="1628232"/>
                </a:lnTo>
                <a:lnTo>
                  <a:pt x="25270" y="1619002"/>
                </a:lnTo>
                <a:lnTo>
                  <a:pt x="8668" y="1609773"/>
                </a:lnTo>
                <a:lnTo>
                  <a:pt x="0" y="1595876"/>
                </a:lnTo>
                <a:lnTo>
                  <a:pt x="0" y="1576883"/>
                </a:lnTo>
                <a:lnTo>
                  <a:pt x="0" y="1557880"/>
                </a:lnTo>
                <a:lnTo>
                  <a:pt x="0" y="1538878"/>
                </a:lnTo>
                <a:lnTo>
                  <a:pt x="0" y="1519885"/>
                </a:lnTo>
                <a:lnTo>
                  <a:pt x="0" y="1500883"/>
                </a:lnTo>
                <a:lnTo>
                  <a:pt x="0" y="1481890"/>
                </a:lnTo>
                <a:lnTo>
                  <a:pt x="0" y="1462888"/>
                </a:lnTo>
                <a:lnTo>
                  <a:pt x="0" y="1443885"/>
                </a:lnTo>
                <a:lnTo>
                  <a:pt x="0" y="1424892"/>
                </a:lnTo>
                <a:lnTo>
                  <a:pt x="0" y="1405890"/>
                </a:lnTo>
                <a:lnTo>
                  <a:pt x="0" y="1386897"/>
                </a:lnTo>
                <a:lnTo>
                  <a:pt x="0" y="1367895"/>
                </a:lnTo>
                <a:lnTo>
                  <a:pt x="0" y="1348892"/>
                </a:lnTo>
                <a:lnTo>
                  <a:pt x="0" y="1329900"/>
                </a:lnTo>
                <a:lnTo>
                  <a:pt x="0" y="1310897"/>
                </a:lnTo>
                <a:lnTo>
                  <a:pt x="0" y="1291904"/>
                </a:lnTo>
                <a:lnTo>
                  <a:pt x="0" y="1272902"/>
                </a:lnTo>
                <a:lnTo>
                  <a:pt x="0" y="1253900"/>
                </a:lnTo>
                <a:lnTo>
                  <a:pt x="0" y="1234907"/>
                </a:lnTo>
                <a:lnTo>
                  <a:pt x="0" y="1215904"/>
                </a:lnTo>
                <a:lnTo>
                  <a:pt x="0" y="1196912"/>
                </a:lnTo>
                <a:lnTo>
                  <a:pt x="0" y="1177909"/>
                </a:lnTo>
                <a:lnTo>
                  <a:pt x="0" y="1158907"/>
                </a:lnTo>
                <a:lnTo>
                  <a:pt x="0" y="1139914"/>
                </a:lnTo>
                <a:lnTo>
                  <a:pt x="0" y="1120912"/>
                </a:lnTo>
                <a:lnTo>
                  <a:pt x="0" y="1101919"/>
                </a:lnTo>
                <a:lnTo>
                  <a:pt x="0" y="1082916"/>
                </a:lnTo>
                <a:lnTo>
                  <a:pt x="0" y="1063923"/>
                </a:lnTo>
                <a:lnTo>
                  <a:pt x="0" y="1044921"/>
                </a:lnTo>
                <a:lnTo>
                  <a:pt x="0" y="1025919"/>
                </a:lnTo>
                <a:lnTo>
                  <a:pt x="0" y="1006926"/>
                </a:lnTo>
                <a:lnTo>
                  <a:pt x="0" y="987923"/>
                </a:lnTo>
                <a:lnTo>
                  <a:pt x="0" y="968931"/>
                </a:lnTo>
                <a:lnTo>
                  <a:pt x="0" y="949928"/>
                </a:lnTo>
                <a:lnTo>
                  <a:pt x="0" y="930926"/>
                </a:lnTo>
                <a:lnTo>
                  <a:pt x="0" y="911933"/>
                </a:lnTo>
                <a:lnTo>
                  <a:pt x="0" y="892931"/>
                </a:lnTo>
                <a:lnTo>
                  <a:pt x="0" y="873938"/>
                </a:lnTo>
                <a:lnTo>
                  <a:pt x="0" y="854935"/>
                </a:lnTo>
                <a:lnTo>
                  <a:pt x="0" y="835933"/>
                </a:lnTo>
                <a:lnTo>
                  <a:pt x="0" y="816940"/>
                </a:lnTo>
                <a:lnTo>
                  <a:pt x="0" y="797938"/>
                </a:lnTo>
                <a:lnTo>
                  <a:pt x="0" y="778945"/>
                </a:lnTo>
                <a:lnTo>
                  <a:pt x="0" y="759943"/>
                </a:lnTo>
                <a:lnTo>
                  <a:pt x="0" y="740940"/>
                </a:lnTo>
                <a:lnTo>
                  <a:pt x="0" y="721947"/>
                </a:lnTo>
                <a:lnTo>
                  <a:pt x="0" y="702945"/>
                </a:lnTo>
                <a:lnTo>
                  <a:pt x="0" y="683952"/>
                </a:lnTo>
                <a:lnTo>
                  <a:pt x="0" y="664950"/>
                </a:lnTo>
                <a:lnTo>
                  <a:pt x="0" y="645947"/>
                </a:lnTo>
                <a:lnTo>
                  <a:pt x="0" y="626955"/>
                </a:lnTo>
                <a:lnTo>
                  <a:pt x="0" y="607952"/>
                </a:lnTo>
                <a:lnTo>
                  <a:pt x="0" y="588959"/>
                </a:lnTo>
                <a:lnTo>
                  <a:pt x="0" y="569957"/>
                </a:lnTo>
                <a:lnTo>
                  <a:pt x="0" y="550955"/>
                </a:lnTo>
                <a:lnTo>
                  <a:pt x="0" y="531962"/>
                </a:lnTo>
                <a:lnTo>
                  <a:pt x="0" y="512959"/>
                </a:lnTo>
                <a:lnTo>
                  <a:pt x="0" y="493967"/>
                </a:lnTo>
                <a:lnTo>
                  <a:pt x="0" y="474964"/>
                </a:lnTo>
                <a:lnTo>
                  <a:pt x="0" y="455962"/>
                </a:lnTo>
                <a:lnTo>
                  <a:pt x="0" y="436969"/>
                </a:lnTo>
                <a:lnTo>
                  <a:pt x="0" y="417967"/>
                </a:lnTo>
                <a:lnTo>
                  <a:pt x="0" y="398974"/>
                </a:lnTo>
                <a:lnTo>
                  <a:pt x="0" y="379971"/>
                </a:lnTo>
                <a:lnTo>
                  <a:pt x="0" y="360969"/>
                </a:lnTo>
                <a:lnTo>
                  <a:pt x="0" y="341976"/>
                </a:lnTo>
                <a:lnTo>
                  <a:pt x="0" y="322974"/>
                </a:lnTo>
                <a:lnTo>
                  <a:pt x="0" y="303981"/>
                </a:lnTo>
                <a:lnTo>
                  <a:pt x="0" y="284978"/>
                </a:lnTo>
                <a:lnTo>
                  <a:pt x="0" y="265976"/>
                </a:lnTo>
                <a:lnTo>
                  <a:pt x="0" y="246983"/>
                </a:lnTo>
                <a:lnTo>
                  <a:pt x="0" y="227981"/>
                </a:lnTo>
                <a:lnTo>
                  <a:pt x="0" y="208988"/>
                </a:lnTo>
                <a:lnTo>
                  <a:pt x="0" y="189986"/>
                </a:lnTo>
                <a:lnTo>
                  <a:pt x="0" y="170983"/>
                </a:lnTo>
                <a:lnTo>
                  <a:pt x="0" y="151990"/>
                </a:lnTo>
                <a:lnTo>
                  <a:pt x="0" y="132988"/>
                </a:lnTo>
                <a:lnTo>
                  <a:pt x="0" y="113995"/>
                </a:lnTo>
                <a:lnTo>
                  <a:pt x="0" y="94993"/>
                </a:lnTo>
                <a:lnTo>
                  <a:pt x="0" y="75990"/>
                </a:lnTo>
                <a:lnTo>
                  <a:pt x="0" y="56998"/>
                </a:lnTo>
                <a:lnTo>
                  <a:pt x="0" y="37995"/>
                </a:lnTo>
                <a:lnTo>
                  <a:pt x="0" y="19002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5" name="phase-title-0">
            <a:extLst xmlns:a="http://schemas.openxmlformats.org/drawingml/2006/main">
              <a:ext uri="{FF2B5EF4-FFF2-40B4-BE49-F238E27FC236}">
                <a16:creationId xmlns:a16="http://schemas.microsoft.com/office/drawing/2014/main" id="{4AF75140-A744-41B9-9797-64F10B7E1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2041474"/>
            <a:ext cx="1428750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精准触达</a:t>
            </a:r>
          </a:p>
        </p:txBody>
      </p:sp>
      <p:sp>
        <p:nvSpPr>
          <p:cNvPr id="6" name="phase-body-0">
            <a:extLst xmlns:a="http://schemas.openxmlformats.org/drawingml/2006/main">
              <a:ext uri="{FF2B5EF4-FFF2-40B4-BE49-F238E27FC236}">
                <a16:creationId xmlns:a16="http://schemas.microsoft.com/office/drawing/2014/main" id="{EACF9D63-3C56-4E6F-97BC-3BEBEF839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2395690"/>
            <a:ext cx="1428750" cy="587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让目标对象进</a:t>
            </a:r>
          </a:p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入体系</a:t>
            </a:r>
          </a:p>
        </p:txBody>
      </p:sp>
      <p:sp>
        <p:nvSpPr>
          <p:cNvPr id="7" name="action-icon-shell-0-0">
            <a:extLst xmlns:a="http://schemas.openxmlformats.org/drawingml/2006/main">
              <a:ext uri="{FF2B5EF4-FFF2-40B4-BE49-F238E27FC236}">
                <a16:creationId xmlns:a16="http://schemas.microsoft.com/office/drawing/2014/main" id="{57EE8AFE-FF20-481E-8709-4180697D3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2035969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7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eb5f960d1854518">
            <a:extLst>
              <a:ext uri="{96DAC541-7B7A-43D3-8B79-37D633B846F1}">
                <asvg:svgBlip xmlns:asvg="http://schemas.microsoft.com/office/drawing/2016/SVG/main" r:embed="R7995c63433684495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2112169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9" name="action-title-0-0">
            <a:extLst xmlns:a="http://schemas.openxmlformats.org/drawingml/2006/main">
              <a:ext uri="{FF2B5EF4-FFF2-40B4-BE49-F238E27FC236}">
                <a16:creationId xmlns:a16="http://schemas.microsoft.com/office/drawing/2014/main" id="{651AFEA7-629D-47ED-9128-96B7E7428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1974952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标签体系</a:t>
            </a:r>
          </a:p>
        </p:txBody>
      </p:sp>
      <p:sp>
        <p:nvSpPr>
          <p:cNvPr id="10" name="action-body-0-0">
            <a:extLst xmlns:a="http://schemas.openxmlformats.org/drawingml/2006/main">
              <a:ext uri="{FF2B5EF4-FFF2-40B4-BE49-F238E27FC236}">
                <a16:creationId xmlns:a16="http://schemas.microsoft.com/office/drawing/2014/main" id="{5477E296-7141-4C5C-A39D-F8F9B2F35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203552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形成可识别对象</a:t>
            </a:r>
          </a:p>
        </p:txBody>
      </p:sp>
      <p:sp>
        <p:nvSpPr>
          <p:cNvPr id="11" name="action-icon-shell-0-1">
            <a:extLst xmlns:a="http://schemas.openxmlformats.org/drawingml/2006/main">
              <a:ext uri="{FF2B5EF4-FFF2-40B4-BE49-F238E27FC236}">
                <a16:creationId xmlns:a16="http://schemas.microsoft.com/office/drawing/2014/main" id="{1BE04916-681A-4B14-9E6F-D54FF285A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2035969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7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1a3a9fffd3a46bb">
            <a:extLst>
              <a:ext uri="{96DAC541-7B7A-43D3-8B79-37D633B846F1}">
                <asvg:svgBlip xmlns:asvg="http://schemas.microsoft.com/office/drawing/2016/SVG/main" r:embed="Re85b4ee5bf69407c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2112169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13" name="action-title-0-1">
            <a:extLst xmlns:a="http://schemas.openxmlformats.org/drawingml/2006/main">
              <a:ext uri="{FF2B5EF4-FFF2-40B4-BE49-F238E27FC236}">
                <a16:creationId xmlns:a16="http://schemas.microsoft.com/office/drawing/2014/main" id="{D711248D-1BF2-448A-A783-DDB757088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1974952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渠道连接</a:t>
            </a:r>
          </a:p>
        </p:txBody>
      </p:sp>
      <p:sp>
        <p:nvSpPr>
          <p:cNvPr id="14" name="action-body-0-1">
            <a:extLst xmlns:a="http://schemas.openxmlformats.org/drawingml/2006/main">
              <a:ext uri="{FF2B5EF4-FFF2-40B4-BE49-F238E27FC236}">
                <a16:creationId xmlns:a16="http://schemas.microsoft.com/office/drawing/2014/main" id="{9D57F5CB-6630-4AD3-BD93-D22A1F5EB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203552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连接主要触点</a:t>
            </a:r>
          </a:p>
        </p:txBody>
      </p:sp>
      <p:sp>
        <p:nvSpPr>
          <p:cNvPr id="15" name="action-icon-shell-0-2">
            <a:extLst xmlns:a="http://schemas.openxmlformats.org/drawingml/2006/main">
              <a:ext uri="{FF2B5EF4-FFF2-40B4-BE49-F238E27FC236}">
                <a16:creationId xmlns:a16="http://schemas.microsoft.com/office/drawing/2014/main" id="{E61CD1C8-3BBB-461C-9ADD-E2A63E058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2645569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7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4ae91c431904469">
            <a:extLst>
              <a:ext uri="{96DAC541-7B7A-43D3-8B79-37D633B846F1}">
                <asvg:svgBlip xmlns:asvg="http://schemas.microsoft.com/office/drawing/2016/SVG/main" r:embed="R721719ea4b31472b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2721769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17" name="action-title-0-2">
            <a:extLst xmlns:a="http://schemas.openxmlformats.org/drawingml/2006/main">
              <a:ext uri="{FF2B5EF4-FFF2-40B4-BE49-F238E27FC236}">
                <a16:creationId xmlns:a16="http://schemas.microsoft.com/office/drawing/2014/main" id="{FECB9B01-5B9D-46BE-AE9A-A6B64F421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584552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内容优化</a:t>
            </a:r>
          </a:p>
        </p:txBody>
      </p:sp>
      <p:sp>
        <p:nvSpPr>
          <p:cNvPr id="18" name="action-body-0-2">
            <a:extLst xmlns:a="http://schemas.openxmlformats.org/drawingml/2006/main">
              <a:ext uri="{FF2B5EF4-FFF2-40B4-BE49-F238E27FC236}">
                <a16:creationId xmlns:a16="http://schemas.microsoft.com/office/drawing/2014/main" id="{2BA2403F-CE13-4A20-9563-8EC1A8619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813152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提高触达质量</a:t>
            </a:r>
          </a:p>
        </p:txBody>
      </p:sp>
      <p:sp>
        <p:nvSpPr>
          <p:cNvPr id="19" name="action-icon-shell-0-3">
            <a:extLst xmlns:a="http://schemas.openxmlformats.org/drawingml/2006/main">
              <a:ext uri="{FF2B5EF4-FFF2-40B4-BE49-F238E27FC236}">
                <a16:creationId xmlns:a16="http://schemas.microsoft.com/office/drawing/2014/main" id="{39D7FF0F-BF7E-4B86-AACC-DEDE2CE15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2645569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8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7a5d55024554869">
            <a:extLst>
              <a:ext uri="{96DAC541-7B7A-43D3-8B79-37D633B846F1}">
                <asvg:svgBlip xmlns:asvg="http://schemas.microsoft.com/office/drawing/2016/SVG/main" r:embed="Rbc14b5b0b16c4cb2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2721769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21" name="action-title-0-3">
            <a:extLst xmlns:a="http://schemas.openxmlformats.org/drawingml/2006/main">
              <a:ext uri="{FF2B5EF4-FFF2-40B4-BE49-F238E27FC236}">
                <a16:creationId xmlns:a16="http://schemas.microsoft.com/office/drawing/2014/main" id="{BF8D2E62-FCF2-4E63-880E-34A8F6C54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584552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行为追踪</a:t>
            </a:r>
          </a:p>
        </p:txBody>
      </p:sp>
      <p:sp>
        <p:nvSpPr>
          <p:cNvPr id="22" name="action-body-0-3">
            <a:extLst xmlns:a="http://schemas.openxmlformats.org/drawingml/2006/main">
              <a:ext uri="{FF2B5EF4-FFF2-40B4-BE49-F238E27FC236}">
                <a16:creationId xmlns:a16="http://schemas.microsoft.com/office/drawing/2014/main" id="{DD0BEF7E-33A6-4751-9FC5-241925A96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813152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记录关键反馈</a:t>
            </a:r>
          </a:p>
        </p:txBody>
      </p:sp>
      <p:sp>
        <p:nvSpPr>
          <p:cNvPr id="23" name="phase-rail-1">
            <a:extLst xmlns:a="http://schemas.openxmlformats.org/drawingml/2006/main">
              <a:ext uri="{FF2B5EF4-FFF2-40B4-BE49-F238E27FC236}">
                <a16:creationId xmlns:a16="http://schemas.microsoft.com/office/drawing/2014/main" id="{1899E34E-CA20-4BC6-86CD-7DDC0B21F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3386138"/>
            <a:ext cx="514350" cy="906513"/>
          </a:xfrm>
          <a:custGeom xmlns:a="http://schemas.openxmlformats.org/drawingml/2006/main">
            <a:pathLst>
              <a:path w="514350" h="906513">
                <a:moveTo>
                  <a:pt x="0" y="0"/>
                </a:moveTo>
                <a:lnTo>
                  <a:pt x="17002" y="8420"/>
                </a:lnTo>
                <a:lnTo>
                  <a:pt x="33995" y="16831"/>
                </a:lnTo>
                <a:lnTo>
                  <a:pt x="50997" y="25251"/>
                </a:lnTo>
                <a:lnTo>
                  <a:pt x="67989" y="33671"/>
                </a:lnTo>
                <a:lnTo>
                  <a:pt x="84992" y="42091"/>
                </a:lnTo>
                <a:lnTo>
                  <a:pt x="101994" y="50502"/>
                </a:lnTo>
                <a:lnTo>
                  <a:pt x="118986" y="58922"/>
                </a:lnTo>
                <a:lnTo>
                  <a:pt x="135988" y="67342"/>
                </a:lnTo>
                <a:lnTo>
                  <a:pt x="152991" y="75752"/>
                </a:lnTo>
                <a:lnTo>
                  <a:pt x="169983" y="84172"/>
                </a:lnTo>
                <a:lnTo>
                  <a:pt x="186985" y="92593"/>
                </a:lnTo>
                <a:lnTo>
                  <a:pt x="203978" y="101013"/>
                </a:lnTo>
                <a:lnTo>
                  <a:pt x="220980" y="109423"/>
                </a:lnTo>
                <a:lnTo>
                  <a:pt x="237982" y="117843"/>
                </a:lnTo>
                <a:lnTo>
                  <a:pt x="254975" y="126263"/>
                </a:lnTo>
                <a:lnTo>
                  <a:pt x="271977" y="120025"/>
                </a:lnTo>
                <a:lnTo>
                  <a:pt x="288979" y="111604"/>
                </a:lnTo>
                <a:lnTo>
                  <a:pt x="305972" y="103184"/>
                </a:lnTo>
                <a:lnTo>
                  <a:pt x="322974" y="94764"/>
                </a:lnTo>
                <a:lnTo>
                  <a:pt x="339966" y="86354"/>
                </a:lnTo>
                <a:lnTo>
                  <a:pt x="356968" y="77934"/>
                </a:lnTo>
                <a:lnTo>
                  <a:pt x="373971" y="69513"/>
                </a:lnTo>
                <a:lnTo>
                  <a:pt x="390963" y="61093"/>
                </a:lnTo>
                <a:lnTo>
                  <a:pt x="407965" y="52683"/>
                </a:lnTo>
                <a:lnTo>
                  <a:pt x="424967" y="44263"/>
                </a:lnTo>
                <a:lnTo>
                  <a:pt x="441960" y="35843"/>
                </a:lnTo>
                <a:lnTo>
                  <a:pt x="458962" y="27432"/>
                </a:lnTo>
                <a:lnTo>
                  <a:pt x="475955" y="19012"/>
                </a:lnTo>
                <a:lnTo>
                  <a:pt x="492957" y="10592"/>
                </a:lnTo>
                <a:lnTo>
                  <a:pt x="509959" y="2172"/>
                </a:lnTo>
                <a:lnTo>
                  <a:pt x="514350" y="14068"/>
                </a:lnTo>
                <a:lnTo>
                  <a:pt x="514350" y="33033"/>
                </a:lnTo>
                <a:lnTo>
                  <a:pt x="514350" y="52007"/>
                </a:lnTo>
                <a:lnTo>
                  <a:pt x="514350" y="70971"/>
                </a:lnTo>
                <a:lnTo>
                  <a:pt x="514350" y="89935"/>
                </a:lnTo>
                <a:lnTo>
                  <a:pt x="514350" y="108909"/>
                </a:lnTo>
                <a:lnTo>
                  <a:pt x="514350" y="127873"/>
                </a:lnTo>
                <a:lnTo>
                  <a:pt x="514350" y="146847"/>
                </a:lnTo>
                <a:lnTo>
                  <a:pt x="514350" y="165811"/>
                </a:lnTo>
                <a:lnTo>
                  <a:pt x="514350" y="184785"/>
                </a:lnTo>
                <a:lnTo>
                  <a:pt x="514350" y="203749"/>
                </a:lnTo>
                <a:lnTo>
                  <a:pt x="514350" y="222714"/>
                </a:lnTo>
                <a:lnTo>
                  <a:pt x="514350" y="241687"/>
                </a:lnTo>
                <a:lnTo>
                  <a:pt x="514350" y="260652"/>
                </a:lnTo>
                <a:lnTo>
                  <a:pt x="514350" y="279625"/>
                </a:lnTo>
                <a:lnTo>
                  <a:pt x="514350" y="298590"/>
                </a:lnTo>
                <a:lnTo>
                  <a:pt x="514350" y="317564"/>
                </a:lnTo>
                <a:lnTo>
                  <a:pt x="514350" y="336528"/>
                </a:lnTo>
                <a:lnTo>
                  <a:pt x="514350" y="355502"/>
                </a:lnTo>
                <a:lnTo>
                  <a:pt x="514350" y="374466"/>
                </a:lnTo>
                <a:lnTo>
                  <a:pt x="514350" y="393430"/>
                </a:lnTo>
                <a:lnTo>
                  <a:pt x="514350" y="412404"/>
                </a:lnTo>
                <a:lnTo>
                  <a:pt x="514350" y="431368"/>
                </a:lnTo>
                <a:lnTo>
                  <a:pt x="514350" y="450342"/>
                </a:lnTo>
                <a:lnTo>
                  <a:pt x="514350" y="469306"/>
                </a:lnTo>
                <a:lnTo>
                  <a:pt x="514350" y="488280"/>
                </a:lnTo>
                <a:lnTo>
                  <a:pt x="514350" y="507244"/>
                </a:lnTo>
                <a:lnTo>
                  <a:pt x="514350" y="526218"/>
                </a:lnTo>
                <a:lnTo>
                  <a:pt x="514350" y="545182"/>
                </a:lnTo>
                <a:lnTo>
                  <a:pt x="514350" y="564147"/>
                </a:lnTo>
                <a:lnTo>
                  <a:pt x="514350" y="583121"/>
                </a:lnTo>
                <a:lnTo>
                  <a:pt x="514350" y="602085"/>
                </a:lnTo>
                <a:lnTo>
                  <a:pt x="514350" y="621059"/>
                </a:lnTo>
                <a:lnTo>
                  <a:pt x="514350" y="640023"/>
                </a:lnTo>
                <a:lnTo>
                  <a:pt x="514350" y="658997"/>
                </a:lnTo>
                <a:lnTo>
                  <a:pt x="514350" y="677961"/>
                </a:lnTo>
                <a:lnTo>
                  <a:pt x="514350" y="696935"/>
                </a:lnTo>
                <a:lnTo>
                  <a:pt x="514350" y="715899"/>
                </a:lnTo>
                <a:lnTo>
                  <a:pt x="514350" y="734863"/>
                </a:lnTo>
                <a:lnTo>
                  <a:pt x="514350" y="753837"/>
                </a:lnTo>
                <a:lnTo>
                  <a:pt x="514350" y="772801"/>
                </a:lnTo>
                <a:lnTo>
                  <a:pt x="505854" y="786498"/>
                </a:lnTo>
                <a:lnTo>
                  <a:pt x="488852" y="794918"/>
                </a:lnTo>
                <a:lnTo>
                  <a:pt x="471849" y="803329"/>
                </a:lnTo>
                <a:lnTo>
                  <a:pt x="454857" y="811749"/>
                </a:lnTo>
                <a:lnTo>
                  <a:pt x="437855" y="820169"/>
                </a:lnTo>
                <a:lnTo>
                  <a:pt x="420862" y="828580"/>
                </a:lnTo>
                <a:lnTo>
                  <a:pt x="403860" y="837000"/>
                </a:lnTo>
                <a:lnTo>
                  <a:pt x="386858" y="845420"/>
                </a:lnTo>
                <a:lnTo>
                  <a:pt x="369865" y="853840"/>
                </a:lnTo>
                <a:lnTo>
                  <a:pt x="352863" y="862251"/>
                </a:lnTo>
                <a:lnTo>
                  <a:pt x="335861" y="870671"/>
                </a:lnTo>
                <a:lnTo>
                  <a:pt x="318868" y="879091"/>
                </a:lnTo>
                <a:lnTo>
                  <a:pt x="301866" y="887501"/>
                </a:lnTo>
                <a:lnTo>
                  <a:pt x="284874" y="895922"/>
                </a:lnTo>
                <a:lnTo>
                  <a:pt x="267872" y="904342"/>
                </a:lnTo>
                <a:lnTo>
                  <a:pt x="250869" y="906513"/>
                </a:lnTo>
                <a:lnTo>
                  <a:pt x="233877" y="898103"/>
                </a:lnTo>
                <a:lnTo>
                  <a:pt x="216875" y="889683"/>
                </a:lnTo>
                <a:lnTo>
                  <a:pt x="199873" y="881263"/>
                </a:lnTo>
                <a:lnTo>
                  <a:pt x="182880" y="872842"/>
                </a:lnTo>
                <a:lnTo>
                  <a:pt x="165878" y="864432"/>
                </a:lnTo>
                <a:lnTo>
                  <a:pt x="148885" y="856012"/>
                </a:lnTo>
                <a:lnTo>
                  <a:pt x="131883" y="847592"/>
                </a:lnTo>
                <a:lnTo>
                  <a:pt x="114881" y="839181"/>
                </a:lnTo>
                <a:lnTo>
                  <a:pt x="97888" y="830761"/>
                </a:lnTo>
                <a:lnTo>
                  <a:pt x="80886" y="822341"/>
                </a:lnTo>
                <a:lnTo>
                  <a:pt x="63884" y="813921"/>
                </a:lnTo>
                <a:lnTo>
                  <a:pt x="46892" y="805510"/>
                </a:lnTo>
                <a:lnTo>
                  <a:pt x="29889" y="797090"/>
                </a:lnTo>
                <a:lnTo>
                  <a:pt x="12897" y="788670"/>
                </a:lnTo>
                <a:lnTo>
                  <a:pt x="0" y="777707"/>
                </a:lnTo>
                <a:lnTo>
                  <a:pt x="0" y="758742"/>
                </a:lnTo>
                <a:lnTo>
                  <a:pt x="0" y="739769"/>
                </a:lnTo>
                <a:lnTo>
                  <a:pt x="0" y="720804"/>
                </a:lnTo>
                <a:lnTo>
                  <a:pt x="0" y="701831"/>
                </a:lnTo>
                <a:lnTo>
                  <a:pt x="0" y="682866"/>
                </a:lnTo>
                <a:lnTo>
                  <a:pt x="0" y="663893"/>
                </a:lnTo>
                <a:lnTo>
                  <a:pt x="0" y="644928"/>
                </a:lnTo>
                <a:lnTo>
                  <a:pt x="0" y="625964"/>
                </a:lnTo>
                <a:lnTo>
                  <a:pt x="0" y="606990"/>
                </a:lnTo>
                <a:lnTo>
                  <a:pt x="0" y="588026"/>
                </a:lnTo>
                <a:lnTo>
                  <a:pt x="0" y="569052"/>
                </a:lnTo>
                <a:lnTo>
                  <a:pt x="0" y="550088"/>
                </a:lnTo>
                <a:lnTo>
                  <a:pt x="0" y="531114"/>
                </a:lnTo>
                <a:lnTo>
                  <a:pt x="0" y="512150"/>
                </a:lnTo>
                <a:lnTo>
                  <a:pt x="0" y="493176"/>
                </a:lnTo>
                <a:lnTo>
                  <a:pt x="0" y="474212"/>
                </a:lnTo>
                <a:lnTo>
                  <a:pt x="0" y="455247"/>
                </a:lnTo>
                <a:lnTo>
                  <a:pt x="0" y="436274"/>
                </a:lnTo>
                <a:lnTo>
                  <a:pt x="0" y="417309"/>
                </a:lnTo>
                <a:lnTo>
                  <a:pt x="0" y="398336"/>
                </a:lnTo>
                <a:lnTo>
                  <a:pt x="0" y="379371"/>
                </a:lnTo>
                <a:lnTo>
                  <a:pt x="0" y="360397"/>
                </a:lnTo>
                <a:lnTo>
                  <a:pt x="0" y="341433"/>
                </a:lnTo>
                <a:lnTo>
                  <a:pt x="0" y="322459"/>
                </a:lnTo>
                <a:lnTo>
                  <a:pt x="0" y="303495"/>
                </a:lnTo>
                <a:lnTo>
                  <a:pt x="0" y="284531"/>
                </a:lnTo>
                <a:lnTo>
                  <a:pt x="0" y="265557"/>
                </a:lnTo>
                <a:lnTo>
                  <a:pt x="0" y="246593"/>
                </a:lnTo>
                <a:lnTo>
                  <a:pt x="0" y="227619"/>
                </a:lnTo>
                <a:lnTo>
                  <a:pt x="0" y="208655"/>
                </a:lnTo>
                <a:lnTo>
                  <a:pt x="0" y="189681"/>
                </a:lnTo>
                <a:lnTo>
                  <a:pt x="0" y="170717"/>
                </a:lnTo>
                <a:lnTo>
                  <a:pt x="0" y="151752"/>
                </a:lnTo>
                <a:lnTo>
                  <a:pt x="0" y="132779"/>
                </a:lnTo>
                <a:lnTo>
                  <a:pt x="0" y="113814"/>
                </a:lnTo>
                <a:lnTo>
                  <a:pt x="0" y="94840"/>
                </a:lnTo>
                <a:lnTo>
                  <a:pt x="0" y="75876"/>
                </a:lnTo>
                <a:lnTo>
                  <a:pt x="0" y="56902"/>
                </a:lnTo>
                <a:lnTo>
                  <a:pt x="0" y="37938"/>
                </a:lnTo>
                <a:lnTo>
                  <a:pt x="0" y="18964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24" name="phase-title-1">
            <a:extLst xmlns:a="http://schemas.openxmlformats.org/drawingml/2006/main">
              <a:ext uri="{FF2B5EF4-FFF2-40B4-BE49-F238E27FC236}">
                <a16:creationId xmlns:a16="http://schemas.microsoft.com/office/drawing/2014/main" id="{B5BD01CB-4A31-4928-9068-25C379916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3404892"/>
            <a:ext cx="1428750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意向培育</a:t>
            </a:r>
          </a:p>
        </p:txBody>
      </p:sp>
      <p:sp>
        <p:nvSpPr>
          <p:cNvPr id="25" name="phase-body-1">
            <a:extLst xmlns:a="http://schemas.openxmlformats.org/drawingml/2006/main">
              <a:ext uri="{FF2B5EF4-FFF2-40B4-BE49-F238E27FC236}">
                <a16:creationId xmlns:a16="http://schemas.microsoft.com/office/drawing/2014/main" id="{554C3722-83D8-4D2D-83A3-ED10623CF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3759098"/>
            <a:ext cx="1428750" cy="51792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6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让有效关注形成</a:t>
            </a:r>
          </a:p>
          <a:p xmlns:a="http://schemas.openxmlformats.org/drawingml/2006/main">
            <a:pPr algn="l">
              <a:lnSpc>
                <a:spcPct val="136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意向</a:t>
            </a:r>
          </a:p>
        </p:txBody>
      </p:sp>
      <p:sp>
        <p:nvSpPr>
          <p:cNvPr id="26" name="action-icon-shell-1-0">
            <a:extLst xmlns:a="http://schemas.openxmlformats.org/drawingml/2006/main">
              <a:ext uri="{FF2B5EF4-FFF2-40B4-BE49-F238E27FC236}">
                <a16:creationId xmlns:a16="http://schemas.microsoft.com/office/drawing/2014/main" id="{D07C708C-2CF4-461E-80D8-6FC6429F8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3669506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8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b0220fb0a9e4f06">
            <a:extLst>
              <a:ext uri="{96DAC541-7B7A-43D3-8B79-37D633B846F1}">
                <asvg:svgBlip xmlns:asvg="http://schemas.microsoft.com/office/drawing/2016/SVG/main" r:embed="R5da58b534db04be5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3745706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28" name="action-title-1-0">
            <a:extLst xmlns:a="http://schemas.openxmlformats.org/drawingml/2006/main">
              <a:ext uri="{FF2B5EF4-FFF2-40B4-BE49-F238E27FC236}">
                <a16:creationId xmlns:a16="http://schemas.microsoft.com/office/drawing/2014/main" id="{56E73EE9-0F53-4B83-855F-C46DB2FB9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3608489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规则触发</a:t>
            </a:r>
          </a:p>
        </p:txBody>
      </p:sp>
      <p:sp>
        <p:nvSpPr>
          <p:cNvPr id="29" name="action-body-1-0">
            <a:extLst xmlns:a="http://schemas.openxmlformats.org/drawingml/2006/main">
              <a:ext uri="{FF2B5EF4-FFF2-40B4-BE49-F238E27FC236}">
                <a16:creationId xmlns:a16="http://schemas.microsoft.com/office/drawing/2014/main" id="{B8715972-66B7-443B-A71E-3CD02D6AE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3837089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自动下发任务</a:t>
            </a:r>
          </a:p>
        </p:txBody>
      </p:sp>
      <p:sp>
        <p:nvSpPr>
          <p:cNvPr id="30" name="action-icon-shell-1-1">
            <a:extLst xmlns:a="http://schemas.openxmlformats.org/drawingml/2006/main">
              <a:ext uri="{FF2B5EF4-FFF2-40B4-BE49-F238E27FC236}">
                <a16:creationId xmlns:a16="http://schemas.microsoft.com/office/drawing/2014/main" id="{D13F2F8A-B5D4-46E7-8825-4D2D90D20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3669506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9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8117efb2798448d">
            <a:extLst>
              <a:ext uri="{96DAC541-7B7A-43D3-8B79-37D633B846F1}">
                <asvg:svgBlip xmlns:asvg="http://schemas.microsoft.com/office/drawing/2016/SVG/main" r:embed="R3aa093fdd45f4157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3745706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32" name="action-title-1-1">
            <a:extLst xmlns:a="http://schemas.openxmlformats.org/drawingml/2006/main">
              <a:ext uri="{FF2B5EF4-FFF2-40B4-BE49-F238E27FC236}">
                <a16:creationId xmlns:a16="http://schemas.microsoft.com/office/drawing/2014/main" id="{300C25D5-72AE-464E-9AD3-01327F3C7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3608489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热度评估</a:t>
            </a:r>
          </a:p>
        </p:txBody>
      </p:sp>
      <p:sp>
        <p:nvSpPr>
          <p:cNvPr id="33" name="action-body-1-1">
            <a:extLst xmlns:a="http://schemas.openxmlformats.org/drawingml/2006/main">
              <a:ext uri="{FF2B5EF4-FFF2-40B4-BE49-F238E27FC236}">
                <a16:creationId xmlns:a16="http://schemas.microsoft.com/office/drawing/2014/main" id="{50461F26-F717-4258-B053-8A0BE5A0F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3837089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识别优先对象</a:t>
            </a:r>
          </a:p>
        </p:txBody>
      </p:sp>
      <p:sp>
        <p:nvSpPr>
          <p:cNvPr id="34" name="phase-rail-2">
            <a:extLst xmlns:a="http://schemas.openxmlformats.org/drawingml/2006/main">
              <a:ext uri="{FF2B5EF4-FFF2-40B4-BE49-F238E27FC236}">
                <a16:creationId xmlns:a16="http://schemas.microsoft.com/office/drawing/2014/main" id="{6B8CE5BB-7CE4-4C1A-8EFD-103DDDA0D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4295775"/>
            <a:ext cx="514350" cy="1914134"/>
          </a:xfrm>
          <a:custGeom xmlns:a="http://schemas.openxmlformats.org/drawingml/2006/main">
            <a:pathLst>
              <a:path w="514350" h="1914134">
                <a:moveTo>
                  <a:pt x="0" y="0"/>
                </a:moveTo>
                <a:lnTo>
                  <a:pt x="17193" y="9554"/>
                </a:lnTo>
                <a:lnTo>
                  <a:pt x="34385" y="19098"/>
                </a:lnTo>
                <a:lnTo>
                  <a:pt x="51578" y="28651"/>
                </a:lnTo>
                <a:lnTo>
                  <a:pt x="68771" y="38205"/>
                </a:lnTo>
                <a:lnTo>
                  <a:pt x="85963" y="47758"/>
                </a:lnTo>
                <a:lnTo>
                  <a:pt x="103156" y="57302"/>
                </a:lnTo>
                <a:lnTo>
                  <a:pt x="120348" y="66856"/>
                </a:lnTo>
                <a:lnTo>
                  <a:pt x="137541" y="76410"/>
                </a:lnTo>
                <a:lnTo>
                  <a:pt x="154724" y="85963"/>
                </a:lnTo>
                <a:lnTo>
                  <a:pt x="171917" y="95507"/>
                </a:lnTo>
                <a:lnTo>
                  <a:pt x="189109" y="105061"/>
                </a:lnTo>
                <a:lnTo>
                  <a:pt x="206302" y="114614"/>
                </a:lnTo>
                <a:lnTo>
                  <a:pt x="223495" y="124168"/>
                </a:lnTo>
                <a:lnTo>
                  <a:pt x="240687" y="133712"/>
                </a:lnTo>
                <a:lnTo>
                  <a:pt x="257880" y="142484"/>
                </a:lnTo>
                <a:lnTo>
                  <a:pt x="275072" y="132931"/>
                </a:lnTo>
                <a:lnTo>
                  <a:pt x="292265" y="123377"/>
                </a:lnTo>
                <a:lnTo>
                  <a:pt x="309458" y="113833"/>
                </a:lnTo>
                <a:lnTo>
                  <a:pt x="326650" y="104280"/>
                </a:lnTo>
                <a:lnTo>
                  <a:pt x="343843" y="94726"/>
                </a:lnTo>
                <a:lnTo>
                  <a:pt x="361036" y="85173"/>
                </a:lnTo>
                <a:lnTo>
                  <a:pt x="378228" y="75629"/>
                </a:lnTo>
                <a:lnTo>
                  <a:pt x="395421" y="66075"/>
                </a:lnTo>
                <a:lnTo>
                  <a:pt x="412613" y="56521"/>
                </a:lnTo>
                <a:lnTo>
                  <a:pt x="429806" y="46968"/>
                </a:lnTo>
                <a:lnTo>
                  <a:pt x="446999" y="37424"/>
                </a:lnTo>
                <a:lnTo>
                  <a:pt x="464182" y="27870"/>
                </a:lnTo>
                <a:lnTo>
                  <a:pt x="481374" y="18317"/>
                </a:lnTo>
                <a:lnTo>
                  <a:pt x="498567" y="8763"/>
                </a:lnTo>
                <a:lnTo>
                  <a:pt x="514350" y="1619"/>
                </a:lnTo>
                <a:lnTo>
                  <a:pt x="514350" y="21279"/>
                </a:lnTo>
                <a:lnTo>
                  <a:pt x="514350" y="40948"/>
                </a:lnTo>
                <a:lnTo>
                  <a:pt x="514350" y="60617"/>
                </a:lnTo>
                <a:lnTo>
                  <a:pt x="514350" y="80286"/>
                </a:lnTo>
                <a:lnTo>
                  <a:pt x="514350" y="99955"/>
                </a:lnTo>
                <a:lnTo>
                  <a:pt x="514350" y="119615"/>
                </a:lnTo>
                <a:lnTo>
                  <a:pt x="514350" y="139284"/>
                </a:lnTo>
                <a:lnTo>
                  <a:pt x="514350" y="158953"/>
                </a:lnTo>
                <a:lnTo>
                  <a:pt x="514350" y="178622"/>
                </a:lnTo>
                <a:lnTo>
                  <a:pt x="514350" y="198282"/>
                </a:lnTo>
                <a:lnTo>
                  <a:pt x="514350" y="217951"/>
                </a:lnTo>
                <a:lnTo>
                  <a:pt x="514350" y="237620"/>
                </a:lnTo>
                <a:lnTo>
                  <a:pt x="514350" y="257289"/>
                </a:lnTo>
                <a:lnTo>
                  <a:pt x="514350" y="276958"/>
                </a:lnTo>
                <a:lnTo>
                  <a:pt x="514350" y="296618"/>
                </a:lnTo>
                <a:lnTo>
                  <a:pt x="514350" y="316287"/>
                </a:lnTo>
                <a:lnTo>
                  <a:pt x="514350" y="335956"/>
                </a:lnTo>
                <a:lnTo>
                  <a:pt x="514350" y="355625"/>
                </a:lnTo>
                <a:lnTo>
                  <a:pt x="514350" y="375295"/>
                </a:lnTo>
                <a:lnTo>
                  <a:pt x="514350" y="394954"/>
                </a:lnTo>
                <a:lnTo>
                  <a:pt x="514350" y="414623"/>
                </a:lnTo>
                <a:lnTo>
                  <a:pt x="514350" y="434292"/>
                </a:lnTo>
                <a:lnTo>
                  <a:pt x="514350" y="453961"/>
                </a:lnTo>
                <a:lnTo>
                  <a:pt x="514350" y="473621"/>
                </a:lnTo>
                <a:lnTo>
                  <a:pt x="514350" y="493290"/>
                </a:lnTo>
                <a:lnTo>
                  <a:pt x="514350" y="512959"/>
                </a:lnTo>
                <a:lnTo>
                  <a:pt x="514350" y="532628"/>
                </a:lnTo>
                <a:lnTo>
                  <a:pt x="514350" y="552298"/>
                </a:lnTo>
                <a:lnTo>
                  <a:pt x="514350" y="571957"/>
                </a:lnTo>
                <a:lnTo>
                  <a:pt x="514350" y="591626"/>
                </a:lnTo>
                <a:lnTo>
                  <a:pt x="514350" y="611295"/>
                </a:lnTo>
                <a:lnTo>
                  <a:pt x="514350" y="630965"/>
                </a:lnTo>
                <a:lnTo>
                  <a:pt x="514350" y="650624"/>
                </a:lnTo>
                <a:lnTo>
                  <a:pt x="514350" y="670293"/>
                </a:lnTo>
                <a:lnTo>
                  <a:pt x="514350" y="689962"/>
                </a:lnTo>
                <a:lnTo>
                  <a:pt x="514350" y="709632"/>
                </a:lnTo>
                <a:lnTo>
                  <a:pt x="514350" y="729301"/>
                </a:lnTo>
                <a:lnTo>
                  <a:pt x="514350" y="748960"/>
                </a:lnTo>
                <a:lnTo>
                  <a:pt x="514350" y="768629"/>
                </a:lnTo>
                <a:lnTo>
                  <a:pt x="514350" y="788299"/>
                </a:lnTo>
                <a:lnTo>
                  <a:pt x="514350" y="807968"/>
                </a:lnTo>
                <a:lnTo>
                  <a:pt x="514350" y="827637"/>
                </a:lnTo>
                <a:lnTo>
                  <a:pt x="514350" y="847296"/>
                </a:lnTo>
                <a:lnTo>
                  <a:pt x="514350" y="866966"/>
                </a:lnTo>
                <a:lnTo>
                  <a:pt x="514350" y="886635"/>
                </a:lnTo>
                <a:lnTo>
                  <a:pt x="514350" y="906304"/>
                </a:lnTo>
                <a:lnTo>
                  <a:pt x="514350" y="925963"/>
                </a:lnTo>
                <a:lnTo>
                  <a:pt x="514350" y="945632"/>
                </a:lnTo>
                <a:lnTo>
                  <a:pt x="514350" y="965302"/>
                </a:lnTo>
                <a:lnTo>
                  <a:pt x="514350" y="984971"/>
                </a:lnTo>
                <a:lnTo>
                  <a:pt x="514350" y="1004640"/>
                </a:lnTo>
                <a:lnTo>
                  <a:pt x="514350" y="1024299"/>
                </a:lnTo>
                <a:lnTo>
                  <a:pt x="514350" y="1043969"/>
                </a:lnTo>
                <a:lnTo>
                  <a:pt x="514350" y="1063638"/>
                </a:lnTo>
                <a:lnTo>
                  <a:pt x="514350" y="1083307"/>
                </a:lnTo>
                <a:lnTo>
                  <a:pt x="514350" y="1102966"/>
                </a:lnTo>
                <a:lnTo>
                  <a:pt x="514350" y="1122636"/>
                </a:lnTo>
                <a:lnTo>
                  <a:pt x="514350" y="1142305"/>
                </a:lnTo>
                <a:lnTo>
                  <a:pt x="514350" y="1161974"/>
                </a:lnTo>
                <a:lnTo>
                  <a:pt x="514350" y="1181643"/>
                </a:lnTo>
                <a:lnTo>
                  <a:pt x="514350" y="1201303"/>
                </a:lnTo>
                <a:lnTo>
                  <a:pt x="514350" y="1220972"/>
                </a:lnTo>
                <a:lnTo>
                  <a:pt x="514350" y="1240641"/>
                </a:lnTo>
                <a:lnTo>
                  <a:pt x="514350" y="1260310"/>
                </a:lnTo>
                <a:lnTo>
                  <a:pt x="514350" y="1279970"/>
                </a:lnTo>
                <a:lnTo>
                  <a:pt x="514350" y="1299639"/>
                </a:lnTo>
                <a:lnTo>
                  <a:pt x="514350" y="1319308"/>
                </a:lnTo>
                <a:lnTo>
                  <a:pt x="514350" y="1338977"/>
                </a:lnTo>
                <a:lnTo>
                  <a:pt x="514350" y="1358646"/>
                </a:lnTo>
                <a:lnTo>
                  <a:pt x="514350" y="1378306"/>
                </a:lnTo>
                <a:lnTo>
                  <a:pt x="514350" y="1397975"/>
                </a:lnTo>
                <a:lnTo>
                  <a:pt x="514350" y="1417644"/>
                </a:lnTo>
                <a:lnTo>
                  <a:pt x="514350" y="1437313"/>
                </a:lnTo>
                <a:lnTo>
                  <a:pt x="514350" y="1456982"/>
                </a:lnTo>
                <a:lnTo>
                  <a:pt x="514350" y="1476642"/>
                </a:lnTo>
                <a:lnTo>
                  <a:pt x="514350" y="1496311"/>
                </a:lnTo>
                <a:lnTo>
                  <a:pt x="514350" y="1515980"/>
                </a:lnTo>
                <a:lnTo>
                  <a:pt x="514350" y="1535649"/>
                </a:lnTo>
                <a:lnTo>
                  <a:pt x="514350" y="1555309"/>
                </a:lnTo>
                <a:lnTo>
                  <a:pt x="514350" y="1574978"/>
                </a:lnTo>
                <a:lnTo>
                  <a:pt x="514350" y="1594647"/>
                </a:lnTo>
                <a:lnTo>
                  <a:pt x="514350" y="1614316"/>
                </a:lnTo>
                <a:lnTo>
                  <a:pt x="514350" y="1633985"/>
                </a:lnTo>
                <a:lnTo>
                  <a:pt x="514350" y="1653645"/>
                </a:lnTo>
                <a:lnTo>
                  <a:pt x="514350" y="1673314"/>
                </a:lnTo>
                <a:lnTo>
                  <a:pt x="514350" y="1692983"/>
                </a:lnTo>
                <a:lnTo>
                  <a:pt x="514350" y="1712652"/>
                </a:lnTo>
                <a:lnTo>
                  <a:pt x="514350" y="1732312"/>
                </a:lnTo>
                <a:lnTo>
                  <a:pt x="514350" y="1751981"/>
                </a:lnTo>
                <a:lnTo>
                  <a:pt x="514350" y="1771650"/>
                </a:lnTo>
                <a:lnTo>
                  <a:pt x="497157" y="1781204"/>
                </a:lnTo>
                <a:lnTo>
                  <a:pt x="479965" y="1790748"/>
                </a:lnTo>
                <a:lnTo>
                  <a:pt x="462772" y="1800301"/>
                </a:lnTo>
                <a:lnTo>
                  <a:pt x="445580" y="1809855"/>
                </a:lnTo>
                <a:lnTo>
                  <a:pt x="428387" y="1819408"/>
                </a:lnTo>
                <a:lnTo>
                  <a:pt x="411194" y="1828952"/>
                </a:lnTo>
                <a:lnTo>
                  <a:pt x="394002" y="1838506"/>
                </a:lnTo>
                <a:lnTo>
                  <a:pt x="376809" y="1848060"/>
                </a:lnTo>
                <a:lnTo>
                  <a:pt x="359626" y="1857613"/>
                </a:lnTo>
                <a:lnTo>
                  <a:pt x="342433" y="1867157"/>
                </a:lnTo>
                <a:lnTo>
                  <a:pt x="325241" y="1876711"/>
                </a:lnTo>
                <a:lnTo>
                  <a:pt x="308048" y="1886264"/>
                </a:lnTo>
                <a:lnTo>
                  <a:pt x="290855" y="1895818"/>
                </a:lnTo>
                <a:lnTo>
                  <a:pt x="273663" y="1905362"/>
                </a:lnTo>
                <a:lnTo>
                  <a:pt x="256470" y="1914134"/>
                </a:lnTo>
                <a:lnTo>
                  <a:pt x="239278" y="1904581"/>
                </a:lnTo>
                <a:lnTo>
                  <a:pt x="222085" y="1895027"/>
                </a:lnTo>
                <a:lnTo>
                  <a:pt x="204892" y="1885483"/>
                </a:lnTo>
                <a:lnTo>
                  <a:pt x="187700" y="1875930"/>
                </a:lnTo>
                <a:lnTo>
                  <a:pt x="170507" y="1866376"/>
                </a:lnTo>
                <a:lnTo>
                  <a:pt x="153314" y="1856823"/>
                </a:lnTo>
                <a:lnTo>
                  <a:pt x="136122" y="1847279"/>
                </a:lnTo>
                <a:lnTo>
                  <a:pt x="118929" y="1837725"/>
                </a:lnTo>
                <a:lnTo>
                  <a:pt x="101737" y="1828171"/>
                </a:lnTo>
                <a:lnTo>
                  <a:pt x="84544" y="1818618"/>
                </a:lnTo>
                <a:lnTo>
                  <a:pt x="67351" y="1809074"/>
                </a:lnTo>
                <a:lnTo>
                  <a:pt x="50168" y="1799520"/>
                </a:lnTo>
                <a:lnTo>
                  <a:pt x="32976" y="1789967"/>
                </a:lnTo>
                <a:lnTo>
                  <a:pt x="15783" y="1780413"/>
                </a:lnTo>
                <a:lnTo>
                  <a:pt x="0" y="1770031"/>
                </a:lnTo>
                <a:lnTo>
                  <a:pt x="0" y="1750371"/>
                </a:lnTo>
                <a:lnTo>
                  <a:pt x="0" y="1730702"/>
                </a:lnTo>
                <a:lnTo>
                  <a:pt x="0" y="1711033"/>
                </a:lnTo>
                <a:lnTo>
                  <a:pt x="0" y="1691364"/>
                </a:lnTo>
                <a:lnTo>
                  <a:pt x="0" y="1671695"/>
                </a:lnTo>
                <a:lnTo>
                  <a:pt x="0" y="1652035"/>
                </a:lnTo>
                <a:lnTo>
                  <a:pt x="0" y="1632366"/>
                </a:lnTo>
                <a:lnTo>
                  <a:pt x="0" y="1612697"/>
                </a:lnTo>
                <a:lnTo>
                  <a:pt x="0" y="1593028"/>
                </a:lnTo>
                <a:lnTo>
                  <a:pt x="0" y="1573368"/>
                </a:lnTo>
                <a:lnTo>
                  <a:pt x="0" y="1553699"/>
                </a:lnTo>
                <a:lnTo>
                  <a:pt x="0" y="1534030"/>
                </a:lnTo>
                <a:lnTo>
                  <a:pt x="0" y="1514361"/>
                </a:lnTo>
                <a:lnTo>
                  <a:pt x="0" y="1494692"/>
                </a:lnTo>
                <a:lnTo>
                  <a:pt x="0" y="1475032"/>
                </a:lnTo>
                <a:lnTo>
                  <a:pt x="0" y="1455363"/>
                </a:lnTo>
                <a:lnTo>
                  <a:pt x="0" y="1435694"/>
                </a:lnTo>
                <a:lnTo>
                  <a:pt x="0" y="1416025"/>
                </a:lnTo>
                <a:lnTo>
                  <a:pt x="0" y="1396355"/>
                </a:lnTo>
                <a:lnTo>
                  <a:pt x="0" y="1376696"/>
                </a:lnTo>
                <a:lnTo>
                  <a:pt x="0" y="1357027"/>
                </a:lnTo>
                <a:lnTo>
                  <a:pt x="0" y="1337358"/>
                </a:lnTo>
                <a:lnTo>
                  <a:pt x="0" y="1317689"/>
                </a:lnTo>
                <a:lnTo>
                  <a:pt x="0" y="1298029"/>
                </a:lnTo>
                <a:lnTo>
                  <a:pt x="0" y="1278360"/>
                </a:lnTo>
                <a:lnTo>
                  <a:pt x="0" y="1258691"/>
                </a:lnTo>
                <a:lnTo>
                  <a:pt x="0" y="1239022"/>
                </a:lnTo>
                <a:lnTo>
                  <a:pt x="0" y="1219352"/>
                </a:lnTo>
                <a:lnTo>
                  <a:pt x="0" y="1199693"/>
                </a:lnTo>
                <a:lnTo>
                  <a:pt x="0" y="1180024"/>
                </a:lnTo>
                <a:lnTo>
                  <a:pt x="0" y="1160355"/>
                </a:lnTo>
                <a:lnTo>
                  <a:pt x="0" y="1140685"/>
                </a:lnTo>
                <a:lnTo>
                  <a:pt x="0" y="1121026"/>
                </a:lnTo>
                <a:lnTo>
                  <a:pt x="0" y="1101357"/>
                </a:lnTo>
                <a:lnTo>
                  <a:pt x="0" y="1081688"/>
                </a:lnTo>
                <a:lnTo>
                  <a:pt x="0" y="1062018"/>
                </a:lnTo>
                <a:lnTo>
                  <a:pt x="0" y="1042349"/>
                </a:lnTo>
                <a:lnTo>
                  <a:pt x="0" y="1022690"/>
                </a:lnTo>
                <a:lnTo>
                  <a:pt x="0" y="1003021"/>
                </a:lnTo>
                <a:lnTo>
                  <a:pt x="0" y="983351"/>
                </a:lnTo>
                <a:lnTo>
                  <a:pt x="0" y="963682"/>
                </a:lnTo>
                <a:lnTo>
                  <a:pt x="0" y="944023"/>
                </a:lnTo>
                <a:lnTo>
                  <a:pt x="0" y="924354"/>
                </a:lnTo>
                <a:lnTo>
                  <a:pt x="0" y="904685"/>
                </a:lnTo>
                <a:lnTo>
                  <a:pt x="0" y="885015"/>
                </a:lnTo>
                <a:lnTo>
                  <a:pt x="0" y="865346"/>
                </a:lnTo>
                <a:lnTo>
                  <a:pt x="0" y="845687"/>
                </a:lnTo>
                <a:lnTo>
                  <a:pt x="0" y="826018"/>
                </a:lnTo>
                <a:lnTo>
                  <a:pt x="0" y="806348"/>
                </a:lnTo>
                <a:lnTo>
                  <a:pt x="0" y="786679"/>
                </a:lnTo>
                <a:lnTo>
                  <a:pt x="0" y="767010"/>
                </a:lnTo>
                <a:lnTo>
                  <a:pt x="0" y="747351"/>
                </a:lnTo>
                <a:lnTo>
                  <a:pt x="0" y="727681"/>
                </a:lnTo>
                <a:lnTo>
                  <a:pt x="0" y="708012"/>
                </a:lnTo>
                <a:lnTo>
                  <a:pt x="0" y="688343"/>
                </a:lnTo>
                <a:lnTo>
                  <a:pt x="0" y="668684"/>
                </a:lnTo>
                <a:lnTo>
                  <a:pt x="0" y="649014"/>
                </a:lnTo>
                <a:lnTo>
                  <a:pt x="0" y="629345"/>
                </a:lnTo>
                <a:lnTo>
                  <a:pt x="0" y="609676"/>
                </a:lnTo>
                <a:lnTo>
                  <a:pt x="0" y="590007"/>
                </a:lnTo>
                <a:lnTo>
                  <a:pt x="0" y="570347"/>
                </a:lnTo>
                <a:lnTo>
                  <a:pt x="0" y="550678"/>
                </a:lnTo>
                <a:lnTo>
                  <a:pt x="0" y="531009"/>
                </a:lnTo>
                <a:lnTo>
                  <a:pt x="0" y="511340"/>
                </a:lnTo>
                <a:lnTo>
                  <a:pt x="0" y="491681"/>
                </a:lnTo>
                <a:lnTo>
                  <a:pt x="0" y="472011"/>
                </a:lnTo>
                <a:lnTo>
                  <a:pt x="0" y="452342"/>
                </a:lnTo>
                <a:lnTo>
                  <a:pt x="0" y="432673"/>
                </a:lnTo>
                <a:lnTo>
                  <a:pt x="0" y="413004"/>
                </a:lnTo>
                <a:lnTo>
                  <a:pt x="0" y="393344"/>
                </a:lnTo>
                <a:lnTo>
                  <a:pt x="0" y="373675"/>
                </a:lnTo>
                <a:lnTo>
                  <a:pt x="0" y="354006"/>
                </a:lnTo>
                <a:lnTo>
                  <a:pt x="0" y="334337"/>
                </a:lnTo>
                <a:lnTo>
                  <a:pt x="0" y="314668"/>
                </a:lnTo>
                <a:lnTo>
                  <a:pt x="0" y="295008"/>
                </a:lnTo>
                <a:lnTo>
                  <a:pt x="0" y="275339"/>
                </a:lnTo>
                <a:lnTo>
                  <a:pt x="0" y="255670"/>
                </a:lnTo>
                <a:lnTo>
                  <a:pt x="0" y="236001"/>
                </a:lnTo>
                <a:lnTo>
                  <a:pt x="0" y="216341"/>
                </a:lnTo>
                <a:lnTo>
                  <a:pt x="0" y="196672"/>
                </a:lnTo>
                <a:lnTo>
                  <a:pt x="0" y="177003"/>
                </a:lnTo>
                <a:lnTo>
                  <a:pt x="0" y="157334"/>
                </a:lnTo>
                <a:lnTo>
                  <a:pt x="0" y="137665"/>
                </a:lnTo>
                <a:lnTo>
                  <a:pt x="0" y="118005"/>
                </a:lnTo>
                <a:lnTo>
                  <a:pt x="0" y="98336"/>
                </a:lnTo>
                <a:lnTo>
                  <a:pt x="0" y="78667"/>
                </a:lnTo>
                <a:lnTo>
                  <a:pt x="0" y="58998"/>
                </a:lnTo>
                <a:lnTo>
                  <a:pt x="0" y="39338"/>
                </a:lnTo>
                <a:lnTo>
                  <a:pt x="0" y="19669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78A8D5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35" name="phase-title-2">
            <a:extLst xmlns:a="http://schemas.openxmlformats.org/drawingml/2006/main">
              <a:ext uri="{FF2B5EF4-FFF2-40B4-BE49-F238E27FC236}">
                <a16:creationId xmlns:a16="http://schemas.microsoft.com/office/drawing/2014/main" id="{99DC631C-ABBE-4B6E-9B76-EC0B2CA6C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4782293"/>
            <a:ext cx="1428750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持续转化</a:t>
            </a:r>
          </a:p>
        </p:txBody>
      </p:sp>
      <p:sp>
        <p:nvSpPr>
          <p:cNvPr id="36" name="phase-body-2">
            <a:extLst xmlns:a="http://schemas.openxmlformats.org/drawingml/2006/main">
              <a:ext uri="{FF2B5EF4-FFF2-40B4-BE49-F238E27FC236}">
                <a16:creationId xmlns:a16="http://schemas.microsoft.com/office/drawing/2014/main" id="{BAB0B450-F7FD-47C1-A3FF-05069AE18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5136509"/>
            <a:ext cx="1428750" cy="587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让行动沉淀为</a:t>
            </a:r>
          </a:p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长期价值</a:t>
            </a:r>
          </a:p>
        </p:txBody>
      </p:sp>
      <p:sp>
        <p:nvSpPr>
          <p:cNvPr id="37" name="action-icon-shell-2-0">
            <a:extLst xmlns:a="http://schemas.openxmlformats.org/drawingml/2006/main">
              <a:ext uri="{FF2B5EF4-FFF2-40B4-BE49-F238E27FC236}">
                <a16:creationId xmlns:a16="http://schemas.microsoft.com/office/drawing/2014/main" id="{794BFDE4-0ED4-4419-9588-FDE872F5E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5081588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10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34784d1ef604013">
            <a:extLst>
              <a:ext uri="{96DAC541-7B7A-43D3-8B79-37D633B846F1}">
                <asvg:svgBlip xmlns:asvg="http://schemas.microsoft.com/office/drawing/2016/SVG/main" r:embed="Rb3ebb715b4044f57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5157788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39" name="action-title-2-0">
            <a:extLst xmlns:a="http://schemas.openxmlformats.org/drawingml/2006/main">
              <a:ext uri="{FF2B5EF4-FFF2-40B4-BE49-F238E27FC236}">
                <a16:creationId xmlns:a16="http://schemas.microsoft.com/office/drawing/2014/main" id="{13B0F9D4-26E2-4BD8-BA83-515B6CDC5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5020570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数据打通</a:t>
            </a:r>
          </a:p>
        </p:txBody>
      </p:sp>
      <p:sp>
        <p:nvSpPr>
          <p:cNvPr id="40" name="action-body-2-0">
            <a:extLst xmlns:a="http://schemas.openxmlformats.org/drawingml/2006/main">
              <a:ext uri="{FF2B5EF4-FFF2-40B4-BE49-F238E27FC236}">
                <a16:creationId xmlns:a16="http://schemas.microsoft.com/office/drawing/2014/main" id="{D14A46FB-6B3E-4A36-A9E8-3E3274DC6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5249170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统一分析对象</a:t>
            </a:r>
          </a:p>
        </p:txBody>
      </p:sp>
      <p:sp>
        <p:nvSpPr>
          <p:cNvPr id="41" name="action-icon-shell-2-1">
            <a:extLst xmlns:a="http://schemas.openxmlformats.org/drawingml/2006/main">
              <a:ext uri="{FF2B5EF4-FFF2-40B4-BE49-F238E27FC236}">
                <a16:creationId xmlns:a16="http://schemas.microsoft.com/office/drawing/2014/main" id="{64DA2369-35A0-4A73-A4C7-47C614177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5081588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10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8cefce3eddc42f5">
            <a:extLst>
              <a:ext uri="{96DAC541-7B7A-43D3-8B79-37D633B846F1}">
                <asvg:svgBlip xmlns:asvg="http://schemas.microsoft.com/office/drawing/2016/SVG/main" r:embed="Rbc52c9761baf4c61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5157788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43" name="action-title-2-1">
            <a:extLst xmlns:a="http://schemas.openxmlformats.org/drawingml/2006/main">
              <a:ext uri="{FF2B5EF4-FFF2-40B4-BE49-F238E27FC236}">
                <a16:creationId xmlns:a16="http://schemas.microsoft.com/office/drawing/2014/main" id="{ED017F21-CBCF-45E0-A8C0-A662E0B61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5020570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自动分群</a:t>
            </a:r>
          </a:p>
        </p:txBody>
      </p:sp>
      <p:sp>
        <p:nvSpPr>
          <p:cNvPr id="44" name="action-body-2-1">
            <a:extLst xmlns:a="http://schemas.openxmlformats.org/drawingml/2006/main">
              <a:ext uri="{FF2B5EF4-FFF2-40B4-BE49-F238E27FC236}">
                <a16:creationId xmlns:a16="http://schemas.microsoft.com/office/drawing/2014/main" id="{9A87CC5B-AB75-4032-83AE-DA288164D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5249170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指导持续运营</a:t>
            </a:r>
          </a:p>
        </p:txBody>
      </p:sp>
      <p:sp>
        <p:nvSpPr>
          <p:cNvPr id="45" name="funnel-step-body-0">
            <a:extLst xmlns:a="http://schemas.openxmlformats.org/drawingml/2006/main">
              <a:ext uri="{FF2B5EF4-FFF2-40B4-BE49-F238E27FC236}">
                <a16:creationId xmlns:a16="http://schemas.microsoft.com/office/drawing/2014/main" id="{DE3BB0DC-B97E-4358-9C04-681D7D8F5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52750" y="2514600"/>
            <a:ext cx="3331178" cy="807244"/>
          </a:xfrm>
          <a:custGeom xmlns:a="http://schemas.openxmlformats.org/drawingml/2006/main">
            <a:pathLst>
              <a:path w="3331178" h="807244">
                <a:moveTo>
                  <a:pt x="0" y="0"/>
                </a:moveTo>
                <a:lnTo>
                  <a:pt x="15011" y="27756"/>
                </a:lnTo>
                <a:lnTo>
                  <a:pt x="30032" y="55502"/>
                </a:lnTo>
                <a:lnTo>
                  <a:pt x="45044" y="83258"/>
                </a:lnTo>
                <a:lnTo>
                  <a:pt x="60065" y="111014"/>
                </a:lnTo>
                <a:lnTo>
                  <a:pt x="75076" y="138760"/>
                </a:lnTo>
                <a:lnTo>
                  <a:pt x="90087" y="166516"/>
                </a:lnTo>
                <a:lnTo>
                  <a:pt x="105108" y="194262"/>
                </a:lnTo>
                <a:lnTo>
                  <a:pt x="120120" y="222018"/>
                </a:lnTo>
                <a:lnTo>
                  <a:pt x="135141" y="249774"/>
                </a:lnTo>
                <a:lnTo>
                  <a:pt x="150152" y="277520"/>
                </a:lnTo>
                <a:lnTo>
                  <a:pt x="165164" y="305276"/>
                </a:lnTo>
                <a:lnTo>
                  <a:pt x="180184" y="333032"/>
                </a:lnTo>
                <a:lnTo>
                  <a:pt x="195196" y="360778"/>
                </a:lnTo>
                <a:lnTo>
                  <a:pt x="210217" y="388534"/>
                </a:lnTo>
                <a:lnTo>
                  <a:pt x="225228" y="416281"/>
                </a:lnTo>
                <a:lnTo>
                  <a:pt x="240249" y="444036"/>
                </a:lnTo>
                <a:lnTo>
                  <a:pt x="255260" y="471792"/>
                </a:lnTo>
                <a:lnTo>
                  <a:pt x="270272" y="499539"/>
                </a:lnTo>
                <a:lnTo>
                  <a:pt x="285293" y="527294"/>
                </a:lnTo>
                <a:lnTo>
                  <a:pt x="300304" y="555050"/>
                </a:lnTo>
                <a:lnTo>
                  <a:pt x="315325" y="582797"/>
                </a:lnTo>
                <a:lnTo>
                  <a:pt x="330337" y="610553"/>
                </a:lnTo>
                <a:lnTo>
                  <a:pt x="345348" y="638299"/>
                </a:lnTo>
                <a:lnTo>
                  <a:pt x="360369" y="666055"/>
                </a:lnTo>
                <a:lnTo>
                  <a:pt x="375380" y="693811"/>
                </a:lnTo>
                <a:lnTo>
                  <a:pt x="390401" y="721557"/>
                </a:lnTo>
                <a:lnTo>
                  <a:pt x="411366" y="743064"/>
                </a:lnTo>
                <a:lnTo>
                  <a:pt x="441579" y="752046"/>
                </a:lnTo>
                <a:lnTo>
                  <a:pt x="472526" y="758200"/>
                </a:lnTo>
                <a:lnTo>
                  <a:pt x="503701" y="763057"/>
                </a:lnTo>
                <a:lnTo>
                  <a:pt x="534991" y="767115"/>
                </a:lnTo>
                <a:lnTo>
                  <a:pt x="566347" y="770639"/>
                </a:lnTo>
                <a:lnTo>
                  <a:pt x="597741" y="773754"/>
                </a:lnTo>
                <a:lnTo>
                  <a:pt x="629174" y="776554"/>
                </a:lnTo>
                <a:lnTo>
                  <a:pt x="660625" y="779078"/>
                </a:lnTo>
                <a:lnTo>
                  <a:pt x="692096" y="781393"/>
                </a:lnTo>
                <a:lnTo>
                  <a:pt x="723576" y="783517"/>
                </a:lnTo>
                <a:lnTo>
                  <a:pt x="755075" y="785479"/>
                </a:lnTo>
                <a:lnTo>
                  <a:pt x="786575" y="787298"/>
                </a:lnTo>
                <a:lnTo>
                  <a:pt x="818083" y="788984"/>
                </a:lnTo>
                <a:lnTo>
                  <a:pt x="849592" y="790556"/>
                </a:lnTo>
                <a:lnTo>
                  <a:pt x="881120" y="792023"/>
                </a:lnTo>
                <a:lnTo>
                  <a:pt x="912638" y="793394"/>
                </a:lnTo>
                <a:lnTo>
                  <a:pt x="944166" y="794671"/>
                </a:lnTo>
                <a:lnTo>
                  <a:pt x="975703" y="795861"/>
                </a:lnTo>
                <a:lnTo>
                  <a:pt x="1007231" y="796985"/>
                </a:lnTo>
                <a:lnTo>
                  <a:pt x="1038768" y="798033"/>
                </a:lnTo>
                <a:lnTo>
                  <a:pt x="1070305" y="798995"/>
                </a:lnTo>
                <a:lnTo>
                  <a:pt x="1101852" y="799900"/>
                </a:lnTo>
                <a:lnTo>
                  <a:pt x="1133389" y="800748"/>
                </a:lnTo>
                <a:lnTo>
                  <a:pt x="1164936" y="801538"/>
                </a:lnTo>
                <a:lnTo>
                  <a:pt x="1196483" y="802262"/>
                </a:lnTo>
                <a:lnTo>
                  <a:pt x="1228030" y="802938"/>
                </a:lnTo>
                <a:lnTo>
                  <a:pt x="1259576" y="803548"/>
                </a:lnTo>
                <a:lnTo>
                  <a:pt x="1291123" y="804110"/>
                </a:lnTo>
                <a:lnTo>
                  <a:pt x="1322680" y="804624"/>
                </a:lnTo>
                <a:lnTo>
                  <a:pt x="1354226" y="805091"/>
                </a:lnTo>
                <a:lnTo>
                  <a:pt x="1385773" y="805510"/>
                </a:lnTo>
                <a:lnTo>
                  <a:pt x="1417330" y="805882"/>
                </a:lnTo>
                <a:lnTo>
                  <a:pt x="1448886" y="806206"/>
                </a:lnTo>
                <a:lnTo>
                  <a:pt x="1480433" y="806482"/>
                </a:lnTo>
                <a:lnTo>
                  <a:pt x="1511989" y="806720"/>
                </a:lnTo>
                <a:lnTo>
                  <a:pt x="1543545" y="806910"/>
                </a:lnTo>
                <a:lnTo>
                  <a:pt x="1575092" y="807063"/>
                </a:lnTo>
                <a:lnTo>
                  <a:pt x="1606648" y="807168"/>
                </a:lnTo>
                <a:lnTo>
                  <a:pt x="1638205" y="807225"/>
                </a:lnTo>
                <a:lnTo>
                  <a:pt x="1669752" y="807244"/>
                </a:lnTo>
                <a:lnTo>
                  <a:pt x="1701308" y="807215"/>
                </a:lnTo>
                <a:lnTo>
                  <a:pt x="1732864" y="807149"/>
                </a:lnTo>
                <a:lnTo>
                  <a:pt x="1764421" y="807034"/>
                </a:lnTo>
                <a:lnTo>
                  <a:pt x="1795967" y="806882"/>
                </a:lnTo>
                <a:lnTo>
                  <a:pt x="1827524" y="806682"/>
                </a:lnTo>
                <a:lnTo>
                  <a:pt x="1859080" y="806434"/>
                </a:lnTo>
                <a:lnTo>
                  <a:pt x="1890627" y="806148"/>
                </a:lnTo>
                <a:lnTo>
                  <a:pt x="1922183" y="805815"/>
                </a:lnTo>
                <a:lnTo>
                  <a:pt x="1953730" y="805434"/>
                </a:lnTo>
                <a:lnTo>
                  <a:pt x="1985286" y="805015"/>
                </a:lnTo>
                <a:lnTo>
                  <a:pt x="2016833" y="804539"/>
                </a:lnTo>
                <a:lnTo>
                  <a:pt x="2048380" y="804015"/>
                </a:lnTo>
                <a:lnTo>
                  <a:pt x="2079936" y="803443"/>
                </a:lnTo>
                <a:lnTo>
                  <a:pt x="2111483" y="802815"/>
                </a:lnTo>
                <a:lnTo>
                  <a:pt x="2143030" y="802129"/>
                </a:lnTo>
                <a:lnTo>
                  <a:pt x="2174577" y="801395"/>
                </a:lnTo>
                <a:lnTo>
                  <a:pt x="2206114" y="800595"/>
                </a:lnTo>
                <a:lnTo>
                  <a:pt x="2237661" y="799748"/>
                </a:lnTo>
                <a:lnTo>
                  <a:pt x="2269198" y="798833"/>
                </a:lnTo>
                <a:lnTo>
                  <a:pt x="2300735" y="797843"/>
                </a:lnTo>
                <a:lnTo>
                  <a:pt x="2332272" y="796785"/>
                </a:lnTo>
                <a:lnTo>
                  <a:pt x="2363810" y="795652"/>
                </a:lnTo>
                <a:lnTo>
                  <a:pt x="2395337" y="794442"/>
                </a:lnTo>
                <a:lnTo>
                  <a:pt x="2426865" y="793156"/>
                </a:lnTo>
                <a:lnTo>
                  <a:pt x="2458393" y="791766"/>
                </a:lnTo>
                <a:lnTo>
                  <a:pt x="2489911" y="790280"/>
                </a:lnTo>
                <a:lnTo>
                  <a:pt x="2521420" y="788689"/>
                </a:lnTo>
                <a:lnTo>
                  <a:pt x="2552929" y="786975"/>
                </a:lnTo>
                <a:lnTo>
                  <a:pt x="2584428" y="785136"/>
                </a:lnTo>
                <a:lnTo>
                  <a:pt x="2615917" y="783136"/>
                </a:lnTo>
                <a:lnTo>
                  <a:pt x="2647398" y="780993"/>
                </a:lnTo>
                <a:lnTo>
                  <a:pt x="2678868" y="778640"/>
                </a:lnTo>
                <a:lnTo>
                  <a:pt x="2710320" y="776059"/>
                </a:lnTo>
                <a:lnTo>
                  <a:pt x="2741743" y="773211"/>
                </a:lnTo>
                <a:lnTo>
                  <a:pt x="2773137" y="770030"/>
                </a:lnTo>
                <a:lnTo>
                  <a:pt x="2804484" y="766420"/>
                </a:lnTo>
                <a:lnTo>
                  <a:pt x="2835754" y="762238"/>
                </a:lnTo>
                <a:lnTo>
                  <a:pt x="2866901" y="757199"/>
                </a:lnTo>
                <a:lnTo>
                  <a:pt x="2897772" y="750703"/>
                </a:lnTo>
                <a:lnTo>
                  <a:pt x="2927652" y="740721"/>
                </a:lnTo>
                <a:lnTo>
                  <a:pt x="2946092" y="716490"/>
                </a:lnTo>
                <a:lnTo>
                  <a:pt x="2961113" y="688743"/>
                </a:lnTo>
                <a:lnTo>
                  <a:pt x="2976124" y="660987"/>
                </a:lnTo>
                <a:lnTo>
                  <a:pt x="2991145" y="633232"/>
                </a:lnTo>
                <a:lnTo>
                  <a:pt x="3006157" y="605485"/>
                </a:lnTo>
                <a:lnTo>
                  <a:pt x="3021168" y="577729"/>
                </a:lnTo>
                <a:lnTo>
                  <a:pt x="3036189" y="549983"/>
                </a:lnTo>
                <a:lnTo>
                  <a:pt x="3051200" y="522227"/>
                </a:lnTo>
                <a:lnTo>
                  <a:pt x="3066221" y="494471"/>
                </a:lnTo>
                <a:lnTo>
                  <a:pt x="3081233" y="466725"/>
                </a:lnTo>
                <a:lnTo>
                  <a:pt x="3096244" y="438969"/>
                </a:lnTo>
                <a:lnTo>
                  <a:pt x="3111265" y="411213"/>
                </a:lnTo>
                <a:lnTo>
                  <a:pt x="3126276" y="383467"/>
                </a:lnTo>
                <a:lnTo>
                  <a:pt x="3141297" y="355711"/>
                </a:lnTo>
                <a:lnTo>
                  <a:pt x="3156309" y="327965"/>
                </a:lnTo>
                <a:lnTo>
                  <a:pt x="3171320" y="300209"/>
                </a:lnTo>
                <a:lnTo>
                  <a:pt x="3186341" y="272453"/>
                </a:lnTo>
                <a:lnTo>
                  <a:pt x="3201353" y="244707"/>
                </a:lnTo>
                <a:lnTo>
                  <a:pt x="3216373" y="216951"/>
                </a:lnTo>
                <a:lnTo>
                  <a:pt x="3231385" y="189195"/>
                </a:lnTo>
                <a:lnTo>
                  <a:pt x="3246396" y="161449"/>
                </a:lnTo>
                <a:lnTo>
                  <a:pt x="3261417" y="133693"/>
                </a:lnTo>
                <a:lnTo>
                  <a:pt x="3276429" y="105937"/>
                </a:lnTo>
                <a:lnTo>
                  <a:pt x="3291449" y="78191"/>
                </a:lnTo>
                <a:lnTo>
                  <a:pt x="3306461" y="50435"/>
                </a:lnTo>
                <a:lnTo>
                  <a:pt x="3321472" y="22689"/>
                </a:lnTo>
                <a:lnTo>
                  <a:pt x="3331178" y="4982"/>
                </a:lnTo>
                <a:lnTo>
                  <a:pt x="3302260" y="16955"/>
                </a:lnTo>
                <a:lnTo>
                  <a:pt x="3271390" y="23451"/>
                </a:lnTo>
                <a:lnTo>
                  <a:pt x="3240224" y="28318"/>
                </a:lnTo>
                <a:lnTo>
                  <a:pt x="3208915" y="32309"/>
                </a:lnTo>
                <a:lnTo>
                  <a:pt x="3177550" y="35728"/>
                </a:lnTo>
                <a:lnTo>
                  <a:pt x="3146146" y="38757"/>
                </a:lnTo>
                <a:lnTo>
                  <a:pt x="3114704" y="41462"/>
                </a:lnTo>
                <a:lnTo>
                  <a:pt x="3083252" y="43920"/>
                </a:lnTo>
                <a:lnTo>
                  <a:pt x="3051772" y="46177"/>
                </a:lnTo>
                <a:lnTo>
                  <a:pt x="3020292" y="48254"/>
                </a:lnTo>
                <a:lnTo>
                  <a:pt x="2988793" y="50187"/>
                </a:lnTo>
                <a:lnTo>
                  <a:pt x="2957293" y="51978"/>
                </a:lnTo>
                <a:lnTo>
                  <a:pt x="2925785" y="53673"/>
                </a:lnTo>
                <a:lnTo>
                  <a:pt x="2894267" y="55255"/>
                </a:lnTo>
                <a:lnTo>
                  <a:pt x="2862748" y="56740"/>
                </a:lnTo>
                <a:lnTo>
                  <a:pt x="2831230" y="58150"/>
                </a:lnTo>
                <a:lnTo>
                  <a:pt x="2799702" y="59474"/>
                </a:lnTo>
                <a:lnTo>
                  <a:pt x="2768175" y="60731"/>
                </a:lnTo>
                <a:lnTo>
                  <a:pt x="2736647" y="61922"/>
                </a:lnTo>
                <a:lnTo>
                  <a:pt x="2705110" y="63046"/>
                </a:lnTo>
                <a:lnTo>
                  <a:pt x="2673572" y="64113"/>
                </a:lnTo>
                <a:lnTo>
                  <a:pt x="2642035" y="65132"/>
                </a:lnTo>
                <a:lnTo>
                  <a:pt x="2610498" y="66094"/>
                </a:lnTo>
                <a:lnTo>
                  <a:pt x="2578951" y="67008"/>
                </a:lnTo>
                <a:lnTo>
                  <a:pt x="2547414" y="67885"/>
                </a:lnTo>
                <a:lnTo>
                  <a:pt x="2515867" y="68704"/>
                </a:lnTo>
                <a:lnTo>
                  <a:pt x="2484330" y="69494"/>
                </a:lnTo>
                <a:lnTo>
                  <a:pt x="2452783" y="70237"/>
                </a:lnTo>
                <a:lnTo>
                  <a:pt x="2421236" y="70942"/>
                </a:lnTo>
                <a:lnTo>
                  <a:pt x="2389689" y="71609"/>
                </a:lnTo>
                <a:lnTo>
                  <a:pt x="2358142" y="72238"/>
                </a:lnTo>
                <a:lnTo>
                  <a:pt x="2326596" y="72828"/>
                </a:lnTo>
                <a:lnTo>
                  <a:pt x="2295039" y="73390"/>
                </a:lnTo>
                <a:lnTo>
                  <a:pt x="2263492" y="73924"/>
                </a:lnTo>
                <a:lnTo>
                  <a:pt x="2231946" y="74419"/>
                </a:lnTo>
                <a:lnTo>
                  <a:pt x="2200389" y="74886"/>
                </a:lnTo>
                <a:lnTo>
                  <a:pt x="2168843" y="75324"/>
                </a:lnTo>
                <a:lnTo>
                  <a:pt x="2137296" y="75724"/>
                </a:lnTo>
                <a:lnTo>
                  <a:pt x="2105739" y="76105"/>
                </a:lnTo>
                <a:lnTo>
                  <a:pt x="2074183" y="76457"/>
                </a:lnTo>
                <a:lnTo>
                  <a:pt x="2042636" y="76772"/>
                </a:lnTo>
                <a:lnTo>
                  <a:pt x="2011080" y="77067"/>
                </a:lnTo>
                <a:lnTo>
                  <a:pt x="1979533" y="77343"/>
                </a:lnTo>
                <a:lnTo>
                  <a:pt x="1947977" y="77572"/>
                </a:lnTo>
                <a:lnTo>
                  <a:pt x="1916420" y="77791"/>
                </a:lnTo>
                <a:lnTo>
                  <a:pt x="1884874" y="77972"/>
                </a:lnTo>
                <a:lnTo>
                  <a:pt x="1853317" y="78143"/>
                </a:lnTo>
                <a:lnTo>
                  <a:pt x="1821761" y="78276"/>
                </a:lnTo>
                <a:lnTo>
                  <a:pt x="1790214" y="78391"/>
                </a:lnTo>
                <a:lnTo>
                  <a:pt x="1758658" y="78467"/>
                </a:lnTo>
                <a:lnTo>
                  <a:pt x="1727102" y="78534"/>
                </a:lnTo>
                <a:lnTo>
                  <a:pt x="1695545" y="78572"/>
                </a:lnTo>
                <a:lnTo>
                  <a:pt x="1663998" y="78581"/>
                </a:lnTo>
                <a:lnTo>
                  <a:pt x="1632442" y="78562"/>
                </a:lnTo>
                <a:lnTo>
                  <a:pt x="1600886" y="78524"/>
                </a:lnTo>
                <a:lnTo>
                  <a:pt x="1569329" y="78457"/>
                </a:lnTo>
                <a:lnTo>
                  <a:pt x="1537783" y="78372"/>
                </a:lnTo>
                <a:lnTo>
                  <a:pt x="1506226" y="78257"/>
                </a:lnTo>
                <a:lnTo>
                  <a:pt x="1474670" y="78115"/>
                </a:lnTo>
                <a:lnTo>
                  <a:pt x="1443114" y="77943"/>
                </a:lnTo>
                <a:lnTo>
                  <a:pt x="1411567" y="77753"/>
                </a:lnTo>
                <a:lnTo>
                  <a:pt x="1380011" y="77534"/>
                </a:lnTo>
                <a:lnTo>
                  <a:pt x="1348454" y="77286"/>
                </a:lnTo>
                <a:lnTo>
                  <a:pt x="1316907" y="77019"/>
                </a:lnTo>
                <a:lnTo>
                  <a:pt x="1285351" y="76724"/>
                </a:lnTo>
                <a:lnTo>
                  <a:pt x="1253804" y="76391"/>
                </a:lnTo>
                <a:lnTo>
                  <a:pt x="1222248" y="76038"/>
                </a:lnTo>
                <a:lnTo>
                  <a:pt x="1190701" y="75657"/>
                </a:lnTo>
                <a:lnTo>
                  <a:pt x="1159145" y="75248"/>
                </a:lnTo>
                <a:lnTo>
                  <a:pt x="1127598" y="74809"/>
                </a:lnTo>
                <a:lnTo>
                  <a:pt x="1096042" y="74333"/>
                </a:lnTo>
                <a:lnTo>
                  <a:pt x="1064495" y="73828"/>
                </a:lnTo>
                <a:lnTo>
                  <a:pt x="1032948" y="73295"/>
                </a:lnTo>
                <a:lnTo>
                  <a:pt x="1001401" y="72723"/>
                </a:lnTo>
                <a:lnTo>
                  <a:pt x="969845" y="72123"/>
                </a:lnTo>
                <a:lnTo>
                  <a:pt x="938298" y="71485"/>
                </a:lnTo>
                <a:lnTo>
                  <a:pt x="906751" y="70809"/>
                </a:lnTo>
                <a:lnTo>
                  <a:pt x="875205" y="70104"/>
                </a:lnTo>
                <a:lnTo>
                  <a:pt x="843667" y="69352"/>
                </a:lnTo>
                <a:lnTo>
                  <a:pt x="812121" y="68561"/>
                </a:lnTo>
                <a:lnTo>
                  <a:pt x="780574" y="67723"/>
                </a:lnTo>
                <a:lnTo>
                  <a:pt x="749036" y="66846"/>
                </a:lnTo>
                <a:lnTo>
                  <a:pt x="717499" y="65923"/>
                </a:lnTo>
                <a:lnTo>
                  <a:pt x="685952" y="64951"/>
                </a:lnTo>
                <a:lnTo>
                  <a:pt x="654415" y="63922"/>
                </a:lnTo>
                <a:lnTo>
                  <a:pt x="622887" y="62846"/>
                </a:lnTo>
                <a:lnTo>
                  <a:pt x="591350" y="61703"/>
                </a:lnTo>
                <a:lnTo>
                  <a:pt x="559822" y="60503"/>
                </a:lnTo>
                <a:lnTo>
                  <a:pt x="528295" y="59236"/>
                </a:lnTo>
                <a:lnTo>
                  <a:pt x="496767" y="57902"/>
                </a:lnTo>
                <a:lnTo>
                  <a:pt x="465239" y="56483"/>
                </a:lnTo>
                <a:lnTo>
                  <a:pt x="433721" y="54978"/>
                </a:lnTo>
                <a:lnTo>
                  <a:pt x="402212" y="53369"/>
                </a:lnTo>
                <a:lnTo>
                  <a:pt x="370703" y="51664"/>
                </a:lnTo>
                <a:lnTo>
                  <a:pt x="339204" y="49844"/>
                </a:lnTo>
                <a:lnTo>
                  <a:pt x="307705" y="47892"/>
                </a:lnTo>
                <a:lnTo>
                  <a:pt x="276225" y="45777"/>
                </a:lnTo>
                <a:lnTo>
                  <a:pt x="244754" y="43491"/>
                </a:lnTo>
                <a:lnTo>
                  <a:pt x="213303" y="40986"/>
                </a:lnTo>
                <a:lnTo>
                  <a:pt x="181870" y="38224"/>
                </a:lnTo>
                <a:lnTo>
                  <a:pt x="150466" y="35147"/>
                </a:lnTo>
                <a:lnTo>
                  <a:pt x="119110" y="31633"/>
                </a:lnTo>
                <a:lnTo>
                  <a:pt x="87830" y="27499"/>
                </a:lnTo>
                <a:lnTo>
                  <a:pt x="56683" y="22422"/>
                </a:lnTo>
                <a:lnTo>
                  <a:pt x="25927" y="1544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46" name="funnel-step-cap-0">
            <a:extLst xmlns:a="http://schemas.openxmlformats.org/drawingml/2006/main">
              <a:ext uri="{FF2B5EF4-FFF2-40B4-BE49-F238E27FC236}">
                <a16:creationId xmlns:a16="http://schemas.microsoft.com/office/drawing/2014/main" id="{E8FAD49C-F117-4550-9B5E-FF0FB5F36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52750" y="2390775"/>
            <a:ext cx="33337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47" name="funnel-step-body-1">
            <a:extLst xmlns:a="http://schemas.openxmlformats.org/drawingml/2006/main">
              <a:ext uri="{FF2B5EF4-FFF2-40B4-BE49-F238E27FC236}">
                <a16:creationId xmlns:a16="http://schemas.microsoft.com/office/drawing/2014/main" id="{1DD5E9E4-3DD3-484D-86EB-B89D0AD70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346990" y="3424238"/>
            <a:ext cx="2543223" cy="807234"/>
          </a:xfrm>
          <a:custGeom xmlns:a="http://schemas.openxmlformats.org/drawingml/2006/main">
            <a:pathLst>
              <a:path w="2543223" h="807234">
                <a:moveTo>
                  <a:pt x="0" y="0"/>
                </a:moveTo>
                <a:lnTo>
                  <a:pt x="9735" y="23517"/>
                </a:lnTo>
                <a:lnTo>
                  <a:pt x="19479" y="47034"/>
                </a:lnTo>
                <a:lnTo>
                  <a:pt x="29213" y="70552"/>
                </a:lnTo>
                <a:lnTo>
                  <a:pt x="38957" y="94069"/>
                </a:lnTo>
                <a:lnTo>
                  <a:pt x="48692" y="117586"/>
                </a:lnTo>
                <a:lnTo>
                  <a:pt x="58436" y="141103"/>
                </a:lnTo>
                <a:lnTo>
                  <a:pt x="68170" y="164621"/>
                </a:lnTo>
                <a:lnTo>
                  <a:pt x="77915" y="188138"/>
                </a:lnTo>
                <a:lnTo>
                  <a:pt x="87649" y="211655"/>
                </a:lnTo>
                <a:lnTo>
                  <a:pt x="97393" y="235172"/>
                </a:lnTo>
                <a:lnTo>
                  <a:pt x="107128" y="258689"/>
                </a:lnTo>
                <a:lnTo>
                  <a:pt x="116872" y="282207"/>
                </a:lnTo>
                <a:lnTo>
                  <a:pt x="126606" y="305724"/>
                </a:lnTo>
                <a:lnTo>
                  <a:pt x="136341" y="329241"/>
                </a:lnTo>
                <a:lnTo>
                  <a:pt x="146085" y="352758"/>
                </a:lnTo>
                <a:lnTo>
                  <a:pt x="155819" y="376276"/>
                </a:lnTo>
                <a:lnTo>
                  <a:pt x="165564" y="399793"/>
                </a:lnTo>
                <a:lnTo>
                  <a:pt x="175298" y="423310"/>
                </a:lnTo>
                <a:lnTo>
                  <a:pt x="185042" y="446827"/>
                </a:lnTo>
                <a:lnTo>
                  <a:pt x="194777" y="470345"/>
                </a:lnTo>
                <a:lnTo>
                  <a:pt x="204521" y="493862"/>
                </a:lnTo>
                <a:lnTo>
                  <a:pt x="214255" y="517379"/>
                </a:lnTo>
                <a:lnTo>
                  <a:pt x="223999" y="540896"/>
                </a:lnTo>
                <a:lnTo>
                  <a:pt x="233734" y="564413"/>
                </a:lnTo>
                <a:lnTo>
                  <a:pt x="243478" y="587931"/>
                </a:lnTo>
                <a:lnTo>
                  <a:pt x="253213" y="611448"/>
                </a:lnTo>
                <a:lnTo>
                  <a:pt x="262947" y="634965"/>
                </a:lnTo>
                <a:lnTo>
                  <a:pt x="272691" y="658482"/>
                </a:lnTo>
                <a:lnTo>
                  <a:pt x="282426" y="682000"/>
                </a:lnTo>
                <a:lnTo>
                  <a:pt x="292170" y="705517"/>
                </a:lnTo>
                <a:lnTo>
                  <a:pt x="301762" y="729072"/>
                </a:lnTo>
                <a:lnTo>
                  <a:pt x="319764" y="745474"/>
                </a:lnTo>
                <a:lnTo>
                  <a:pt x="343805" y="753770"/>
                </a:lnTo>
                <a:lnTo>
                  <a:pt x="368541" y="759752"/>
                </a:lnTo>
                <a:lnTo>
                  <a:pt x="393544" y="764534"/>
                </a:lnTo>
                <a:lnTo>
                  <a:pt x="418671" y="768582"/>
                </a:lnTo>
                <a:lnTo>
                  <a:pt x="443884" y="772097"/>
                </a:lnTo>
                <a:lnTo>
                  <a:pt x="469144" y="775211"/>
                </a:lnTo>
                <a:lnTo>
                  <a:pt x="494443" y="778002"/>
                </a:lnTo>
                <a:lnTo>
                  <a:pt x="519770" y="780526"/>
                </a:lnTo>
                <a:lnTo>
                  <a:pt x="545125" y="782841"/>
                </a:lnTo>
                <a:lnTo>
                  <a:pt x="570490" y="784965"/>
                </a:lnTo>
                <a:lnTo>
                  <a:pt x="595865" y="786917"/>
                </a:lnTo>
                <a:lnTo>
                  <a:pt x="621259" y="788727"/>
                </a:lnTo>
                <a:lnTo>
                  <a:pt x="646652" y="790404"/>
                </a:lnTo>
                <a:lnTo>
                  <a:pt x="672065" y="791956"/>
                </a:lnTo>
                <a:lnTo>
                  <a:pt x="697478" y="793404"/>
                </a:lnTo>
                <a:lnTo>
                  <a:pt x="722890" y="794756"/>
                </a:lnTo>
                <a:lnTo>
                  <a:pt x="748313" y="796014"/>
                </a:lnTo>
                <a:lnTo>
                  <a:pt x="773744" y="797176"/>
                </a:lnTo>
                <a:lnTo>
                  <a:pt x="799176" y="798262"/>
                </a:lnTo>
                <a:lnTo>
                  <a:pt x="824608" y="799271"/>
                </a:lnTo>
                <a:lnTo>
                  <a:pt x="850049" y="800214"/>
                </a:lnTo>
                <a:lnTo>
                  <a:pt x="875481" y="801081"/>
                </a:lnTo>
                <a:lnTo>
                  <a:pt x="900922" y="801881"/>
                </a:lnTo>
                <a:lnTo>
                  <a:pt x="926373" y="802615"/>
                </a:lnTo>
                <a:lnTo>
                  <a:pt x="951814" y="803291"/>
                </a:lnTo>
                <a:lnTo>
                  <a:pt x="977265" y="803920"/>
                </a:lnTo>
                <a:lnTo>
                  <a:pt x="1002706" y="804481"/>
                </a:lnTo>
                <a:lnTo>
                  <a:pt x="1028157" y="804986"/>
                </a:lnTo>
                <a:lnTo>
                  <a:pt x="1053608" y="805434"/>
                </a:lnTo>
                <a:lnTo>
                  <a:pt x="1079059" y="805834"/>
                </a:lnTo>
                <a:lnTo>
                  <a:pt x="1104509" y="806186"/>
                </a:lnTo>
                <a:lnTo>
                  <a:pt x="1129960" y="806482"/>
                </a:lnTo>
                <a:lnTo>
                  <a:pt x="1155411" y="806729"/>
                </a:lnTo>
                <a:lnTo>
                  <a:pt x="1180871" y="806929"/>
                </a:lnTo>
                <a:lnTo>
                  <a:pt x="1206322" y="807082"/>
                </a:lnTo>
                <a:lnTo>
                  <a:pt x="1231773" y="807177"/>
                </a:lnTo>
                <a:lnTo>
                  <a:pt x="1257233" y="807234"/>
                </a:lnTo>
                <a:lnTo>
                  <a:pt x="1282684" y="807234"/>
                </a:lnTo>
                <a:lnTo>
                  <a:pt x="1308135" y="807196"/>
                </a:lnTo>
                <a:lnTo>
                  <a:pt x="1333595" y="807101"/>
                </a:lnTo>
                <a:lnTo>
                  <a:pt x="1359046" y="806968"/>
                </a:lnTo>
                <a:lnTo>
                  <a:pt x="1384497" y="806777"/>
                </a:lnTo>
                <a:lnTo>
                  <a:pt x="1409957" y="806539"/>
                </a:lnTo>
                <a:lnTo>
                  <a:pt x="1435408" y="806253"/>
                </a:lnTo>
                <a:lnTo>
                  <a:pt x="1460859" y="805910"/>
                </a:lnTo>
                <a:lnTo>
                  <a:pt x="1486310" y="805520"/>
                </a:lnTo>
                <a:lnTo>
                  <a:pt x="1511760" y="805082"/>
                </a:lnTo>
                <a:lnTo>
                  <a:pt x="1537211" y="804586"/>
                </a:lnTo>
                <a:lnTo>
                  <a:pt x="1562652" y="804043"/>
                </a:lnTo>
                <a:lnTo>
                  <a:pt x="1588103" y="803434"/>
                </a:lnTo>
                <a:lnTo>
                  <a:pt x="1613545" y="802767"/>
                </a:lnTo>
                <a:lnTo>
                  <a:pt x="1638995" y="802043"/>
                </a:lnTo>
                <a:lnTo>
                  <a:pt x="1664437" y="801253"/>
                </a:lnTo>
                <a:lnTo>
                  <a:pt x="1689878" y="800395"/>
                </a:lnTo>
                <a:lnTo>
                  <a:pt x="1715310" y="799481"/>
                </a:lnTo>
                <a:lnTo>
                  <a:pt x="1740741" y="798481"/>
                </a:lnTo>
                <a:lnTo>
                  <a:pt x="1766173" y="797414"/>
                </a:lnTo>
                <a:lnTo>
                  <a:pt x="1791605" y="796261"/>
                </a:lnTo>
                <a:lnTo>
                  <a:pt x="1817027" y="795023"/>
                </a:lnTo>
                <a:lnTo>
                  <a:pt x="1842449" y="793699"/>
                </a:lnTo>
                <a:lnTo>
                  <a:pt x="1867862" y="792270"/>
                </a:lnTo>
                <a:lnTo>
                  <a:pt x="1893275" y="790737"/>
                </a:lnTo>
                <a:lnTo>
                  <a:pt x="1918668" y="789089"/>
                </a:lnTo>
                <a:lnTo>
                  <a:pt x="1944062" y="787308"/>
                </a:lnTo>
                <a:lnTo>
                  <a:pt x="1969446" y="785384"/>
                </a:lnTo>
                <a:lnTo>
                  <a:pt x="1994811" y="783307"/>
                </a:lnTo>
                <a:lnTo>
                  <a:pt x="2020167" y="781040"/>
                </a:lnTo>
                <a:lnTo>
                  <a:pt x="2045494" y="778554"/>
                </a:lnTo>
                <a:lnTo>
                  <a:pt x="2070802" y="775821"/>
                </a:lnTo>
                <a:lnTo>
                  <a:pt x="2096081" y="772782"/>
                </a:lnTo>
                <a:lnTo>
                  <a:pt x="2121303" y="769363"/>
                </a:lnTo>
                <a:lnTo>
                  <a:pt x="2146449" y="765439"/>
                </a:lnTo>
                <a:lnTo>
                  <a:pt x="2171481" y="760828"/>
                </a:lnTo>
                <a:lnTo>
                  <a:pt x="2196294" y="755161"/>
                </a:lnTo>
                <a:lnTo>
                  <a:pt x="2220563" y="747532"/>
                </a:lnTo>
                <a:lnTo>
                  <a:pt x="2241756" y="734063"/>
                </a:lnTo>
                <a:lnTo>
                  <a:pt x="2251053" y="710470"/>
                </a:lnTo>
                <a:lnTo>
                  <a:pt x="2260797" y="686953"/>
                </a:lnTo>
                <a:lnTo>
                  <a:pt x="2270531" y="663435"/>
                </a:lnTo>
                <a:lnTo>
                  <a:pt x="2280266" y="639918"/>
                </a:lnTo>
                <a:lnTo>
                  <a:pt x="2290010" y="616401"/>
                </a:lnTo>
                <a:lnTo>
                  <a:pt x="2299745" y="592884"/>
                </a:lnTo>
                <a:lnTo>
                  <a:pt x="2309489" y="569366"/>
                </a:lnTo>
                <a:lnTo>
                  <a:pt x="2319223" y="545849"/>
                </a:lnTo>
                <a:lnTo>
                  <a:pt x="2328967" y="522332"/>
                </a:lnTo>
                <a:lnTo>
                  <a:pt x="2338702" y="498815"/>
                </a:lnTo>
                <a:lnTo>
                  <a:pt x="2348446" y="475298"/>
                </a:lnTo>
                <a:lnTo>
                  <a:pt x="2358180" y="451780"/>
                </a:lnTo>
                <a:lnTo>
                  <a:pt x="2367925" y="428263"/>
                </a:lnTo>
                <a:lnTo>
                  <a:pt x="2377659" y="404746"/>
                </a:lnTo>
                <a:lnTo>
                  <a:pt x="2387403" y="381229"/>
                </a:lnTo>
                <a:lnTo>
                  <a:pt x="2397138" y="357711"/>
                </a:lnTo>
                <a:lnTo>
                  <a:pt x="2406872" y="334194"/>
                </a:lnTo>
                <a:lnTo>
                  <a:pt x="2416616" y="310677"/>
                </a:lnTo>
                <a:lnTo>
                  <a:pt x="2426351" y="287160"/>
                </a:lnTo>
                <a:lnTo>
                  <a:pt x="2436095" y="263633"/>
                </a:lnTo>
                <a:lnTo>
                  <a:pt x="2445829" y="240125"/>
                </a:lnTo>
                <a:lnTo>
                  <a:pt x="2455574" y="216598"/>
                </a:lnTo>
                <a:lnTo>
                  <a:pt x="2465308" y="193081"/>
                </a:lnTo>
                <a:lnTo>
                  <a:pt x="2475052" y="169564"/>
                </a:lnTo>
                <a:lnTo>
                  <a:pt x="2484787" y="146047"/>
                </a:lnTo>
                <a:lnTo>
                  <a:pt x="2494531" y="122530"/>
                </a:lnTo>
                <a:lnTo>
                  <a:pt x="2504265" y="99012"/>
                </a:lnTo>
                <a:lnTo>
                  <a:pt x="2514009" y="75495"/>
                </a:lnTo>
                <a:lnTo>
                  <a:pt x="2523744" y="51978"/>
                </a:lnTo>
                <a:lnTo>
                  <a:pt x="2533479" y="28461"/>
                </a:lnTo>
                <a:lnTo>
                  <a:pt x="2543223" y="4943"/>
                </a:lnTo>
                <a:lnTo>
                  <a:pt x="2531259" y="13068"/>
                </a:lnTo>
                <a:lnTo>
                  <a:pt x="2507132" y="21117"/>
                </a:lnTo>
                <a:lnTo>
                  <a:pt x="2482310" y="26718"/>
                </a:lnTo>
                <a:lnTo>
                  <a:pt x="2457250" y="31156"/>
                </a:lnTo>
                <a:lnTo>
                  <a:pt x="2432075" y="34909"/>
                </a:lnTo>
                <a:lnTo>
                  <a:pt x="2406825" y="38176"/>
                </a:lnTo>
                <a:lnTo>
                  <a:pt x="2381545" y="41081"/>
                </a:lnTo>
                <a:lnTo>
                  <a:pt x="2356218" y="43701"/>
                </a:lnTo>
                <a:lnTo>
                  <a:pt x="2330882" y="46091"/>
                </a:lnTo>
                <a:lnTo>
                  <a:pt x="2305517" y="48292"/>
                </a:lnTo>
                <a:lnTo>
                  <a:pt x="2280152" y="50321"/>
                </a:lnTo>
                <a:lnTo>
                  <a:pt x="2254768" y="52207"/>
                </a:lnTo>
                <a:lnTo>
                  <a:pt x="2229374" y="53969"/>
                </a:lnTo>
                <a:lnTo>
                  <a:pt x="2203971" y="55616"/>
                </a:lnTo>
                <a:lnTo>
                  <a:pt x="2178568" y="57160"/>
                </a:lnTo>
                <a:lnTo>
                  <a:pt x="2153155" y="58617"/>
                </a:lnTo>
                <a:lnTo>
                  <a:pt x="2127733" y="59998"/>
                </a:lnTo>
                <a:lnTo>
                  <a:pt x="2102310" y="61293"/>
                </a:lnTo>
                <a:lnTo>
                  <a:pt x="2076888" y="62513"/>
                </a:lnTo>
                <a:lnTo>
                  <a:pt x="2051456" y="63675"/>
                </a:lnTo>
                <a:lnTo>
                  <a:pt x="2026034" y="64770"/>
                </a:lnTo>
                <a:lnTo>
                  <a:pt x="2000593" y="65799"/>
                </a:lnTo>
                <a:lnTo>
                  <a:pt x="1975161" y="66780"/>
                </a:lnTo>
                <a:lnTo>
                  <a:pt x="1949729" y="67713"/>
                </a:lnTo>
                <a:lnTo>
                  <a:pt x="1924288" y="68590"/>
                </a:lnTo>
                <a:lnTo>
                  <a:pt x="1898847" y="69428"/>
                </a:lnTo>
                <a:lnTo>
                  <a:pt x="1873406" y="70209"/>
                </a:lnTo>
                <a:lnTo>
                  <a:pt x="1847964" y="70961"/>
                </a:lnTo>
                <a:lnTo>
                  <a:pt x="1822514" y="71657"/>
                </a:lnTo>
                <a:lnTo>
                  <a:pt x="1797072" y="72323"/>
                </a:lnTo>
                <a:lnTo>
                  <a:pt x="1771621" y="72942"/>
                </a:lnTo>
                <a:lnTo>
                  <a:pt x="1746180" y="73523"/>
                </a:lnTo>
                <a:lnTo>
                  <a:pt x="1720729" y="74076"/>
                </a:lnTo>
                <a:lnTo>
                  <a:pt x="1695279" y="74590"/>
                </a:lnTo>
                <a:lnTo>
                  <a:pt x="1669828" y="75067"/>
                </a:lnTo>
                <a:lnTo>
                  <a:pt x="1644377" y="75514"/>
                </a:lnTo>
                <a:lnTo>
                  <a:pt x="1618926" y="75933"/>
                </a:lnTo>
                <a:lnTo>
                  <a:pt x="1593475" y="76314"/>
                </a:lnTo>
                <a:lnTo>
                  <a:pt x="1568025" y="76667"/>
                </a:lnTo>
                <a:lnTo>
                  <a:pt x="1542574" y="76991"/>
                </a:lnTo>
                <a:lnTo>
                  <a:pt x="1517123" y="77276"/>
                </a:lnTo>
                <a:lnTo>
                  <a:pt x="1491672" y="77534"/>
                </a:lnTo>
                <a:lnTo>
                  <a:pt x="1466212" y="77762"/>
                </a:lnTo>
                <a:lnTo>
                  <a:pt x="1440761" y="77962"/>
                </a:lnTo>
                <a:lnTo>
                  <a:pt x="1415310" y="78134"/>
                </a:lnTo>
                <a:lnTo>
                  <a:pt x="1389859" y="78286"/>
                </a:lnTo>
                <a:lnTo>
                  <a:pt x="1364399" y="78400"/>
                </a:lnTo>
                <a:lnTo>
                  <a:pt x="1338948" y="78486"/>
                </a:lnTo>
                <a:lnTo>
                  <a:pt x="1313498" y="78543"/>
                </a:lnTo>
                <a:lnTo>
                  <a:pt x="1288037" y="78572"/>
                </a:lnTo>
                <a:lnTo>
                  <a:pt x="1262586" y="78572"/>
                </a:lnTo>
                <a:lnTo>
                  <a:pt x="1237136" y="78553"/>
                </a:lnTo>
                <a:lnTo>
                  <a:pt x="1211675" y="78505"/>
                </a:lnTo>
                <a:lnTo>
                  <a:pt x="1186224" y="78419"/>
                </a:lnTo>
                <a:lnTo>
                  <a:pt x="1160774" y="78305"/>
                </a:lnTo>
                <a:lnTo>
                  <a:pt x="1135313" y="78172"/>
                </a:lnTo>
                <a:lnTo>
                  <a:pt x="1109863" y="78000"/>
                </a:lnTo>
                <a:lnTo>
                  <a:pt x="1084412" y="77810"/>
                </a:lnTo>
                <a:lnTo>
                  <a:pt x="1058951" y="77581"/>
                </a:lnTo>
                <a:lnTo>
                  <a:pt x="1033501" y="77333"/>
                </a:lnTo>
                <a:lnTo>
                  <a:pt x="1008050" y="77048"/>
                </a:lnTo>
                <a:lnTo>
                  <a:pt x="982599" y="76733"/>
                </a:lnTo>
                <a:lnTo>
                  <a:pt x="957148" y="76391"/>
                </a:lnTo>
                <a:lnTo>
                  <a:pt x="931697" y="76010"/>
                </a:lnTo>
                <a:lnTo>
                  <a:pt x="906247" y="75609"/>
                </a:lnTo>
                <a:lnTo>
                  <a:pt x="880796" y="75171"/>
                </a:lnTo>
                <a:lnTo>
                  <a:pt x="855345" y="74695"/>
                </a:lnTo>
                <a:lnTo>
                  <a:pt x="829894" y="74190"/>
                </a:lnTo>
                <a:lnTo>
                  <a:pt x="804443" y="73647"/>
                </a:lnTo>
                <a:lnTo>
                  <a:pt x="779002" y="73066"/>
                </a:lnTo>
                <a:lnTo>
                  <a:pt x="753551" y="72457"/>
                </a:lnTo>
                <a:lnTo>
                  <a:pt x="728110" y="71799"/>
                </a:lnTo>
                <a:lnTo>
                  <a:pt x="702659" y="71104"/>
                </a:lnTo>
                <a:lnTo>
                  <a:pt x="677218" y="70371"/>
                </a:lnTo>
                <a:lnTo>
                  <a:pt x="651777" y="69590"/>
                </a:lnTo>
                <a:lnTo>
                  <a:pt x="626335" y="68771"/>
                </a:lnTo>
                <a:lnTo>
                  <a:pt x="600894" y="67904"/>
                </a:lnTo>
                <a:lnTo>
                  <a:pt x="575462" y="66980"/>
                </a:lnTo>
                <a:lnTo>
                  <a:pt x="550021" y="66008"/>
                </a:lnTo>
                <a:lnTo>
                  <a:pt x="524589" y="64989"/>
                </a:lnTo>
                <a:lnTo>
                  <a:pt x="499158" y="63903"/>
                </a:lnTo>
                <a:lnTo>
                  <a:pt x="473726" y="62760"/>
                </a:lnTo>
                <a:lnTo>
                  <a:pt x="448304" y="61551"/>
                </a:lnTo>
                <a:lnTo>
                  <a:pt x="422881" y="60274"/>
                </a:lnTo>
                <a:lnTo>
                  <a:pt x="397469" y="58922"/>
                </a:lnTo>
                <a:lnTo>
                  <a:pt x="372056" y="57483"/>
                </a:lnTo>
                <a:lnTo>
                  <a:pt x="346643" y="55950"/>
                </a:lnTo>
                <a:lnTo>
                  <a:pt x="321240" y="54321"/>
                </a:lnTo>
                <a:lnTo>
                  <a:pt x="295847" y="52588"/>
                </a:lnTo>
                <a:lnTo>
                  <a:pt x="270462" y="50730"/>
                </a:lnTo>
                <a:lnTo>
                  <a:pt x="245088" y="48730"/>
                </a:lnTo>
                <a:lnTo>
                  <a:pt x="219723" y="46568"/>
                </a:lnTo>
                <a:lnTo>
                  <a:pt x="194377" y="44225"/>
                </a:lnTo>
                <a:lnTo>
                  <a:pt x="169050" y="41653"/>
                </a:lnTo>
                <a:lnTo>
                  <a:pt x="143761" y="38814"/>
                </a:lnTo>
                <a:lnTo>
                  <a:pt x="118501" y="35633"/>
                </a:lnTo>
                <a:lnTo>
                  <a:pt x="93316" y="31994"/>
                </a:lnTo>
                <a:lnTo>
                  <a:pt x="68218" y="27727"/>
                </a:lnTo>
                <a:lnTo>
                  <a:pt x="43329" y="22431"/>
                </a:lnTo>
                <a:lnTo>
                  <a:pt x="18955" y="15126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48" name="funnel-step-cap-1">
            <a:extLst xmlns:a="http://schemas.openxmlformats.org/drawingml/2006/main">
              <a:ext uri="{FF2B5EF4-FFF2-40B4-BE49-F238E27FC236}">
                <a16:creationId xmlns:a16="http://schemas.microsoft.com/office/drawing/2014/main" id="{D70611B4-1DA8-4C05-9778-9691F7E26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346999" y="3300413"/>
            <a:ext cx="2545261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7EAC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49" name="funnel-step-body-2">
            <a:extLst xmlns:a="http://schemas.openxmlformats.org/drawingml/2006/main">
              <a:ext uri="{FF2B5EF4-FFF2-40B4-BE49-F238E27FC236}">
                <a16:creationId xmlns:a16="http://schemas.microsoft.com/office/drawing/2014/main" id="{B5521B46-41DC-48FC-ABFF-F8CF17933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648742" y="4333875"/>
            <a:ext cx="1938547" cy="807234"/>
          </a:xfrm>
          <a:custGeom xmlns:a="http://schemas.openxmlformats.org/drawingml/2006/main">
            <a:pathLst>
              <a:path w="1938547" h="807234">
                <a:moveTo>
                  <a:pt x="0" y="0"/>
                </a:moveTo>
                <a:lnTo>
                  <a:pt x="7268" y="19288"/>
                </a:lnTo>
                <a:lnTo>
                  <a:pt x="14535" y="38576"/>
                </a:lnTo>
                <a:lnTo>
                  <a:pt x="21803" y="57864"/>
                </a:lnTo>
                <a:lnTo>
                  <a:pt x="29061" y="77153"/>
                </a:lnTo>
                <a:lnTo>
                  <a:pt x="36328" y="96441"/>
                </a:lnTo>
                <a:lnTo>
                  <a:pt x="43596" y="115719"/>
                </a:lnTo>
                <a:lnTo>
                  <a:pt x="50864" y="135007"/>
                </a:lnTo>
                <a:lnTo>
                  <a:pt x="58131" y="154295"/>
                </a:lnTo>
                <a:lnTo>
                  <a:pt x="65399" y="173584"/>
                </a:lnTo>
                <a:lnTo>
                  <a:pt x="72657" y="192872"/>
                </a:lnTo>
                <a:lnTo>
                  <a:pt x="79924" y="212160"/>
                </a:lnTo>
                <a:lnTo>
                  <a:pt x="87192" y="231448"/>
                </a:lnTo>
                <a:lnTo>
                  <a:pt x="94459" y="250736"/>
                </a:lnTo>
                <a:lnTo>
                  <a:pt x="101727" y="270024"/>
                </a:lnTo>
                <a:lnTo>
                  <a:pt x="108995" y="289312"/>
                </a:lnTo>
                <a:lnTo>
                  <a:pt x="116262" y="308591"/>
                </a:lnTo>
                <a:lnTo>
                  <a:pt x="123520" y="327879"/>
                </a:lnTo>
                <a:lnTo>
                  <a:pt x="130788" y="347167"/>
                </a:lnTo>
                <a:lnTo>
                  <a:pt x="138055" y="366455"/>
                </a:lnTo>
                <a:lnTo>
                  <a:pt x="145323" y="385743"/>
                </a:lnTo>
                <a:lnTo>
                  <a:pt x="152591" y="405032"/>
                </a:lnTo>
                <a:lnTo>
                  <a:pt x="159858" y="424320"/>
                </a:lnTo>
                <a:lnTo>
                  <a:pt x="167116" y="443608"/>
                </a:lnTo>
                <a:lnTo>
                  <a:pt x="174384" y="462896"/>
                </a:lnTo>
                <a:lnTo>
                  <a:pt x="181651" y="482184"/>
                </a:lnTo>
                <a:lnTo>
                  <a:pt x="188919" y="501472"/>
                </a:lnTo>
                <a:lnTo>
                  <a:pt x="196186" y="520751"/>
                </a:lnTo>
                <a:lnTo>
                  <a:pt x="203454" y="540039"/>
                </a:lnTo>
                <a:lnTo>
                  <a:pt x="210722" y="559327"/>
                </a:lnTo>
                <a:lnTo>
                  <a:pt x="217980" y="578615"/>
                </a:lnTo>
                <a:lnTo>
                  <a:pt x="225247" y="597903"/>
                </a:lnTo>
                <a:lnTo>
                  <a:pt x="232515" y="617191"/>
                </a:lnTo>
                <a:lnTo>
                  <a:pt x="239782" y="636480"/>
                </a:lnTo>
                <a:lnTo>
                  <a:pt x="247050" y="655768"/>
                </a:lnTo>
                <a:lnTo>
                  <a:pt x="254318" y="675056"/>
                </a:lnTo>
                <a:lnTo>
                  <a:pt x="261576" y="694344"/>
                </a:lnTo>
                <a:lnTo>
                  <a:pt x="268843" y="713632"/>
                </a:lnTo>
                <a:lnTo>
                  <a:pt x="275358" y="733101"/>
                </a:lnTo>
                <a:lnTo>
                  <a:pt x="290046" y="747017"/>
                </a:lnTo>
                <a:lnTo>
                  <a:pt x="308877" y="755342"/>
                </a:lnTo>
                <a:lnTo>
                  <a:pt x="328536" y="761495"/>
                </a:lnTo>
                <a:lnTo>
                  <a:pt x="348539" y="766458"/>
                </a:lnTo>
                <a:lnTo>
                  <a:pt x="368722" y="770649"/>
                </a:lnTo>
                <a:lnTo>
                  <a:pt x="389011" y="774287"/>
                </a:lnTo>
                <a:lnTo>
                  <a:pt x="409365" y="777507"/>
                </a:lnTo>
                <a:lnTo>
                  <a:pt x="429768" y="780383"/>
                </a:lnTo>
                <a:lnTo>
                  <a:pt x="450218" y="782984"/>
                </a:lnTo>
                <a:lnTo>
                  <a:pt x="470697" y="785346"/>
                </a:lnTo>
                <a:lnTo>
                  <a:pt x="491185" y="787498"/>
                </a:lnTo>
                <a:lnTo>
                  <a:pt x="511702" y="789480"/>
                </a:lnTo>
                <a:lnTo>
                  <a:pt x="532238" y="791299"/>
                </a:lnTo>
                <a:lnTo>
                  <a:pt x="552774" y="792975"/>
                </a:lnTo>
                <a:lnTo>
                  <a:pt x="573329" y="794518"/>
                </a:lnTo>
                <a:lnTo>
                  <a:pt x="593893" y="795947"/>
                </a:lnTo>
                <a:lnTo>
                  <a:pt x="614458" y="797262"/>
                </a:lnTo>
                <a:lnTo>
                  <a:pt x="635032" y="798471"/>
                </a:lnTo>
                <a:lnTo>
                  <a:pt x="655615" y="799595"/>
                </a:lnTo>
                <a:lnTo>
                  <a:pt x="676199" y="800614"/>
                </a:lnTo>
                <a:lnTo>
                  <a:pt x="696792" y="801557"/>
                </a:lnTo>
                <a:lnTo>
                  <a:pt x="717385" y="802415"/>
                </a:lnTo>
                <a:lnTo>
                  <a:pt x="737978" y="803196"/>
                </a:lnTo>
                <a:lnTo>
                  <a:pt x="758571" y="803900"/>
                </a:lnTo>
                <a:lnTo>
                  <a:pt x="779174" y="804529"/>
                </a:lnTo>
                <a:lnTo>
                  <a:pt x="799776" y="805091"/>
                </a:lnTo>
                <a:lnTo>
                  <a:pt x="820379" y="805586"/>
                </a:lnTo>
                <a:lnTo>
                  <a:pt x="840991" y="806015"/>
                </a:lnTo>
                <a:lnTo>
                  <a:pt x="861593" y="806377"/>
                </a:lnTo>
                <a:lnTo>
                  <a:pt x="882206" y="806672"/>
                </a:lnTo>
                <a:lnTo>
                  <a:pt x="902818" y="806910"/>
                </a:lnTo>
                <a:lnTo>
                  <a:pt x="923420" y="807082"/>
                </a:lnTo>
                <a:lnTo>
                  <a:pt x="944032" y="807187"/>
                </a:lnTo>
                <a:lnTo>
                  <a:pt x="964644" y="807234"/>
                </a:lnTo>
                <a:lnTo>
                  <a:pt x="985256" y="807225"/>
                </a:lnTo>
                <a:lnTo>
                  <a:pt x="1005869" y="807149"/>
                </a:lnTo>
                <a:lnTo>
                  <a:pt x="1026471" y="807015"/>
                </a:lnTo>
                <a:lnTo>
                  <a:pt x="1047083" y="806825"/>
                </a:lnTo>
                <a:lnTo>
                  <a:pt x="1067695" y="806567"/>
                </a:lnTo>
                <a:lnTo>
                  <a:pt x="1088298" y="806244"/>
                </a:lnTo>
                <a:lnTo>
                  <a:pt x="1108910" y="805853"/>
                </a:lnTo>
                <a:lnTo>
                  <a:pt x="1129513" y="805396"/>
                </a:lnTo>
                <a:lnTo>
                  <a:pt x="1150115" y="804882"/>
                </a:lnTo>
                <a:lnTo>
                  <a:pt x="1170718" y="804291"/>
                </a:lnTo>
                <a:lnTo>
                  <a:pt x="1191320" y="803634"/>
                </a:lnTo>
                <a:lnTo>
                  <a:pt x="1211913" y="802900"/>
                </a:lnTo>
                <a:lnTo>
                  <a:pt x="1232516" y="802081"/>
                </a:lnTo>
                <a:lnTo>
                  <a:pt x="1253099" y="801195"/>
                </a:lnTo>
                <a:lnTo>
                  <a:pt x="1273693" y="800224"/>
                </a:lnTo>
                <a:lnTo>
                  <a:pt x="1294276" y="799167"/>
                </a:lnTo>
                <a:lnTo>
                  <a:pt x="1314850" y="798014"/>
                </a:lnTo>
                <a:lnTo>
                  <a:pt x="1335424" y="796757"/>
                </a:lnTo>
                <a:lnTo>
                  <a:pt x="1355989" y="795404"/>
                </a:lnTo>
                <a:lnTo>
                  <a:pt x="1376543" y="793928"/>
                </a:lnTo>
                <a:lnTo>
                  <a:pt x="1397098" y="792328"/>
                </a:lnTo>
                <a:lnTo>
                  <a:pt x="1417634" y="790594"/>
                </a:lnTo>
                <a:lnTo>
                  <a:pt x="1438161" y="788718"/>
                </a:lnTo>
                <a:lnTo>
                  <a:pt x="1458668" y="786670"/>
                </a:lnTo>
                <a:lnTo>
                  <a:pt x="1479156" y="784441"/>
                </a:lnTo>
                <a:lnTo>
                  <a:pt x="1499616" y="781983"/>
                </a:lnTo>
                <a:lnTo>
                  <a:pt x="1520057" y="779278"/>
                </a:lnTo>
                <a:lnTo>
                  <a:pt x="1540440" y="776278"/>
                </a:lnTo>
                <a:lnTo>
                  <a:pt x="1560776" y="772906"/>
                </a:lnTo>
                <a:lnTo>
                  <a:pt x="1581026" y="769068"/>
                </a:lnTo>
                <a:lnTo>
                  <a:pt x="1601143" y="764600"/>
                </a:lnTo>
                <a:lnTo>
                  <a:pt x="1621041" y="759247"/>
                </a:lnTo>
                <a:lnTo>
                  <a:pt x="1640481" y="752418"/>
                </a:lnTo>
                <a:lnTo>
                  <a:pt x="1658531" y="742579"/>
                </a:lnTo>
                <a:lnTo>
                  <a:pt x="1668523" y="725300"/>
                </a:lnTo>
                <a:lnTo>
                  <a:pt x="1675790" y="706012"/>
                </a:lnTo>
                <a:lnTo>
                  <a:pt x="1683058" y="686724"/>
                </a:lnTo>
                <a:lnTo>
                  <a:pt x="1690316" y="667445"/>
                </a:lnTo>
                <a:lnTo>
                  <a:pt x="1697584" y="648157"/>
                </a:lnTo>
                <a:lnTo>
                  <a:pt x="1704851" y="628869"/>
                </a:lnTo>
                <a:lnTo>
                  <a:pt x="1712119" y="609581"/>
                </a:lnTo>
                <a:lnTo>
                  <a:pt x="1719386" y="590293"/>
                </a:lnTo>
                <a:lnTo>
                  <a:pt x="1726654" y="571005"/>
                </a:lnTo>
                <a:lnTo>
                  <a:pt x="1733912" y="551717"/>
                </a:lnTo>
                <a:lnTo>
                  <a:pt x="1741180" y="532428"/>
                </a:lnTo>
                <a:lnTo>
                  <a:pt x="1748447" y="513140"/>
                </a:lnTo>
                <a:lnTo>
                  <a:pt x="1755715" y="493852"/>
                </a:lnTo>
                <a:lnTo>
                  <a:pt x="1762982" y="474574"/>
                </a:lnTo>
                <a:lnTo>
                  <a:pt x="1770250" y="455285"/>
                </a:lnTo>
                <a:lnTo>
                  <a:pt x="1777517" y="435997"/>
                </a:lnTo>
                <a:lnTo>
                  <a:pt x="1784775" y="416709"/>
                </a:lnTo>
                <a:lnTo>
                  <a:pt x="1792043" y="397421"/>
                </a:lnTo>
                <a:lnTo>
                  <a:pt x="1799311" y="378133"/>
                </a:lnTo>
                <a:lnTo>
                  <a:pt x="1806578" y="358845"/>
                </a:lnTo>
                <a:lnTo>
                  <a:pt x="1813846" y="339557"/>
                </a:lnTo>
                <a:lnTo>
                  <a:pt x="1821113" y="320269"/>
                </a:lnTo>
                <a:lnTo>
                  <a:pt x="1828381" y="300980"/>
                </a:lnTo>
                <a:lnTo>
                  <a:pt x="1835639" y="281692"/>
                </a:lnTo>
                <a:lnTo>
                  <a:pt x="1842907" y="262414"/>
                </a:lnTo>
                <a:lnTo>
                  <a:pt x="1850174" y="243126"/>
                </a:lnTo>
                <a:lnTo>
                  <a:pt x="1857442" y="223838"/>
                </a:lnTo>
                <a:lnTo>
                  <a:pt x="1864709" y="204549"/>
                </a:lnTo>
                <a:lnTo>
                  <a:pt x="1871977" y="185261"/>
                </a:lnTo>
                <a:lnTo>
                  <a:pt x="1879235" y="165973"/>
                </a:lnTo>
                <a:lnTo>
                  <a:pt x="1886502" y="146685"/>
                </a:lnTo>
                <a:lnTo>
                  <a:pt x="1893770" y="127397"/>
                </a:lnTo>
                <a:lnTo>
                  <a:pt x="1901038" y="108109"/>
                </a:lnTo>
                <a:lnTo>
                  <a:pt x="1908305" y="88821"/>
                </a:lnTo>
                <a:lnTo>
                  <a:pt x="1915573" y="69542"/>
                </a:lnTo>
                <a:lnTo>
                  <a:pt x="1922831" y="50254"/>
                </a:lnTo>
                <a:lnTo>
                  <a:pt x="1930098" y="30966"/>
                </a:lnTo>
                <a:lnTo>
                  <a:pt x="1937366" y="11678"/>
                </a:lnTo>
                <a:lnTo>
                  <a:pt x="1938547" y="7268"/>
                </a:lnTo>
                <a:lnTo>
                  <a:pt x="1921097" y="17945"/>
                </a:lnTo>
                <a:lnTo>
                  <a:pt x="1901600" y="24575"/>
                </a:lnTo>
                <a:lnTo>
                  <a:pt x="1881616" y="29632"/>
                </a:lnTo>
                <a:lnTo>
                  <a:pt x="1861433" y="33795"/>
                </a:lnTo>
                <a:lnTo>
                  <a:pt x="1841135" y="37367"/>
                </a:lnTo>
                <a:lnTo>
                  <a:pt x="1820770" y="40519"/>
                </a:lnTo>
                <a:lnTo>
                  <a:pt x="1800349" y="43339"/>
                </a:lnTo>
                <a:lnTo>
                  <a:pt x="1779899" y="45891"/>
                </a:lnTo>
                <a:lnTo>
                  <a:pt x="1759420" y="48225"/>
                </a:lnTo>
                <a:lnTo>
                  <a:pt x="1738922" y="50378"/>
                </a:lnTo>
                <a:lnTo>
                  <a:pt x="1718415" y="52378"/>
                </a:lnTo>
                <a:lnTo>
                  <a:pt x="1697888" y="54226"/>
                </a:lnTo>
                <a:lnTo>
                  <a:pt x="1677343" y="55950"/>
                </a:lnTo>
                <a:lnTo>
                  <a:pt x="1656798" y="57569"/>
                </a:lnTo>
                <a:lnTo>
                  <a:pt x="1636243" y="59084"/>
                </a:lnTo>
                <a:lnTo>
                  <a:pt x="1615688" y="60503"/>
                </a:lnTo>
                <a:lnTo>
                  <a:pt x="1595114" y="61846"/>
                </a:lnTo>
                <a:lnTo>
                  <a:pt x="1574549" y="63113"/>
                </a:lnTo>
                <a:lnTo>
                  <a:pt x="1553966" y="64303"/>
                </a:lnTo>
                <a:lnTo>
                  <a:pt x="1533392" y="65427"/>
                </a:lnTo>
                <a:lnTo>
                  <a:pt x="1512808" y="66494"/>
                </a:lnTo>
                <a:lnTo>
                  <a:pt x="1492225" y="67494"/>
                </a:lnTo>
                <a:lnTo>
                  <a:pt x="1471632" y="68437"/>
                </a:lnTo>
                <a:lnTo>
                  <a:pt x="1451039" y="69323"/>
                </a:lnTo>
                <a:lnTo>
                  <a:pt x="1430445" y="70161"/>
                </a:lnTo>
                <a:lnTo>
                  <a:pt x="1409852" y="70952"/>
                </a:lnTo>
                <a:lnTo>
                  <a:pt x="1389259" y="71695"/>
                </a:lnTo>
                <a:lnTo>
                  <a:pt x="1368657" y="72400"/>
                </a:lnTo>
                <a:lnTo>
                  <a:pt x="1348054" y="73057"/>
                </a:lnTo>
                <a:lnTo>
                  <a:pt x="1327452" y="73666"/>
                </a:lnTo>
                <a:lnTo>
                  <a:pt x="1306849" y="74238"/>
                </a:lnTo>
                <a:lnTo>
                  <a:pt x="1286246" y="74771"/>
                </a:lnTo>
                <a:lnTo>
                  <a:pt x="1265644" y="75267"/>
                </a:lnTo>
                <a:lnTo>
                  <a:pt x="1245041" y="75724"/>
                </a:lnTo>
                <a:lnTo>
                  <a:pt x="1224429" y="76143"/>
                </a:lnTo>
                <a:lnTo>
                  <a:pt x="1203827" y="76533"/>
                </a:lnTo>
                <a:lnTo>
                  <a:pt x="1183215" y="76886"/>
                </a:lnTo>
                <a:lnTo>
                  <a:pt x="1162612" y="77200"/>
                </a:lnTo>
                <a:lnTo>
                  <a:pt x="1142000" y="77486"/>
                </a:lnTo>
                <a:lnTo>
                  <a:pt x="1121388" y="77734"/>
                </a:lnTo>
                <a:lnTo>
                  <a:pt x="1100785" y="77953"/>
                </a:lnTo>
                <a:lnTo>
                  <a:pt x="1080173" y="78134"/>
                </a:lnTo>
                <a:lnTo>
                  <a:pt x="1059561" y="78286"/>
                </a:lnTo>
                <a:lnTo>
                  <a:pt x="1038949" y="78410"/>
                </a:lnTo>
                <a:lnTo>
                  <a:pt x="1018346" y="78496"/>
                </a:lnTo>
                <a:lnTo>
                  <a:pt x="997734" y="78553"/>
                </a:lnTo>
                <a:lnTo>
                  <a:pt x="977122" y="78572"/>
                </a:lnTo>
                <a:lnTo>
                  <a:pt x="956510" y="78572"/>
                </a:lnTo>
                <a:lnTo>
                  <a:pt x="935898" y="78534"/>
                </a:lnTo>
                <a:lnTo>
                  <a:pt x="915295" y="78457"/>
                </a:lnTo>
                <a:lnTo>
                  <a:pt x="894683" y="78362"/>
                </a:lnTo>
                <a:lnTo>
                  <a:pt x="874071" y="78229"/>
                </a:lnTo>
                <a:lnTo>
                  <a:pt x="853459" y="78067"/>
                </a:lnTo>
                <a:lnTo>
                  <a:pt x="832847" y="77867"/>
                </a:lnTo>
                <a:lnTo>
                  <a:pt x="812244" y="77638"/>
                </a:lnTo>
                <a:lnTo>
                  <a:pt x="791632" y="77381"/>
                </a:lnTo>
                <a:lnTo>
                  <a:pt x="771020" y="77076"/>
                </a:lnTo>
                <a:lnTo>
                  <a:pt x="750418" y="76752"/>
                </a:lnTo>
                <a:lnTo>
                  <a:pt x="729806" y="76381"/>
                </a:lnTo>
                <a:lnTo>
                  <a:pt x="709203" y="75981"/>
                </a:lnTo>
                <a:lnTo>
                  <a:pt x="688600" y="75543"/>
                </a:lnTo>
                <a:lnTo>
                  <a:pt x="667988" y="75076"/>
                </a:lnTo>
                <a:lnTo>
                  <a:pt x="647386" y="74562"/>
                </a:lnTo>
                <a:lnTo>
                  <a:pt x="626783" y="74019"/>
                </a:lnTo>
                <a:lnTo>
                  <a:pt x="606181" y="73428"/>
                </a:lnTo>
                <a:lnTo>
                  <a:pt x="585578" y="72800"/>
                </a:lnTo>
                <a:lnTo>
                  <a:pt x="564985" y="72123"/>
                </a:lnTo>
                <a:lnTo>
                  <a:pt x="544382" y="71409"/>
                </a:lnTo>
                <a:lnTo>
                  <a:pt x="523789" y="70647"/>
                </a:lnTo>
                <a:lnTo>
                  <a:pt x="503196" y="69837"/>
                </a:lnTo>
                <a:lnTo>
                  <a:pt x="482603" y="68980"/>
                </a:lnTo>
                <a:lnTo>
                  <a:pt x="462010" y="68066"/>
                </a:lnTo>
                <a:lnTo>
                  <a:pt x="441417" y="67094"/>
                </a:lnTo>
                <a:lnTo>
                  <a:pt x="420834" y="66075"/>
                </a:lnTo>
                <a:lnTo>
                  <a:pt x="400250" y="64989"/>
                </a:lnTo>
                <a:lnTo>
                  <a:pt x="379676" y="63837"/>
                </a:lnTo>
                <a:lnTo>
                  <a:pt x="359102" y="62627"/>
                </a:lnTo>
                <a:lnTo>
                  <a:pt x="338528" y="61331"/>
                </a:lnTo>
                <a:lnTo>
                  <a:pt x="317964" y="59960"/>
                </a:lnTo>
                <a:lnTo>
                  <a:pt x="297409" y="58493"/>
                </a:lnTo>
                <a:lnTo>
                  <a:pt x="276854" y="56940"/>
                </a:lnTo>
                <a:lnTo>
                  <a:pt x="256318" y="55283"/>
                </a:lnTo>
                <a:lnTo>
                  <a:pt x="235782" y="53511"/>
                </a:lnTo>
                <a:lnTo>
                  <a:pt x="215255" y="51606"/>
                </a:lnTo>
                <a:lnTo>
                  <a:pt x="194748" y="49549"/>
                </a:lnTo>
                <a:lnTo>
                  <a:pt x="174260" y="47330"/>
                </a:lnTo>
                <a:lnTo>
                  <a:pt x="153791" y="44910"/>
                </a:lnTo>
                <a:lnTo>
                  <a:pt x="133350" y="42262"/>
                </a:lnTo>
                <a:lnTo>
                  <a:pt x="112957" y="39319"/>
                </a:lnTo>
                <a:lnTo>
                  <a:pt x="92612" y="36014"/>
                </a:lnTo>
                <a:lnTo>
                  <a:pt x="72352" y="32233"/>
                </a:lnTo>
                <a:lnTo>
                  <a:pt x="52226" y="27765"/>
                </a:lnTo>
                <a:lnTo>
                  <a:pt x="32385" y="22212"/>
                </a:lnTo>
                <a:lnTo>
                  <a:pt x="13287" y="14526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78A8D5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50" name="funnel-step-cap-2">
            <a:extLst xmlns:a="http://schemas.openxmlformats.org/drawingml/2006/main">
              <a:ext uri="{FF2B5EF4-FFF2-40B4-BE49-F238E27FC236}">
                <a16:creationId xmlns:a16="http://schemas.microsoft.com/office/drawing/2014/main" id="{800478D4-0E10-45FD-A91D-F0D9EF9A7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648751" y="4210050"/>
            <a:ext cx="1941747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8A8D5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51" name="funnel-step-body-3">
            <a:extLst xmlns:a="http://schemas.openxmlformats.org/drawingml/2006/main">
              <a:ext uri="{FF2B5EF4-FFF2-40B4-BE49-F238E27FC236}">
                <a16:creationId xmlns:a16="http://schemas.microsoft.com/office/drawing/2014/main" id="{AC4A8A2F-1015-46A1-B5B5-A68FACD65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23252" y="5243513"/>
            <a:ext cx="1390888" cy="807234"/>
          </a:xfrm>
          <a:custGeom xmlns:a="http://schemas.openxmlformats.org/drawingml/2006/main">
            <a:pathLst>
              <a:path w="1390888" h="807234">
                <a:moveTo>
                  <a:pt x="0" y="0"/>
                </a:moveTo>
                <a:lnTo>
                  <a:pt x="6363" y="17955"/>
                </a:lnTo>
                <a:lnTo>
                  <a:pt x="12725" y="35909"/>
                </a:lnTo>
                <a:lnTo>
                  <a:pt x="19088" y="53864"/>
                </a:lnTo>
                <a:lnTo>
                  <a:pt x="25451" y="71819"/>
                </a:lnTo>
                <a:lnTo>
                  <a:pt x="31814" y="89773"/>
                </a:lnTo>
                <a:lnTo>
                  <a:pt x="38176" y="107728"/>
                </a:lnTo>
                <a:lnTo>
                  <a:pt x="44539" y="125682"/>
                </a:lnTo>
                <a:lnTo>
                  <a:pt x="50902" y="143637"/>
                </a:lnTo>
                <a:lnTo>
                  <a:pt x="57264" y="161592"/>
                </a:lnTo>
                <a:lnTo>
                  <a:pt x="63627" y="179546"/>
                </a:lnTo>
                <a:lnTo>
                  <a:pt x="69990" y="197501"/>
                </a:lnTo>
                <a:lnTo>
                  <a:pt x="76352" y="215456"/>
                </a:lnTo>
                <a:lnTo>
                  <a:pt x="82715" y="233410"/>
                </a:lnTo>
                <a:lnTo>
                  <a:pt x="89078" y="251365"/>
                </a:lnTo>
                <a:lnTo>
                  <a:pt x="95441" y="269319"/>
                </a:lnTo>
                <a:lnTo>
                  <a:pt x="101803" y="287274"/>
                </a:lnTo>
                <a:lnTo>
                  <a:pt x="108166" y="305229"/>
                </a:lnTo>
                <a:lnTo>
                  <a:pt x="114529" y="323183"/>
                </a:lnTo>
                <a:lnTo>
                  <a:pt x="120891" y="341138"/>
                </a:lnTo>
                <a:lnTo>
                  <a:pt x="127254" y="359093"/>
                </a:lnTo>
                <a:lnTo>
                  <a:pt x="133617" y="377047"/>
                </a:lnTo>
                <a:lnTo>
                  <a:pt x="139979" y="395002"/>
                </a:lnTo>
                <a:lnTo>
                  <a:pt x="146342" y="412956"/>
                </a:lnTo>
                <a:lnTo>
                  <a:pt x="152705" y="430911"/>
                </a:lnTo>
                <a:lnTo>
                  <a:pt x="159068" y="448866"/>
                </a:lnTo>
                <a:lnTo>
                  <a:pt x="165430" y="466820"/>
                </a:lnTo>
                <a:lnTo>
                  <a:pt x="171793" y="484775"/>
                </a:lnTo>
                <a:lnTo>
                  <a:pt x="178156" y="502730"/>
                </a:lnTo>
                <a:lnTo>
                  <a:pt x="184518" y="520684"/>
                </a:lnTo>
                <a:lnTo>
                  <a:pt x="190881" y="538639"/>
                </a:lnTo>
                <a:lnTo>
                  <a:pt x="197244" y="556593"/>
                </a:lnTo>
                <a:lnTo>
                  <a:pt x="203606" y="574548"/>
                </a:lnTo>
                <a:lnTo>
                  <a:pt x="209969" y="592503"/>
                </a:lnTo>
                <a:lnTo>
                  <a:pt x="216332" y="610457"/>
                </a:lnTo>
                <a:lnTo>
                  <a:pt x="222695" y="628412"/>
                </a:lnTo>
                <a:lnTo>
                  <a:pt x="229057" y="646367"/>
                </a:lnTo>
                <a:lnTo>
                  <a:pt x="235420" y="664321"/>
                </a:lnTo>
                <a:lnTo>
                  <a:pt x="241783" y="682276"/>
                </a:lnTo>
                <a:lnTo>
                  <a:pt x="248145" y="700230"/>
                </a:lnTo>
                <a:lnTo>
                  <a:pt x="254508" y="718185"/>
                </a:lnTo>
                <a:lnTo>
                  <a:pt x="259861" y="736368"/>
                </a:lnTo>
                <a:lnTo>
                  <a:pt x="272310" y="750494"/>
                </a:lnTo>
                <a:lnTo>
                  <a:pt x="288808" y="759952"/>
                </a:lnTo>
                <a:lnTo>
                  <a:pt x="306476" y="767048"/>
                </a:lnTo>
                <a:lnTo>
                  <a:pt x="324650" y="772744"/>
                </a:lnTo>
                <a:lnTo>
                  <a:pt x="343091" y="777507"/>
                </a:lnTo>
                <a:lnTo>
                  <a:pt x="361693" y="781583"/>
                </a:lnTo>
                <a:lnTo>
                  <a:pt x="380409" y="785127"/>
                </a:lnTo>
                <a:lnTo>
                  <a:pt x="399202" y="788232"/>
                </a:lnTo>
                <a:lnTo>
                  <a:pt x="418052" y="790985"/>
                </a:lnTo>
                <a:lnTo>
                  <a:pt x="436950" y="793423"/>
                </a:lnTo>
                <a:lnTo>
                  <a:pt x="455867" y="795595"/>
                </a:lnTo>
                <a:lnTo>
                  <a:pt x="474821" y="797528"/>
                </a:lnTo>
                <a:lnTo>
                  <a:pt x="493795" y="799243"/>
                </a:lnTo>
                <a:lnTo>
                  <a:pt x="512778" y="800757"/>
                </a:lnTo>
                <a:lnTo>
                  <a:pt x="531781" y="802091"/>
                </a:lnTo>
                <a:lnTo>
                  <a:pt x="550793" y="803253"/>
                </a:lnTo>
                <a:lnTo>
                  <a:pt x="569814" y="804253"/>
                </a:lnTo>
                <a:lnTo>
                  <a:pt x="588845" y="805101"/>
                </a:lnTo>
                <a:lnTo>
                  <a:pt x="607886" y="805796"/>
                </a:lnTo>
                <a:lnTo>
                  <a:pt x="626926" y="806358"/>
                </a:lnTo>
                <a:lnTo>
                  <a:pt x="645966" y="806777"/>
                </a:lnTo>
                <a:lnTo>
                  <a:pt x="665016" y="807063"/>
                </a:lnTo>
                <a:lnTo>
                  <a:pt x="684066" y="807215"/>
                </a:lnTo>
                <a:lnTo>
                  <a:pt x="703107" y="807234"/>
                </a:lnTo>
                <a:lnTo>
                  <a:pt x="722157" y="807120"/>
                </a:lnTo>
                <a:lnTo>
                  <a:pt x="741207" y="806872"/>
                </a:lnTo>
                <a:lnTo>
                  <a:pt x="760247" y="806491"/>
                </a:lnTo>
                <a:lnTo>
                  <a:pt x="779288" y="805977"/>
                </a:lnTo>
                <a:lnTo>
                  <a:pt x="798328" y="805320"/>
                </a:lnTo>
                <a:lnTo>
                  <a:pt x="817359" y="804520"/>
                </a:lnTo>
                <a:lnTo>
                  <a:pt x="836390" y="803558"/>
                </a:lnTo>
                <a:lnTo>
                  <a:pt x="855402" y="802443"/>
                </a:lnTo>
                <a:lnTo>
                  <a:pt x="874405" y="801167"/>
                </a:lnTo>
                <a:lnTo>
                  <a:pt x="893397" y="799700"/>
                </a:lnTo>
                <a:lnTo>
                  <a:pt x="912381" y="798052"/>
                </a:lnTo>
                <a:lnTo>
                  <a:pt x="931335" y="796185"/>
                </a:lnTo>
                <a:lnTo>
                  <a:pt x="950262" y="794090"/>
                </a:lnTo>
                <a:lnTo>
                  <a:pt x="969169" y="791728"/>
                </a:lnTo>
                <a:lnTo>
                  <a:pt x="988028" y="789070"/>
                </a:lnTo>
                <a:lnTo>
                  <a:pt x="1006840" y="786079"/>
                </a:lnTo>
                <a:lnTo>
                  <a:pt x="1025585" y="782669"/>
                </a:lnTo>
                <a:lnTo>
                  <a:pt x="1044226" y="778764"/>
                </a:lnTo>
                <a:lnTo>
                  <a:pt x="1062723" y="774230"/>
                </a:lnTo>
                <a:lnTo>
                  <a:pt x="1080992" y="768829"/>
                </a:lnTo>
                <a:lnTo>
                  <a:pt x="1098852" y="762219"/>
                </a:lnTo>
                <a:lnTo>
                  <a:pt x="1115816" y="753608"/>
                </a:lnTo>
                <a:lnTo>
                  <a:pt x="1130103" y="741188"/>
                </a:lnTo>
                <a:lnTo>
                  <a:pt x="1136371" y="723433"/>
                </a:lnTo>
                <a:lnTo>
                  <a:pt x="1142733" y="705479"/>
                </a:lnTo>
                <a:lnTo>
                  <a:pt x="1149096" y="687524"/>
                </a:lnTo>
                <a:lnTo>
                  <a:pt x="1155459" y="669569"/>
                </a:lnTo>
                <a:lnTo>
                  <a:pt x="1161821" y="651615"/>
                </a:lnTo>
                <a:lnTo>
                  <a:pt x="1168184" y="633660"/>
                </a:lnTo>
                <a:lnTo>
                  <a:pt x="1174547" y="615706"/>
                </a:lnTo>
                <a:lnTo>
                  <a:pt x="1180910" y="597751"/>
                </a:lnTo>
                <a:lnTo>
                  <a:pt x="1187272" y="579796"/>
                </a:lnTo>
                <a:lnTo>
                  <a:pt x="1193635" y="561842"/>
                </a:lnTo>
                <a:lnTo>
                  <a:pt x="1199998" y="543887"/>
                </a:lnTo>
                <a:lnTo>
                  <a:pt x="1206360" y="525932"/>
                </a:lnTo>
                <a:lnTo>
                  <a:pt x="1212723" y="507978"/>
                </a:lnTo>
                <a:lnTo>
                  <a:pt x="1219086" y="490023"/>
                </a:lnTo>
                <a:lnTo>
                  <a:pt x="1225448" y="472069"/>
                </a:lnTo>
                <a:lnTo>
                  <a:pt x="1231811" y="454114"/>
                </a:lnTo>
                <a:lnTo>
                  <a:pt x="1238174" y="436159"/>
                </a:lnTo>
                <a:lnTo>
                  <a:pt x="1244537" y="418205"/>
                </a:lnTo>
                <a:lnTo>
                  <a:pt x="1250899" y="400250"/>
                </a:lnTo>
                <a:lnTo>
                  <a:pt x="1257262" y="382295"/>
                </a:lnTo>
                <a:lnTo>
                  <a:pt x="1263625" y="364341"/>
                </a:lnTo>
                <a:lnTo>
                  <a:pt x="1269987" y="346386"/>
                </a:lnTo>
                <a:lnTo>
                  <a:pt x="1276350" y="328432"/>
                </a:lnTo>
                <a:lnTo>
                  <a:pt x="1282713" y="310477"/>
                </a:lnTo>
                <a:lnTo>
                  <a:pt x="1289085" y="292522"/>
                </a:lnTo>
                <a:lnTo>
                  <a:pt x="1295448" y="274568"/>
                </a:lnTo>
                <a:lnTo>
                  <a:pt x="1301810" y="256613"/>
                </a:lnTo>
                <a:lnTo>
                  <a:pt x="1308173" y="238658"/>
                </a:lnTo>
                <a:lnTo>
                  <a:pt x="1314536" y="220704"/>
                </a:lnTo>
                <a:lnTo>
                  <a:pt x="1320898" y="202749"/>
                </a:lnTo>
                <a:lnTo>
                  <a:pt x="1327261" y="184795"/>
                </a:lnTo>
                <a:lnTo>
                  <a:pt x="1333624" y="166840"/>
                </a:lnTo>
                <a:lnTo>
                  <a:pt x="1339987" y="148885"/>
                </a:lnTo>
                <a:lnTo>
                  <a:pt x="1346349" y="130931"/>
                </a:lnTo>
                <a:lnTo>
                  <a:pt x="1352712" y="112976"/>
                </a:lnTo>
                <a:lnTo>
                  <a:pt x="1359075" y="95021"/>
                </a:lnTo>
                <a:lnTo>
                  <a:pt x="1365437" y="77067"/>
                </a:lnTo>
                <a:lnTo>
                  <a:pt x="1371800" y="59112"/>
                </a:lnTo>
                <a:lnTo>
                  <a:pt x="1378163" y="41158"/>
                </a:lnTo>
                <a:lnTo>
                  <a:pt x="1384525" y="23203"/>
                </a:lnTo>
                <a:lnTo>
                  <a:pt x="1390888" y="5248"/>
                </a:lnTo>
                <a:lnTo>
                  <a:pt x="1386716" y="11630"/>
                </a:lnTo>
                <a:lnTo>
                  <a:pt x="1370648" y="21698"/>
                </a:lnTo>
                <a:lnTo>
                  <a:pt x="1352893" y="28575"/>
                </a:lnTo>
                <a:lnTo>
                  <a:pt x="1334614" y="33928"/>
                </a:lnTo>
                <a:lnTo>
                  <a:pt x="1316088" y="38376"/>
                </a:lnTo>
                <a:lnTo>
                  <a:pt x="1297429" y="42196"/>
                </a:lnTo>
                <a:lnTo>
                  <a:pt x="1278684" y="45558"/>
                </a:lnTo>
                <a:lnTo>
                  <a:pt x="1259872" y="48549"/>
                </a:lnTo>
                <a:lnTo>
                  <a:pt x="1241012" y="51245"/>
                </a:lnTo>
                <a:lnTo>
                  <a:pt x="1222124" y="53702"/>
                </a:lnTo>
                <a:lnTo>
                  <a:pt x="1203208" y="55940"/>
                </a:lnTo>
                <a:lnTo>
                  <a:pt x="1184272" y="57998"/>
                </a:lnTo>
                <a:lnTo>
                  <a:pt x="1165317" y="59893"/>
                </a:lnTo>
                <a:lnTo>
                  <a:pt x="1146353" y="61646"/>
                </a:lnTo>
                <a:lnTo>
                  <a:pt x="1127369" y="63275"/>
                </a:lnTo>
                <a:lnTo>
                  <a:pt x="1108377" y="64789"/>
                </a:lnTo>
                <a:lnTo>
                  <a:pt x="1089384" y="66180"/>
                </a:lnTo>
                <a:lnTo>
                  <a:pt x="1070381" y="67485"/>
                </a:lnTo>
                <a:lnTo>
                  <a:pt x="1051370" y="68685"/>
                </a:lnTo>
                <a:lnTo>
                  <a:pt x="1032358" y="69809"/>
                </a:lnTo>
                <a:lnTo>
                  <a:pt x="1013336" y="70847"/>
                </a:lnTo>
                <a:lnTo>
                  <a:pt x="994305" y="71799"/>
                </a:lnTo>
                <a:lnTo>
                  <a:pt x="975284" y="72685"/>
                </a:lnTo>
                <a:lnTo>
                  <a:pt x="956253" y="73495"/>
                </a:lnTo>
                <a:lnTo>
                  <a:pt x="937212" y="74247"/>
                </a:lnTo>
                <a:lnTo>
                  <a:pt x="918181" y="74924"/>
                </a:lnTo>
                <a:lnTo>
                  <a:pt x="899141" y="75533"/>
                </a:lnTo>
                <a:lnTo>
                  <a:pt x="880100" y="76095"/>
                </a:lnTo>
                <a:lnTo>
                  <a:pt x="861060" y="76591"/>
                </a:lnTo>
                <a:lnTo>
                  <a:pt x="842010" y="77029"/>
                </a:lnTo>
                <a:lnTo>
                  <a:pt x="822970" y="77410"/>
                </a:lnTo>
                <a:lnTo>
                  <a:pt x="803920" y="77734"/>
                </a:lnTo>
                <a:lnTo>
                  <a:pt x="784879" y="78010"/>
                </a:lnTo>
                <a:lnTo>
                  <a:pt x="765829" y="78229"/>
                </a:lnTo>
                <a:lnTo>
                  <a:pt x="746779" y="78400"/>
                </a:lnTo>
                <a:lnTo>
                  <a:pt x="727729" y="78505"/>
                </a:lnTo>
                <a:lnTo>
                  <a:pt x="708679" y="78562"/>
                </a:lnTo>
                <a:lnTo>
                  <a:pt x="689639" y="78572"/>
                </a:lnTo>
                <a:lnTo>
                  <a:pt x="670589" y="78524"/>
                </a:lnTo>
                <a:lnTo>
                  <a:pt x="651539" y="78429"/>
                </a:lnTo>
                <a:lnTo>
                  <a:pt x="632489" y="78286"/>
                </a:lnTo>
                <a:lnTo>
                  <a:pt x="613439" y="78086"/>
                </a:lnTo>
                <a:lnTo>
                  <a:pt x="594398" y="77819"/>
                </a:lnTo>
                <a:lnTo>
                  <a:pt x="575348" y="77514"/>
                </a:lnTo>
                <a:lnTo>
                  <a:pt x="556308" y="77143"/>
                </a:lnTo>
                <a:lnTo>
                  <a:pt x="537258" y="76724"/>
                </a:lnTo>
                <a:lnTo>
                  <a:pt x="518217" y="76248"/>
                </a:lnTo>
                <a:lnTo>
                  <a:pt x="499177" y="75705"/>
                </a:lnTo>
                <a:lnTo>
                  <a:pt x="480136" y="75105"/>
                </a:lnTo>
                <a:lnTo>
                  <a:pt x="461096" y="74447"/>
                </a:lnTo>
                <a:lnTo>
                  <a:pt x="442065" y="73724"/>
                </a:lnTo>
                <a:lnTo>
                  <a:pt x="423034" y="72933"/>
                </a:lnTo>
                <a:lnTo>
                  <a:pt x="404003" y="72066"/>
                </a:lnTo>
                <a:lnTo>
                  <a:pt x="384981" y="71133"/>
                </a:lnTo>
                <a:lnTo>
                  <a:pt x="365960" y="70123"/>
                </a:lnTo>
                <a:lnTo>
                  <a:pt x="346939" y="69028"/>
                </a:lnTo>
                <a:lnTo>
                  <a:pt x="327927" y="67847"/>
                </a:lnTo>
                <a:lnTo>
                  <a:pt x="308924" y="66580"/>
                </a:lnTo>
                <a:lnTo>
                  <a:pt x="289922" y="65199"/>
                </a:lnTo>
                <a:lnTo>
                  <a:pt x="270929" y="63732"/>
                </a:lnTo>
                <a:lnTo>
                  <a:pt x="251946" y="62141"/>
                </a:lnTo>
                <a:lnTo>
                  <a:pt x="232982" y="60427"/>
                </a:lnTo>
                <a:lnTo>
                  <a:pt x="214017" y="58569"/>
                </a:lnTo>
                <a:lnTo>
                  <a:pt x="195072" y="56559"/>
                </a:lnTo>
                <a:lnTo>
                  <a:pt x="176155" y="54378"/>
                </a:lnTo>
                <a:lnTo>
                  <a:pt x="157258" y="51987"/>
                </a:lnTo>
                <a:lnTo>
                  <a:pt x="138389" y="49368"/>
                </a:lnTo>
                <a:lnTo>
                  <a:pt x="119558" y="46463"/>
                </a:lnTo>
                <a:lnTo>
                  <a:pt x="100794" y="43224"/>
                </a:lnTo>
                <a:lnTo>
                  <a:pt x="82096" y="39548"/>
                </a:lnTo>
                <a:lnTo>
                  <a:pt x="63532" y="35309"/>
                </a:lnTo>
                <a:lnTo>
                  <a:pt x="45168" y="30261"/>
                </a:lnTo>
                <a:lnTo>
                  <a:pt x="27203" y="23927"/>
                </a:lnTo>
                <a:lnTo>
                  <a:pt x="10363" y="15116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78A8D5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52" name="funnel-step-cap-3">
            <a:extLst xmlns:a="http://schemas.openxmlformats.org/drawingml/2006/main">
              <a:ext uri="{FF2B5EF4-FFF2-40B4-BE49-F238E27FC236}">
                <a16:creationId xmlns:a16="http://schemas.microsoft.com/office/drawing/2014/main" id="{CAF2495B-EC11-4A42-9154-9FCE58519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23271" y="5119688"/>
            <a:ext cx="1392707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8A8D5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53" name="funnel-flow-arrow">
            <a:extLst xmlns:a="http://schemas.openxmlformats.org/drawingml/2006/main">
              <a:ext uri="{FF2B5EF4-FFF2-40B4-BE49-F238E27FC236}">
                <a16:creationId xmlns:a16="http://schemas.microsoft.com/office/drawing/2014/main" id="{246FDAF7-BB1A-46B8-9307-BC25E0B70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52850" y="2466975"/>
            <a:ext cx="1733550" cy="3631149"/>
          </a:xfrm>
          <a:custGeom xmlns:a="http://schemas.openxmlformats.org/drawingml/2006/main">
            <a:pathLst>
              <a:path w="1733550" h="3631149">
                <a:moveTo>
                  <a:pt x="0" y="0"/>
                </a:moveTo>
                <a:lnTo>
                  <a:pt x="0" y="42824"/>
                </a:lnTo>
                <a:lnTo>
                  <a:pt x="8630" y="84668"/>
                </a:lnTo>
                <a:lnTo>
                  <a:pt x="18345" y="126378"/>
                </a:lnTo>
                <a:lnTo>
                  <a:pt x="28061" y="168088"/>
                </a:lnTo>
                <a:lnTo>
                  <a:pt x="37776" y="209807"/>
                </a:lnTo>
                <a:lnTo>
                  <a:pt x="47492" y="251517"/>
                </a:lnTo>
                <a:lnTo>
                  <a:pt x="57207" y="293227"/>
                </a:lnTo>
                <a:lnTo>
                  <a:pt x="66923" y="334947"/>
                </a:lnTo>
                <a:lnTo>
                  <a:pt x="76638" y="376657"/>
                </a:lnTo>
                <a:lnTo>
                  <a:pt x="86354" y="418367"/>
                </a:lnTo>
                <a:lnTo>
                  <a:pt x="96069" y="460077"/>
                </a:lnTo>
                <a:lnTo>
                  <a:pt x="105785" y="501796"/>
                </a:lnTo>
                <a:lnTo>
                  <a:pt x="115500" y="543506"/>
                </a:lnTo>
                <a:lnTo>
                  <a:pt x="125216" y="585216"/>
                </a:lnTo>
                <a:lnTo>
                  <a:pt x="134931" y="626926"/>
                </a:lnTo>
                <a:lnTo>
                  <a:pt x="144647" y="668645"/>
                </a:lnTo>
                <a:lnTo>
                  <a:pt x="154362" y="710355"/>
                </a:lnTo>
                <a:lnTo>
                  <a:pt x="164078" y="752065"/>
                </a:lnTo>
                <a:lnTo>
                  <a:pt x="173793" y="793785"/>
                </a:lnTo>
                <a:lnTo>
                  <a:pt x="183509" y="835495"/>
                </a:lnTo>
                <a:lnTo>
                  <a:pt x="193224" y="877205"/>
                </a:lnTo>
                <a:lnTo>
                  <a:pt x="201378" y="919248"/>
                </a:lnTo>
                <a:lnTo>
                  <a:pt x="209312" y="961339"/>
                </a:lnTo>
                <a:lnTo>
                  <a:pt x="216751" y="1003516"/>
                </a:lnTo>
                <a:lnTo>
                  <a:pt x="224190" y="1045693"/>
                </a:lnTo>
                <a:lnTo>
                  <a:pt x="231629" y="1087869"/>
                </a:lnTo>
                <a:lnTo>
                  <a:pt x="239068" y="1130046"/>
                </a:lnTo>
                <a:lnTo>
                  <a:pt x="246507" y="1172223"/>
                </a:lnTo>
                <a:lnTo>
                  <a:pt x="253946" y="1214409"/>
                </a:lnTo>
                <a:lnTo>
                  <a:pt x="261385" y="1256586"/>
                </a:lnTo>
                <a:lnTo>
                  <a:pt x="268815" y="1298762"/>
                </a:lnTo>
                <a:lnTo>
                  <a:pt x="276254" y="1340939"/>
                </a:lnTo>
                <a:lnTo>
                  <a:pt x="283693" y="1383116"/>
                </a:lnTo>
                <a:lnTo>
                  <a:pt x="291132" y="1425292"/>
                </a:lnTo>
                <a:lnTo>
                  <a:pt x="298571" y="1467479"/>
                </a:lnTo>
                <a:lnTo>
                  <a:pt x="306010" y="1509655"/>
                </a:lnTo>
                <a:lnTo>
                  <a:pt x="313449" y="1551832"/>
                </a:lnTo>
                <a:lnTo>
                  <a:pt x="320888" y="1594009"/>
                </a:lnTo>
                <a:lnTo>
                  <a:pt x="328317" y="1636185"/>
                </a:lnTo>
                <a:lnTo>
                  <a:pt x="335756" y="1678362"/>
                </a:lnTo>
                <a:lnTo>
                  <a:pt x="343195" y="1720548"/>
                </a:lnTo>
                <a:lnTo>
                  <a:pt x="350634" y="1762725"/>
                </a:lnTo>
                <a:lnTo>
                  <a:pt x="357930" y="1804921"/>
                </a:lnTo>
                <a:lnTo>
                  <a:pt x="364960" y="1847174"/>
                </a:lnTo>
                <a:lnTo>
                  <a:pt x="371846" y="1889446"/>
                </a:lnTo>
                <a:lnTo>
                  <a:pt x="378619" y="1931737"/>
                </a:lnTo>
                <a:lnTo>
                  <a:pt x="385391" y="1974028"/>
                </a:lnTo>
                <a:lnTo>
                  <a:pt x="392163" y="2016319"/>
                </a:lnTo>
                <a:lnTo>
                  <a:pt x="398936" y="2058610"/>
                </a:lnTo>
                <a:lnTo>
                  <a:pt x="405698" y="2100901"/>
                </a:lnTo>
                <a:lnTo>
                  <a:pt x="412471" y="2143192"/>
                </a:lnTo>
                <a:lnTo>
                  <a:pt x="419243" y="2185483"/>
                </a:lnTo>
                <a:lnTo>
                  <a:pt x="426015" y="2227764"/>
                </a:lnTo>
                <a:lnTo>
                  <a:pt x="432787" y="2270055"/>
                </a:lnTo>
                <a:lnTo>
                  <a:pt x="439560" y="2312346"/>
                </a:lnTo>
                <a:lnTo>
                  <a:pt x="446332" y="2354637"/>
                </a:lnTo>
                <a:lnTo>
                  <a:pt x="453104" y="2396928"/>
                </a:lnTo>
                <a:lnTo>
                  <a:pt x="459877" y="2439219"/>
                </a:lnTo>
                <a:lnTo>
                  <a:pt x="466649" y="2481510"/>
                </a:lnTo>
                <a:lnTo>
                  <a:pt x="473412" y="2523801"/>
                </a:lnTo>
                <a:lnTo>
                  <a:pt x="480184" y="2566092"/>
                </a:lnTo>
                <a:lnTo>
                  <a:pt x="486956" y="2608383"/>
                </a:lnTo>
                <a:lnTo>
                  <a:pt x="493728" y="2650674"/>
                </a:lnTo>
                <a:lnTo>
                  <a:pt x="500501" y="2692965"/>
                </a:lnTo>
                <a:lnTo>
                  <a:pt x="507101" y="2735285"/>
                </a:lnTo>
                <a:lnTo>
                  <a:pt x="513655" y="2777604"/>
                </a:lnTo>
                <a:lnTo>
                  <a:pt x="520151" y="2819933"/>
                </a:lnTo>
                <a:lnTo>
                  <a:pt x="526656" y="2862272"/>
                </a:lnTo>
                <a:lnTo>
                  <a:pt x="533152" y="2904601"/>
                </a:lnTo>
                <a:lnTo>
                  <a:pt x="539648" y="2946940"/>
                </a:lnTo>
                <a:lnTo>
                  <a:pt x="503596" y="2952750"/>
                </a:lnTo>
                <a:lnTo>
                  <a:pt x="460762" y="2952750"/>
                </a:lnTo>
                <a:lnTo>
                  <a:pt x="417938" y="2952750"/>
                </a:lnTo>
                <a:lnTo>
                  <a:pt x="375104" y="2952750"/>
                </a:lnTo>
                <a:lnTo>
                  <a:pt x="332280" y="2952750"/>
                </a:lnTo>
                <a:lnTo>
                  <a:pt x="289446" y="2952750"/>
                </a:lnTo>
                <a:lnTo>
                  <a:pt x="246621" y="2952750"/>
                </a:lnTo>
                <a:lnTo>
                  <a:pt x="225571" y="2962113"/>
                </a:lnTo>
                <a:lnTo>
                  <a:pt x="255032" y="2993193"/>
                </a:lnTo>
                <a:lnTo>
                  <a:pt x="284502" y="3024283"/>
                </a:lnTo>
                <a:lnTo>
                  <a:pt x="313963" y="3055363"/>
                </a:lnTo>
                <a:lnTo>
                  <a:pt x="343424" y="3086443"/>
                </a:lnTo>
                <a:lnTo>
                  <a:pt x="372894" y="3117533"/>
                </a:lnTo>
                <a:lnTo>
                  <a:pt x="402355" y="3148613"/>
                </a:lnTo>
                <a:lnTo>
                  <a:pt x="431825" y="3179702"/>
                </a:lnTo>
                <a:lnTo>
                  <a:pt x="461286" y="3210782"/>
                </a:lnTo>
                <a:lnTo>
                  <a:pt x="490747" y="3241862"/>
                </a:lnTo>
                <a:lnTo>
                  <a:pt x="520217" y="3272952"/>
                </a:lnTo>
                <a:lnTo>
                  <a:pt x="549678" y="3304032"/>
                </a:lnTo>
                <a:lnTo>
                  <a:pt x="579139" y="3335112"/>
                </a:lnTo>
                <a:lnTo>
                  <a:pt x="608609" y="3366202"/>
                </a:lnTo>
                <a:lnTo>
                  <a:pt x="638070" y="3397282"/>
                </a:lnTo>
                <a:lnTo>
                  <a:pt x="667541" y="3428362"/>
                </a:lnTo>
                <a:lnTo>
                  <a:pt x="697001" y="3459451"/>
                </a:lnTo>
                <a:lnTo>
                  <a:pt x="726462" y="3490532"/>
                </a:lnTo>
                <a:lnTo>
                  <a:pt x="755933" y="3521612"/>
                </a:lnTo>
                <a:lnTo>
                  <a:pt x="785393" y="3552701"/>
                </a:lnTo>
                <a:lnTo>
                  <a:pt x="814854" y="3583781"/>
                </a:lnTo>
                <a:lnTo>
                  <a:pt x="844325" y="3614861"/>
                </a:lnTo>
                <a:lnTo>
                  <a:pt x="873785" y="3631149"/>
                </a:lnTo>
                <a:lnTo>
                  <a:pt x="903256" y="3600069"/>
                </a:lnTo>
                <a:lnTo>
                  <a:pt x="932717" y="3568989"/>
                </a:lnTo>
                <a:lnTo>
                  <a:pt x="962177" y="3537899"/>
                </a:lnTo>
                <a:lnTo>
                  <a:pt x="991648" y="3506819"/>
                </a:lnTo>
                <a:lnTo>
                  <a:pt x="1021109" y="3475739"/>
                </a:lnTo>
                <a:lnTo>
                  <a:pt x="1050579" y="3444650"/>
                </a:lnTo>
                <a:lnTo>
                  <a:pt x="1080040" y="3413570"/>
                </a:lnTo>
                <a:lnTo>
                  <a:pt x="1109501" y="3382480"/>
                </a:lnTo>
                <a:lnTo>
                  <a:pt x="1138971" y="3351400"/>
                </a:lnTo>
                <a:lnTo>
                  <a:pt x="1168432" y="3320320"/>
                </a:lnTo>
                <a:lnTo>
                  <a:pt x="1197893" y="3289230"/>
                </a:lnTo>
                <a:lnTo>
                  <a:pt x="1227363" y="3258150"/>
                </a:lnTo>
                <a:lnTo>
                  <a:pt x="1256824" y="3227070"/>
                </a:lnTo>
                <a:lnTo>
                  <a:pt x="1286294" y="3195980"/>
                </a:lnTo>
                <a:lnTo>
                  <a:pt x="1315755" y="3164900"/>
                </a:lnTo>
                <a:lnTo>
                  <a:pt x="1345216" y="3133820"/>
                </a:lnTo>
                <a:lnTo>
                  <a:pt x="1374686" y="3102731"/>
                </a:lnTo>
                <a:lnTo>
                  <a:pt x="1404147" y="3071651"/>
                </a:lnTo>
                <a:lnTo>
                  <a:pt x="1433608" y="3040571"/>
                </a:lnTo>
                <a:lnTo>
                  <a:pt x="1463078" y="3009481"/>
                </a:lnTo>
                <a:lnTo>
                  <a:pt x="1492539" y="2978401"/>
                </a:lnTo>
                <a:lnTo>
                  <a:pt x="1509370" y="2952750"/>
                </a:lnTo>
                <a:lnTo>
                  <a:pt x="1466545" y="2952750"/>
                </a:lnTo>
                <a:lnTo>
                  <a:pt x="1423711" y="2952750"/>
                </a:lnTo>
                <a:lnTo>
                  <a:pt x="1380887" y="2952750"/>
                </a:lnTo>
                <a:lnTo>
                  <a:pt x="1338053" y="2952750"/>
                </a:lnTo>
                <a:lnTo>
                  <a:pt x="1295229" y="2952750"/>
                </a:lnTo>
                <a:lnTo>
                  <a:pt x="1252395" y="2952750"/>
                </a:lnTo>
                <a:lnTo>
                  <a:pt x="1209570" y="2952750"/>
                </a:lnTo>
                <a:lnTo>
                  <a:pt x="1196988" y="2926785"/>
                </a:lnTo>
                <a:lnTo>
                  <a:pt x="1203493" y="2884456"/>
                </a:lnTo>
                <a:lnTo>
                  <a:pt x="1209989" y="2842117"/>
                </a:lnTo>
                <a:lnTo>
                  <a:pt x="1216485" y="2799788"/>
                </a:lnTo>
                <a:lnTo>
                  <a:pt x="1223010" y="2757459"/>
                </a:lnTo>
                <a:lnTo>
                  <a:pt x="1229573" y="2715130"/>
                </a:lnTo>
                <a:lnTo>
                  <a:pt x="1236269" y="2672829"/>
                </a:lnTo>
                <a:lnTo>
                  <a:pt x="1243041" y="2630538"/>
                </a:lnTo>
                <a:lnTo>
                  <a:pt x="1249813" y="2588247"/>
                </a:lnTo>
                <a:lnTo>
                  <a:pt x="1256586" y="2545956"/>
                </a:lnTo>
                <a:lnTo>
                  <a:pt x="1263358" y="2503675"/>
                </a:lnTo>
                <a:lnTo>
                  <a:pt x="1270130" y="2461384"/>
                </a:lnTo>
                <a:lnTo>
                  <a:pt x="1276902" y="2419093"/>
                </a:lnTo>
                <a:lnTo>
                  <a:pt x="1283675" y="2376802"/>
                </a:lnTo>
                <a:lnTo>
                  <a:pt x="1290447" y="2334511"/>
                </a:lnTo>
                <a:lnTo>
                  <a:pt x="1297210" y="2292220"/>
                </a:lnTo>
                <a:lnTo>
                  <a:pt x="1303982" y="2249929"/>
                </a:lnTo>
                <a:lnTo>
                  <a:pt x="1310754" y="2207638"/>
                </a:lnTo>
                <a:lnTo>
                  <a:pt x="1317527" y="2165347"/>
                </a:lnTo>
                <a:lnTo>
                  <a:pt x="1324299" y="2123056"/>
                </a:lnTo>
                <a:lnTo>
                  <a:pt x="1331071" y="2080765"/>
                </a:lnTo>
                <a:lnTo>
                  <a:pt x="1337843" y="2038474"/>
                </a:lnTo>
                <a:lnTo>
                  <a:pt x="1344616" y="1996183"/>
                </a:lnTo>
                <a:lnTo>
                  <a:pt x="1351388" y="1953892"/>
                </a:lnTo>
                <a:lnTo>
                  <a:pt x="1358160" y="1911601"/>
                </a:lnTo>
                <a:lnTo>
                  <a:pt x="1364923" y="1869310"/>
                </a:lnTo>
                <a:lnTo>
                  <a:pt x="1371933" y="1827066"/>
                </a:lnTo>
                <a:lnTo>
                  <a:pt x="1379020" y="1784823"/>
                </a:lnTo>
                <a:lnTo>
                  <a:pt x="1386459" y="1742646"/>
                </a:lnTo>
                <a:lnTo>
                  <a:pt x="1393898" y="1700470"/>
                </a:lnTo>
                <a:lnTo>
                  <a:pt x="1401328" y="1658293"/>
                </a:lnTo>
                <a:lnTo>
                  <a:pt x="1408767" y="1616107"/>
                </a:lnTo>
                <a:lnTo>
                  <a:pt x="1416206" y="1573930"/>
                </a:lnTo>
                <a:lnTo>
                  <a:pt x="1423645" y="1531753"/>
                </a:lnTo>
                <a:lnTo>
                  <a:pt x="1431084" y="1489577"/>
                </a:lnTo>
                <a:lnTo>
                  <a:pt x="1438523" y="1447400"/>
                </a:lnTo>
                <a:lnTo>
                  <a:pt x="1445962" y="1405214"/>
                </a:lnTo>
                <a:lnTo>
                  <a:pt x="1453401" y="1363037"/>
                </a:lnTo>
                <a:lnTo>
                  <a:pt x="1460830" y="1320860"/>
                </a:lnTo>
                <a:lnTo>
                  <a:pt x="1468269" y="1278684"/>
                </a:lnTo>
                <a:lnTo>
                  <a:pt x="1475708" y="1236507"/>
                </a:lnTo>
                <a:lnTo>
                  <a:pt x="1483147" y="1194330"/>
                </a:lnTo>
                <a:lnTo>
                  <a:pt x="1490586" y="1152144"/>
                </a:lnTo>
                <a:lnTo>
                  <a:pt x="1498025" y="1109967"/>
                </a:lnTo>
                <a:lnTo>
                  <a:pt x="1505464" y="1067791"/>
                </a:lnTo>
                <a:lnTo>
                  <a:pt x="1512903" y="1025614"/>
                </a:lnTo>
                <a:lnTo>
                  <a:pt x="1520333" y="983437"/>
                </a:lnTo>
                <a:lnTo>
                  <a:pt x="1527981" y="941299"/>
                </a:lnTo>
                <a:lnTo>
                  <a:pt x="1535982" y="899217"/>
                </a:lnTo>
                <a:lnTo>
                  <a:pt x="1544955" y="857355"/>
                </a:lnTo>
                <a:lnTo>
                  <a:pt x="1554671" y="815635"/>
                </a:lnTo>
                <a:lnTo>
                  <a:pt x="1564386" y="773925"/>
                </a:lnTo>
                <a:lnTo>
                  <a:pt x="1574102" y="732215"/>
                </a:lnTo>
                <a:lnTo>
                  <a:pt x="1583817" y="690496"/>
                </a:lnTo>
                <a:lnTo>
                  <a:pt x="1593533" y="648786"/>
                </a:lnTo>
                <a:lnTo>
                  <a:pt x="1603248" y="607076"/>
                </a:lnTo>
                <a:lnTo>
                  <a:pt x="1612964" y="565366"/>
                </a:lnTo>
                <a:lnTo>
                  <a:pt x="1622679" y="523646"/>
                </a:lnTo>
                <a:lnTo>
                  <a:pt x="1632395" y="481936"/>
                </a:lnTo>
                <a:lnTo>
                  <a:pt x="1642110" y="440226"/>
                </a:lnTo>
                <a:lnTo>
                  <a:pt x="1651825" y="398516"/>
                </a:lnTo>
                <a:lnTo>
                  <a:pt x="1661541" y="356797"/>
                </a:lnTo>
                <a:lnTo>
                  <a:pt x="1671257" y="315087"/>
                </a:lnTo>
                <a:lnTo>
                  <a:pt x="1680972" y="273377"/>
                </a:lnTo>
                <a:lnTo>
                  <a:pt x="1690688" y="231658"/>
                </a:lnTo>
                <a:lnTo>
                  <a:pt x="1700403" y="189948"/>
                </a:lnTo>
                <a:lnTo>
                  <a:pt x="1710119" y="148238"/>
                </a:lnTo>
                <a:lnTo>
                  <a:pt x="1719834" y="106528"/>
                </a:lnTo>
                <a:lnTo>
                  <a:pt x="1729550" y="64808"/>
                </a:lnTo>
                <a:lnTo>
                  <a:pt x="1733550" y="22441"/>
                </a:lnTo>
                <a:lnTo>
                  <a:pt x="1713167" y="0"/>
                </a:lnTo>
                <a:lnTo>
                  <a:pt x="1670333" y="0"/>
                </a:lnTo>
                <a:lnTo>
                  <a:pt x="1627508" y="0"/>
                </a:lnTo>
                <a:lnTo>
                  <a:pt x="1584674" y="0"/>
                </a:lnTo>
                <a:lnTo>
                  <a:pt x="1541850" y="0"/>
                </a:lnTo>
                <a:lnTo>
                  <a:pt x="1499016" y="0"/>
                </a:lnTo>
                <a:lnTo>
                  <a:pt x="1456192" y="0"/>
                </a:lnTo>
                <a:lnTo>
                  <a:pt x="1413358" y="0"/>
                </a:lnTo>
                <a:lnTo>
                  <a:pt x="1370533" y="0"/>
                </a:lnTo>
                <a:lnTo>
                  <a:pt x="1327699" y="0"/>
                </a:lnTo>
                <a:lnTo>
                  <a:pt x="1284875" y="0"/>
                </a:lnTo>
                <a:lnTo>
                  <a:pt x="1242041" y="0"/>
                </a:lnTo>
                <a:lnTo>
                  <a:pt x="1199217" y="0"/>
                </a:lnTo>
                <a:lnTo>
                  <a:pt x="1156383" y="0"/>
                </a:lnTo>
                <a:lnTo>
                  <a:pt x="1113558" y="0"/>
                </a:lnTo>
                <a:lnTo>
                  <a:pt x="1070724" y="0"/>
                </a:lnTo>
                <a:lnTo>
                  <a:pt x="1027900" y="0"/>
                </a:lnTo>
                <a:lnTo>
                  <a:pt x="985066" y="0"/>
                </a:lnTo>
                <a:lnTo>
                  <a:pt x="942242" y="0"/>
                </a:lnTo>
                <a:lnTo>
                  <a:pt x="899408" y="0"/>
                </a:lnTo>
                <a:lnTo>
                  <a:pt x="856583" y="0"/>
                </a:lnTo>
                <a:lnTo>
                  <a:pt x="813749" y="0"/>
                </a:lnTo>
                <a:lnTo>
                  <a:pt x="770925" y="0"/>
                </a:lnTo>
                <a:lnTo>
                  <a:pt x="728091" y="0"/>
                </a:lnTo>
                <a:lnTo>
                  <a:pt x="685267" y="0"/>
                </a:lnTo>
                <a:lnTo>
                  <a:pt x="642433" y="0"/>
                </a:lnTo>
                <a:lnTo>
                  <a:pt x="599608" y="0"/>
                </a:lnTo>
                <a:lnTo>
                  <a:pt x="556774" y="0"/>
                </a:lnTo>
                <a:lnTo>
                  <a:pt x="513950" y="0"/>
                </a:lnTo>
                <a:lnTo>
                  <a:pt x="471116" y="0"/>
                </a:lnTo>
                <a:lnTo>
                  <a:pt x="428292" y="0"/>
                </a:lnTo>
                <a:lnTo>
                  <a:pt x="385458" y="0"/>
                </a:lnTo>
                <a:lnTo>
                  <a:pt x="342633" y="0"/>
                </a:lnTo>
                <a:lnTo>
                  <a:pt x="299799" y="0"/>
                </a:lnTo>
                <a:lnTo>
                  <a:pt x="256975" y="0"/>
                </a:lnTo>
                <a:lnTo>
                  <a:pt x="214141" y="0"/>
                </a:lnTo>
                <a:lnTo>
                  <a:pt x="171317" y="0"/>
                </a:lnTo>
                <a:lnTo>
                  <a:pt x="128492" y="0"/>
                </a:lnTo>
                <a:lnTo>
                  <a:pt x="85658" y="0"/>
                </a:lnTo>
                <a:lnTo>
                  <a:pt x="42824" y="0"/>
                </a:lnTo>
                <a:lnTo>
                  <a:pt x="0" y="0"/>
                </a:lnTo>
                <a:close/>
              </a:path>
            </a:pathLst>
          </a:custGeom>
          <a:gradFill xmlns:a="http://schemas.openxmlformats.org/drawingml/2006/main">
            <a:gsLst>
              <a:gs pos="0">
                <a:srgbClr val="000000"/>
              </a:gs>
              <a:gs pos="42">
                <a:srgbClr val="B8D8F2">
                  <a:alpha val="16000"/>
                </a:srgbClr>
              </a:gs>
              <a:gs pos="76">
                <a:srgbClr val="8FC4EE">
                  <a:alpha val="32000"/>
                </a:srgbClr>
              </a:gs>
              <a:gs pos="100">
                <a:srgbClr val="72B3E8">
                  <a:alpha val="52000"/>
                </a:srgbClr>
              </a:gs>
            </a:gsLst>
            <a:lin ang="10800000"/>
          </a:gradFill>
          <a:ln xmlns:a="http://schemas.openxmlformats.org/drawingml/2006/main" w="9525">
            <a:noFill/>
            <a:prstDash val="solid"/>
          </a:ln>
        </p:spPr>
      </p:sp>
      <p:sp>
        <p:nvSpPr>
          <p:cNvPr id="54" name="phase-label-0">
            <a:extLst xmlns:a="http://schemas.openxmlformats.org/drawingml/2006/main">
              <a:ext uri="{FF2B5EF4-FFF2-40B4-BE49-F238E27FC236}">
                <a16:creationId xmlns:a16="http://schemas.microsoft.com/office/drawing/2014/main" id="{C15B9A60-48C4-49D4-93AE-A88C516DB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1638300"/>
            <a:ext cx="228600" cy="17478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阶段一</a:t>
            </a:r>
          </a:p>
        </p:txBody>
      </p:sp>
      <p:sp>
        <p:nvSpPr>
          <p:cNvPr id="55" name="phase-label-1">
            <a:extLst xmlns:a="http://schemas.openxmlformats.org/drawingml/2006/main">
              <a:ext uri="{FF2B5EF4-FFF2-40B4-BE49-F238E27FC236}">
                <a16:creationId xmlns:a16="http://schemas.microsoft.com/office/drawing/2014/main" id="{45B0920D-03DE-4B9B-BE50-9F0134323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3386138"/>
            <a:ext cx="228600" cy="9096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阶段二</a:t>
            </a:r>
          </a:p>
        </p:txBody>
      </p:sp>
      <p:sp>
        <p:nvSpPr>
          <p:cNvPr id="56" name="phase-label-2">
            <a:extLst xmlns:a="http://schemas.openxmlformats.org/drawingml/2006/main">
              <a:ext uri="{FF2B5EF4-FFF2-40B4-BE49-F238E27FC236}">
                <a16:creationId xmlns:a16="http://schemas.microsoft.com/office/drawing/2014/main" id="{A40A4443-8A69-4836-ADFA-DD6CD7FD8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4295775"/>
            <a:ext cx="228600" cy="1914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阶段三</a:t>
            </a:r>
          </a:p>
        </p:txBody>
      </p:sp>
      <p:sp>
        <p:nvSpPr>
          <p:cNvPr id="57" name="funnel-step-title-0">
            <a:extLst xmlns:a="http://schemas.openxmlformats.org/drawingml/2006/main">
              <a:ext uri="{FF2B5EF4-FFF2-40B4-BE49-F238E27FC236}">
                <a16:creationId xmlns:a16="http://schemas.microsoft.com/office/drawing/2014/main" id="{5D3D796D-1FA5-4237-B302-8410FAD6E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423199" y="2793206"/>
            <a:ext cx="2392861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3600"/>
              </a:lnSpc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广泛触达</a:t>
            </a:r>
          </a:p>
        </p:txBody>
      </p:sp>
      <p:sp>
        <p:nvSpPr>
          <p:cNvPr id="58" name="funnel-step-title-1">
            <a:extLst xmlns:a="http://schemas.openxmlformats.org/drawingml/2006/main">
              <a:ext uri="{FF2B5EF4-FFF2-40B4-BE49-F238E27FC236}">
                <a16:creationId xmlns:a16="http://schemas.microsoft.com/office/drawing/2014/main" id="{ECD6060D-1885-409C-9198-51CC473BE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25018" y="3702844"/>
            <a:ext cx="1789214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3600"/>
              </a:lnSpc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兴趣识别</a:t>
            </a:r>
          </a:p>
        </p:txBody>
      </p:sp>
      <p:sp>
        <p:nvSpPr>
          <p:cNvPr id="59" name="funnel-step-title-2">
            <a:extLst xmlns:a="http://schemas.openxmlformats.org/drawingml/2006/main">
              <a:ext uri="{FF2B5EF4-FFF2-40B4-BE49-F238E27FC236}">
                <a16:creationId xmlns:a16="http://schemas.microsoft.com/office/drawing/2014/main" id="{002E33C1-A4E4-4066-B4F7-DCE464A3F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99528" y="4612481"/>
            <a:ext cx="1240184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3600"/>
              </a:lnSpc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意向培育</a:t>
            </a:r>
          </a:p>
        </p:txBody>
      </p:sp>
      <p:sp>
        <p:nvSpPr>
          <p:cNvPr id="60" name="funnel-step-title-3">
            <a:extLst xmlns:a="http://schemas.openxmlformats.org/drawingml/2006/main">
              <a:ext uri="{FF2B5EF4-FFF2-40B4-BE49-F238E27FC236}">
                <a16:creationId xmlns:a16="http://schemas.microsoft.com/office/drawing/2014/main" id="{77AC149B-353D-41B8-AAE2-9C27D63FE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200525" y="5522119"/>
            <a:ext cx="8382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行动转化</a:t>
            </a:r>
          </a:p>
        </p:txBody>
      </p:sp>
      <p:sp>
        <p:nvSpPr>
          <p:cNvPr id="61" name="input-core-0">
            <a:extLst xmlns:a="http://schemas.openxmlformats.org/drawingml/2006/main">
              <a:ext uri="{FF2B5EF4-FFF2-40B4-BE49-F238E27FC236}">
                <a16:creationId xmlns:a16="http://schemas.microsoft.com/office/drawing/2014/main" id="{41BA4C83-4395-4331-B25D-20EF42A27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391025" y="187642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23"/>
          <a:fontRef xmlns:a="http://schemas.openxmlformats.org/drawingml/2006/main" idx="major"/>
        </p:style>
      </p:sp>
      <p:pic>
        <p:nvPicPr>
          <p:cNvPr id="1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c59ef75c1734372">
            <a:extLst>
              <a:ext uri="{96DAC541-7B7A-43D3-8B79-37D633B846F1}">
                <asvg:svgBlip xmlns:asvg="http://schemas.microsoft.com/office/drawing/2016/SVG/main" r:embed="Reac2067f8a054242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4486275" y="1971675"/>
            <a:ext cx="266700" cy="2667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6692852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5" name="phase-band-0">
            <a:extLst xmlns:a="http://schemas.openxmlformats.org/drawingml/2006/main">
              <a:ext uri="{FF2B5EF4-FFF2-40B4-BE49-F238E27FC236}">
                <a16:creationId xmlns:a16="http://schemas.microsoft.com/office/drawing/2014/main" id="{91208A8A-F1AA-48CB-9999-B147501A5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1638300"/>
            <a:ext cx="11144250" cy="17478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phase-band-1">
            <a:extLst xmlns:a="http://schemas.openxmlformats.org/drawingml/2006/main">
              <a:ext uri="{FF2B5EF4-FFF2-40B4-BE49-F238E27FC236}">
                <a16:creationId xmlns:a16="http://schemas.microsoft.com/office/drawing/2014/main" id="{E8D1645C-F323-4351-A29F-255E96CC3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3386138"/>
            <a:ext cx="11144250" cy="9096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38100">
            <a:solidFill>
              <a:srgbClr val="FFFFFF"/>
            </a:solidFill>
            <a:prstDash val="solid"/>
          </a:ln>
        </p:spPr>
      </p:sp>
      <p:sp>
        <p:nvSpPr>
          <p:cNvPr id="3" name="phase-band-2">
            <a:extLst xmlns:a="http://schemas.openxmlformats.org/drawingml/2006/main">
              <a:ext uri="{FF2B5EF4-FFF2-40B4-BE49-F238E27FC236}">
                <a16:creationId xmlns:a16="http://schemas.microsoft.com/office/drawing/2014/main" id="{A1020207-A182-4E3B-8BCB-506E1956F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4295775"/>
            <a:ext cx="11144250" cy="1914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38100">
            <a:solidFill>
              <a:srgbClr val="FFFFFF"/>
            </a:solidFill>
            <a:prstDash val="solid"/>
          </a:ln>
        </p:spPr>
      </p:sp>
      <p:sp>
        <p:nvSpPr>
          <p:cNvPr id="4" name="phase-rail-0">
            <a:extLst xmlns:a="http://schemas.openxmlformats.org/drawingml/2006/main">
              <a:ext uri="{FF2B5EF4-FFF2-40B4-BE49-F238E27FC236}">
                <a16:creationId xmlns:a16="http://schemas.microsoft.com/office/drawing/2014/main" id="{FB4752A1-487E-4395-BB2A-57D65AD67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1638300"/>
            <a:ext cx="514350" cy="1747504"/>
          </a:xfrm>
          <a:custGeom xmlns:a="http://schemas.openxmlformats.org/drawingml/2006/main">
            <a:pathLst>
              <a:path w="514350" h="1747504">
                <a:moveTo>
                  <a:pt x="0" y="0"/>
                </a:moveTo>
                <a:lnTo>
                  <a:pt x="19002" y="0"/>
                </a:lnTo>
                <a:lnTo>
                  <a:pt x="37995" y="0"/>
                </a:lnTo>
                <a:lnTo>
                  <a:pt x="56998" y="0"/>
                </a:lnTo>
                <a:lnTo>
                  <a:pt x="75990" y="0"/>
                </a:lnTo>
                <a:lnTo>
                  <a:pt x="94993" y="0"/>
                </a:lnTo>
                <a:lnTo>
                  <a:pt x="113995" y="0"/>
                </a:lnTo>
                <a:lnTo>
                  <a:pt x="132988" y="0"/>
                </a:lnTo>
                <a:lnTo>
                  <a:pt x="151990" y="0"/>
                </a:lnTo>
                <a:lnTo>
                  <a:pt x="170983" y="0"/>
                </a:lnTo>
                <a:lnTo>
                  <a:pt x="189986" y="0"/>
                </a:lnTo>
                <a:lnTo>
                  <a:pt x="208988" y="0"/>
                </a:lnTo>
                <a:lnTo>
                  <a:pt x="227981" y="0"/>
                </a:lnTo>
                <a:lnTo>
                  <a:pt x="246983" y="0"/>
                </a:lnTo>
                <a:lnTo>
                  <a:pt x="265976" y="0"/>
                </a:lnTo>
                <a:lnTo>
                  <a:pt x="284978" y="0"/>
                </a:lnTo>
                <a:lnTo>
                  <a:pt x="303981" y="0"/>
                </a:lnTo>
                <a:lnTo>
                  <a:pt x="322974" y="0"/>
                </a:lnTo>
                <a:lnTo>
                  <a:pt x="341976" y="0"/>
                </a:lnTo>
                <a:lnTo>
                  <a:pt x="360969" y="0"/>
                </a:lnTo>
                <a:lnTo>
                  <a:pt x="379971" y="0"/>
                </a:lnTo>
                <a:lnTo>
                  <a:pt x="398974" y="0"/>
                </a:lnTo>
                <a:lnTo>
                  <a:pt x="417967" y="0"/>
                </a:lnTo>
                <a:lnTo>
                  <a:pt x="436969" y="0"/>
                </a:lnTo>
                <a:lnTo>
                  <a:pt x="455962" y="0"/>
                </a:lnTo>
                <a:lnTo>
                  <a:pt x="474964" y="0"/>
                </a:lnTo>
                <a:lnTo>
                  <a:pt x="493967" y="0"/>
                </a:lnTo>
                <a:lnTo>
                  <a:pt x="512959" y="0"/>
                </a:lnTo>
                <a:lnTo>
                  <a:pt x="514350" y="17612"/>
                </a:lnTo>
                <a:lnTo>
                  <a:pt x="514350" y="36605"/>
                </a:lnTo>
                <a:lnTo>
                  <a:pt x="514350" y="55607"/>
                </a:lnTo>
                <a:lnTo>
                  <a:pt x="514350" y="74609"/>
                </a:lnTo>
                <a:lnTo>
                  <a:pt x="514350" y="93602"/>
                </a:lnTo>
                <a:lnTo>
                  <a:pt x="514350" y="112605"/>
                </a:lnTo>
                <a:lnTo>
                  <a:pt x="514350" y="131597"/>
                </a:lnTo>
                <a:lnTo>
                  <a:pt x="514350" y="150600"/>
                </a:lnTo>
                <a:lnTo>
                  <a:pt x="514350" y="169602"/>
                </a:lnTo>
                <a:lnTo>
                  <a:pt x="514350" y="188595"/>
                </a:lnTo>
                <a:lnTo>
                  <a:pt x="514350" y="207597"/>
                </a:lnTo>
                <a:lnTo>
                  <a:pt x="514350" y="226590"/>
                </a:lnTo>
                <a:lnTo>
                  <a:pt x="514350" y="245593"/>
                </a:lnTo>
                <a:lnTo>
                  <a:pt x="514350" y="264595"/>
                </a:lnTo>
                <a:lnTo>
                  <a:pt x="514350" y="283588"/>
                </a:lnTo>
                <a:lnTo>
                  <a:pt x="514350" y="302590"/>
                </a:lnTo>
                <a:lnTo>
                  <a:pt x="514350" y="321583"/>
                </a:lnTo>
                <a:lnTo>
                  <a:pt x="514350" y="340585"/>
                </a:lnTo>
                <a:lnTo>
                  <a:pt x="514350" y="359588"/>
                </a:lnTo>
                <a:lnTo>
                  <a:pt x="514350" y="378581"/>
                </a:lnTo>
                <a:lnTo>
                  <a:pt x="514350" y="397583"/>
                </a:lnTo>
                <a:lnTo>
                  <a:pt x="514350" y="416576"/>
                </a:lnTo>
                <a:lnTo>
                  <a:pt x="514350" y="435578"/>
                </a:lnTo>
                <a:lnTo>
                  <a:pt x="514350" y="454581"/>
                </a:lnTo>
                <a:lnTo>
                  <a:pt x="514350" y="473573"/>
                </a:lnTo>
                <a:lnTo>
                  <a:pt x="514350" y="492576"/>
                </a:lnTo>
                <a:lnTo>
                  <a:pt x="514350" y="511569"/>
                </a:lnTo>
                <a:lnTo>
                  <a:pt x="514350" y="530571"/>
                </a:lnTo>
                <a:lnTo>
                  <a:pt x="514350" y="549564"/>
                </a:lnTo>
                <a:lnTo>
                  <a:pt x="514350" y="568566"/>
                </a:lnTo>
                <a:lnTo>
                  <a:pt x="514350" y="587569"/>
                </a:lnTo>
                <a:lnTo>
                  <a:pt x="514350" y="606562"/>
                </a:lnTo>
                <a:lnTo>
                  <a:pt x="514350" y="625564"/>
                </a:lnTo>
                <a:lnTo>
                  <a:pt x="514350" y="644557"/>
                </a:lnTo>
                <a:lnTo>
                  <a:pt x="514350" y="663559"/>
                </a:lnTo>
                <a:lnTo>
                  <a:pt x="514350" y="682562"/>
                </a:lnTo>
                <a:lnTo>
                  <a:pt x="514350" y="701554"/>
                </a:lnTo>
                <a:lnTo>
                  <a:pt x="514350" y="720557"/>
                </a:lnTo>
                <a:lnTo>
                  <a:pt x="514350" y="739550"/>
                </a:lnTo>
                <a:lnTo>
                  <a:pt x="514350" y="758552"/>
                </a:lnTo>
                <a:lnTo>
                  <a:pt x="514350" y="777554"/>
                </a:lnTo>
                <a:lnTo>
                  <a:pt x="514350" y="796547"/>
                </a:lnTo>
                <a:lnTo>
                  <a:pt x="514350" y="815550"/>
                </a:lnTo>
                <a:lnTo>
                  <a:pt x="514350" y="834542"/>
                </a:lnTo>
                <a:lnTo>
                  <a:pt x="514350" y="853545"/>
                </a:lnTo>
                <a:lnTo>
                  <a:pt x="514350" y="872547"/>
                </a:lnTo>
                <a:lnTo>
                  <a:pt x="514350" y="891540"/>
                </a:lnTo>
                <a:lnTo>
                  <a:pt x="514350" y="910542"/>
                </a:lnTo>
                <a:lnTo>
                  <a:pt x="514350" y="929535"/>
                </a:lnTo>
                <a:lnTo>
                  <a:pt x="514350" y="948538"/>
                </a:lnTo>
                <a:lnTo>
                  <a:pt x="514350" y="967540"/>
                </a:lnTo>
                <a:lnTo>
                  <a:pt x="514350" y="986533"/>
                </a:lnTo>
                <a:lnTo>
                  <a:pt x="514350" y="1005535"/>
                </a:lnTo>
                <a:lnTo>
                  <a:pt x="514350" y="1024528"/>
                </a:lnTo>
                <a:lnTo>
                  <a:pt x="514350" y="1043530"/>
                </a:lnTo>
                <a:lnTo>
                  <a:pt x="514350" y="1062533"/>
                </a:lnTo>
                <a:lnTo>
                  <a:pt x="514350" y="1081526"/>
                </a:lnTo>
                <a:lnTo>
                  <a:pt x="514350" y="1100528"/>
                </a:lnTo>
                <a:lnTo>
                  <a:pt x="514350" y="1119521"/>
                </a:lnTo>
                <a:lnTo>
                  <a:pt x="514350" y="1138523"/>
                </a:lnTo>
                <a:lnTo>
                  <a:pt x="514350" y="1157526"/>
                </a:lnTo>
                <a:lnTo>
                  <a:pt x="514350" y="1176518"/>
                </a:lnTo>
                <a:lnTo>
                  <a:pt x="514350" y="1195521"/>
                </a:lnTo>
                <a:lnTo>
                  <a:pt x="514350" y="1214514"/>
                </a:lnTo>
                <a:lnTo>
                  <a:pt x="514350" y="1233516"/>
                </a:lnTo>
                <a:lnTo>
                  <a:pt x="514350" y="1252518"/>
                </a:lnTo>
                <a:lnTo>
                  <a:pt x="514350" y="1271511"/>
                </a:lnTo>
                <a:lnTo>
                  <a:pt x="514350" y="1290514"/>
                </a:lnTo>
                <a:lnTo>
                  <a:pt x="514350" y="1309507"/>
                </a:lnTo>
                <a:lnTo>
                  <a:pt x="514350" y="1328509"/>
                </a:lnTo>
                <a:lnTo>
                  <a:pt x="514350" y="1347511"/>
                </a:lnTo>
                <a:lnTo>
                  <a:pt x="514350" y="1366504"/>
                </a:lnTo>
                <a:lnTo>
                  <a:pt x="514350" y="1385507"/>
                </a:lnTo>
                <a:lnTo>
                  <a:pt x="514350" y="1404499"/>
                </a:lnTo>
                <a:lnTo>
                  <a:pt x="514350" y="1423502"/>
                </a:lnTo>
                <a:lnTo>
                  <a:pt x="514350" y="1442504"/>
                </a:lnTo>
                <a:lnTo>
                  <a:pt x="514350" y="1461497"/>
                </a:lnTo>
                <a:lnTo>
                  <a:pt x="514350" y="1480499"/>
                </a:lnTo>
                <a:lnTo>
                  <a:pt x="514350" y="1499492"/>
                </a:lnTo>
                <a:lnTo>
                  <a:pt x="514350" y="1518495"/>
                </a:lnTo>
                <a:lnTo>
                  <a:pt x="514350" y="1537497"/>
                </a:lnTo>
                <a:lnTo>
                  <a:pt x="514350" y="1556490"/>
                </a:lnTo>
                <a:lnTo>
                  <a:pt x="514350" y="1575492"/>
                </a:lnTo>
                <a:lnTo>
                  <a:pt x="514350" y="1594485"/>
                </a:lnTo>
                <a:lnTo>
                  <a:pt x="506901" y="1609106"/>
                </a:lnTo>
                <a:lnTo>
                  <a:pt x="490290" y="1618326"/>
                </a:lnTo>
                <a:lnTo>
                  <a:pt x="473678" y="1627556"/>
                </a:lnTo>
                <a:lnTo>
                  <a:pt x="457076" y="1636786"/>
                </a:lnTo>
                <a:lnTo>
                  <a:pt x="440465" y="1646006"/>
                </a:lnTo>
                <a:lnTo>
                  <a:pt x="423863" y="1655235"/>
                </a:lnTo>
                <a:lnTo>
                  <a:pt x="407251" y="1664465"/>
                </a:lnTo>
                <a:lnTo>
                  <a:pt x="390639" y="1673685"/>
                </a:lnTo>
                <a:lnTo>
                  <a:pt x="374037" y="1682915"/>
                </a:lnTo>
                <a:lnTo>
                  <a:pt x="357426" y="1692145"/>
                </a:lnTo>
                <a:lnTo>
                  <a:pt x="340824" y="1701365"/>
                </a:lnTo>
                <a:lnTo>
                  <a:pt x="324212" y="1710595"/>
                </a:lnTo>
                <a:lnTo>
                  <a:pt x="307610" y="1719824"/>
                </a:lnTo>
                <a:lnTo>
                  <a:pt x="290998" y="1729045"/>
                </a:lnTo>
                <a:lnTo>
                  <a:pt x="274387" y="1738274"/>
                </a:lnTo>
                <a:lnTo>
                  <a:pt x="257785" y="1747504"/>
                </a:lnTo>
                <a:lnTo>
                  <a:pt x="241173" y="1738951"/>
                </a:lnTo>
                <a:lnTo>
                  <a:pt x="224571" y="1729721"/>
                </a:lnTo>
                <a:lnTo>
                  <a:pt x="207959" y="1720491"/>
                </a:lnTo>
                <a:lnTo>
                  <a:pt x="191348" y="1711271"/>
                </a:lnTo>
                <a:lnTo>
                  <a:pt x="174746" y="1702041"/>
                </a:lnTo>
                <a:lnTo>
                  <a:pt x="158134" y="1692812"/>
                </a:lnTo>
                <a:lnTo>
                  <a:pt x="141532" y="1683591"/>
                </a:lnTo>
                <a:lnTo>
                  <a:pt x="124920" y="1674362"/>
                </a:lnTo>
                <a:lnTo>
                  <a:pt x="108309" y="1665132"/>
                </a:lnTo>
                <a:lnTo>
                  <a:pt x="91707" y="1655912"/>
                </a:lnTo>
                <a:lnTo>
                  <a:pt x="75095" y="1646682"/>
                </a:lnTo>
                <a:lnTo>
                  <a:pt x="58493" y="1637452"/>
                </a:lnTo>
                <a:lnTo>
                  <a:pt x="41881" y="1628232"/>
                </a:lnTo>
                <a:lnTo>
                  <a:pt x="25270" y="1619002"/>
                </a:lnTo>
                <a:lnTo>
                  <a:pt x="8668" y="1609773"/>
                </a:lnTo>
                <a:lnTo>
                  <a:pt x="0" y="1595876"/>
                </a:lnTo>
                <a:lnTo>
                  <a:pt x="0" y="1576883"/>
                </a:lnTo>
                <a:lnTo>
                  <a:pt x="0" y="1557880"/>
                </a:lnTo>
                <a:lnTo>
                  <a:pt x="0" y="1538878"/>
                </a:lnTo>
                <a:lnTo>
                  <a:pt x="0" y="1519885"/>
                </a:lnTo>
                <a:lnTo>
                  <a:pt x="0" y="1500883"/>
                </a:lnTo>
                <a:lnTo>
                  <a:pt x="0" y="1481890"/>
                </a:lnTo>
                <a:lnTo>
                  <a:pt x="0" y="1462888"/>
                </a:lnTo>
                <a:lnTo>
                  <a:pt x="0" y="1443885"/>
                </a:lnTo>
                <a:lnTo>
                  <a:pt x="0" y="1424892"/>
                </a:lnTo>
                <a:lnTo>
                  <a:pt x="0" y="1405890"/>
                </a:lnTo>
                <a:lnTo>
                  <a:pt x="0" y="1386897"/>
                </a:lnTo>
                <a:lnTo>
                  <a:pt x="0" y="1367895"/>
                </a:lnTo>
                <a:lnTo>
                  <a:pt x="0" y="1348892"/>
                </a:lnTo>
                <a:lnTo>
                  <a:pt x="0" y="1329900"/>
                </a:lnTo>
                <a:lnTo>
                  <a:pt x="0" y="1310897"/>
                </a:lnTo>
                <a:lnTo>
                  <a:pt x="0" y="1291904"/>
                </a:lnTo>
                <a:lnTo>
                  <a:pt x="0" y="1272902"/>
                </a:lnTo>
                <a:lnTo>
                  <a:pt x="0" y="1253900"/>
                </a:lnTo>
                <a:lnTo>
                  <a:pt x="0" y="1234907"/>
                </a:lnTo>
                <a:lnTo>
                  <a:pt x="0" y="1215904"/>
                </a:lnTo>
                <a:lnTo>
                  <a:pt x="0" y="1196912"/>
                </a:lnTo>
                <a:lnTo>
                  <a:pt x="0" y="1177909"/>
                </a:lnTo>
                <a:lnTo>
                  <a:pt x="0" y="1158907"/>
                </a:lnTo>
                <a:lnTo>
                  <a:pt x="0" y="1139914"/>
                </a:lnTo>
                <a:lnTo>
                  <a:pt x="0" y="1120912"/>
                </a:lnTo>
                <a:lnTo>
                  <a:pt x="0" y="1101919"/>
                </a:lnTo>
                <a:lnTo>
                  <a:pt x="0" y="1082916"/>
                </a:lnTo>
                <a:lnTo>
                  <a:pt x="0" y="1063923"/>
                </a:lnTo>
                <a:lnTo>
                  <a:pt x="0" y="1044921"/>
                </a:lnTo>
                <a:lnTo>
                  <a:pt x="0" y="1025919"/>
                </a:lnTo>
                <a:lnTo>
                  <a:pt x="0" y="1006926"/>
                </a:lnTo>
                <a:lnTo>
                  <a:pt x="0" y="987923"/>
                </a:lnTo>
                <a:lnTo>
                  <a:pt x="0" y="968931"/>
                </a:lnTo>
                <a:lnTo>
                  <a:pt x="0" y="949928"/>
                </a:lnTo>
                <a:lnTo>
                  <a:pt x="0" y="930926"/>
                </a:lnTo>
                <a:lnTo>
                  <a:pt x="0" y="911933"/>
                </a:lnTo>
                <a:lnTo>
                  <a:pt x="0" y="892931"/>
                </a:lnTo>
                <a:lnTo>
                  <a:pt x="0" y="873938"/>
                </a:lnTo>
                <a:lnTo>
                  <a:pt x="0" y="854935"/>
                </a:lnTo>
                <a:lnTo>
                  <a:pt x="0" y="835933"/>
                </a:lnTo>
                <a:lnTo>
                  <a:pt x="0" y="816940"/>
                </a:lnTo>
                <a:lnTo>
                  <a:pt x="0" y="797938"/>
                </a:lnTo>
                <a:lnTo>
                  <a:pt x="0" y="778945"/>
                </a:lnTo>
                <a:lnTo>
                  <a:pt x="0" y="759943"/>
                </a:lnTo>
                <a:lnTo>
                  <a:pt x="0" y="740940"/>
                </a:lnTo>
                <a:lnTo>
                  <a:pt x="0" y="721947"/>
                </a:lnTo>
                <a:lnTo>
                  <a:pt x="0" y="702945"/>
                </a:lnTo>
                <a:lnTo>
                  <a:pt x="0" y="683952"/>
                </a:lnTo>
                <a:lnTo>
                  <a:pt x="0" y="664950"/>
                </a:lnTo>
                <a:lnTo>
                  <a:pt x="0" y="645947"/>
                </a:lnTo>
                <a:lnTo>
                  <a:pt x="0" y="626955"/>
                </a:lnTo>
                <a:lnTo>
                  <a:pt x="0" y="607952"/>
                </a:lnTo>
                <a:lnTo>
                  <a:pt x="0" y="588959"/>
                </a:lnTo>
                <a:lnTo>
                  <a:pt x="0" y="569957"/>
                </a:lnTo>
                <a:lnTo>
                  <a:pt x="0" y="550955"/>
                </a:lnTo>
                <a:lnTo>
                  <a:pt x="0" y="531962"/>
                </a:lnTo>
                <a:lnTo>
                  <a:pt x="0" y="512959"/>
                </a:lnTo>
                <a:lnTo>
                  <a:pt x="0" y="493967"/>
                </a:lnTo>
                <a:lnTo>
                  <a:pt x="0" y="474964"/>
                </a:lnTo>
                <a:lnTo>
                  <a:pt x="0" y="455962"/>
                </a:lnTo>
                <a:lnTo>
                  <a:pt x="0" y="436969"/>
                </a:lnTo>
                <a:lnTo>
                  <a:pt x="0" y="417967"/>
                </a:lnTo>
                <a:lnTo>
                  <a:pt x="0" y="398974"/>
                </a:lnTo>
                <a:lnTo>
                  <a:pt x="0" y="379971"/>
                </a:lnTo>
                <a:lnTo>
                  <a:pt x="0" y="360969"/>
                </a:lnTo>
                <a:lnTo>
                  <a:pt x="0" y="341976"/>
                </a:lnTo>
                <a:lnTo>
                  <a:pt x="0" y="322974"/>
                </a:lnTo>
                <a:lnTo>
                  <a:pt x="0" y="303981"/>
                </a:lnTo>
                <a:lnTo>
                  <a:pt x="0" y="284978"/>
                </a:lnTo>
                <a:lnTo>
                  <a:pt x="0" y="265976"/>
                </a:lnTo>
                <a:lnTo>
                  <a:pt x="0" y="246983"/>
                </a:lnTo>
                <a:lnTo>
                  <a:pt x="0" y="227981"/>
                </a:lnTo>
                <a:lnTo>
                  <a:pt x="0" y="208988"/>
                </a:lnTo>
                <a:lnTo>
                  <a:pt x="0" y="189986"/>
                </a:lnTo>
                <a:lnTo>
                  <a:pt x="0" y="170983"/>
                </a:lnTo>
                <a:lnTo>
                  <a:pt x="0" y="151990"/>
                </a:lnTo>
                <a:lnTo>
                  <a:pt x="0" y="132988"/>
                </a:lnTo>
                <a:lnTo>
                  <a:pt x="0" y="113995"/>
                </a:lnTo>
                <a:lnTo>
                  <a:pt x="0" y="94993"/>
                </a:lnTo>
                <a:lnTo>
                  <a:pt x="0" y="75990"/>
                </a:lnTo>
                <a:lnTo>
                  <a:pt x="0" y="56998"/>
                </a:lnTo>
                <a:lnTo>
                  <a:pt x="0" y="37995"/>
                </a:lnTo>
                <a:lnTo>
                  <a:pt x="0" y="19002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5" name="phase-title-0">
            <a:extLst xmlns:a="http://schemas.openxmlformats.org/drawingml/2006/main">
              <a:ext uri="{FF2B5EF4-FFF2-40B4-BE49-F238E27FC236}">
                <a16:creationId xmlns:a16="http://schemas.microsoft.com/office/drawing/2014/main" id="{A2439B00-CE15-4A49-BFA7-2DFB4B99F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2041474"/>
            <a:ext cx="1428750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精准触达</a:t>
            </a:r>
          </a:p>
        </p:txBody>
      </p:sp>
      <p:sp>
        <p:nvSpPr>
          <p:cNvPr id="6" name="phase-body-0">
            <a:extLst xmlns:a="http://schemas.openxmlformats.org/drawingml/2006/main">
              <a:ext uri="{FF2B5EF4-FFF2-40B4-BE49-F238E27FC236}">
                <a16:creationId xmlns:a16="http://schemas.microsoft.com/office/drawing/2014/main" id="{75C38CBD-14AB-40C4-A935-7EDBBB745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2395690"/>
            <a:ext cx="1428750" cy="587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让目标对象进</a:t>
            </a:r>
          </a:p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入体系</a:t>
            </a:r>
          </a:p>
        </p:txBody>
      </p:sp>
      <p:sp>
        <p:nvSpPr>
          <p:cNvPr id="7" name="action-icon-shell-0-0">
            <a:extLst xmlns:a="http://schemas.openxmlformats.org/drawingml/2006/main">
              <a:ext uri="{FF2B5EF4-FFF2-40B4-BE49-F238E27FC236}">
                <a16:creationId xmlns:a16="http://schemas.microsoft.com/office/drawing/2014/main" id="{8C597F53-6E94-4DDC-B6EF-448FE6F37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2035969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7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20cd28f78db4064">
            <a:extLst>
              <a:ext uri="{96DAC541-7B7A-43D3-8B79-37D633B846F1}">
                <asvg:svgBlip xmlns:asvg="http://schemas.microsoft.com/office/drawing/2016/SVG/main" r:embed="R28fb7bf2025c4fcb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2112169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9" name="action-title-0-0">
            <a:extLst xmlns:a="http://schemas.openxmlformats.org/drawingml/2006/main">
              <a:ext uri="{FF2B5EF4-FFF2-40B4-BE49-F238E27FC236}">
                <a16:creationId xmlns:a16="http://schemas.microsoft.com/office/drawing/2014/main" id="{BF250769-A1F6-41F4-83A4-6041C6C37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1974952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标签体系</a:t>
            </a:r>
          </a:p>
        </p:txBody>
      </p:sp>
      <p:sp>
        <p:nvSpPr>
          <p:cNvPr id="10" name="action-body-0-0">
            <a:extLst xmlns:a="http://schemas.openxmlformats.org/drawingml/2006/main">
              <a:ext uri="{FF2B5EF4-FFF2-40B4-BE49-F238E27FC236}">
                <a16:creationId xmlns:a16="http://schemas.microsoft.com/office/drawing/2014/main" id="{C04F7F7A-EBAF-494B-9BBA-15BA9DC23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203552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形成可识别对象</a:t>
            </a:r>
          </a:p>
        </p:txBody>
      </p:sp>
      <p:sp>
        <p:nvSpPr>
          <p:cNvPr id="11" name="action-icon-shell-0-1">
            <a:extLst xmlns:a="http://schemas.openxmlformats.org/drawingml/2006/main">
              <a:ext uri="{FF2B5EF4-FFF2-40B4-BE49-F238E27FC236}">
                <a16:creationId xmlns:a16="http://schemas.microsoft.com/office/drawing/2014/main" id="{AF451696-51C5-41BB-A317-985E8593D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2035969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7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8913deffdcb4d43">
            <a:extLst>
              <a:ext uri="{96DAC541-7B7A-43D3-8B79-37D633B846F1}">
                <asvg:svgBlip xmlns:asvg="http://schemas.microsoft.com/office/drawing/2016/SVG/main" r:embed="R1916cf892f6847e9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2112169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13" name="action-title-0-1">
            <a:extLst xmlns:a="http://schemas.openxmlformats.org/drawingml/2006/main">
              <a:ext uri="{FF2B5EF4-FFF2-40B4-BE49-F238E27FC236}">
                <a16:creationId xmlns:a16="http://schemas.microsoft.com/office/drawing/2014/main" id="{41286AA6-CC02-4B3F-8362-E3A7F8414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1974952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渠道连接</a:t>
            </a:r>
          </a:p>
        </p:txBody>
      </p:sp>
      <p:sp>
        <p:nvSpPr>
          <p:cNvPr id="14" name="action-body-0-1">
            <a:extLst xmlns:a="http://schemas.openxmlformats.org/drawingml/2006/main">
              <a:ext uri="{FF2B5EF4-FFF2-40B4-BE49-F238E27FC236}">
                <a16:creationId xmlns:a16="http://schemas.microsoft.com/office/drawing/2014/main" id="{239A9698-BB23-46DF-8588-48D67D073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203552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连接主要触点</a:t>
            </a:r>
          </a:p>
        </p:txBody>
      </p:sp>
      <p:sp>
        <p:nvSpPr>
          <p:cNvPr id="15" name="action-icon-shell-0-2">
            <a:extLst xmlns:a="http://schemas.openxmlformats.org/drawingml/2006/main">
              <a:ext uri="{FF2B5EF4-FFF2-40B4-BE49-F238E27FC236}">
                <a16:creationId xmlns:a16="http://schemas.microsoft.com/office/drawing/2014/main" id="{07ABD4FF-46BB-4EEF-A563-EBBED9D77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2645569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8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c2dddb3e92c48d7">
            <a:extLst>
              <a:ext uri="{96DAC541-7B7A-43D3-8B79-37D633B846F1}">
                <asvg:svgBlip xmlns:asvg="http://schemas.microsoft.com/office/drawing/2016/SVG/main" r:embed="Rf435b331b13b492b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2721769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17" name="action-title-0-2">
            <a:extLst xmlns:a="http://schemas.openxmlformats.org/drawingml/2006/main">
              <a:ext uri="{FF2B5EF4-FFF2-40B4-BE49-F238E27FC236}">
                <a16:creationId xmlns:a16="http://schemas.microsoft.com/office/drawing/2014/main" id="{E445DD49-128D-4685-B4FD-9DEADFDFF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584552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内容优化</a:t>
            </a:r>
          </a:p>
        </p:txBody>
      </p:sp>
      <p:sp>
        <p:nvSpPr>
          <p:cNvPr id="18" name="action-body-0-2">
            <a:extLst xmlns:a="http://schemas.openxmlformats.org/drawingml/2006/main">
              <a:ext uri="{FF2B5EF4-FFF2-40B4-BE49-F238E27FC236}">
                <a16:creationId xmlns:a16="http://schemas.microsoft.com/office/drawing/2014/main" id="{C7829C4A-B8DF-488D-A3A5-A15FB6069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813152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提高触达质量</a:t>
            </a:r>
          </a:p>
        </p:txBody>
      </p:sp>
      <p:sp>
        <p:nvSpPr>
          <p:cNvPr id="19" name="action-icon-shell-0-3">
            <a:extLst xmlns:a="http://schemas.openxmlformats.org/drawingml/2006/main">
              <a:ext uri="{FF2B5EF4-FFF2-40B4-BE49-F238E27FC236}">
                <a16:creationId xmlns:a16="http://schemas.microsoft.com/office/drawing/2014/main" id="{EA658C81-06D3-4F77-A0F6-59897332E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2645569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8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bf9144f9ac4490a">
            <a:extLst>
              <a:ext uri="{96DAC541-7B7A-43D3-8B79-37D633B846F1}">
                <asvg:svgBlip xmlns:asvg="http://schemas.microsoft.com/office/drawing/2016/SVG/main" r:embed="Rdb5d503b6289494b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2721769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21" name="action-title-0-3">
            <a:extLst xmlns:a="http://schemas.openxmlformats.org/drawingml/2006/main">
              <a:ext uri="{FF2B5EF4-FFF2-40B4-BE49-F238E27FC236}">
                <a16:creationId xmlns:a16="http://schemas.microsoft.com/office/drawing/2014/main" id="{55020876-AC83-4A7E-BE11-C002B0AFE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584552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行为追踪</a:t>
            </a:r>
          </a:p>
        </p:txBody>
      </p:sp>
      <p:sp>
        <p:nvSpPr>
          <p:cNvPr id="22" name="action-body-0-3">
            <a:extLst xmlns:a="http://schemas.openxmlformats.org/drawingml/2006/main">
              <a:ext uri="{FF2B5EF4-FFF2-40B4-BE49-F238E27FC236}">
                <a16:creationId xmlns:a16="http://schemas.microsoft.com/office/drawing/2014/main" id="{5681F20F-9BA8-4876-ACDB-6D05ED02D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813152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记录关键反馈</a:t>
            </a:r>
          </a:p>
        </p:txBody>
      </p:sp>
      <p:sp>
        <p:nvSpPr>
          <p:cNvPr id="23" name="phase-rail-1">
            <a:extLst xmlns:a="http://schemas.openxmlformats.org/drawingml/2006/main">
              <a:ext uri="{FF2B5EF4-FFF2-40B4-BE49-F238E27FC236}">
                <a16:creationId xmlns:a16="http://schemas.microsoft.com/office/drawing/2014/main" id="{89B8DD62-64E1-4301-948E-47CFED03D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3386138"/>
            <a:ext cx="514350" cy="906513"/>
          </a:xfrm>
          <a:custGeom xmlns:a="http://schemas.openxmlformats.org/drawingml/2006/main">
            <a:pathLst>
              <a:path w="514350" h="906513">
                <a:moveTo>
                  <a:pt x="0" y="0"/>
                </a:moveTo>
                <a:lnTo>
                  <a:pt x="17002" y="8420"/>
                </a:lnTo>
                <a:lnTo>
                  <a:pt x="33995" y="16831"/>
                </a:lnTo>
                <a:lnTo>
                  <a:pt x="50997" y="25251"/>
                </a:lnTo>
                <a:lnTo>
                  <a:pt x="67989" y="33671"/>
                </a:lnTo>
                <a:lnTo>
                  <a:pt x="84992" y="42091"/>
                </a:lnTo>
                <a:lnTo>
                  <a:pt x="101994" y="50502"/>
                </a:lnTo>
                <a:lnTo>
                  <a:pt x="118986" y="58922"/>
                </a:lnTo>
                <a:lnTo>
                  <a:pt x="135988" y="67342"/>
                </a:lnTo>
                <a:lnTo>
                  <a:pt x="152991" y="75752"/>
                </a:lnTo>
                <a:lnTo>
                  <a:pt x="169983" y="84172"/>
                </a:lnTo>
                <a:lnTo>
                  <a:pt x="186985" y="92593"/>
                </a:lnTo>
                <a:lnTo>
                  <a:pt x="203978" y="101013"/>
                </a:lnTo>
                <a:lnTo>
                  <a:pt x="220980" y="109423"/>
                </a:lnTo>
                <a:lnTo>
                  <a:pt x="237982" y="117843"/>
                </a:lnTo>
                <a:lnTo>
                  <a:pt x="254975" y="126263"/>
                </a:lnTo>
                <a:lnTo>
                  <a:pt x="271977" y="120025"/>
                </a:lnTo>
                <a:lnTo>
                  <a:pt x="288979" y="111604"/>
                </a:lnTo>
                <a:lnTo>
                  <a:pt x="305972" y="103184"/>
                </a:lnTo>
                <a:lnTo>
                  <a:pt x="322974" y="94764"/>
                </a:lnTo>
                <a:lnTo>
                  <a:pt x="339966" y="86354"/>
                </a:lnTo>
                <a:lnTo>
                  <a:pt x="356968" y="77934"/>
                </a:lnTo>
                <a:lnTo>
                  <a:pt x="373971" y="69513"/>
                </a:lnTo>
                <a:lnTo>
                  <a:pt x="390963" y="61093"/>
                </a:lnTo>
                <a:lnTo>
                  <a:pt x="407965" y="52683"/>
                </a:lnTo>
                <a:lnTo>
                  <a:pt x="424967" y="44263"/>
                </a:lnTo>
                <a:lnTo>
                  <a:pt x="441960" y="35843"/>
                </a:lnTo>
                <a:lnTo>
                  <a:pt x="458962" y="27432"/>
                </a:lnTo>
                <a:lnTo>
                  <a:pt x="475955" y="19012"/>
                </a:lnTo>
                <a:lnTo>
                  <a:pt x="492957" y="10592"/>
                </a:lnTo>
                <a:lnTo>
                  <a:pt x="509959" y="2172"/>
                </a:lnTo>
                <a:lnTo>
                  <a:pt x="514350" y="14068"/>
                </a:lnTo>
                <a:lnTo>
                  <a:pt x="514350" y="33033"/>
                </a:lnTo>
                <a:lnTo>
                  <a:pt x="514350" y="52007"/>
                </a:lnTo>
                <a:lnTo>
                  <a:pt x="514350" y="70971"/>
                </a:lnTo>
                <a:lnTo>
                  <a:pt x="514350" y="89935"/>
                </a:lnTo>
                <a:lnTo>
                  <a:pt x="514350" y="108909"/>
                </a:lnTo>
                <a:lnTo>
                  <a:pt x="514350" y="127873"/>
                </a:lnTo>
                <a:lnTo>
                  <a:pt x="514350" y="146847"/>
                </a:lnTo>
                <a:lnTo>
                  <a:pt x="514350" y="165811"/>
                </a:lnTo>
                <a:lnTo>
                  <a:pt x="514350" y="184785"/>
                </a:lnTo>
                <a:lnTo>
                  <a:pt x="514350" y="203749"/>
                </a:lnTo>
                <a:lnTo>
                  <a:pt x="514350" y="222714"/>
                </a:lnTo>
                <a:lnTo>
                  <a:pt x="514350" y="241687"/>
                </a:lnTo>
                <a:lnTo>
                  <a:pt x="514350" y="260652"/>
                </a:lnTo>
                <a:lnTo>
                  <a:pt x="514350" y="279625"/>
                </a:lnTo>
                <a:lnTo>
                  <a:pt x="514350" y="298590"/>
                </a:lnTo>
                <a:lnTo>
                  <a:pt x="514350" y="317564"/>
                </a:lnTo>
                <a:lnTo>
                  <a:pt x="514350" y="336528"/>
                </a:lnTo>
                <a:lnTo>
                  <a:pt x="514350" y="355502"/>
                </a:lnTo>
                <a:lnTo>
                  <a:pt x="514350" y="374466"/>
                </a:lnTo>
                <a:lnTo>
                  <a:pt x="514350" y="393430"/>
                </a:lnTo>
                <a:lnTo>
                  <a:pt x="514350" y="412404"/>
                </a:lnTo>
                <a:lnTo>
                  <a:pt x="514350" y="431368"/>
                </a:lnTo>
                <a:lnTo>
                  <a:pt x="514350" y="450342"/>
                </a:lnTo>
                <a:lnTo>
                  <a:pt x="514350" y="469306"/>
                </a:lnTo>
                <a:lnTo>
                  <a:pt x="514350" y="488280"/>
                </a:lnTo>
                <a:lnTo>
                  <a:pt x="514350" y="507244"/>
                </a:lnTo>
                <a:lnTo>
                  <a:pt x="514350" y="526218"/>
                </a:lnTo>
                <a:lnTo>
                  <a:pt x="514350" y="545182"/>
                </a:lnTo>
                <a:lnTo>
                  <a:pt x="514350" y="564147"/>
                </a:lnTo>
                <a:lnTo>
                  <a:pt x="514350" y="583121"/>
                </a:lnTo>
                <a:lnTo>
                  <a:pt x="514350" y="602085"/>
                </a:lnTo>
                <a:lnTo>
                  <a:pt x="514350" y="621059"/>
                </a:lnTo>
                <a:lnTo>
                  <a:pt x="514350" y="640023"/>
                </a:lnTo>
                <a:lnTo>
                  <a:pt x="514350" y="658997"/>
                </a:lnTo>
                <a:lnTo>
                  <a:pt x="514350" y="677961"/>
                </a:lnTo>
                <a:lnTo>
                  <a:pt x="514350" y="696935"/>
                </a:lnTo>
                <a:lnTo>
                  <a:pt x="514350" y="715899"/>
                </a:lnTo>
                <a:lnTo>
                  <a:pt x="514350" y="734863"/>
                </a:lnTo>
                <a:lnTo>
                  <a:pt x="514350" y="753837"/>
                </a:lnTo>
                <a:lnTo>
                  <a:pt x="514350" y="772801"/>
                </a:lnTo>
                <a:lnTo>
                  <a:pt x="505854" y="786498"/>
                </a:lnTo>
                <a:lnTo>
                  <a:pt x="488852" y="794918"/>
                </a:lnTo>
                <a:lnTo>
                  <a:pt x="471849" y="803329"/>
                </a:lnTo>
                <a:lnTo>
                  <a:pt x="454857" y="811749"/>
                </a:lnTo>
                <a:lnTo>
                  <a:pt x="437855" y="820169"/>
                </a:lnTo>
                <a:lnTo>
                  <a:pt x="420862" y="828580"/>
                </a:lnTo>
                <a:lnTo>
                  <a:pt x="403860" y="837000"/>
                </a:lnTo>
                <a:lnTo>
                  <a:pt x="386858" y="845420"/>
                </a:lnTo>
                <a:lnTo>
                  <a:pt x="369865" y="853840"/>
                </a:lnTo>
                <a:lnTo>
                  <a:pt x="352863" y="862251"/>
                </a:lnTo>
                <a:lnTo>
                  <a:pt x="335861" y="870671"/>
                </a:lnTo>
                <a:lnTo>
                  <a:pt x="318868" y="879091"/>
                </a:lnTo>
                <a:lnTo>
                  <a:pt x="301866" y="887501"/>
                </a:lnTo>
                <a:lnTo>
                  <a:pt x="284874" y="895922"/>
                </a:lnTo>
                <a:lnTo>
                  <a:pt x="267872" y="904342"/>
                </a:lnTo>
                <a:lnTo>
                  <a:pt x="250869" y="906513"/>
                </a:lnTo>
                <a:lnTo>
                  <a:pt x="233877" y="898103"/>
                </a:lnTo>
                <a:lnTo>
                  <a:pt x="216875" y="889683"/>
                </a:lnTo>
                <a:lnTo>
                  <a:pt x="199873" y="881263"/>
                </a:lnTo>
                <a:lnTo>
                  <a:pt x="182880" y="872842"/>
                </a:lnTo>
                <a:lnTo>
                  <a:pt x="165878" y="864432"/>
                </a:lnTo>
                <a:lnTo>
                  <a:pt x="148885" y="856012"/>
                </a:lnTo>
                <a:lnTo>
                  <a:pt x="131883" y="847592"/>
                </a:lnTo>
                <a:lnTo>
                  <a:pt x="114881" y="839181"/>
                </a:lnTo>
                <a:lnTo>
                  <a:pt x="97888" y="830761"/>
                </a:lnTo>
                <a:lnTo>
                  <a:pt x="80886" y="822341"/>
                </a:lnTo>
                <a:lnTo>
                  <a:pt x="63884" y="813921"/>
                </a:lnTo>
                <a:lnTo>
                  <a:pt x="46892" y="805510"/>
                </a:lnTo>
                <a:lnTo>
                  <a:pt x="29889" y="797090"/>
                </a:lnTo>
                <a:lnTo>
                  <a:pt x="12897" y="788670"/>
                </a:lnTo>
                <a:lnTo>
                  <a:pt x="0" y="777707"/>
                </a:lnTo>
                <a:lnTo>
                  <a:pt x="0" y="758742"/>
                </a:lnTo>
                <a:lnTo>
                  <a:pt x="0" y="739769"/>
                </a:lnTo>
                <a:lnTo>
                  <a:pt x="0" y="720804"/>
                </a:lnTo>
                <a:lnTo>
                  <a:pt x="0" y="701831"/>
                </a:lnTo>
                <a:lnTo>
                  <a:pt x="0" y="682866"/>
                </a:lnTo>
                <a:lnTo>
                  <a:pt x="0" y="663893"/>
                </a:lnTo>
                <a:lnTo>
                  <a:pt x="0" y="644928"/>
                </a:lnTo>
                <a:lnTo>
                  <a:pt x="0" y="625964"/>
                </a:lnTo>
                <a:lnTo>
                  <a:pt x="0" y="606990"/>
                </a:lnTo>
                <a:lnTo>
                  <a:pt x="0" y="588026"/>
                </a:lnTo>
                <a:lnTo>
                  <a:pt x="0" y="569052"/>
                </a:lnTo>
                <a:lnTo>
                  <a:pt x="0" y="550088"/>
                </a:lnTo>
                <a:lnTo>
                  <a:pt x="0" y="531114"/>
                </a:lnTo>
                <a:lnTo>
                  <a:pt x="0" y="512150"/>
                </a:lnTo>
                <a:lnTo>
                  <a:pt x="0" y="493176"/>
                </a:lnTo>
                <a:lnTo>
                  <a:pt x="0" y="474212"/>
                </a:lnTo>
                <a:lnTo>
                  <a:pt x="0" y="455247"/>
                </a:lnTo>
                <a:lnTo>
                  <a:pt x="0" y="436274"/>
                </a:lnTo>
                <a:lnTo>
                  <a:pt x="0" y="417309"/>
                </a:lnTo>
                <a:lnTo>
                  <a:pt x="0" y="398336"/>
                </a:lnTo>
                <a:lnTo>
                  <a:pt x="0" y="379371"/>
                </a:lnTo>
                <a:lnTo>
                  <a:pt x="0" y="360397"/>
                </a:lnTo>
                <a:lnTo>
                  <a:pt x="0" y="341433"/>
                </a:lnTo>
                <a:lnTo>
                  <a:pt x="0" y="322459"/>
                </a:lnTo>
                <a:lnTo>
                  <a:pt x="0" y="303495"/>
                </a:lnTo>
                <a:lnTo>
                  <a:pt x="0" y="284531"/>
                </a:lnTo>
                <a:lnTo>
                  <a:pt x="0" y="265557"/>
                </a:lnTo>
                <a:lnTo>
                  <a:pt x="0" y="246593"/>
                </a:lnTo>
                <a:lnTo>
                  <a:pt x="0" y="227619"/>
                </a:lnTo>
                <a:lnTo>
                  <a:pt x="0" y="208655"/>
                </a:lnTo>
                <a:lnTo>
                  <a:pt x="0" y="189681"/>
                </a:lnTo>
                <a:lnTo>
                  <a:pt x="0" y="170717"/>
                </a:lnTo>
                <a:lnTo>
                  <a:pt x="0" y="151752"/>
                </a:lnTo>
                <a:lnTo>
                  <a:pt x="0" y="132779"/>
                </a:lnTo>
                <a:lnTo>
                  <a:pt x="0" y="113814"/>
                </a:lnTo>
                <a:lnTo>
                  <a:pt x="0" y="94840"/>
                </a:lnTo>
                <a:lnTo>
                  <a:pt x="0" y="75876"/>
                </a:lnTo>
                <a:lnTo>
                  <a:pt x="0" y="56902"/>
                </a:lnTo>
                <a:lnTo>
                  <a:pt x="0" y="37938"/>
                </a:lnTo>
                <a:lnTo>
                  <a:pt x="0" y="18964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24" name="phase-title-1">
            <a:extLst xmlns:a="http://schemas.openxmlformats.org/drawingml/2006/main">
              <a:ext uri="{FF2B5EF4-FFF2-40B4-BE49-F238E27FC236}">
                <a16:creationId xmlns:a16="http://schemas.microsoft.com/office/drawing/2014/main" id="{02637013-8AEA-43FC-B253-3DFA89FD7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3404892"/>
            <a:ext cx="1428750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意向培育</a:t>
            </a:r>
          </a:p>
        </p:txBody>
      </p:sp>
      <p:sp>
        <p:nvSpPr>
          <p:cNvPr id="25" name="phase-body-1">
            <a:extLst xmlns:a="http://schemas.openxmlformats.org/drawingml/2006/main">
              <a:ext uri="{FF2B5EF4-FFF2-40B4-BE49-F238E27FC236}">
                <a16:creationId xmlns:a16="http://schemas.microsoft.com/office/drawing/2014/main" id="{5F6160F0-2308-42AE-B6BF-1BE7695E1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3759098"/>
            <a:ext cx="1428750" cy="51792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6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让有效关注形成</a:t>
            </a:r>
          </a:p>
          <a:p xmlns:a="http://schemas.openxmlformats.org/drawingml/2006/main">
            <a:pPr algn="l">
              <a:lnSpc>
                <a:spcPct val="136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意向</a:t>
            </a:r>
          </a:p>
        </p:txBody>
      </p:sp>
      <p:sp>
        <p:nvSpPr>
          <p:cNvPr id="26" name="action-icon-shell-1-0">
            <a:extLst xmlns:a="http://schemas.openxmlformats.org/drawingml/2006/main">
              <a:ext uri="{FF2B5EF4-FFF2-40B4-BE49-F238E27FC236}">
                <a16:creationId xmlns:a16="http://schemas.microsoft.com/office/drawing/2014/main" id="{1A8618EF-E233-4510-8988-FA3CC3734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3669506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9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54553c036764e23">
            <a:extLst>
              <a:ext uri="{96DAC541-7B7A-43D3-8B79-37D633B846F1}">
                <asvg:svgBlip xmlns:asvg="http://schemas.microsoft.com/office/drawing/2016/SVG/main" r:embed="Rb24519931aa8494d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3745706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28" name="action-title-1-0">
            <a:extLst xmlns:a="http://schemas.openxmlformats.org/drawingml/2006/main">
              <a:ext uri="{FF2B5EF4-FFF2-40B4-BE49-F238E27FC236}">
                <a16:creationId xmlns:a16="http://schemas.microsoft.com/office/drawing/2014/main" id="{7EAD29CE-FE49-4823-97AD-6C3B19E20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3608489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规则触发</a:t>
            </a:r>
          </a:p>
        </p:txBody>
      </p:sp>
      <p:sp>
        <p:nvSpPr>
          <p:cNvPr id="29" name="action-body-1-0">
            <a:extLst xmlns:a="http://schemas.openxmlformats.org/drawingml/2006/main">
              <a:ext uri="{FF2B5EF4-FFF2-40B4-BE49-F238E27FC236}">
                <a16:creationId xmlns:a16="http://schemas.microsoft.com/office/drawing/2014/main" id="{0DEC1F18-80BC-42BA-BC0D-4039ABA23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3837089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自动下发任务</a:t>
            </a:r>
          </a:p>
        </p:txBody>
      </p:sp>
      <p:sp>
        <p:nvSpPr>
          <p:cNvPr id="30" name="action-icon-shell-1-1">
            <a:extLst xmlns:a="http://schemas.openxmlformats.org/drawingml/2006/main">
              <a:ext uri="{FF2B5EF4-FFF2-40B4-BE49-F238E27FC236}">
                <a16:creationId xmlns:a16="http://schemas.microsoft.com/office/drawing/2014/main" id="{15337F2D-5790-4941-A435-3BE7EAF19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3669506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9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5fcc2f263e0470e">
            <a:extLst>
              <a:ext uri="{96DAC541-7B7A-43D3-8B79-37D633B846F1}">
                <asvg:svgBlip xmlns:asvg="http://schemas.microsoft.com/office/drawing/2016/SVG/main" r:embed="R405e2d43dcdd4955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3745706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32" name="action-title-1-1">
            <a:extLst xmlns:a="http://schemas.openxmlformats.org/drawingml/2006/main">
              <a:ext uri="{FF2B5EF4-FFF2-40B4-BE49-F238E27FC236}">
                <a16:creationId xmlns:a16="http://schemas.microsoft.com/office/drawing/2014/main" id="{3DE182F3-3724-4E3B-8AF8-ECA94E828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3608489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热度评估</a:t>
            </a:r>
          </a:p>
        </p:txBody>
      </p:sp>
      <p:sp>
        <p:nvSpPr>
          <p:cNvPr id="33" name="action-body-1-1">
            <a:extLst xmlns:a="http://schemas.openxmlformats.org/drawingml/2006/main">
              <a:ext uri="{FF2B5EF4-FFF2-40B4-BE49-F238E27FC236}">
                <a16:creationId xmlns:a16="http://schemas.microsoft.com/office/drawing/2014/main" id="{8D8B2462-9065-447E-8DB0-A33D5D81C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3837089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识别优先对象</a:t>
            </a:r>
          </a:p>
        </p:txBody>
      </p:sp>
      <p:sp>
        <p:nvSpPr>
          <p:cNvPr id="34" name="phase-rail-2">
            <a:extLst xmlns:a="http://schemas.openxmlformats.org/drawingml/2006/main">
              <a:ext uri="{FF2B5EF4-FFF2-40B4-BE49-F238E27FC236}">
                <a16:creationId xmlns:a16="http://schemas.microsoft.com/office/drawing/2014/main" id="{9A775CF1-0D89-4307-B6FD-ABD682C38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4295775"/>
            <a:ext cx="514350" cy="1914134"/>
          </a:xfrm>
          <a:custGeom xmlns:a="http://schemas.openxmlformats.org/drawingml/2006/main">
            <a:pathLst>
              <a:path w="514350" h="1914134">
                <a:moveTo>
                  <a:pt x="0" y="0"/>
                </a:moveTo>
                <a:lnTo>
                  <a:pt x="17193" y="9554"/>
                </a:lnTo>
                <a:lnTo>
                  <a:pt x="34385" y="19098"/>
                </a:lnTo>
                <a:lnTo>
                  <a:pt x="51578" y="28651"/>
                </a:lnTo>
                <a:lnTo>
                  <a:pt x="68771" y="38205"/>
                </a:lnTo>
                <a:lnTo>
                  <a:pt x="85963" y="47758"/>
                </a:lnTo>
                <a:lnTo>
                  <a:pt x="103156" y="57302"/>
                </a:lnTo>
                <a:lnTo>
                  <a:pt x="120348" y="66856"/>
                </a:lnTo>
                <a:lnTo>
                  <a:pt x="137541" y="76410"/>
                </a:lnTo>
                <a:lnTo>
                  <a:pt x="154724" y="85963"/>
                </a:lnTo>
                <a:lnTo>
                  <a:pt x="171917" y="95507"/>
                </a:lnTo>
                <a:lnTo>
                  <a:pt x="189109" y="105061"/>
                </a:lnTo>
                <a:lnTo>
                  <a:pt x="206302" y="114614"/>
                </a:lnTo>
                <a:lnTo>
                  <a:pt x="223495" y="124168"/>
                </a:lnTo>
                <a:lnTo>
                  <a:pt x="240687" y="133712"/>
                </a:lnTo>
                <a:lnTo>
                  <a:pt x="257880" y="142484"/>
                </a:lnTo>
                <a:lnTo>
                  <a:pt x="275072" y="132931"/>
                </a:lnTo>
                <a:lnTo>
                  <a:pt x="292265" y="123377"/>
                </a:lnTo>
                <a:lnTo>
                  <a:pt x="309458" y="113833"/>
                </a:lnTo>
                <a:lnTo>
                  <a:pt x="326650" y="104280"/>
                </a:lnTo>
                <a:lnTo>
                  <a:pt x="343843" y="94726"/>
                </a:lnTo>
                <a:lnTo>
                  <a:pt x="361036" y="85173"/>
                </a:lnTo>
                <a:lnTo>
                  <a:pt x="378228" y="75629"/>
                </a:lnTo>
                <a:lnTo>
                  <a:pt x="395421" y="66075"/>
                </a:lnTo>
                <a:lnTo>
                  <a:pt x="412613" y="56521"/>
                </a:lnTo>
                <a:lnTo>
                  <a:pt x="429806" y="46968"/>
                </a:lnTo>
                <a:lnTo>
                  <a:pt x="446999" y="37424"/>
                </a:lnTo>
                <a:lnTo>
                  <a:pt x="464182" y="27870"/>
                </a:lnTo>
                <a:lnTo>
                  <a:pt x="481374" y="18317"/>
                </a:lnTo>
                <a:lnTo>
                  <a:pt x="498567" y="8763"/>
                </a:lnTo>
                <a:lnTo>
                  <a:pt x="514350" y="1619"/>
                </a:lnTo>
                <a:lnTo>
                  <a:pt x="514350" y="21279"/>
                </a:lnTo>
                <a:lnTo>
                  <a:pt x="514350" y="40948"/>
                </a:lnTo>
                <a:lnTo>
                  <a:pt x="514350" y="60617"/>
                </a:lnTo>
                <a:lnTo>
                  <a:pt x="514350" y="80286"/>
                </a:lnTo>
                <a:lnTo>
                  <a:pt x="514350" y="99955"/>
                </a:lnTo>
                <a:lnTo>
                  <a:pt x="514350" y="119615"/>
                </a:lnTo>
                <a:lnTo>
                  <a:pt x="514350" y="139284"/>
                </a:lnTo>
                <a:lnTo>
                  <a:pt x="514350" y="158953"/>
                </a:lnTo>
                <a:lnTo>
                  <a:pt x="514350" y="178622"/>
                </a:lnTo>
                <a:lnTo>
                  <a:pt x="514350" y="198282"/>
                </a:lnTo>
                <a:lnTo>
                  <a:pt x="514350" y="217951"/>
                </a:lnTo>
                <a:lnTo>
                  <a:pt x="514350" y="237620"/>
                </a:lnTo>
                <a:lnTo>
                  <a:pt x="514350" y="257289"/>
                </a:lnTo>
                <a:lnTo>
                  <a:pt x="514350" y="276958"/>
                </a:lnTo>
                <a:lnTo>
                  <a:pt x="514350" y="296618"/>
                </a:lnTo>
                <a:lnTo>
                  <a:pt x="514350" y="316287"/>
                </a:lnTo>
                <a:lnTo>
                  <a:pt x="514350" y="335956"/>
                </a:lnTo>
                <a:lnTo>
                  <a:pt x="514350" y="355625"/>
                </a:lnTo>
                <a:lnTo>
                  <a:pt x="514350" y="375295"/>
                </a:lnTo>
                <a:lnTo>
                  <a:pt x="514350" y="394954"/>
                </a:lnTo>
                <a:lnTo>
                  <a:pt x="514350" y="414623"/>
                </a:lnTo>
                <a:lnTo>
                  <a:pt x="514350" y="434292"/>
                </a:lnTo>
                <a:lnTo>
                  <a:pt x="514350" y="453961"/>
                </a:lnTo>
                <a:lnTo>
                  <a:pt x="514350" y="473621"/>
                </a:lnTo>
                <a:lnTo>
                  <a:pt x="514350" y="493290"/>
                </a:lnTo>
                <a:lnTo>
                  <a:pt x="514350" y="512959"/>
                </a:lnTo>
                <a:lnTo>
                  <a:pt x="514350" y="532628"/>
                </a:lnTo>
                <a:lnTo>
                  <a:pt x="514350" y="552298"/>
                </a:lnTo>
                <a:lnTo>
                  <a:pt x="514350" y="571957"/>
                </a:lnTo>
                <a:lnTo>
                  <a:pt x="514350" y="591626"/>
                </a:lnTo>
                <a:lnTo>
                  <a:pt x="514350" y="611295"/>
                </a:lnTo>
                <a:lnTo>
                  <a:pt x="514350" y="630965"/>
                </a:lnTo>
                <a:lnTo>
                  <a:pt x="514350" y="650624"/>
                </a:lnTo>
                <a:lnTo>
                  <a:pt x="514350" y="670293"/>
                </a:lnTo>
                <a:lnTo>
                  <a:pt x="514350" y="689962"/>
                </a:lnTo>
                <a:lnTo>
                  <a:pt x="514350" y="709632"/>
                </a:lnTo>
                <a:lnTo>
                  <a:pt x="514350" y="729301"/>
                </a:lnTo>
                <a:lnTo>
                  <a:pt x="514350" y="748960"/>
                </a:lnTo>
                <a:lnTo>
                  <a:pt x="514350" y="768629"/>
                </a:lnTo>
                <a:lnTo>
                  <a:pt x="514350" y="788299"/>
                </a:lnTo>
                <a:lnTo>
                  <a:pt x="514350" y="807968"/>
                </a:lnTo>
                <a:lnTo>
                  <a:pt x="514350" y="827637"/>
                </a:lnTo>
                <a:lnTo>
                  <a:pt x="514350" y="847296"/>
                </a:lnTo>
                <a:lnTo>
                  <a:pt x="514350" y="866966"/>
                </a:lnTo>
                <a:lnTo>
                  <a:pt x="514350" y="886635"/>
                </a:lnTo>
                <a:lnTo>
                  <a:pt x="514350" y="906304"/>
                </a:lnTo>
                <a:lnTo>
                  <a:pt x="514350" y="925963"/>
                </a:lnTo>
                <a:lnTo>
                  <a:pt x="514350" y="945632"/>
                </a:lnTo>
                <a:lnTo>
                  <a:pt x="514350" y="965302"/>
                </a:lnTo>
                <a:lnTo>
                  <a:pt x="514350" y="984971"/>
                </a:lnTo>
                <a:lnTo>
                  <a:pt x="514350" y="1004640"/>
                </a:lnTo>
                <a:lnTo>
                  <a:pt x="514350" y="1024299"/>
                </a:lnTo>
                <a:lnTo>
                  <a:pt x="514350" y="1043969"/>
                </a:lnTo>
                <a:lnTo>
                  <a:pt x="514350" y="1063638"/>
                </a:lnTo>
                <a:lnTo>
                  <a:pt x="514350" y="1083307"/>
                </a:lnTo>
                <a:lnTo>
                  <a:pt x="514350" y="1102966"/>
                </a:lnTo>
                <a:lnTo>
                  <a:pt x="514350" y="1122636"/>
                </a:lnTo>
                <a:lnTo>
                  <a:pt x="514350" y="1142305"/>
                </a:lnTo>
                <a:lnTo>
                  <a:pt x="514350" y="1161974"/>
                </a:lnTo>
                <a:lnTo>
                  <a:pt x="514350" y="1181643"/>
                </a:lnTo>
                <a:lnTo>
                  <a:pt x="514350" y="1201303"/>
                </a:lnTo>
                <a:lnTo>
                  <a:pt x="514350" y="1220972"/>
                </a:lnTo>
                <a:lnTo>
                  <a:pt x="514350" y="1240641"/>
                </a:lnTo>
                <a:lnTo>
                  <a:pt x="514350" y="1260310"/>
                </a:lnTo>
                <a:lnTo>
                  <a:pt x="514350" y="1279970"/>
                </a:lnTo>
                <a:lnTo>
                  <a:pt x="514350" y="1299639"/>
                </a:lnTo>
                <a:lnTo>
                  <a:pt x="514350" y="1319308"/>
                </a:lnTo>
                <a:lnTo>
                  <a:pt x="514350" y="1338977"/>
                </a:lnTo>
                <a:lnTo>
                  <a:pt x="514350" y="1358646"/>
                </a:lnTo>
                <a:lnTo>
                  <a:pt x="514350" y="1378306"/>
                </a:lnTo>
                <a:lnTo>
                  <a:pt x="514350" y="1397975"/>
                </a:lnTo>
                <a:lnTo>
                  <a:pt x="514350" y="1417644"/>
                </a:lnTo>
                <a:lnTo>
                  <a:pt x="514350" y="1437313"/>
                </a:lnTo>
                <a:lnTo>
                  <a:pt x="514350" y="1456982"/>
                </a:lnTo>
                <a:lnTo>
                  <a:pt x="514350" y="1476642"/>
                </a:lnTo>
                <a:lnTo>
                  <a:pt x="514350" y="1496311"/>
                </a:lnTo>
                <a:lnTo>
                  <a:pt x="514350" y="1515980"/>
                </a:lnTo>
                <a:lnTo>
                  <a:pt x="514350" y="1535649"/>
                </a:lnTo>
                <a:lnTo>
                  <a:pt x="514350" y="1555309"/>
                </a:lnTo>
                <a:lnTo>
                  <a:pt x="514350" y="1574978"/>
                </a:lnTo>
                <a:lnTo>
                  <a:pt x="514350" y="1594647"/>
                </a:lnTo>
                <a:lnTo>
                  <a:pt x="514350" y="1614316"/>
                </a:lnTo>
                <a:lnTo>
                  <a:pt x="514350" y="1633985"/>
                </a:lnTo>
                <a:lnTo>
                  <a:pt x="514350" y="1653645"/>
                </a:lnTo>
                <a:lnTo>
                  <a:pt x="514350" y="1673314"/>
                </a:lnTo>
                <a:lnTo>
                  <a:pt x="514350" y="1692983"/>
                </a:lnTo>
                <a:lnTo>
                  <a:pt x="514350" y="1712652"/>
                </a:lnTo>
                <a:lnTo>
                  <a:pt x="514350" y="1732312"/>
                </a:lnTo>
                <a:lnTo>
                  <a:pt x="514350" y="1751981"/>
                </a:lnTo>
                <a:lnTo>
                  <a:pt x="514350" y="1771650"/>
                </a:lnTo>
                <a:lnTo>
                  <a:pt x="497157" y="1781204"/>
                </a:lnTo>
                <a:lnTo>
                  <a:pt x="479965" y="1790748"/>
                </a:lnTo>
                <a:lnTo>
                  <a:pt x="462772" y="1800301"/>
                </a:lnTo>
                <a:lnTo>
                  <a:pt x="445580" y="1809855"/>
                </a:lnTo>
                <a:lnTo>
                  <a:pt x="428387" y="1819408"/>
                </a:lnTo>
                <a:lnTo>
                  <a:pt x="411194" y="1828952"/>
                </a:lnTo>
                <a:lnTo>
                  <a:pt x="394002" y="1838506"/>
                </a:lnTo>
                <a:lnTo>
                  <a:pt x="376809" y="1848060"/>
                </a:lnTo>
                <a:lnTo>
                  <a:pt x="359626" y="1857613"/>
                </a:lnTo>
                <a:lnTo>
                  <a:pt x="342433" y="1867157"/>
                </a:lnTo>
                <a:lnTo>
                  <a:pt x="325241" y="1876711"/>
                </a:lnTo>
                <a:lnTo>
                  <a:pt x="308048" y="1886264"/>
                </a:lnTo>
                <a:lnTo>
                  <a:pt x="290855" y="1895818"/>
                </a:lnTo>
                <a:lnTo>
                  <a:pt x="273663" y="1905362"/>
                </a:lnTo>
                <a:lnTo>
                  <a:pt x="256470" y="1914134"/>
                </a:lnTo>
                <a:lnTo>
                  <a:pt x="239278" y="1904581"/>
                </a:lnTo>
                <a:lnTo>
                  <a:pt x="222085" y="1895027"/>
                </a:lnTo>
                <a:lnTo>
                  <a:pt x="204892" y="1885483"/>
                </a:lnTo>
                <a:lnTo>
                  <a:pt x="187700" y="1875930"/>
                </a:lnTo>
                <a:lnTo>
                  <a:pt x="170507" y="1866376"/>
                </a:lnTo>
                <a:lnTo>
                  <a:pt x="153314" y="1856823"/>
                </a:lnTo>
                <a:lnTo>
                  <a:pt x="136122" y="1847279"/>
                </a:lnTo>
                <a:lnTo>
                  <a:pt x="118929" y="1837725"/>
                </a:lnTo>
                <a:lnTo>
                  <a:pt x="101737" y="1828171"/>
                </a:lnTo>
                <a:lnTo>
                  <a:pt x="84544" y="1818618"/>
                </a:lnTo>
                <a:lnTo>
                  <a:pt x="67351" y="1809074"/>
                </a:lnTo>
                <a:lnTo>
                  <a:pt x="50168" y="1799520"/>
                </a:lnTo>
                <a:lnTo>
                  <a:pt x="32976" y="1789967"/>
                </a:lnTo>
                <a:lnTo>
                  <a:pt x="15783" y="1780413"/>
                </a:lnTo>
                <a:lnTo>
                  <a:pt x="0" y="1770031"/>
                </a:lnTo>
                <a:lnTo>
                  <a:pt x="0" y="1750371"/>
                </a:lnTo>
                <a:lnTo>
                  <a:pt x="0" y="1730702"/>
                </a:lnTo>
                <a:lnTo>
                  <a:pt x="0" y="1711033"/>
                </a:lnTo>
                <a:lnTo>
                  <a:pt x="0" y="1691364"/>
                </a:lnTo>
                <a:lnTo>
                  <a:pt x="0" y="1671695"/>
                </a:lnTo>
                <a:lnTo>
                  <a:pt x="0" y="1652035"/>
                </a:lnTo>
                <a:lnTo>
                  <a:pt x="0" y="1632366"/>
                </a:lnTo>
                <a:lnTo>
                  <a:pt x="0" y="1612697"/>
                </a:lnTo>
                <a:lnTo>
                  <a:pt x="0" y="1593028"/>
                </a:lnTo>
                <a:lnTo>
                  <a:pt x="0" y="1573368"/>
                </a:lnTo>
                <a:lnTo>
                  <a:pt x="0" y="1553699"/>
                </a:lnTo>
                <a:lnTo>
                  <a:pt x="0" y="1534030"/>
                </a:lnTo>
                <a:lnTo>
                  <a:pt x="0" y="1514361"/>
                </a:lnTo>
                <a:lnTo>
                  <a:pt x="0" y="1494692"/>
                </a:lnTo>
                <a:lnTo>
                  <a:pt x="0" y="1475032"/>
                </a:lnTo>
                <a:lnTo>
                  <a:pt x="0" y="1455363"/>
                </a:lnTo>
                <a:lnTo>
                  <a:pt x="0" y="1435694"/>
                </a:lnTo>
                <a:lnTo>
                  <a:pt x="0" y="1416025"/>
                </a:lnTo>
                <a:lnTo>
                  <a:pt x="0" y="1396355"/>
                </a:lnTo>
                <a:lnTo>
                  <a:pt x="0" y="1376696"/>
                </a:lnTo>
                <a:lnTo>
                  <a:pt x="0" y="1357027"/>
                </a:lnTo>
                <a:lnTo>
                  <a:pt x="0" y="1337358"/>
                </a:lnTo>
                <a:lnTo>
                  <a:pt x="0" y="1317689"/>
                </a:lnTo>
                <a:lnTo>
                  <a:pt x="0" y="1298029"/>
                </a:lnTo>
                <a:lnTo>
                  <a:pt x="0" y="1278360"/>
                </a:lnTo>
                <a:lnTo>
                  <a:pt x="0" y="1258691"/>
                </a:lnTo>
                <a:lnTo>
                  <a:pt x="0" y="1239022"/>
                </a:lnTo>
                <a:lnTo>
                  <a:pt x="0" y="1219352"/>
                </a:lnTo>
                <a:lnTo>
                  <a:pt x="0" y="1199693"/>
                </a:lnTo>
                <a:lnTo>
                  <a:pt x="0" y="1180024"/>
                </a:lnTo>
                <a:lnTo>
                  <a:pt x="0" y="1160355"/>
                </a:lnTo>
                <a:lnTo>
                  <a:pt x="0" y="1140685"/>
                </a:lnTo>
                <a:lnTo>
                  <a:pt x="0" y="1121026"/>
                </a:lnTo>
                <a:lnTo>
                  <a:pt x="0" y="1101357"/>
                </a:lnTo>
                <a:lnTo>
                  <a:pt x="0" y="1081688"/>
                </a:lnTo>
                <a:lnTo>
                  <a:pt x="0" y="1062018"/>
                </a:lnTo>
                <a:lnTo>
                  <a:pt x="0" y="1042349"/>
                </a:lnTo>
                <a:lnTo>
                  <a:pt x="0" y="1022690"/>
                </a:lnTo>
                <a:lnTo>
                  <a:pt x="0" y="1003021"/>
                </a:lnTo>
                <a:lnTo>
                  <a:pt x="0" y="983351"/>
                </a:lnTo>
                <a:lnTo>
                  <a:pt x="0" y="963682"/>
                </a:lnTo>
                <a:lnTo>
                  <a:pt x="0" y="944023"/>
                </a:lnTo>
                <a:lnTo>
                  <a:pt x="0" y="924354"/>
                </a:lnTo>
                <a:lnTo>
                  <a:pt x="0" y="904685"/>
                </a:lnTo>
                <a:lnTo>
                  <a:pt x="0" y="885015"/>
                </a:lnTo>
                <a:lnTo>
                  <a:pt x="0" y="865346"/>
                </a:lnTo>
                <a:lnTo>
                  <a:pt x="0" y="845687"/>
                </a:lnTo>
                <a:lnTo>
                  <a:pt x="0" y="826018"/>
                </a:lnTo>
                <a:lnTo>
                  <a:pt x="0" y="806348"/>
                </a:lnTo>
                <a:lnTo>
                  <a:pt x="0" y="786679"/>
                </a:lnTo>
                <a:lnTo>
                  <a:pt x="0" y="767010"/>
                </a:lnTo>
                <a:lnTo>
                  <a:pt x="0" y="747351"/>
                </a:lnTo>
                <a:lnTo>
                  <a:pt x="0" y="727681"/>
                </a:lnTo>
                <a:lnTo>
                  <a:pt x="0" y="708012"/>
                </a:lnTo>
                <a:lnTo>
                  <a:pt x="0" y="688343"/>
                </a:lnTo>
                <a:lnTo>
                  <a:pt x="0" y="668684"/>
                </a:lnTo>
                <a:lnTo>
                  <a:pt x="0" y="649014"/>
                </a:lnTo>
                <a:lnTo>
                  <a:pt x="0" y="629345"/>
                </a:lnTo>
                <a:lnTo>
                  <a:pt x="0" y="609676"/>
                </a:lnTo>
                <a:lnTo>
                  <a:pt x="0" y="590007"/>
                </a:lnTo>
                <a:lnTo>
                  <a:pt x="0" y="570347"/>
                </a:lnTo>
                <a:lnTo>
                  <a:pt x="0" y="550678"/>
                </a:lnTo>
                <a:lnTo>
                  <a:pt x="0" y="531009"/>
                </a:lnTo>
                <a:lnTo>
                  <a:pt x="0" y="511340"/>
                </a:lnTo>
                <a:lnTo>
                  <a:pt x="0" y="491681"/>
                </a:lnTo>
                <a:lnTo>
                  <a:pt x="0" y="472011"/>
                </a:lnTo>
                <a:lnTo>
                  <a:pt x="0" y="452342"/>
                </a:lnTo>
                <a:lnTo>
                  <a:pt x="0" y="432673"/>
                </a:lnTo>
                <a:lnTo>
                  <a:pt x="0" y="413004"/>
                </a:lnTo>
                <a:lnTo>
                  <a:pt x="0" y="393344"/>
                </a:lnTo>
                <a:lnTo>
                  <a:pt x="0" y="373675"/>
                </a:lnTo>
                <a:lnTo>
                  <a:pt x="0" y="354006"/>
                </a:lnTo>
                <a:lnTo>
                  <a:pt x="0" y="334337"/>
                </a:lnTo>
                <a:lnTo>
                  <a:pt x="0" y="314668"/>
                </a:lnTo>
                <a:lnTo>
                  <a:pt x="0" y="295008"/>
                </a:lnTo>
                <a:lnTo>
                  <a:pt x="0" y="275339"/>
                </a:lnTo>
                <a:lnTo>
                  <a:pt x="0" y="255670"/>
                </a:lnTo>
                <a:lnTo>
                  <a:pt x="0" y="236001"/>
                </a:lnTo>
                <a:lnTo>
                  <a:pt x="0" y="216341"/>
                </a:lnTo>
                <a:lnTo>
                  <a:pt x="0" y="196672"/>
                </a:lnTo>
                <a:lnTo>
                  <a:pt x="0" y="177003"/>
                </a:lnTo>
                <a:lnTo>
                  <a:pt x="0" y="157334"/>
                </a:lnTo>
                <a:lnTo>
                  <a:pt x="0" y="137665"/>
                </a:lnTo>
                <a:lnTo>
                  <a:pt x="0" y="118005"/>
                </a:lnTo>
                <a:lnTo>
                  <a:pt x="0" y="98336"/>
                </a:lnTo>
                <a:lnTo>
                  <a:pt x="0" y="78667"/>
                </a:lnTo>
                <a:lnTo>
                  <a:pt x="0" y="58998"/>
                </a:lnTo>
                <a:lnTo>
                  <a:pt x="0" y="39338"/>
                </a:lnTo>
                <a:lnTo>
                  <a:pt x="0" y="19669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78A8D5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35" name="phase-title-2">
            <a:extLst xmlns:a="http://schemas.openxmlformats.org/drawingml/2006/main">
              <a:ext uri="{FF2B5EF4-FFF2-40B4-BE49-F238E27FC236}">
                <a16:creationId xmlns:a16="http://schemas.microsoft.com/office/drawing/2014/main" id="{579203CB-85C7-473C-9714-F742AF40E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4782293"/>
            <a:ext cx="1428750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持续转化</a:t>
            </a:r>
          </a:p>
        </p:txBody>
      </p:sp>
      <p:sp>
        <p:nvSpPr>
          <p:cNvPr id="36" name="phase-body-2">
            <a:extLst xmlns:a="http://schemas.openxmlformats.org/drawingml/2006/main">
              <a:ext uri="{FF2B5EF4-FFF2-40B4-BE49-F238E27FC236}">
                <a16:creationId xmlns:a16="http://schemas.microsoft.com/office/drawing/2014/main" id="{B481DFA2-7C6E-4514-80CF-09CD9FE91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5136509"/>
            <a:ext cx="1428750" cy="587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让行动沉淀为</a:t>
            </a:r>
          </a:p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长期价值</a:t>
            </a:r>
          </a:p>
        </p:txBody>
      </p:sp>
      <p:sp>
        <p:nvSpPr>
          <p:cNvPr id="37" name="action-icon-shell-2-0">
            <a:extLst xmlns:a="http://schemas.openxmlformats.org/drawingml/2006/main">
              <a:ext uri="{FF2B5EF4-FFF2-40B4-BE49-F238E27FC236}">
                <a16:creationId xmlns:a16="http://schemas.microsoft.com/office/drawing/2014/main" id="{958B687F-D060-4EF4-B16D-15CAC2428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5081588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10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99a085ac1b848d0">
            <a:extLst>
              <a:ext uri="{96DAC541-7B7A-43D3-8B79-37D633B846F1}">
                <asvg:svgBlip xmlns:asvg="http://schemas.microsoft.com/office/drawing/2016/SVG/main" r:embed="R1a6dae5ad1a14c4e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5157788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39" name="action-title-2-0">
            <a:extLst xmlns:a="http://schemas.openxmlformats.org/drawingml/2006/main">
              <a:ext uri="{FF2B5EF4-FFF2-40B4-BE49-F238E27FC236}">
                <a16:creationId xmlns:a16="http://schemas.microsoft.com/office/drawing/2014/main" id="{3E54C25C-8242-4D6B-A42F-E54115908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5020570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数据打通</a:t>
            </a:r>
          </a:p>
        </p:txBody>
      </p:sp>
      <p:sp>
        <p:nvSpPr>
          <p:cNvPr id="40" name="action-body-2-0">
            <a:extLst xmlns:a="http://schemas.openxmlformats.org/drawingml/2006/main">
              <a:ext uri="{FF2B5EF4-FFF2-40B4-BE49-F238E27FC236}">
                <a16:creationId xmlns:a16="http://schemas.microsoft.com/office/drawing/2014/main" id="{B1F63980-A414-46E1-BFA5-752E7082C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5249170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统一分析对象</a:t>
            </a:r>
          </a:p>
        </p:txBody>
      </p:sp>
      <p:sp>
        <p:nvSpPr>
          <p:cNvPr id="41" name="action-icon-shell-2-1">
            <a:extLst xmlns:a="http://schemas.openxmlformats.org/drawingml/2006/main">
              <a:ext uri="{FF2B5EF4-FFF2-40B4-BE49-F238E27FC236}">
                <a16:creationId xmlns:a16="http://schemas.microsoft.com/office/drawing/2014/main" id="{8ACC9371-AA7E-4C32-9A39-22BBE1D99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5081588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10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d5a65bd55a6431e">
            <a:extLst>
              <a:ext uri="{96DAC541-7B7A-43D3-8B79-37D633B846F1}">
                <asvg:svgBlip xmlns:asvg="http://schemas.microsoft.com/office/drawing/2016/SVG/main" r:embed="R6d3ec751f2c34faa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5157788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43" name="action-title-2-1">
            <a:extLst xmlns:a="http://schemas.openxmlformats.org/drawingml/2006/main">
              <a:ext uri="{FF2B5EF4-FFF2-40B4-BE49-F238E27FC236}">
                <a16:creationId xmlns:a16="http://schemas.microsoft.com/office/drawing/2014/main" id="{FA6484BE-F0FB-4E5F-9AEA-A838695F2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5020570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自动分群</a:t>
            </a:r>
          </a:p>
        </p:txBody>
      </p:sp>
      <p:sp>
        <p:nvSpPr>
          <p:cNvPr id="44" name="action-body-2-1">
            <a:extLst xmlns:a="http://schemas.openxmlformats.org/drawingml/2006/main">
              <a:ext uri="{FF2B5EF4-FFF2-40B4-BE49-F238E27FC236}">
                <a16:creationId xmlns:a16="http://schemas.microsoft.com/office/drawing/2014/main" id="{F67945E1-42C8-411B-A4E3-949421806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5249170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指导持续运营</a:t>
            </a:r>
          </a:p>
        </p:txBody>
      </p:sp>
      <p:sp>
        <p:nvSpPr>
          <p:cNvPr id="45" name="funnel-step-body-0">
            <a:extLst xmlns:a="http://schemas.openxmlformats.org/drawingml/2006/main">
              <a:ext uri="{FF2B5EF4-FFF2-40B4-BE49-F238E27FC236}">
                <a16:creationId xmlns:a16="http://schemas.microsoft.com/office/drawing/2014/main" id="{34002E66-FEAE-496C-A7DA-A9502990F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52750" y="2514600"/>
            <a:ext cx="3331178" cy="807244"/>
          </a:xfrm>
          <a:custGeom xmlns:a="http://schemas.openxmlformats.org/drawingml/2006/main">
            <a:pathLst>
              <a:path w="3331178" h="807244">
                <a:moveTo>
                  <a:pt x="0" y="0"/>
                </a:moveTo>
                <a:lnTo>
                  <a:pt x="15011" y="27756"/>
                </a:lnTo>
                <a:lnTo>
                  <a:pt x="30032" y="55502"/>
                </a:lnTo>
                <a:lnTo>
                  <a:pt x="45044" y="83258"/>
                </a:lnTo>
                <a:lnTo>
                  <a:pt x="60065" y="111014"/>
                </a:lnTo>
                <a:lnTo>
                  <a:pt x="75076" y="138760"/>
                </a:lnTo>
                <a:lnTo>
                  <a:pt x="90087" y="166516"/>
                </a:lnTo>
                <a:lnTo>
                  <a:pt x="105108" y="194262"/>
                </a:lnTo>
                <a:lnTo>
                  <a:pt x="120120" y="222018"/>
                </a:lnTo>
                <a:lnTo>
                  <a:pt x="135141" y="249774"/>
                </a:lnTo>
                <a:lnTo>
                  <a:pt x="150152" y="277520"/>
                </a:lnTo>
                <a:lnTo>
                  <a:pt x="165164" y="305276"/>
                </a:lnTo>
                <a:lnTo>
                  <a:pt x="180184" y="333032"/>
                </a:lnTo>
                <a:lnTo>
                  <a:pt x="195196" y="360778"/>
                </a:lnTo>
                <a:lnTo>
                  <a:pt x="210217" y="388534"/>
                </a:lnTo>
                <a:lnTo>
                  <a:pt x="225228" y="416281"/>
                </a:lnTo>
                <a:lnTo>
                  <a:pt x="240249" y="444036"/>
                </a:lnTo>
                <a:lnTo>
                  <a:pt x="255260" y="471792"/>
                </a:lnTo>
                <a:lnTo>
                  <a:pt x="270272" y="499539"/>
                </a:lnTo>
                <a:lnTo>
                  <a:pt x="285293" y="527294"/>
                </a:lnTo>
                <a:lnTo>
                  <a:pt x="300304" y="555050"/>
                </a:lnTo>
                <a:lnTo>
                  <a:pt x="315325" y="582797"/>
                </a:lnTo>
                <a:lnTo>
                  <a:pt x="330337" y="610553"/>
                </a:lnTo>
                <a:lnTo>
                  <a:pt x="345348" y="638299"/>
                </a:lnTo>
                <a:lnTo>
                  <a:pt x="360369" y="666055"/>
                </a:lnTo>
                <a:lnTo>
                  <a:pt x="375380" y="693811"/>
                </a:lnTo>
                <a:lnTo>
                  <a:pt x="390401" y="721557"/>
                </a:lnTo>
                <a:lnTo>
                  <a:pt x="411366" y="743064"/>
                </a:lnTo>
                <a:lnTo>
                  <a:pt x="441579" y="752046"/>
                </a:lnTo>
                <a:lnTo>
                  <a:pt x="472526" y="758200"/>
                </a:lnTo>
                <a:lnTo>
                  <a:pt x="503701" y="763057"/>
                </a:lnTo>
                <a:lnTo>
                  <a:pt x="534991" y="767115"/>
                </a:lnTo>
                <a:lnTo>
                  <a:pt x="566347" y="770639"/>
                </a:lnTo>
                <a:lnTo>
                  <a:pt x="597741" y="773754"/>
                </a:lnTo>
                <a:lnTo>
                  <a:pt x="629174" y="776554"/>
                </a:lnTo>
                <a:lnTo>
                  <a:pt x="660625" y="779078"/>
                </a:lnTo>
                <a:lnTo>
                  <a:pt x="692096" y="781393"/>
                </a:lnTo>
                <a:lnTo>
                  <a:pt x="723576" y="783517"/>
                </a:lnTo>
                <a:lnTo>
                  <a:pt x="755075" y="785479"/>
                </a:lnTo>
                <a:lnTo>
                  <a:pt x="786575" y="787298"/>
                </a:lnTo>
                <a:lnTo>
                  <a:pt x="818083" y="788984"/>
                </a:lnTo>
                <a:lnTo>
                  <a:pt x="849592" y="790556"/>
                </a:lnTo>
                <a:lnTo>
                  <a:pt x="881120" y="792023"/>
                </a:lnTo>
                <a:lnTo>
                  <a:pt x="912638" y="793394"/>
                </a:lnTo>
                <a:lnTo>
                  <a:pt x="944166" y="794671"/>
                </a:lnTo>
                <a:lnTo>
                  <a:pt x="975703" y="795861"/>
                </a:lnTo>
                <a:lnTo>
                  <a:pt x="1007231" y="796985"/>
                </a:lnTo>
                <a:lnTo>
                  <a:pt x="1038768" y="798033"/>
                </a:lnTo>
                <a:lnTo>
                  <a:pt x="1070305" y="798995"/>
                </a:lnTo>
                <a:lnTo>
                  <a:pt x="1101852" y="799900"/>
                </a:lnTo>
                <a:lnTo>
                  <a:pt x="1133389" y="800748"/>
                </a:lnTo>
                <a:lnTo>
                  <a:pt x="1164936" y="801538"/>
                </a:lnTo>
                <a:lnTo>
                  <a:pt x="1196483" y="802262"/>
                </a:lnTo>
                <a:lnTo>
                  <a:pt x="1228030" y="802938"/>
                </a:lnTo>
                <a:lnTo>
                  <a:pt x="1259576" y="803548"/>
                </a:lnTo>
                <a:lnTo>
                  <a:pt x="1291123" y="804110"/>
                </a:lnTo>
                <a:lnTo>
                  <a:pt x="1322680" y="804624"/>
                </a:lnTo>
                <a:lnTo>
                  <a:pt x="1354226" y="805091"/>
                </a:lnTo>
                <a:lnTo>
                  <a:pt x="1385773" y="805510"/>
                </a:lnTo>
                <a:lnTo>
                  <a:pt x="1417330" y="805882"/>
                </a:lnTo>
                <a:lnTo>
                  <a:pt x="1448886" y="806206"/>
                </a:lnTo>
                <a:lnTo>
                  <a:pt x="1480433" y="806482"/>
                </a:lnTo>
                <a:lnTo>
                  <a:pt x="1511989" y="806720"/>
                </a:lnTo>
                <a:lnTo>
                  <a:pt x="1543545" y="806910"/>
                </a:lnTo>
                <a:lnTo>
                  <a:pt x="1575092" y="807063"/>
                </a:lnTo>
                <a:lnTo>
                  <a:pt x="1606648" y="807168"/>
                </a:lnTo>
                <a:lnTo>
                  <a:pt x="1638205" y="807225"/>
                </a:lnTo>
                <a:lnTo>
                  <a:pt x="1669752" y="807244"/>
                </a:lnTo>
                <a:lnTo>
                  <a:pt x="1701308" y="807215"/>
                </a:lnTo>
                <a:lnTo>
                  <a:pt x="1732864" y="807149"/>
                </a:lnTo>
                <a:lnTo>
                  <a:pt x="1764421" y="807034"/>
                </a:lnTo>
                <a:lnTo>
                  <a:pt x="1795967" y="806882"/>
                </a:lnTo>
                <a:lnTo>
                  <a:pt x="1827524" y="806682"/>
                </a:lnTo>
                <a:lnTo>
                  <a:pt x="1859080" y="806434"/>
                </a:lnTo>
                <a:lnTo>
                  <a:pt x="1890627" y="806148"/>
                </a:lnTo>
                <a:lnTo>
                  <a:pt x="1922183" y="805815"/>
                </a:lnTo>
                <a:lnTo>
                  <a:pt x="1953730" y="805434"/>
                </a:lnTo>
                <a:lnTo>
                  <a:pt x="1985286" y="805015"/>
                </a:lnTo>
                <a:lnTo>
                  <a:pt x="2016833" y="804539"/>
                </a:lnTo>
                <a:lnTo>
                  <a:pt x="2048380" y="804015"/>
                </a:lnTo>
                <a:lnTo>
                  <a:pt x="2079936" y="803443"/>
                </a:lnTo>
                <a:lnTo>
                  <a:pt x="2111483" y="802815"/>
                </a:lnTo>
                <a:lnTo>
                  <a:pt x="2143030" y="802129"/>
                </a:lnTo>
                <a:lnTo>
                  <a:pt x="2174577" y="801395"/>
                </a:lnTo>
                <a:lnTo>
                  <a:pt x="2206114" y="800595"/>
                </a:lnTo>
                <a:lnTo>
                  <a:pt x="2237661" y="799748"/>
                </a:lnTo>
                <a:lnTo>
                  <a:pt x="2269198" y="798833"/>
                </a:lnTo>
                <a:lnTo>
                  <a:pt x="2300735" y="797843"/>
                </a:lnTo>
                <a:lnTo>
                  <a:pt x="2332272" y="796785"/>
                </a:lnTo>
                <a:lnTo>
                  <a:pt x="2363810" y="795652"/>
                </a:lnTo>
                <a:lnTo>
                  <a:pt x="2395337" y="794442"/>
                </a:lnTo>
                <a:lnTo>
                  <a:pt x="2426865" y="793156"/>
                </a:lnTo>
                <a:lnTo>
                  <a:pt x="2458393" y="791766"/>
                </a:lnTo>
                <a:lnTo>
                  <a:pt x="2489911" y="790280"/>
                </a:lnTo>
                <a:lnTo>
                  <a:pt x="2521420" y="788689"/>
                </a:lnTo>
                <a:lnTo>
                  <a:pt x="2552929" y="786975"/>
                </a:lnTo>
                <a:lnTo>
                  <a:pt x="2584428" y="785136"/>
                </a:lnTo>
                <a:lnTo>
                  <a:pt x="2615917" y="783136"/>
                </a:lnTo>
                <a:lnTo>
                  <a:pt x="2647398" y="780993"/>
                </a:lnTo>
                <a:lnTo>
                  <a:pt x="2678868" y="778640"/>
                </a:lnTo>
                <a:lnTo>
                  <a:pt x="2710320" y="776059"/>
                </a:lnTo>
                <a:lnTo>
                  <a:pt x="2741743" y="773211"/>
                </a:lnTo>
                <a:lnTo>
                  <a:pt x="2773137" y="770030"/>
                </a:lnTo>
                <a:lnTo>
                  <a:pt x="2804484" y="766420"/>
                </a:lnTo>
                <a:lnTo>
                  <a:pt x="2835754" y="762238"/>
                </a:lnTo>
                <a:lnTo>
                  <a:pt x="2866901" y="757199"/>
                </a:lnTo>
                <a:lnTo>
                  <a:pt x="2897772" y="750703"/>
                </a:lnTo>
                <a:lnTo>
                  <a:pt x="2927652" y="740721"/>
                </a:lnTo>
                <a:lnTo>
                  <a:pt x="2946092" y="716490"/>
                </a:lnTo>
                <a:lnTo>
                  <a:pt x="2961113" y="688743"/>
                </a:lnTo>
                <a:lnTo>
                  <a:pt x="2976124" y="660987"/>
                </a:lnTo>
                <a:lnTo>
                  <a:pt x="2991145" y="633232"/>
                </a:lnTo>
                <a:lnTo>
                  <a:pt x="3006157" y="605485"/>
                </a:lnTo>
                <a:lnTo>
                  <a:pt x="3021168" y="577729"/>
                </a:lnTo>
                <a:lnTo>
                  <a:pt x="3036189" y="549983"/>
                </a:lnTo>
                <a:lnTo>
                  <a:pt x="3051200" y="522227"/>
                </a:lnTo>
                <a:lnTo>
                  <a:pt x="3066221" y="494471"/>
                </a:lnTo>
                <a:lnTo>
                  <a:pt x="3081233" y="466725"/>
                </a:lnTo>
                <a:lnTo>
                  <a:pt x="3096244" y="438969"/>
                </a:lnTo>
                <a:lnTo>
                  <a:pt x="3111265" y="411213"/>
                </a:lnTo>
                <a:lnTo>
                  <a:pt x="3126276" y="383467"/>
                </a:lnTo>
                <a:lnTo>
                  <a:pt x="3141297" y="355711"/>
                </a:lnTo>
                <a:lnTo>
                  <a:pt x="3156309" y="327965"/>
                </a:lnTo>
                <a:lnTo>
                  <a:pt x="3171320" y="300209"/>
                </a:lnTo>
                <a:lnTo>
                  <a:pt x="3186341" y="272453"/>
                </a:lnTo>
                <a:lnTo>
                  <a:pt x="3201353" y="244707"/>
                </a:lnTo>
                <a:lnTo>
                  <a:pt x="3216373" y="216951"/>
                </a:lnTo>
                <a:lnTo>
                  <a:pt x="3231385" y="189195"/>
                </a:lnTo>
                <a:lnTo>
                  <a:pt x="3246396" y="161449"/>
                </a:lnTo>
                <a:lnTo>
                  <a:pt x="3261417" y="133693"/>
                </a:lnTo>
                <a:lnTo>
                  <a:pt x="3276429" y="105937"/>
                </a:lnTo>
                <a:lnTo>
                  <a:pt x="3291449" y="78191"/>
                </a:lnTo>
                <a:lnTo>
                  <a:pt x="3306461" y="50435"/>
                </a:lnTo>
                <a:lnTo>
                  <a:pt x="3321472" y="22689"/>
                </a:lnTo>
                <a:lnTo>
                  <a:pt x="3331178" y="4982"/>
                </a:lnTo>
                <a:lnTo>
                  <a:pt x="3302260" y="16955"/>
                </a:lnTo>
                <a:lnTo>
                  <a:pt x="3271390" y="23451"/>
                </a:lnTo>
                <a:lnTo>
                  <a:pt x="3240224" y="28318"/>
                </a:lnTo>
                <a:lnTo>
                  <a:pt x="3208915" y="32309"/>
                </a:lnTo>
                <a:lnTo>
                  <a:pt x="3177550" y="35728"/>
                </a:lnTo>
                <a:lnTo>
                  <a:pt x="3146146" y="38757"/>
                </a:lnTo>
                <a:lnTo>
                  <a:pt x="3114704" y="41462"/>
                </a:lnTo>
                <a:lnTo>
                  <a:pt x="3083252" y="43920"/>
                </a:lnTo>
                <a:lnTo>
                  <a:pt x="3051772" y="46177"/>
                </a:lnTo>
                <a:lnTo>
                  <a:pt x="3020292" y="48254"/>
                </a:lnTo>
                <a:lnTo>
                  <a:pt x="2988793" y="50187"/>
                </a:lnTo>
                <a:lnTo>
                  <a:pt x="2957293" y="51978"/>
                </a:lnTo>
                <a:lnTo>
                  <a:pt x="2925785" y="53673"/>
                </a:lnTo>
                <a:lnTo>
                  <a:pt x="2894267" y="55255"/>
                </a:lnTo>
                <a:lnTo>
                  <a:pt x="2862748" y="56740"/>
                </a:lnTo>
                <a:lnTo>
                  <a:pt x="2831230" y="58150"/>
                </a:lnTo>
                <a:lnTo>
                  <a:pt x="2799702" y="59474"/>
                </a:lnTo>
                <a:lnTo>
                  <a:pt x="2768175" y="60731"/>
                </a:lnTo>
                <a:lnTo>
                  <a:pt x="2736647" y="61922"/>
                </a:lnTo>
                <a:lnTo>
                  <a:pt x="2705110" y="63046"/>
                </a:lnTo>
                <a:lnTo>
                  <a:pt x="2673572" y="64113"/>
                </a:lnTo>
                <a:lnTo>
                  <a:pt x="2642035" y="65132"/>
                </a:lnTo>
                <a:lnTo>
                  <a:pt x="2610498" y="66094"/>
                </a:lnTo>
                <a:lnTo>
                  <a:pt x="2578951" y="67008"/>
                </a:lnTo>
                <a:lnTo>
                  <a:pt x="2547414" y="67885"/>
                </a:lnTo>
                <a:lnTo>
                  <a:pt x="2515867" y="68704"/>
                </a:lnTo>
                <a:lnTo>
                  <a:pt x="2484330" y="69494"/>
                </a:lnTo>
                <a:lnTo>
                  <a:pt x="2452783" y="70237"/>
                </a:lnTo>
                <a:lnTo>
                  <a:pt x="2421236" y="70942"/>
                </a:lnTo>
                <a:lnTo>
                  <a:pt x="2389689" y="71609"/>
                </a:lnTo>
                <a:lnTo>
                  <a:pt x="2358142" y="72238"/>
                </a:lnTo>
                <a:lnTo>
                  <a:pt x="2326596" y="72828"/>
                </a:lnTo>
                <a:lnTo>
                  <a:pt x="2295039" y="73390"/>
                </a:lnTo>
                <a:lnTo>
                  <a:pt x="2263492" y="73924"/>
                </a:lnTo>
                <a:lnTo>
                  <a:pt x="2231946" y="74419"/>
                </a:lnTo>
                <a:lnTo>
                  <a:pt x="2200389" y="74886"/>
                </a:lnTo>
                <a:lnTo>
                  <a:pt x="2168843" y="75324"/>
                </a:lnTo>
                <a:lnTo>
                  <a:pt x="2137296" y="75724"/>
                </a:lnTo>
                <a:lnTo>
                  <a:pt x="2105739" y="76105"/>
                </a:lnTo>
                <a:lnTo>
                  <a:pt x="2074183" y="76457"/>
                </a:lnTo>
                <a:lnTo>
                  <a:pt x="2042636" y="76772"/>
                </a:lnTo>
                <a:lnTo>
                  <a:pt x="2011080" y="77067"/>
                </a:lnTo>
                <a:lnTo>
                  <a:pt x="1979533" y="77343"/>
                </a:lnTo>
                <a:lnTo>
                  <a:pt x="1947977" y="77572"/>
                </a:lnTo>
                <a:lnTo>
                  <a:pt x="1916420" y="77791"/>
                </a:lnTo>
                <a:lnTo>
                  <a:pt x="1884874" y="77972"/>
                </a:lnTo>
                <a:lnTo>
                  <a:pt x="1853317" y="78143"/>
                </a:lnTo>
                <a:lnTo>
                  <a:pt x="1821761" y="78276"/>
                </a:lnTo>
                <a:lnTo>
                  <a:pt x="1790214" y="78391"/>
                </a:lnTo>
                <a:lnTo>
                  <a:pt x="1758658" y="78467"/>
                </a:lnTo>
                <a:lnTo>
                  <a:pt x="1727102" y="78534"/>
                </a:lnTo>
                <a:lnTo>
                  <a:pt x="1695545" y="78572"/>
                </a:lnTo>
                <a:lnTo>
                  <a:pt x="1663998" y="78581"/>
                </a:lnTo>
                <a:lnTo>
                  <a:pt x="1632442" y="78562"/>
                </a:lnTo>
                <a:lnTo>
                  <a:pt x="1600886" y="78524"/>
                </a:lnTo>
                <a:lnTo>
                  <a:pt x="1569329" y="78457"/>
                </a:lnTo>
                <a:lnTo>
                  <a:pt x="1537783" y="78372"/>
                </a:lnTo>
                <a:lnTo>
                  <a:pt x="1506226" y="78257"/>
                </a:lnTo>
                <a:lnTo>
                  <a:pt x="1474670" y="78115"/>
                </a:lnTo>
                <a:lnTo>
                  <a:pt x="1443114" y="77943"/>
                </a:lnTo>
                <a:lnTo>
                  <a:pt x="1411567" y="77753"/>
                </a:lnTo>
                <a:lnTo>
                  <a:pt x="1380011" y="77534"/>
                </a:lnTo>
                <a:lnTo>
                  <a:pt x="1348454" y="77286"/>
                </a:lnTo>
                <a:lnTo>
                  <a:pt x="1316907" y="77019"/>
                </a:lnTo>
                <a:lnTo>
                  <a:pt x="1285351" y="76724"/>
                </a:lnTo>
                <a:lnTo>
                  <a:pt x="1253804" y="76391"/>
                </a:lnTo>
                <a:lnTo>
                  <a:pt x="1222248" y="76038"/>
                </a:lnTo>
                <a:lnTo>
                  <a:pt x="1190701" y="75657"/>
                </a:lnTo>
                <a:lnTo>
                  <a:pt x="1159145" y="75248"/>
                </a:lnTo>
                <a:lnTo>
                  <a:pt x="1127598" y="74809"/>
                </a:lnTo>
                <a:lnTo>
                  <a:pt x="1096042" y="74333"/>
                </a:lnTo>
                <a:lnTo>
                  <a:pt x="1064495" y="73828"/>
                </a:lnTo>
                <a:lnTo>
                  <a:pt x="1032948" y="73295"/>
                </a:lnTo>
                <a:lnTo>
                  <a:pt x="1001401" y="72723"/>
                </a:lnTo>
                <a:lnTo>
                  <a:pt x="969845" y="72123"/>
                </a:lnTo>
                <a:lnTo>
                  <a:pt x="938298" y="71485"/>
                </a:lnTo>
                <a:lnTo>
                  <a:pt x="906751" y="70809"/>
                </a:lnTo>
                <a:lnTo>
                  <a:pt x="875205" y="70104"/>
                </a:lnTo>
                <a:lnTo>
                  <a:pt x="843667" y="69352"/>
                </a:lnTo>
                <a:lnTo>
                  <a:pt x="812121" y="68561"/>
                </a:lnTo>
                <a:lnTo>
                  <a:pt x="780574" y="67723"/>
                </a:lnTo>
                <a:lnTo>
                  <a:pt x="749036" y="66846"/>
                </a:lnTo>
                <a:lnTo>
                  <a:pt x="717499" y="65923"/>
                </a:lnTo>
                <a:lnTo>
                  <a:pt x="685952" y="64951"/>
                </a:lnTo>
                <a:lnTo>
                  <a:pt x="654415" y="63922"/>
                </a:lnTo>
                <a:lnTo>
                  <a:pt x="622887" y="62846"/>
                </a:lnTo>
                <a:lnTo>
                  <a:pt x="591350" y="61703"/>
                </a:lnTo>
                <a:lnTo>
                  <a:pt x="559822" y="60503"/>
                </a:lnTo>
                <a:lnTo>
                  <a:pt x="528295" y="59236"/>
                </a:lnTo>
                <a:lnTo>
                  <a:pt x="496767" y="57902"/>
                </a:lnTo>
                <a:lnTo>
                  <a:pt x="465239" y="56483"/>
                </a:lnTo>
                <a:lnTo>
                  <a:pt x="433721" y="54978"/>
                </a:lnTo>
                <a:lnTo>
                  <a:pt x="402212" y="53369"/>
                </a:lnTo>
                <a:lnTo>
                  <a:pt x="370703" y="51664"/>
                </a:lnTo>
                <a:lnTo>
                  <a:pt x="339204" y="49844"/>
                </a:lnTo>
                <a:lnTo>
                  <a:pt x="307705" y="47892"/>
                </a:lnTo>
                <a:lnTo>
                  <a:pt x="276225" y="45777"/>
                </a:lnTo>
                <a:lnTo>
                  <a:pt x="244754" y="43491"/>
                </a:lnTo>
                <a:lnTo>
                  <a:pt x="213303" y="40986"/>
                </a:lnTo>
                <a:lnTo>
                  <a:pt x="181870" y="38224"/>
                </a:lnTo>
                <a:lnTo>
                  <a:pt x="150466" y="35147"/>
                </a:lnTo>
                <a:lnTo>
                  <a:pt x="119110" y="31633"/>
                </a:lnTo>
                <a:lnTo>
                  <a:pt x="87830" y="27499"/>
                </a:lnTo>
                <a:lnTo>
                  <a:pt x="56683" y="22422"/>
                </a:lnTo>
                <a:lnTo>
                  <a:pt x="25927" y="1544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46" name="funnel-step-cap-0">
            <a:extLst xmlns:a="http://schemas.openxmlformats.org/drawingml/2006/main">
              <a:ext uri="{FF2B5EF4-FFF2-40B4-BE49-F238E27FC236}">
                <a16:creationId xmlns:a16="http://schemas.microsoft.com/office/drawing/2014/main" id="{7E61594D-48D2-4C19-91C3-BB8E8DF0F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52750" y="2390775"/>
            <a:ext cx="33337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47" name="funnel-step-body-1">
            <a:extLst xmlns:a="http://schemas.openxmlformats.org/drawingml/2006/main">
              <a:ext uri="{FF2B5EF4-FFF2-40B4-BE49-F238E27FC236}">
                <a16:creationId xmlns:a16="http://schemas.microsoft.com/office/drawing/2014/main" id="{D88F3724-B457-4158-BD9B-070D199AC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346990" y="3424238"/>
            <a:ext cx="2543223" cy="807234"/>
          </a:xfrm>
          <a:custGeom xmlns:a="http://schemas.openxmlformats.org/drawingml/2006/main">
            <a:pathLst>
              <a:path w="2543223" h="807234">
                <a:moveTo>
                  <a:pt x="0" y="0"/>
                </a:moveTo>
                <a:lnTo>
                  <a:pt x="9735" y="23517"/>
                </a:lnTo>
                <a:lnTo>
                  <a:pt x="19479" y="47034"/>
                </a:lnTo>
                <a:lnTo>
                  <a:pt x="29213" y="70552"/>
                </a:lnTo>
                <a:lnTo>
                  <a:pt x="38957" y="94069"/>
                </a:lnTo>
                <a:lnTo>
                  <a:pt x="48692" y="117586"/>
                </a:lnTo>
                <a:lnTo>
                  <a:pt x="58436" y="141103"/>
                </a:lnTo>
                <a:lnTo>
                  <a:pt x="68170" y="164621"/>
                </a:lnTo>
                <a:lnTo>
                  <a:pt x="77915" y="188138"/>
                </a:lnTo>
                <a:lnTo>
                  <a:pt x="87649" y="211655"/>
                </a:lnTo>
                <a:lnTo>
                  <a:pt x="97393" y="235172"/>
                </a:lnTo>
                <a:lnTo>
                  <a:pt x="107128" y="258689"/>
                </a:lnTo>
                <a:lnTo>
                  <a:pt x="116872" y="282207"/>
                </a:lnTo>
                <a:lnTo>
                  <a:pt x="126606" y="305724"/>
                </a:lnTo>
                <a:lnTo>
                  <a:pt x="136341" y="329241"/>
                </a:lnTo>
                <a:lnTo>
                  <a:pt x="146085" y="352758"/>
                </a:lnTo>
                <a:lnTo>
                  <a:pt x="155819" y="376276"/>
                </a:lnTo>
                <a:lnTo>
                  <a:pt x="165564" y="399793"/>
                </a:lnTo>
                <a:lnTo>
                  <a:pt x="175298" y="423310"/>
                </a:lnTo>
                <a:lnTo>
                  <a:pt x="185042" y="446827"/>
                </a:lnTo>
                <a:lnTo>
                  <a:pt x="194777" y="470345"/>
                </a:lnTo>
                <a:lnTo>
                  <a:pt x="204521" y="493862"/>
                </a:lnTo>
                <a:lnTo>
                  <a:pt x="214255" y="517379"/>
                </a:lnTo>
                <a:lnTo>
                  <a:pt x="223999" y="540896"/>
                </a:lnTo>
                <a:lnTo>
                  <a:pt x="233734" y="564413"/>
                </a:lnTo>
                <a:lnTo>
                  <a:pt x="243478" y="587931"/>
                </a:lnTo>
                <a:lnTo>
                  <a:pt x="253213" y="611448"/>
                </a:lnTo>
                <a:lnTo>
                  <a:pt x="262947" y="634965"/>
                </a:lnTo>
                <a:lnTo>
                  <a:pt x="272691" y="658482"/>
                </a:lnTo>
                <a:lnTo>
                  <a:pt x="282426" y="682000"/>
                </a:lnTo>
                <a:lnTo>
                  <a:pt x="292170" y="705517"/>
                </a:lnTo>
                <a:lnTo>
                  <a:pt x="301762" y="729072"/>
                </a:lnTo>
                <a:lnTo>
                  <a:pt x="319764" y="745474"/>
                </a:lnTo>
                <a:lnTo>
                  <a:pt x="343805" y="753770"/>
                </a:lnTo>
                <a:lnTo>
                  <a:pt x="368541" y="759752"/>
                </a:lnTo>
                <a:lnTo>
                  <a:pt x="393544" y="764534"/>
                </a:lnTo>
                <a:lnTo>
                  <a:pt x="418671" y="768582"/>
                </a:lnTo>
                <a:lnTo>
                  <a:pt x="443884" y="772097"/>
                </a:lnTo>
                <a:lnTo>
                  <a:pt x="469144" y="775211"/>
                </a:lnTo>
                <a:lnTo>
                  <a:pt x="494443" y="778002"/>
                </a:lnTo>
                <a:lnTo>
                  <a:pt x="519770" y="780526"/>
                </a:lnTo>
                <a:lnTo>
                  <a:pt x="545125" y="782841"/>
                </a:lnTo>
                <a:lnTo>
                  <a:pt x="570490" y="784965"/>
                </a:lnTo>
                <a:lnTo>
                  <a:pt x="595865" y="786917"/>
                </a:lnTo>
                <a:lnTo>
                  <a:pt x="621259" y="788727"/>
                </a:lnTo>
                <a:lnTo>
                  <a:pt x="646652" y="790404"/>
                </a:lnTo>
                <a:lnTo>
                  <a:pt x="672065" y="791956"/>
                </a:lnTo>
                <a:lnTo>
                  <a:pt x="697478" y="793404"/>
                </a:lnTo>
                <a:lnTo>
                  <a:pt x="722890" y="794756"/>
                </a:lnTo>
                <a:lnTo>
                  <a:pt x="748313" y="796014"/>
                </a:lnTo>
                <a:lnTo>
                  <a:pt x="773744" y="797176"/>
                </a:lnTo>
                <a:lnTo>
                  <a:pt x="799176" y="798262"/>
                </a:lnTo>
                <a:lnTo>
                  <a:pt x="824608" y="799271"/>
                </a:lnTo>
                <a:lnTo>
                  <a:pt x="850049" y="800214"/>
                </a:lnTo>
                <a:lnTo>
                  <a:pt x="875481" y="801081"/>
                </a:lnTo>
                <a:lnTo>
                  <a:pt x="900922" y="801881"/>
                </a:lnTo>
                <a:lnTo>
                  <a:pt x="926373" y="802615"/>
                </a:lnTo>
                <a:lnTo>
                  <a:pt x="951814" y="803291"/>
                </a:lnTo>
                <a:lnTo>
                  <a:pt x="977265" y="803920"/>
                </a:lnTo>
                <a:lnTo>
                  <a:pt x="1002706" y="804481"/>
                </a:lnTo>
                <a:lnTo>
                  <a:pt x="1028157" y="804986"/>
                </a:lnTo>
                <a:lnTo>
                  <a:pt x="1053608" y="805434"/>
                </a:lnTo>
                <a:lnTo>
                  <a:pt x="1079059" y="805834"/>
                </a:lnTo>
                <a:lnTo>
                  <a:pt x="1104509" y="806186"/>
                </a:lnTo>
                <a:lnTo>
                  <a:pt x="1129960" y="806482"/>
                </a:lnTo>
                <a:lnTo>
                  <a:pt x="1155411" y="806729"/>
                </a:lnTo>
                <a:lnTo>
                  <a:pt x="1180871" y="806929"/>
                </a:lnTo>
                <a:lnTo>
                  <a:pt x="1206322" y="807082"/>
                </a:lnTo>
                <a:lnTo>
                  <a:pt x="1231773" y="807177"/>
                </a:lnTo>
                <a:lnTo>
                  <a:pt x="1257233" y="807234"/>
                </a:lnTo>
                <a:lnTo>
                  <a:pt x="1282684" y="807234"/>
                </a:lnTo>
                <a:lnTo>
                  <a:pt x="1308135" y="807196"/>
                </a:lnTo>
                <a:lnTo>
                  <a:pt x="1333595" y="807101"/>
                </a:lnTo>
                <a:lnTo>
                  <a:pt x="1359046" y="806968"/>
                </a:lnTo>
                <a:lnTo>
                  <a:pt x="1384497" y="806777"/>
                </a:lnTo>
                <a:lnTo>
                  <a:pt x="1409957" y="806539"/>
                </a:lnTo>
                <a:lnTo>
                  <a:pt x="1435408" y="806253"/>
                </a:lnTo>
                <a:lnTo>
                  <a:pt x="1460859" y="805910"/>
                </a:lnTo>
                <a:lnTo>
                  <a:pt x="1486310" y="805520"/>
                </a:lnTo>
                <a:lnTo>
                  <a:pt x="1511760" y="805082"/>
                </a:lnTo>
                <a:lnTo>
                  <a:pt x="1537211" y="804586"/>
                </a:lnTo>
                <a:lnTo>
                  <a:pt x="1562652" y="804043"/>
                </a:lnTo>
                <a:lnTo>
                  <a:pt x="1588103" y="803434"/>
                </a:lnTo>
                <a:lnTo>
                  <a:pt x="1613545" y="802767"/>
                </a:lnTo>
                <a:lnTo>
                  <a:pt x="1638995" y="802043"/>
                </a:lnTo>
                <a:lnTo>
                  <a:pt x="1664437" y="801253"/>
                </a:lnTo>
                <a:lnTo>
                  <a:pt x="1689878" y="800395"/>
                </a:lnTo>
                <a:lnTo>
                  <a:pt x="1715310" y="799481"/>
                </a:lnTo>
                <a:lnTo>
                  <a:pt x="1740741" y="798481"/>
                </a:lnTo>
                <a:lnTo>
                  <a:pt x="1766173" y="797414"/>
                </a:lnTo>
                <a:lnTo>
                  <a:pt x="1791605" y="796261"/>
                </a:lnTo>
                <a:lnTo>
                  <a:pt x="1817027" y="795023"/>
                </a:lnTo>
                <a:lnTo>
                  <a:pt x="1842449" y="793699"/>
                </a:lnTo>
                <a:lnTo>
                  <a:pt x="1867862" y="792270"/>
                </a:lnTo>
                <a:lnTo>
                  <a:pt x="1893275" y="790737"/>
                </a:lnTo>
                <a:lnTo>
                  <a:pt x="1918668" y="789089"/>
                </a:lnTo>
                <a:lnTo>
                  <a:pt x="1944062" y="787308"/>
                </a:lnTo>
                <a:lnTo>
                  <a:pt x="1969446" y="785384"/>
                </a:lnTo>
                <a:lnTo>
                  <a:pt x="1994811" y="783307"/>
                </a:lnTo>
                <a:lnTo>
                  <a:pt x="2020167" y="781040"/>
                </a:lnTo>
                <a:lnTo>
                  <a:pt x="2045494" y="778554"/>
                </a:lnTo>
                <a:lnTo>
                  <a:pt x="2070802" y="775821"/>
                </a:lnTo>
                <a:lnTo>
                  <a:pt x="2096081" y="772782"/>
                </a:lnTo>
                <a:lnTo>
                  <a:pt x="2121303" y="769363"/>
                </a:lnTo>
                <a:lnTo>
                  <a:pt x="2146449" y="765439"/>
                </a:lnTo>
                <a:lnTo>
                  <a:pt x="2171481" y="760828"/>
                </a:lnTo>
                <a:lnTo>
                  <a:pt x="2196294" y="755161"/>
                </a:lnTo>
                <a:lnTo>
                  <a:pt x="2220563" y="747532"/>
                </a:lnTo>
                <a:lnTo>
                  <a:pt x="2241756" y="734063"/>
                </a:lnTo>
                <a:lnTo>
                  <a:pt x="2251053" y="710470"/>
                </a:lnTo>
                <a:lnTo>
                  <a:pt x="2260797" y="686953"/>
                </a:lnTo>
                <a:lnTo>
                  <a:pt x="2270531" y="663435"/>
                </a:lnTo>
                <a:lnTo>
                  <a:pt x="2280266" y="639918"/>
                </a:lnTo>
                <a:lnTo>
                  <a:pt x="2290010" y="616401"/>
                </a:lnTo>
                <a:lnTo>
                  <a:pt x="2299745" y="592884"/>
                </a:lnTo>
                <a:lnTo>
                  <a:pt x="2309489" y="569366"/>
                </a:lnTo>
                <a:lnTo>
                  <a:pt x="2319223" y="545849"/>
                </a:lnTo>
                <a:lnTo>
                  <a:pt x="2328967" y="522332"/>
                </a:lnTo>
                <a:lnTo>
                  <a:pt x="2338702" y="498815"/>
                </a:lnTo>
                <a:lnTo>
                  <a:pt x="2348446" y="475298"/>
                </a:lnTo>
                <a:lnTo>
                  <a:pt x="2358180" y="451780"/>
                </a:lnTo>
                <a:lnTo>
                  <a:pt x="2367925" y="428263"/>
                </a:lnTo>
                <a:lnTo>
                  <a:pt x="2377659" y="404746"/>
                </a:lnTo>
                <a:lnTo>
                  <a:pt x="2387403" y="381229"/>
                </a:lnTo>
                <a:lnTo>
                  <a:pt x="2397138" y="357711"/>
                </a:lnTo>
                <a:lnTo>
                  <a:pt x="2406872" y="334194"/>
                </a:lnTo>
                <a:lnTo>
                  <a:pt x="2416616" y="310677"/>
                </a:lnTo>
                <a:lnTo>
                  <a:pt x="2426351" y="287160"/>
                </a:lnTo>
                <a:lnTo>
                  <a:pt x="2436095" y="263633"/>
                </a:lnTo>
                <a:lnTo>
                  <a:pt x="2445829" y="240125"/>
                </a:lnTo>
                <a:lnTo>
                  <a:pt x="2455574" y="216598"/>
                </a:lnTo>
                <a:lnTo>
                  <a:pt x="2465308" y="193081"/>
                </a:lnTo>
                <a:lnTo>
                  <a:pt x="2475052" y="169564"/>
                </a:lnTo>
                <a:lnTo>
                  <a:pt x="2484787" y="146047"/>
                </a:lnTo>
                <a:lnTo>
                  <a:pt x="2494531" y="122530"/>
                </a:lnTo>
                <a:lnTo>
                  <a:pt x="2504265" y="99012"/>
                </a:lnTo>
                <a:lnTo>
                  <a:pt x="2514009" y="75495"/>
                </a:lnTo>
                <a:lnTo>
                  <a:pt x="2523744" y="51978"/>
                </a:lnTo>
                <a:lnTo>
                  <a:pt x="2533479" y="28461"/>
                </a:lnTo>
                <a:lnTo>
                  <a:pt x="2543223" y="4943"/>
                </a:lnTo>
                <a:lnTo>
                  <a:pt x="2531259" y="13068"/>
                </a:lnTo>
                <a:lnTo>
                  <a:pt x="2507132" y="21117"/>
                </a:lnTo>
                <a:lnTo>
                  <a:pt x="2482310" y="26718"/>
                </a:lnTo>
                <a:lnTo>
                  <a:pt x="2457250" y="31156"/>
                </a:lnTo>
                <a:lnTo>
                  <a:pt x="2432075" y="34909"/>
                </a:lnTo>
                <a:lnTo>
                  <a:pt x="2406825" y="38176"/>
                </a:lnTo>
                <a:lnTo>
                  <a:pt x="2381545" y="41081"/>
                </a:lnTo>
                <a:lnTo>
                  <a:pt x="2356218" y="43701"/>
                </a:lnTo>
                <a:lnTo>
                  <a:pt x="2330882" y="46091"/>
                </a:lnTo>
                <a:lnTo>
                  <a:pt x="2305517" y="48292"/>
                </a:lnTo>
                <a:lnTo>
                  <a:pt x="2280152" y="50321"/>
                </a:lnTo>
                <a:lnTo>
                  <a:pt x="2254768" y="52207"/>
                </a:lnTo>
                <a:lnTo>
                  <a:pt x="2229374" y="53969"/>
                </a:lnTo>
                <a:lnTo>
                  <a:pt x="2203971" y="55616"/>
                </a:lnTo>
                <a:lnTo>
                  <a:pt x="2178568" y="57160"/>
                </a:lnTo>
                <a:lnTo>
                  <a:pt x="2153155" y="58617"/>
                </a:lnTo>
                <a:lnTo>
                  <a:pt x="2127733" y="59998"/>
                </a:lnTo>
                <a:lnTo>
                  <a:pt x="2102310" y="61293"/>
                </a:lnTo>
                <a:lnTo>
                  <a:pt x="2076888" y="62513"/>
                </a:lnTo>
                <a:lnTo>
                  <a:pt x="2051456" y="63675"/>
                </a:lnTo>
                <a:lnTo>
                  <a:pt x="2026034" y="64770"/>
                </a:lnTo>
                <a:lnTo>
                  <a:pt x="2000593" y="65799"/>
                </a:lnTo>
                <a:lnTo>
                  <a:pt x="1975161" y="66780"/>
                </a:lnTo>
                <a:lnTo>
                  <a:pt x="1949729" y="67713"/>
                </a:lnTo>
                <a:lnTo>
                  <a:pt x="1924288" y="68590"/>
                </a:lnTo>
                <a:lnTo>
                  <a:pt x="1898847" y="69428"/>
                </a:lnTo>
                <a:lnTo>
                  <a:pt x="1873406" y="70209"/>
                </a:lnTo>
                <a:lnTo>
                  <a:pt x="1847964" y="70961"/>
                </a:lnTo>
                <a:lnTo>
                  <a:pt x="1822514" y="71657"/>
                </a:lnTo>
                <a:lnTo>
                  <a:pt x="1797072" y="72323"/>
                </a:lnTo>
                <a:lnTo>
                  <a:pt x="1771621" y="72942"/>
                </a:lnTo>
                <a:lnTo>
                  <a:pt x="1746180" y="73523"/>
                </a:lnTo>
                <a:lnTo>
                  <a:pt x="1720729" y="74076"/>
                </a:lnTo>
                <a:lnTo>
                  <a:pt x="1695279" y="74590"/>
                </a:lnTo>
                <a:lnTo>
                  <a:pt x="1669828" y="75067"/>
                </a:lnTo>
                <a:lnTo>
                  <a:pt x="1644377" y="75514"/>
                </a:lnTo>
                <a:lnTo>
                  <a:pt x="1618926" y="75933"/>
                </a:lnTo>
                <a:lnTo>
                  <a:pt x="1593475" y="76314"/>
                </a:lnTo>
                <a:lnTo>
                  <a:pt x="1568025" y="76667"/>
                </a:lnTo>
                <a:lnTo>
                  <a:pt x="1542574" y="76991"/>
                </a:lnTo>
                <a:lnTo>
                  <a:pt x="1517123" y="77276"/>
                </a:lnTo>
                <a:lnTo>
                  <a:pt x="1491672" y="77534"/>
                </a:lnTo>
                <a:lnTo>
                  <a:pt x="1466212" y="77762"/>
                </a:lnTo>
                <a:lnTo>
                  <a:pt x="1440761" y="77962"/>
                </a:lnTo>
                <a:lnTo>
                  <a:pt x="1415310" y="78134"/>
                </a:lnTo>
                <a:lnTo>
                  <a:pt x="1389859" y="78286"/>
                </a:lnTo>
                <a:lnTo>
                  <a:pt x="1364399" y="78400"/>
                </a:lnTo>
                <a:lnTo>
                  <a:pt x="1338948" y="78486"/>
                </a:lnTo>
                <a:lnTo>
                  <a:pt x="1313498" y="78543"/>
                </a:lnTo>
                <a:lnTo>
                  <a:pt x="1288037" y="78572"/>
                </a:lnTo>
                <a:lnTo>
                  <a:pt x="1262586" y="78572"/>
                </a:lnTo>
                <a:lnTo>
                  <a:pt x="1237136" y="78553"/>
                </a:lnTo>
                <a:lnTo>
                  <a:pt x="1211675" y="78505"/>
                </a:lnTo>
                <a:lnTo>
                  <a:pt x="1186224" y="78419"/>
                </a:lnTo>
                <a:lnTo>
                  <a:pt x="1160774" y="78305"/>
                </a:lnTo>
                <a:lnTo>
                  <a:pt x="1135313" y="78172"/>
                </a:lnTo>
                <a:lnTo>
                  <a:pt x="1109863" y="78000"/>
                </a:lnTo>
                <a:lnTo>
                  <a:pt x="1084412" y="77810"/>
                </a:lnTo>
                <a:lnTo>
                  <a:pt x="1058951" y="77581"/>
                </a:lnTo>
                <a:lnTo>
                  <a:pt x="1033501" y="77333"/>
                </a:lnTo>
                <a:lnTo>
                  <a:pt x="1008050" y="77048"/>
                </a:lnTo>
                <a:lnTo>
                  <a:pt x="982599" y="76733"/>
                </a:lnTo>
                <a:lnTo>
                  <a:pt x="957148" y="76391"/>
                </a:lnTo>
                <a:lnTo>
                  <a:pt x="931697" y="76010"/>
                </a:lnTo>
                <a:lnTo>
                  <a:pt x="906247" y="75609"/>
                </a:lnTo>
                <a:lnTo>
                  <a:pt x="880796" y="75171"/>
                </a:lnTo>
                <a:lnTo>
                  <a:pt x="855345" y="74695"/>
                </a:lnTo>
                <a:lnTo>
                  <a:pt x="829894" y="74190"/>
                </a:lnTo>
                <a:lnTo>
                  <a:pt x="804443" y="73647"/>
                </a:lnTo>
                <a:lnTo>
                  <a:pt x="779002" y="73066"/>
                </a:lnTo>
                <a:lnTo>
                  <a:pt x="753551" y="72457"/>
                </a:lnTo>
                <a:lnTo>
                  <a:pt x="728110" y="71799"/>
                </a:lnTo>
                <a:lnTo>
                  <a:pt x="702659" y="71104"/>
                </a:lnTo>
                <a:lnTo>
                  <a:pt x="677218" y="70371"/>
                </a:lnTo>
                <a:lnTo>
                  <a:pt x="651777" y="69590"/>
                </a:lnTo>
                <a:lnTo>
                  <a:pt x="626335" y="68771"/>
                </a:lnTo>
                <a:lnTo>
                  <a:pt x="600894" y="67904"/>
                </a:lnTo>
                <a:lnTo>
                  <a:pt x="575462" y="66980"/>
                </a:lnTo>
                <a:lnTo>
                  <a:pt x="550021" y="66008"/>
                </a:lnTo>
                <a:lnTo>
                  <a:pt x="524589" y="64989"/>
                </a:lnTo>
                <a:lnTo>
                  <a:pt x="499158" y="63903"/>
                </a:lnTo>
                <a:lnTo>
                  <a:pt x="473726" y="62760"/>
                </a:lnTo>
                <a:lnTo>
                  <a:pt x="448304" y="61551"/>
                </a:lnTo>
                <a:lnTo>
                  <a:pt x="422881" y="60274"/>
                </a:lnTo>
                <a:lnTo>
                  <a:pt x="397469" y="58922"/>
                </a:lnTo>
                <a:lnTo>
                  <a:pt x="372056" y="57483"/>
                </a:lnTo>
                <a:lnTo>
                  <a:pt x="346643" y="55950"/>
                </a:lnTo>
                <a:lnTo>
                  <a:pt x="321240" y="54321"/>
                </a:lnTo>
                <a:lnTo>
                  <a:pt x="295847" y="52588"/>
                </a:lnTo>
                <a:lnTo>
                  <a:pt x="270462" y="50730"/>
                </a:lnTo>
                <a:lnTo>
                  <a:pt x="245088" y="48730"/>
                </a:lnTo>
                <a:lnTo>
                  <a:pt x="219723" y="46568"/>
                </a:lnTo>
                <a:lnTo>
                  <a:pt x="194377" y="44225"/>
                </a:lnTo>
                <a:lnTo>
                  <a:pt x="169050" y="41653"/>
                </a:lnTo>
                <a:lnTo>
                  <a:pt x="143761" y="38814"/>
                </a:lnTo>
                <a:lnTo>
                  <a:pt x="118501" y="35633"/>
                </a:lnTo>
                <a:lnTo>
                  <a:pt x="93316" y="31994"/>
                </a:lnTo>
                <a:lnTo>
                  <a:pt x="68218" y="27727"/>
                </a:lnTo>
                <a:lnTo>
                  <a:pt x="43329" y="22431"/>
                </a:lnTo>
                <a:lnTo>
                  <a:pt x="18955" y="15126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48" name="funnel-step-cap-1">
            <a:extLst xmlns:a="http://schemas.openxmlformats.org/drawingml/2006/main">
              <a:ext uri="{FF2B5EF4-FFF2-40B4-BE49-F238E27FC236}">
                <a16:creationId xmlns:a16="http://schemas.microsoft.com/office/drawing/2014/main" id="{CC1D6111-4C4D-4A8A-8BA2-2B66CEB03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346999" y="3300413"/>
            <a:ext cx="2545261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7EAC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49" name="funnel-step-body-2">
            <a:extLst xmlns:a="http://schemas.openxmlformats.org/drawingml/2006/main">
              <a:ext uri="{FF2B5EF4-FFF2-40B4-BE49-F238E27FC236}">
                <a16:creationId xmlns:a16="http://schemas.microsoft.com/office/drawing/2014/main" id="{B3D72592-C472-4BA5-816D-552D4F662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648742" y="4333875"/>
            <a:ext cx="1938547" cy="807234"/>
          </a:xfrm>
          <a:custGeom xmlns:a="http://schemas.openxmlformats.org/drawingml/2006/main">
            <a:pathLst>
              <a:path w="1938547" h="807234">
                <a:moveTo>
                  <a:pt x="0" y="0"/>
                </a:moveTo>
                <a:lnTo>
                  <a:pt x="7268" y="19288"/>
                </a:lnTo>
                <a:lnTo>
                  <a:pt x="14535" y="38576"/>
                </a:lnTo>
                <a:lnTo>
                  <a:pt x="21803" y="57864"/>
                </a:lnTo>
                <a:lnTo>
                  <a:pt x="29061" y="77153"/>
                </a:lnTo>
                <a:lnTo>
                  <a:pt x="36328" y="96441"/>
                </a:lnTo>
                <a:lnTo>
                  <a:pt x="43596" y="115719"/>
                </a:lnTo>
                <a:lnTo>
                  <a:pt x="50864" y="135007"/>
                </a:lnTo>
                <a:lnTo>
                  <a:pt x="58131" y="154295"/>
                </a:lnTo>
                <a:lnTo>
                  <a:pt x="65399" y="173584"/>
                </a:lnTo>
                <a:lnTo>
                  <a:pt x="72657" y="192872"/>
                </a:lnTo>
                <a:lnTo>
                  <a:pt x="79924" y="212160"/>
                </a:lnTo>
                <a:lnTo>
                  <a:pt x="87192" y="231448"/>
                </a:lnTo>
                <a:lnTo>
                  <a:pt x="94459" y="250736"/>
                </a:lnTo>
                <a:lnTo>
                  <a:pt x="101727" y="270024"/>
                </a:lnTo>
                <a:lnTo>
                  <a:pt x="108995" y="289312"/>
                </a:lnTo>
                <a:lnTo>
                  <a:pt x="116262" y="308591"/>
                </a:lnTo>
                <a:lnTo>
                  <a:pt x="123520" y="327879"/>
                </a:lnTo>
                <a:lnTo>
                  <a:pt x="130788" y="347167"/>
                </a:lnTo>
                <a:lnTo>
                  <a:pt x="138055" y="366455"/>
                </a:lnTo>
                <a:lnTo>
                  <a:pt x="145323" y="385743"/>
                </a:lnTo>
                <a:lnTo>
                  <a:pt x="152591" y="405032"/>
                </a:lnTo>
                <a:lnTo>
                  <a:pt x="159858" y="424320"/>
                </a:lnTo>
                <a:lnTo>
                  <a:pt x="167116" y="443608"/>
                </a:lnTo>
                <a:lnTo>
                  <a:pt x="174384" y="462896"/>
                </a:lnTo>
                <a:lnTo>
                  <a:pt x="181651" y="482184"/>
                </a:lnTo>
                <a:lnTo>
                  <a:pt x="188919" y="501472"/>
                </a:lnTo>
                <a:lnTo>
                  <a:pt x="196186" y="520751"/>
                </a:lnTo>
                <a:lnTo>
                  <a:pt x="203454" y="540039"/>
                </a:lnTo>
                <a:lnTo>
                  <a:pt x="210722" y="559327"/>
                </a:lnTo>
                <a:lnTo>
                  <a:pt x="217980" y="578615"/>
                </a:lnTo>
                <a:lnTo>
                  <a:pt x="225247" y="597903"/>
                </a:lnTo>
                <a:lnTo>
                  <a:pt x="232515" y="617191"/>
                </a:lnTo>
                <a:lnTo>
                  <a:pt x="239782" y="636480"/>
                </a:lnTo>
                <a:lnTo>
                  <a:pt x="247050" y="655768"/>
                </a:lnTo>
                <a:lnTo>
                  <a:pt x="254318" y="675056"/>
                </a:lnTo>
                <a:lnTo>
                  <a:pt x="261576" y="694344"/>
                </a:lnTo>
                <a:lnTo>
                  <a:pt x="268843" y="713632"/>
                </a:lnTo>
                <a:lnTo>
                  <a:pt x="275358" y="733101"/>
                </a:lnTo>
                <a:lnTo>
                  <a:pt x="290046" y="747017"/>
                </a:lnTo>
                <a:lnTo>
                  <a:pt x="308877" y="755342"/>
                </a:lnTo>
                <a:lnTo>
                  <a:pt x="328536" y="761495"/>
                </a:lnTo>
                <a:lnTo>
                  <a:pt x="348539" y="766458"/>
                </a:lnTo>
                <a:lnTo>
                  <a:pt x="368722" y="770649"/>
                </a:lnTo>
                <a:lnTo>
                  <a:pt x="389011" y="774287"/>
                </a:lnTo>
                <a:lnTo>
                  <a:pt x="409365" y="777507"/>
                </a:lnTo>
                <a:lnTo>
                  <a:pt x="429768" y="780383"/>
                </a:lnTo>
                <a:lnTo>
                  <a:pt x="450218" y="782984"/>
                </a:lnTo>
                <a:lnTo>
                  <a:pt x="470697" y="785346"/>
                </a:lnTo>
                <a:lnTo>
                  <a:pt x="491185" y="787498"/>
                </a:lnTo>
                <a:lnTo>
                  <a:pt x="511702" y="789480"/>
                </a:lnTo>
                <a:lnTo>
                  <a:pt x="532238" y="791299"/>
                </a:lnTo>
                <a:lnTo>
                  <a:pt x="552774" y="792975"/>
                </a:lnTo>
                <a:lnTo>
                  <a:pt x="573329" y="794518"/>
                </a:lnTo>
                <a:lnTo>
                  <a:pt x="593893" y="795947"/>
                </a:lnTo>
                <a:lnTo>
                  <a:pt x="614458" y="797262"/>
                </a:lnTo>
                <a:lnTo>
                  <a:pt x="635032" y="798471"/>
                </a:lnTo>
                <a:lnTo>
                  <a:pt x="655615" y="799595"/>
                </a:lnTo>
                <a:lnTo>
                  <a:pt x="676199" y="800614"/>
                </a:lnTo>
                <a:lnTo>
                  <a:pt x="696792" y="801557"/>
                </a:lnTo>
                <a:lnTo>
                  <a:pt x="717385" y="802415"/>
                </a:lnTo>
                <a:lnTo>
                  <a:pt x="737978" y="803196"/>
                </a:lnTo>
                <a:lnTo>
                  <a:pt x="758571" y="803900"/>
                </a:lnTo>
                <a:lnTo>
                  <a:pt x="779174" y="804529"/>
                </a:lnTo>
                <a:lnTo>
                  <a:pt x="799776" y="805091"/>
                </a:lnTo>
                <a:lnTo>
                  <a:pt x="820379" y="805586"/>
                </a:lnTo>
                <a:lnTo>
                  <a:pt x="840991" y="806015"/>
                </a:lnTo>
                <a:lnTo>
                  <a:pt x="861593" y="806377"/>
                </a:lnTo>
                <a:lnTo>
                  <a:pt x="882206" y="806672"/>
                </a:lnTo>
                <a:lnTo>
                  <a:pt x="902818" y="806910"/>
                </a:lnTo>
                <a:lnTo>
                  <a:pt x="923420" y="807082"/>
                </a:lnTo>
                <a:lnTo>
                  <a:pt x="944032" y="807187"/>
                </a:lnTo>
                <a:lnTo>
                  <a:pt x="964644" y="807234"/>
                </a:lnTo>
                <a:lnTo>
                  <a:pt x="985256" y="807225"/>
                </a:lnTo>
                <a:lnTo>
                  <a:pt x="1005869" y="807149"/>
                </a:lnTo>
                <a:lnTo>
                  <a:pt x="1026471" y="807015"/>
                </a:lnTo>
                <a:lnTo>
                  <a:pt x="1047083" y="806825"/>
                </a:lnTo>
                <a:lnTo>
                  <a:pt x="1067695" y="806567"/>
                </a:lnTo>
                <a:lnTo>
                  <a:pt x="1088298" y="806244"/>
                </a:lnTo>
                <a:lnTo>
                  <a:pt x="1108910" y="805853"/>
                </a:lnTo>
                <a:lnTo>
                  <a:pt x="1129513" y="805396"/>
                </a:lnTo>
                <a:lnTo>
                  <a:pt x="1150115" y="804882"/>
                </a:lnTo>
                <a:lnTo>
                  <a:pt x="1170718" y="804291"/>
                </a:lnTo>
                <a:lnTo>
                  <a:pt x="1191320" y="803634"/>
                </a:lnTo>
                <a:lnTo>
                  <a:pt x="1211913" y="802900"/>
                </a:lnTo>
                <a:lnTo>
                  <a:pt x="1232516" y="802081"/>
                </a:lnTo>
                <a:lnTo>
                  <a:pt x="1253099" y="801195"/>
                </a:lnTo>
                <a:lnTo>
                  <a:pt x="1273693" y="800224"/>
                </a:lnTo>
                <a:lnTo>
                  <a:pt x="1294276" y="799167"/>
                </a:lnTo>
                <a:lnTo>
                  <a:pt x="1314850" y="798014"/>
                </a:lnTo>
                <a:lnTo>
                  <a:pt x="1335424" y="796757"/>
                </a:lnTo>
                <a:lnTo>
                  <a:pt x="1355989" y="795404"/>
                </a:lnTo>
                <a:lnTo>
                  <a:pt x="1376543" y="793928"/>
                </a:lnTo>
                <a:lnTo>
                  <a:pt x="1397098" y="792328"/>
                </a:lnTo>
                <a:lnTo>
                  <a:pt x="1417634" y="790594"/>
                </a:lnTo>
                <a:lnTo>
                  <a:pt x="1438161" y="788718"/>
                </a:lnTo>
                <a:lnTo>
                  <a:pt x="1458668" y="786670"/>
                </a:lnTo>
                <a:lnTo>
                  <a:pt x="1479156" y="784441"/>
                </a:lnTo>
                <a:lnTo>
                  <a:pt x="1499616" y="781983"/>
                </a:lnTo>
                <a:lnTo>
                  <a:pt x="1520057" y="779278"/>
                </a:lnTo>
                <a:lnTo>
                  <a:pt x="1540440" y="776278"/>
                </a:lnTo>
                <a:lnTo>
                  <a:pt x="1560776" y="772906"/>
                </a:lnTo>
                <a:lnTo>
                  <a:pt x="1581026" y="769068"/>
                </a:lnTo>
                <a:lnTo>
                  <a:pt x="1601143" y="764600"/>
                </a:lnTo>
                <a:lnTo>
                  <a:pt x="1621041" y="759247"/>
                </a:lnTo>
                <a:lnTo>
                  <a:pt x="1640481" y="752418"/>
                </a:lnTo>
                <a:lnTo>
                  <a:pt x="1658531" y="742579"/>
                </a:lnTo>
                <a:lnTo>
                  <a:pt x="1668523" y="725300"/>
                </a:lnTo>
                <a:lnTo>
                  <a:pt x="1675790" y="706012"/>
                </a:lnTo>
                <a:lnTo>
                  <a:pt x="1683058" y="686724"/>
                </a:lnTo>
                <a:lnTo>
                  <a:pt x="1690316" y="667445"/>
                </a:lnTo>
                <a:lnTo>
                  <a:pt x="1697584" y="648157"/>
                </a:lnTo>
                <a:lnTo>
                  <a:pt x="1704851" y="628869"/>
                </a:lnTo>
                <a:lnTo>
                  <a:pt x="1712119" y="609581"/>
                </a:lnTo>
                <a:lnTo>
                  <a:pt x="1719386" y="590293"/>
                </a:lnTo>
                <a:lnTo>
                  <a:pt x="1726654" y="571005"/>
                </a:lnTo>
                <a:lnTo>
                  <a:pt x="1733912" y="551717"/>
                </a:lnTo>
                <a:lnTo>
                  <a:pt x="1741180" y="532428"/>
                </a:lnTo>
                <a:lnTo>
                  <a:pt x="1748447" y="513140"/>
                </a:lnTo>
                <a:lnTo>
                  <a:pt x="1755715" y="493852"/>
                </a:lnTo>
                <a:lnTo>
                  <a:pt x="1762982" y="474574"/>
                </a:lnTo>
                <a:lnTo>
                  <a:pt x="1770250" y="455285"/>
                </a:lnTo>
                <a:lnTo>
                  <a:pt x="1777517" y="435997"/>
                </a:lnTo>
                <a:lnTo>
                  <a:pt x="1784775" y="416709"/>
                </a:lnTo>
                <a:lnTo>
                  <a:pt x="1792043" y="397421"/>
                </a:lnTo>
                <a:lnTo>
                  <a:pt x="1799311" y="378133"/>
                </a:lnTo>
                <a:lnTo>
                  <a:pt x="1806578" y="358845"/>
                </a:lnTo>
                <a:lnTo>
                  <a:pt x="1813846" y="339557"/>
                </a:lnTo>
                <a:lnTo>
                  <a:pt x="1821113" y="320269"/>
                </a:lnTo>
                <a:lnTo>
                  <a:pt x="1828381" y="300980"/>
                </a:lnTo>
                <a:lnTo>
                  <a:pt x="1835639" y="281692"/>
                </a:lnTo>
                <a:lnTo>
                  <a:pt x="1842907" y="262414"/>
                </a:lnTo>
                <a:lnTo>
                  <a:pt x="1850174" y="243126"/>
                </a:lnTo>
                <a:lnTo>
                  <a:pt x="1857442" y="223838"/>
                </a:lnTo>
                <a:lnTo>
                  <a:pt x="1864709" y="204549"/>
                </a:lnTo>
                <a:lnTo>
                  <a:pt x="1871977" y="185261"/>
                </a:lnTo>
                <a:lnTo>
                  <a:pt x="1879235" y="165973"/>
                </a:lnTo>
                <a:lnTo>
                  <a:pt x="1886502" y="146685"/>
                </a:lnTo>
                <a:lnTo>
                  <a:pt x="1893770" y="127397"/>
                </a:lnTo>
                <a:lnTo>
                  <a:pt x="1901038" y="108109"/>
                </a:lnTo>
                <a:lnTo>
                  <a:pt x="1908305" y="88821"/>
                </a:lnTo>
                <a:lnTo>
                  <a:pt x="1915573" y="69542"/>
                </a:lnTo>
                <a:lnTo>
                  <a:pt x="1922831" y="50254"/>
                </a:lnTo>
                <a:lnTo>
                  <a:pt x="1930098" y="30966"/>
                </a:lnTo>
                <a:lnTo>
                  <a:pt x="1937366" y="11678"/>
                </a:lnTo>
                <a:lnTo>
                  <a:pt x="1938547" y="7268"/>
                </a:lnTo>
                <a:lnTo>
                  <a:pt x="1921097" y="17945"/>
                </a:lnTo>
                <a:lnTo>
                  <a:pt x="1901600" y="24575"/>
                </a:lnTo>
                <a:lnTo>
                  <a:pt x="1881616" y="29632"/>
                </a:lnTo>
                <a:lnTo>
                  <a:pt x="1861433" y="33795"/>
                </a:lnTo>
                <a:lnTo>
                  <a:pt x="1841135" y="37367"/>
                </a:lnTo>
                <a:lnTo>
                  <a:pt x="1820770" y="40519"/>
                </a:lnTo>
                <a:lnTo>
                  <a:pt x="1800349" y="43339"/>
                </a:lnTo>
                <a:lnTo>
                  <a:pt x="1779899" y="45891"/>
                </a:lnTo>
                <a:lnTo>
                  <a:pt x="1759420" y="48225"/>
                </a:lnTo>
                <a:lnTo>
                  <a:pt x="1738922" y="50378"/>
                </a:lnTo>
                <a:lnTo>
                  <a:pt x="1718415" y="52378"/>
                </a:lnTo>
                <a:lnTo>
                  <a:pt x="1697888" y="54226"/>
                </a:lnTo>
                <a:lnTo>
                  <a:pt x="1677343" y="55950"/>
                </a:lnTo>
                <a:lnTo>
                  <a:pt x="1656798" y="57569"/>
                </a:lnTo>
                <a:lnTo>
                  <a:pt x="1636243" y="59084"/>
                </a:lnTo>
                <a:lnTo>
                  <a:pt x="1615688" y="60503"/>
                </a:lnTo>
                <a:lnTo>
                  <a:pt x="1595114" y="61846"/>
                </a:lnTo>
                <a:lnTo>
                  <a:pt x="1574549" y="63113"/>
                </a:lnTo>
                <a:lnTo>
                  <a:pt x="1553966" y="64303"/>
                </a:lnTo>
                <a:lnTo>
                  <a:pt x="1533392" y="65427"/>
                </a:lnTo>
                <a:lnTo>
                  <a:pt x="1512808" y="66494"/>
                </a:lnTo>
                <a:lnTo>
                  <a:pt x="1492225" y="67494"/>
                </a:lnTo>
                <a:lnTo>
                  <a:pt x="1471632" y="68437"/>
                </a:lnTo>
                <a:lnTo>
                  <a:pt x="1451039" y="69323"/>
                </a:lnTo>
                <a:lnTo>
                  <a:pt x="1430445" y="70161"/>
                </a:lnTo>
                <a:lnTo>
                  <a:pt x="1409852" y="70952"/>
                </a:lnTo>
                <a:lnTo>
                  <a:pt x="1389259" y="71695"/>
                </a:lnTo>
                <a:lnTo>
                  <a:pt x="1368657" y="72400"/>
                </a:lnTo>
                <a:lnTo>
                  <a:pt x="1348054" y="73057"/>
                </a:lnTo>
                <a:lnTo>
                  <a:pt x="1327452" y="73666"/>
                </a:lnTo>
                <a:lnTo>
                  <a:pt x="1306849" y="74238"/>
                </a:lnTo>
                <a:lnTo>
                  <a:pt x="1286246" y="74771"/>
                </a:lnTo>
                <a:lnTo>
                  <a:pt x="1265644" y="75267"/>
                </a:lnTo>
                <a:lnTo>
                  <a:pt x="1245041" y="75724"/>
                </a:lnTo>
                <a:lnTo>
                  <a:pt x="1224429" y="76143"/>
                </a:lnTo>
                <a:lnTo>
                  <a:pt x="1203827" y="76533"/>
                </a:lnTo>
                <a:lnTo>
                  <a:pt x="1183215" y="76886"/>
                </a:lnTo>
                <a:lnTo>
                  <a:pt x="1162612" y="77200"/>
                </a:lnTo>
                <a:lnTo>
                  <a:pt x="1142000" y="77486"/>
                </a:lnTo>
                <a:lnTo>
                  <a:pt x="1121388" y="77734"/>
                </a:lnTo>
                <a:lnTo>
                  <a:pt x="1100785" y="77953"/>
                </a:lnTo>
                <a:lnTo>
                  <a:pt x="1080173" y="78134"/>
                </a:lnTo>
                <a:lnTo>
                  <a:pt x="1059561" y="78286"/>
                </a:lnTo>
                <a:lnTo>
                  <a:pt x="1038949" y="78410"/>
                </a:lnTo>
                <a:lnTo>
                  <a:pt x="1018346" y="78496"/>
                </a:lnTo>
                <a:lnTo>
                  <a:pt x="997734" y="78553"/>
                </a:lnTo>
                <a:lnTo>
                  <a:pt x="977122" y="78572"/>
                </a:lnTo>
                <a:lnTo>
                  <a:pt x="956510" y="78572"/>
                </a:lnTo>
                <a:lnTo>
                  <a:pt x="935898" y="78534"/>
                </a:lnTo>
                <a:lnTo>
                  <a:pt x="915295" y="78457"/>
                </a:lnTo>
                <a:lnTo>
                  <a:pt x="894683" y="78362"/>
                </a:lnTo>
                <a:lnTo>
                  <a:pt x="874071" y="78229"/>
                </a:lnTo>
                <a:lnTo>
                  <a:pt x="853459" y="78067"/>
                </a:lnTo>
                <a:lnTo>
                  <a:pt x="832847" y="77867"/>
                </a:lnTo>
                <a:lnTo>
                  <a:pt x="812244" y="77638"/>
                </a:lnTo>
                <a:lnTo>
                  <a:pt x="791632" y="77381"/>
                </a:lnTo>
                <a:lnTo>
                  <a:pt x="771020" y="77076"/>
                </a:lnTo>
                <a:lnTo>
                  <a:pt x="750418" y="76752"/>
                </a:lnTo>
                <a:lnTo>
                  <a:pt x="729806" y="76381"/>
                </a:lnTo>
                <a:lnTo>
                  <a:pt x="709203" y="75981"/>
                </a:lnTo>
                <a:lnTo>
                  <a:pt x="688600" y="75543"/>
                </a:lnTo>
                <a:lnTo>
                  <a:pt x="667988" y="75076"/>
                </a:lnTo>
                <a:lnTo>
                  <a:pt x="647386" y="74562"/>
                </a:lnTo>
                <a:lnTo>
                  <a:pt x="626783" y="74019"/>
                </a:lnTo>
                <a:lnTo>
                  <a:pt x="606181" y="73428"/>
                </a:lnTo>
                <a:lnTo>
                  <a:pt x="585578" y="72800"/>
                </a:lnTo>
                <a:lnTo>
                  <a:pt x="564985" y="72123"/>
                </a:lnTo>
                <a:lnTo>
                  <a:pt x="544382" y="71409"/>
                </a:lnTo>
                <a:lnTo>
                  <a:pt x="523789" y="70647"/>
                </a:lnTo>
                <a:lnTo>
                  <a:pt x="503196" y="69837"/>
                </a:lnTo>
                <a:lnTo>
                  <a:pt x="482603" y="68980"/>
                </a:lnTo>
                <a:lnTo>
                  <a:pt x="462010" y="68066"/>
                </a:lnTo>
                <a:lnTo>
                  <a:pt x="441417" y="67094"/>
                </a:lnTo>
                <a:lnTo>
                  <a:pt x="420834" y="66075"/>
                </a:lnTo>
                <a:lnTo>
                  <a:pt x="400250" y="64989"/>
                </a:lnTo>
                <a:lnTo>
                  <a:pt x="379676" y="63837"/>
                </a:lnTo>
                <a:lnTo>
                  <a:pt x="359102" y="62627"/>
                </a:lnTo>
                <a:lnTo>
                  <a:pt x="338528" y="61331"/>
                </a:lnTo>
                <a:lnTo>
                  <a:pt x="317964" y="59960"/>
                </a:lnTo>
                <a:lnTo>
                  <a:pt x="297409" y="58493"/>
                </a:lnTo>
                <a:lnTo>
                  <a:pt x="276854" y="56940"/>
                </a:lnTo>
                <a:lnTo>
                  <a:pt x="256318" y="55283"/>
                </a:lnTo>
                <a:lnTo>
                  <a:pt x="235782" y="53511"/>
                </a:lnTo>
                <a:lnTo>
                  <a:pt x="215255" y="51606"/>
                </a:lnTo>
                <a:lnTo>
                  <a:pt x="194748" y="49549"/>
                </a:lnTo>
                <a:lnTo>
                  <a:pt x="174260" y="47330"/>
                </a:lnTo>
                <a:lnTo>
                  <a:pt x="153791" y="44910"/>
                </a:lnTo>
                <a:lnTo>
                  <a:pt x="133350" y="42262"/>
                </a:lnTo>
                <a:lnTo>
                  <a:pt x="112957" y="39319"/>
                </a:lnTo>
                <a:lnTo>
                  <a:pt x="92612" y="36014"/>
                </a:lnTo>
                <a:lnTo>
                  <a:pt x="72352" y="32233"/>
                </a:lnTo>
                <a:lnTo>
                  <a:pt x="52226" y="27765"/>
                </a:lnTo>
                <a:lnTo>
                  <a:pt x="32385" y="22212"/>
                </a:lnTo>
                <a:lnTo>
                  <a:pt x="13287" y="14526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78A8D5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50" name="funnel-step-cap-2">
            <a:extLst xmlns:a="http://schemas.openxmlformats.org/drawingml/2006/main">
              <a:ext uri="{FF2B5EF4-FFF2-40B4-BE49-F238E27FC236}">
                <a16:creationId xmlns:a16="http://schemas.microsoft.com/office/drawing/2014/main" id="{5B81CD55-042B-49F6-A741-B47A38C0B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648751" y="4210050"/>
            <a:ext cx="1941747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8A8D5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51" name="funnel-step-body-3">
            <a:extLst xmlns:a="http://schemas.openxmlformats.org/drawingml/2006/main">
              <a:ext uri="{FF2B5EF4-FFF2-40B4-BE49-F238E27FC236}">
                <a16:creationId xmlns:a16="http://schemas.microsoft.com/office/drawing/2014/main" id="{AB5988C9-BDDB-467B-89F7-0122463E2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23252" y="5243513"/>
            <a:ext cx="1390888" cy="807234"/>
          </a:xfrm>
          <a:custGeom xmlns:a="http://schemas.openxmlformats.org/drawingml/2006/main">
            <a:pathLst>
              <a:path w="1390888" h="807234">
                <a:moveTo>
                  <a:pt x="0" y="0"/>
                </a:moveTo>
                <a:lnTo>
                  <a:pt x="6363" y="17955"/>
                </a:lnTo>
                <a:lnTo>
                  <a:pt x="12725" y="35909"/>
                </a:lnTo>
                <a:lnTo>
                  <a:pt x="19088" y="53864"/>
                </a:lnTo>
                <a:lnTo>
                  <a:pt x="25451" y="71819"/>
                </a:lnTo>
                <a:lnTo>
                  <a:pt x="31814" y="89773"/>
                </a:lnTo>
                <a:lnTo>
                  <a:pt x="38176" y="107728"/>
                </a:lnTo>
                <a:lnTo>
                  <a:pt x="44539" y="125682"/>
                </a:lnTo>
                <a:lnTo>
                  <a:pt x="50902" y="143637"/>
                </a:lnTo>
                <a:lnTo>
                  <a:pt x="57264" y="161592"/>
                </a:lnTo>
                <a:lnTo>
                  <a:pt x="63627" y="179546"/>
                </a:lnTo>
                <a:lnTo>
                  <a:pt x="69990" y="197501"/>
                </a:lnTo>
                <a:lnTo>
                  <a:pt x="76352" y="215456"/>
                </a:lnTo>
                <a:lnTo>
                  <a:pt x="82715" y="233410"/>
                </a:lnTo>
                <a:lnTo>
                  <a:pt x="89078" y="251365"/>
                </a:lnTo>
                <a:lnTo>
                  <a:pt x="95441" y="269319"/>
                </a:lnTo>
                <a:lnTo>
                  <a:pt x="101803" y="287274"/>
                </a:lnTo>
                <a:lnTo>
                  <a:pt x="108166" y="305229"/>
                </a:lnTo>
                <a:lnTo>
                  <a:pt x="114529" y="323183"/>
                </a:lnTo>
                <a:lnTo>
                  <a:pt x="120891" y="341138"/>
                </a:lnTo>
                <a:lnTo>
                  <a:pt x="127254" y="359093"/>
                </a:lnTo>
                <a:lnTo>
                  <a:pt x="133617" y="377047"/>
                </a:lnTo>
                <a:lnTo>
                  <a:pt x="139979" y="395002"/>
                </a:lnTo>
                <a:lnTo>
                  <a:pt x="146342" y="412956"/>
                </a:lnTo>
                <a:lnTo>
                  <a:pt x="152705" y="430911"/>
                </a:lnTo>
                <a:lnTo>
                  <a:pt x="159068" y="448866"/>
                </a:lnTo>
                <a:lnTo>
                  <a:pt x="165430" y="466820"/>
                </a:lnTo>
                <a:lnTo>
                  <a:pt x="171793" y="484775"/>
                </a:lnTo>
                <a:lnTo>
                  <a:pt x="178156" y="502730"/>
                </a:lnTo>
                <a:lnTo>
                  <a:pt x="184518" y="520684"/>
                </a:lnTo>
                <a:lnTo>
                  <a:pt x="190881" y="538639"/>
                </a:lnTo>
                <a:lnTo>
                  <a:pt x="197244" y="556593"/>
                </a:lnTo>
                <a:lnTo>
                  <a:pt x="203606" y="574548"/>
                </a:lnTo>
                <a:lnTo>
                  <a:pt x="209969" y="592503"/>
                </a:lnTo>
                <a:lnTo>
                  <a:pt x="216332" y="610457"/>
                </a:lnTo>
                <a:lnTo>
                  <a:pt x="222695" y="628412"/>
                </a:lnTo>
                <a:lnTo>
                  <a:pt x="229057" y="646367"/>
                </a:lnTo>
                <a:lnTo>
                  <a:pt x="235420" y="664321"/>
                </a:lnTo>
                <a:lnTo>
                  <a:pt x="241783" y="682276"/>
                </a:lnTo>
                <a:lnTo>
                  <a:pt x="248145" y="700230"/>
                </a:lnTo>
                <a:lnTo>
                  <a:pt x="254508" y="718185"/>
                </a:lnTo>
                <a:lnTo>
                  <a:pt x="259861" y="736368"/>
                </a:lnTo>
                <a:lnTo>
                  <a:pt x="272310" y="750494"/>
                </a:lnTo>
                <a:lnTo>
                  <a:pt x="288808" y="759952"/>
                </a:lnTo>
                <a:lnTo>
                  <a:pt x="306476" y="767048"/>
                </a:lnTo>
                <a:lnTo>
                  <a:pt x="324650" y="772744"/>
                </a:lnTo>
                <a:lnTo>
                  <a:pt x="343091" y="777507"/>
                </a:lnTo>
                <a:lnTo>
                  <a:pt x="361693" y="781583"/>
                </a:lnTo>
                <a:lnTo>
                  <a:pt x="380409" y="785127"/>
                </a:lnTo>
                <a:lnTo>
                  <a:pt x="399202" y="788232"/>
                </a:lnTo>
                <a:lnTo>
                  <a:pt x="418052" y="790985"/>
                </a:lnTo>
                <a:lnTo>
                  <a:pt x="436950" y="793423"/>
                </a:lnTo>
                <a:lnTo>
                  <a:pt x="455867" y="795595"/>
                </a:lnTo>
                <a:lnTo>
                  <a:pt x="474821" y="797528"/>
                </a:lnTo>
                <a:lnTo>
                  <a:pt x="493795" y="799243"/>
                </a:lnTo>
                <a:lnTo>
                  <a:pt x="512778" y="800757"/>
                </a:lnTo>
                <a:lnTo>
                  <a:pt x="531781" y="802091"/>
                </a:lnTo>
                <a:lnTo>
                  <a:pt x="550793" y="803253"/>
                </a:lnTo>
                <a:lnTo>
                  <a:pt x="569814" y="804253"/>
                </a:lnTo>
                <a:lnTo>
                  <a:pt x="588845" y="805101"/>
                </a:lnTo>
                <a:lnTo>
                  <a:pt x="607886" y="805796"/>
                </a:lnTo>
                <a:lnTo>
                  <a:pt x="626926" y="806358"/>
                </a:lnTo>
                <a:lnTo>
                  <a:pt x="645966" y="806777"/>
                </a:lnTo>
                <a:lnTo>
                  <a:pt x="665016" y="807063"/>
                </a:lnTo>
                <a:lnTo>
                  <a:pt x="684066" y="807215"/>
                </a:lnTo>
                <a:lnTo>
                  <a:pt x="703107" y="807234"/>
                </a:lnTo>
                <a:lnTo>
                  <a:pt x="722157" y="807120"/>
                </a:lnTo>
                <a:lnTo>
                  <a:pt x="741207" y="806872"/>
                </a:lnTo>
                <a:lnTo>
                  <a:pt x="760247" y="806491"/>
                </a:lnTo>
                <a:lnTo>
                  <a:pt x="779288" y="805977"/>
                </a:lnTo>
                <a:lnTo>
                  <a:pt x="798328" y="805320"/>
                </a:lnTo>
                <a:lnTo>
                  <a:pt x="817359" y="804520"/>
                </a:lnTo>
                <a:lnTo>
                  <a:pt x="836390" y="803558"/>
                </a:lnTo>
                <a:lnTo>
                  <a:pt x="855402" y="802443"/>
                </a:lnTo>
                <a:lnTo>
                  <a:pt x="874405" y="801167"/>
                </a:lnTo>
                <a:lnTo>
                  <a:pt x="893397" y="799700"/>
                </a:lnTo>
                <a:lnTo>
                  <a:pt x="912381" y="798052"/>
                </a:lnTo>
                <a:lnTo>
                  <a:pt x="931335" y="796185"/>
                </a:lnTo>
                <a:lnTo>
                  <a:pt x="950262" y="794090"/>
                </a:lnTo>
                <a:lnTo>
                  <a:pt x="969169" y="791728"/>
                </a:lnTo>
                <a:lnTo>
                  <a:pt x="988028" y="789070"/>
                </a:lnTo>
                <a:lnTo>
                  <a:pt x="1006840" y="786079"/>
                </a:lnTo>
                <a:lnTo>
                  <a:pt x="1025585" y="782669"/>
                </a:lnTo>
                <a:lnTo>
                  <a:pt x="1044226" y="778764"/>
                </a:lnTo>
                <a:lnTo>
                  <a:pt x="1062723" y="774230"/>
                </a:lnTo>
                <a:lnTo>
                  <a:pt x="1080992" y="768829"/>
                </a:lnTo>
                <a:lnTo>
                  <a:pt x="1098852" y="762219"/>
                </a:lnTo>
                <a:lnTo>
                  <a:pt x="1115816" y="753608"/>
                </a:lnTo>
                <a:lnTo>
                  <a:pt x="1130103" y="741188"/>
                </a:lnTo>
                <a:lnTo>
                  <a:pt x="1136371" y="723433"/>
                </a:lnTo>
                <a:lnTo>
                  <a:pt x="1142733" y="705479"/>
                </a:lnTo>
                <a:lnTo>
                  <a:pt x="1149096" y="687524"/>
                </a:lnTo>
                <a:lnTo>
                  <a:pt x="1155459" y="669569"/>
                </a:lnTo>
                <a:lnTo>
                  <a:pt x="1161821" y="651615"/>
                </a:lnTo>
                <a:lnTo>
                  <a:pt x="1168184" y="633660"/>
                </a:lnTo>
                <a:lnTo>
                  <a:pt x="1174547" y="615706"/>
                </a:lnTo>
                <a:lnTo>
                  <a:pt x="1180910" y="597751"/>
                </a:lnTo>
                <a:lnTo>
                  <a:pt x="1187272" y="579796"/>
                </a:lnTo>
                <a:lnTo>
                  <a:pt x="1193635" y="561842"/>
                </a:lnTo>
                <a:lnTo>
                  <a:pt x="1199998" y="543887"/>
                </a:lnTo>
                <a:lnTo>
                  <a:pt x="1206360" y="525932"/>
                </a:lnTo>
                <a:lnTo>
                  <a:pt x="1212723" y="507978"/>
                </a:lnTo>
                <a:lnTo>
                  <a:pt x="1219086" y="490023"/>
                </a:lnTo>
                <a:lnTo>
                  <a:pt x="1225448" y="472069"/>
                </a:lnTo>
                <a:lnTo>
                  <a:pt x="1231811" y="454114"/>
                </a:lnTo>
                <a:lnTo>
                  <a:pt x="1238174" y="436159"/>
                </a:lnTo>
                <a:lnTo>
                  <a:pt x="1244537" y="418205"/>
                </a:lnTo>
                <a:lnTo>
                  <a:pt x="1250899" y="400250"/>
                </a:lnTo>
                <a:lnTo>
                  <a:pt x="1257262" y="382295"/>
                </a:lnTo>
                <a:lnTo>
                  <a:pt x="1263625" y="364341"/>
                </a:lnTo>
                <a:lnTo>
                  <a:pt x="1269987" y="346386"/>
                </a:lnTo>
                <a:lnTo>
                  <a:pt x="1276350" y="328432"/>
                </a:lnTo>
                <a:lnTo>
                  <a:pt x="1282713" y="310477"/>
                </a:lnTo>
                <a:lnTo>
                  <a:pt x="1289085" y="292522"/>
                </a:lnTo>
                <a:lnTo>
                  <a:pt x="1295448" y="274568"/>
                </a:lnTo>
                <a:lnTo>
                  <a:pt x="1301810" y="256613"/>
                </a:lnTo>
                <a:lnTo>
                  <a:pt x="1308173" y="238658"/>
                </a:lnTo>
                <a:lnTo>
                  <a:pt x="1314536" y="220704"/>
                </a:lnTo>
                <a:lnTo>
                  <a:pt x="1320898" y="202749"/>
                </a:lnTo>
                <a:lnTo>
                  <a:pt x="1327261" y="184795"/>
                </a:lnTo>
                <a:lnTo>
                  <a:pt x="1333624" y="166840"/>
                </a:lnTo>
                <a:lnTo>
                  <a:pt x="1339987" y="148885"/>
                </a:lnTo>
                <a:lnTo>
                  <a:pt x="1346349" y="130931"/>
                </a:lnTo>
                <a:lnTo>
                  <a:pt x="1352712" y="112976"/>
                </a:lnTo>
                <a:lnTo>
                  <a:pt x="1359075" y="95021"/>
                </a:lnTo>
                <a:lnTo>
                  <a:pt x="1365437" y="77067"/>
                </a:lnTo>
                <a:lnTo>
                  <a:pt x="1371800" y="59112"/>
                </a:lnTo>
                <a:lnTo>
                  <a:pt x="1378163" y="41158"/>
                </a:lnTo>
                <a:lnTo>
                  <a:pt x="1384525" y="23203"/>
                </a:lnTo>
                <a:lnTo>
                  <a:pt x="1390888" y="5248"/>
                </a:lnTo>
                <a:lnTo>
                  <a:pt x="1386716" y="11630"/>
                </a:lnTo>
                <a:lnTo>
                  <a:pt x="1370648" y="21698"/>
                </a:lnTo>
                <a:lnTo>
                  <a:pt x="1352893" y="28575"/>
                </a:lnTo>
                <a:lnTo>
                  <a:pt x="1334614" y="33928"/>
                </a:lnTo>
                <a:lnTo>
                  <a:pt x="1316088" y="38376"/>
                </a:lnTo>
                <a:lnTo>
                  <a:pt x="1297429" y="42196"/>
                </a:lnTo>
                <a:lnTo>
                  <a:pt x="1278684" y="45558"/>
                </a:lnTo>
                <a:lnTo>
                  <a:pt x="1259872" y="48549"/>
                </a:lnTo>
                <a:lnTo>
                  <a:pt x="1241012" y="51245"/>
                </a:lnTo>
                <a:lnTo>
                  <a:pt x="1222124" y="53702"/>
                </a:lnTo>
                <a:lnTo>
                  <a:pt x="1203208" y="55940"/>
                </a:lnTo>
                <a:lnTo>
                  <a:pt x="1184272" y="57998"/>
                </a:lnTo>
                <a:lnTo>
                  <a:pt x="1165317" y="59893"/>
                </a:lnTo>
                <a:lnTo>
                  <a:pt x="1146353" y="61646"/>
                </a:lnTo>
                <a:lnTo>
                  <a:pt x="1127369" y="63275"/>
                </a:lnTo>
                <a:lnTo>
                  <a:pt x="1108377" y="64789"/>
                </a:lnTo>
                <a:lnTo>
                  <a:pt x="1089384" y="66180"/>
                </a:lnTo>
                <a:lnTo>
                  <a:pt x="1070381" y="67485"/>
                </a:lnTo>
                <a:lnTo>
                  <a:pt x="1051370" y="68685"/>
                </a:lnTo>
                <a:lnTo>
                  <a:pt x="1032358" y="69809"/>
                </a:lnTo>
                <a:lnTo>
                  <a:pt x="1013336" y="70847"/>
                </a:lnTo>
                <a:lnTo>
                  <a:pt x="994305" y="71799"/>
                </a:lnTo>
                <a:lnTo>
                  <a:pt x="975284" y="72685"/>
                </a:lnTo>
                <a:lnTo>
                  <a:pt x="956253" y="73495"/>
                </a:lnTo>
                <a:lnTo>
                  <a:pt x="937212" y="74247"/>
                </a:lnTo>
                <a:lnTo>
                  <a:pt x="918181" y="74924"/>
                </a:lnTo>
                <a:lnTo>
                  <a:pt x="899141" y="75533"/>
                </a:lnTo>
                <a:lnTo>
                  <a:pt x="880100" y="76095"/>
                </a:lnTo>
                <a:lnTo>
                  <a:pt x="861060" y="76591"/>
                </a:lnTo>
                <a:lnTo>
                  <a:pt x="842010" y="77029"/>
                </a:lnTo>
                <a:lnTo>
                  <a:pt x="822970" y="77410"/>
                </a:lnTo>
                <a:lnTo>
                  <a:pt x="803920" y="77734"/>
                </a:lnTo>
                <a:lnTo>
                  <a:pt x="784879" y="78010"/>
                </a:lnTo>
                <a:lnTo>
                  <a:pt x="765829" y="78229"/>
                </a:lnTo>
                <a:lnTo>
                  <a:pt x="746779" y="78400"/>
                </a:lnTo>
                <a:lnTo>
                  <a:pt x="727729" y="78505"/>
                </a:lnTo>
                <a:lnTo>
                  <a:pt x="708679" y="78562"/>
                </a:lnTo>
                <a:lnTo>
                  <a:pt x="689639" y="78572"/>
                </a:lnTo>
                <a:lnTo>
                  <a:pt x="670589" y="78524"/>
                </a:lnTo>
                <a:lnTo>
                  <a:pt x="651539" y="78429"/>
                </a:lnTo>
                <a:lnTo>
                  <a:pt x="632489" y="78286"/>
                </a:lnTo>
                <a:lnTo>
                  <a:pt x="613439" y="78086"/>
                </a:lnTo>
                <a:lnTo>
                  <a:pt x="594398" y="77819"/>
                </a:lnTo>
                <a:lnTo>
                  <a:pt x="575348" y="77514"/>
                </a:lnTo>
                <a:lnTo>
                  <a:pt x="556308" y="77143"/>
                </a:lnTo>
                <a:lnTo>
                  <a:pt x="537258" y="76724"/>
                </a:lnTo>
                <a:lnTo>
                  <a:pt x="518217" y="76248"/>
                </a:lnTo>
                <a:lnTo>
                  <a:pt x="499177" y="75705"/>
                </a:lnTo>
                <a:lnTo>
                  <a:pt x="480136" y="75105"/>
                </a:lnTo>
                <a:lnTo>
                  <a:pt x="461096" y="74447"/>
                </a:lnTo>
                <a:lnTo>
                  <a:pt x="442065" y="73724"/>
                </a:lnTo>
                <a:lnTo>
                  <a:pt x="423034" y="72933"/>
                </a:lnTo>
                <a:lnTo>
                  <a:pt x="404003" y="72066"/>
                </a:lnTo>
                <a:lnTo>
                  <a:pt x="384981" y="71133"/>
                </a:lnTo>
                <a:lnTo>
                  <a:pt x="365960" y="70123"/>
                </a:lnTo>
                <a:lnTo>
                  <a:pt x="346939" y="69028"/>
                </a:lnTo>
                <a:lnTo>
                  <a:pt x="327927" y="67847"/>
                </a:lnTo>
                <a:lnTo>
                  <a:pt x="308924" y="66580"/>
                </a:lnTo>
                <a:lnTo>
                  <a:pt x="289922" y="65199"/>
                </a:lnTo>
                <a:lnTo>
                  <a:pt x="270929" y="63732"/>
                </a:lnTo>
                <a:lnTo>
                  <a:pt x="251946" y="62141"/>
                </a:lnTo>
                <a:lnTo>
                  <a:pt x="232982" y="60427"/>
                </a:lnTo>
                <a:lnTo>
                  <a:pt x="214017" y="58569"/>
                </a:lnTo>
                <a:lnTo>
                  <a:pt x="195072" y="56559"/>
                </a:lnTo>
                <a:lnTo>
                  <a:pt x="176155" y="54378"/>
                </a:lnTo>
                <a:lnTo>
                  <a:pt x="157258" y="51987"/>
                </a:lnTo>
                <a:lnTo>
                  <a:pt x="138389" y="49368"/>
                </a:lnTo>
                <a:lnTo>
                  <a:pt x="119558" y="46463"/>
                </a:lnTo>
                <a:lnTo>
                  <a:pt x="100794" y="43224"/>
                </a:lnTo>
                <a:lnTo>
                  <a:pt x="82096" y="39548"/>
                </a:lnTo>
                <a:lnTo>
                  <a:pt x="63532" y="35309"/>
                </a:lnTo>
                <a:lnTo>
                  <a:pt x="45168" y="30261"/>
                </a:lnTo>
                <a:lnTo>
                  <a:pt x="27203" y="23927"/>
                </a:lnTo>
                <a:lnTo>
                  <a:pt x="10363" y="15116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78A8D5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52" name="funnel-step-cap-3">
            <a:extLst xmlns:a="http://schemas.openxmlformats.org/drawingml/2006/main">
              <a:ext uri="{FF2B5EF4-FFF2-40B4-BE49-F238E27FC236}">
                <a16:creationId xmlns:a16="http://schemas.microsoft.com/office/drawing/2014/main" id="{5BC99A75-2A19-46EC-AB48-BB7BCDA59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23271" y="5119688"/>
            <a:ext cx="1392707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8A8D5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53" name="funnel-flow-arrow">
            <a:extLst xmlns:a="http://schemas.openxmlformats.org/drawingml/2006/main">
              <a:ext uri="{FF2B5EF4-FFF2-40B4-BE49-F238E27FC236}">
                <a16:creationId xmlns:a16="http://schemas.microsoft.com/office/drawing/2014/main" id="{79CB846F-7028-4AD3-9A10-9C3B45DF3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52850" y="2466975"/>
            <a:ext cx="1733550" cy="3631149"/>
          </a:xfrm>
          <a:custGeom xmlns:a="http://schemas.openxmlformats.org/drawingml/2006/main">
            <a:pathLst>
              <a:path w="1733550" h="3631149">
                <a:moveTo>
                  <a:pt x="0" y="0"/>
                </a:moveTo>
                <a:lnTo>
                  <a:pt x="0" y="42824"/>
                </a:lnTo>
                <a:lnTo>
                  <a:pt x="8630" y="84668"/>
                </a:lnTo>
                <a:lnTo>
                  <a:pt x="18345" y="126378"/>
                </a:lnTo>
                <a:lnTo>
                  <a:pt x="28061" y="168088"/>
                </a:lnTo>
                <a:lnTo>
                  <a:pt x="37776" y="209807"/>
                </a:lnTo>
                <a:lnTo>
                  <a:pt x="47492" y="251517"/>
                </a:lnTo>
                <a:lnTo>
                  <a:pt x="57207" y="293227"/>
                </a:lnTo>
                <a:lnTo>
                  <a:pt x="66923" y="334947"/>
                </a:lnTo>
                <a:lnTo>
                  <a:pt x="76638" y="376657"/>
                </a:lnTo>
                <a:lnTo>
                  <a:pt x="86354" y="418367"/>
                </a:lnTo>
                <a:lnTo>
                  <a:pt x="96069" y="460077"/>
                </a:lnTo>
                <a:lnTo>
                  <a:pt x="105785" y="501796"/>
                </a:lnTo>
                <a:lnTo>
                  <a:pt x="115500" y="543506"/>
                </a:lnTo>
                <a:lnTo>
                  <a:pt x="125216" y="585216"/>
                </a:lnTo>
                <a:lnTo>
                  <a:pt x="134931" y="626926"/>
                </a:lnTo>
                <a:lnTo>
                  <a:pt x="144647" y="668645"/>
                </a:lnTo>
                <a:lnTo>
                  <a:pt x="154362" y="710355"/>
                </a:lnTo>
                <a:lnTo>
                  <a:pt x="164078" y="752065"/>
                </a:lnTo>
                <a:lnTo>
                  <a:pt x="173793" y="793785"/>
                </a:lnTo>
                <a:lnTo>
                  <a:pt x="183509" y="835495"/>
                </a:lnTo>
                <a:lnTo>
                  <a:pt x="193224" y="877205"/>
                </a:lnTo>
                <a:lnTo>
                  <a:pt x="201378" y="919248"/>
                </a:lnTo>
                <a:lnTo>
                  <a:pt x="209312" y="961339"/>
                </a:lnTo>
                <a:lnTo>
                  <a:pt x="216751" y="1003516"/>
                </a:lnTo>
                <a:lnTo>
                  <a:pt x="224190" y="1045693"/>
                </a:lnTo>
                <a:lnTo>
                  <a:pt x="231629" y="1087869"/>
                </a:lnTo>
                <a:lnTo>
                  <a:pt x="239068" y="1130046"/>
                </a:lnTo>
                <a:lnTo>
                  <a:pt x="246507" y="1172223"/>
                </a:lnTo>
                <a:lnTo>
                  <a:pt x="253946" y="1214409"/>
                </a:lnTo>
                <a:lnTo>
                  <a:pt x="261385" y="1256586"/>
                </a:lnTo>
                <a:lnTo>
                  <a:pt x="268815" y="1298762"/>
                </a:lnTo>
                <a:lnTo>
                  <a:pt x="276254" y="1340939"/>
                </a:lnTo>
                <a:lnTo>
                  <a:pt x="283693" y="1383116"/>
                </a:lnTo>
                <a:lnTo>
                  <a:pt x="291132" y="1425292"/>
                </a:lnTo>
                <a:lnTo>
                  <a:pt x="298571" y="1467479"/>
                </a:lnTo>
                <a:lnTo>
                  <a:pt x="306010" y="1509655"/>
                </a:lnTo>
                <a:lnTo>
                  <a:pt x="313449" y="1551832"/>
                </a:lnTo>
                <a:lnTo>
                  <a:pt x="320888" y="1594009"/>
                </a:lnTo>
                <a:lnTo>
                  <a:pt x="328317" y="1636185"/>
                </a:lnTo>
                <a:lnTo>
                  <a:pt x="335756" y="1678362"/>
                </a:lnTo>
                <a:lnTo>
                  <a:pt x="343195" y="1720548"/>
                </a:lnTo>
                <a:lnTo>
                  <a:pt x="350634" y="1762725"/>
                </a:lnTo>
                <a:lnTo>
                  <a:pt x="357930" y="1804921"/>
                </a:lnTo>
                <a:lnTo>
                  <a:pt x="364960" y="1847174"/>
                </a:lnTo>
                <a:lnTo>
                  <a:pt x="371846" y="1889446"/>
                </a:lnTo>
                <a:lnTo>
                  <a:pt x="378619" y="1931737"/>
                </a:lnTo>
                <a:lnTo>
                  <a:pt x="385391" y="1974028"/>
                </a:lnTo>
                <a:lnTo>
                  <a:pt x="392163" y="2016319"/>
                </a:lnTo>
                <a:lnTo>
                  <a:pt x="398936" y="2058610"/>
                </a:lnTo>
                <a:lnTo>
                  <a:pt x="405698" y="2100901"/>
                </a:lnTo>
                <a:lnTo>
                  <a:pt x="412471" y="2143192"/>
                </a:lnTo>
                <a:lnTo>
                  <a:pt x="419243" y="2185483"/>
                </a:lnTo>
                <a:lnTo>
                  <a:pt x="426015" y="2227764"/>
                </a:lnTo>
                <a:lnTo>
                  <a:pt x="432787" y="2270055"/>
                </a:lnTo>
                <a:lnTo>
                  <a:pt x="439560" y="2312346"/>
                </a:lnTo>
                <a:lnTo>
                  <a:pt x="446332" y="2354637"/>
                </a:lnTo>
                <a:lnTo>
                  <a:pt x="453104" y="2396928"/>
                </a:lnTo>
                <a:lnTo>
                  <a:pt x="459877" y="2439219"/>
                </a:lnTo>
                <a:lnTo>
                  <a:pt x="466649" y="2481510"/>
                </a:lnTo>
                <a:lnTo>
                  <a:pt x="473412" y="2523801"/>
                </a:lnTo>
                <a:lnTo>
                  <a:pt x="480184" y="2566092"/>
                </a:lnTo>
                <a:lnTo>
                  <a:pt x="486956" y="2608383"/>
                </a:lnTo>
                <a:lnTo>
                  <a:pt x="493728" y="2650674"/>
                </a:lnTo>
                <a:lnTo>
                  <a:pt x="500501" y="2692965"/>
                </a:lnTo>
                <a:lnTo>
                  <a:pt x="507101" y="2735285"/>
                </a:lnTo>
                <a:lnTo>
                  <a:pt x="513655" y="2777604"/>
                </a:lnTo>
                <a:lnTo>
                  <a:pt x="520151" y="2819933"/>
                </a:lnTo>
                <a:lnTo>
                  <a:pt x="526656" y="2862272"/>
                </a:lnTo>
                <a:lnTo>
                  <a:pt x="533152" y="2904601"/>
                </a:lnTo>
                <a:lnTo>
                  <a:pt x="539648" y="2946940"/>
                </a:lnTo>
                <a:lnTo>
                  <a:pt x="503596" y="2952750"/>
                </a:lnTo>
                <a:lnTo>
                  <a:pt x="460762" y="2952750"/>
                </a:lnTo>
                <a:lnTo>
                  <a:pt x="417938" y="2952750"/>
                </a:lnTo>
                <a:lnTo>
                  <a:pt x="375104" y="2952750"/>
                </a:lnTo>
                <a:lnTo>
                  <a:pt x="332280" y="2952750"/>
                </a:lnTo>
                <a:lnTo>
                  <a:pt x="289446" y="2952750"/>
                </a:lnTo>
                <a:lnTo>
                  <a:pt x="246621" y="2952750"/>
                </a:lnTo>
                <a:lnTo>
                  <a:pt x="225571" y="2962113"/>
                </a:lnTo>
                <a:lnTo>
                  <a:pt x="255032" y="2993193"/>
                </a:lnTo>
                <a:lnTo>
                  <a:pt x="284502" y="3024283"/>
                </a:lnTo>
                <a:lnTo>
                  <a:pt x="313963" y="3055363"/>
                </a:lnTo>
                <a:lnTo>
                  <a:pt x="343424" y="3086443"/>
                </a:lnTo>
                <a:lnTo>
                  <a:pt x="372894" y="3117533"/>
                </a:lnTo>
                <a:lnTo>
                  <a:pt x="402355" y="3148613"/>
                </a:lnTo>
                <a:lnTo>
                  <a:pt x="431825" y="3179702"/>
                </a:lnTo>
                <a:lnTo>
                  <a:pt x="461286" y="3210782"/>
                </a:lnTo>
                <a:lnTo>
                  <a:pt x="490747" y="3241862"/>
                </a:lnTo>
                <a:lnTo>
                  <a:pt x="520217" y="3272952"/>
                </a:lnTo>
                <a:lnTo>
                  <a:pt x="549678" y="3304032"/>
                </a:lnTo>
                <a:lnTo>
                  <a:pt x="579139" y="3335112"/>
                </a:lnTo>
                <a:lnTo>
                  <a:pt x="608609" y="3366202"/>
                </a:lnTo>
                <a:lnTo>
                  <a:pt x="638070" y="3397282"/>
                </a:lnTo>
                <a:lnTo>
                  <a:pt x="667541" y="3428362"/>
                </a:lnTo>
                <a:lnTo>
                  <a:pt x="697001" y="3459451"/>
                </a:lnTo>
                <a:lnTo>
                  <a:pt x="726462" y="3490532"/>
                </a:lnTo>
                <a:lnTo>
                  <a:pt x="755933" y="3521612"/>
                </a:lnTo>
                <a:lnTo>
                  <a:pt x="785393" y="3552701"/>
                </a:lnTo>
                <a:lnTo>
                  <a:pt x="814854" y="3583781"/>
                </a:lnTo>
                <a:lnTo>
                  <a:pt x="844325" y="3614861"/>
                </a:lnTo>
                <a:lnTo>
                  <a:pt x="873785" y="3631149"/>
                </a:lnTo>
                <a:lnTo>
                  <a:pt x="903256" y="3600069"/>
                </a:lnTo>
                <a:lnTo>
                  <a:pt x="932717" y="3568989"/>
                </a:lnTo>
                <a:lnTo>
                  <a:pt x="962177" y="3537899"/>
                </a:lnTo>
                <a:lnTo>
                  <a:pt x="991648" y="3506819"/>
                </a:lnTo>
                <a:lnTo>
                  <a:pt x="1021109" y="3475739"/>
                </a:lnTo>
                <a:lnTo>
                  <a:pt x="1050579" y="3444650"/>
                </a:lnTo>
                <a:lnTo>
                  <a:pt x="1080040" y="3413570"/>
                </a:lnTo>
                <a:lnTo>
                  <a:pt x="1109501" y="3382480"/>
                </a:lnTo>
                <a:lnTo>
                  <a:pt x="1138971" y="3351400"/>
                </a:lnTo>
                <a:lnTo>
                  <a:pt x="1168432" y="3320320"/>
                </a:lnTo>
                <a:lnTo>
                  <a:pt x="1197893" y="3289230"/>
                </a:lnTo>
                <a:lnTo>
                  <a:pt x="1227363" y="3258150"/>
                </a:lnTo>
                <a:lnTo>
                  <a:pt x="1256824" y="3227070"/>
                </a:lnTo>
                <a:lnTo>
                  <a:pt x="1286294" y="3195980"/>
                </a:lnTo>
                <a:lnTo>
                  <a:pt x="1315755" y="3164900"/>
                </a:lnTo>
                <a:lnTo>
                  <a:pt x="1345216" y="3133820"/>
                </a:lnTo>
                <a:lnTo>
                  <a:pt x="1374686" y="3102731"/>
                </a:lnTo>
                <a:lnTo>
                  <a:pt x="1404147" y="3071651"/>
                </a:lnTo>
                <a:lnTo>
                  <a:pt x="1433608" y="3040571"/>
                </a:lnTo>
                <a:lnTo>
                  <a:pt x="1463078" y="3009481"/>
                </a:lnTo>
                <a:lnTo>
                  <a:pt x="1492539" y="2978401"/>
                </a:lnTo>
                <a:lnTo>
                  <a:pt x="1509370" y="2952750"/>
                </a:lnTo>
                <a:lnTo>
                  <a:pt x="1466545" y="2952750"/>
                </a:lnTo>
                <a:lnTo>
                  <a:pt x="1423711" y="2952750"/>
                </a:lnTo>
                <a:lnTo>
                  <a:pt x="1380887" y="2952750"/>
                </a:lnTo>
                <a:lnTo>
                  <a:pt x="1338053" y="2952750"/>
                </a:lnTo>
                <a:lnTo>
                  <a:pt x="1295229" y="2952750"/>
                </a:lnTo>
                <a:lnTo>
                  <a:pt x="1252395" y="2952750"/>
                </a:lnTo>
                <a:lnTo>
                  <a:pt x="1209570" y="2952750"/>
                </a:lnTo>
                <a:lnTo>
                  <a:pt x="1196988" y="2926785"/>
                </a:lnTo>
                <a:lnTo>
                  <a:pt x="1203493" y="2884456"/>
                </a:lnTo>
                <a:lnTo>
                  <a:pt x="1209989" y="2842117"/>
                </a:lnTo>
                <a:lnTo>
                  <a:pt x="1216485" y="2799788"/>
                </a:lnTo>
                <a:lnTo>
                  <a:pt x="1223010" y="2757459"/>
                </a:lnTo>
                <a:lnTo>
                  <a:pt x="1229573" y="2715130"/>
                </a:lnTo>
                <a:lnTo>
                  <a:pt x="1236269" y="2672829"/>
                </a:lnTo>
                <a:lnTo>
                  <a:pt x="1243041" y="2630538"/>
                </a:lnTo>
                <a:lnTo>
                  <a:pt x="1249813" y="2588247"/>
                </a:lnTo>
                <a:lnTo>
                  <a:pt x="1256586" y="2545956"/>
                </a:lnTo>
                <a:lnTo>
                  <a:pt x="1263358" y="2503675"/>
                </a:lnTo>
                <a:lnTo>
                  <a:pt x="1270130" y="2461384"/>
                </a:lnTo>
                <a:lnTo>
                  <a:pt x="1276902" y="2419093"/>
                </a:lnTo>
                <a:lnTo>
                  <a:pt x="1283675" y="2376802"/>
                </a:lnTo>
                <a:lnTo>
                  <a:pt x="1290447" y="2334511"/>
                </a:lnTo>
                <a:lnTo>
                  <a:pt x="1297210" y="2292220"/>
                </a:lnTo>
                <a:lnTo>
                  <a:pt x="1303982" y="2249929"/>
                </a:lnTo>
                <a:lnTo>
                  <a:pt x="1310754" y="2207638"/>
                </a:lnTo>
                <a:lnTo>
                  <a:pt x="1317527" y="2165347"/>
                </a:lnTo>
                <a:lnTo>
                  <a:pt x="1324299" y="2123056"/>
                </a:lnTo>
                <a:lnTo>
                  <a:pt x="1331071" y="2080765"/>
                </a:lnTo>
                <a:lnTo>
                  <a:pt x="1337843" y="2038474"/>
                </a:lnTo>
                <a:lnTo>
                  <a:pt x="1344616" y="1996183"/>
                </a:lnTo>
                <a:lnTo>
                  <a:pt x="1351388" y="1953892"/>
                </a:lnTo>
                <a:lnTo>
                  <a:pt x="1358160" y="1911601"/>
                </a:lnTo>
                <a:lnTo>
                  <a:pt x="1364923" y="1869310"/>
                </a:lnTo>
                <a:lnTo>
                  <a:pt x="1371933" y="1827066"/>
                </a:lnTo>
                <a:lnTo>
                  <a:pt x="1379020" y="1784823"/>
                </a:lnTo>
                <a:lnTo>
                  <a:pt x="1386459" y="1742646"/>
                </a:lnTo>
                <a:lnTo>
                  <a:pt x="1393898" y="1700470"/>
                </a:lnTo>
                <a:lnTo>
                  <a:pt x="1401328" y="1658293"/>
                </a:lnTo>
                <a:lnTo>
                  <a:pt x="1408767" y="1616107"/>
                </a:lnTo>
                <a:lnTo>
                  <a:pt x="1416206" y="1573930"/>
                </a:lnTo>
                <a:lnTo>
                  <a:pt x="1423645" y="1531753"/>
                </a:lnTo>
                <a:lnTo>
                  <a:pt x="1431084" y="1489577"/>
                </a:lnTo>
                <a:lnTo>
                  <a:pt x="1438523" y="1447400"/>
                </a:lnTo>
                <a:lnTo>
                  <a:pt x="1445962" y="1405214"/>
                </a:lnTo>
                <a:lnTo>
                  <a:pt x="1453401" y="1363037"/>
                </a:lnTo>
                <a:lnTo>
                  <a:pt x="1460830" y="1320860"/>
                </a:lnTo>
                <a:lnTo>
                  <a:pt x="1468269" y="1278684"/>
                </a:lnTo>
                <a:lnTo>
                  <a:pt x="1475708" y="1236507"/>
                </a:lnTo>
                <a:lnTo>
                  <a:pt x="1483147" y="1194330"/>
                </a:lnTo>
                <a:lnTo>
                  <a:pt x="1490586" y="1152144"/>
                </a:lnTo>
                <a:lnTo>
                  <a:pt x="1498025" y="1109967"/>
                </a:lnTo>
                <a:lnTo>
                  <a:pt x="1505464" y="1067791"/>
                </a:lnTo>
                <a:lnTo>
                  <a:pt x="1512903" y="1025614"/>
                </a:lnTo>
                <a:lnTo>
                  <a:pt x="1520333" y="983437"/>
                </a:lnTo>
                <a:lnTo>
                  <a:pt x="1527981" y="941299"/>
                </a:lnTo>
                <a:lnTo>
                  <a:pt x="1535982" y="899217"/>
                </a:lnTo>
                <a:lnTo>
                  <a:pt x="1544955" y="857355"/>
                </a:lnTo>
                <a:lnTo>
                  <a:pt x="1554671" y="815635"/>
                </a:lnTo>
                <a:lnTo>
                  <a:pt x="1564386" y="773925"/>
                </a:lnTo>
                <a:lnTo>
                  <a:pt x="1574102" y="732215"/>
                </a:lnTo>
                <a:lnTo>
                  <a:pt x="1583817" y="690496"/>
                </a:lnTo>
                <a:lnTo>
                  <a:pt x="1593533" y="648786"/>
                </a:lnTo>
                <a:lnTo>
                  <a:pt x="1603248" y="607076"/>
                </a:lnTo>
                <a:lnTo>
                  <a:pt x="1612964" y="565366"/>
                </a:lnTo>
                <a:lnTo>
                  <a:pt x="1622679" y="523646"/>
                </a:lnTo>
                <a:lnTo>
                  <a:pt x="1632395" y="481936"/>
                </a:lnTo>
                <a:lnTo>
                  <a:pt x="1642110" y="440226"/>
                </a:lnTo>
                <a:lnTo>
                  <a:pt x="1651825" y="398516"/>
                </a:lnTo>
                <a:lnTo>
                  <a:pt x="1661541" y="356797"/>
                </a:lnTo>
                <a:lnTo>
                  <a:pt x="1671257" y="315087"/>
                </a:lnTo>
                <a:lnTo>
                  <a:pt x="1680972" y="273377"/>
                </a:lnTo>
                <a:lnTo>
                  <a:pt x="1690688" y="231658"/>
                </a:lnTo>
                <a:lnTo>
                  <a:pt x="1700403" y="189948"/>
                </a:lnTo>
                <a:lnTo>
                  <a:pt x="1710119" y="148238"/>
                </a:lnTo>
                <a:lnTo>
                  <a:pt x="1719834" y="106528"/>
                </a:lnTo>
                <a:lnTo>
                  <a:pt x="1729550" y="64808"/>
                </a:lnTo>
                <a:lnTo>
                  <a:pt x="1733550" y="22441"/>
                </a:lnTo>
                <a:lnTo>
                  <a:pt x="1713167" y="0"/>
                </a:lnTo>
                <a:lnTo>
                  <a:pt x="1670333" y="0"/>
                </a:lnTo>
                <a:lnTo>
                  <a:pt x="1627508" y="0"/>
                </a:lnTo>
                <a:lnTo>
                  <a:pt x="1584674" y="0"/>
                </a:lnTo>
                <a:lnTo>
                  <a:pt x="1541850" y="0"/>
                </a:lnTo>
                <a:lnTo>
                  <a:pt x="1499016" y="0"/>
                </a:lnTo>
                <a:lnTo>
                  <a:pt x="1456192" y="0"/>
                </a:lnTo>
                <a:lnTo>
                  <a:pt x="1413358" y="0"/>
                </a:lnTo>
                <a:lnTo>
                  <a:pt x="1370533" y="0"/>
                </a:lnTo>
                <a:lnTo>
                  <a:pt x="1327699" y="0"/>
                </a:lnTo>
                <a:lnTo>
                  <a:pt x="1284875" y="0"/>
                </a:lnTo>
                <a:lnTo>
                  <a:pt x="1242041" y="0"/>
                </a:lnTo>
                <a:lnTo>
                  <a:pt x="1199217" y="0"/>
                </a:lnTo>
                <a:lnTo>
                  <a:pt x="1156383" y="0"/>
                </a:lnTo>
                <a:lnTo>
                  <a:pt x="1113558" y="0"/>
                </a:lnTo>
                <a:lnTo>
                  <a:pt x="1070724" y="0"/>
                </a:lnTo>
                <a:lnTo>
                  <a:pt x="1027900" y="0"/>
                </a:lnTo>
                <a:lnTo>
                  <a:pt x="985066" y="0"/>
                </a:lnTo>
                <a:lnTo>
                  <a:pt x="942242" y="0"/>
                </a:lnTo>
                <a:lnTo>
                  <a:pt x="899408" y="0"/>
                </a:lnTo>
                <a:lnTo>
                  <a:pt x="856583" y="0"/>
                </a:lnTo>
                <a:lnTo>
                  <a:pt x="813749" y="0"/>
                </a:lnTo>
                <a:lnTo>
                  <a:pt x="770925" y="0"/>
                </a:lnTo>
                <a:lnTo>
                  <a:pt x="728091" y="0"/>
                </a:lnTo>
                <a:lnTo>
                  <a:pt x="685267" y="0"/>
                </a:lnTo>
                <a:lnTo>
                  <a:pt x="642433" y="0"/>
                </a:lnTo>
                <a:lnTo>
                  <a:pt x="599608" y="0"/>
                </a:lnTo>
                <a:lnTo>
                  <a:pt x="556774" y="0"/>
                </a:lnTo>
                <a:lnTo>
                  <a:pt x="513950" y="0"/>
                </a:lnTo>
                <a:lnTo>
                  <a:pt x="471116" y="0"/>
                </a:lnTo>
                <a:lnTo>
                  <a:pt x="428292" y="0"/>
                </a:lnTo>
                <a:lnTo>
                  <a:pt x="385458" y="0"/>
                </a:lnTo>
                <a:lnTo>
                  <a:pt x="342633" y="0"/>
                </a:lnTo>
                <a:lnTo>
                  <a:pt x="299799" y="0"/>
                </a:lnTo>
                <a:lnTo>
                  <a:pt x="256975" y="0"/>
                </a:lnTo>
                <a:lnTo>
                  <a:pt x="214141" y="0"/>
                </a:lnTo>
                <a:lnTo>
                  <a:pt x="171317" y="0"/>
                </a:lnTo>
                <a:lnTo>
                  <a:pt x="128492" y="0"/>
                </a:lnTo>
                <a:lnTo>
                  <a:pt x="85658" y="0"/>
                </a:lnTo>
                <a:lnTo>
                  <a:pt x="42824" y="0"/>
                </a:lnTo>
                <a:lnTo>
                  <a:pt x="0" y="0"/>
                </a:lnTo>
                <a:close/>
              </a:path>
            </a:pathLst>
          </a:custGeom>
          <a:gradFill xmlns:a="http://schemas.openxmlformats.org/drawingml/2006/main">
            <a:gsLst>
              <a:gs pos="0">
                <a:srgbClr val="000000"/>
              </a:gs>
              <a:gs pos="42">
                <a:srgbClr val="B8D8F2">
                  <a:alpha val="16000"/>
                </a:srgbClr>
              </a:gs>
              <a:gs pos="76">
                <a:srgbClr val="8FC4EE">
                  <a:alpha val="32000"/>
                </a:srgbClr>
              </a:gs>
              <a:gs pos="100">
                <a:srgbClr val="72B3E8">
                  <a:alpha val="52000"/>
                </a:srgbClr>
              </a:gs>
            </a:gsLst>
            <a:lin ang="10800000"/>
          </a:gradFill>
          <a:ln xmlns:a="http://schemas.openxmlformats.org/drawingml/2006/main" w="9525">
            <a:noFill/>
            <a:prstDash val="solid"/>
          </a:ln>
        </p:spPr>
      </p:sp>
      <p:sp>
        <p:nvSpPr>
          <p:cNvPr id="54" name="phase-label-0">
            <a:extLst xmlns:a="http://schemas.openxmlformats.org/drawingml/2006/main">
              <a:ext uri="{FF2B5EF4-FFF2-40B4-BE49-F238E27FC236}">
                <a16:creationId xmlns:a16="http://schemas.microsoft.com/office/drawing/2014/main" id="{58FD050B-FFF3-4204-A6C6-8794164EB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1638300"/>
            <a:ext cx="228600" cy="17478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阶段一</a:t>
            </a:r>
          </a:p>
        </p:txBody>
      </p:sp>
      <p:sp>
        <p:nvSpPr>
          <p:cNvPr id="55" name="phase-label-1">
            <a:extLst xmlns:a="http://schemas.openxmlformats.org/drawingml/2006/main">
              <a:ext uri="{FF2B5EF4-FFF2-40B4-BE49-F238E27FC236}">
                <a16:creationId xmlns:a16="http://schemas.microsoft.com/office/drawing/2014/main" id="{EDABB097-ECF6-4AE6-9402-85321AA9B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3386138"/>
            <a:ext cx="228600" cy="9096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阶段二</a:t>
            </a:r>
          </a:p>
        </p:txBody>
      </p:sp>
      <p:sp>
        <p:nvSpPr>
          <p:cNvPr id="56" name="phase-label-2">
            <a:extLst xmlns:a="http://schemas.openxmlformats.org/drawingml/2006/main">
              <a:ext uri="{FF2B5EF4-FFF2-40B4-BE49-F238E27FC236}">
                <a16:creationId xmlns:a16="http://schemas.microsoft.com/office/drawing/2014/main" id="{456AEEB2-F4A0-4C74-AFB1-071DAAB68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4295775"/>
            <a:ext cx="228600" cy="1914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阶段三</a:t>
            </a:r>
          </a:p>
        </p:txBody>
      </p:sp>
      <p:sp>
        <p:nvSpPr>
          <p:cNvPr id="57" name="funnel-step-title-0">
            <a:extLst xmlns:a="http://schemas.openxmlformats.org/drawingml/2006/main">
              <a:ext uri="{FF2B5EF4-FFF2-40B4-BE49-F238E27FC236}">
                <a16:creationId xmlns:a16="http://schemas.microsoft.com/office/drawing/2014/main" id="{ECDBFF9E-EA38-4E78-8785-4DC5F5677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423199" y="2793206"/>
            <a:ext cx="2392861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3600"/>
              </a:lnSpc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广泛触达</a:t>
            </a:r>
          </a:p>
        </p:txBody>
      </p:sp>
      <p:sp>
        <p:nvSpPr>
          <p:cNvPr id="58" name="funnel-step-title-1">
            <a:extLst xmlns:a="http://schemas.openxmlformats.org/drawingml/2006/main">
              <a:ext uri="{FF2B5EF4-FFF2-40B4-BE49-F238E27FC236}">
                <a16:creationId xmlns:a16="http://schemas.microsoft.com/office/drawing/2014/main" id="{7C0DE6C8-074A-4C20-9FEB-02EC878FC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25018" y="3702844"/>
            <a:ext cx="1789214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3600"/>
              </a:lnSpc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兴趣识别</a:t>
            </a:r>
          </a:p>
        </p:txBody>
      </p:sp>
      <p:sp>
        <p:nvSpPr>
          <p:cNvPr id="59" name="funnel-step-title-2">
            <a:extLst xmlns:a="http://schemas.openxmlformats.org/drawingml/2006/main">
              <a:ext uri="{FF2B5EF4-FFF2-40B4-BE49-F238E27FC236}">
                <a16:creationId xmlns:a16="http://schemas.microsoft.com/office/drawing/2014/main" id="{48B72C63-382B-4948-AD47-EF2585227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99528" y="4612481"/>
            <a:ext cx="1240184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3600"/>
              </a:lnSpc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意向培育</a:t>
            </a:r>
          </a:p>
        </p:txBody>
      </p:sp>
      <p:sp>
        <p:nvSpPr>
          <p:cNvPr id="60" name="funnel-step-title-3">
            <a:extLst xmlns:a="http://schemas.openxmlformats.org/drawingml/2006/main">
              <a:ext uri="{FF2B5EF4-FFF2-40B4-BE49-F238E27FC236}">
                <a16:creationId xmlns:a16="http://schemas.microsoft.com/office/drawing/2014/main" id="{CC52D34B-0F74-4A78-9AF3-6FFA6D22B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200525" y="5522119"/>
            <a:ext cx="8382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行动转化</a:t>
            </a:r>
          </a:p>
        </p:txBody>
      </p:sp>
      <p:sp>
        <p:nvSpPr>
          <p:cNvPr id="61" name="input-core-0">
            <a:extLst xmlns:a="http://schemas.openxmlformats.org/drawingml/2006/main">
              <a:ext uri="{FF2B5EF4-FFF2-40B4-BE49-F238E27FC236}">
                <a16:creationId xmlns:a16="http://schemas.microsoft.com/office/drawing/2014/main" id="{16A37F05-4C96-4A6C-83B6-5EE25C684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676650" y="190500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23"/>
          <a:fontRef xmlns:a="http://schemas.openxmlformats.org/drawingml/2006/main" idx="major"/>
        </p:style>
      </p:sp>
      <p:pic>
        <p:nvPicPr>
          <p:cNvPr id="1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c9244b764cc4e1b">
            <a:extLst>
              <a:ext uri="{96DAC541-7B7A-43D3-8B79-37D633B846F1}">
                <asvg:svgBlip xmlns:asvg="http://schemas.microsoft.com/office/drawing/2016/SVG/main" r:embed="R911bb5d1c60b4057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3771900" y="2000250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63" name="input-core-1">
            <a:extLst xmlns:a="http://schemas.openxmlformats.org/drawingml/2006/main">
              <a:ext uri="{FF2B5EF4-FFF2-40B4-BE49-F238E27FC236}">
                <a16:creationId xmlns:a16="http://schemas.microsoft.com/office/drawing/2014/main" id="{7B71CC3C-E540-49CE-9ED1-E42740DB1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133975" y="1743075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23"/>
          <a:fontRef xmlns:a="http://schemas.openxmlformats.org/drawingml/2006/main" idx="major"/>
        </p:style>
      </p:sp>
      <p:pic>
        <p:nvPicPr>
          <p:cNvPr id="12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43ba549f05c4883">
            <a:extLst>
              <a:ext uri="{96DAC541-7B7A-43D3-8B79-37D633B846F1}">
                <asvg:svgBlip xmlns:asvg="http://schemas.microsoft.com/office/drawing/2016/SVG/main" r:embed="R040e9b9b740f4ee8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5229225" y="1838325"/>
            <a:ext cx="209550" cy="2095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44888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7" name="phase-band-0">
            <a:extLst xmlns:a="http://schemas.openxmlformats.org/drawingml/2006/main">
              <a:ext uri="{FF2B5EF4-FFF2-40B4-BE49-F238E27FC236}">
                <a16:creationId xmlns:a16="http://schemas.microsoft.com/office/drawing/2014/main" id="{2AAB14D7-0376-4B73-9F5E-038568D50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1638300"/>
            <a:ext cx="11144250" cy="17478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phase-band-1">
            <a:extLst xmlns:a="http://schemas.openxmlformats.org/drawingml/2006/main">
              <a:ext uri="{FF2B5EF4-FFF2-40B4-BE49-F238E27FC236}">
                <a16:creationId xmlns:a16="http://schemas.microsoft.com/office/drawing/2014/main" id="{1C010888-6624-44DC-AF06-4C2E8A49A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3386138"/>
            <a:ext cx="11144250" cy="9096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38100">
            <a:solidFill>
              <a:srgbClr val="FFFFFF"/>
            </a:solidFill>
            <a:prstDash val="solid"/>
          </a:ln>
        </p:spPr>
      </p:sp>
      <p:sp>
        <p:nvSpPr>
          <p:cNvPr id="3" name="phase-band-2">
            <a:extLst xmlns:a="http://schemas.openxmlformats.org/drawingml/2006/main">
              <a:ext uri="{FF2B5EF4-FFF2-40B4-BE49-F238E27FC236}">
                <a16:creationId xmlns:a16="http://schemas.microsoft.com/office/drawing/2014/main" id="{51F21819-E74F-4948-906E-56C5AF069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4295775"/>
            <a:ext cx="11144250" cy="1914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38100">
            <a:solidFill>
              <a:srgbClr val="FFFFFF"/>
            </a:solidFill>
            <a:prstDash val="solid"/>
          </a:ln>
        </p:spPr>
      </p:sp>
      <p:sp>
        <p:nvSpPr>
          <p:cNvPr id="4" name="phase-rail-0">
            <a:extLst xmlns:a="http://schemas.openxmlformats.org/drawingml/2006/main">
              <a:ext uri="{FF2B5EF4-FFF2-40B4-BE49-F238E27FC236}">
                <a16:creationId xmlns:a16="http://schemas.microsoft.com/office/drawing/2014/main" id="{B27C1FF8-8235-401C-A357-03912A3C7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1638300"/>
            <a:ext cx="514350" cy="1747504"/>
          </a:xfrm>
          <a:custGeom xmlns:a="http://schemas.openxmlformats.org/drawingml/2006/main">
            <a:pathLst>
              <a:path w="514350" h="1747504">
                <a:moveTo>
                  <a:pt x="0" y="0"/>
                </a:moveTo>
                <a:lnTo>
                  <a:pt x="19002" y="0"/>
                </a:lnTo>
                <a:lnTo>
                  <a:pt x="37995" y="0"/>
                </a:lnTo>
                <a:lnTo>
                  <a:pt x="56998" y="0"/>
                </a:lnTo>
                <a:lnTo>
                  <a:pt x="75990" y="0"/>
                </a:lnTo>
                <a:lnTo>
                  <a:pt x="94993" y="0"/>
                </a:lnTo>
                <a:lnTo>
                  <a:pt x="113995" y="0"/>
                </a:lnTo>
                <a:lnTo>
                  <a:pt x="132988" y="0"/>
                </a:lnTo>
                <a:lnTo>
                  <a:pt x="151990" y="0"/>
                </a:lnTo>
                <a:lnTo>
                  <a:pt x="170983" y="0"/>
                </a:lnTo>
                <a:lnTo>
                  <a:pt x="189986" y="0"/>
                </a:lnTo>
                <a:lnTo>
                  <a:pt x="208988" y="0"/>
                </a:lnTo>
                <a:lnTo>
                  <a:pt x="227981" y="0"/>
                </a:lnTo>
                <a:lnTo>
                  <a:pt x="246983" y="0"/>
                </a:lnTo>
                <a:lnTo>
                  <a:pt x="265976" y="0"/>
                </a:lnTo>
                <a:lnTo>
                  <a:pt x="284978" y="0"/>
                </a:lnTo>
                <a:lnTo>
                  <a:pt x="303981" y="0"/>
                </a:lnTo>
                <a:lnTo>
                  <a:pt x="322974" y="0"/>
                </a:lnTo>
                <a:lnTo>
                  <a:pt x="341976" y="0"/>
                </a:lnTo>
                <a:lnTo>
                  <a:pt x="360969" y="0"/>
                </a:lnTo>
                <a:lnTo>
                  <a:pt x="379971" y="0"/>
                </a:lnTo>
                <a:lnTo>
                  <a:pt x="398974" y="0"/>
                </a:lnTo>
                <a:lnTo>
                  <a:pt x="417967" y="0"/>
                </a:lnTo>
                <a:lnTo>
                  <a:pt x="436969" y="0"/>
                </a:lnTo>
                <a:lnTo>
                  <a:pt x="455962" y="0"/>
                </a:lnTo>
                <a:lnTo>
                  <a:pt x="474964" y="0"/>
                </a:lnTo>
                <a:lnTo>
                  <a:pt x="493967" y="0"/>
                </a:lnTo>
                <a:lnTo>
                  <a:pt x="512959" y="0"/>
                </a:lnTo>
                <a:lnTo>
                  <a:pt x="514350" y="17612"/>
                </a:lnTo>
                <a:lnTo>
                  <a:pt x="514350" y="36605"/>
                </a:lnTo>
                <a:lnTo>
                  <a:pt x="514350" y="55607"/>
                </a:lnTo>
                <a:lnTo>
                  <a:pt x="514350" y="74609"/>
                </a:lnTo>
                <a:lnTo>
                  <a:pt x="514350" y="93602"/>
                </a:lnTo>
                <a:lnTo>
                  <a:pt x="514350" y="112605"/>
                </a:lnTo>
                <a:lnTo>
                  <a:pt x="514350" y="131597"/>
                </a:lnTo>
                <a:lnTo>
                  <a:pt x="514350" y="150600"/>
                </a:lnTo>
                <a:lnTo>
                  <a:pt x="514350" y="169602"/>
                </a:lnTo>
                <a:lnTo>
                  <a:pt x="514350" y="188595"/>
                </a:lnTo>
                <a:lnTo>
                  <a:pt x="514350" y="207597"/>
                </a:lnTo>
                <a:lnTo>
                  <a:pt x="514350" y="226590"/>
                </a:lnTo>
                <a:lnTo>
                  <a:pt x="514350" y="245593"/>
                </a:lnTo>
                <a:lnTo>
                  <a:pt x="514350" y="264595"/>
                </a:lnTo>
                <a:lnTo>
                  <a:pt x="514350" y="283588"/>
                </a:lnTo>
                <a:lnTo>
                  <a:pt x="514350" y="302590"/>
                </a:lnTo>
                <a:lnTo>
                  <a:pt x="514350" y="321583"/>
                </a:lnTo>
                <a:lnTo>
                  <a:pt x="514350" y="340585"/>
                </a:lnTo>
                <a:lnTo>
                  <a:pt x="514350" y="359588"/>
                </a:lnTo>
                <a:lnTo>
                  <a:pt x="514350" y="378581"/>
                </a:lnTo>
                <a:lnTo>
                  <a:pt x="514350" y="397583"/>
                </a:lnTo>
                <a:lnTo>
                  <a:pt x="514350" y="416576"/>
                </a:lnTo>
                <a:lnTo>
                  <a:pt x="514350" y="435578"/>
                </a:lnTo>
                <a:lnTo>
                  <a:pt x="514350" y="454581"/>
                </a:lnTo>
                <a:lnTo>
                  <a:pt x="514350" y="473573"/>
                </a:lnTo>
                <a:lnTo>
                  <a:pt x="514350" y="492576"/>
                </a:lnTo>
                <a:lnTo>
                  <a:pt x="514350" y="511569"/>
                </a:lnTo>
                <a:lnTo>
                  <a:pt x="514350" y="530571"/>
                </a:lnTo>
                <a:lnTo>
                  <a:pt x="514350" y="549564"/>
                </a:lnTo>
                <a:lnTo>
                  <a:pt x="514350" y="568566"/>
                </a:lnTo>
                <a:lnTo>
                  <a:pt x="514350" y="587569"/>
                </a:lnTo>
                <a:lnTo>
                  <a:pt x="514350" y="606562"/>
                </a:lnTo>
                <a:lnTo>
                  <a:pt x="514350" y="625564"/>
                </a:lnTo>
                <a:lnTo>
                  <a:pt x="514350" y="644557"/>
                </a:lnTo>
                <a:lnTo>
                  <a:pt x="514350" y="663559"/>
                </a:lnTo>
                <a:lnTo>
                  <a:pt x="514350" y="682562"/>
                </a:lnTo>
                <a:lnTo>
                  <a:pt x="514350" y="701554"/>
                </a:lnTo>
                <a:lnTo>
                  <a:pt x="514350" y="720557"/>
                </a:lnTo>
                <a:lnTo>
                  <a:pt x="514350" y="739550"/>
                </a:lnTo>
                <a:lnTo>
                  <a:pt x="514350" y="758552"/>
                </a:lnTo>
                <a:lnTo>
                  <a:pt x="514350" y="777554"/>
                </a:lnTo>
                <a:lnTo>
                  <a:pt x="514350" y="796547"/>
                </a:lnTo>
                <a:lnTo>
                  <a:pt x="514350" y="815550"/>
                </a:lnTo>
                <a:lnTo>
                  <a:pt x="514350" y="834542"/>
                </a:lnTo>
                <a:lnTo>
                  <a:pt x="514350" y="853545"/>
                </a:lnTo>
                <a:lnTo>
                  <a:pt x="514350" y="872547"/>
                </a:lnTo>
                <a:lnTo>
                  <a:pt x="514350" y="891540"/>
                </a:lnTo>
                <a:lnTo>
                  <a:pt x="514350" y="910542"/>
                </a:lnTo>
                <a:lnTo>
                  <a:pt x="514350" y="929535"/>
                </a:lnTo>
                <a:lnTo>
                  <a:pt x="514350" y="948538"/>
                </a:lnTo>
                <a:lnTo>
                  <a:pt x="514350" y="967540"/>
                </a:lnTo>
                <a:lnTo>
                  <a:pt x="514350" y="986533"/>
                </a:lnTo>
                <a:lnTo>
                  <a:pt x="514350" y="1005535"/>
                </a:lnTo>
                <a:lnTo>
                  <a:pt x="514350" y="1024528"/>
                </a:lnTo>
                <a:lnTo>
                  <a:pt x="514350" y="1043530"/>
                </a:lnTo>
                <a:lnTo>
                  <a:pt x="514350" y="1062533"/>
                </a:lnTo>
                <a:lnTo>
                  <a:pt x="514350" y="1081526"/>
                </a:lnTo>
                <a:lnTo>
                  <a:pt x="514350" y="1100528"/>
                </a:lnTo>
                <a:lnTo>
                  <a:pt x="514350" y="1119521"/>
                </a:lnTo>
                <a:lnTo>
                  <a:pt x="514350" y="1138523"/>
                </a:lnTo>
                <a:lnTo>
                  <a:pt x="514350" y="1157526"/>
                </a:lnTo>
                <a:lnTo>
                  <a:pt x="514350" y="1176518"/>
                </a:lnTo>
                <a:lnTo>
                  <a:pt x="514350" y="1195521"/>
                </a:lnTo>
                <a:lnTo>
                  <a:pt x="514350" y="1214514"/>
                </a:lnTo>
                <a:lnTo>
                  <a:pt x="514350" y="1233516"/>
                </a:lnTo>
                <a:lnTo>
                  <a:pt x="514350" y="1252518"/>
                </a:lnTo>
                <a:lnTo>
                  <a:pt x="514350" y="1271511"/>
                </a:lnTo>
                <a:lnTo>
                  <a:pt x="514350" y="1290514"/>
                </a:lnTo>
                <a:lnTo>
                  <a:pt x="514350" y="1309507"/>
                </a:lnTo>
                <a:lnTo>
                  <a:pt x="514350" y="1328509"/>
                </a:lnTo>
                <a:lnTo>
                  <a:pt x="514350" y="1347511"/>
                </a:lnTo>
                <a:lnTo>
                  <a:pt x="514350" y="1366504"/>
                </a:lnTo>
                <a:lnTo>
                  <a:pt x="514350" y="1385507"/>
                </a:lnTo>
                <a:lnTo>
                  <a:pt x="514350" y="1404499"/>
                </a:lnTo>
                <a:lnTo>
                  <a:pt x="514350" y="1423502"/>
                </a:lnTo>
                <a:lnTo>
                  <a:pt x="514350" y="1442504"/>
                </a:lnTo>
                <a:lnTo>
                  <a:pt x="514350" y="1461497"/>
                </a:lnTo>
                <a:lnTo>
                  <a:pt x="514350" y="1480499"/>
                </a:lnTo>
                <a:lnTo>
                  <a:pt x="514350" y="1499492"/>
                </a:lnTo>
                <a:lnTo>
                  <a:pt x="514350" y="1518495"/>
                </a:lnTo>
                <a:lnTo>
                  <a:pt x="514350" y="1537497"/>
                </a:lnTo>
                <a:lnTo>
                  <a:pt x="514350" y="1556490"/>
                </a:lnTo>
                <a:lnTo>
                  <a:pt x="514350" y="1575492"/>
                </a:lnTo>
                <a:lnTo>
                  <a:pt x="514350" y="1594485"/>
                </a:lnTo>
                <a:lnTo>
                  <a:pt x="506901" y="1609106"/>
                </a:lnTo>
                <a:lnTo>
                  <a:pt x="490290" y="1618326"/>
                </a:lnTo>
                <a:lnTo>
                  <a:pt x="473678" y="1627556"/>
                </a:lnTo>
                <a:lnTo>
                  <a:pt x="457076" y="1636786"/>
                </a:lnTo>
                <a:lnTo>
                  <a:pt x="440465" y="1646006"/>
                </a:lnTo>
                <a:lnTo>
                  <a:pt x="423863" y="1655235"/>
                </a:lnTo>
                <a:lnTo>
                  <a:pt x="407251" y="1664465"/>
                </a:lnTo>
                <a:lnTo>
                  <a:pt x="390639" y="1673685"/>
                </a:lnTo>
                <a:lnTo>
                  <a:pt x="374037" y="1682915"/>
                </a:lnTo>
                <a:lnTo>
                  <a:pt x="357426" y="1692145"/>
                </a:lnTo>
                <a:lnTo>
                  <a:pt x="340824" y="1701365"/>
                </a:lnTo>
                <a:lnTo>
                  <a:pt x="324212" y="1710595"/>
                </a:lnTo>
                <a:lnTo>
                  <a:pt x="307610" y="1719824"/>
                </a:lnTo>
                <a:lnTo>
                  <a:pt x="290998" y="1729045"/>
                </a:lnTo>
                <a:lnTo>
                  <a:pt x="274387" y="1738274"/>
                </a:lnTo>
                <a:lnTo>
                  <a:pt x="257785" y="1747504"/>
                </a:lnTo>
                <a:lnTo>
                  <a:pt x="241173" y="1738951"/>
                </a:lnTo>
                <a:lnTo>
                  <a:pt x="224571" y="1729721"/>
                </a:lnTo>
                <a:lnTo>
                  <a:pt x="207959" y="1720491"/>
                </a:lnTo>
                <a:lnTo>
                  <a:pt x="191348" y="1711271"/>
                </a:lnTo>
                <a:lnTo>
                  <a:pt x="174746" y="1702041"/>
                </a:lnTo>
                <a:lnTo>
                  <a:pt x="158134" y="1692812"/>
                </a:lnTo>
                <a:lnTo>
                  <a:pt x="141532" y="1683591"/>
                </a:lnTo>
                <a:lnTo>
                  <a:pt x="124920" y="1674362"/>
                </a:lnTo>
                <a:lnTo>
                  <a:pt x="108309" y="1665132"/>
                </a:lnTo>
                <a:lnTo>
                  <a:pt x="91707" y="1655912"/>
                </a:lnTo>
                <a:lnTo>
                  <a:pt x="75095" y="1646682"/>
                </a:lnTo>
                <a:lnTo>
                  <a:pt x="58493" y="1637452"/>
                </a:lnTo>
                <a:lnTo>
                  <a:pt x="41881" y="1628232"/>
                </a:lnTo>
                <a:lnTo>
                  <a:pt x="25270" y="1619002"/>
                </a:lnTo>
                <a:lnTo>
                  <a:pt x="8668" y="1609773"/>
                </a:lnTo>
                <a:lnTo>
                  <a:pt x="0" y="1595876"/>
                </a:lnTo>
                <a:lnTo>
                  <a:pt x="0" y="1576883"/>
                </a:lnTo>
                <a:lnTo>
                  <a:pt x="0" y="1557880"/>
                </a:lnTo>
                <a:lnTo>
                  <a:pt x="0" y="1538878"/>
                </a:lnTo>
                <a:lnTo>
                  <a:pt x="0" y="1519885"/>
                </a:lnTo>
                <a:lnTo>
                  <a:pt x="0" y="1500883"/>
                </a:lnTo>
                <a:lnTo>
                  <a:pt x="0" y="1481890"/>
                </a:lnTo>
                <a:lnTo>
                  <a:pt x="0" y="1462888"/>
                </a:lnTo>
                <a:lnTo>
                  <a:pt x="0" y="1443885"/>
                </a:lnTo>
                <a:lnTo>
                  <a:pt x="0" y="1424892"/>
                </a:lnTo>
                <a:lnTo>
                  <a:pt x="0" y="1405890"/>
                </a:lnTo>
                <a:lnTo>
                  <a:pt x="0" y="1386897"/>
                </a:lnTo>
                <a:lnTo>
                  <a:pt x="0" y="1367895"/>
                </a:lnTo>
                <a:lnTo>
                  <a:pt x="0" y="1348892"/>
                </a:lnTo>
                <a:lnTo>
                  <a:pt x="0" y="1329900"/>
                </a:lnTo>
                <a:lnTo>
                  <a:pt x="0" y="1310897"/>
                </a:lnTo>
                <a:lnTo>
                  <a:pt x="0" y="1291904"/>
                </a:lnTo>
                <a:lnTo>
                  <a:pt x="0" y="1272902"/>
                </a:lnTo>
                <a:lnTo>
                  <a:pt x="0" y="1253900"/>
                </a:lnTo>
                <a:lnTo>
                  <a:pt x="0" y="1234907"/>
                </a:lnTo>
                <a:lnTo>
                  <a:pt x="0" y="1215904"/>
                </a:lnTo>
                <a:lnTo>
                  <a:pt x="0" y="1196912"/>
                </a:lnTo>
                <a:lnTo>
                  <a:pt x="0" y="1177909"/>
                </a:lnTo>
                <a:lnTo>
                  <a:pt x="0" y="1158907"/>
                </a:lnTo>
                <a:lnTo>
                  <a:pt x="0" y="1139914"/>
                </a:lnTo>
                <a:lnTo>
                  <a:pt x="0" y="1120912"/>
                </a:lnTo>
                <a:lnTo>
                  <a:pt x="0" y="1101919"/>
                </a:lnTo>
                <a:lnTo>
                  <a:pt x="0" y="1082916"/>
                </a:lnTo>
                <a:lnTo>
                  <a:pt x="0" y="1063923"/>
                </a:lnTo>
                <a:lnTo>
                  <a:pt x="0" y="1044921"/>
                </a:lnTo>
                <a:lnTo>
                  <a:pt x="0" y="1025919"/>
                </a:lnTo>
                <a:lnTo>
                  <a:pt x="0" y="1006926"/>
                </a:lnTo>
                <a:lnTo>
                  <a:pt x="0" y="987923"/>
                </a:lnTo>
                <a:lnTo>
                  <a:pt x="0" y="968931"/>
                </a:lnTo>
                <a:lnTo>
                  <a:pt x="0" y="949928"/>
                </a:lnTo>
                <a:lnTo>
                  <a:pt x="0" y="930926"/>
                </a:lnTo>
                <a:lnTo>
                  <a:pt x="0" y="911933"/>
                </a:lnTo>
                <a:lnTo>
                  <a:pt x="0" y="892931"/>
                </a:lnTo>
                <a:lnTo>
                  <a:pt x="0" y="873938"/>
                </a:lnTo>
                <a:lnTo>
                  <a:pt x="0" y="854935"/>
                </a:lnTo>
                <a:lnTo>
                  <a:pt x="0" y="835933"/>
                </a:lnTo>
                <a:lnTo>
                  <a:pt x="0" y="816940"/>
                </a:lnTo>
                <a:lnTo>
                  <a:pt x="0" y="797938"/>
                </a:lnTo>
                <a:lnTo>
                  <a:pt x="0" y="778945"/>
                </a:lnTo>
                <a:lnTo>
                  <a:pt x="0" y="759943"/>
                </a:lnTo>
                <a:lnTo>
                  <a:pt x="0" y="740940"/>
                </a:lnTo>
                <a:lnTo>
                  <a:pt x="0" y="721947"/>
                </a:lnTo>
                <a:lnTo>
                  <a:pt x="0" y="702945"/>
                </a:lnTo>
                <a:lnTo>
                  <a:pt x="0" y="683952"/>
                </a:lnTo>
                <a:lnTo>
                  <a:pt x="0" y="664950"/>
                </a:lnTo>
                <a:lnTo>
                  <a:pt x="0" y="645947"/>
                </a:lnTo>
                <a:lnTo>
                  <a:pt x="0" y="626955"/>
                </a:lnTo>
                <a:lnTo>
                  <a:pt x="0" y="607952"/>
                </a:lnTo>
                <a:lnTo>
                  <a:pt x="0" y="588959"/>
                </a:lnTo>
                <a:lnTo>
                  <a:pt x="0" y="569957"/>
                </a:lnTo>
                <a:lnTo>
                  <a:pt x="0" y="550955"/>
                </a:lnTo>
                <a:lnTo>
                  <a:pt x="0" y="531962"/>
                </a:lnTo>
                <a:lnTo>
                  <a:pt x="0" y="512959"/>
                </a:lnTo>
                <a:lnTo>
                  <a:pt x="0" y="493967"/>
                </a:lnTo>
                <a:lnTo>
                  <a:pt x="0" y="474964"/>
                </a:lnTo>
                <a:lnTo>
                  <a:pt x="0" y="455962"/>
                </a:lnTo>
                <a:lnTo>
                  <a:pt x="0" y="436969"/>
                </a:lnTo>
                <a:lnTo>
                  <a:pt x="0" y="417967"/>
                </a:lnTo>
                <a:lnTo>
                  <a:pt x="0" y="398974"/>
                </a:lnTo>
                <a:lnTo>
                  <a:pt x="0" y="379971"/>
                </a:lnTo>
                <a:lnTo>
                  <a:pt x="0" y="360969"/>
                </a:lnTo>
                <a:lnTo>
                  <a:pt x="0" y="341976"/>
                </a:lnTo>
                <a:lnTo>
                  <a:pt x="0" y="322974"/>
                </a:lnTo>
                <a:lnTo>
                  <a:pt x="0" y="303981"/>
                </a:lnTo>
                <a:lnTo>
                  <a:pt x="0" y="284978"/>
                </a:lnTo>
                <a:lnTo>
                  <a:pt x="0" y="265976"/>
                </a:lnTo>
                <a:lnTo>
                  <a:pt x="0" y="246983"/>
                </a:lnTo>
                <a:lnTo>
                  <a:pt x="0" y="227981"/>
                </a:lnTo>
                <a:lnTo>
                  <a:pt x="0" y="208988"/>
                </a:lnTo>
                <a:lnTo>
                  <a:pt x="0" y="189986"/>
                </a:lnTo>
                <a:lnTo>
                  <a:pt x="0" y="170983"/>
                </a:lnTo>
                <a:lnTo>
                  <a:pt x="0" y="151990"/>
                </a:lnTo>
                <a:lnTo>
                  <a:pt x="0" y="132988"/>
                </a:lnTo>
                <a:lnTo>
                  <a:pt x="0" y="113995"/>
                </a:lnTo>
                <a:lnTo>
                  <a:pt x="0" y="94993"/>
                </a:lnTo>
                <a:lnTo>
                  <a:pt x="0" y="75990"/>
                </a:lnTo>
                <a:lnTo>
                  <a:pt x="0" y="56998"/>
                </a:lnTo>
                <a:lnTo>
                  <a:pt x="0" y="37995"/>
                </a:lnTo>
                <a:lnTo>
                  <a:pt x="0" y="19002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5" name="phase-title-0">
            <a:extLst xmlns:a="http://schemas.openxmlformats.org/drawingml/2006/main">
              <a:ext uri="{FF2B5EF4-FFF2-40B4-BE49-F238E27FC236}">
                <a16:creationId xmlns:a16="http://schemas.microsoft.com/office/drawing/2014/main" id="{DF39CB5D-D2E5-417C-880B-92767800A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2041474"/>
            <a:ext cx="1428750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精准触达</a:t>
            </a:r>
          </a:p>
        </p:txBody>
      </p:sp>
      <p:sp>
        <p:nvSpPr>
          <p:cNvPr id="6" name="phase-body-0">
            <a:extLst xmlns:a="http://schemas.openxmlformats.org/drawingml/2006/main">
              <a:ext uri="{FF2B5EF4-FFF2-40B4-BE49-F238E27FC236}">
                <a16:creationId xmlns:a16="http://schemas.microsoft.com/office/drawing/2014/main" id="{E0DF5C67-B11F-4CD7-A7F0-5BE7ED30A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2395690"/>
            <a:ext cx="1428750" cy="587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让目标对象进</a:t>
            </a:r>
          </a:p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入体系</a:t>
            </a:r>
          </a:p>
        </p:txBody>
      </p:sp>
      <p:sp>
        <p:nvSpPr>
          <p:cNvPr id="7" name="action-icon-shell-0-0">
            <a:extLst xmlns:a="http://schemas.openxmlformats.org/drawingml/2006/main">
              <a:ext uri="{FF2B5EF4-FFF2-40B4-BE49-F238E27FC236}">
                <a16:creationId xmlns:a16="http://schemas.microsoft.com/office/drawing/2014/main" id="{511E170A-8CD1-4602-8418-A064FDBC3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2035969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7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603c2bcf1264f1d">
            <a:extLst>
              <a:ext uri="{96DAC541-7B7A-43D3-8B79-37D633B846F1}">
                <asvg:svgBlip xmlns:asvg="http://schemas.microsoft.com/office/drawing/2016/SVG/main" r:embed="R15d355e77d00438f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2112169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9" name="action-title-0-0">
            <a:extLst xmlns:a="http://schemas.openxmlformats.org/drawingml/2006/main">
              <a:ext uri="{FF2B5EF4-FFF2-40B4-BE49-F238E27FC236}">
                <a16:creationId xmlns:a16="http://schemas.microsoft.com/office/drawing/2014/main" id="{2A829662-EA67-4B33-AF78-BDA345DA7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1974952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标签体系</a:t>
            </a:r>
          </a:p>
        </p:txBody>
      </p:sp>
      <p:sp>
        <p:nvSpPr>
          <p:cNvPr id="10" name="action-body-0-0">
            <a:extLst xmlns:a="http://schemas.openxmlformats.org/drawingml/2006/main">
              <a:ext uri="{FF2B5EF4-FFF2-40B4-BE49-F238E27FC236}">
                <a16:creationId xmlns:a16="http://schemas.microsoft.com/office/drawing/2014/main" id="{10BA759D-034F-49C1-8AFF-E049C0A32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203552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形成可识别对象</a:t>
            </a:r>
          </a:p>
        </p:txBody>
      </p:sp>
      <p:sp>
        <p:nvSpPr>
          <p:cNvPr id="11" name="action-icon-shell-0-1">
            <a:extLst xmlns:a="http://schemas.openxmlformats.org/drawingml/2006/main">
              <a:ext uri="{FF2B5EF4-FFF2-40B4-BE49-F238E27FC236}">
                <a16:creationId xmlns:a16="http://schemas.microsoft.com/office/drawing/2014/main" id="{0F62474B-0D4E-46E4-B117-2103BBAD4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2035969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7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387a71805bb4153">
            <a:extLst>
              <a:ext uri="{96DAC541-7B7A-43D3-8B79-37D633B846F1}">
                <asvg:svgBlip xmlns:asvg="http://schemas.microsoft.com/office/drawing/2016/SVG/main" r:embed="R0b0a43fc0c1a42c3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2112169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13" name="action-title-0-1">
            <a:extLst xmlns:a="http://schemas.openxmlformats.org/drawingml/2006/main">
              <a:ext uri="{FF2B5EF4-FFF2-40B4-BE49-F238E27FC236}">
                <a16:creationId xmlns:a16="http://schemas.microsoft.com/office/drawing/2014/main" id="{433F82A7-24C1-4B54-BB0F-C91E7D5C8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1974952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渠道连接</a:t>
            </a:r>
          </a:p>
        </p:txBody>
      </p:sp>
      <p:sp>
        <p:nvSpPr>
          <p:cNvPr id="14" name="action-body-0-1">
            <a:extLst xmlns:a="http://schemas.openxmlformats.org/drawingml/2006/main">
              <a:ext uri="{FF2B5EF4-FFF2-40B4-BE49-F238E27FC236}">
                <a16:creationId xmlns:a16="http://schemas.microsoft.com/office/drawing/2014/main" id="{777D2507-35C3-4433-8F1D-366EC781D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203552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连接主要触点</a:t>
            </a:r>
          </a:p>
        </p:txBody>
      </p:sp>
      <p:sp>
        <p:nvSpPr>
          <p:cNvPr id="15" name="action-icon-shell-0-2">
            <a:extLst xmlns:a="http://schemas.openxmlformats.org/drawingml/2006/main">
              <a:ext uri="{FF2B5EF4-FFF2-40B4-BE49-F238E27FC236}">
                <a16:creationId xmlns:a16="http://schemas.microsoft.com/office/drawing/2014/main" id="{F2B9D55A-28B1-40EF-8F94-E75FBFEC3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2645569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8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e6a2a1fa10f4a17">
            <a:extLst>
              <a:ext uri="{96DAC541-7B7A-43D3-8B79-37D633B846F1}">
                <asvg:svgBlip xmlns:asvg="http://schemas.microsoft.com/office/drawing/2016/SVG/main" r:embed="Rb45f9648c54f4fd6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2721769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17" name="action-title-0-2">
            <a:extLst xmlns:a="http://schemas.openxmlformats.org/drawingml/2006/main">
              <a:ext uri="{FF2B5EF4-FFF2-40B4-BE49-F238E27FC236}">
                <a16:creationId xmlns:a16="http://schemas.microsoft.com/office/drawing/2014/main" id="{6DA74236-9A2A-4FA4-9A3A-2347ECB21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584552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内容优化</a:t>
            </a:r>
          </a:p>
        </p:txBody>
      </p:sp>
      <p:sp>
        <p:nvSpPr>
          <p:cNvPr id="18" name="action-body-0-2">
            <a:extLst xmlns:a="http://schemas.openxmlformats.org/drawingml/2006/main">
              <a:ext uri="{FF2B5EF4-FFF2-40B4-BE49-F238E27FC236}">
                <a16:creationId xmlns:a16="http://schemas.microsoft.com/office/drawing/2014/main" id="{BC07AF88-37B0-4153-BF54-92647F9DB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813152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提高触达质量</a:t>
            </a:r>
          </a:p>
        </p:txBody>
      </p:sp>
      <p:sp>
        <p:nvSpPr>
          <p:cNvPr id="19" name="action-icon-shell-0-3">
            <a:extLst xmlns:a="http://schemas.openxmlformats.org/drawingml/2006/main">
              <a:ext uri="{FF2B5EF4-FFF2-40B4-BE49-F238E27FC236}">
                <a16:creationId xmlns:a16="http://schemas.microsoft.com/office/drawing/2014/main" id="{41F4990D-3458-4F83-AB37-FD209FAD4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2645569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8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87926679ddd4bfc">
            <a:extLst>
              <a:ext uri="{96DAC541-7B7A-43D3-8B79-37D633B846F1}">
                <asvg:svgBlip xmlns:asvg="http://schemas.microsoft.com/office/drawing/2016/SVG/main" r:embed="Rd2356a766fb348bf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2721769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21" name="action-title-0-3">
            <a:extLst xmlns:a="http://schemas.openxmlformats.org/drawingml/2006/main">
              <a:ext uri="{FF2B5EF4-FFF2-40B4-BE49-F238E27FC236}">
                <a16:creationId xmlns:a16="http://schemas.microsoft.com/office/drawing/2014/main" id="{62E7B429-86D2-4E97-9C3F-282F4BC00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584552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行为追踪</a:t>
            </a:r>
          </a:p>
        </p:txBody>
      </p:sp>
      <p:sp>
        <p:nvSpPr>
          <p:cNvPr id="22" name="action-body-0-3">
            <a:extLst xmlns:a="http://schemas.openxmlformats.org/drawingml/2006/main">
              <a:ext uri="{FF2B5EF4-FFF2-40B4-BE49-F238E27FC236}">
                <a16:creationId xmlns:a16="http://schemas.microsoft.com/office/drawing/2014/main" id="{B4F5971A-3C63-4FD9-9288-7634CDC68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813152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记录关键反馈</a:t>
            </a:r>
          </a:p>
        </p:txBody>
      </p:sp>
      <p:sp>
        <p:nvSpPr>
          <p:cNvPr id="23" name="phase-rail-1">
            <a:extLst xmlns:a="http://schemas.openxmlformats.org/drawingml/2006/main">
              <a:ext uri="{FF2B5EF4-FFF2-40B4-BE49-F238E27FC236}">
                <a16:creationId xmlns:a16="http://schemas.microsoft.com/office/drawing/2014/main" id="{09DD2B41-61F0-49AE-8C14-74F0D08DB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3386138"/>
            <a:ext cx="514350" cy="906513"/>
          </a:xfrm>
          <a:custGeom xmlns:a="http://schemas.openxmlformats.org/drawingml/2006/main">
            <a:pathLst>
              <a:path w="514350" h="906513">
                <a:moveTo>
                  <a:pt x="0" y="0"/>
                </a:moveTo>
                <a:lnTo>
                  <a:pt x="17002" y="8420"/>
                </a:lnTo>
                <a:lnTo>
                  <a:pt x="33995" y="16831"/>
                </a:lnTo>
                <a:lnTo>
                  <a:pt x="50997" y="25251"/>
                </a:lnTo>
                <a:lnTo>
                  <a:pt x="67989" y="33671"/>
                </a:lnTo>
                <a:lnTo>
                  <a:pt x="84992" y="42091"/>
                </a:lnTo>
                <a:lnTo>
                  <a:pt x="101994" y="50502"/>
                </a:lnTo>
                <a:lnTo>
                  <a:pt x="118986" y="58922"/>
                </a:lnTo>
                <a:lnTo>
                  <a:pt x="135988" y="67342"/>
                </a:lnTo>
                <a:lnTo>
                  <a:pt x="152991" y="75752"/>
                </a:lnTo>
                <a:lnTo>
                  <a:pt x="169983" y="84172"/>
                </a:lnTo>
                <a:lnTo>
                  <a:pt x="186985" y="92593"/>
                </a:lnTo>
                <a:lnTo>
                  <a:pt x="203978" y="101013"/>
                </a:lnTo>
                <a:lnTo>
                  <a:pt x="220980" y="109423"/>
                </a:lnTo>
                <a:lnTo>
                  <a:pt x="237982" y="117843"/>
                </a:lnTo>
                <a:lnTo>
                  <a:pt x="254975" y="126263"/>
                </a:lnTo>
                <a:lnTo>
                  <a:pt x="271977" y="120025"/>
                </a:lnTo>
                <a:lnTo>
                  <a:pt x="288979" y="111604"/>
                </a:lnTo>
                <a:lnTo>
                  <a:pt x="305972" y="103184"/>
                </a:lnTo>
                <a:lnTo>
                  <a:pt x="322974" y="94764"/>
                </a:lnTo>
                <a:lnTo>
                  <a:pt x="339966" y="86354"/>
                </a:lnTo>
                <a:lnTo>
                  <a:pt x="356968" y="77934"/>
                </a:lnTo>
                <a:lnTo>
                  <a:pt x="373971" y="69513"/>
                </a:lnTo>
                <a:lnTo>
                  <a:pt x="390963" y="61093"/>
                </a:lnTo>
                <a:lnTo>
                  <a:pt x="407965" y="52683"/>
                </a:lnTo>
                <a:lnTo>
                  <a:pt x="424967" y="44263"/>
                </a:lnTo>
                <a:lnTo>
                  <a:pt x="441960" y="35843"/>
                </a:lnTo>
                <a:lnTo>
                  <a:pt x="458962" y="27432"/>
                </a:lnTo>
                <a:lnTo>
                  <a:pt x="475955" y="19012"/>
                </a:lnTo>
                <a:lnTo>
                  <a:pt x="492957" y="10592"/>
                </a:lnTo>
                <a:lnTo>
                  <a:pt x="509959" y="2172"/>
                </a:lnTo>
                <a:lnTo>
                  <a:pt x="514350" y="14068"/>
                </a:lnTo>
                <a:lnTo>
                  <a:pt x="514350" y="33033"/>
                </a:lnTo>
                <a:lnTo>
                  <a:pt x="514350" y="52007"/>
                </a:lnTo>
                <a:lnTo>
                  <a:pt x="514350" y="70971"/>
                </a:lnTo>
                <a:lnTo>
                  <a:pt x="514350" y="89935"/>
                </a:lnTo>
                <a:lnTo>
                  <a:pt x="514350" y="108909"/>
                </a:lnTo>
                <a:lnTo>
                  <a:pt x="514350" y="127873"/>
                </a:lnTo>
                <a:lnTo>
                  <a:pt x="514350" y="146847"/>
                </a:lnTo>
                <a:lnTo>
                  <a:pt x="514350" y="165811"/>
                </a:lnTo>
                <a:lnTo>
                  <a:pt x="514350" y="184785"/>
                </a:lnTo>
                <a:lnTo>
                  <a:pt x="514350" y="203749"/>
                </a:lnTo>
                <a:lnTo>
                  <a:pt x="514350" y="222714"/>
                </a:lnTo>
                <a:lnTo>
                  <a:pt x="514350" y="241687"/>
                </a:lnTo>
                <a:lnTo>
                  <a:pt x="514350" y="260652"/>
                </a:lnTo>
                <a:lnTo>
                  <a:pt x="514350" y="279625"/>
                </a:lnTo>
                <a:lnTo>
                  <a:pt x="514350" y="298590"/>
                </a:lnTo>
                <a:lnTo>
                  <a:pt x="514350" y="317564"/>
                </a:lnTo>
                <a:lnTo>
                  <a:pt x="514350" y="336528"/>
                </a:lnTo>
                <a:lnTo>
                  <a:pt x="514350" y="355502"/>
                </a:lnTo>
                <a:lnTo>
                  <a:pt x="514350" y="374466"/>
                </a:lnTo>
                <a:lnTo>
                  <a:pt x="514350" y="393430"/>
                </a:lnTo>
                <a:lnTo>
                  <a:pt x="514350" y="412404"/>
                </a:lnTo>
                <a:lnTo>
                  <a:pt x="514350" y="431368"/>
                </a:lnTo>
                <a:lnTo>
                  <a:pt x="514350" y="450342"/>
                </a:lnTo>
                <a:lnTo>
                  <a:pt x="514350" y="469306"/>
                </a:lnTo>
                <a:lnTo>
                  <a:pt x="514350" y="488280"/>
                </a:lnTo>
                <a:lnTo>
                  <a:pt x="514350" y="507244"/>
                </a:lnTo>
                <a:lnTo>
                  <a:pt x="514350" y="526218"/>
                </a:lnTo>
                <a:lnTo>
                  <a:pt x="514350" y="545182"/>
                </a:lnTo>
                <a:lnTo>
                  <a:pt x="514350" y="564147"/>
                </a:lnTo>
                <a:lnTo>
                  <a:pt x="514350" y="583121"/>
                </a:lnTo>
                <a:lnTo>
                  <a:pt x="514350" y="602085"/>
                </a:lnTo>
                <a:lnTo>
                  <a:pt x="514350" y="621059"/>
                </a:lnTo>
                <a:lnTo>
                  <a:pt x="514350" y="640023"/>
                </a:lnTo>
                <a:lnTo>
                  <a:pt x="514350" y="658997"/>
                </a:lnTo>
                <a:lnTo>
                  <a:pt x="514350" y="677961"/>
                </a:lnTo>
                <a:lnTo>
                  <a:pt x="514350" y="696935"/>
                </a:lnTo>
                <a:lnTo>
                  <a:pt x="514350" y="715899"/>
                </a:lnTo>
                <a:lnTo>
                  <a:pt x="514350" y="734863"/>
                </a:lnTo>
                <a:lnTo>
                  <a:pt x="514350" y="753837"/>
                </a:lnTo>
                <a:lnTo>
                  <a:pt x="514350" y="772801"/>
                </a:lnTo>
                <a:lnTo>
                  <a:pt x="505854" y="786498"/>
                </a:lnTo>
                <a:lnTo>
                  <a:pt x="488852" y="794918"/>
                </a:lnTo>
                <a:lnTo>
                  <a:pt x="471849" y="803329"/>
                </a:lnTo>
                <a:lnTo>
                  <a:pt x="454857" y="811749"/>
                </a:lnTo>
                <a:lnTo>
                  <a:pt x="437855" y="820169"/>
                </a:lnTo>
                <a:lnTo>
                  <a:pt x="420862" y="828580"/>
                </a:lnTo>
                <a:lnTo>
                  <a:pt x="403860" y="837000"/>
                </a:lnTo>
                <a:lnTo>
                  <a:pt x="386858" y="845420"/>
                </a:lnTo>
                <a:lnTo>
                  <a:pt x="369865" y="853840"/>
                </a:lnTo>
                <a:lnTo>
                  <a:pt x="352863" y="862251"/>
                </a:lnTo>
                <a:lnTo>
                  <a:pt x="335861" y="870671"/>
                </a:lnTo>
                <a:lnTo>
                  <a:pt x="318868" y="879091"/>
                </a:lnTo>
                <a:lnTo>
                  <a:pt x="301866" y="887501"/>
                </a:lnTo>
                <a:lnTo>
                  <a:pt x="284874" y="895922"/>
                </a:lnTo>
                <a:lnTo>
                  <a:pt x="267872" y="904342"/>
                </a:lnTo>
                <a:lnTo>
                  <a:pt x="250869" y="906513"/>
                </a:lnTo>
                <a:lnTo>
                  <a:pt x="233877" y="898103"/>
                </a:lnTo>
                <a:lnTo>
                  <a:pt x="216875" y="889683"/>
                </a:lnTo>
                <a:lnTo>
                  <a:pt x="199873" y="881263"/>
                </a:lnTo>
                <a:lnTo>
                  <a:pt x="182880" y="872842"/>
                </a:lnTo>
                <a:lnTo>
                  <a:pt x="165878" y="864432"/>
                </a:lnTo>
                <a:lnTo>
                  <a:pt x="148885" y="856012"/>
                </a:lnTo>
                <a:lnTo>
                  <a:pt x="131883" y="847592"/>
                </a:lnTo>
                <a:lnTo>
                  <a:pt x="114881" y="839181"/>
                </a:lnTo>
                <a:lnTo>
                  <a:pt x="97888" y="830761"/>
                </a:lnTo>
                <a:lnTo>
                  <a:pt x="80886" y="822341"/>
                </a:lnTo>
                <a:lnTo>
                  <a:pt x="63884" y="813921"/>
                </a:lnTo>
                <a:lnTo>
                  <a:pt x="46892" y="805510"/>
                </a:lnTo>
                <a:lnTo>
                  <a:pt x="29889" y="797090"/>
                </a:lnTo>
                <a:lnTo>
                  <a:pt x="12897" y="788670"/>
                </a:lnTo>
                <a:lnTo>
                  <a:pt x="0" y="777707"/>
                </a:lnTo>
                <a:lnTo>
                  <a:pt x="0" y="758742"/>
                </a:lnTo>
                <a:lnTo>
                  <a:pt x="0" y="739769"/>
                </a:lnTo>
                <a:lnTo>
                  <a:pt x="0" y="720804"/>
                </a:lnTo>
                <a:lnTo>
                  <a:pt x="0" y="701831"/>
                </a:lnTo>
                <a:lnTo>
                  <a:pt x="0" y="682866"/>
                </a:lnTo>
                <a:lnTo>
                  <a:pt x="0" y="663893"/>
                </a:lnTo>
                <a:lnTo>
                  <a:pt x="0" y="644928"/>
                </a:lnTo>
                <a:lnTo>
                  <a:pt x="0" y="625964"/>
                </a:lnTo>
                <a:lnTo>
                  <a:pt x="0" y="606990"/>
                </a:lnTo>
                <a:lnTo>
                  <a:pt x="0" y="588026"/>
                </a:lnTo>
                <a:lnTo>
                  <a:pt x="0" y="569052"/>
                </a:lnTo>
                <a:lnTo>
                  <a:pt x="0" y="550088"/>
                </a:lnTo>
                <a:lnTo>
                  <a:pt x="0" y="531114"/>
                </a:lnTo>
                <a:lnTo>
                  <a:pt x="0" y="512150"/>
                </a:lnTo>
                <a:lnTo>
                  <a:pt x="0" y="493176"/>
                </a:lnTo>
                <a:lnTo>
                  <a:pt x="0" y="474212"/>
                </a:lnTo>
                <a:lnTo>
                  <a:pt x="0" y="455247"/>
                </a:lnTo>
                <a:lnTo>
                  <a:pt x="0" y="436274"/>
                </a:lnTo>
                <a:lnTo>
                  <a:pt x="0" y="417309"/>
                </a:lnTo>
                <a:lnTo>
                  <a:pt x="0" y="398336"/>
                </a:lnTo>
                <a:lnTo>
                  <a:pt x="0" y="379371"/>
                </a:lnTo>
                <a:lnTo>
                  <a:pt x="0" y="360397"/>
                </a:lnTo>
                <a:lnTo>
                  <a:pt x="0" y="341433"/>
                </a:lnTo>
                <a:lnTo>
                  <a:pt x="0" y="322459"/>
                </a:lnTo>
                <a:lnTo>
                  <a:pt x="0" y="303495"/>
                </a:lnTo>
                <a:lnTo>
                  <a:pt x="0" y="284531"/>
                </a:lnTo>
                <a:lnTo>
                  <a:pt x="0" y="265557"/>
                </a:lnTo>
                <a:lnTo>
                  <a:pt x="0" y="246593"/>
                </a:lnTo>
                <a:lnTo>
                  <a:pt x="0" y="227619"/>
                </a:lnTo>
                <a:lnTo>
                  <a:pt x="0" y="208655"/>
                </a:lnTo>
                <a:lnTo>
                  <a:pt x="0" y="189681"/>
                </a:lnTo>
                <a:lnTo>
                  <a:pt x="0" y="170717"/>
                </a:lnTo>
                <a:lnTo>
                  <a:pt x="0" y="151752"/>
                </a:lnTo>
                <a:lnTo>
                  <a:pt x="0" y="132779"/>
                </a:lnTo>
                <a:lnTo>
                  <a:pt x="0" y="113814"/>
                </a:lnTo>
                <a:lnTo>
                  <a:pt x="0" y="94840"/>
                </a:lnTo>
                <a:lnTo>
                  <a:pt x="0" y="75876"/>
                </a:lnTo>
                <a:lnTo>
                  <a:pt x="0" y="56902"/>
                </a:lnTo>
                <a:lnTo>
                  <a:pt x="0" y="37938"/>
                </a:lnTo>
                <a:lnTo>
                  <a:pt x="0" y="18964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24" name="phase-title-1">
            <a:extLst xmlns:a="http://schemas.openxmlformats.org/drawingml/2006/main">
              <a:ext uri="{FF2B5EF4-FFF2-40B4-BE49-F238E27FC236}">
                <a16:creationId xmlns:a16="http://schemas.microsoft.com/office/drawing/2014/main" id="{4BC47396-A71E-40E1-8343-43D47B6E2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3404892"/>
            <a:ext cx="1428750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意向培育</a:t>
            </a:r>
          </a:p>
        </p:txBody>
      </p:sp>
      <p:sp>
        <p:nvSpPr>
          <p:cNvPr id="25" name="phase-body-1">
            <a:extLst xmlns:a="http://schemas.openxmlformats.org/drawingml/2006/main">
              <a:ext uri="{FF2B5EF4-FFF2-40B4-BE49-F238E27FC236}">
                <a16:creationId xmlns:a16="http://schemas.microsoft.com/office/drawing/2014/main" id="{A4BC1A83-FBD2-4D82-AC9B-07F100869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3759098"/>
            <a:ext cx="1428750" cy="51792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6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让有效关注形成</a:t>
            </a:r>
          </a:p>
          <a:p xmlns:a="http://schemas.openxmlformats.org/drawingml/2006/main">
            <a:pPr algn="l">
              <a:lnSpc>
                <a:spcPct val="136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意向</a:t>
            </a:r>
          </a:p>
        </p:txBody>
      </p:sp>
      <p:sp>
        <p:nvSpPr>
          <p:cNvPr id="26" name="action-icon-shell-1-0">
            <a:extLst xmlns:a="http://schemas.openxmlformats.org/drawingml/2006/main">
              <a:ext uri="{FF2B5EF4-FFF2-40B4-BE49-F238E27FC236}">
                <a16:creationId xmlns:a16="http://schemas.microsoft.com/office/drawing/2014/main" id="{B26FDEDB-C1C4-404B-BBD2-12099C2AD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3669506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9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67f1bae40b541cb">
            <a:extLst>
              <a:ext uri="{96DAC541-7B7A-43D3-8B79-37D633B846F1}">
                <asvg:svgBlip xmlns:asvg="http://schemas.microsoft.com/office/drawing/2016/SVG/main" r:embed="R3f37187dd92d4de1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3745706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28" name="action-title-1-0">
            <a:extLst xmlns:a="http://schemas.openxmlformats.org/drawingml/2006/main">
              <a:ext uri="{FF2B5EF4-FFF2-40B4-BE49-F238E27FC236}">
                <a16:creationId xmlns:a16="http://schemas.microsoft.com/office/drawing/2014/main" id="{1A1096FE-CAB8-46F3-A411-FEBF7474F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3608489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规则触发</a:t>
            </a:r>
          </a:p>
        </p:txBody>
      </p:sp>
      <p:sp>
        <p:nvSpPr>
          <p:cNvPr id="29" name="action-body-1-0">
            <a:extLst xmlns:a="http://schemas.openxmlformats.org/drawingml/2006/main">
              <a:ext uri="{FF2B5EF4-FFF2-40B4-BE49-F238E27FC236}">
                <a16:creationId xmlns:a16="http://schemas.microsoft.com/office/drawing/2014/main" id="{80BD64BA-E4A5-4CF6-A6E9-816478BC8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3837089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自动下发任务</a:t>
            </a:r>
          </a:p>
        </p:txBody>
      </p:sp>
      <p:sp>
        <p:nvSpPr>
          <p:cNvPr id="30" name="action-icon-shell-1-1">
            <a:extLst xmlns:a="http://schemas.openxmlformats.org/drawingml/2006/main">
              <a:ext uri="{FF2B5EF4-FFF2-40B4-BE49-F238E27FC236}">
                <a16:creationId xmlns:a16="http://schemas.microsoft.com/office/drawing/2014/main" id="{FF19E4D0-F692-4DFB-A467-743FDD48A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3669506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9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3dab6faac494905">
            <a:extLst>
              <a:ext uri="{96DAC541-7B7A-43D3-8B79-37D633B846F1}">
                <asvg:svgBlip xmlns:asvg="http://schemas.microsoft.com/office/drawing/2016/SVG/main" r:embed="R7134ac89b45f431a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3745706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32" name="action-title-1-1">
            <a:extLst xmlns:a="http://schemas.openxmlformats.org/drawingml/2006/main">
              <a:ext uri="{FF2B5EF4-FFF2-40B4-BE49-F238E27FC236}">
                <a16:creationId xmlns:a16="http://schemas.microsoft.com/office/drawing/2014/main" id="{5239506B-2D2D-46FE-BA09-33A7A2DC0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3608489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热度评估</a:t>
            </a:r>
          </a:p>
        </p:txBody>
      </p:sp>
      <p:sp>
        <p:nvSpPr>
          <p:cNvPr id="33" name="action-body-1-1">
            <a:extLst xmlns:a="http://schemas.openxmlformats.org/drawingml/2006/main">
              <a:ext uri="{FF2B5EF4-FFF2-40B4-BE49-F238E27FC236}">
                <a16:creationId xmlns:a16="http://schemas.microsoft.com/office/drawing/2014/main" id="{41C818B1-89DE-4141-A723-6CC78BC63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3837089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识别优先对象</a:t>
            </a:r>
          </a:p>
        </p:txBody>
      </p:sp>
      <p:sp>
        <p:nvSpPr>
          <p:cNvPr id="34" name="phase-rail-2">
            <a:extLst xmlns:a="http://schemas.openxmlformats.org/drawingml/2006/main">
              <a:ext uri="{FF2B5EF4-FFF2-40B4-BE49-F238E27FC236}">
                <a16:creationId xmlns:a16="http://schemas.microsoft.com/office/drawing/2014/main" id="{34FC3874-6795-4287-86C1-22E78D9BB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4295775"/>
            <a:ext cx="514350" cy="1914134"/>
          </a:xfrm>
          <a:custGeom xmlns:a="http://schemas.openxmlformats.org/drawingml/2006/main">
            <a:pathLst>
              <a:path w="514350" h="1914134">
                <a:moveTo>
                  <a:pt x="0" y="0"/>
                </a:moveTo>
                <a:lnTo>
                  <a:pt x="17193" y="9554"/>
                </a:lnTo>
                <a:lnTo>
                  <a:pt x="34385" y="19098"/>
                </a:lnTo>
                <a:lnTo>
                  <a:pt x="51578" y="28651"/>
                </a:lnTo>
                <a:lnTo>
                  <a:pt x="68771" y="38205"/>
                </a:lnTo>
                <a:lnTo>
                  <a:pt x="85963" y="47758"/>
                </a:lnTo>
                <a:lnTo>
                  <a:pt x="103156" y="57302"/>
                </a:lnTo>
                <a:lnTo>
                  <a:pt x="120348" y="66856"/>
                </a:lnTo>
                <a:lnTo>
                  <a:pt x="137541" y="76410"/>
                </a:lnTo>
                <a:lnTo>
                  <a:pt x="154724" y="85963"/>
                </a:lnTo>
                <a:lnTo>
                  <a:pt x="171917" y="95507"/>
                </a:lnTo>
                <a:lnTo>
                  <a:pt x="189109" y="105061"/>
                </a:lnTo>
                <a:lnTo>
                  <a:pt x="206302" y="114614"/>
                </a:lnTo>
                <a:lnTo>
                  <a:pt x="223495" y="124168"/>
                </a:lnTo>
                <a:lnTo>
                  <a:pt x="240687" y="133712"/>
                </a:lnTo>
                <a:lnTo>
                  <a:pt x="257880" y="142484"/>
                </a:lnTo>
                <a:lnTo>
                  <a:pt x="275072" y="132931"/>
                </a:lnTo>
                <a:lnTo>
                  <a:pt x="292265" y="123377"/>
                </a:lnTo>
                <a:lnTo>
                  <a:pt x="309458" y="113833"/>
                </a:lnTo>
                <a:lnTo>
                  <a:pt x="326650" y="104280"/>
                </a:lnTo>
                <a:lnTo>
                  <a:pt x="343843" y="94726"/>
                </a:lnTo>
                <a:lnTo>
                  <a:pt x="361036" y="85173"/>
                </a:lnTo>
                <a:lnTo>
                  <a:pt x="378228" y="75629"/>
                </a:lnTo>
                <a:lnTo>
                  <a:pt x="395421" y="66075"/>
                </a:lnTo>
                <a:lnTo>
                  <a:pt x="412613" y="56521"/>
                </a:lnTo>
                <a:lnTo>
                  <a:pt x="429806" y="46968"/>
                </a:lnTo>
                <a:lnTo>
                  <a:pt x="446999" y="37424"/>
                </a:lnTo>
                <a:lnTo>
                  <a:pt x="464182" y="27870"/>
                </a:lnTo>
                <a:lnTo>
                  <a:pt x="481374" y="18317"/>
                </a:lnTo>
                <a:lnTo>
                  <a:pt x="498567" y="8763"/>
                </a:lnTo>
                <a:lnTo>
                  <a:pt x="514350" y="1619"/>
                </a:lnTo>
                <a:lnTo>
                  <a:pt x="514350" y="21279"/>
                </a:lnTo>
                <a:lnTo>
                  <a:pt x="514350" y="40948"/>
                </a:lnTo>
                <a:lnTo>
                  <a:pt x="514350" y="60617"/>
                </a:lnTo>
                <a:lnTo>
                  <a:pt x="514350" y="80286"/>
                </a:lnTo>
                <a:lnTo>
                  <a:pt x="514350" y="99955"/>
                </a:lnTo>
                <a:lnTo>
                  <a:pt x="514350" y="119615"/>
                </a:lnTo>
                <a:lnTo>
                  <a:pt x="514350" y="139284"/>
                </a:lnTo>
                <a:lnTo>
                  <a:pt x="514350" y="158953"/>
                </a:lnTo>
                <a:lnTo>
                  <a:pt x="514350" y="178622"/>
                </a:lnTo>
                <a:lnTo>
                  <a:pt x="514350" y="198282"/>
                </a:lnTo>
                <a:lnTo>
                  <a:pt x="514350" y="217951"/>
                </a:lnTo>
                <a:lnTo>
                  <a:pt x="514350" y="237620"/>
                </a:lnTo>
                <a:lnTo>
                  <a:pt x="514350" y="257289"/>
                </a:lnTo>
                <a:lnTo>
                  <a:pt x="514350" y="276958"/>
                </a:lnTo>
                <a:lnTo>
                  <a:pt x="514350" y="296618"/>
                </a:lnTo>
                <a:lnTo>
                  <a:pt x="514350" y="316287"/>
                </a:lnTo>
                <a:lnTo>
                  <a:pt x="514350" y="335956"/>
                </a:lnTo>
                <a:lnTo>
                  <a:pt x="514350" y="355625"/>
                </a:lnTo>
                <a:lnTo>
                  <a:pt x="514350" y="375295"/>
                </a:lnTo>
                <a:lnTo>
                  <a:pt x="514350" y="394954"/>
                </a:lnTo>
                <a:lnTo>
                  <a:pt x="514350" y="414623"/>
                </a:lnTo>
                <a:lnTo>
                  <a:pt x="514350" y="434292"/>
                </a:lnTo>
                <a:lnTo>
                  <a:pt x="514350" y="453961"/>
                </a:lnTo>
                <a:lnTo>
                  <a:pt x="514350" y="473621"/>
                </a:lnTo>
                <a:lnTo>
                  <a:pt x="514350" y="493290"/>
                </a:lnTo>
                <a:lnTo>
                  <a:pt x="514350" y="512959"/>
                </a:lnTo>
                <a:lnTo>
                  <a:pt x="514350" y="532628"/>
                </a:lnTo>
                <a:lnTo>
                  <a:pt x="514350" y="552298"/>
                </a:lnTo>
                <a:lnTo>
                  <a:pt x="514350" y="571957"/>
                </a:lnTo>
                <a:lnTo>
                  <a:pt x="514350" y="591626"/>
                </a:lnTo>
                <a:lnTo>
                  <a:pt x="514350" y="611295"/>
                </a:lnTo>
                <a:lnTo>
                  <a:pt x="514350" y="630965"/>
                </a:lnTo>
                <a:lnTo>
                  <a:pt x="514350" y="650624"/>
                </a:lnTo>
                <a:lnTo>
                  <a:pt x="514350" y="670293"/>
                </a:lnTo>
                <a:lnTo>
                  <a:pt x="514350" y="689962"/>
                </a:lnTo>
                <a:lnTo>
                  <a:pt x="514350" y="709632"/>
                </a:lnTo>
                <a:lnTo>
                  <a:pt x="514350" y="729301"/>
                </a:lnTo>
                <a:lnTo>
                  <a:pt x="514350" y="748960"/>
                </a:lnTo>
                <a:lnTo>
                  <a:pt x="514350" y="768629"/>
                </a:lnTo>
                <a:lnTo>
                  <a:pt x="514350" y="788299"/>
                </a:lnTo>
                <a:lnTo>
                  <a:pt x="514350" y="807968"/>
                </a:lnTo>
                <a:lnTo>
                  <a:pt x="514350" y="827637"/>
                </a:lnTo>
                <a:lnTo>
                  <a:pt x="514350" y="847296"/>
                </a:lnTo>
                <a:lnTo>
                  <a:pt x="514350" y="866966"/>
                </a:lnTo>
                <a:lnTo>
                  <a:pt x="514350" y="886635"/>
                </a:lnTo>
                <a:lnTo>
                  <a:pt x="514350" y="906304"/>
                </a:lnTo>
                <a:lnTo>
                  <a:pt x="514350" y="925963"/>
                </a:lnTo>
                <a:lnTo>
                  <a:pt x="514350" y="945632"/>
                </a:lnTo>
                <a:lnTo>
                  <a:pt x="514350" y="965302"/>
                </a:lnTo>
                <a:lnTo>
                  <a:pt x="514350" y="984971"/>
                </a:lnTo>
                <a:lnTo>
                  <a:pt x="514350" y="1004640"/>
                </a:lnTo>
                <a:lnTo>
                  <a:pt x="514350" y="1024299"/>
                </a:lnTo>
                <a:lnTo>
                  <a:pt x="514350" y="1043969"/>
                </a:lnTo>
                <a:lnTo>
                  <a:pt x="514350" y="1063638"/>
                </a:lnTo>
                <a:lnTo>
                  <a:pt x="514350" y="1083307"/>
                </a:lnTo>
                <a:lnTo>
                  <a:pt x="514350" y="1102966"/>
                </a:lnTo>
                <a:lnTo>
                  <a:pt x="514350" y="1122636"/>
                </a:lnTo>
                <a:lnTo>
                  <a:pt x="514350" y="1142305"/>
                </a:lnTo>
                <a:lnTo>
                  <a:pt x="514350" y="1161974"/>
                </a:lnTo>
                <a:lnTo>
                  <a:pt x="514350" y="1181643"/>
                </a:lnTo>
                <a:lnTo>
                  <a:pt x="514350" y="1201303"/>
                </a:lnTo>
                <a:lnTo>
                  <a:pt x="514350" y="1220972"/>
                </a:lnTo>
                <a:lnTo>
                  <a:pt x="514350" y="1240641"/>
                </a:lnTo>
                <a:lnTo>
                  <a:pt x="514350" y="1260310"/>
                </a:lnTo>
                <a:lnTo>
                  <a:pt x="514350" y="1279970"/>
                </a:lnTo>
                <a:lnTo>
                  <a:pt x="514350" y="1299639"/>
                </a:lnTo>
                <a:lnTo>
                  <a:pt x="514350" y="1319308"/>
                </a:lnTo>
                <a:lnTo>
                  <a:pt x="514350" y="1338977"/>
                </a:lnTo>
                <a:lnTo>
                  <a:pt x="514350" y="1358646"/>
                </a:lnTo>
                <a:lnTo>
                  <a:pt x="514350" y="1378306"/>
                </a:lnTo>
                <a:lnTo>
                  <a:pt x="514350" y="1397975"/>
                </a:lnTo>
                <a:lnTo>
                  <a:pt x="514350" y="1417644"/>
                </a:lnTo>
                <a:lnTo>
                  <a:pt x="514350" y="1437313"/>
                </a:lnTo>
                <a:lnTo>
                  <a:pt x="514350" y="1456982"/>
                </a:lnTo>
                <a:lnTo>
                  <a:pt x="514350" y="1476642"/>
                </a:lnTo>
                <a:lnTo>
                  <a:pt x="514350" y="1496311"/>
                </a:lnTo>
                <a:lnTo>
                  <a:pt x="514350" y="1515980"/>
                </a:lnTo>
                <a:lnTo>
                  <a:pt x="514350" y="1535649"/>
                </a:lnTo>
                <a:lnTo>
                  <a:pt x="514350" y="1555309"/>
                </a:lnTo>
                <a:lnTo>
                  <a:pt x="514350" y="1574978"/>
                </a:lnTo>
                <a:lnTo>
                  <a:pt x="514350" y="1594647"/>
                </a:lnTo>
                <a:lnTo>
                  <a:pt x="514350" y="1614316"/>
                </a:lnTo>
                <a:lnTo>
                  <a:pt x="514350" y="1633985"/>
                </a:lnTo>
                <a:lnTo>
                  <a:pt x="514350" y="1653645"/>
                </a:lnTo>
                <a:lnTo>
                  <a:pt x="514350" y="1673314"/>
                </a:lnTo>
                <a:lnTo>
                  <a:pt x="514350" y="1692983"/>
                </a:lnTo>
                <a:lnTo>
                  <a:pt x="514350" y="1712652"/>
                </a:lnTo>
                <a:lnTo>
                  <a:pt x="514350" y="1732312"/>
                </a:lnTo>
                <a:lnTo>
                  <a:pt x="514350" y="1751981"/>
                </a:lnTo>
                <a:lnTo>
                  <a:pt x="514350" y="1771650"/>
                </a:lnTo>
                <a:lnTo>
                  <a:pt x="497157" y="1781204"/>
                </a:lnTo>
                <a:lnTo>
                  <a:pt x="479965" y="1790748"/>
                </a:lnTo>
                <a:lnTo>
                  <a:pt x="462772" y="1800301"/>
                </a:lnTo>
                <a:lnTo>
                  <a:pt x="445580" y="1809855"/>
                </a:lnTo>
                <a:lnTo>
                  <a:pt x="428387" y="1819408"/>
                </a:lnTo>
                <a:lnTo>
                  <a:pt x="411194" y="1828952"/>
                </a:lnTo>
                <a:lnTo>
                  <a:pt x="394002" y="1838506"/>
                </a:lnTo>
                <a:lnTo>
                  <a:pt x="376809" y="1848060"/>
                </a:lnTo>
                <a:lnTo>
                  <a:pt x="359626" y="1857613"/>
                </a:lnTo>
                <a:lnTo>
                  <a:pt x="342433" y="1867157"/>
                </a:lnTo>
                <a:lnTo>
                  <a:pt x="325241" y="1876711"/>
                </a:lnTo>
                <a:lnTo>
                  <a:pt x="308048" y="1886264"/>
                </a:lnTo>
                <a:lnTo>
                  <a:pt x="290855" y="1895818"/>
                </a:lnTo>
                <a:lnTo>
                  <a:pt x="273663" y="1905362"/>
                </a:lnTo>
                <a:lnTo>
                  <a:pt x="256470" y="1914134"/>
                </a:lnTo>
                <a:lnTo>
                  <a:pt x="239278" y="1904581"/>
                </a:lnTo>
                <a:lnTo>
                  <a:pt x="222085" y="1895027"/>
                </a:lnTo>
                <a:lnTo>
                  <a:pt x="204892" y="1885483"/>
                </a:lnTo>
                <a:lnTo>
                  <a:pt x="187700" y="1875930"/>
                </a:lnTo>
                <a:lnTo>
                  <a:pt x="170507" y="1866376"/>
                </a:lnTo>
                <a:lnTo>
                  <a:pt x="153314" y="1856823"/>
                </a:lnTo>
                <a:lnTo>
                  <a:pt x="136122" y="1847279"/>
                </a:lnTo>
                <a:lnTo>
                  <a:pt x="118929" y="1837725"/>
                </a:lnTo>
                <a:lnTo>
                  <a:pt x="101737" y="1828171"/>
                </a:lnTo>
                <a:lnTo>
                  <a:pt x="84544" y="1818618"/>
                </a:lnTo>
                <a:lnTo>
                  <a:pt x="67351" y="1809074"/>
                </a:lnTo>
                <a:lnTo>
                  <a:pt x="50168" y="1799520"/>
                </a:lnTo>
                <a:lnTo>
                  <a:pt x="32976" y="1789967"/>
                </a:lnTo>
                <a:lnTo>
                  <a:pt x="15783" y="1780413"/>
                </a:lnTo>
                <a:lnTo>
                  <a:pt x="0" y="1770031"/>
                </a:lnTo>
                <a:lnTo>
                  <a:pt x="0" y="1750371"/>
                </a:lnTo>
                <a:lnTo>
                  <a:pt x="0" y="1730702"/>
                </a:lnTo>
                <a:lnTo>
                  <a:pt x="0" y="1711033"/>
                </a:lnTo>
                <a:lnTo>
                  <a:pt x="0" y="1691364"/>
                </a:lnTo>
                <a:lnTo>
                  <a:pt x="0" y="1671695"/>
                </a:lnTo>
                <a:lnTo>
                  <a:pt x="0" y="1652035"/>
                </a:lnTo>
                <a:lnTo>
                  <a:pt x="0" y="1632366"/>
                </a:lnTo>
                <a:lnTo>
                  <a:pt x="0" y="1612697"/>
                </a:lnTo>
                <a:lnTo>
                  <a:pt x="0" y="1593028"/>
                </a:lnTo>
                <a:lnTo>
                  <a:pt x="0" y="1573368"/>
                </a:lnTo>
                <a:lnTo>
                  <a:pt x="0" y="1553699"/>
                </a:lnTo>
                <a:lnTo>
                  <a:pt x="0" y="1534030"/>
                </a:lnTo>
                <a:lnTo>
                  <a:pt x="0" y="1514361"/>
                </a:lnTo>
                <a:lnTo>
                  <a:pt x="0" y="1494692"/>
                </a:lnTo>
                <a:lnTo>
                  <a:pt x="0" y="1475032"/>
                </a:lnTo>
                <a:lnTo>
                  <a:pt x="0" y="1455363"/>
                </a:lnTo>
                <a:lnTo>
                  <a:pt x="0" y="1435694"/>
                </a:lnTo>
                <a:lnTo>
                  <a:pt x="0" y="1416025"/>
                </a:lnTo>
                <a:lnTo>
                  <a:pt x="0" y="1396355"/>
                </a:lnTo>
                <a:lnTo>
                  <a:pt x="0" y="1376696"/>
                </a:lnTo>
                <a:lnTo>
                  <a:pt x="0" y="1357027"/>
                </a:lnTo>
                <a:lnTo>
                  <a:pt x="0" y="1337358"/>
                </a:lnTo>
                <a:lnTo>
                  <a:pt x="0" y="1317689"/>
                </a:lnTo>
                <a:lnTo>
                  <a:pt x="0" y="1298029"/>
                </a:lnTo>
                <a:lnTo>
                  <a:pt x="0" y="1278360"/>
                </a:lnTo>
                <a:lnTo>
                  <a:pt x="0" y="1258691"/>
                </a:lnTo>
                <a:lnTo>
                  <a:pt x="0" y="1239022"/>
                </a:lnTo>
                <a:lnTo>
                  <a:pt x="0" y="1219352"/>
                </a:lnTo>
                <a:lnTo>
                  <a:pt x="0" y="1199693"/>
                </a:lnTo>
                <a:lnTo>
                  <a:pt x="0" y="1180024"/>
                </a:lnTo>
                <a:lnTo>
                  <a:pt x="0" y="1160355"/>
                </a:lnTo>
                <a:lnTo>
                  <a:pt x="0" y="1140685"/>
                </a:lnTo>
                <a:lnTo>
                  <a:pt x="0" y="1121026"/>
                </a:lnTo>
                <a:lnTo>
                  <a:pt x="0" y="1101357"/>
                </a:lnTo>
                <a:lnTo>
                  <a:pt x="0" y="1081688"/>
                </a:lnTo>
                <a:lnTo>
                  <a:pt x="0" y="1062018"/>
                </a:lnTo>
                <a:lnTo>
                  <a:pt x="0" y="1042349"/>
                </a:lnTo>
                <a:lnTo>
                  <a:pt x="0" y="1022690"/>
                </a:lnTo>
                <a:lnTo>
                  <a:pt x="0" y="1003021"/>
                </a:lnTo>
                <a:lnTo>
                  <a:pt x="0" y="983351"/>
                </a:lnTo>
                <a:lnTo>
                  <a:pt x="0" y="963682"/>
                </a:lnTo>
                <a:lnTo>
                  <a:pt x="0" y="944023"/>
                </a:lnTo>
                <a:lnTo>
                  <a:pt x="0" y="924354"/>
                </a:lnTo>
                <a:lnTo>
                  <a:pt x="0" y="904685"/>
                </a:lnTo>
                <a:lnTo>
                  <a:pt x="0" y="885015"/>
                </a:lnTo>
                <a:lnTo>
                  <a:pt x="0" y="865346"/>
                </a:lnTo>
                <a:lnTo>
                  <a:pt x="0" y="845687"/>
                </a:lnTo>
                <a:lnTo>
                  <a:pt x="0" y="826018"/>
                </a:lnTo>
                <a:lnTo>
                  <a:pt x="0" y="806348"/>
                </a:lnTo>
                <a:lnTo>
                  <a:pt x="0" y="786679"/>
                </a:lnTo>
                <a:lnTo>
                  <a:pt x="0" y="767010"/>
                </a:lnTo>
                <a:lnTo>
                  <a:pt x="0" y="747351"/>
                </a:lnTo>
                <a:lnTo>
                  <a:pt x="0" y="727681"/>
                </a:lnTo>
                <a:lnTo>
                  <a:pt x="0" y="708012"/>
                </a:lnTo>
                <a:lnTo>
                  <a:pt x="0" y="688343"/>
                </a:lnTo>
                <a:lnTo>
                  <a:pt x="0" y="668684"/>
                </a:lnTo>
                <a:lnTo>
                  <a:pt x="0" y="649014"/>
                </a:lnTo>
                <a:lnTo>
                  <a:pt x="0" y="629345"/>
                </a:lnTo>
                <a:lnTo>
                  <a:pt x="0" y="609676"/>
                </a:lnTo>
                <a:lnTo>
                  <a:pt x="0" y="590007"/>
                </a:lnTo>
                <a:lnTo>
                  <a:pt x="0" y="570347"/>
                </a:lnTo>
                <a:lnTo>
                  <a:pt x="0" y="550678"/>
                </a:lnTo>
                <a:lnTo>
                  <a:pt x="0" y="531009"/>
                </a:lnTo>
                <a:lnTo>
                  <a:pt x="0" y="511340"/>
                </a:lnTo>
                <a:lnTo>
                  <a:pt x="0" y="491681"/>
                </a:lnTo>
                <a:lnTo>
                  <a:pt x="0" y="472011"/>
                </a:lnTo>
                <a:lnTo>
                  <a:pt x="0" y="452342"/>
                </a:lnTo>
                <a:lnTo>
                  <a:pt x="0" y="432673"/>
                </a:lnTo>
                <a:lnTo>
                  <a:pt x="0" y="413004"/>
                </a:lnTo>
                <a:lnTo>
                  <a:pt x="0" y="393344"/>
                </a:lnTo>
                <a:lnTo>
                  <a:pt x="0" y="373675"/>
                </a:lnTo>
                <a:lnTo>
                  <a:pt x="0" y="354006"/>
                </a:lnTo>
                <a:lnTo>
                  <a:pt x="0" y="334337"/>
                </a:lnTo>
                <a:lnTo>
                  <a:pt x="0" y="314668"/>
                </a:lnTo>
                <a:lnTo>
                  <a:pt x="0" y="295008"/>
                </a:lnTo>
                <a:lnTo>
                  <a:pt x="0" y="275339"/>
                </a:lnTo>
                <a:lnTo>
                  <a:pt x="0" y="255670"/>
                </a:lnTo>
                <a:lnTo>
                  <a:pt x="0" y="236001"/>
                </a:lnTo>
                <a:lnTo>
                  <a:pt x="0" y="216341"/>
                </a:lnTo>
                <a:lnTo>
                  <a:pt x="0" y="196672"/>
                </a:lnTo>
                <a:lnTo>
                  <a:pt x="0" y="177003"/>
                </a:lnTo>
                <a:lnTo>
                  <a:pt x="0" y="157334"/>
                </a:lnTo>
                <a:lnTo>
                  <a:pt x="0" y="137665"/>
                </a:lnTo>
                <a:lnTo>
                  <a:pt x="0" y="118005"/>
                </a:lnTo>
                <a:lnTo>
                  <a:pt x="0" y="98336"/>
                </a:lnTo>
                <a:lnTo>
                  <a:pt x="0" y="78667"/>
                </a:lnTo>
                <a:lnTo>
                  <a:pt x="0" y="58998"/>
                </a:lnTo>
                <a:lnTo>
                  <a:pt x="0" y="39338"/>
                </a:lnTo>
                <a:lnTo>
                  <a:pt x="0" y="19669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78A8D5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35" name="phase-title-2">
            <a:extLst xmlns:a="http://schemas.openxmlformats.org/drawingml/2006/main">
              <a:ext uri="{FF2B5EF4-FFF2-40B4-BE49-F238E27FC236}">
                <a16:creationId xmlns:a16="http://schemas.microsoft.com/office/drawing/2014/main" id="{32569C78-C965-4C86-985A-996B29EAD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4782293"/>
            <a:ext cx="1428750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持续转化</a:t>
            </a:r>
          </a:p>
        </p:txBody>
      </p:sp>
      <p:sp>
        <p:nvSpPr>
          <p:cNvPr id="36" name="phase-body-2">
            <a:extLst xmlns:a="http://schemas.openxmlformats.org/drawingml/2006/main">
              <a:ext uri="{FF2B5EF4-FFF2-40B4-BE49-F238E27FC236}">
                <a16:creationId xmlns:a16="http://schemas.microsoft.com/office/drawing/2014/main" id="{590C6665-DBF8-47FD-A518-87359A05B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5136509"/>
            <a:ext cx="1428750" cy="587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让行动沉淀为</a:t>
            </a:r>
          </a:p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长期价值</a:t>
            </a:r>
          </a:p>
        </p:txBody>
      </p:sp>
      <p:sp>
        <p:nvSpPr>
          <p:cNvPr id="37" name="action-icon-shell-2-0">
            <a:extLst xmlns:a="http://schemas.openxmlformats.org/drawingml/2006/main">
              <a:ext uri="{FF2B5EF4-FFF2-40B4-BE49-F238E27FC236}">
                <a16:creationId xmlns:a16="http://schemas.microsoft.com/office/drawing/2014/main" id="{556D5D89-1C0D-46FF-8CBD-D70BA9AD1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5081588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10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ef4a1d4cb284420">
            <a:extLst>
              <a:ext uri="{96DAC541-7B7A-43D3-8B79-37D633B846F1}">
                <asvg:svgBlip xmlns:asvg="http://schemas.microsoft.com/office/drawing/2016/SVG/main" r:embed="Rd30ad4154f1d4e2a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5157788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39" name="action-title-2-0">
            <a:extLst xmlns:a="http://schemas.openxmlformats.org/drawingml/2006/main">
              <a:ext uri="{FF2B5EF4-FFF2-40B4-BE49-F238E27FC236}">
                <a16:creationId xmlns:a16="http://schemas.microsoft.com/office/drawing/2014/main" id="{C8FAAD7F-E9AA-4784-A4A4-F349AFCBD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5020570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数据打通</a:t>
            </a:r>
          </a:p>
        </p:txBody>
      </p:sp>
      <p:sp>
        <p:nvSpPr>
          <p:cNvPr id="40" name="action-body-2-0">
            <a:extLst xmlns:a="http://schemas.openxmlformats.org/drawingml/2006/main">
              <a:ext uri="{FF2B5EF4-FFF2-40B4-BE49-F238E27FC236}">
                <a16:creationId xmlns:a16="http://schemas.microsoft.com/office/drawing/2014/main" id="{D93B8B9A-85F3-41A3-A610-9D5EBA5E6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5249170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统一分析对象</a:t>
            </a:r>
          </a:p>
        </p:txBody>
      </p:sp>
      <p:sp>
        <p:nvSpPr>
          <p:cNvPr id="41" name="action-icon-shell-2-1">
            <a:extLst xmlns:a="http://schemas.openxmlformats.org/drawingml/2006/main">
              <a:ext uri="{FF2B5EF4-FFF2-40B4-BE49-F238E27FC236}">
                <a16:creationId xmlns:a16="http://schemas.microsoft.com/office/drawing/2014/main" id="{F626A0D3-0413-4B02-A469-A4230A321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5081588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10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9366df92cc7405b">
            <a:extLst>
              <a:ext uri="{96DAC541-7B7A-43D3-8B79-37D633B846F1}">
                <asvg:svgBlip xmlns:asvg="http://schemas.microsoft.com/office/drawing/2016/SVG/main" r:embed="R87c5591a01414912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5157788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43" name="action-title-2-1">
            <a:extLst xmlns:a="http://schemas.openxmlformats.org/drawingml/2006/main">
              <a:ext uri="{FF2B5EF4-FFF2-40B4-BE49-F238E27FC236}">
                <a16:creationId xmlns:a16="http://schemas.microsoft.com/office/drawing/2014/main" id="{A9E96F82-FAC6-48E9-A278-034542D80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5020570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自动分群</a:t>
            </a:r>
          </a:p>
        </p:txBody>
      </p:sp>
      <p:sp>
        <p:nvSpPr>
          <p:cNvPr id="44" name="action-body-2-1">
            <a:extLst xmlns:a="http://schemas.openxmlformats.org/drawingml/2006/main">
              <a:ext uri="{FF2B5EF4-FFF2-40B4-BE49-F238E27FC236}">
                <a16:creationId xmlns:a16="http://schemas.microsoft.com/office/drawing/2014/main" id="{A23000EF-139E-4EAD-90C3-B7214B501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5249170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指导持续运营</a:t>
            </a:r>
          </a:p>
        </p:txBody>
      </p:sp>
      <p:sp>
        <p:nvSpPr>
          <p:cNvPr id="45" name="funnel-step-body-0">
            <a:extLst xmlns:a="http://schemas.openxmlformats.org/drawingml/2006/main">
              <a:ext uri="{FF2B5EF4-FFF2-40B4-BE49-F238E27FC236}">
                <a16:creationId xmlns:a16="http://schemas.microsoft.com/office/drawing/2014/main" id="{80630951-4C39-4B43-B62C-A489515B2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52750" y="2514600"/>
            <a:ext cx="3331178" cy="807244"/>
          </a:xfrm>
          <a:custGeom xmlns:a="http://schemas.openxmlformats.org/drawingml/2006/main">
            <a:pathLst>
              <a:path w="3331178" h="807244">
                <a:moveTo>
                  <a:pt x="0" y="0"/>
                </a:moveTo>
                <a:lnTo>
                  <a:pt x="15011" y="27756"/>
                </a:lnTo>
                <a:lnTo>
                  <a:pt x="30032" y="55502"/>
                </a:lnTo>
                <a:lnTo>
                  <a:pt x="45044" y="83258"/>
                </a:lnTo>
                <a:lnTo>
                  <a:pt x="60065" y="111014"/>
                </a:lnTo>
                <a:lnTo>
                  <a:pt x="75076" y="138760"/>
                </a:lnTo>
                <a:lnTo>
                  <a:pt x="90087" y="166516"/>
                </a:lnTo>
                <a:lnTo>
                  <a:pt x="105108" y="194262"/>
                </a:lnTo>
                <a:lnTo>
                  <a:pt x="120120" y="222018"/>
                </a:lnTo>
                <a:lnTo>
                  <a:pt x="135141" y="249774"/>
                </a:lnTo>
                <a:lnTo>
                  <a:pt x="150152" y="277520"/>
                </a:lnTo>
                <a:lnTo>
                  <a:pt x="165164" y="305276"/>
                </a:lnTo>
                <a:lnTo>
                  <a:pt x="180184" y="333032"/>
                </a:lnTo>
                <a:lnTo>
                  <a:pt x="195196" y="360778"/>
                </a:lnTo>
                <a:lnTo>
                  <a:pt x="210217" y="388534"/>
                </a:lnTo>
                <a:lnTo>
                  <a:pt x="225228" y="416281"/>
                </a:lnTo>
                <a:lnTo>
                  <a:pt x="240249" y="444036"/>
                </a:lnTo>
                <a:lnTo>
                  <a:pt x="255260" y="471792"/>
                </a:lnTo>
                <a:lnTo>
                  <a:pt x="270272" y="499539"/>
                </a:lnTo>
                <a:lnTo>
                  <a:pt x="285293" y="527294"/>
                </a:lnTo>
                <a:lnTo>
                  <a:pt x="300304" y="555050"/>
                </a:lnTo>
                <a:lnTo>
                  <a:pt x="315325" y="582797"/>
                </a:lnTo>
                <a:lnTo>
                  <a:pt x="330337" y="610553"/>
                </a:lnTo>
                <a:lnTo>
                  <a:pt x="345348" y="638299"/>
                </a:lnTo>
                <a:lnTo>
                  <a:pt x="360369" y="666055"/>
                </a:lnTo>
                <a:lnTo>
                  <a:pt x="375380" y="693811"/>
                </a:lnTo>
                <a:lnTo>
                  <a:pt x="390401" y="721557"/>
                </a:lnTo>
                <a:lnTo>
                  <a:pt x="411366" y="743064"/>
                </a:lnTo>
                <a:lnTo>
                  <a:pt x="441579" y="752046"/>
                </a:lnTo>
                <a:lnTo>
                  <a:pt x="472526" y="758200"/>
                </a:lnTo>
                <a:lnTo>
                  <a:pt x="503701" y="763057"/>
                </a:lnTo>
                <a:lnTo>
                  <a:pt x="534991" y="767115"/>
                </a:lnTo>
                <a:lnTo>
                  <a:pt x="566347" y="770639"/>
                </a:lnTo>
                <a:lnTo>
                  <a:pt x="597741" y="773754"/>
                </a:lnTo>
                <a:lnTo>
                  <a:pt x="629174" y="776554"/>
                </a:lnTo>
                <a:lnTo>
                  <a:pt x="660625" y="779078"/>
                </a:lnTo>
                <a:lnTo>
                  <a:pt x="692096" y="781393"/>
                </a:lnTo>
                <a:lnTo>
                  <a:pt x="723576" y="783517"/>
                </a:lnTo>
                <a:lnTo>
                  <a:pt x="755075" y="785479"/>
                </a:lnTo>
                <a:lnTo>
                  <a:pt x="786575" y="787298"/>
                </a:lnTo>
                <a:lnTo>
                  <a:pt x="818083" y="788984"/>
                </a:lnTo>
                <a:lnTo>
                  <a:pt x="849592" y="790556"/>
                </a:lnTo>
                <a:lnTo>
                  <a:pt x="881120" y="792023"/>
                </a:lnTo>
                <a:lnTo>
                  <a:pt x="912638" y="793394"/>
                </a:lnTo>
                <a:lnTo>
                  <a:pt x="944166" y="794671"/>
                </a:lnTo>
                <a:lnTo>
                  <a:pt x="975703" y="795861"/>
                </a:lnTo>
                <a:lnTo>
                  <a:pt x="1007231" y="796985"/>
                </a:lnTo>
                <a:lnTo>
                  <a:pt x="1038768" y="798033"/>
                </a:lnTo>
                <a:lnTo>
                  <a:pt x="1070305" y="798995"/>
                </a:lnTo>
                <a:lnTo>
                  <a:pt x="1101852" y="799900"/>
                </a:lnTo>
                <a:lnTo>
                  <a:pt x="1133389" y="800748"/>
                </a:lnTo>
                <a:lnTo>
                  <a:pt x="1164936" y="801538"/>
                </a:lnTo>
                <a:lnTo>
                  <a:pt x="1196483" y="802262"/>
                </a:lnTo>
                <a:lnTo>
                  <a:pt x="1228030" y="802938"/>
                </a:lnTo>
                <a:lnTo>
                  <a:pt x="1259576" y="803548"/>
                </a:lnTo>
                <a:lnTo>
                  <a:pt x="1291123" y="804110"/>
                </a:lnTo>
                <a:lnTo>
                  <a:pt x="1322680" y="804624"/>
                </a:lnTo>
                <a:lnTo>
                  <a:pt x="1354226" y="805091"/>
                </a:lnTo>
                <a:lnTo>
                  <a:pt x="1385773" y="805510"/>
                </a:lnTo>
                <a:lnTo>
                  <a:pt x="1417330" y="805882"/>
                </a:lnTo>
                <a:lnTo>
                  <a:pt x="1448886" y="806206"/>
                </a:lnTo>
                <a:lnTo>
                  <a:pt x="1480433" y="806482"/>
                </a:lnTo>
                <a:lnTo>
                  <a:pt x="1511989" y="806720"/>
                </a:lnTo>
                <a:lnTo>
                  <a:pt x="1543545" y="806910"/>
                </a:lnTo>
                <a:lnTo>
                  <a:pt x="1575092" y="807063"/>
                </a:lnTo>
                <a:lnTo>
                  <a:pt x="1606648" y="807168"/>
                </a:lnTo>
                <a:lnTo>
                  <a:pt x="1638205" y="807225"/>
                </a:lnTo>
                <a:lnTo>
                  <a:pt x="1669752" y="807244"/>
                </a:lnTo>
                <a:lnTo>
                  <a:pt x="1701308" y="807215"/>
                </a:lnTo>
                <a:lnTo>
                  <a:pt x="1732864" y="807149"/>
                </a:lnTo>
                <a:lnTo>
                  <a:pt x="1764421" y="807034"/>
                </a:lnTo>
                <a:lnTo>
                  <a:pt x="1795967" y="806882"/>
                </a:lnTo>
                <a:lnTo>
                  <a:pt x="1827524" y="806682"/>
                </a:lnTo>
                <a:lnTo>
                  <a:pt x="1859080" y="806434"/>
                </a:lnTo>
                <a:lnTo>
                  <a:pt x="1890627" y="806148"/>
                </a:lnTo>
                <a:lnTo>
                  <a:pt x="1922183" y="805815"/>
                </a:lnTo>
                <a:lnTo>
                  <a:pt x="1953730" y="805434"/>
                </a:lnTo>
                <a:lnTo>
                  <a:pt x="1985286" y="805015"/>
                </a:lnTo>
                <a:lnTo>
                  <a:pt x="2016833" y="804539"/>
                </a:lnTo>
                <a:lnTo>
                  <a:pt x="2048380" y="804015"/>
                </a:lnTo>
                <a:lnTo>
                  <a:pt x="2079936" y="803443"/>
                </a:lnTo>
                <a:lnTo>
                  <a:pt x="2111483" y="802815"/>
                </a:lnTo>
                <a:lnTo>
                  <a:pt x="2143030" y="802129"/>
                </a:lnTo>
                <a:lnTo>
                  <a:pt x="2174577" y="801395"/>
                </a:lnTo>
                <a:lnTo>
                  <a:pt x="2206114" y="800595"/>
                </a:lnTo>
                <a:lnTo>
                  <a:pt x="2237661" y="799748"/>
                </a:lnTo>
                <a:lnTo>
                  <a:pt x="2269198" y="798833"/>
                </a:lnTo>
                <a:lnTo>
                  <a:pt x="2300735" y="797843"/>
                </a:lnTo>
                <a:lnTo>
                  <a:pt x="2332272" y="796785"/>
                </a:lnTo>
                <a:lnTo>
                  <a:pt x="2363810" y="795652"/>
                </a:lnTo>
                <a:lnTo>
                  <a:pt x="2395337" y="794442"/>
                </a:lnTo>
                <a:lnTo>
                  <a:pt x="2426865" y="793156"/>
                </a:lnTo>
                <a:lnTo>
                  <a:pt x="2458393" y="791766"/>
                </a:lnTo>
                <a:lnTo>
                  <a:pt x="2489911" y="790280"/>
                </a:lnTo>
                <a:lnTo>
                  <a:pt x="2521420" y="788689"/>
                </a:lnTo>
                <a:lnTo>
                  <a:pt x="2552929" y="786975"/>
                </a:lnTo>
                <a:lnTo>
                  <a:pt x="2584428" y="785136"/>
                </a:lnTo>
                <a:lnTo>
                  <a:pt x="2615917" y="783136"/>
                </a:lnTo>
                <a:lnTo>
                  <a:pt x="2647398" y="780993"/>
                </a:lnTo>
                <a:lnTo>
                  <a:pt x="2678868" y="778640"/>
                </a:lnTo>
                <a:lnTo>
                  <a:pt x="2710320" y="776059"/>
                </a:lnTo>
                <a:lnTo>
                  <a:pt x="2741743" y="773211"/>
                </a:lnTo>
                <a:lnTo>
                  <a:pt x="2773137" y="770030"/>
                </a:lnTo>
                <a:lnTo>
                  <a:pt x="2804484" y="766420"/>
                </a:lnTo>
                <a:lnTo>
                  <a:pt x="2835754" y="762238"/>
                </a:lnTo>
                <a:lnTo>
                  <a:pt x="2866901" y="757199"/>
                </a:lnTo>
                <a:lnTo>
                  <a:pt x="2897772" y="750703"/>
                </a:lnTo>
                <a:lnTo>
                  <a:pt x="2927652" y="740721"/>
                </a:lnTo>
                <a:lnTo>
                  <a:pt x="2946092" y="716490"/>
                </a:lnTo>
                <a:lnTo>
                  <a:pt x="2961113" y="688743"/>
                </a:lnTo>
                <a:lnTo>
                  <a:pt x="2976124" y="660987"/>
                </a:lnTo>
                <a:lnTo>
                  <a:pt x="2991145" y="633232"/>
                </a:lnTo>
                <a:lnTo>
                  <a:pt x="3006157" y="605485"/>
                </a:lnTo>
                <a:lnTo>
                  <a:pt x="3021168" y="577729"/>
                </a:lnTo>
                <a:lnTo>
                  <a:pt x="3036189" y="549983"/>
                </a:lnTo>
                <a:lnTo>
                  <a:pt x="3051200" y="522227"/>
                </a:lnTo>
                <a:lnTo>
                  <a:pt x="3066221" y="494471"/>
                </a:lnTo>
                <a:lnTo>
                  <a:pt x="3081233" y="466725"/>
                </a:lnTo>
                <a:lnTo>
                  <a:pt x="3096244" y="438969"/>
                </a:lnTo>
                <a:lnTo>
                  <a:pt x="3111265" y="411213"/>
                </a:lnTo>
                <a:lnTo>
                  <a:pt x="3126276" y="383467"/>
                </a:lnTo>
                <a:lnTo>
                  <a:pt x="3141297" y="355711"/>
                </a:lnTo>
                <a:lnTo>
                  <a:pt x="3156309" y="327965"/>
                </a:lnTo>
                <a:lnTo>
                  <a:pt x="3171320" y="300209"/>
                </a:lnTo>
                <a:lnTo>
                  <a:pt x="3186341" y="272453"/>
                </a:lnTo>
                <a:lnTo>
                  <a:pt x="3201353" y="244707"/>
                </a:lnTo>
                <a:lnTo>
                  <a:pt x="3216373" y="216951"/>
                </a:lnTo>
                <a:lnTo>
                  <a:pt x="3231385" y="189195"/>
                </a:lnTo>
                <a:lnTo>
                  <a:pt x="3246396" y="161449"/>
                </a:lnTo>
                <a:lnTo>
                  <a:pt x="3261417" y="133693"/>
                </a:lnTo>
                <a:lnTo>
                  <a:pt x="3276429" y="105937"/>
                </a:lnTo>
                <a:lnTo>
                  <a:pt x="3291449" y="78191"/>
                </a:lnTo>
                <a:lnTo>
                  <a:pt x="3306461" y="50435"/>
                </a:lnTo>
                <a:lnTo>
                  <a:pt x="3321472" y="22689"/>
                </a:lnTo>
                <a:lnTo>
                  <a:pt x="3331178" y="4982"/>
                </a:lnTo>
                <a:lnTo>
                  <a:pt x="3302260" y="16955"/>
                </a:lnTo>
                <a:lnTo>
                  <a:pt x="3271390" y="23451"/>
                </a:lnTo>
                <a:lnTo>
                  <a:pt x="3240224" y="28318"/>
                </a:lnTo>
                <a:lnTo>
                  <a:pt x="3208915" y="32309"/>
                </a:lnTo>
                <a:lnTo>
                  <a:pt x="3177550" y="35728"/>
                </a:lnTo>
                <a:lnTo>
                  <a:pt x="3146146" y="38757"/>
                </a:lnTo>
                <a:lnTo>
                  <a:pt x="3114704" y="41462"/>
                </a:lnTo>
                <a:lnTo>
                  <a:pt x="3083252" y="43920"/>
                </a:lnTo>
                <a:lnTo>
                  <a:pt x="3051772" y="46177"/>
                </a:lnTo>
                <a:lnTo>
                  <a:pt x="3020292" y="48254"/>
                </a:lnTo>
                <a:lnTo>
                  <a:pt x="2988793" y="50187"/>
                </a:lnTo>
                <a:lnTo>
                  <a:pt x="2957293" y="51978"/>
                </a:lnTo>
                <a:lnTo>
                  <a:pt x="2925785" y="53673"/>
                </a:lnTo>
                <a:lnTo>
                  <a:pt x="2894267" y="55255"/>
                </a:lnTo>
                <a:lnTo>
                  <a:pt x="2862748" y="56740"/>
                </a:lnTo>
                <a:lnTo>
                  <a:pt x="2831230" y="58150"/>
                </a:lnTo>
                <a:lnTo>
                  <a:pt x="2799702" y="59474"/>
                </a:lnTo>
                <a:lnTo>
                  <a:pt x="2768175" y="60731"/>
                </a:lnTo>
                <a:lnTo>
                  <a:pt x="2736647" y="61922"/>
                </a:lnTo>
                <a:lnTo>
                  <a:pt x="2705110" y="63046"/>
                </a:lnTo>
                <a:lnTo>
                  <a:pt x="2673572" y="64113"/>
                </a:lnTo>
                <a:lnTo>
                  <a:pt x="2642035" y="65132"/>
                </a:lnTo>
                <a:lnTo>
                  <a:pt x="2610498" y="66094"/>
                </a:lnTo>
                <a:lnTo>
                  <a:pt x="2578951" y="67008"/>
                </a:lnTo>
                <a:lnTo>
                  <a:pt x="2547414" y="67885"/>
                </a:lnTo>
                <a:lnTo>
                  <a:pt x="2515867" y="68704"/>
                </a:lnTo>
                <a:lnTo>
                  <a:pt x="2484330" y="69494"/>
                </a:lnTo>
                <a:lnTo>
                  <a:pt x="2452783" y="70237"/>
                </a:lnTo>
                <a:lnTo>
                  <a:pt x="2421236" y="70942"/>
                </a:lnTo>
                <a:lnTo>
                  <a:pt x="2389689" y="71609"/>
                </a:lnTo>
                <a:lnTo>
                  <a:pt x="2358142" y="72238"/>
                </a:lnTo>
                <a:lnTo>
                  <a:pt x="2326596" y="72828"/>
                </a:lnTo>
                <a:lnTo>
                  <a:pt x="2295039" y="73390"/>
                </a:lnTo>
                <a:lnTo>
                  <a:pt x="2263492" y="73924"/>
                </a:lnTo>
                <a:lnTo>
                  <a:pt x="2231946" y="74419"/>
                </a:lnTo>
                <a:lnTo>
                  <a:pt x="2200389" y="74886"/>
                </a:lnTo>
                <a:lnTo>
                  <a:pt x="2168843" y="75324"/>
                </a:lnTo>
                <a:lnTo>
                  <a:pt x="2137296" y="75724"/>
                </a:lnTo>
                <a:lnTo>
                  <a:pt x="2105739" y="76105"/>
                </a:lnTo>
                <a:lnTo>
                  <a:pt x="2074183" y="76457"/>
                </a:lnTo>
                <a:lnTo>
                  <a:pt x="2042636" y="76772"/>
                </a:lnTo>
                <a:lnTo>
                  <a:pt x="2011080" y="77067"/>
                </a:lnTo>
                <a:lnTo>
                  <a:pt x="1979533" y="77343"/>
                </a:lnTo>
                <a:lnTo>
                  <a:pt x="1947977" y="77572"/>
                </a:lnTo>
                <a:lnTo>
                  <a:pt x="1916420" y="77791"/>
                </a:lnTo>
                <a:lnTo>
                  <a:pt x="1884874" y="77972"/>
                </a:lnTo>
                <a:lnTo>
                  <a:pt x="1853317" y="78143"/>
                </a:lnTo>
                <a:lnTo>
                  <a:pt x="1821761" y="78276"/>
                </a:lnTo>
                <a:lnTo>
                  <a:pt x="1790214" y="78391"/>
                </a:lnTo>
                <a:lnTo>
                  <a:pt x="1758658" y="78467"/>
                </a:lnTo>
                <a:lnTo>
                  <a:pt x="1727102" y="78534"/>
                </a:lnTo>
                <a:lnTo>
                  <a:pt x="1695545" y="78572"/>
                </a:lnTo>
                <a:lnTo>
                  <a:pt x="1663998" y="78581"/>
                </a:lnTo>
                <a:lnTo>
                  <a:pt x="1632442" y="78562"/>
                </a:lnTo>
                <a:lnTo>
                  <a:pt x="1600886" y="78524"/>
                </a:lnTo>
                <a:lnTo>
                  <a:pt x="1569329" y="78457"/>
                </a:lnTo>
                <a:lnTo>
                  <a:pt x="1537783" y="78372"/>
                </a:lnTo>
                <a:lnTo>
                  <a:pt x="1506226" y="78257"/>
                </a:lnTo>
                <a:lnTo>
                  <a:pt x="1474670" y="78115"/>
                </a:lnTo>
                <a:lnTo>
                  <a:pt x="1443114" y="77943"/>
                </a:lnTo>
                <a:lnTo>
                  <a:pt x="1411567" y="77753"/>
                </a:lnTo>
                <a:lnTo>
                  <a:pt x="1380011" y="77534"/>
                </a:lnTo>
                <a:lnTo>
                  <a:pt x="1348454" y="77286"/>
                </a:lnTo>
                <a:lnTo>
                  <a:pt x="1316907" y="77019"/>
                </a:lnTo>
                <a:lnTo>
                  <a:pt x="1285351" y="76724"/>
                </a:lnTo>
                <a:lnTo>
                  <a:pt x="1253804" y="76391"/>
                </a:lnTo>
                <a:lnTo>
                  <a:pt x="1222248" y="76038"/>
                </a:lnTo>
                <a:lnTo>
                  <a:pt x="1190701" y="75657"/>
                </a:lnTo>
                <a:lnTo>
                  <a:pt x="1159145" y="75248"/>
                </a:lnTo>
                <a:lnTo>
                  <a:pt x="1127598" y="74809"/>
                </a:lnTo>
                <a:lnTo>
                  <a:pt x="1096042" y="74333"/>
                </a:lnTo>
                <a:lnTo>
                  <a:pt x="1064495" y="73828"/>
                </a:lnTo>
                <a:lnTo>
                  <a:pt x="1032948" y="73295"/>
                </a:lnTo>
                <a:lnTo>
                  <a:pt x="1001401" y="72723"/>
                </a:lnTo>
                <a:lnTo>
                  <a:pt x="969845" y="72123"/>
                </a:lnTo>
                <a:lnTo>
                  <a:pt x="938298" y="71485"/>
                </a:lnTo>
                <a:lnTo>
                  <a:pt x="906751" y="70809"/>
                </a:lnTo>
                <a:lnTo>
                  <a:pt x="875205" y="70104"/>
                </a:lnTo>
                <a:lnTo>
                  <a:pt x="843667" y="69352"/>
                </a:lnTo>
                <a:lnTo>
                  <a:pt x="812121" y="68561"/>
                </a:lnTo>
                <a:lnTo>
                  <a:pt x="780574" y="67723"/>
                </a:lnTo>
                <a:lnTo>
                  <a:pt x="749036" y="66846"/>
                </a:lnTo>
                <a:lnTo>
                  <a:pt x="717499" y="65923"/>
                </a:lnTo>
                <a:lnTo>
                  <a:pt x="685952" y="64951"/>
                </a:lnTo>
                <a:lnTo>
                  <a:pt x="654415" y="63922"/>
                </a:lnTo>
                <a:lnTo>
                  <a:pt x="622887" y="62846"/>
                </a:lnTo>
                <a:lnTo>
                  <a:pt x="591350" y="61703"/>
                </a:lnTo>
                <a:lnTo>
                  <a:pt x="559822" y="60503"/>
                </a:lnTo>
                <a:lnTo>
                  <a:pt x="528295" y="59236"/>
                </a:lnTo>
                <a:lnTo>
                  <a:pt x="496767" y="57902"/>
                </a:lnTo>
                <a:lnTo>
                  <a:pt x="465239" y="56483"/>
                </a:lnTo>
                <a:lnTo>
                  <a:pt x="433721" y="54978"/>
                </a:lnTo>
                <a:lnTo>
                  <a:pt x="402212" y="53369"/>
                </a:lnTo>
                <a:lnTo>
                  <a:pt x="370703" y="51664"/>
                </a:lnTo>
                <a:lnTo>
                  <a:pt x="339204" y="49844"/>
                </a:lnTo>
                <a:lnTo>
                  <a:pt x="307705" y="47892"/>
                </a:lnTo>
                <a:lnTo>
                  <a:pt x="276225" y="45777"/>
                </a:lnTo>
                <a:lnTo>
                  <a:pt x="244754" y="43491"/>
                </a:lnTo>
                <a:lnTo>
                  <a:pt x="213303" y="40986"/>
                </a:lnTo>
                <a:lnTo>
                  <a:pt x="181870" y="38224"/>
                </a:lnTo>
                <a:lnTo>
                  <a:pt x="150466" y="35147"/>
                </a:lnTo>
                <a:lnTo>
                  <a:pt x="119110" y="31633"/>
                </a:lnTo>
                <a:lnTo>
                  <a:pt x="87830" y="27499"/>
                </a:lnTo>
                <a:lnTo>
                  <a:pt x="56683" y="22422"/>
                </a:lnTo>
                <a:lnTo>
                  <a:pt x="25927" y="1544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46" name="funnel-step-cap-0">
            <a:extLst xmlns:a="http://schemas.openxmlformats.org/drawingml/2006/main">
              <a:ext uri="{FF2B5EF4-FFF2-40B4-BE49-F238E27FC236}">
                <a16:creationId xmlns:a16="http://schemas.microsoft.com/office/drawing/2014/main" id="{53A54461-7929-4CA6-A3F2-A0C4D2C32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52750" y="2390775"/>
            <a:ext cx="33337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47" name="funnel-step-body-1">
            <a:extLst xmlns:a="http://schemas.openxmlformats.org/drawingml/2006/main">
              <a:ext uri="{FF2B5EF4-FFF2-40B4-BE49-F238E27FC236}">
                <a16:creationId xmlns:a16="http://schemas.microsoft.com/office/drawing/2014/main" id="{411FE33B-594D-4C43-AE7F-4DBF0816C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346990" y="3424238"/>
            <a:ext cx="2543223" cy="807234"/>
          </a:xfrm>
          <a:custGeom xmlns:a="http://schemas.openxmlformats.org/drawingml/2006/main">
            <a:pathLst>
              <a:path w="2543223" h="807234">
                <a:moveTo>
                  <a:pt x="0" y="0"/>
                </a:moveTo>
                <a:lnTo>
                  <a:pt x="9735" y="23517"/>
                </a:lnTo>
                <a:lnTo>
                  <a:pt x="19479" y="47034"/>
                </a:lnTo>
                <a:lnTo>
                  <a:pt x="29213" y="70552"/>
                </a:lnTo>
                <a:lnTo>
                  <a:pt x="38957" y="94069"/>
                </a:lnTo>
                <a:lnTo>
                  <a:pt x="48692" y="117586"/>
                </a:lnTo>
                <a:lnTo>
                  <a:pt x="58436" y="141103"/>
                </a:lnTo>
                <a:lnTo>
                  <a:pt x="68170" y="164621"/>
                </a:lnTo>
                <a:lnTo>
                  <a:pt x="77915" y="188138"/>
                </a:lnTo>
                <a:lnTo>
                  <a:pt x="87649" y="211655"/>
                </a:lnTo>
                <a:lnTo>
                  <a:pt x="97393" y="235172"/>
                </a:lnTo>
                <a:lnTo>
                  <a:pt x="107128" y="258689"/>
                </a:lnTo>
                <a:lnTo>
                  <a:pt x="116872" y="282207"/>
                </a:lnTo>
                <a:lnTo>
                  <a:pt x="126606" y="305724"/>
                </a:lnTo>
                <a:lnTo>
                  <a:pt x="136341" y="329241"/>
                </a:lnTo>
                <a:lnTo>
                  <a:pt x="146085" y="352758"/>
                </a:lnTo>
                <a:lnTo>
                  <a:pt x="155819" y="376276"/>
                </a:lnTo>
                <a:lnTo>
                  <a:pt x="165564" y="399793"/>
                </a:lnTo>
                <a:lnTo>
                  <a:pt x="175298" y="423310"/>
                </a:lnTo>
                <a:lnTo>
                  <a:pt x="185042" y="446827"/>
                </a:lnTo>
                <a:lnTo>
                  <a:pt x="194777" y="470345"/>
                </a:lnTo>
                <a:lnTo>
                  <a:pt x="204521" y="493862"/>
                </a:lnTo>
                <a:lnTo>
                  <a:pt x="214255" y="517379"/>
                </a:lnTo>
                <a:lnTo>
                  <a:pt x="223999" y="540896"/>
                </a:lnTo>
                <a:lnTo>
                  <a:pt x="233734" y="564413"/>
                </a:lnTo>
                <a:lnTo>
                  <a:pt x="243478" y="587931"/>
                </a:lnTo>
                <a:lnTo>
                  <a:pt x="253213" y="611448"/>
                </a:lnTo>
                <a:lnTo>
                  <a:pt x="262947" y="634965"/>
                </a:lnTo>
                <a:lnTo>
                  <a:pt x="272691" y="658482"/>
                </a:lnTo>
                <a:lnTo>
                  <a:pt x="282426" y="682000"/>
                </a:lnTo>
                <a:lnTo>
                  <a:pt x="292170" y="705517"/>
                </a:lnTo>
                <a:lnTo>
                  <a:pt x="301762" y="729072"/>
                </a:lnTo>
                <a:lnTo>
                  <a:pt x="319764" y="745474"/>
                </a:lnTo>
                <a:lnTo>
                  <a:pt x="343805" y="753770"/>
                </a:lnTo>
                <a:lnTo>
                  <a:pt x="368541" y="759752"/>
                </a:lnTo>
                <a:lnTo>
                  <a:pt x="393544" y="764534"/>
                </a:lnTo>
                <a:lnTo>
                  <a:pt x="418671" y="768582"/>
                </a:lnTo>
                <a:lnTo>
                  <a:pt x="443884" y="772097"/>
                </a:lnTo>
                <a:lnTo>
                  <a:pt x="469144" y="775211"/>
                </a:lnTo>
                <a:lnTo>
                  <a:pt x="494443" y="778002"/>
                </a:lnTo>
                <a:lnTo>
                  <a:pt x="519770" y="780526"/>
                </a:lnTo>
                <a:lnTo>
                  <a:pt x="545125" y="782841"/>
                </a:lnTo>
                <a:lnTo>
                  <a:pt x="570490" y="784965"/>
                </a:lnTo>
                <a:lnTo>
                  <a:pt x="595865" y="786917"/>
                </a:lnTo>
                <a:lnTo>
                  <a:pt x="621259" y="788727"/>
                </a:lnTo>
                <a:lnTo>
                  <a:pt x="646652" y="790404"/>
                </a:lnTo>
                <a:lnTo>
                  <a:pt x="672065" y="791956"/>
                </a:lnTo>
                <a:lnTo>
                  <a:pt x="697478" y="793404"/>
                </a:lnTo>
                <a:lnTo>
                  <a:pt x="722890" y="794756"/>
                </a:lnTo>
                <a:lnTo>
                  <a:pt x="748313" y="796014"/>
                </a:lnTo>
                <a:lnTo>
                  <a:pt x="773744" y="797176"/>
                </a:lnTo>
                <a:lnTo>
                  <a:pt x="799176" y="798262"/>
                </a:lnTo>
                <a:lnTo>
                  <a:pt x="824608" y="799271"/>
                </a:lnTo>
                <a:lnTo>
                  <a:pt x="850049" y="800214"/>
                </a:lnTo>
                <a:lnTo>
                  <a:pt x="875481" y="801081"/>
                </a:lnTo>
                <a:lnTo>
                  <a:pt x="900922" y="801881"/>
                </a:lnTo>
                <a:lnTo>
                  <a:pt x="926373" y="802615"/>
                </a:lnTo>
                <a:lnTo>
                  <a:pt x="951814" y="803291"/>
                </a:lnTo>
                <a:lnTo>
                  <a:pt x="977265" y="803920"/>
                </a:lnTo>
                <a:lnTo>
                  <a:pt x="1002706" y="804481"/>
                </a:lnTo>
                <a:lnTo>
                  <a:pt x="1028157" y="804986"/>
                </a:lnTo>
                <a:lnTo>
                  <a:pt x="1053608" y="805434"/>
                </a:lnTo>
                <a:lnTo>
                  <a:pt x="1079059" y="805834"/>
                </a:lnTo>
                <a:lnTo>
                  <a:pt x="1104509" y="806186"/>
                </a:lnTo>
                <a:lnTo>
                  <a:pt x="1129960" y="806482"/>
                </a:lnTo>
                <a:lnTo>
                  <a:pt x="1155411" y="806729"/>
                </a:lnTo>
                <a:lnTo>
                  <a:pt x="1180871" y="806929"/>
                </a:lnTo>
                <a:lnTo>
                  <a:pt x="1206322" y="807082"/>
                </a:lnTo>
                <a:lnTo>
                  <a:pt x="1231773" y="807177"/>
                </a:lnTo>
                <a:lnTo>
                  <a:pt x="1257233" y="807234"/>
                </a:lnTo>
                <a:lnTo>
                  <a:pt x="1282684" y="807234"/>
                </a:lnTo>
                <a:lnTo>
                  <a:pt x="1308135" y="807196"/>
                </a:lnTo>
                <a:lnTo>
                  <a:pt x="1333595" y="807101"/>
                </a:lnTo>
                <a:lnTo>
                  <a:pt x="1359046" y="806968"/>
                </a:lnTo>
                <a:lnTo>
                  <a:pt x="1384497" y="806777"/>
                </a:lnTo>
                <a:lnTo>
                  <a:pt x="1409957" y="806539"/>
                </a:lnTo>
                <a:lnTo>
                  <a:pt x="1435408" y="806253"/>
                </a:lnTo>
                <a:lnTo>
                  <a:pt x="1460859" y="805910"/>
                </a:lnTo>
                <a:lnTo>
                  <a:pt x="1486310" y="805520"/>
                </a:lnTo>
                <a:lnTo>
                  <a:pt x="1511760" y="805082"/>
                </a:lnTo>
                <a:lnTo>
                  <a:pt x="1537211" y="804586"/>
                </a:lnTo>
                <a:lnTo>
                  <a:pt x="1562652" y="804043"/>
                </a:lnTo>
                <a:lnTo>
                  <a:pt x="1588103" y="803434"/>
                </a:lnTo>
                <a:lnTo>
                  <a:pt x="1613545" y="802767"/>
                </a:lnTo>
                <a:lnTo>
                  <a:pt x="1638995" y="802043"/>
                </a:lnTo>
                <a:lnTo>
                  <a:pt x="1664437" y="801253"/>
                </a:lnTo>
                <a:lnTo>
                  <a:pt x="1689878" y="800395"/>
                </a:lnTo>
                <a:lnTo>
                  <a:pt x="1715310" y="799481"/>
                </a:lnTo>
                <a:lnTo>
                  <a:pt x="1740741" y="798481"/>
                </a:lnTo>
                <a:lnTo>
                  <a:pt x="1766173" y="797414"/>
                </a:lnTo>
                <a:lnTo>
                  <a:pt x="1791605" y="796261"/>
                </a:lnTo>
                <a:lnTo>
                  <a:pt x="1817027" y="795023"/>
                </a:lnTo>
                <a:lnTo>
                  <a:pt x="1842449" y="793699"/>
                </a:lnTo>
                <a:lnTo>
                  <a:pt x="1867862" y="792270"/>
                </a:lnTo>
                <a:lnTo>
                  <a:pt x="1893275" y="790737"/>
                </a:lnTo>
                <a:lnTo>
                  <a:pt x="1918668" y="789089"/>
                </a:lnTo>
                <a:lnTo>
                  <a:pt x="1944062" y="787308"/>
                </a:lnTo>
                <a:lnTo>
                  <a:pt x="1969446" y="785384"/>
                </a:lnTo>
                <a:lnTo>
                  <a:pt x="1994811" y="783307"/>
                </a:lnTo>
                <a:lnTo>
                  <a:pt x="2020167" y="781040"/>
                </a:lnTo>
                <a:lnTo>
                  <a:pt x="2045494" y="778554"/>
                </a:lnTo>
                <a:lnTo>
                  <a:pt x="2070802" y="775821"/>
                </a:lnTo>
                <a:lnTo>
                  <a:pt x="2096081" y="772782"/>
                </a:lnTo>
                <a:lnTo>
                  <a:pt x="2121303" y="769363"/>
                </a:lnTo>
                <a:lnTo>
                  <a:pt x="2146449" y="765439"/>
                </a:lnTo>
                <a:lnTo>
                  <a:pt x="2171481" y="760828"/>
                </a:lnTo>
                <a:lnTo>
                  <a:pt x="2196294" y="755161"/>
                </a:lnTo>
                <a:lnTo>
                  <a:pt x="2220563" y="747532"/>
                </a:lnTo>
                <a:lnTo>
                  <a:pt x="2241756" y="734063"/>
                </a:lnTo>
                <a:lnTo>
                  <a:pt x="2251053" y="710470"/>
                </a:lnTo>
                <a:lnTo>
                  <a:pt x="2260797" y="686953"/>
                </a:lnTo>
                <a:lnTo>
                  <a:pt x="2270531" y="663435"/>
                </a:lnTo>
                <a:lnTo>
                  <a:pt x="2280266" y="639918"/>
                </a:lnTo>
                <a:lnTo>
                  <a:pt x="2290010" y="616401"/>
                </a:lnTo>
                <a:lnTo>
                  <a:pt x="2299745" y="592884"/>
                </a:lnTo>
                <a:lnTo>
                  <a:pt x="2309489" y="569366"/>
                </a:lnTo>
                <a:lnTo>
                  <a:pt x="2319223" y="545849"/>
                </a:lnTo>
                <a:lnTo>
                  <a:pt x="2328967" y="522332"/>
                </a:lnTo>
                <a:lnTo>
                  <a:pt x="2338702" y="498815"/>
                </a:lnTo>
                <a:lnTo>
                  <a:pt x="2348446" y="475298"/>
                </a:lnTo>
                <a:lnTo>
                  <a:pt x="2358180" y="451780"/>
                </a:lnTo>
                <a:lnTo>
                  <a:pt x="2367925" y="428263"/>
                </a:lnTo>
                <a:lnTo>
                  <a:pt x="2377659" y="404746"/>
                </a:lnTo>
                <a:lnTo>
                  <a:pt x="2387403" y="381229"/>
                </a:lnTo>
                <a:lnTo>
                  <a:pt x="2397138" y="357711"/>
                </a:lnTo>
                <a:lnTo>
                  <a:pt x="2406872" y="334194"/>
                </a:lnTo>
                <a:lnTo>
                  <a:pt x="2416616" y="310677"/>
                </a:lnTo>
                <a:lnTo>
                  <a:pt x="2426351" y="287160"/>
                </a:lnTo>
                <a:lnTo>
                  <a:pt x="2436095" y="263633"/>
                </a:lnTo>
                <a:lnTo>
                  <a:pt x="2445829" y="240125"/>
                </a:lnTo>
                <a:lnTo>
                  <a:pt x="2455574" y="216598"/>
                </a:lnTo>
                <a:lnTo>
                  <a:pt x="2465308" y="193081"/>
                </a:lnTo>
                <a:lnTo>
                  <a:pt x="2475052" y="169564"/>
                </a:lnTo>
                <a:lnTo>
                  <a:pt x="2484787" y="146047"/>
                </a:lnTo>
                <a:lnTo>
                  <a:pt x="2494531" y="122530"/>
                </a:lnTo>
                <a:lnTo>
                  <a:pt x="2504265" y="99012"/>
                </a:lnTo>
                <a:lnTo>
                  <a:pt x="2514009" y="75495"/>
                </a:lnTo>
                <a:lnTo>
                  <a:pt x="2523744" y="51978"/>
                </a:lnTo>
                <a:lnTo>
                  <a:pt x="2533479" y="28461"/>
                </a:lnTo>
                <a:lnTo>
                  <a:pt x="2543223" y="4943"/>
                </a:lnTo>
                <a:lnTo>
                  <a:pt x="2531259" y="13068"/>
                </a:lnTo>
                <a:lnTo>
                  <a:pt x="2507132" y="21117"/>
                </a:lnTo>
                <a:lnTo>
                  <a:pt x="2482310" y="26718"/>
                </a:lnTo>
                <a:lnTo>
                  <a:pt x="2457250" y="31156"/>
                </a:lnTo>
                <a:lnTo>
                  <a:pt x="2432075" y="34909"/>
                </a:lnTo>
                <a:lnTo>
                  <a:pt x="2406825" y="38176"/>
                </a:lnTo>
                <a:lnTo>
                  <a:pt x="2381545" y="41081"/>
                </a:lnTo>
                <a:lnTo>
                  <a:pt x="2356218" y="43701"/>
                </a:lnTo>
                <a:lnTo>
                  <a:pt x="2330882" y="46091"/>
                </a:lnTo>
                <a:lnTo>
                  <a:pt x="2305517" y="48292"/>
                </a:lnTo>
                <a:lnTo>
                  <a:pt x="2280152" y="50321"/>
                </a:lnTo>
                <a:lnTo>
                  <a:pt x="2254768" y="52207"/>
                </a:lnTo>
                <a:lnTo>
                  <a:pt x="2229374" y="53969"/>
                </a:lnTo>
                <a:lnTo>
                  <a:pt x="2203971" y="55616"/>
                </a:lnTo>
                <a:lnTo>
                  <a:pt x="2178568" y="57160"/>
                </a:lnTo>
                <a:lnTo>
                  <a:pt x="2153155" y="58617"/>
                </a:lnTo>
                <a:lnTo>
                  <a:pt x="2127733" y="59998"/>
                </a:lnTo>
                <a:lnTo>
                  <a:pt x="2102310" y="61293"/>
                </a:lnTo>
                <a:lnTo>
                  <a:pt x="2076888" y="62513"/>
                </a:lnTo>
                <a:lnTo>
                  <a:pt x="2051456" y="63675"/>
                </a:lnTo>
                <a:lnTo>
                  <a:pt x="2026034" y="64770"/>
                </a:lnTo>
                <a:lnTo>
                  <a:pt x="2000593" y="65799"/>
                </a:lnTo>
                <a:lnTo>
                  <a:pt x="1975161" y="66780"/>
                </a:lnTo>
                <a:lnTo>
                  <a:pt x="1949729" y="67713"/>
                </a:lnTo>
                <a:lnTo>
                  <a:pt x="1924288" y="68590"/>
                </a:lnTo>
                <a:lnTo>
                  <a:pt x="1898847" y="69428"/>
                </a:lnTo>
                <a:lnTo>
                  <a:pt x="1873406" y="70209"/>
                </a:lnTo>
                <a:lnTo>
                  <a:pt x="1847964" y="70961"/>
                </a:lnTo>
                <a:lnTo>
                  <a:pt x="1822514" y="71657"/>
                </a:lnTo>
                <a:lnTo>
                  <a:pt x="1797072" y="72323"/>
                </a:lnTo>
                <a:lnTo>
                  <a:pt x="1771621" y="72942"/>
                </a:lnTo>
                <a:lnTo>
                  <a:pt x="1746180" y="73523"/>
                </a:lnTo>
                <a:lnTo>
                  <a:pt x="1720729" y="74076"/>
                </a:lnTo>
                <a:lnTo>
                  <a:pt x="1695279" y="74590"/>
                </a:lnTo>
                <a:lnTo>
                  <a:pt x="1669828" y="75067"/>
                </a:lnTo>
                <a:lnTo>
                  <a:pt x="1644377" y="75514"/>
                </a:lnTo>
                <a:lnTo>
                  <a:pt x="1618926" y="75933"/>
                </a:lnTo>
                <a:lnTo>
                  <a:pt x="1593475" y="76314"/>
                </a:lnTo>
                <a:lnTo>
                  <a:pt x="1568025" y="76667"/>
                </a:lnTo>
                <a:lnTo>
                  <a:pt x="1542574" y="76991"/>
                </a:lnTo>
                <a:lnTo>
                  <a:pt x="1517123" y="77276"/>
                </a:lnTo>
                <a:lnTo>
                  <a:pt x="1491672" y="77534"/>
                </a:lnTo>
                <a:lnTo>
                  <a:pt x="1466212" y="77762"/>
                </a:lnTo>
                <a:lnTo>
                  <a:pt x="1440761" y="77962"/>
                </a:lnTo>
                <a:lnTo>
                  <a:pt x="1415310" y="78134"/>
                </a:lnTo>
                <a:lnTo>
                  <a:pt x="1389859" y="78286"/>
                </a:lnTo>
                <a:lnTo>
                  <a:pt x="1364399" y="78400"/>
                </a:lnTo>
                <a:lnTo>
                  <a:pt x="1338948" y="78486"/>
                </a:lnTo>
                <a:lnTo>
                  <a:pt x="1313498" y="78543"/>
                </a:lnTo>
                <a:lnTo>
                  <a:pt x="1288037" y="78572"/>
                </a:lnTo>
                <a:lnTo>
                  <a:pt x="1262586" y="78572"/>
                </a:lnTo>
                <a:lnTo>
                  <a:pt x="1237136" y="78553"/>
                </a:lnTo>
                <a:lnTo>
                  <a:pt x="1211675" y="78505"/>
                </a:lnTo>
                <a:lnTo>
                  <a:pt x="1186224" y="78419"/>
                </a:lnTo>
                <a:lnTo>
                  <a:pt x="1160774" y="78305"/>
                </a:lnTo>
                <a:lnTo>
                  <a:pt x="1135313" y="78172"/>
                </a:lnTo>
                <a:lnTo>
                  <a:pt x="1109863" y="78000"/>
                </a:lnTo>
                <a:lnTo>
                  <a:pt x="1084412" y="77810"/>
                </a:lnTo>
                <a:lnTo>
                  <a:pt x="1058951" y="77581"/>
                </a:lnTo>
                <a:lnTo>
                  <a:pt x="1033501" y="77333"/>
                </a:lnTo>
                <a:lnTo>
                  <a:pt x="1008050" y="77048"/>
                </a:lnTo>
                <a:lnTo>
                  <a:pt x="982599" y="76733"/>
                </a:lnTo>
                <a:lnTo>
                  <a:pt x="957148" y="76391"/>
                </a:lnTo>
                <a:lnTo>
                  <a:pt x="931697" y="76010"/>
                </a:lnTo>
                <a:lnTo>
                  <a:pt x="906247" y="75609"/>
                </a:lnTo>
                <a:lnTo>
                  <a:pt x="880796" y="75171"/>
                </a:lnTo>
                <a:lnTo>
                  <a:pt x="855345" y="74695"/>
                </a:lnTo>
                <a:lnTo>
                  <a:pt x="829894" y="74190"/>
                </a:lnTo>
                <a:lnTo>
                  <a:pt x="804443" y="73647"/>
                </a:lnTo>
                <a:lnTo>
                  <a:pt x="779002" y="73066"/>
                </a:lnTo>
                <a:lnTo>
                  <a:pt x="753551" y="72457"/>
                </a:lnTo>
                <a:lnTo>
                  <a:pt x="728110" y="71799"/>
                </a:lnTo>
                <a:lnTo>
                  <a:pt x="702659" y="71104"/>
                </a:lnTo>
                <a:lnTo>
                  <a:pt x="677218" y="70371"/>
                </a:lnTo>
                <a:lnTo>
                  <a:pt x="651777" y="69590"/>
                </a:lnTo>
                <a:lnTo>
                  <a:pt x="626335" y="68771"/>
                </a:lnTo>
                <a:lnTo>
                  <a:pt x="600894" y="67904"/>
                </a:lnTo>
                <a:lnTo>
                  <a:pt x="575462" y="66980"/>
                </a:lnTo>
                <a:lnTo>
                  <a:pt x="550021" y="66008"/>
                </a:lnTo>
                <a:lnTo>
                  <a:pt x="524589" y="64989"/>
                </a:lnTo>
                <a:lnTo>
                  <a:pt x="499158" y="63903"/>
                </a:lnTo>
                <a:lnTo>
                  <a:pt x="473726" y="62760"/>
                </a:lnTo>
                <a:lnTo>
                  <a:pt x="448304" y="61551"/>
                </a:lnTo>
                <a:lnTo>
                  <a:pt x="422881" y="60274"/>
                </a:lnTo>
                <a:lnTo>
                  <a:pt x="397469" y="58922"/>
                </a:lnTo>
                <a:lnTo>
                  <a:pt x="372056" y="57483"/>
                </a:lnTo>
                <a:lnTo>
                  <a:pt x="346643" y="55950"/>
                </a:lnTo>
                <a:lnTo>
                  <a:pt x="321240" y="54321"/>
                </a:lnTo>
                <a:lnTo>
                  <a:pt x="295847" y="52588"/>
                </a:lnTo>
                <a:lnTo>
                  <a:pt x="270462" y="50730"/>
                </a:lnTo>
                <a:lnTo>
                  <a:pt x="245088" y="48730"/>
                </a:lnTo>
                <a:lnTo>
                  <a:pt x="219723" y="46568"/>
                </a:lnTo>
                <a:lnTo>
                  <a:pt x="194377" y="44225"/>
                </a:lnTo>
                <a:lnTo>
                  <a:pt x="169050" y="41653"/>
                </a:lnTo>
                <a:lnTo>
                  <a:pt x="143761" y="38814"/>
                </a:lnTo>
                <a:lnTo>
                  <a:pt x="118501" y="35633"/>
                </a:lnTo>
                <a:lnTo>
                  <a:pt x="93316" y="31994"/>
                </a:lnTo>
                <a:lnTo>
                  <a:pt x="68218" y="27727"/>
                </a:lnTo>
                <a:lnTo>
                  <a:pt x="43329" y="22431"/>
                </a:lnTo>
                <a:lnTo>
                  <a:pt x="18955" y="15126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48" name="funnel-step-cap-1">
            <a:extLst xmlns:a="http://schemas.openxmlformats.org/drawingml/2006/main">
              <a:ext uri="{FF2B5EF4-FFF2-40B4-BE49-F238E27FC236}">
                <a16:creationId xmlns:a16="http://schemas.microsoft.com/office/drawing/2014/main" id="{7D3AA4C7-5440-4150-98C5-9C93ECE48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346999" y="3300413"/>
            <a:ext cx="2545261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7EAC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49" name="funnel-step-body-2">
            <a:extLst xmlns:a="http://schemas.openxmlformats.org/drawingml/2006/main">
              <a:ext uri="{FF2B5EF4-FFF2-40B4-BE49-F238E27FC236}">
                <a16:creationId xmlns:a16="http://schemas.microsoft.com/office/drawing/2014/main" id="{96C7D703-6122-4172-9926-43DE721F6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648742" y="4333875"/>
            <a:ext cx="1938547" cy="807234"/>
          </a:xfrm>
          <a:custGeom xmlns:a="http://schemas.openxmlformats.org/drawingml/2006/main">
            <a:pathLst>
              <a:path w="1938547" h="807234">
                <a:moveTo>
                  <a:pt x="0" y="0"/>
                </a:moveTo>
                <a:lnTo>
                  <a:pt x="7268" y="19288"/>
                </a:lnTo>
                <a:lnTo>
                  <a:pt x="14535" y="38576"/>
                </a:lnTo>
                <a:lnTo>
                  <a:pt x="21803" y="57864"/>
                </a:lnTo>
                <a:lnTo>
                  <a:pt x="29061" y="77153"/>
                </a:lnTo>
                <a:lnTo>
                  <a:pt x="36328" y="96441"/>
                </a:lnTo>
                <a:lnTo>
                  <a:pt x="43596" y="115719"/>
                </a:lnTo>
                <a:lnTo>
                  <a:pt x="50864" y="135007"/>
                </a:lnTo>
                <a:lnTo>
                  <a:pt x="58131" y="154295"/>
                </a:lnTo>
                <a:lnTo>
                  <a:pt x="65399" y="173584"/>
                </a:lnTo>
                <a:lnTo>
                  <a:pt x="72657" y="192872"/>
                </a:lnTo>
                <a:lnTo>
                  <a:pt x="79924" y="212160"/>
                </a:lnTo>
                <a:lnTo>
                  <a:pt x="87192" y="231448"/>
                </a:lnTo>
                <a:lnTo>
                  <a:pt x="94459" y="250736"/>
                </a:lnTo>
                <a:lnTo>
                  <a:pt x="101727" y="270024"/>
                </a:lnTo>
                <a:lnTo>
                  <a:pt x="108995" y="289312"/>
                </a:lnTo>
                <a:lnTo>
                  <a:pt x="116262" y="308591"/>
                </a:lnTo>
                <a:lnTo>
                  <a:pt x="123520" y="327879"/>
                </a:lnTo>
                <a:lnTo>
                  <a:pt x="130788" y="347167"/>
                </a:lnTo>
                <a:lnTo>
                  <a:pt x="138055" y="366455"/>
                </a:lnTo>
                <a:lnTo>
                  <a:pt x="145323" y="385743"/>
                </a:lnTo>
                <a:lnTo>
                  <a:pt x="152591" y="405032"/>
                </a:lnTo>
                <a:lnTo>
                  <a:pt x="159858" y="424320"/>
                </a:lnTo>
                <a:lnTo>
                  <a:pt x="167116" y="443608"/>
                </a:lnTo>
                <a:lnTo>
                  <a:pt x="174384" y="462896"/>
                </a:lnTo>
                <a:lnTo>
                  <a:pt x="181651" y="482184"/>
                </a:lnTo>
                <a:lnTo>
                  <a:pt x="188919" y="501472"/>
                </a:lnTo>
                <a:lnTo>
                  <a:pt x="196186" y="520751"/>
                </a:lnTo>
                <a:lnTo>
                  <a:pt x="203454" y="540039"/>
                </a:lnTo>
                <a:lnTo>
                  <a:pt x="210722" y="559327"/>
                </a:lnTo>
                <a:lnTo>
                  <a:pt x="217980" y="578615"/>
                </a:lnTo>
                <a:lnTo>
                  <a:pt x="225247" y="597903"/>
                </a:lnTo>
                <a:lnTo>
                  <a:pt x="232515" y="617191"/>
                </a:lnTo>
                <a:lnTo>
                  <a:pt x="239782" y="636480"/>
                </a:lnTo>
                <a:lnTo>
                  <a:pt x="247050" y="655768"/>
                </a:lnTo>
                <a:lnTo>
                  <a:pt x="254318" y="675056"/>
                </a:lnTo>
                <a:lnTo>
                  <a:pt x="261576" y="694344"/>
                </a:lnTo>
                <a:lnTo>
                  <a:pt x="268843" y="713632"/>
                </a:lnTo>
                <a:lnTo>
                  <a:pt x="275358" y="733101"/>
                </a:lnTo>
                <a:lnTo>
                  <a:pt x="290046" y="747017"/>
                </a:lnTo>
                <a:lnTo>
                  <a:pt x="308877" y="755342"/>
                </a:lnTo>
                <a:lnTo>
                  <a:pt x="328536" y="761495"/>
                </a:lnTo>
                <a:lnTo>
                  <a:pt x="348539" y="766458"/>
                </a:lnTo>
                <a:lnTo>
                  <a:pt x="368722" y="770649"/>
                </a:lnTo>
                <a:lnTo>
                  <a:pt x="389011" y="774287"/>
                </a:lnTo>
                <a:lnTo>
                  <a:pt x="409365" y="777507"/>
                </a:lnTo>
                <a:lnTo>
                  <a:pt x="429768" y="780383"/>
                </a:lnTo>
                <a:lnTo>
                  <a:pt x="450218" y="782984"/>
                </a:lnTo>
                <a:lnTo>
                  <a:pt x="470697" y="785346"/>
                </a:lnTo>
                <a:lnTo>
                  <a:pt x="491185" y="787498"/>
                </a:lnTo>
                <a:lnTo>
                  <a:pt x="511702" y="789480"/>
                </a:lnTo>
                <a:lnTo>
                  <a:pt x="532238" y="791299"/>
                </a:lnTo>
                <a:lnTo>
                  <a:pt x="552774" y="792975"/>
                </a:lnTo>
                <a:lnTo>
                  <a:pt x="573329" y="794518"/>
                </a:lnTo>
                <a:lnTo>
                  <a:pt x="593893" y="795947"/>
                </a:lnTo>
                <a:lnTo>
                  <a:pt x="614458" y="797262"/>
                </a:lnTo>
                <a:lnTo>
                  <a:pt x="635032" y="798471"/>
                </a:lnTo>
                <a:lnTo>
                  <a:pt x="655615" y="799595"/>
                </a:lnTo>
                <a:lnTo>
                  <a:pt x="676199" y="800614"/>
                </a:lnTo>
                <a:lnTo>
                  <a:pt x="696792" y="801557"/>
                </a:lnTo>
                <a:lnTo>
                  <a:pt x="717385" y="802415"/>
                </a:lnTo>
                <a:lnTo>
                  <a:pt x="737978" y="803196"/>
                </a:lnTo>
                <a:lnTo>
                  <a:pt x="758571" y="803900"/>
                </a:lnTo>
                <a:lnTo>
                  <a:pt x="779174" y="804529"/>
                </a:lnTo>
                <a:lnTo>
                  <a:pt x="799776" y="805091"/>
                </a:lnTo>
                <a:lnTo>
                  <a:pt x="820379" y="805586"/>
                </a:lnTo>
                <a:lnTo>
                  <a:pt x="840991" y="806015"/>
                </a:lnTo>
                <a:lnTo>
                  <a:pt x="861593" y="806377"/>
                </a:lnTo>
                <a:lnTo>
                  <a:pt x="882206" y="806672"/>
                </a:lnTo>
                <a:lnTo>
                  <a:pt x="902818" y="806910"/>
                </a:lnTo>
                <a:lnTo>
                  <a:pt x="923420" y="807082"/>
                </a:lnTo>
                <a:lnTo>
                  <a:pt x="944032" y="807187"/>
                </a:lnTo>
                <a:lnTo>
                  <a:pt x="964644" y="807234"/>
                </a:lnTo>
                <a:lnTo>
                  <a:pt x="985256" y="807225"/>
                </a:lnTo>
                <a:lnTo>
                  <a:pt x="1005869" y="807149"/>
                </a:lnTo>
                <a:lnTo>
                  <a:pt x="1026471" y="807015"/>
                </a:lnTo>
                <a:lnTo>
                  <a:pt x="1047083" y="806825"/>
                </a:lnTo>
                <a:lnTo>
                  <a:pt x="1067695" y="806567"/>
                </a:lnTo>
                <a:lnTo>
                  <a:pt x="1088298" y="806244"/>
                </a:lnTo>
                <a:lnTo>
                  <a:pt x="1108910" y="805853"/>
                </a:lnTo>
                <a:lnTo>
                  <a:pt x="1129513" y="805396"/>
                </a:lnTo>
                <a:lnTo>
                  <a:pt x="1150115" y="804882"/>
                </a:lnTo>
                <a:lnTo>
                  <a:pt x="1170718" y="804291"/>
                </a:lnTo>
                <a:lnTo>
                  <a:pt x="1191320" y="803634"/>
                </a:lnTo>
                <a:lnTo>
                  <a:pt x="1211913" y="802900"/>
                </a:lnTo>
                <a:lnTo>
                  <a:pt x="1232516" y="802081"/>
                </a:lnTo>
                <a:lnTo>
                  <a:pt x="1253099" y="801195"/>
                </a:lnTo>
                <a:lnTo>
                  <a:pt x="1273693" y="800224"/>
                </a:lnTo>
                <a:lnTo>
                  <a:pt x="1294276" y="799167"/>
                </a:lnTo>
                <a:lnTo>
                  <a:pt x="1314850" y="798014"/>
                </a:lnTo>
                <a:lnTo>
                  <a:pt x="1335424" y="796757"/>
                </a:lnTo>
                <a:lnTo>
                  <a:pt x="1355989" y="795404"/>
                </a:lnTo>
                <a:lnTo>
                  <a:pt x="1376543" y="793928"/>
                </a:lnTo>
                <a:lnTo>
                  <a:pt x="1397098" y="792328"/>
                </a:lnTo>
                <a:lnTo>
                  <a:pt x="1417634" y="790594"/>
                </a:lnTo>
                <a:lnTo>
                  <a:pt x="1438161" y="788718"/>
                </a:lnTo>
                <a:lnTo>
                  <a:pt x="1458668" y="786670"/>
                </a:lnTo>
                <a:lnTo>
                  <a:pt x="1479156" y="784441"/>
                </a:lnTo>
                <a:lnTo>
                  <a:pt x="1499616" y="781983"/>
                </a:lnTo>
                <a:lnTo>
                  <a:pt x="1520057" y="779278"/>
                </a:lnTo>
                <a:lnTo>
                  <a:pt x="1540440" y="776278"/>
                </a:lnTo>
                <a:lnTo>
                  <a:pt x="1560776" y="772906"/>
                </a:lnTo>
                <a:lnTo>
                  <a:pt x="1581026" y="769068"/>
                </a:lnTo>
                <a:lnTo>
                  <a:pt x="1601143" y="764600"/>
                </a:lnTo>
                <a:lnTo>
                  <a:pt x="1621041" y="759247"/>
                </a:lnTo>
                <a:lnTo>
                  <a:pt x="1640481" y="752418"/>
                </a:lnTo>
                <a:lnTo>
                  <a:pt x="1658531" y="742579"/>
                </a:lnTo>
                <a:lnTo>
                  <a:pt x="1668523" y="725300"/>
                </a:lnTo>
                <a:lnTo>
                  <a:pt x="1675790" y="706012"/>
                </a:lnTo>
                <a:lnTo>
                  <a:pt x="1683058" y="686724"/>
                </a:lnTo>
                <a:lnTo>
                  <a:pt x="1690316" y="667445"/>
                </a:lnTo>
                <a:lnTo>
                  <a:pt x="1697584" y="648157"/>
                </a:lnTo>
                <a:lnTo>
                  <a:pt x="1704851" y="628869"/>
                </a:lnTo>
                <a:lnTo>
                  <a:pt x="1712119" y="609581"/>
                </a:lnTo>
                <a:lnTo>
                  <a:pt x="1719386" y="590293"/>
                </a:lnTo>
                <a:lnTo>
                  <a:pt x="1726654" y="571005"/>
                </a:lnTo>
                <a:lnTo>
                  <a:pt x="1733912" y="551717"/>
                </a:lnTo>
                <a:lnTo>
                  <a:pt x="1741180" y="532428"/>
                </a:lnTo>
                <a:lnTo>
                  <a:pt x="1748447" y="513140"/>
                </a:lnTo>
                <a:lnTo>
                  <a:pt x="1755715" y="493852"/>
                </a:lnTo>
                <a:lnTo>
                  <a:pt x="1762982" y="474574"/>
                </a:lnTo>
                <a:lnTo>
                  <a:pt x="1770250" y="455285"/>
                </a:lnTo>
                <a:lnTo>
                  <a:pt x="1777517" y="435997"/>
                </a:lnTo>
                <a:lnTo>
                  <a:pt x="1784775" y="416709"/>
                </a:lnTo>
                <a:lnTo>
                  <a:pt x="1792043" y="397421"/>
                </a:lnTo>
                <a:lnTo>
                  <a:pt x="1799311" y="378133"/>
                </a:lnTo>
                <a:lnTo>
                  <a:pt x="1806578" y="358845"/>
                </a:lnTo>
                <a:lnTo>
                  <a:pt x="1813846" y="339557"/>
                </a:lnTo>
                <a:lnTo>
                  <a:pt x="1821113" y="320269"/>
                </a:lnTo>
                <a:lnTo>
                  <a:pt x="1828381" y="300980"/>
                </a:lnTo>
                <a:lnTo>
                  <a:pt x="1835639" y="281692"/>
                </a:lnTo>
                <a:lnTo>
                  <a:pt x="1842907" y="262414"/>
                </a:lnTo>
                <a:lnTo>
                  <a:pt x="1850174" y="243126"/>
                </a:lnTo>
                <a:lnTo>
                  <a:pt x="1857442" y="223838"/>
                </a:lnTo>
                <a:lnTo>
                  <a:pt x="1864709" y="204549"/>
                </a:lnTo>
                <a:lnTo>
                  <a:pt x="1871977" y="185261"/>
                </a:lnTo>
                <a:lnTo>
                  <a:pt x="1879235" y="165973"/>
                </a:lnTo>
                <a:lnTo>
                  <a:pt x="1886502" y="146685"/>
                </a:lnTo>
                <a:lnTo>
                  <a:pt x="1893770" y="127397"/>
                </a:lnTo>
                <a:lnTo>
                  <a:pt x="1901038" y="108109"/>
                </a:lnTo>
                <a:lnTo>
                  <a:pt x="1908305" y="88821"/>
                </a:lnTo>
                <a:lnTo>
                  <a:pt x="1915573" y="69542"/>
                </a:lnTo>
                <a:lnTo>
                  <a:pt x="1922831" y="50254"/>
                </a:lnTo>
                <a:lnTo>
                  <a:pt x="1930098" y="30966"/>
                </a:lnTo>
                <a:lnTo>
                  <a:pt x="1937366" y="11678"/>
                </a:lnTo>
                <a:lnTo>
                  <a:pt x="1938547" y="7268"/>
                </a:lnTo>
                <a:lnTo>
                  <a:pt x="1921097" y="17945"/>
                </a:lnTo>
                <a:lnTo>
                  <a:pt x="1901600" y="24575"/>
                </a:lnTo>
                <a:lnTo>
                  <a:pt x="1881616" y="29632"/>
                </a:lnTo>
                <a:lnTo>
                  <a:pt x="1861433" y="33795"/>
                </a:lnTo>
                <a:lnTo>
                  <a:pt x="1841135" y="37367"/>
                </a:lnTo>
                <a:lnTo>
                  <a:pt x="1820770" y="40519"/>
                </a:lnTo>
                <a:lnTo>
                  <a:pt x="1800349" y="43339"/>
                </a:lnTo>
                <a:lnTo>
                  <a:pt x="1779899" y="45891"/>
                </a:lnTo>
                <a:lnTo>
                  <a:pt x="1759420" y="48225"/>
                </a:lnTo>
                <a:lnTo>
                  <a:pt x="1738922" y="50378"/>
                </a:lnTo>
                <a:lnTo>
                  <a:pt x="1718415" y="52378"/>
                </a:lnTo>
                <a:lnTo>
                  <a:pt x="1697888" y="54226"/>
                </a:lnTo>
                <a:lnTo>
                  <a:pt x="1677343" y="55950"/>
                </a:lnTo>
                <a:lnTo>
                  <a:pt x="1656798" y="57569"/>
                </a:lnTo>
                <a:lnTo>
                  <a:pt x="1636243" y="59084"/>
                </a:lnTo>
                <a:lnTo>
                  <a:pt x="1615688" y="60503"/>
                </a:lnTo>
                <a:lnTo>
                  <a:pt x="1595114" y="61846"/>
                </a:lnTo>
                <a:lnTo>
                  <a:pt x="1574549" y="63113"/>
                </a:lnTo>
                <a:lnTo>
                  <a:pt x="1553966" y="64303"/>
                </a:lnTo>
                <a:lnTo>
                  <a:pt x="1533392" y="65427"/>
                </a:lnTo>
                <a:lnTo>
                  <a:pt x="1512808" y="66494"/>
                </a:lnTo>
                <a:lnTo>
                  <a:pt x="1492225" y="67494"/>
                </a:lnTo>
                <a:lnTo>
                  <a:pt x="1471632" y="68437"/>
                </a:lnTo>
                <a:lnTo>
                  <a:pt x="1451039" y="69323"/>
                </a:lnTo>
                <a:lnTo>
                  <a:pt x="1430445" y="70161"/>
                </a:lnTo>
                <a:lnTo>
                  <a:pt x="1409852" y="70952"/>
                </a:lnTo>
                <a:lnTo>
                  <a:pt x="1389259" y="71695"/>
                </a:lnTo>
                <a:lnTo>
                  <a:pt x="1368657" y="72400"/>
                </a:lnTo>
                <a:lnTo>
                  <a:pt x="1348054" y="73057"/>
                </a:lnTo>
                <a:lnTo>
                  <a:pt x="1327452" y="73666"/>
                </a:lnTo>
                <a:lnTo>
                  <a:pt x="1306849" y="74238"/>
                </a:lnTo>
                <a:lnTo>
                  <a:pt x="1286246" y="74771"/>
                </a:lnTo>
                <a:lnTo>
                  <a:pt x="1265644" y="75267"/>
                </a:lnTo>
                <a:lnTo>
                  <a:pt x="1245041" y="75724"/>
                </a:lnTo>
                <a:lnTo>
                  <a:pt x="1224429" y="76143"/>
                </a:lnTo>
                <a:lnTo>
                  <a:pt x="1203827" y="76533"/>
                </a:lnTo>
                <a:lnTo>
                  <a:pt x="1183215" y="76886"/>
                </a:lnTo>
                <a:lnTo>
                  <a:pt x="1162612" y="77200"/>
                </a:lnTo>
                <a:lnTo>
                  <a:pt x="1142000" y="77486"/>
                </a:lnTo>
                <a:lnTo>
                  <a:pt x="1121388" y="77734"/>
                </a:lnTo>
                <a:lnTo>
                  <a:pt x="1100785" y="77953"/>
                </a:lnTo>
                <a:lnTo>
                  <a:pt x="1080173" y="78134"/>
                </a:lnTo>
                <a:lnTo>
                  <a:pt x="1059561" y="78286"/>
                </a:lnTo>
                <a:lnTo>
                  <a:pt x="1038949" y="78410"/>
                </a:lnTo>
                <a:lnTo>
                  <a:pt x="1018346" y="78496"/>
                </a:lnTo>
                <a:lnTo>
                  <a:pt x="997734" y="78553"/>
                </a:lnTo>
                <a:lnTo>
                  <a:pt x="977122" y="78572"/>
                </a:lnTo>
                <a:lnTo>
                  <a:pt x="956510" y="78572"/>
                </a:lnTo>
                <a:lnTo>
                  <a:pt x="935898" y="78534"/>
                </a:lnTo>
                <a:lnTo>
                  <a:pt x="915295" y="78457"/>
                </a:lnTo>
                <a:lnTo>
                  <a:pt x="894683" y="78362"/>
                </a:lnTo>
                <a:lnTo>
                  <a:pt x="874071" y="78229"/>
                </a:lnTo>
                <a:lnTo>
                  <a:pt x="853459" y="78067"/>
                </a:lnTo>
                <a:lnTo>
                  <a:pt x="832847" y="77867"/>
                </a:lnTo>
                <a:lnTo>
                  <a:pt x="812244" y="77638"/>
                </a:lnTo>
                <a:lnTo>
                  <a:pt x="791632" y="77381"/>
                </a:lnTo>
                <a:lnTo>
                  <a:pt x="771020" y="77076"/>
                </a:lnTo>
                <a:lnTo>
                  <a:pt x="750418" y="76752"/>
                </a:lnTo>
                <a:lnTo>
                  <a:pt x="729806" y="76381"/>
                </a:lnTo>
                <a:lnTo>
                  <a:pt x="709203" y="75981"/>
                </a:lnTo>
                <a:lnTo>
                  <a:pt x="688600" y="75543"/>
                </a:lnTo>
                <a:lnTo>
                  <a:pt x="667988" y="75076"/>
                </a:lnTo>
                <a:lnTo>
                  <a:pt x="647386" y="74562"/>
                </a:lnTo>
                <a:lnTo>
                  <a:pt x="626783" y="74019"/>
                </a:lnTo>
                <a:lnTo>
                  <a:pt x="606181" y="73428"/>
                </a:lnTo>
                <a:lnTo>
                  <a:pt x="585578" y="72800"/>
                </a:lnTo>
                <a:lnTo>
                  <a:pt x="564985" y="72123"/>
                </a:lnTo>
                <a:lnTo>
                  <a:pt x="544382" y="71409"/>
                </a:lnTo>
                <a:lnTo>
                  <a:pt x="523789" y="70647"/>
                </a:lnTo>
                <a:lnTo>
                  <a:pt x="503196" y="69837"/>
                </a:lnTo>
                <a:lnTo>
                  <a:pt x="482603" y="68980"/>
                </a:lnTo>
                <a:lnTo>
                  <a:pt x="462010" y="68066"/>
                </a:lnTo>
                <a:lnTo>
                  <a:pt x="441417" y="67094"/>
                </a:lnTo>
                <a:lnTo>
                  <a:pt x="420834" y="66075"/>
                </a:lnTo>
                <a:lnTo>
                  <a:pt x="400250" y="64989"/>
                </a:lnTo>
                <a:lnTo>
                  <a:pt x="379676" y="63837"/>
                </a:lnTo>
                <a:lnTo>
                  <a:pt x="359102" y="62627"/>
                </a:lnTo>
                <a:lnTo>
                  <a:pt x="338528" y="61331"/>
                </a:lnTo>
                <a:lnTo>
                  <a:pt x="317964" y="59960"/>
                </a:lnTo>
                <a:lnTo>
                  <a:pt x="297409" y="58493"/>
                </a:lnTo>
                <a:lnTo>
                  <a:pt x="276854" y="56940"/>
                </a:lnTo>
                <a:lnTo>
                  <a:pt x="256318" y="55283"/>
                </a:lnTo>
                <a:lnTo>
                  <a:pt x="235782" y="53511"/>
                </a:lnTo>
                <a:lnTo>
                  <a:pt x="215255" y="51606"/>
                </a:lnTo>
                <a:lnTo>
                  <a:pt x="194748" y="49549"/>
                </a:lnTo>
                <a:lnTo>
                  <a:pt x="174260" y="47330"/>
                </a:lnTo>
                <a:lnTo>
                  <a:pt x="153791" y="44910"/>
                </a:lnTo>
                <a:lnTo>
                  <a:pt x="133350" y="42262"/>
                </a:lnTo>
                <a:lnTo>
                  <a:pt x="112957" y="39319"/>
                </a:lnTo>
                <a:lnTo>
                  <a:pt x="92612" y="36014"/>
                </a:lnTo>
                <a:lnTo>
                  <a:pt x="72352" y="32233"/>
                </a:lnTo>
                <a:lnTo>
                  <a:pt x="52226" y="27765"/>
                </a:lnTo>
                <a:lnTo>
                  <a:pt x="32385" y="22212"/>
                </a:lnTo>
                <a:lnTo>
                  <a:pt x="13287" y="14526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78A8D5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50" name="funnel-step-cap-2">
            <a:extLst xmlns:a="http://schemas.openxmlformats.org/drawingml/2006/main">
              <a:ext uri="{FF2B5EF4-FFF2-40B4-BE49-F238E27FC236}">
                <a16:creationId xmlns:a16="http://schemas.microsoft.com/office/drawing/2014/main" id="{F0D09A3E-0FFD-4EAA-9FA9-4A8CAB620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648751" y="4210050"/>
            <a:ext cx="1941747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8A8D5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51" name="funnel-step-body-3">
            <a:extLst xmlns:a="http://schemas.openxmlformats.org/drawingml/2006/main">
              <a:ext uri="{FF2B5EF4-FFF2-40B4-BE49-F238E27FC236}">
                <a16:creationId xmlns:a16="http://schemas.microsoft.com/office/drawing/2014/main" id="{3430AB7C-C8F4-4122-8E93-76AAD0EA3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23252" y="5243513"/>
            <a:ext cx="1390888" cy="807234"/>
          </a:xfrm>
          <a:custGeom xmlns:a="http://schemas.openxmlformats.org/drawingml/2006/main">
            <a:pathLst>
              <a:path w="1390888" h="807234">
                <a:moveTo>
                  <a:pt x="0" y="0"/>
                </a:moveTo>
                <a:lnTo>
                  <a:pt x="6363" y="17955"/>
                </a:lnTo>
                <a:lnTo>
                  <a:pt x="12725" y="35909"/>
                </a:lnTo>
                <a:lnTo>
                  <a:pt x="19088" y="53864"/>
                </a:lnTo>
                <a:lnTo>
                  <a:pt x="25451" y="71819"/>
                </a:lnTo>
                <a:lnTo>
                  <a:pt x="31814" y="89773"/>
                </a:lnTo>
                <a:lnTo>
                  <a:pt x="38176" y="107728"/>
                </a:lnTo>
                <a:lnTo>
                  <a:pt x="44539" y="125682"/>
                </a:lnTo>
                <a:lnTo>
                  <a:pt x="50902" y="143637"/>
                </a:lnTo>
                <a:lnTo>
                  <a:pt x="57264" y="161592"/>
                </a:lnTo>
                <a:lnTo>
                  <a:pt x="63627" y="179546"/>
                </a:lnTo>
                <a:lnTo>
                  <a:pt x="69990" y="197501"/>
                </a:lnTo>
                <a:lnTo>
                  <a:pt x="76352" y="215456"/>
                </a:lnTo>
                <a:lnTo>
                  <a:pt x="82715" y="233410"/>
                </a:lnTo>
                <a:lnTo>
                  <a:pt x="89078" y="251365"/>
                </a:lnTo>
                <a:lnTo>
                  <a:pt x="95441" y="269319"/>
                </a:lnTo>
                <a:lnTo>
                  <a:pt x="101803" y="287274"/>
                </a:lnTo>
                <a:lnTo>
                  <a:pt x="108166" y="305229"/>
                </a:lnTo>
                <a:lnTo>
                  <a:pt x="114529" y="323183"/>
                </a:lnTo>
                <a:lnTo>
                  <a:pt x="120891" y="341138"/>
                </a:lnTo>
                <a:lnTo>
                  <a:pt x="127254" y="359093"/>
                </a:lnTo>
                <a:lnTo>
                  <a:pt x="133617" y="377047"/>
                </a:lnTo>
                <a:lnTo>
                  <a:pt x="139979" y="395002"/>
                </a:lnTo>
                <a:lnTo>
                  <a:pt x="146342" y="412956"/>
                </a:lnTo>
                <a:lnTo>
                  <a:pt x="152705" y="430911"/>
                </a:lnTo>
                <a:lnTo>
                  <a:pt x="159068" y="448866"/>
                </a:lnTo>
                <a:lnTo>
                  <a:pt x="165430" y="466820"/>
                </a:lnTo>
                <a:lnTo>
                  <a:pt x="171793" y="484775"/>
                </a:lnTo>
                <a:lnTo>
                  <a:pt x="178156" y="502730"/>
                </a:lnTo>
                <a:lnTo>
                  <a:pt x="184518" y="520684"/>
                </a:lnTo>
                <a:lnTo>
                  <a:pt x="190881" y="538639"/>
                </a:lnTo>
                <a:lnTo>
                  <a:pt x="197244" y="556593"/>
                </a:lnTo>
                <a:lnTo>
                  <a:pt x="203606" y="574548"/>
                </a:lnTo>
                <a:lnTo>
                  <a:pt x="209969" y="592503"/>
                </a:lnTo>
                <a:lnTo>
                  <a:pt x="216332" y="610457"/>
                </a:lnTo>
                <a:lnTo>
                  <a:pt x="222695" y="628412"/>
                </a:lnTo>
                <a:lnTo>
                  <a:pt x="229057" y="646367"/>
                </a:lnTo>
                <a:lnTo>
                  <a:pt x="235420" y="664321"/>
                </a:lnTo>
                <a:lnTo>
                  <a:pt x="241783" y="682276"/>
                </a:lnTo>
                <a:lnTo>
                  <a:pt x="248145" y="700230"/>
                </a:lnTo>
                <a:lnTo>
                  <a:pt x="254508" y="718185"/>
                </a:lnTo>
                <a:lnTo>
                  <a:pt x="259861" y="736368"/>
                </a:lnTo>
                <a:lnTo>
                  <a:pt x="272310" y="750494"/>
                </a:lnTo>
                <a:lnTo>
                  <a:pt x="288808" y="759952"/>
                </a:lnTo>
                <a:lnTo>
                  <a:pt x="306476" y="767048"/>
                </a:lnTo>
                <a:lnTo>
                  <a:pt x="324650" y="772744"/>
                </a:lnTo>
                <a:lnTo>
                  <a:pt x="343091" y="777507"/>
                </a:lnTo>
                <a:lnTo>
                  <a:pt x="361693" y="781583"/>
                </a:lnTo>
                <a:lnTo>
                  <a:pt x="380409" y="785127"/>
                </a:lnTo>
                <a:lnTo>
                  <a:pt x="399202" y="788232"/>
                </a:lnTo>
                <a:lnTo>
                  <a:pt x="418052" y="790985"/>
                </a:lnTo>
                <a:lnTo>
                  <a:pt x="436950" y="793423"/>
                </a:lnTo>
                <a:lnTo>
                  <a:pt x="455867" y="795595"/>
                </a:lnTo>
                <a:lnTo>
                  <a:pt x="474821" y="797528"/>
                </a:lnTo>
                <a:lnTo>
                  <a:pt x="493795" y="799243"/>
                </a:lnTo>
                <a:lnTo>
                  <a:pt x="512778" y="800757"/>
                </a:lnTo>
                <a:lnTo>
                  <a:pt x="531781" y="802091"/>
                </a:lnTo>
                <a:lnTo>
                  <a:pt x="550793" y="803253"/>
                </a:lnTo>
                <a:lnTo>
                  <a:pt x="569814" y="804253"/>
                </a:lnTo>
                <a:lnTo>
                  <a:pt x="588845" y="805101"/>
                </a:lnTo>
                <a:lnTo>
                  <a:pt x="607886" y="805796"/>
                </a:lnTo>
                <a:lnTo>
                  <a:pt x="626926" y="806358"/>
                </a:lnTo>
                <a:lnTo>
                  <a:pt x="645966" y="806777"/>
                </a:lnTo>
                <a:lnTo>
                  <a:pt x="665016" y="807063"/>
                </a:lnTo>
                <a:lnTo>
                  <a:pt x="684066" y="807215"/>
                </a:lnTo>
                <a:lnTo>
                  <a:pt x="703107" y="807234"/>
                </a:lnTo>
                <a:lnTo>
                  <a:pt x="722157" y="807120"/>
                </a:lnTo>
                <a:lnTo>
                  <a:pt x="741207" y="806872"/>
                </a:lnTo>
                <a:lnTo>
                  <a:pt x="760247" y="806491"/>
                </a:lnTo>
                <a:lnTo>
                  <a:pt x="779288" y="805977"/>
                </a:lnTo>
                <a:lnTo>
                  <a:pt x="798328" y="805320"/>
                </a:lnTo>
                <a:lnTo>
                  <a:pt x="817359" y="804520"/>
                </a:lnTo>
                <a:lnTo>
                  <a:pt x="836390" y="803558"/>
                </a:lnTo>
                <a:lnTo>
                  <a:pt x="855402" y="802443"/>
                </a:lnTo>
                <a:lnTo>
                  <a:pt x="874405" y="801167"/>
                </a:lnTo>
                <a:lnTo>
                  <a:pt x="893397" y="799700"/>
                </a:lnTo>
                <a:lnTo>
                  <a:pt x="912381" y="798052"/>
                </a:lnTo>
                <a:lnTo>
                  <a:pt x="931335" y="796185"/>
                </a:lnTo>
                <a:lnTo>
                  <a:pt x="950262" y="794090"/>
                </a:lnTo>
                <a:lnTo>
                  <a:pt x="969169" y="791728"/>
                </a:lnTo>
                <a:lnTo>
                  <a:pt x="988028" y="789070"/>
                </a:lnTo>
                <a:lnTo>
                  <a:pt x="1006840" y="786079"/>
                </a:lnTo>
                <a:lnTo>
                  <a:pt x="1025585" y="782669"/>
                </a:lnTo>
                <a:lnTo>
                  <a:pt x="1044226" y="778764"/>
                </a:lnTo>
                <a:lnTo>
                  <a:pt x="1062723" y="774230"/>
                </a:lnTo>
                <a:lnTo>
                  <a:pt x="1080992" y="768829"/>
                </a:lnTo>
                <a:lnTo>
                  <a:pt x="1098852" y="762219"/>
                </a:lnTo>
                <a:lnTo>
                  <a:pt x="1115816" y="753608"/>
                </a:lnTo>
                <a:lnTo>
                  <a:pt x="1130103" y="741188"/>
                </a:lnTo>
                <a:lnTo>
                  <a:pt x="1136371" y="723433"/>
                </a:lnTo>
                <a:lnTo>
                  <a:pt x="1142733" y="705479"/>
                </a:lnTo>
                <a:lnTo>
                  <a:pt x="1149096" y="687524"/>
                </a:lnTo>
                <a:lnTo>
                  <a:pt x="1155459" y="669569"/>
                </a:lnTo>
                <a:lnTo>
                  <a:pt x="1161821" y="651615"/>
                </a:lnTo>
                <a:lnTo>
                  <a:pt x="1168184" y="633660"/>
                </a:lnTo>
                <a:lnTo>
                  <a:pt x="1174547" y="615706"/>
                </a:lnTo>
                <a:lnTo>
                  <a:pt x="1180910" y="597751"/>
                </a:lnTo>
                <a:lnTo>
                  <a:pt x="1187272" y="579796"/>
                </a:lnTo>
                <a:lnTo>
                  <a:pt x="1193635" y="561842"/>
                </a:lnTo>
                <a:lnTo>
                  <a:pt x="1199998" y="543887"/>
                </a:lnTo>
                <a:lnTo>
                  <a:pt x="1206360" y="525932"/>
                </a:lnTo>
                <a:lnTo>
                  <a:pt x="1212723" y="507978"/>
                </a:lnTo>
                <a:lnTo>
                  <a:pt x="1219086" y="490023"/>
                </a:lnTo>
                <a:lnTo>
                  <a:pt x="1225448" y="472069"/>
                </a:lnTo>
                <a:lnTo>
                  <a:pt x="1231811" y="454114"/>
                </a:lnTo>
                <a:lnTo>
                  <a:pt x="1238174" y="436159"/>
                </a:lnTo>
                <a:lnTo>
                  <a:pt x="1244537" y="418205"/>
                </a:lnTo>
                <a:lnTo>
                  <a:pt x="1250899" y="400250"/>
                </a:lnTo>
                <a:lnTo>
                  <a:pt x="1257262" y="382295"/>
                </a:lnTo>
                <a:lnTo>
                  <a:pt x="1263625" y="364341"/>
                </a:lnTo>
                <a:lnTo>
                  <a:pt x="1269987" y="346386"/>
                </a:lnTo>
                <a:lnTo>
                  <a:pt x="1276350" y="328432"/>
                </a:lnTo>
                <a:lnTo>
                  <a:pt x="1282713" y="310477"/>
                </a:lnTo>
                <a:lnTo>
                  <a:pt x="1289085" y="292522"/>
                </a:lnTo>
                <a:lnTo>
                  <a:pt x="1295448" y="274568"/>
                </a:lnTo>
                <a:lnTo>
                  <a:pt x="1301810" y="256613"/>
                </a:lnTo>
                <a:lnTo>
                  <a:pt x="1308173" y="238658"/>
                </a:lnTo>
                <a:lnTo>
                  <a:pt x="1314536" y="220704"/>
                </a:lnTo>
                <a:lnTo>
                  <a:pt x="1320898" y="202749"/>
                </a:lnTo>
                <a:lnTo>
                  <a:pt x="1327261" y="184795"/>
                </a:lnTo>
                <a:lnTo>
                  <a:pt x="1333624" y="166840"/>
                </a:lnTo>
                <a:lnTo>
                  <a:pt x="1339987" y="148885"/>
                </a:lnTo>
                <a:lnTo>
                  <a:pt x="1346349" y="130931"/>
                </a:lnTo>
                <a:lnTo>
                  <a:pt x="1352712" y="112976"/>
                </a:lnTo>
                <a:lnTo>
                  <a:pt x="1359075" y="95021"/>
                </a:lnTo>
                <a:lnTo>
                  <a:pt x="1365437" y="77067"/>
                </a:lnTo>
                <a:lnTo>
                  <a:pt x="1371800" y="59112"/>
                </a:lnTo>
                <a:lnTo>
                  <a:pt x="1378163" y="41158"/>
                </a:lnTo>
                <a:lnTo>
                  <a:pt x="1384525" y="23203"/>
                </a:lnTo>
                <a:lnTo>
                  <a:pt x="1390888" y="5248"/>
                </a:lnTo>
                <a:lnTo>
                  <a:pt x="1386716" y="11630"/>
                </a:lnTo>
                <a:lnTo>
                  <a:pt x="1370648" y="21698"/>
                </a:lnTo>
                <a:lnTo>
                  <a:pt x="1352893" y="28575"/>
                </a:lnTo>
                <a:lnTo>
                  <a:pt x="1334614" y="33928"/>
                </a:lnTo>
                <a:lnTo>
                  <a:pt x="1316088" y="38376"/>
                </a:lnTo>
                <a:lnTo>
                  <a:pt x="1297429" y="42196"/>
                </a:lnTo>
                <a:lnTo>
                  <a:pt x="1278684" y="45558"/>
                </a:lnTo>
                <a:lnTo>
                  <a:pt x="1259872" y="48549"/>
                </a:lnTo>
                <a:lnTo>
                  <a:pt x="1241012" y="51245"/>
                </a:lnTo>
                <a:lnTo>
                  <a:pt x="1222124" y="53702"/>
                </a:lnTo>
                <a:lnTo>
                  <a:pt x="1203208" y="55940"/>
                </a:lnTo>
                <a:lnTo>
                  <a:pt x="1184272" y="57998"/>
                </a:lnTo>
                <a:lnTo>
                  <a:pt x="1165317" y="59893"/>
                </a:lnTo>
                <a:lnTo>
                  <a:pt x="1146353" y="61646"/>
                </a:lnTo>
                <a:lnTo>
                  <a:pt x="1127369" y="63275"/>
                </a:lnTo>
                <a:lnTo>
                  <a:pt x="1108377" y="64789"/>
                </a:lnTo>
                <a:lnTo>
                  <a:pt x="1089384" y="66180"/>
                </a:lnTo>
                <a:lnTo>
                  <a:pt x="1070381" y="67485"/>
                </a:lnTo>
                <a:lnTo>
                  <a:pt x="1051370" y="68685"/>
                </a:lnTo>
                <a:lnTo>
                  <a:pt x="1032358" y="69809"/>
                </a:lnTo>
                <a:lnTo>
                  <a:pt x="1013336" y="70847"/>
                </a:lnTo>
                <a:lnTo>
                  <a:pt x="994305" y="71799"/>
                </a:lnTo>
                <a:lnTo>
                  <a:pt x="975284" y="72685"/>
                </a:lnTo>
                <a:lnTo>
                  <a:pt x="956253" y="73495"/>
                </a:lnTo>
                <a:lnTo>
                  <a:pt x="937212" y="74247"/>
                </a:lnTo>
                <a:lnTo>
                  <a:pt x="918181" y="74924"/>
                </a:lnTo>
                <a:lnTo>
                  <a:pt x="899141" y="75533"/>
                </a:lnTo>
                <a:lnTo>
                  <a:pt x="880100" y="76095"/>
                </a:lnTo>
                <a:lnTo>
                  <a:pt x="861060" y="76591"/>
                </a:lnTo>
                <a:lnTo>
                  <a:pt x="842010" y="77029"/>
                </a:lnTo>
                <a:lnTo>
                  <a:pt x="822970" y="77410"/>
                </a:lnTo>
                <a:lnTo>
                  <a:pt x="803920" y="77734"/>
                </a:lnTo>
                <a:lnTo>
                  <a:pt x="784879" y="78010"/>
                </a:lnTo>
                <a:lnTo>
                  <a:pt x="765829" y="78229"/>
                </a:lnTo>
                <a:lnTo>
                  <a:pt x="746779" y="78400"/>
                </a:lnTo>
                <a:lnTo>
                  <a:pt x="727729" y="78505"/>
                </a:lnTo>
                <a:lnTo>
                  <a:pt x="708679" y="78562"/>
                </a:lnTo>
                <a:lnTo>
                  <a:pt x="689639" y="78572"/>
                </a:lnTo>
                <a:lnTo>
                  <a:pt x="670589" y="78524"/>
                </a:lnTo>
                <a:lnTo>
                  <a:pt x="651539" y="78429"/>
                </a:lnTo>
                <a:lnTo>
                  <a:pt x="632489" y="78286"/>
                </a:lnTo>
                <a:lnTo>
                  <a:pt x="613439" y="78086"/>
                </a:lnTo>
                <a:lnTo>
                  <a:pt x="594398" y="77819"/>
                </a:lnTo>
                <a:lnTo>
                  <a:pt x="575348" y="77514"/>
                </a:lnTo>
                <a:lnTo>
                  <a:pt x="556308" y="77143"/>
                </a:lnTo>
                <a:lnTo>
                  <a:pt x="537258" y="76724"/>
                </a:lnTo>
                <a:lnTo>
                  <a:pt x="518217" y="76248"/>
                </a:lnTo>
                <a:lnTo>
                  <a:pt x="499177" y="75705"/>
                </a:lnTo>
                <a:lnTo>
                  <a:pt x="480136" y="75105"/>
                </a:lnTo>
                <a:lnTo>
                  <a:pt x="461096" y="74447"/>
                </a:lnTo>
                <a:lnTo>
                  <a:pt x="442065" y="73724"/>
                </a:lnTo>
                <a:lnTo>
                  <a:pt x="423034" y="72933"/>
                </a:lnTo>
                <a:lnTo>
                  <a:pt x="404003" y="72066"/>
                </a:lnTo>
                <a:lnTo>
                  <a:pt x="384981" y="71133"/>
                </a:lnTo>
                <a:lnTo>
                  <a:pt x="365960" y="70123"/>
                </a:lnTo>
                <a:lnTo>
                  <a:pt x="346939" y="69028"/>
                </a:lnTo>
                <a:lnTo>
                  <a:pt x="327927" y="67847"/>
                </a:lnTo>
                <a:lnTo>
                  <a:pt x="308924" y="66580"/>
                </a:lnTo>
                <a:lnTo>
                  <a:pt x="289922" y="65199"/>
                </a:lnTo>
                <a:lnTo>
                  <a:pt x="270929" y="63732"/>
                </a:lnTo>
                <a:lnTo>
                  <a:pt x="251946" y="62141"/>
                </a:lnTo>
                <a:lnTo>
                  <a:pt x="232982" y="60427"/>
                </a:lnTo>
                <a:lnTo>
                  <a:pt x="214017" y="58569"/>
                </a:lnTo>
                <a:lnTo>
                  <a:pt x="195072" y="56559"/>
                </a:lnTo>
                <a:lnTo>
                  <a:pt x="176155" y="54378"/>
                </a:lnTo>
                <a:lnTo>
                  <a:pt x="157258" y="51987"/>
                </a:lnTo>
                <a:lnTo>
                  <a:pt x="138389" y="49368"/>
                </a:lnTo>
                <a:lnTo>
                  <a:pt x="119558" y="46463"/>
                </a:lnTo>
                <a:lnTo>
                  <a:pt x="100794" y="43224"/>
                </a:lnTo>
                <a:lnTo>
                  <a:pt x="82096" y="39548"/>
                </a:lnTo>
                <a:lnTo>
                  <a:pt x="63532" y="35309"/>
                </a:lnTo>
                <a:lnTo>
                  <a:pt x="45168" y="30261"/>
                </a:lnTo>
                <a:lnTo>
                  <a:pt x="27203" y="23927"/>
                </a:lnTo>
                <a:lnTo>
                  <a:pt x="10363" y="15116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78A8D5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52" name="funnel-step-cap-3">
            <a:extLst xmlns:a="http://schemas.openxmlformats.org/drawingml/2006/main">
              <a:ext uri="{FF2B5EF4-FFF2-40B4-BE49-F238E27FC236}">
                <a16:creationId xmlns:a16="http://schemas.microsoft.com/office/drawing/2014/main" id="{2CE8191F-E37B-4D55-975A-C16054C99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23271" y="5119688"/>
            <a:ext cx="1392707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8A8D5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53" name="funnel-flow-arrow">
            <a:extLst xmlns:a="http://schemas.openxmlformats.org/drawingml/2006/main">
              <a:ext uri="{FF2B5EF4-FFF2-40B4-BE49-F238E27FC236}">
                <a16:creationId xmlns:a16="http://schemas.microsoft.com/office/drawing/2014/main" id="{5C8A6666-5631-46D4-849F-539934506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52850" y="2466975"/>
            <a:ext cx="1733550" cy="3631149"/>
          </a:xfrm>
          <a:custGeom xmlns:a="http://schemas.openxmlformats.org/drawingml/2006/main">
            <a:pathLst>
              <a:path w="1733550" h="3631149">
                <a:moveTo>
                  <a:pt x="0" y="0"/>
                </a:moveTo>
                <a:lnTo>
                  <a:pt x="0" y="42824"/>
                </a:lnTo>
                <a:lnTo>
                  <a:pt x="8630" y="84668"/>
                </a:lnTo>
                <a:lnTo>
                  <a:pt x="18345" y="126378"/>
                </a:lnTo>
                <a:lnTo>
                  <a:pt x="28061" y="168088"/>
                </a:lnTo>
                <a:lnTo>
                  <a:pt x="37776" y="209807"/>
                </a:lnTo>
                <a:lnTo>
                  <a:pt x="47492" y="251517"/>
                </a:lnTo>
                <a:lnTo>
                  <a:pt x="57207" y="293227"/>
                </a:lnTo>
                <a:lnTo>
                  <a:pt x="66923" y="334947"/>
                </a:lnTo>
                <a:lnTo>
                  <a:pt x="76638" y="376657"/>
                </a:lnTo>
                <a:lnTo>
                  <a:pt x="86354" y="418367"/>
                </a:lnTo>
                <a:lnTo>
                  <a:pt x="96069" y="460077"/>
                </a:lnTo>
                <a:lnTo>
                  <a:pt x="105785" y="501796"/>
                </a:lnTo>
                <a:lnTo>
                  <a:pt x="115500" y="543506"/>
                </a:lnTo>
                <a:lnTo>
                  <a:pt x="125216" y="585216"/>
                </a:lnTo>
                <a:lnTo>
                  <a:pt x="134931" y="626926"/>
                </a:lnTo>
                <a:lnTo>
                  <a:pt x="144647" y="668645"/>
                </a:lnTo>
                <a:lnTo>
                  <a:pt x="154362" y="710355"/>
                </a:lnTo>
                <a:lnTo>
                  <a:pt x="164078" y="752065"/>
                </a:lnTo>
                <a:lnTo>
                  <a:pt x="173793" y="793785"/>
                </a:lnTo>
                <a:lnTo>
                  <a:pt x="183509" y="835495"/>
                </a:lnTo>
                <a:lnTo>
                  <a:pt x="193224" y="877205"/>
                </a:lnTo>
                <a:lnTo>
                  <a:pt x="201378" y="919248"/>
                </a:lnTo>
                <a:lnTo>
                  <a:pt x="209312" y="961339"/>
                </a:lnTo>
                <a:lnTo>
                  <a:pt x="216751" y="1003516"/>
                </a:lnTo>
                <a:lnTo>
                  <a:pt x="224190" y="1045693"/>
                </a:lnTo>
                <a:lnTo>
                  <a:pt x="231629" y="1087869"/>
                </a:lnTo>
                <a:lnTo>
                  <a:pt x="239068" y="1130046"/>
                </a:lnTo>
                <a:lnTo>
                  <a:pt x="246507" y="1172223"/>
                </a:lnTo>
                <a:lnTo>
                  <a:pt x="253946" y="1214409"/>
                </a:lnTo>
                <a:lnTo>
                  <a:pt x="261385" y="1256586"/>
                </a:lnTo>
                <a:lnTo>
                  <a:pt x="268815" y="1298762"/>
                </a:lnTo>
                <a:lnTo>
                  <a:pt x="276254" y="1340939"/>
                </a:lnTo>
                <a:lnTo>
                  <a:pt x="283693" y="1383116"/>
                </a:lnTo>
                <a:lnTo>
                  <a:pt x="291132" y="1425292"/>
                </a:lnTo>
                <a:lnTo>
                  <a:pt x="298571" y="1467479"/>
                </a:lnTo>
                <a:lnTo>
                  <a:pt x="306010" y="1509655"/>
                </a:lnTo>
                <a:lnTo>
                  <a:pt x="313449" y="1551832"/>
                </a:lnTo>
                <a:lnTo>
                  <a:pt x="320888" y="1594009"/>
                </a:lnTo>
                <a:lnTo>
                  <a:pt x="328317" y="1636185"/>
                </a:lnTo>
                <a:lnTo>
                  <a:pt x="335756" y="1678362"/>
                </a:lnTo>
                <a:lnTo>
                  <a:pt x="343195" y="1720548"/>
                </a:lnTo>
                <a:lnTo>
                  <a:pt x="350634" y="1762725"/>
                </a:lnTo>
                <a:lnTo>
                  <a:pt x="357930" y="1804921"/>
                </a:lnTo>
                <a:lnTo>
                  <a:pt x="364960" y="1847174"/>
                </a:lnTo>
                <a:lnTo>
                  <a:pt x="371846" y="1889446"/>
                </a:lnTo>
                <a:lnTo>
                  <a:pt x="378619" y="1931737"/>
                </a:lnTo>
                <a:lnTo>
                  <a:pt x="385391" y="1974028"/>
                </a:lnTo>
                <a:lnTo>
                  <a:pt x="392163" y="2016319"/>
                </a:lnTo>
                <a:lnTo>
                  <a:pt x="398936" y="2058610"/>
                </a:lnTo>
                <a:lnTo>
                  <a:pt x="405698" y="2100901"/>
                </a:lnTo>
                <a:lnTo>
                  <a:pt x="412471" y="2143192"/>
                </a:lnTo>
                <a:lnTo>
                  <a:pt x="419243" y="2185483"/>
                </a:lnTo>
                <a:lnTo>
                  <a:pt x="426015" y="2227764"/>
                </a:lnTo>
                <a:lnTo>
                  <a:pt x="432787" y="2270055"/>
                </a:lnTo>
                <a:lnTo>
                  <a:pt x="439560" y="2312346"/>
                </a:lnTo>
                <a:lnTo>
                  <a:pt x="446332" y="2354637"/>
                </a:lnTo>
                <a:lnTo>
                  <a:pt x="453104" y="2396928"/>
                </a:lnTo>
                <a:lnTo>
                  <a:pt x="459877" y="2439219"/>
                </a:lnTo>
                <a:lnTo>
                  <a:pt x="466649" y="2481510"/>
                </a:lnTo>
                <a:lnTo>
                  <a:pt x="473412" y="2523801"/>
                </a:lnTo>
                <a:lnTo>
                  <a:pt x="480184" y="2566092"/>
                </a:lnTo>
                <a:lnTo>
                  <a:pt x="486956" y="2608383"/>
                </a:lnTo>
                <a:lnTo>
                  <a:pt x="493728" y="2650674"/>
                </a:lnTo>
                <a:lnTo>
                  <a:pt x="500501" y="2692965"/>
                </a:lnTo>
                <a:lnTo>
                  <a:pt x="507101" y="2735285"/>
                </a:lnTo>
                <a:lnTo>
                  <a:pt x="513655" y="2777604"/>
                </a:lnTo>
                <a:lnTo>
                  <a:pt x="520151" y="2819933"/>
                </a:lnTo>
                <a:lnTo>
                  <a:pt x="526656" y="2862272"/>
                </a:lnTo>
                <a:lnTo>
                  <a:pt x="533152" y="2904601"/>
                </a:lnTo>
                <a:lnTo>
                  <a:pt x="539648" y="2946940"/>
                </a:lnTo>
                <a:lnTo>
                  <a:pt x="503596" y="2952750"/>
                </a:lnTo>
                <a:lnTo>
                  <a:pt x="460762" y="2952750"/>
                </a:lnTo>
                <a:lnTo>
                  <a:pt x="417938" y="2952750"/>
                </a:lnTo>
                <a:lnTo>
                  <a:pt x="375104" y="2952750"/>
                </a:lnTo>
                <a:lnTo>
                  <a:pt x="332280" y="2952750"/>
                </a:lnTo>
                <a:lnTo>
                  <a:pt x="289446" y="2952750"/>
                </a:lnTo>
                <a:lnTo>
                  <a:pt x="246621" y="2952750"/>
                </a:lnTo>
                <a:lnTo>
                  <a:pt x="225571" y="2962113"/>
                </a:lnTo>
                <a:lnTo>
                  <a:pt x="255032" y="2993193"/>
                </a:lnTo>
                <a:lnTo>
                  <a:pt x="284502" y="3024283"/>
                </a:lnTo>
                <a:lnTo>
                  <a:pt x="313963" y="3055363"/>
                </a:lnTo>
                <a:lnTo>
                  <a:pt x="343424" y="3086443"/>
                </a:lnTo>
                <a:lnTo>
                  <a:pt x="372894" y="3117533"/>
                </a:lnTo>
                <a:lnTo>
                  <a:pt x="402355" y="3148613"/>
                </a:lnTo>
                <a:lnTo>
                  <a:pt x="431825" y="3179702"/>
                </a:lnTo>
                <a:lnTo>
                  <a:pt x="461286" y="3210782"/>
                </a:lnTo>
                <a:lnTo>
                  <a:pt x="490747" y="3241862"/>
                </a:lnTo>
                <a:lnTo>
                  <a:pt x="520217" y="3272952"/>
                </a:lnTo>
                <a:lnTo>
                  <a:pt x="549678" y="3304032"/>
                </a:lnTo>
                <a:lnTo>
                  <a:pt x="579139" y="3335112"/>
                </a:lnTo>
                <a:lnTo>
                  <a:pt x="608609" y="3366202"/>
                </a:lnTo>
                <a:lnTo>
                  <a:pt x="638070" y="3397282"/>
                </a:lnTo>
                <a:lnTo>
                  <a:pt x="667541" y="3428362"/>
                </a:lnTo>
                <a:lnTo>
                  <a:pt x="697001" y="3459451"/>
                </a:lnTo>
                <a:lnTo>
                  <a:pt x="726462" y="3490532"/>
                </a:lnTo>
                <a:lnTo>
                  <a:pt x="755933" y="3521612"/>
                </a:lnTo>
                <a:lnTo>
                  <a:pt x="785393" y="3552701"/>
                </a:lnTo>
                <a:lnTo>
                  <a:pt x="814854" y="3583781"/>
                </a:lnTo>
                <a:lnTo>
                  <a:pt x="844325" y="3614861"/>
                </a:lnTo>
                <a:lnTo>
                  <a:pt x="873785" y="3631149"/>
                </a:lnTo>
                <a:lnTo>
                  <a:pt x="903256" y="3600069"/>
                </a:lnTo>
                <a:lnTo>
                  <a:pt x="932717" y="3568989"/>
                </a:lnTo>
                <a:lnTo>
                  <a:pt x="962177" y="3537899"/>
                </a:lnTo>
                <a:lnTo>
                  <a:pt x="991648" y="3506819"/>
                </a:lnTo>
                <a:lnTo>
                  <a:pt x="1021109" y="3475739"/>
                </a:lnTo>
                <a:lnTo>
                  <a:pt x="1050579" y="3444650"/>
                </a:lnTo>
                <a:lnTo>
                  <a:pt x="1080040" y="3413570"/>
                </a:lnTo>
                <a:lnTo>
                  <a:pt x="1109501" y="3382480"/>
                </a:lnTo>
                <a:lnTo>
                  <a:pt x="1138971" y="3351400"/>
                </a:lnTo>
                <a:lnTo>
                  <a:pt x="1168432" y="3320320"/>
                </a:lnTo>
                <a:lnTo>
                  <a:pt x="1197893" y="3289230"/>
                </a:lnTo>
                <a:lnTo>
                  <a:pt x="1227363" y="3258150"/>
                </a:lnTo>
                <a:lnTo>
                  <a:pt x="1256824" y="3227070"/>
                </a:lnTo>
                <a:lnTo>
                  <a:pt x="1286294" y="3195980"/>
                </a:lnTo>
                <a:lnTo>
                  <a:pt x="1315755" y="3164900"/>
                </a:lnTo>
                <a:lnTo>
                  <a:pt x="1345216" y="3133820"/>
                </a:lnTo>
                <a:lnTo>
                  <a:pt x="1374686" y="3102731"/>
                </a:lnTo>
                <a:lnTo>
                  <a:pt x="1404147" y="3071651"/>
                </a:lnTo>
                <a:lnTo>
                  <a:pt x="1433608" y="3040571"/>
                </a:lnTo>
                <a:lnTo>
                  <a:pt x="1463078" y="3009481"/>
                </a:lnTo>
                <a:lnTo>
                  <a:pt x="1492539" y="2978401"/>
                </a:lnTo>
                <a:lnTo>
                  <a:pt x="1509370" y="2952750"/>
                </a:lnTo>
                <a:lnTo>
                  <a:pt x="1466545" y="2952750"/>
                </a:lnTo>
                <a:lnTo>
                  <a:pt x="1423711" y="2952750"/>
                </a:lnTo>
                <a:lnTo>
                  <a:pt x="1380887" y="2952750"/>
                </a:lnTo>
                <a:lnTo>
                  <a:pt x="1338053" y="2952750"/>
                </a:lnTo>
                <a:lnTo>
                  <a:pt x="1295229" y="2952750"/>
                </a:lnTo>
                <a:lnTo>
                  <a:pt x="1252395" y="2952750"/>
                </a:lnTo>
                <a:lnTo>
                  <a:pt x="1209570" y="2952750"/>
                </a:lnTo>
                <a:lnTo>
                  <a:pt x="1196988" y="2926785"/>
                </a:lnTo>
                <a:lnTo>
                  <a:pt x="1203493" y="2884456"/>
                </a:lnTo>
                <a:lnTo>
                  <a:pt x="1209989" y="2842117"/>
                </a:lnTo>
                <a:lnTo>
                  <a:pt x="1216485" y="2799788"/>
                </a:lnTo>
                <a:lnTo>
                  <a:pt x="1223010" y="2757459"/>
                </a:lnTo>
                <a:lnTo>
                  <a:pt x="1229573" y="2715130"/>
                </a:lnTo>
                <a:lnTo>
                  <a:pt x="1236269" y="2672829"/>
                </a:lnTo>
                <a:lnTo>
                  <a:pt x="1243041" y="2630538"/>
                </a:lnTo>
                <a:lnTo>
                  <a:pt x="1249813" y="2588247"/>
                </a:lnTo>
                <a:lnTo>
                  <a:pt x="1256586" y="2545956"/>
                </a:lnTo>
                <a:lnTo>
                  <a:pt x="1263358" y="2503675"/>
                </a:lnTo>
                <a:lnTo>
                  <a:pt x="1270130" y="2461384"/>
                </a:lnTo>
                <a:lnTo>
                  <a:pt x="1276902" y="2419093"/>
                </a:lnTo>
                <a:lnTo>
                  <a:pt x="1283675" y="2376802"/>
                </a:lnTo>
                <a:lnTo>
                  <a:pt x="1290447" y="2334511"/>
                </a:lnTo>
                <a:lnTo>
                  <a:pt x="1297210" y="2292220"/>
                </a:lnTo>
                <a:lnTo>
                  <a:pt x="1303982" y="2249929"/>
                </a:lnTo>
                <a:lnTo>
                  <a:pt x="1310754" y="2207638"/>
                </a:lnTo>
                <a:lnTo>
                  <a:pt x="1317527" y="2165347"/>
                </a:lnTo>
                <a:lnTo>
                  <a:pt x="1324299" y="2123056"/>
                </a:lnTo>
                <a:lnTo>
                  <a:pt x="1331071" y="2080765"/>
                </a:lnTo>
                <a:lnTo>
                  <a:pt x="1337843" y="2038474"/>
                </a:lnTo>
                <a:lnTo>
                  <a:pt x="1344616" y="1996183"/>
                </a:lnTo>
                <a:lnTo>
                  <a:pt x="1351388" y="1953892"/>
                </a:lnTo>
                <a:lnTo>
                  <a:pt x="1358160" y="1911601"/>
                </a:lnTo>
                <a:lnTo>
                  <a:pt x="1364923" y="1869310"/>
                </a:lnTo>
                <a:lnTo>
                  <a:pt x="1371933" y="1827066"/>
                </a:lnTo>
                <a:lnTo>
                  <a:pt x="1379020" y="1784823"/>
                </a:lnTo>
                <a:lnTo>
                  <a:pt x="1386459" y="1742646"/>
                </a:lnTo>
                <a:lnTo>
                  <a:pt x="1393898" y="1700470"/>
                </a:lnTo>
                <a:lnTo>
                  <a:pt x="1401328" y="1658293"/>
                </a:lnTo>
                <a:lnTo>
                  <a:pt x="1408767" y="1616107"/>
                </a:lnTo>
                <a:lnTo>
                  <a:pt x="1416206" y="1573930"/>
                </a:lnTo>
                <a:lnTo>
                  <a:pt x="1423645" y="1531753"/>
                </a:lnTo>
                <a:lnTo>
                  <a:pt x="1431084" y="1489577"/>
                </a:lnTo>
                <a:lnTo>
                  <a:pt x="1438523" y="1447400"/>
                </a:lnTo>
                <a:lnTo>
                  <a:pt x="1445962" y="1405214"/>
                </a:lnTo>
                <a:lnTo>
                  <a:pt x="1453401" y="1363037"/>
                </a:lnTo>
                <a:lnTo>
                  <a:pt x="1460830" y="1320860"/>
                </a:lnTo>
                <a:lnTo>
                  <a:pt x="1468269" y="1278684"/>
                </a:lnTo>
                <a:lnTo>
                  <a:pt x="1475708" y="1236507"/>
                </a:lnTo>
                <a:lnTo>
                  <a:pt x="1483147" y="1194330"/>
                </a:lnTo>
                <a:lnTo>
                  <a:pt x="1490586" y="1152144"/>
                </a:lnTo>
                <a:lnTo>
                  <a:pt x="1498025" y="1109967"/>
                </a:lnTo>
                <a:lnTo>
                  <a:pt x="1505464" y="1067791"/>
                </a:lnTo>
                <a:lnTo>
                  <a:pt x="1512903" y="1025614"/>
                </a:lnTo>
                <a:lnTo>
                  <a:pt x="1520333" y="983437"/>
                </a:lnTo>
                <a:lnTo>
                  <a:pt x="1527981" y="941299"/>
                </a:lnTo>
                <a:lnTo>
                  <a:pt x="1535982" y="899217"/>
                </a:lnTo>
                <a:lnTo>
                  <a:pt x="1544955" y="857355"/>
                </a:lnTo>
                <a:lnTo>
                  <a:pt x="1554671" y="815635"/>
                </a:lnTo>
                <a:lnTo>
                  <a:pt x="1564386" y="773925"/>
                </a:lnTo>
                <a:lnTo>
                  <a:pt x="1574102" y="732215"/>
                </a:lnTo>
                <a:lnTo>
                  <a:pt x="1583817" y="690496"/>
                </a:lnTo>
                <a:lnTo>
                  <a:pt x="1593533" y="648786"/>
                </a:lnTo>
                <a:lnTo>
                  <a:pt x="1603248" y="607076"/>
                </a:lnTo>
                <a:lnTo>
                  <a:pt x="1612964" y="565366"/>
                </a:lnTo>
                <a:lnTo>
                  <a:pt x="1622679" y="523646"/>
                </a:lnTo>
                <a:lnTo>
                  <a:pt x="1632395" y="481936"/>
                </a:lnTo>
                <a:lnTo>
                  <a:pt x="1642110" y="440226"/>
                </a:lnTo>
                <a:lnTo>
                  <a:pt x="1651825" y="398516"/>
                </a:lnTo>
                <a:lnTo>
                  <a:pt x="1661541" y="356797"/>
                </a:lnTo>
                <a:lnTo>
                  <a:pt x="1671257" y="315087"/>
                </a:lnTo>
                <a:lnTo>
                  <a:pt x="1680972" y="273377"/>
                </a:lnTo>
                <a:lnTo>
                  <a:pt x="1690688" y="231658"/>
                </a:lnTo>
                <a:lnTo>
                  <a:pt x="1700403" y="189948"/>
                </a:lnTo>
                <a:lnTo>
                  <a:pt x="1710119" y="148238"/>
                </a:lnTo>
                <a:lnTo>
                  <a:pt x="1719834" y="106528"/>
                </a:lnTo>
                <a:lnTo>
                  <a:pt x="1729550" y="64808"/>
                </a:lnTo>
                <a:lnTo>
                  <a:pt x="1733550" y="22441"/>
                </a:lnTo>
                <a:lnTo>
                  <a:pt x="1713167" y="0"/>
                </a:lnTo>
                <a:lnTo>
                  <a:pt x="1670333" y="0"/>
                </a:lnTo>
                <a:lnTo>
                  <a:pt x="1627508" y="0"/>
                </a:lnTo>
                <a:lnTo>
                  <a:pt x="1584674" y="0"/>
                </a:lnTo>
                <a:lnTo>
                  <a:pt x="1541850" y="0"/>
                </a:lnTo>
                <a:lnTo>
                  <a:pt x="1499016" y="0"/>
                </a:lnTo>
                <a:lnTo>
                  <a:pt x="1456192" y="0"/>
                </a:lnTo>
                <a:lnTo>
                  <a:pt x="1413358" y="0"/>
                </a:lnTo>
                <a:lnTo>
                  <a:pt x="1370533" y="0"/>
                </a:lnTo>
                <a:lnTo>
                  <a:pt x="1327699" y="0"/>
                </a:lnTo>
                <a:lnTo>
                  <a:pt x="1284875" y="0"/>
                </a:lnTo>
                <a:lnTo>
                  <a:pt x="1242041" y="0"/>
                </a:lnTo>
                <a:lnTo>
                  <a:pt x="1199217" y="0"/>
                </a:lnTo>
                <a:lnTo>
                  <a:pt x="1156383" y="0"/>
                </a:lnTo>
                <a:lnTo>
                  <a:pt x="1113558" y="0"/>
                </a:lnTo>
                <a:lnTo>
                  <a:pt x="1070724" y="0"/>
                </a:lnTo>
                <a:lnTo>
                  <a:pt x="1027900" y="0"/>
                </a:lnTo>
                <a:lnTo>
                  <a:pt x="985066" y="0"/>
                </a:lnTo>
                <a:lnTo>
                  <a:pt x="942242" y="0"/>
                </a:lnTo>
                <a:lnTo>
                  <a:pt x="899408" y="0"/>
                </a:lnTo>
                <a:lnTo>
                  <a:pt x="856583" y="0"/>
                </a:lnTo>
                <a:lnTo>
                  <a:pt x="813749" y="0"/>
                </a:lnTo>
                <a:lnTo>
                  <a:pt x="770925" y="0"/>
                </a:lnTo>
                <a:lnTo>
                  <a:pt x="728091" y="0"/>
                </a:lnTo>
                <a:lnTo>
                  <a:pt x="685267" y="0"/>
                </a:lnTo>
                <a:lnTo>
                  <a:pt x="642433" y="0"/>
                </a:lnTo>
                <a:lnTo>
                  <a:pt x="599608" y="0"/>
                </a:lnTo>
                <a:lnTo>
                  <a:pt x="556774" y="0"/>
                </a:lnTo>
                <a:lnTo>
                  <a:pt x="513950" y="0"/>
                </a:lnTo>
                <a:lnTo>
                  <a:pt x="471116" y="0"/>
                </a:lnTo>
                <a:lnTo>
                  <a:pt x="428292" y="0"/>
                </a:lnTo>
                <a:lnTo>
                  <a:pt x="385458" y="0"/>
                </a:lnTo>
                <a:lnTo>
                  <a:pt x="342633" y="0"/>
                </a:lnTo>
                <a:lnTo>
                  <a:pt x="299799" y="0"/>
                </a:lnTo>
                <a:lnTo>
                  <a:pt x="256975" y="0"/>
                </a:lnTo>
                <a:lnTo>
                  <a:pt x="214141" y="0"/>
                </a:lnTo>
                <a:lnTo>
                  <a:pt x="171317" y="0"/>
                </a:lnTo>
                <a:lnTo>
                  <a:pt x="128492" y="0"/>
                </a:lnTo>
                <a:lnTo>
                  <a:pt x="85658" y="0"/>
                </a:lnTo>
                <a:lnTo>
                  <a:pt x="42824" y="0"/>
                </a:lnTo>
                <a:lnTo>
                  <a:pt x="0" y="0"/>
                </a:lnTo>
                <a:close/>
              </a:path>
            </a:pathLst>
          </a:custGeom>
          <a:gradFill xmlns:a="http://schemas.openxmlformats.org/drawingml/2006/main">
            <a:gsLst>
              <a:gs pos="0">
                <a:srgbClr val="000000"/>
              </a:gs>
              <a:gs pos="42">
                <a:srgbClr val="B8D8F2">
                  <a:alpha val="16000"/>
                </a:srgbClr>
              </a:gs>
              <a:gs pos="76">
                <a:srgbClr val="8FC4EE">
                  <a:alpha val="32000"/>
                </a:srgbClr>
              </a:gs>
              <a:gs pos="100">
                <a:srgbClr val="72B3E8">
                  <a:alpha val="52000"/>
                </a:srgbClr>
              </a:gs>
            </a:gsLst>
            <a:lin ang="10800000"/>
          </a:gradFill>
          <a:ln xmlns:a="http://schemas.openxmlformats.org/drawingml/2006/main" w="9525">
            <a:noFill/>
            <a:prstDash val="solid"/>
          </a:ln>
        </p:spPr>
      </p:sp>
      <p:sp>
        <p:nvSpPr>
          <p:cNvPr id="54" name="phase-label-0">
            <a:extLst xmlns:a="http://schemas.openxmlformats.org/drawingml/2006/main">
              <a:ext uri="{FF2B5EF4-FFF2-40B4-BE49-F238E27FC236}">
                <a16:creationId xmlns:a16="http://schemas.microsoft.com/office/drawing/2014/main" id="{6532B242-5608-42E2-AA56-D8DD609D2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1638300"/>
            <a:ext cx="228600" cy="17478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阶段一</a:t>
            </a:r>
          </a:p>
        </p:txBody>
      </p:sp>
      <p:sp>
        <p:nvSpPr>
          <p:cNvPr id="55" name="phase-label-1">
            <a:extLst xmlns:a="http://schemas.openxmlformats.org/drawingml/2006/main">
              <a:ext uri="{FF2B5EF4-FFF2-40B4-BE49-F238E27FC236}">
                <a16:creationId xmlns:a16="http://schemas.microsoft.com/office/drawing/2014/main" id="{5E4588CA-258F-4C7C-A147-D1E26C0DA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3386138"/>
            <a:ext cx="228600" cy="9096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阶段二</a:t>
            </a:r>
          </a:p>
        </p:txBody>
      </p:sp>
      <p:sp>
        <p:nvSpPr>
          <p:cNvPr id="56" name="phase-label-2">
            <a:extLst xmlns:a="http://schemas.openxmlformats.org/drawingml/2006/main">
              <a:ext uri="{FF2B5EF4-FFF2-40B4-BE49-F238E27FC236}">
                <a16:creationId xmlns:a16="http://schemas.microsoft.com/office/drawing/2014/main" id="{826F3F4E-1ADD-4781-B9D3-8522B1EA4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4295775"/>
            <a:ext cx="228600" cy="1914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阶段三</a:t>
            </a:r>
          </a:p>
        </p:txBody>
      </p:sp>
      <p:sp>
        <p:nvSpPr>
          <p:cNvPr id="57" name="funnel-step-title-0">
            <a:extLst xmlns:a="http://schemas.openxmlformats.org/drawingml/2006/main">
              <a:ext uri="{FF2B5EF4-FFF2-40B4-BE49-F238E27FC236}">
                <a16:creationId xmlns:a16="http://schemas.microsoft.com/office/drawing/2014/main" id="{7ABAAD8F-4FFF-476B-9CC7-F550838A8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423199" y="2793206"/>
            <a:ext cx="2392861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3600"/>
              </a:lnSpc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广泛触达</a:t>
            </a:r>
          </a:p>
        </p:txBody>
      </p:sp>
      <p:sp>
        <p:nvSpPr>
          <p:cNvPr id="58" name="funnel-step-title-1">
            <a:extLst xmlns:a="http://schemas.openxmlformats.org/drawingml/2006/main">
              <a:ext uri="{FF2B5EF4-FFF2-40B4-BE49-F238E27FC236}">
                <a16:creationId xmlns:a16="http://schemas.microsoft.com/office/drawing/2014/main" id="{F622C823-A8C9-4CE1-B6F2-33224ED45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25018" y="3702844"/>
            <a:ext cx="1789214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3600"/>
              </a:lnSpc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兴趣识别</a:t>
            </a:r>
          </a:p>
        </p:txBody>
      </p:sp>
      <p:sp>
        <p:nvSpPr>
          <p:cNvPr id="59" name="funnel-step-title-2">
            <a:extLst xmlns:a="http://schemas.openxmlformats.org/drawingml/2006/main">
              <a:ext uri="{FF2B5EF4-FFF2-40B4-BE49-F238E27FC236}">
                <a16:creationId xmlns:a16="http://schemas.microsoft.com/office/drawing/2014/main" id="{B9553DE7-7499-43F0-9586-5CD36065E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99528" y="4612481"/>
            <a:ext cx="1240184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3600"/>
              </a:lnSpc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意向培育</a:t>
            </a:r>
          </a:p>
        </p:txBody>
      </p:sp>
      <p:sp>
        <p:nvSpPr>
          <p:cNvPr id="60" name="funnel-step-title-3">
            <a:extLst xmlns:a="http://schemas.openxmlformats.org/drawingml/2006/main">
              <a:ext uri="{FF2B5EF4-FFF2-40B4-BE49-F238E27FC236}">
                <a16:creationId xmlns:a16="http://schemas.microsoft.com/office/drawing/2014/main" id="{7B047E8A-9370-4D81-860B-ED622006E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200525" y="5522119"/>
            <a:ext cx="8382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行动转化</a:t>
            </a:r>
          </a:p>
        </p:txBody>
      </p:sp>
      <p:sp>
        <p:nvSpPr>
          <p:cNvPr id="61" name="input-core-0">
            <a:extLst xmlns:a="http://schemas.openxmlformats.org/drawingml/2006/main">
              <a:ext uri="{FF2B5EF4-FFF2-40B4-BE49-F238E27FC236}">
                <a16:creationId xmlns:a16="http://schemas.microsoft.com/office/drawing/2014/main" id="{B44FAAD9-E20F-413A-ACBB-83422C946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343275" y="190500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23"/>
          <a:fontRef xmlns:a="http://schemas.openxmlformats.org/drawingml/2006/main" idx="major"/>
        </p:style>
      </p:sp>
      <p:pic>
        <p:nvPicPr>
          <p:cNvPr id="12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e4b748f0f7e4eba">
            <a:extLst>
              <a:ext uri="{96DAC541-7B7A-43D3-8B79-37D633B846F1}">
                <asvg:svgBlip xmlns:asvg="http://schemas.microsoft.com/office/drawing/2016/SVG/main" r:embed="Re0e28b0e0ef847c0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3438525" y="2000250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63" name="input-core-1">
            <a:extLst xmlns:a="http://schemas.openxmlformats.org/drawingml/2006/main">
              <a:ext uri="{FF2B5EF4-FFF2-40B4-BE49-F238E27FC236}">
                <a16:creationId xmlns:a16="http://schemas.microsoft.com/office/drawing/2014/main" id="{DFAED1CB-A46D-42C4-AAD5-2DBF2C6AB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419600" y="1704975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23"/>
          <a:fontRef xmlns:a="http://schemas.openxmlformats.org/drawingml/2006/main" idx="major"/>
        </p:style>
      </p:sp>
      <p:pic>
        <p:nvPicPr>
          <p:cNvPr id="13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9abbf0b324b4ad2">
            <a:extLst>
              <a:ext uri="{96DAC541-7B7A-43D3-8B79-37D633B846F1}">
                <asvg:svgBlip xmlns:asvg="http://schemas.microsoft.com/office/drawing/2016/SVG/main" r:embed="R6df601cb74c047ec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4514850" y="1800225"/>
            <a:ext cx="209550" cy="209550"/>
          </a:xfrm>
          <a:prstGeom xmlns:a="http://schemas.openxmlformats.org/drawingml/2006/main" prst="rect">
            <a:avLst/>
          </a:prstGeom>
        </p:spPr>
      </p:pic>
      <p:sp>
        <p:nvSpPr>
          <p:cNvPr id="65" name="input-core-2">
            <a:extLst xmlns:a="http://schemas.openxmlformats.org/drawingml/2006/main">
              <a:ext uri="{FF2B5EF4-FFF2-40B4-BE49-F238E27FC236}">
                <a16:creationId xmlns:a16="http://schemas.microsoft.com/office/drawing/2014/main" id="{FB79AC5A-12CF-4D03-ADB3-8BBEF8F1B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438775" y="18478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23"/>
          <a:fontRef xmlns:a="http://schemas.openxmlformats.org/drawingml/2006/main" idx="major"/>
        </p:style>
      </p:sp>
      <p:pic>
        <p:nvPicPr>
          <p:cNvPr id="13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f09d4ad65a744e2">
            <a:extLst>
              <a:ext uri="{96DAC541-7B7A-43D3-8B79-37D633B846F1}">
                <asvg:svgBlip xmlns:asvg="http://schemas.microsoft.com/office/drawing/2016/SVG/main" r:embed="Ref3a211484304a4e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5534025" y="1943100"/>
            <a:ext cx="266700" cy="2667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2715289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9" name="phase-band-0">
            <a:extLst xmlns:a="http://schemas.openxmlformats.org/drawingml/2006/main">
              <a:ext uri="{FF2B5EF4-FFF2-40B4-BE49-F238E27FC236}">
                <a16:creationId xmlns:a16="http://schemas.microsoft.com/office/drawing/2014/main" id="{5FA518BC-F63A-42F9-858F-246147569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1638300"/>
            <a:ext cx="11144250" cy="17478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phase-band-1">
            <a:extLst xmlns:a="http://schemas.openxmlformats.org/drawingml/2006/main">
              <a:ext uri="{FF2B5EF4-FFF2-40B4-BE49-F238E27FC236}">
                <a16:creationId xmlns:a16="http://schemas.microsoft.com/office/drawing/2014/main" id="{731F5259-63F1-4EFD-B746-C290F43C5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3386138"/>
            <a:ext cx="11144250" cy="9096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38100">
            <a:solidFill>
              <a:srgbClr val="FFFFFF"/>
            </a:solidFill>
            <a:prstDash val="solid"/>
          </a:ln>
        </p:spPr>
      </p:sp>
      <p:sp>
        <p:nvSpPr>
          <p:cNvPr id="3" name="phase-band-2">
            <a:extLst xmlns:a="http://schemas.openxmlformats.org/drawingml/2006/main">
              <a:ext uri="{FF2B5EF4-FFF2-40B4-BE49-F238E27FC236}">
                <a16:creationId xmlns:a16="http://schemas.microsoft.com/office/drawing/2014/main" id="{D6F0BA2F-B444-4C08-877E-E2442C8AD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4295775"/>
            <a:ext cx="11144250" cy="1914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38100">
            <a:solidFill>
              <a:srgbClr val="FFFFFF"/>
            </a:solidFill>
            <a:prstDash val="solid"/>
          </a:ln>
        </p:spPr>
      </p:sp>
      <p:sp>
        <p:nvSpPr>
          <p:cNvPr id="4" name="phase-rail-0">
            <a:extLst xmlns:a="http://schemas.openxmlformats.org/drawingml/2006/main">
              <a:ext uri="{FF2B5EF4-FFF2-40B4-BE49-F238E27FC236}">
                <a16:creationId xmlns:a16="http://schemas.microsoft.com/office/drawing/2014/main" id="{C55ADC54-7571-4687-AD54-E93839C5D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1638300"/>
            <a:ext cx="514350" cy="1747504"/>
          </a:xfrm>
          <a:custGeom xmlns:a="http://schemas.openxmlformats.org/drawingml/2006/main">
            <a:pathLst>
              <a:path w="514350" h="1747504">
                <a:moveTo>
                  <a:pt x="0" y="0"/>
                </a:moveTo>
                <a:lnTo>
                  <a:pt x="19002" y="0"/>
                </a:lnTo>
                <a:lnTo>
                  <a:pt x="37995" y="0"/>
                </a:lnTo>
                <a:lnTo>
                  <a:pt x="56998" y="0"/>
                </a:lnTo>
                <a:lnTo>
                  <a:pt x="75990" y="0"/>
                </a:lnTo>
                <a:lnTo>
                  <a:pt x="94993" y="0"/>
                </a:lnTo>
                <a:lnTo>
                  <a:pt x="113995" y="0"/>
                </a:lnTo>
                <a:lnTo>
                  <a:pt x="132988" y="0"/>
                </a:lnTo>
                <a:lnTo>
                  <a:pt x="151990" y="0"/>
                </a:lnTo>
                <a:lnTo>
                  <a:pt x="170983" y="0"/>
                </a:lnTo>
                <a:lnTo>
                  <a:pt x="189986" y="0"/>
                </a:lnTo>
                <a:lnTo>
                  <a:pt x="208988" y="0"/>
                </a:lnTo>
                <a:lnTo>
                  <a:pt x="227981" y="0"/>
                </a:lnTo>
                <a:lnTo>
                  <a:pt x="246983" y="0"/>
                </a:lnTo>
                <a:lnTo>
                  <a:pt x="265976" y="0"/>
                </a:lnTo>
                <a:lnTo>
                  <a:pt x="284978" y="0"/>
                </a:lnTo>
                <a:lnTo>
                  <a:pt x="303981" y="0"/>
                </a:lnTo>
                <a:lnTo>
                  <a:pt x="322974" y="0"/>
                </a:lnTo>
                <a:lnTo>
                  <a:pt x="341976" y="0"/>
                </a:lnTo>
                <a:lnTo>
                  <a:pt x="360969" y="0"/>
                </a:lnTo>
                <a:lnTo>
                  <a:pt x="379971" y="0"/>
                </a:lnTo>
                <a:lnTo>
                  <a:pt x="398974" y="0"/>
                </a:lnTo>
                <a:lnTo>
                  <a:pt x="417967" y="0"/>
                </a:lnTo>
                <a:lnTo>
                  <a:pt x="436969" y="0"/>
                </a:lnTo>
                <a:lnTo>
                  <a:pt x="455962" y="0"/>
                </a:lnTo>
                <a:lnTo>
                  <a:pt x="474964" y="0"/>
                </a:lnTo>
                <a:lnTo>
                  <a:pt x="493967" y="0"/>
                </a:lnTo>
                <a:lnTo>
                  <a:pt x="512959" y="0"/>
                </a:lnTo>
                <a:lnTo>
                  <a:pt x="514350" y="17612"/>
                </a:lnTo>
                <a:lnTo>
                  <a:pt x="514350" y="36605"/>
                </a:lnTo>
                <a:lnTo>
                  <a:pt x="514350" y="55607"/>
                </a:lnTo>
                <a:lnTo>
                  <a:pt x="514350" y="74609"/>
                </a:lnTo>
                <a:lnTo>
                  <a:pt x="514350" y="93602"/>
                </a:lnTo>
                <a:lnTo>
                  <a:pt x="514350" y="112605"/>
                </a:lnTo>
                <a:lnTo>
                  <a:pt x="514350" y="131597"/>
                </a:lnTo>
                <a:lnTo>
                  <a:pt x="514350" y="150600"/>
                </a:lnTo>
                <a:lnTo>
                  <a:pt x="514350" y="169602"/>
                </a:lnTo>
                <a:lnTo>
                  <a:pt x="514350" y="188595"/>
                </a:lnTo>
                <a:lnTo>
                  <a:pt x="514350" y="207597"/>
                </a:lnTo>
                <a:lnTo>
                  <a:pt x="514350" y="226590"/>
                </a:lnTo>
                <a:lnTo>
                  <a:pt x="514350" y="245593"/>
                </a:lnTo>
                <a:lnTo>
                  <a:pt x="514350" y="264595"/>
                </a:lnTo>
                <a:lnTo>
                  <a:pt x="514350" y="283588"/>
                </a:lnTo>
                <a:lnTo>
                  <a:pt x="514350" y="302590"/>
                </a:lnTo>
                <a:lnTo>
                  <a:pt x="514350" y="321583"/>
                </a:lnTo>
                <a:lnTo>
                  <a:pt x="514350" y="340585"/>
                </a:lnTo>
                <a:lnTo>
                  <a:pt x="514350" y="359588"/>
                </a:lnTo>
                <a:lnTo>
                  <a:pt x="514350" y="378581"/>
                </a:lnTo>
                <a:lnTo>
                  <a:pt x="514350" y="397583"/>
                </a:lnTo>
                <a:lnTo>
                  <a:pt x="514350" y="416576"/>
                </a:lnTo>
                <a:lnTo>
                  <a:pt x="514350" y="435578"/>
                </a:lnTo>
                <a:lnTo>
                  <a:pt x="514350" y="454581"/>
                </a:lnTo>
                <a:lnTo>
                  <a:pt x="514350" y="473573"/>
                </a:lnTo>
                <a:lnTo>
                  <a:pt x="514350" y="492576"/>
                </a:lnTo>
                <a:lnTo>
                  <a:pt x="514350" y="511569"/>
                </a:lnTo>
                <a:lnTo>
                  <a:pt x="514350" y="530571"/>
                </a:lnTo>
                <a:lnTo>
                  <a:pt x="514350" y="549564"/>
                </a:lnTo>
                <a:lnTo>
                  <a:pt x="514350" y="568566"/>
                </a:lnTo>
                <a:lnTo>
                  <a:pt x="514350" y="587569"/>
                </a:lnTo>
                <a:lnTo>
                  <a:pt x="514350" y="606562"/>
                </a:lnTo>
                <a:lnTo>
                  <a:pt x="514350" y="625564"/>
                </a:lnTo>
                <a:lnTo>
                  <a:pt x="514350" y="644557"/>
                </a:lnTo>
                <a:lnTo>
                  <a:pt x="514350" y="663559"/>
                </a:lnTo>
                <a:lnTo>
                  <a:pt x="514350" y="682562"/>
                </a:lnTo>
                <a:lnTo>
                  <a:pt x="514350" y="701554"/>
                </a:lnTo>
                <a:lnTo>
                  <a:pt x="514350" y="720557"/>
                </a:lnTo>
                <a:lnTo>
                  <a:pt x="514350" y="739550"/>
                </a:lnTo>
                <a:lnTo>
                  <a:pt x="514350" y="758552"/>
                </a:lnTo>
                <a:lnTo>
                  <a:pt x="514350" y="777554"/>
                </a:lnTo>
                <a:lnTo>
                  <a:pt x="514350" y="796547"/>
                </a:lnTo>
                <a:lnTo>
                  <a:pt x="514350" y="815550"/>
                </a:lnTo>
                <a:lnTo>
                  <a:pt x="514350" y="834542"/>
                </a:lnTo>
                <a:lnTo>
                  <a:pt x="514350" y="853545"/>
                </a:lnTo>
                <a:lnTo>
                  <a:pt x="514350" y="872547"/>
                </a:lnTo>
                <a:lnTo>
                  <a:pt x="514350" y="891540"/>
                </a:lnTo>
                <a:lnTo>
                  <a:pt x="514350" y="910542"/>
                </a:lnTo>
                <a:lnTo>
                  <a:pt x="514350" y="929535"/>
                </a:lnTo>
                <a:lnTo>
                  <a:pt x="514350" y="948538"/>
                </a:lnTo>
                <a:lnTo>
                  <a:pt x="514350" y="967540"/>
                </a:lnTo>
                <a:lnTo>
                  <a:pt x="514350" y="986533"/>
                </a:lnTo>
                <a:lnTo>
                  <a:pt x="514350" y="1005535"/>
                </a:lnTo>
                <a:lnTo>
                  <a:pt x="514350" y="1024528"/>
                </a:lnTo>
                <a:lnTo>
                  <a:pt x="514350" y="1043530"/>
                </a:lnTo>
                <a:lnTo>
                  <a:pt x="514350" y="1062533"/>
                </a:lnTo>
                <a:lnTo>
                  <a:pt x="514350" y="1081526"/>
                </a:lnTo>
                <a:lnTo>
                  <a:pt x="514350" y="1100528"/>
                </a:lnTo>
                <a:lnTo>
                  <a:pt x="514350" y="1119521"/>
                </a:lnTo>
                <a:lnTo>
                  <a:pt x="514350" y="1138523"/>
                </a:lnTo>
                <a:lnTo>
                  <a:pt x="514350" y="1157526"/>
                </a:lnTo>
                <a:lnTo>
                  <a:pt x="514350" y="1176518"/>
                </a:lnTo>
                <a:lnTo>
                  <a:pt x="514350" y="1195521"/>
                </a:lnTo>
                <a:lnTo>
                  <a:pt x="514350" y="1214514"/>
                </a:lnTo>
                <a:lnTo>
                  <a:pt x="514350" y="1233516"/>
                </a:lnTo>
                <a:lnTo>
                  <a:pt x="514350" y="1252518"/>
                </a:lnTo>
                <a:lnTo>
                  <a:pt x="514350" y="1271511"/>
                </a:lnTo>
                <a:lnTo>
                  <a:pt x="514350" y="1290514"/>
                </a:lnTo>
                <a:lnTo>
                  <a:pt x="514350" y="1309507"/>
                </a:lnTo>
                <a:lnTo>
                  <a:pt x="514350" y="1328509"/>
                </a:lnTo>
                <a:lnTo>
                  <a:pt x="514350" y="1347511"/>
                </a:lnTo>
                <a:lnTo>
                  <a:pt x="514350" y="1366504"/>
                </a:lnTo>
                <a:lnTo>
                  <a:pt x="514350" y="1385507"/>
                </a:lnTo>
                <a:lnTo>
                  <a:pt x="514350" y="1404499"/>
                </a:lnTo>
                <a:lnTo>
                  <a:pt x="514350" y="1423502"/>
                </a:lnTo>
                <a:lnTo>
                  <a:pt x="514350" y="1442504"/>
                </a:lnTo>
                <a:lnTo>
                  <a:pt x="514350" y="1461497"/>
                </a:lnTo>
                <a:lnTo>
                  <a:pt x="514350" y="1480499"/>
                </a:lnTo>
                <a:lnTo>
                  <a:pt x="514350" y="1499492"/>
                </a:lnTo>
                <a:lnTo>
                  <a:pt x="514350" y="1518495"/>
                </a:lnTo>
                <a:lnTo>
                  <a:pt x="514350" y="1537497"/>
                </a:lnTo>
                <a:lnTo>
                  <a:pt x="514350" y="1556490"/>
                </a:lnTo>
                <a:lnTo>
                  <a:pt x="514350" y="1575492"/>
                </a:lnTo>
                <a:lnTo>
                  <a:pt x="514350" y="1594485"/>
                </a:lnTo>
                <a:lnTo>
                  <a:pt x="506901" y="1609106"/>
                </a:lnTo>
                <a:lnTo>
                  <a:pt x="490290" y="1618326"/>
                </a:lnTo>
                <a:lnTo>
                  <a:pt x="473678" y="1627556"/>
                </a:lnTo>
                <a:lnTo>
                  <a:pt x="457076" y="1636786"/>
                </a:lnTo>
                <a:lnTo>
                  <a:pt x="440465" y="1646006"/>
                </a:lnTo>
                <a:lnTo>
                  <a:pt x="423863" y="1655235"/>
                </a:lnTo>
                <a:lnTo>
                  <a:pt x="407251" y="1664465"/>
                </a:lnTo>
                <a:lnTo>
                  <a:pt x="390639" y="1673685"/>
                </a:lnTo>
                <a:lnTo>
                  <a:pt x="374037" y="1682915"/>
                </a:lnTo>
                <a:lnTo>
                  <a:pt x="357426" y="1692145"/>
                </a:lnTo>
                <a:lnTo>
                  <a:pt x="340824" y="1701365"/>
                </a:lnTo>
                <a:lnTo>
                  <a:pt x="324212" y="1710595"/>
                </a:lnTo>
                <a:lnTo>
                  <a:pt x="307610" y="1719824"/>
                </a:lnTo>
                <a:lnTo>
                  <a:pt x="290998" y="1729045"/>
                </a:lnTo>
                <a:lnTo>
                  <a:pt x="274387" y="1738274"/>
                </a:lnTo>
                <a:lnTo>
                  <a:pt x="257785" y="1747504"/>
                </a:lnTo>
                <a:lnTo>
                  <a:pt x="241173" y="1738951"/>
                </a:lnTo>
                <a:lnTo>
                  <a:pt x="224571" y="1729721"/>
                </a:lnTo>
                <a:lnTo>
                  <a:pt x="207959" y="1720491"/>
                </a:lnTo>
                <a:lnTo>
                  <a:pt x="191348" y="1711271"/>
                </a:lnTo>
                <a:lnTo>
                  <a:pt x="174746" y="1702041"/>
                </a:lnTo>
                <a:lnTo>
                  <a:pt x="158134" y="1692812"/>
                </a:lnTo>
                <a:lnTo>
                  <a:pt x="141532" y="1683591"/>
                </a:lnTo>
                <a:lnTo>
                  <a:pt x="124920" y="1674362"/>
                </a:lnTo>
                <a:lnTo>
                  <a:pt x="108309" y="1665132"/>
                </a:lnTo>
                <a:lnTo>
                  <a:pt x="91707" y="1655912"/>
                </a:lnTo>
                <a:lnTo>
                  <a:pt x="75095" y="1646682"/>
                </a:lnTo>
                <a:lnTo>
                  <a:pt x="58493" y="1637452"/>
                </a:lnTo>
                <a:lnTo>
                  <a:pt x="41881" y="1628232"/>
                </a:lnTo>
                <a:lnTo>
                  <a:pt x="25270" y="1619002"/>
                </a:lnTo>
                <a:lnTo>
                  <a:pt x="8668" y="1609773"/>
                </a:lnTo>
                <a:lnTo>
                  <a:pt x="0" y="1595876"/>
                </a:lnTo>
                <a:lnTo>
                  <a:pt x="0" y="1576883"/>
                </a:lnTo>
                <a:lnTo>
                  <a:pt x="0" y="1557880"/>
                </a:lnTo>
                <a:lnTo>
                  <a:pt x="0" y="1538878"/>
                </a:lnTo>
                <a:lnTo>
                  <a:pt x="0" y="1519885"/>
                </a:lnTo>
                <a:lnTo>
                  <a:pt x="0" y="1500883"/>
                </a:lnTo>
                <a:lnTo>
                  <a:pt x="0" y="1481890"/>
                </a:lnTo>
                <a:lnTo>
                  <a:pt x="0" y="1462888"/>
                </a:lnTo>
                <a:lnTo>
                  <a:pt x="0" y="1443885"/>
                </a:lnTo>
                <a:lnTo>
                  <a:pt x="0" y="1424892"/>
                </a:lnTo>
                <a:lnTo>
                  <a:pt x="0" y="1405890"/>
                </a:lnTo>
                <a:lnTo>
                  <a:pt x="0" y="1386897"/>
                </a:lnTo>
                <a:lnTo>
                  <a:pt x="0" y="1367895"/>
                </a:lnTo>
                <a:lnTo>
                  <a:pt x="0" y="1348892"/>
                </a:lnTo>
                <a:lnTo>
                  <a:pt x="0" y="1329900"/>
                </a:lnTo>
                <a:lnTo>
                  <a:pt x="0" y="1310897"/>
                </a:lnTo>
                <a:lnTo>
                  <a:pt x="0" y="1291904"/>
                </a:lnTo>
                <a:lnTo>
                  <a:pt x="0" y="1272902"/>
                </a:lnTo>
                <a:lnTo>
                  <a:pt x="0" y="1253900"/>
                </a:lnTo>
                <a:lnTo>
                  <a:pt x="0" y="1234907"/>
                </a:lnTo>
                <a:lnTo>
                  <a:pt x="0" y="1215904"/>
                </a:lnTo>
                <a:lnTo>
                  <a:pt x="0" y="1196912"/>
                </a:lnTo>
                <a:lnTo>
                  <a:pt x="0" y="1177909"/>
                </a:lnTo>
                <a:lnTo>
                  <a:pt x="0" y="1158907"/>
                </a:lnTo>
                <a:lnTo>
                  <a:pt x="0" y="1139914"/>
                </a:lnTo>
                <a:lnTo>
                  <a:pt x="0" y="1120912"/>
                </a:lnTo>
                <a:lnTo>
                  <a:pt x="0" y="1101919"/>
                </a:lnTo>
                <a:lnTo>
                  <a:pt x="0" y="1082916"/>
                </a:lnTo>
                <a:lnTo>
                  <a:pt x="0" y="1063923"/>
                </a:lnTo>
                <a:lnTo>
                  <a:pt x="0" y="1044921"/>
                </a:lnTo>
                <a:lnTo>
                  <a:pt x="0" y="1025919"/>
                </a:lnTo>
                <a:lnTo>
                  <a:pt x="0" y="1006926"/>
                </a:lnTo>
                <a:lnTo>
                  <a:pt x="0" y="987923"/>
                </a:lnTo>
                <a:lnTo>
                  <a:pt x="0" y="968931"/>
                </a:lnTo>
                <a:lnTo>
                  <a:pt x="0" y="949928"/>
                </a:lnTo>
                <a:lnTo>
                  <a:pt x="0" y="930926"/>
                </a:lnTo>
                <a:lnTo>
                  <a:pt x="0" y="911933"/>
                </a:lnTo>
                <a:lnTo>
                  <a:pt x="0" y="892931"/>
                </a:lnTo>
                <a:lnTo>
                  <a:pt x="0" y="873938"/>
                </a:lnTo>
                <a:lnTo>
                  <a:pt x="0" y="854935"/>
                </a:lnTo>
                <a:lnTo>
                  <a:pt x="0" y="835933"/>
                </a:lnTo>
                <a:lnTo>
                  <a:pt x="0" y="816940"/>
                </a:lnTo>
                <a:lnTo>
                  <a:pt x="0" y="797938"/>
                </a:lnTo>
                <a:lnTo>
                  <a:pt x="0" y="778945"/>
                </a:lnTo>
                <a:lnTo>
                  <a:pt x="0" y="759943"/>
                </a:lnTo>
                <a:lnTo>
                  <a:pt x="0" y="740940"/>
                </a:lnTo>
                <a:lnTo>
                  <a:pt x="0" y="721947"/>
                </a:lnTo>
                <a:lnTo>
                  <a:pt x="0" y="702945"/>
                </a:lnTo>
                <a:lnTo>
                  <a:pt x="0" y="683952"/>
                </a:lnTo>
                <a:lnTo>
                  <a:pt x="0" y="664950"/>
                </a:lnTo>
                <a:lnTo>
                  <a:pt x="0" y="645947"/>
                </a:lnTo>
                <a:lnTo>
                  <a:pt x="0" y="626955"/>
                </a:lnTo>
                <a:lnTo>
                  <a:pt x="0" y="607952"/>
                </a:lnTo>
                <a:lnTo>
                  <a:pt x="0" y="588959"/>
                </a:lnTo>
                <a:lnTo>
                  <a:pt x="0" y="569957"/>
                </a:lnTo>
                <a:lnTo>
                  <a:pt x="0" y="550955"/>
                </a:lnTo>
                <a:lnTo>
                  <a:pt x="0" y="531962"/>
                </a:lnTo>
                <a:lnTo>
                  <a:pt x="0" y="512959"/>
                </a:lnTo>
                <a:lnTo>
                  <a:pt x="0" y="493967"/>
                </a:lnTo>
                <a:lnTo>
                  <a:pt x="0" y="474964"/>
                </a:lnTo>
                <a:lnTo>
                  <a:pt x="0" y="455962"/>
                </a:lnTo>
                <a:lnTo>
                  <a:pt x="0" y="436969"/>
                </a:lnTo>
                <a:lnTo>
                  <a:pt x="0" y="417967"/>
                </a:lnTo>
                <a:lnTo>
                  <a:pt x="0" y="398974"/>
                </a:lnTo>
                <a:lnTo>
                  <a:pt x="0" y="379971"/>
                </a:lnTo>
                <a:lnTo>
                  <a:pt x="0" y="360969"/>
                </a:lnTo>
                <a:lnTo>
                  <a:pt x="0" y="341976"/>
                </a:lnTo>
                <a:lnTo>
                  <a:pt x="0" y="322974"/>
                </a:lnTo>
                <a:lnTo>
                  <a:pt x="0" y="303981"/>
                </a:lnTo>
                <a:lnTo>
                  <a:pt x="0" y="284978"/>
                </a:lnTo>
                <a:lnTo>
                  <a:pt x="0" y="265976"/>
                </a:lnTo>
                <a:lnTo>
                  <a:pt x="0" y="246983"/>
                </a:lnTo>
                <a:lnTo>
                  <a:pt x="0" y="227981"/>
                </a:lnTo>
                <a:lnTo>
                  <a:pt x="0" y="208988"/>
                </a:lnTo>
                <a:lnTo>
                  <a:pt x="0" y="189986"/>
                </a:lnTo>
                <a:lnTo>
                  <a:pt x="0" y="170983"/>
                </a:lnTo>
                <a:lnTo>
                  <a:pt x="0" y="151990"/>
                </a:lnTo>
                <a:lnTo>
                  <a:pt x="0" y="132988"/>
                </a:lnTo>
                <a:lnTo>
                  <a:pt x="0" y="113995"/>
                </a:lnTo>
                <a:lnTo>
                  <a:pt x="0" y="94993"/>
                </a:lnTo>
                <a:lnTo>
                  <a:pt x="0" y="75990"/>
                </a:lnTo>
                <a:lnTo>
                  <a:pt x="0" y="56998"/>
                </a:lnTo>
                <a:lnTo>
                  <a:pt x="0" y="37995"/>
                </a:lnTo>
                <a:lnTo>
                  <a:pt x="0" y="19002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5" name="phase-title-0">
            <a:extLst xmlns:a="http://schemas.openxmlformats.org/drawingml/2006/main">
              <a:ext uri="{FF2B5EF4-FFF2-40B4-BE49-F238E27FC236}">
                <a16:creationId xmlns:a16="http://schemas.microsoft.com/office/drawing/2014/main" id="{747E29C4-8474-4477-B1E9-03B42930F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2041474"/>
            <a:ext cx="1428750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精准触达</a:t>
            </a:r>
          </a:p>
        </p:txBody>
      </p:sp>
      <p:sp>
        <p:nvSpPr>
          <p:cNvPr id="6" name="phase-body-0">
            <a:extLst xmlns:a="http://schemas.openxmlformats.org/drawingml/2006/main">
              <a:ext uri="{FF2B5EF4-FFF2-40B4-BE49-F238E27FC236}">
                <a16:creationId xmlns:a16="http://schemas.microsoft.com/office/drawing/2014/main" id="{D1A6D596-F0C1-4F3C-B3B9-09A2A683F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2395690"/>
            <a:ext cx="1428750" cy="587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让目标对象进</a:t>
            </a:r>
          </a:p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入体系</a:t>
            </a:r>
          </a:p>
        </p:txBody>
      </p:sp>
      <p:sp>
        <p:nvSpPr>
          <p:cNvPr id="7" name="action-icon-shell-0-0">
            <a:extLst xmlns:a="http://schemas.openxmlformats.org/drawingml/2006/main">
              <a:ext uri="{FF2B5EF4-FFF2-40B4-BE49-F238E27FC236}">
                <a16:creationId xmlns:a16="http://schemas.microsoft.com/office/drawing/2014/main" id="{025B563F-F0A0-4749-88CD-297EFFDBC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2035969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7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864e582b4aa4446">
            <a:extLst>
              <a:ext uri="{96DAC541-7B7A-43D3-8B79-37D633B846F1}">
                <asvg:svgBlip xmlns:asvg="http://schemas.microsoft.com/office/drawing/2016/SVG/main" r:embed="R98a96263fd7f43ec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2112169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9" name="action-title-0-0">
            <a:extLst xmlns:a="http://schemas.openxmlformats.org/drawingml/2006/main">
              <a:ext uri="{FF2B5EF4-FFF2-40B4-BE49-F238E27FC236}">
                <a16:creationId xmlns:a16="http://schemas.microsoft.com/office/drawing/2014/main" id="{E2208413-6DC9-4B13-BCF7-2136497B8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1974952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标签体系</a:t>
            </a:r>
          </a:p>
        </p:txBody>
      </p:sp>
      <p:sp>
        <p:nvSpPr>
          <p:cNvPr id="10" name="action-body-0-0">
            <a:extLst xmlns:a="http://schemas.openxmlformats.org/drawingml/2006/main">
              <a:ext uri="{FF2B5EF4-FFF2-40B4-BE49-F238E27FC236}">
                <a16:creationId xmlns:a16="http://schemas.microsoft.com/office/drawing/2014/main" id="{48BDA7D7-53F0-4A2D-8B4A-07F808EA5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203552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形成可识别对象</a:t>
            </a:r>
          </a:p>
        </p:txBody>
      </p:sp>
      <p:sp>
        <p:nvSpPr>
          <p:cNvPr id="11" name="action-icon-shell-0-1">
            <a:extLst xmlns:a="http://schemas.openxmlformats.org/drawingml/2006/main">
              <a:ext uri="{FF2B5EF4-FFF2-40B4-BE49-F238E27FC236}">
                <a16:creationId xmlns:a16="http://schemas.microsoft.com/office/drawing/2014/main" id="{E6990AF4-A745-4687-87AA-0F5859B95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2035969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8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ffd3d1344454640">
            <a:extLst>
              <a:ext uri="{96DAC541-7B7A-43D3-8B79-37D633B846F1}">
                <asvg:svgBlip xmlns:asvg="http://schemas.microsoft.com/office/drawing/2016/SVG/main" r:embed="R5a6160a35f15476c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2112169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13" name="action-title-0-1">
            <a:extLst xmlns:a="http://schemas.openxmlformats.org/drawingml/2006/main">
              <a:ext uri="{FF2B5EF4-FFF2-40B4-BE49-F238E27FC236}">
                <a16:creationId xmlns:a16="http://schemas.microsoft.com/office/drawing/2014/main" id="{F3698885-8E9A-4731-950E-ACE44957C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1974952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渠道连接</a:t>
            </a:r>
          </a:p>
        </p:txBody>
      </p:sp>
      <p:sp>
        <p:nvSpPr>
          <p:cNvPr id="14" name="action-body-0-1">
            <a:extLst xmlns:a="http://schemas.openxmlformats.org/drawingml/2006/main">
              <a:ext uri="{FF2B5EF4-FFF2-40B4-BE49-F238E27FC236}">
                <a16:creationId xmlns:a16="http://schemas.microsoft.com/office/drawing/2014/main" id="{BEE8B8C0-789F-4E3B-A4CF-4709E515E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203552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连接主要触点</a:t>
            </a:r>
          </a:p>
        </p:txBody>
      </p:sp>
      <p:sp>
        <p:nvSpPr>
          <p:cNvPr id="15" name="action-icon-shell-0-2">
            <a:extLst xmlns:a="http://schemas.openxmlformats.org/drawingml/2006/main">
              <a:ext uri="{FF2B5EF4-FFF2-40B4-BE49-F238E27FC236}">
                <a16:creationId xmlns:a16="http://schemas.microsoft.com/office/drawing/2014/main" id="{AE794106-8461-47F9-9D44-42FC77F9C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2645569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8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3640bd45bd74919">
            <a:extLst>
              <a:ext uri="{96DAC541-7B7A-43D3-8B79-37D633B846F1}">
                <asvg:svgBlip xmlns:asvg="http://schemas.microsoft.com/office/drawing/2016/SVG/main" r:embed="Rfdf39565c3ff4131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2721769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17" name="action-title-0-2">
            <a:extLst xmlns:a="http://schemas.openxmlformats.org/drawingml/2006/main">
              <a:ext uri="{FF2B5EF4-FFF2-40B4-BE49-F238E27FC236}">
                <a16:creationId xmlns:a16="http://schemas.microsoft.com/office/drawing/2014/main" id="{C6B513F9-92D5-4BE6-B79C-7E21E567C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584552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内容优化</a:t>
            </a:r>
          </a:p>
        </p:txBody>
      </p:sp>
      <p:sp>
        <p:nvSpPr>
          <p:cNvPr id="18" name="action-body-0-2">
            <a:extLst xmlns:a="http://schemas.openxmlformats.org/drawingml/2006/main">
              <a:ext uri="{FF2B5EF4-FFF2-40B4-BE49-F238E27FC236}">
                <a16:creationId xmlns:a16="http://schemas.microsoft.com/office/drawing/2014/main" id="{0BDE1F69-C06C-43E1-B195-FD10F85DE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813152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提高触达质量</a:t>
            </a:r>
          </a:p>
        </p:txBody>
      </p:sp>
      <p:sp>
        <p:nvSpPr>
          <p:cNvPr id="19" name="action-icon-shell-0-3">
            <a:extLst xmlns:a="http://schemas.openxmlformats.org/drawingml/2006/main">
              <a:ext uri="{FF2B5EF4-FFF2-40B4-BE49-F238E27FC236}">
                <a16:creationId xmlns:a16="http://schemas.microsoft.com/office/drawing/2014/main" id="{9E22AF69-3CB2-470C-A599-D5D162924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2645569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8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e14636362184b2b">
            <a:extLst>
              <a:ext uri="{96DAC541-7B7A-43D3-8B79-37D633B846F1}">
                <asvg:svgBlip xmlns:asvg="http://schemas.microsoft.com/office/drawing/2016/SVG/main" r:embed="Ra0ac5314f02a431e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2721769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21" name="action-title-0-3">
            <a:extLst xmlns:a="http://schemas.openxmlformats.org/drawingml/2006/main">
              <a:ext uri="{FF2B5EF4-FFF2-40B4-BE49-F238E27FC236}">
                <a16:creationId xmlns:a16="http://schemas.microsoft.com/office/drawing/2014/main" id="{D883C475-9639-46BA-85E2-54296CDB2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584552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行为追踪</a:t>
            </a:r>
          </a:p>
        </p:txBody>
      </p:sp>
      <p:sp>
        <p:nvSpPr>
          <p:cNvPr id="22" name="action-body-0-3">
            <a:extLst xmlns:a="http://schemas.openxmlformats.org/drawingml/2006/main">
              <a:ext uri="{FF2B5EF4-FFF2-40B4-BE49-F238E27FC236}">
                <a16:creationId xmlns:a16="http://schemas.microsoft.com/office/drawing/2014/main" id="{F5420114-AF7A-4184-A674-E11F542F2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813152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记录关键反馈</a:t>
            </a:r>
          </a:p>
        </p:txBody>
      </p:sp>
      <p:sp>
        <p:nvSpPr>
          <p:cNvPr id="23" name="phase-rail-1">
            <a:extLst xmlns:a="http://schemas.openxmlformats.org/drawingml/2006/main">
              <a:ext uri="{FF2B5EF4-FFF2-40B4-BE49-F238E27FC236}">
                <a16:creationId xmlns:a16="http://schemas.microsoft.com/office/drawing/2014/main" id="{DBEA64E3-7666-480B-833F-01F59E00F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3386138"/>
            <a:ext cx="514350" cy="906513"/>
          </a:xfrm>
          <a:custGeom xmlns:a="http://schemas.openxmlformats.org/drawingml/2006/main">
            <a:pathLst>
              <a:path w="514350" h="906513">
                <a:moveTo>
                  <a:pt x="0" y="0"/>
                </a:moveTo>
                <a:lnTo>
                  <a:pt x="17002" y="8420"/>
                </a:lnTo>
                <a:lnTo>
                  <a:pt x="33995" y="16831"/>
                </a:lnTo>
                <a:lnTo>
                  <a:pt x="50997" y="25251"/>
                </a:lnTo>
                <a:lnTo>
                  <a:pt x="67989" y="33671"/>
                </a:lnTo>
                <a:lnTo>
                  <a:pt x="84992" y="42091"/>
                </a:lnTo>
                <a:lnTo>
                  <a:pt x="101994" y="50502"/>
                </a:lnTo>
                <a:lnTo>
                  <a:pt x="118986" y="58922"/>
                </a:lnTo>
                <a:lnTo>
                  <a:pt x="135988" y="67342"/>
                </a:lnTo>
                <a:lnTo>
                  <a:pt x="152991" y="75752"/>
                </a:lnTo>
                <a:lnTo>
                  <a:pt x="169983" y="84172"/>
                </a:lnTo>
                <a:lnTo>
                  <a:pt x="186985" y="92593"/>
                </a:lnTo>
                <a:lnTo>
                  <a:pt x="203978" y="101013"/>
                </a:lnTo>
                <a:lnTo>
                  <a:pt x="220980" y="109423"/>
                </a:lnTo>
                <a:lnTo>
                  <a:pt x="237982" y="117843"/>
                </a:lnTo>
                <a:lnTo>
                  <a:pt x="254975" y="126263"/>
                </a:lnTo>
                <a:lnTo>
                  <a:pt x="271977" y="120025"/>
                </a:lnTo>
                <a:lnTo>
                  <a:pt x="288979" y="111604"/>
                </a:lnTo>
                <a:lnTo>
                  <a:pt x="305972" y="103184"/>
                </a:lnTo>
                <a:lnTo>
                  <a:pt x="322974" y="94764"/>
                </a:lnTo>
                <a:lnTo>
                  <a:pt x="339966" y="86354"/>
                </a:lnTo>
                <a:lnTo>
                  <a:pt x="356968" y="77934"/>
                </a:lnTo>
                <a:lnTo>
                  <a:pt x="373971" y="69513"/>
                </a:lnTo>
                <a:lnTo>
                  <a:pt x="390963" y="61093"/>
                </a:lnTo>
                <a:lnTo>
                  <a:pt x="407965" y="52683"/>
                </a:lnTo>
                <a:lnTo>
                  <a:pt x="424967" y="44263"/>
                </a:lnTo>
                <a:lnTo>
                  <a:pt x="441960" y="35843"/>
                </a:lnTo>
                <a:lnTo>
                  <a:pt x="458962" y="27432"/>
                </a:lnTo>
                <a:lnTo>
                  <a:pt x="475955" y="19012"/>
                </a:lnTo>
                <a:lnTo>
                  <a:pt x="492957" y="10592"/>
                </a:lnTo>
                <a:lnTo>
                  <a:pt x="509959" y="2172"/>
                </a:lnTo>
                <a:lnTo>
                  <a:pt x="514350" y="14068"/>
                </a:lnTo>
                <a:lnTo>
                  <a:pt x="514350" y="33033"/>
                </a:lnTo>
                <a:lnTo>
                  <a:pt x="514350" y="52007"/>
                </a:lnTo>
                <a:lnTo>
                  <a:pt x="514350" y="70971"/>
                </a:lnTo>
                <a:lnTo>
                  <a:pt x="514350" y="89935"/>
                </a:lnTo>
                <a:lnTo>
                  <a:pt x="514350" y="108909"/>
                </a:lnTo>
                <a:lnTo>
                  <a:pt x="514350" y="127873"/>
                </a:lnTo>
                <a:lnTo>
                  <a:pt x="514350" y="146847"/>
                </a:lnTo>
                <a:lnTo>
                  <a:pt x="514350" y="165811"/>
                </a:lnTo>
                <a:lnTo>
                  <a:pt x="514350" y="184785"/>
                </a:lnTo>
                <a:lnTo>
                  <a:pt x="514350" y="203749"/>
                </a:lnTo>
                <a:lnTo>
                  <a:pt x="514350" y="222714"/>
                </a:lnTo>
                <a:lnTo>
                  <a:pt x="514350" y="241687"/>
                </a:lnTo>
                <a:lnTo>
                  <a:pt x="514350" y="260652"/>
                </a:lnTo>
                <a:lnTo>
                  <a:pt x="514350" y="279625"/>
                </a:lnTo>
                <a:lnTo>
                  <a:pt x="514350" y="298590"/>
                </a:lnTo>
                <a:lnTo>
                  <a:pt x="514350" y="317564"/>
                </a:lnTo>
                <a:lnTo>
                  <a:pt x="514350" y="336528"/>
                </a:lnTo>
                <a:lnTo>
                  <a:pt x="514350" y="355502"/>
                </a:lnTo>
                <a:lnTo>
                  <a:pt x="514350" y="374466"/>
                </a:lnTo>
                <a:lnTo>
                  <a:pt x="514350" y="393430"/>
                </a:lnTo>
                <a:lnTo>
                  <a:pt x="514350" y="412404"/>
                </a:lnTo>
                <a:lnTo>
                  <a:pt x="514350" y="431368"/>
                </a:lnTo>
                <a:lnTo>
                  <a:pt x="514350" y="450342"/>
                </a:lnTo>
                <a:lnTo>
                  <a:pt x="514350" y="469306"/>
                </a:lnTo>
                <a:lnTo>
                  <a:pt x="514350" y="488280"/>
                </a:lnTo>
                <a:lnTo>
                  <a:pt x="514350" y="507244"/>
                </a:lnTo>
                <a:lnTo>
                  <a:pt x="514350" y="526218"/>
                </a:lnTo>
                <a:lnTo>
                  <a:pt x="514350" y="545182"/>
                </a:lnTo>
                <a:lnTo>
                  <a:pt x="514350" y="564147"/>
                </a:lnTo>
                <a:lnTo>
                  <a:pt x="514350" y="583121"/>
                </a:lnTo>
                <a:lnTo>
                  <a:pt x="514350" y="602085"/>
                </a:lnTo>
                <a:lnTo>
                  <a:pt x="514350" y="621059"/>
                </a:lnTo>
                <a:lnTo>
                  <a:pt x="514350" y="640023"/>
                </a:lnTo>
                <a:lnTo>
                  <a:pt x="514350" y="658997"/>
                </a:lnTo>
                <a:lnTo>
                  <a:pt x="514350" y="677961"/>
                </a:lnTo>
                <a:lnTo>
                  <a:pt x="514350" y="696935"/>
                </a:lnTo>
                <a:lnTo>
                  <a:pt x="514350" y="715899"/>
                </a:lnTo>
                <a:lnTo>
                  <a:pt x="514350" y="734863"/>
                </a:lnTo>
                <a:lnTo>
                  <a:pt x="514350" y="753837"/>
                </a:lnTo>
                <a:lnTo>
                  <a:pt x="514350" y="772801"/>
                </a:lnTo>
                <a:lnTo>
                  <a:pt x="505854" y="786498"/>
                </a:lnTo>
                <a:lnTo>
                  <a:pt x="488852" y="794918"/>
                </a:lnTo>
                <a:lnTo>
                  <a:pt x="471849" y="803329"/>
                </a:lnTo>
                <a:lnTo>
                  <a:pt x="454857" y="811749"/>
                </a:lnTo>
                <a:lnTo>
                  <a:pt x="437855" y="820169"/>
                </a:lnTo>
                <a:lnTo>
                  <a:pt x="420862" y="828580"/>
                </a:lnTo>
                <a:lnTo>
                  <a:pt x="403860" y="837000"/>
                </a:lnTo>
                <a:lnTo>
                  <a:pt x="386858" y="845420"/>
                </a:lnTo>
                <a:lnTo>
                  <a:pt x="369865" y="853840"/>
                </a:lnTo>
                <a:lnTo>
                  <a:pt x="352863" y="862251"/>
                </a:lnTo>
                <a:lnTo>
                  <a:pt x="335861" y="870671"/>
                </a:lnTo>
                <a:lnTo>
                  <a:pt x="318868" y="879091"/>
                </a:lnTo>
                <a:lnTo>
                  <a:pt x="301866" y="887501"/>
                </a:lnTo>
                <a:lnTo>
                  <a:pt x="284874" y="895922"/>
                </a:lnTo>
                <a:lnTo>
                  <a:pt x="267872" y="904342"/>
                </a:lnTo>
                <a:lnTo>
                  <a:pt x="250869" y="906513"/>
                </a:lnTo>
                <a:lnTo>
                  <a:pt x="233877" y="898103"/>
                </a:lnTo>
                <a:lnTo>
                  <a:pt x="216875" y="889683"/>
                </a:lnTo>
                <a:lnTo>
                  <a:pt x="199873" y="881263"/>
                </a:lnTo>
                <a:lnTo>
                  <a:pt x="182880" y="872842"/>
                </a:lnTo>
                <a:lnTo>
                  <a:pt x="165878" y="864432"/>
                </a:lnTo>
                <a:lnTo>
                  <a:pt x="148885" y="856012"/>
                </a:lnTo>
                <a:lnTo>
                  <a:pt x="131883" y="847592"/>
                </a:lnTo>
                <a:lnTo>
                  <a:pt x="114881" y="839181"/>
                </a:lnTo>
                <a:lnTo>
                  <a:pt x="97888" y="830761"/>
                </a:lnTo>
                <a:lnTo>
                  <a:pt x="80886" y="822341"/>
                </a:lnTo>
                <a:lnTo>
                  <a:pt x="63884" y="813921"/>
                </a:lnTo>
                <a:lnTo>
                  <a:pt x="46892" y="805510"/>
                </a:lnTo>
                <a:lnTo>
                  <a:pt x="29889" y="797090"/>
                </a:lnTo>
                <a:lnTo>
                  <a:pt x="12897" y="788670"/>
                </a:lnTo>
                <a:lnTo>
                  <a:pt x="0" y="777707"/>
                </a:lnTo>
                <a:lnTo>
                  <a:pt x="0" y="758742"/>
                </a:lnTo>
                <a:lnTo>
                  <a:pt x="0" y="739769"/>
                </a:lnTo>
                <a:lnTo>
                  <a:pt x="0" y="720804"/>
                </a:lnTo>
                <a:lnTo>
                  <a:pt x="0" y="701831"/>
                </a:lnTo>
                <a:lnTo>
                  <a:pt x="0" y="682866"/>
                </a:lnTo>
                <a:lnTo>
                  <a:pt x="0" y="663893"/>
                </a:lnTo>
                <a:lnTo>
                  <a:pt x="0" y="644928"/>
                </a:lnTo>
                <a:lnTo>
                  <a:pt x="0" y="625964"/>
                </a:lnTo>
                <a:lnTo>
                  <a:pt x="0" y="606990"/>
                </a:lnTo>
                <a:lnTo>
                  <a:pt x="0" y="588026"/>
                </a:lnTo>
                <a:lnTo>
                  <a:pt x="0" y="569052"/>
                </a:lnTo>
                <a:lnTo>
                  <a:pt x="0" y="550088"/>
                </a:lnTo>
                <a:lnTo>
                  <a:pt x="0" y="531114"/>
                </a:lnTo>
                <a:lnTo>
                  <a:pt x="0" y="512150"/>
                </a:lnTo>
                <a:lnTo>
                  <a:pt x="0" y="493176"/>
                </a:lnTo>
                <a:lnTo>
                  <a:pt x="0" y="474212"/>
                </a:lnTo>
                <a:lnTo>
                  <a:pt x="0" y="455247"/>
                </a:lnTo>
                <a:lnTo>
                  <a:pt x="0" y="436274"/>
                </a:lnTo>
                <a:lnTo>
                  <a:pt x="0" y="417309"/>
                </a:lnTo>
                <a:lnTo>
                  <a:pt x="0" y="398336"/>
                </a:lnTo>
                <a:lnTo>
                  <a:pt x="0" y="379371"/>
                </a:lnTo>
                <a:lnTo>
                  <a:pt x="0" y="360397"/>
                </a:lnTo>
                <a:lnTo>
                  <a:pt x="0" y="341433"/>
                </a:lnTo>
                <a:lnTo>
                  <a:pt x="0" y="322459"/>
                </a:lnTo>
                <a:lnTo>
                  <a:pt x="0" y="303495"/>
                </a:lnTo>
                <a:lnTo>
                  <a:pt x="0" y="284531"/>
                </a:lnTo>
                <a:lnTo>
                  <a:pt x="0" y="265557"/>
                </a:lnTo>
                <a:lnTo>
                  <a:pt x="0" y="246593"/>
                </a:lnTo>
                <a:lnTo>
                  <a:pt x="0" y="227619"/>
                </a:lnTo>
                <a:lnTo>
                  <a:pt x="0" y="208655"/>
                </a:lnTo>
                <a:lnTo>
                  <a:pt x="0" y="189681"/>
                </a:lnTo>
                <a:lnTo>
                  <a:pt x="0" y="170717"/>
                </a:lnTo>
                <a:lnTo>
                  <a:pt x="0" y="151752"/>
                </a:lnTo>
                <a:lnTo>
                  <a:pt x="0" y="132779"/>
                </a:lnTo>
                <a:lnTo>
                  <a:pt x="0" y="113814"/>
                </a:lnTo>
                <a:lnTo>
                  <a:pt x="0" y="94840"/>
                </a:lnTo>
                <a:lnTo>
                  <a:pt x="0" y="75876"/>
                </a:lnTo>
                <a:lnTo>
                  <a:pt x="0" y="56902"/>
                </a:lnTo>
                <a:lnTo>
                  <a:pt x="0" y="37938"/>
                </a:lnTo>
                <a:lnTo>
                  <a:pt x="0" y="18964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24" name="phase-title-1">
            <a:extLst xmlns:a="http://schemas.openxmlformats.org/drawingml/2006/main">
              <a:ext uri="{FF2B5EF4-FFF2-40B4-BE49-F238E27FC236}">
                <a16:creationId xmlns:a16="http://schemas.microsoft.com/office/drawing/2014/main" id="{26DE6A3A-7C28-461E-9BD2-5F6C8C3B1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3404892"/>
            <a:ext cx="1428750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意向培育</a:t>
            </a:r>
          </a:p>
        </p:txBody>
      </p:sp>
      <p:sp>
        <p:nvSpPr>
          <p:cNvPr id="25" name="phase-body-1">
            <a:extLst xmlns:a="http://schemas.openxmlformats.org/drawingml/2006/main">
              <a:ext uri="{FF2B5EF4-FFF2-40B4-BE49-F238E27FC236}">
                <a16:creationId xmlns:a16="http://schemas.microsoft.com/office/drawing/2014/main" id="{FAFAD806-E637-4C14-BE75-94AE5DFC3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3759098"/>
            <a:ext cx="1428750" cy="51792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6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让有效关注形成</a:t>
            </a:r>
          </a:p>
          <a:p xmlns:a="http://schemas.openxmlformats.org/drawingml/2006/main">
            <a:pPr algn="l">
              <a:lnSpc>
                <a:spcPct val="136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意向</a:t>
            </a:r>
          </a:p>
        </p:txBody>
      </p:sp>
      <p:sp>
        <p:nvSpPr>
          <p:cNvPr id="26" name="action-icon-shell-1-0">
            <a:extLst xmlns:a="http://schemas.openxmlformats.org/drawingml/2006/main">
              <a:ext uri="{FF2B5EF4-FFF2-40B4-BE49-F238E27FC236}">
                <a16:creationId xmlns:a16="http://schemas.microsoft.com/office/drawing/2014/main" id="{9F2C94A2-C682-40E9-ADDE-AC831E0A4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3669506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9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7db2e70e2364e0e">
            <a:extLst>
              <a:ext uri="{96DAC541-7B7A-43D3-8B79-37D633B846F1}">
                <asvg:svgBlip xmlns:asvg="http://schemas.microsoft.com/office/drawing/2016/SVG/main" r:embed="R2ccd07d7368f4984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3745706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28" name="action-title-1-0">
            <a:extLst xmlns:a="http://schemas.openxmlformats.org/drawingml/2006/main">
              <a:ext uri="{FF2B5EF4-FFF2-40B4-BE49-F238E27FC236}">
                <a16:creationId xmlns:a16="http://schemas.microsoft.com/office/drawing/2014/main" id="{55F72DAC-F743-487A-99EF-FF2EDE1CB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3608489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规则触发</a:t>
            </a:r>
          </a:p>
        </p:txBody>
      </p:sp>
      <p:sp>
        <p:nvSpPr>
          <p:cNvPr id="29" name="action-body-1-0">
            <a:extLst xmlns:a="http://schemas.openxmlformats.org/drawingml/2006/main">
              <a:ext uri="{FF2B5EF4-FFF2-40B4-BE49-F238E27FC236}">
                <a16:creationId xmlns:a16="http://schemas.microsoft.com/office/drawing/2014/main" id="{BBC2EABE-BB69-43C1-8220-6672194FF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3837089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自动下发任务</a:t>
            </a:r>
          </a:p>
        </p:txBody>
      </p:sp>
      <p:sp>
        <p:nvSpPr>
          <p:cNvPr id="30" name="action-icon-shell-1-1">
            <a:extLst xmlns:a="http://schemas.openxmlformats.org/drawingml/2006/main">
              <a:ext uri="{FF2B5EF4-FFF2-40B4-BE49-F238E27FC236}">
                <a16:creationId xmlns:a16="http://schemas.microsoft.com/office/drawing/2014/main" id="{46136252-FA17-4605-98FF-FC754E4E9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3669506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9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d45e26c5dd54702">
            <a:extLst>
              <a:ext uri="{96DAC541-7B7A-43D3-8B79-37D633B846F1}">
                <asvg:svgBlip xmlns:asvg="http://schemas.microsoft.com/office/drawing/2016/SVG/main" r:embed="Rba0c5c1a3f2d4e56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3745706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32" name="action-title-1-1">
            <a:extLst xmlns:a="http://schemas.openxmlformats.org/drawingml/2006/main">
              <a:ext uri="{FF2B5EF4-FFF2-40B4-BE49-F238E27FC236}">
                <a16:creationId xmlns:a16="http://schemas.microsoft.com/office/drawing/2014/main" id="{84EEA140-6BBD-4A56-853C-50A5231BC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3608489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热度评估</a:t>
            </a:r>
          </a:p>
        </p:txBody>
      </p:sp>
      <p:sp>
        <p:nvSpPr>
          <p:cNvPr id="33" name="action-body-1-1">
            <a:extLst xmlns:a="http://schemas.openxmlformats.org/drawingml/2006/main">
              <a:ext uri="{FF2B5EF4-FFF2-40B4-BE49-F238E27FC236}">
                <a16:creationId xmlns:a16="http://schemas.microsoft.com/office/drawing/2014/main" id="{700EBAF2-5849-496E-B049-54B0E3004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3837089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识别优先对象</a:t>
            </a:r>
          </a:p>
        </p:txBody>
      </p:sp>
      <p:sp>
        <p:nvSpPr>
          <p:cNvPr id="34" name="phase-rail-2">
            <a:extLst xmlns:a="http://schemas.openxmlformats.org/drawingml/2006/main">
              <a:ext uri="{FF2B5EF4-FFF2-40B4-BE49-F238E27FC236}">
                <a16:creationId xmlns:a16="http://schemas.microsoft.com/office/drawing/2014/main" id="{A631E22F-8813-4B39-A79B-ADC764A70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4295775"/>
            <a:ext cx="514350" cy="1914134"/>
          </a:xfrm>
          <a:custGeom xmlns:a="http://schemas.openxmlformats.org/drawingml/2006/main">
            <a:pathLst>
              <a:path w="514350" h="1914134">
                <a:moveTo>
                  <a:pt x="0" y="0"/>
                </a:moveTo>
                <a:lnTo>
                  <a:pt x="17193" y="9554"/>
                </a:lnTo>
                <a:lnTo>
                  <a:pt x="34385" y="19098"/>
                </a:lnTo>
                <a:lnTo>
                  <a:pt x="51578" y="28651"/>
                </a:lnTo>
                <a:lnTo>
                  <a:pt x="68771" y="38205"/>
                </a:lnTo>
                <a:lnTo>
                  <a:pt x="85963" y="47758"/>
                </a:lnTo>
                <a:lnTo>
                  <a:pt x="103156" y="57302"/>
                </a:lnTo>
                <a:lnTo>
                  <a:pt x="120348" y="66856"/>
                </a:lnTo>
                <a:lnTo>
                  <a:pt x="137541" y="76410"/>
                </a:lnTo>
                <a:lnTo>
                  <a:pt x="154724" y="85963"/>
                </a:lnTo>
                <a:lnTo>
                  <a:pt x="171917" y="95507"/>
                </a:lnTo>
                <a:lnTo>
                  <a:pt x="189109" y="105061"/>
                </a:lnTo>
                <a:lnTo>
                  <a:pt x="206302" y="114614"/>
                </a:lnTo>
                <a:lnTo>
                  <a:pt x="223495" y="124168"/>
                </a:lnTo>
                <a:lnTo>
                  <a:pt x="240687" y="133712"/>
                </a:lnTo>
                <a:lnTo>
                  <a:pt x="257880" y="142484"/>
                </a:lnTo>
                <a:lnTo>
                  <a:pt x="275072" y="132931"/>
                </a:lnTo>
                <a:lnTo>
                  <a:pt x="292265" y="123377"/>
                </a:lnTo>
                <a:lnTo>
                  <a:pt x="309458" y="113833"/>
                </a:lnTo>
                <a:lnTo>
                  <a:pt x="326650" y="104280"/>
                </a:lnTo>
                <a:lnTo>
                  <a:pt x="343843" y="94726"/>
                </a:lnTo>
                <a:lnTo>
                  <a:pt x="361036" y="85173"/>
                </a:lnTo>
                <a:lnTo>
                  <a:pt x="378228" y="75629"/>
                </a:lnTo>
                <a:lnTo>
                  <a:pt x="395421" y="66075"/>
                </a:lnTo>
                <a:lnTo>
                  <a:pt x="412613" y="56521"/>
                </a:lnTo>
                <a:lnTo>
                  <a:pt x="429806" y="46968"/>
                </a:lnTo>
                <a:lnTo>
                  <a:pt x="446999" y="37424"/>
                </a:lnTo>
                <a:lnTo>
                  <a:pt x="464182" y="27870"/>
                </a:lnTo>
                <a:lnTo>
                  <a:pt x="481374" y="18317"/>
                </a:lnTo>
                <a:lnTo>
                  <a:pt x="498567" y="8763"/>
                </a:lnTo>
                <a:lnTo>
                  <a:pt x="514350" y="1619"/>
                </a:lnTo>
                <a:lnTo>
                  <a:pt x="514350" y="21279"/>
                </a:lnTo>
                <a:lnTo>
                  <a:pt x="514350" y="40948"/>
                </a:lnTo>
                <a:lnTo>
                  <a:pt x="514350" y="60617"/>
                </a:lnTo>
                <a:lnTo>
                  <a:pt x="514350" y="80286"/>
                </a:lnTo>
                <a:lnTo>
                  <a:pt x="514350" y="99955"/>
                </a:lnTo>
                <a:lnTo>
                  <a:pt x="514350" y="119615"/>
                </a:lnTo>
                <a:lnTo>
                  <a:pt x="514350" y="139284"/>
                </a:lnTo>
                <a:lnTo>
                  <a:pt x="514350" y="158953"/>
                </a:lnTo>
                <a:lnTo>
                  <a:pt x="514350" y="178622"/>
                </a:lnTo>
                <a:lnTo>
                  <a:pt x="514350" y="198282"/>
                </a:lnTo>
                <a:lnTo>
                  <a:pt x="514350" y="217951"/>
                </a:lnTo>
                <a:lnTo>
                  <a:pt x="514350" y="237620"/>
                </a:lnTo>
                <a:lnTo>
                  <a:pt x="514350" y="257289"/>
                </a:lnTo>
                <a:lnTo>
                  <a:pt x="514350" y="276958"/>
                </a:lnTo>
                <a:lnTo>
                  <a:pt x="514350" y="296618"/>
                </a:lnTo>
                <a:lnTo>
                  <a:pt x="514350" y="316287"/>
                </a:lnTo>
                <a:lnTo>
                  <a:pt x="514350" y="335956"/>
                </a:lnTo>
                <a:lnTo>
                  <a:pt x="514350" y="355625"/>
                </a:lnTo>
                <a:lnTo>
                  <a:pt x="514350" y="375295"/>
                </a:lnTo>
                <a:lnTo>
                  <a:pt x="514350" y="394954"/>
                </a:lnTo>
                <a:lnTo>
                  <a:pt x="514350" y="414623"/>
                </a:lnTo>
                <a:lnTo>
                  <a:pt x="514350" y="434292"/>
                </a:lnTo>
                <a:lnTo>
                  <a:pt x="514350" y="453961"/>
                </a:lnTo>
                <a:lnTo>
                  <a:pt x="514350" y="473621"/>
                </a:lnTo>
                <a:lnTo>
                  <a:pt x="514350" y="493290"/>
                </a:lnTo>
                <a:lnTo>
                  <a:pt x="514350" y="512959"/>
                </a:lnTo>
                <a:lnTo>
                  <a:pt x="514350" y="532628"/>
                </a:lnTo>
                <a:lnTo>
                  <a:pt x="514350" y="552298"/>
                </a:lnTo>
                <a:lnTo>
                  <a:pt x="514350" y="571957"/>
                </a:lnTo>
                <a:lnTo>
                  <a:pt x="514350" y="591626"/>
                </a:lnTo>
                <a:lnTo>
                  <a:pt x="514350" y="611295"/>
                </a:lnTo>
                <a:lnTo>
                  <a:pt x="514350" y="630965"/>
                </a:lnTo>
                <a:lnTo>
                  <a:pt x="514350" y="650624"/>
                </a:lnTo>
                <a:lnTo>
                  <a:pt x="514350" y="670293"/>
                </a:lnTo>
                <a:lnTo>
                  <a:pt x="514350" y="689962"/>
                </a:lnTo>
                <a:lnTo>
                  <a:pt x="514350" y="709632"/>
                </a:lnTo>
                <a:lnTo>
                  <a:pt x="514350" y="729301"/>
                </a:lnTo>
                <a:lnTo>
                  <a:pt x="514350" y="748960"/>
                </a:lnTo>
                <a:lnTo>
                  <a:pt x="514350" y="768629"/>
                </a:lnTo>
                <a:lnTo>
                  <a:pt x="514350" y="788299"/>
                </a:lnTo>
                <a:lnTo>
                  <a:pt x="514350" y="807968"/>
                </a:lnTo>
                <a:lnTo>
                  <a:pt x="514350" y="827637"/>
                </a:lnTo>
                <a:lnTo>
                  <a:pt x="514350" y="847296"/>
                </a:lnTo>
                <a:lnTo>
                  <a:pt x="514350" y="866966"/>
                </a:lnTo>
                <a:lnTo>
                  <a:pt x="514350" y="886635"/>
                </a:lnTo>
                <a:lnTo>
                  <a:pt x="514350" y="906304"/>
                </a:lnTo>
                <a:lnTo>
                  <a:pt x="514350" y="925963"/>
                </a:lnTo>
                <a:lnTo>
                  <a:pt x="514350" y="945632"/>
                </a:lnTo>
                <a:lnTo>
                  <a:pt x="514350" y="965302"/>
                </a:lnTo>
                <a:lnTo>
                  <a:pt x="514350" y="984971"/>
                </a:lnTo>
                <a:lnTo>
                  <a:pt x="514350" y="1004640"/>
                </a:lnTo>
                <a:lnTo>
                  <a:pt x="514350" y="1024299"/>
                </a:lnTo>
                <a:lnTo>
                  <a:pt x="514350" y="1043969"/>
                </a:lnTo>
                <a:lnTo>
                  <a:pt x="514350" y="1063638"/>
                </a:lnTo>
                <a:lnTo>
                  <a:pt x="514350" y="1083307"/>
                </a:lnTo>
                <a:lnTo>
                  <a:pt x="514350" y="1102966"/>
                </a:lnTo>
                <a:lnTo>
                  <a:pt x="514350" y="1122636"/>
                </a:lnTo>
                <a:lnTo>
                  <a:pt x="514350" y="1142305"/>
                </a:lnTo>
                <a:lnTo>
                  <a:pt x="514350" y="1161974"/>
                </a:lnTo>
                <a:lnTo>
                  <a:pt x="514350" y="1181643"/>
                </a:lnTo>
                <a:lnTo>
                  <a:pt x="514350" y="1201303"/>
                </a:lnTo>
                <a:lnTo>
                  <a:pt x="514350" y="1220972"/>
                </a:lnTo>
                <a:lnTo>
                  <a:pt x="514350" y="1240641"/>
                </a:lnTo>
                <a:lnTo>
                  <a:pt x="514350" y="1260310"/>
                </a:lnTo>
                <a:lnTo>
                  <a:pt x="514350" y="1279970"/>
                </a:lnTo>
                <a:lnTo>
                  <a:pt x="514350" y="1299639"/>
                </a:lnTo>
                <a:lnTo>
                  <a:pt x="514350" y="1319308"/>
                </a:lnTo>
                <a:lnTo>
                  <a:pt x="514350" y="1338977"/>
                </a:lnTo>
                <a:lnTo>
                  <a:pt x="514350" y="1358646"/>
                </a:lnTo>
                <a:lnTo>
                  <a:pt x="514350" y="1378306"/>
                </a:lnTo>
                <a:lnTo>
                  <a:pt x="514350" y="1397975"/>
                </a:lnTo>
                <a:lnTo>
                  <a:pt x="514350" y="1417644"/>
                </a:lnTo>
                <a:lnTo>
                  <a:pt x="514350" y="1437313"/>
                </a:lnTo>
                <a:lnTo>
                  <a:pt x="514350" y="1456982"/>
                </a:lnTo>
                <a:lnTo>
                  <a:pt x="514350" y="1476642"/>
                </a:lnTo>
                <a:lnTo>
                  <a:pt x="514350" y="1496311"/>
                </a:lnTo>
                <a:lnTo>
                  <a:pt x="514350" y="1515980"/>
                </a:lnTo>
                <a:lnTo>
                  <a:pt x="514350" y="1535649"/>
                </a:lnTo>
                <a:lnTo>
                  <a:pt x="514350" y="1555309"/>
                </a:lnTo>
                <a:lnTo>
                  <a:pt x="514350" y="1574978"/>
                </a:lnTo>
                <a:lnTo>
                  <a:pt x="514350" y="1594647"/>
                </a:lnTo>
                <a:lnTo>
                  <a:pt x="514350" y="1614316"/>
                </a:lnTo>
                <a:lnTo>
                  <a:pt x="514350" y="1633985"/>
                </a:lnTo>
                <a:lnTo>
                  <a:pt x="514350" y="1653645"/>
                </a:lnTo>
                <a:lnTo>
                  <a:pt x="514350" y="1673314"/>
                </a:lnTo>
                <a:lnTo>
                  <a:pt x="514350" y="1692983"/>
                </a:lnTo>
                <a:lnTo>
                  <a:pt x="514350" y="1712652"/>
                </a:lnTo>
                <a:lnTo>
                  <a:pt x="514350" y="1732312"/>
                </a:lnTo>
                <a:lnTo>
                  <a:pt x="514350" y="1751981"/>
                </a:lnTo>
                <a:lnTo>
                  <a:pt x="514350" y="1771650"/>
                </a:lnTo>
                <a:lnTo>
                  <a:pt x="497157" y="1781204"/>
                </a:lnTo>
                <a:lnTo>
                  <a:pt x="479965" y="1790748"/>
                </a:lnTo>
                <a:lnTo>
                  <a:pt x="462772" y="1800301"/>
                </a:lnTo>
                <a:lnTo>
                  <a:pt x="445580" y="1809855"/>
                </a:lnTo>
                <a:lnTo>
                  <a:pt x="428387" y="1819408"/>
                </a:lnTo>
                <a:lnTo>
                  <a:pt x="411194" y="1828952"/>
                </a:lnTo>
                <a:lnTo>
                  <a:pt x="394002" y="1838506"/>
                </a:lnTo>
                <a:lnTo>
                  <a:pt x="376809" y="1848060"/>
                </a:lnTo>
                <a:lnTo>
                  <a:pt x="359626" y="1857613"/>
                </a:lnTo>
                <a:lnTo>
                  <a:pt x="342433" y="1867157"/>
                </a:lnTo>
                <a:lnTo>
                  <a:pt x="325241" y="1876711"/>
                </a:lnTo>
                <a:lnTo>
                  <a:pt x="308048" y="1886264"/>
                </a:lnTo>
                <a:lnTo>
                  <a:pt x="290855" y="1895818"/>
                </a:lnTo>
                <a:lnTo>
                  <a:pt x="273663" y="1905362"/>
                </a:lnTo>
                <a:lnTo>
                  <a:pt x="256470" y="1914134"/>
                </a:lnTo>
                <a:lnTo>
                  <a:pt x="239278" y="1904581"/>
                </a:lnTo>
                <a:lnTo>
                  <a:pt x="222085" y="1895027"/>
                </a:lnTo>
                <a:lnTo>
                  <a:pt x="204892" y="1885483"/>
                </a:lnTo>
                <a:lnTo>
                  <a:pt x="187700" y="1875930"/>
                </a:lnTo>
                <a:lnTo>
                  <a:pt x="170507" y="1866376"/>
                </a:lnTo>
                <a:lnTo>
                  <a:pt x="153314" y="1856823"/>
                </a:lnTo>
                <a:lnTo>
                  <a:pt x="136122" y="1847279"/>
                </a:lnTo>
                <a:lnTo>
                  <a:pt x="118929" y="1837725"/>
                </a:lnTo>
                <a:lnTo>
                  <a:pt x="101737" y="1828171"/>
                </a:lnTo>
                <a:lnTo>
                  <a:pt x="84544" y="1818618"/>
                </a:lnTo>
                <a:lnTo>
                  <a:pt x="67351" y="1809074"/>
                </a:lnTo>
                <a:lnTo>
                  <a:pt x="50168" y="1799520"/>
                </a:lnTo>
                <a:lnTo>
                  <a:pt x="32976" y="1789967"/>
                </a:lnTo>
                <a:lnTo>
                  <a:pt x="15783" y="1780413"/>
                </a:lnTo>
                <a:lnTo>
                  <a:pt x="0" y="1770031"/>
                </a:lnTo>
                <a:lnTo>
                  <a:pt x="0" y="1750371"/>
                </a:lnTo>
                <a:lnTo>
                  <a:pt x="0" y="1730702"/>
                </a:lnTo>
                <a:lnTo>
                  <a:pt x="0" y="1711033"/>
                </a:lnTo>
                <a:lnTo>
                  <a:pt x="0" y="1691364"/>
                </a:lnTo>
                <a:lnTo>
                  <a:pt x="0" y="1671695"/>
                </a:lnTo>
                <a:lnTo>
                  <a:pt x="0" y="1652035"/>
                </a:lnTo>
                <a:lnTo>
                  <a:pt x="0" y="1632366"/>
                </a:lnTo>
                <a:lnTo>
                  <a:pt x="0" y="1612697"/>
                </a:lnTo>
                <a:lnTo>
                  <a:pt x="0" y="1593028"/>
                </a:lnTo>
                <a:lnTo>
                  <a:pt x="0" y="1573368"/>
                </a:lnTo>
                <a:lnTo>
                  <a:pt x="0" y="1553699"/>
                </a:lnTo>
                <a:lnTo>
                  <a:pt x="0" y="1534030"/>
                </a:lnTo>
                <a:lnTo>
                  <a:pt x="0" y="1514361"/>
                </a:lnTo>
                <a:lnTo>
                  <a:pt x="0" y="1494692"/>
                </a:lnTo>
                <a:lnTo>
                  <a:pt x="0" y="1475032"/>
                </a:lnTo>
                <a:lnTo>
                  <a:pt x="0" y="1455363"/>
                </a:lnTo>
                <a:lnTo>
                  <a:pt x="0" y="1435694"/>
                </a:lnTo>
                <a:lnTo>
                  <a:pt x="0" y="1416025"/>
                </a:lnTo>
                <a:lnTo>
                  <a:pt x="0" y="1396355"/>
                </a:lnTo>
                <a:lnTo>
                  <a:pt x="0" y="1376696"/>
                </a:lnTo>
                <a:lnTo>
                  <a:pt x="0" y="1357027"/>
                </a:lnTo>
                <a:lnTo>
                  <a:pt x="0" y="1337358"/>
                </a:lnTo>
                <a:lnTo>
                  <a:pt x="0" y="1317689"/>
                </a:lnTo>
                <a:lnTo>
                  <a:pt x="0" y="1298029"/>
                </a:lnTo>
                <a:lnTo>
                  <a:pt x="0" y="1278360"/>
                </a:lnTo>
                <a:lnTo>
                  <a:pt x="0" y="1258691"/>
                </a:lnTo>
                <a:lnTo>
                  <a:pt x="0" y="1239022"/>
                </a:lnTo>
                <a:lnTo>
                  <a:pt x="0" y="1219352"/>
                </a:lnTo>
                <a:lnTo>
                  <a:pt x="0" y="1199693"/>
                </a:lnTo>
                <a:lnTo>
                  <a:pt x="0" y="1180024"/>
                </a:lnTo>
                <a:lnTo>
                  <a:pt x="0" y="1160355"/>
                </a:lnTo>
                <a:lnTo>
                  <a:pt x="0" y="1140685"/>
                </a:lnTo>
                <a:lnTo>
                  <a:pt x="0" y="1121026"/>
                </a:lnTo>
                <a:lnTo>
                  <a:pt x="0" y="1101357"/>
                </a:lnTo>
                <a:lnTo>
                  <a:pt x="0" y="1081688"/>
                </a:lnTo>
                <a:lnTo>
                  <a:pt x="0" y="1062018"/>
                </a:lnTo>
                <a:lnTo>
                  <a:pt x="0" y="1042349"/>
                </a:lnTo>
                <a:lnTo>
                  <a:pt x="0" y="1022690"/>
                </a:lnTo>
                <a:lnTo>
                  <a:pt x="0" y="1003021"/>
                </a:lnTo>
                <a:lnTo>
                  <a:pt x="0" y="983351"/>
                </a:lnTo>
                <a:lnTo>
                  <a:pt x="0" y="963682"/>
                </a:lnTo>
                <a:lnTo>
                  <a:pt x="0" y="944023"/>
                </a:lnTo>
                <a:lnTo>
                  <a:pt x="0" y="924354"/>
                </a:lnTo>
                <a:lnTo>
                  <a:pt x="0" y="904685"/>
                </a:lnTo>
                <a:lnTo>
                  <a:pt x="0" y="885015"/>
                </a:lnTo>
                <a:lnTo>
                  <a:pt x="0" y="865346"/>
                </a:lnTo>
                <a:lnTo>
                  <a:pt x="0" y="845687"/>
                </a:lnTo>
                <a:lnTo>
                  <a:pt x="0" y="826018"/>
                </a:lnTo>
                <a:lnTo>
                  <a:pt x="0" y="806348"/>
                </a:lnTo>
                <a:lnTo>
                  <a:pt x="0" y="786679"/>
                </a:lnTo>
                <a:lnTo>
                  <a:pt x="0" y="767010"/>
                </a:lnTo>
                <a:lnTo>
                  <a:pt x="0" y="747351"/>
                </a:lnTo>
                <a:lnTo>
                  <a:pt x="0" y="727681"/>
                </a:lnTo>
                <a:lnTo>
                  <a:pt x="0" y="708012"/>
                </a:lnTo>
                <a:lnTo>
                  <a:pt x="0" y="688343"/>
                </a:lnTo>
                <a:lnTo>
                  <a:pt x="0" y="668684"/>
                </a:lnTo>
                <a:lnTo>
                  <a:pt x="0" y="649014"/>
                </a:lnTo>
                <a:lnTo>
                  <a:pt x="0" y="629345"/>
                </a:lnTo>
                <a:lnTo>
                  <a:pt x="0" y="609676"/>
                </a:lnTo>
                <a:lnTo>
                  <a:pt x="0" y="590007"/>
                </a:lnTo>
                <a:lnTo>
                  <a:pt x="0" y="570347"/>
                </a:lnTo>
                <a:lnTo>
                  <a:pt x="0" y="550678"/>
                </a:lnTo>
                <a:lnTo>
                  <a:pt x="0" y="531009"/>
                </a:lnTo>
                <a:lnTo>
                  <a:pt x="0" y="511340"/>
                </a:lnTo>
                <a:lnTo>
                  <a:pt x="0" y="491681"/>
                </a:lnTo>
                <a:lnTo>
                  <a:pt x="0" y="472011"/>
                </a:lnTo>
                <a:lnTo>
                  <a:pt x="0" y="452342"/>
                </a:lnTo>
                <a:lnTo>
                  <a:pt x="0" y="432673"/>
                </a:lnTo>
                <a:lnTo>
                  <a:pt x="0" y="413004"/>
                </a:lnTo>
                <a:lnTo>
                  <a:pt x="0" y="393344"/>
                </a:lnTo>
                <a:lnTo>
                  <a:pt x="0" y="373675"/>
                </a:lnTo>
                <a:lnTo>
                  <a:pt x="0" y="354006"/>
                </a:lnTo>
                <a:lnTo>
                  <a:pt x="0" y="334337"/>
                </a:lnTo>
                <a:lnTo>
                  <a:pt x="0" y="314668"/>
                </a:lnTo>
                <a:lnTo>
                  <a:pt x="0" y="295008"/>
                </a:lnTo>
                <a:lnTo>
                  <a:pt x="0" y="275339"/>
                </a:lnTo>
                <a:lnTo>
                  <a:pt x="0" y="255670"/>
                </a:lnTo>
                <a:lnTo>
                  <a:pt x="0" y="236001"/>
                </a:lnTo>
                <a:lnTo>
                  <a:pt x="0" y="216341"/>
                </a:lnTo>
                <a:lnTo>
                  <a:pt x="0" y="196672"/>
                </a:lnTo>
                <a:lnTo>
                  <a:pt x="0" y="177003"/>
                </a:lnTo>
                <a:lnTo>
                  <a:pt x="0" y="157334"/>
                </a:lnTo>
                <a:lnTo>
                  <a:pt x="0" y="137665"/>
                </a:lnTo>
                <a:lnTo>
                  <a:pt x="0" y="118005"/>
                </a:lnTo>
                <a:lnTo>
                  <a:pt x="0" y="98336"/>
                </a:lnTo>
                <a:lnTo>
                  <a:pt x="0" y="78667"/>
                </a:lnTo>
                <a:lnTo>
                  <a:pt x="0" y="58998"/>
                </a:lnTo>
                <a:lnTo>
                  <a:pt x="0" y="39338"/>
                </a:lnTo>
                <a:lnTo>
                  <a:pt x="0" y="19669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78A8D5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35" name="phase-title-2">
            <a:extLst xmlns:a="http://schemas.openxmlformats.org/drawingml/2006/main">
              <a:ext uri="{FF2B5EF4-FFF2-40B4-BE49-F238E27FC236}">
                <a16:creationId xmlns:a16="http://schemas.microsoft.com/office/drawing/2014/main" id="{1E884C1A-B37C-42CA-B042-AB62808DA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4782293"/>
            <a:ext cx="1428750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持续转化</a:t>
            </a:r>
          </a:p>
        </p:txBody>
      </p:sp>
      <p:sp>
        <p:nvSpPr>
          <p:cNvPr id="36" name="phase-body-2">
            <a:extLst xmlns:a="http://schemas.openxmlformats.org/drawingml/2006/main">
              <a:ext uri="{FF2B5EF4-FFF2-40B4-BE49-F238E27FC236}">
                <a16:creationId xmlns:a16="http://schemas.microsoft.com/office/drawing/2014/main" id="{7A33C191-4DE1-4A95-B165-CE9AA942C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5136509"/>
            <a:ext cx="1428750" cy="587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让行动沉淀为</a:t>
            </a:r>
          </a:p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长期价值</a:t>
            </a:r>
          </a:p>
        </p:txBody>
      </p:sp>
      <p:sp>
        <p:nvSpPr>
          <p:cNvPr id="37" name="action-icon-shell-2-0">
            <a:extLst xmlns:a="http://schemas.openxmlformats.org/drawingml/2006/main">
              <a:ext uri="{FF2B5EF4-FFF2-40B4-BE49-F238E27FC236}">
                <a16:creationId xmlns:a16="http://schemas.microsoft.com/office/drawing/2014/main" id="{D73C090A-CAF2-40D4-AD3E-8EC0CB597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5081588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10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21c9953795947bf">
            <a:extLst>
              <a:ext uri="{96DAC541-7B7A-43D3-8B79-37D633B846F1}">
                <asvg:svgBlip xmlns:asvg="http://schemas.microsoft.com/office/drawing/2016/SVG/main" r:embed="R7e463b4976574eff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5157788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39" name="action-title-2-0">
            <a:extLst xmlns:a="http://schemas.openxmlformats.org/drawingml/2006/main">
              <a:ext uri="{FF2B5EF4-FFF2-40B4-BE49-F238E27FC236}">
                <a16:creationId xmlns:a16="http://schemas.microsoft.com/office/drawing/2014/main" id="{745F4732-F827-40FA-895C-1A3718BEC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5020570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数据打通</a:t>
            </a:r>
          </a:p>
        </p:txBody>
      </p:sp>
      <p:sp>
        <p:nvSpPr>
          <p:cNvPr id="40" name="action-body-2-0">
            <a:extLst xmlns:a="http://schemas.openxmlformats.org/drawingml/2006/main">
              <a:ext uri="{FF2B5EF4-FFF2-40B4-BE49-F238E27FC236}">
                <a16:creationId xmlns:a16="http://schemas.microsoft.com/office/drawing/2014/main" id="{680A4701-D653-4FBF-AAC4-33155F1C4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5249170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统一分析对象</a:t>
            </a:r>
          </a:p>
        </p:txBody>
      </p:sp>
      <p:sp>
        <p:nvSpPr>
          <p:cNvPr id="41" name="action-icon-shell-2-1">
            <a:extLst xmlns:a="http://schemas.openxmlformats.org/drawingml/2006/main">
              <a:ext uri="{FF2B5EF4-FFF2-40B4-BE49-F238E27FC236}">
                <a16:creationId xmlns:a16="http://schemas.microsoft.com/office/drawing/2014/main" id="{3F1F2194-D573-4DE5-BBB8-15FD4844B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5081588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1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61e509a3d6c47e0">
            <a:extLst>
              <a:ext uri="{96DAC541-7B7A-43D3-8B79-37D633B846F1}">
                <asvg:svgBlip xmlns:asvg="http://schemas.microsoft.com/office/drawing/2016/SVG/main" r:embed="R4f6dd15a64bd4b8b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5157788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43" name="action-title-2-1">
            <a:extLst xmlns:a="http://schemas.openxmlformats.org/drawingml/2006/main">
              <a:ext uri="{FF2B5EF4-FFF2-40B4-BE49-F238E27FC236}">
                <a16:creationId xmlns:a16="http://schemas.microsoft.com/office/drawing/2014/main" id="{74FB4074-1706-4BED-B31A-176271E5E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5020570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自动分群</a:t>
            </a:r>
          </a:p>
        </p:txBody>
      </p:sp>
      <p:sp>
        <p:nvSpPr>
          <p:cNvPr id="44" name="action-body-2-1">
            <a:extLst xmlns:a="http://schemas.openxmlformats.org/drawingml/2006/main">
              <a:ext uri="{FF2B5EF4-FFF2-40B4-BE49-F238E27FC236}">
                <a16:creationId xmlns:a16="http://schemas.microsoft.com/office/drawing/2014/main" id="{94122036-4E41-4EEF-8839-D176E8A0B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5249170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指导持续运营</a:t>
            </a:r>
          </a:p>
        </p:txBody>
      </p:sp>
      <p:sp>
        <p:nvSpPr>
          <p:cNvPr id="45" name="funnel-step-body-0">
            <a:extLst xmlns:a="http://schemas.openxmlformats.org/drawingml/2006/main">
              <a:ext uri="{FF2B5EF4-FFF2-40B4-BE49-F238E27FC236}">
                <a16:creationId xmlns:a16="http://schemas.microsoft.com/office/drawing/2014/main" id="{823AC49A-897A-4339-AA79-3E4920A34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52750" y="2514600"/>
            <a:ext cx="3331178" cy="807244"/>
          </a:xfrm>
          <a:custGeom xmlns:a="http://schemas.openxmlformats.org/drawingml/2006/main">
            <a:pathLst>
              <a:path w="3331178" h="807244">
                <a:moveTo>
                  <a:pt x="0" y="0"/>
                </a:moveTo>
                <a:lnTo>
                  <a:pt x="15011" y="27756"/>
                </a:lnTo>
                <a:lnTo>
                  <a:pt x="30032" y="55502"/>
                </a:lnTo>
                <a:lnTo>
                  <a:pt x="45044" y="83258"/>
                </a:lnTo>
                <a:lnTo>
                  <a:pt x="60065" y="111014"/>
                </a:lnTo>
                <a:lnTo>
                  <a:pt x="75076" y="138760"/>
                </a:lnTo>
                <a:lnTo>
                  <a:pt x="90087" y="166516"/>
                </a:lnTo>
                <a:lnTo>
                  <a:pt x="105108" y="194262"/>
                </a:lnTo>
                <a:lnTo>
                  <a:pt x="120120" y="222018"/>
                </a:lnTo>
                <a:lnTo>
                  <a:pt x="135141" y="249774"/>
                </a:lnTo>
                <a:lnTo>
                  <a:pt x="150152" y="277520"/>
                </a:lnTo>
                <a:lnTo>
                  <a:pt x="165164" y="305276"/>
                </a:lnTo>
                <a:lnTo>
                  <a:pt x="180184" y="333032"/>
                </a:lnTo>
                <a:lnTo>
                  <a:pt x="195196" y="360778"/>
                </a:lnTo>
                <a:lnTo>
                  <a:pt x="210217" y="388534"/>
                </a:lnTo>
                <a:lnTo>
                  <a:pt x="225228" y="416281"/>
                </a:lnTo>
                <a:lnTo>
                  <a:pt x="240249" y="444036"/>
                </a:lnTo>
                <a:lnTo>
                  <a:pt x="255260" y="471792"/>
                </a:lnTo>
                <a:lnTo>
                  <a:pt x="270272" y="499539"/>
                </a:lnTo>
                <a:lnTo>
                  <a:pt x="285293" y="527294"/>
                </a:lnTo>
                <a:lnTo>
                  <a:pt x="300304" y="555050"/>
                </a:lnTo>
                <a:lnTo>
                  <a:pt x="315325" y="582797"/>
                </a:lnTo>
                <a:lnTo>
                  <a:pt x="330337" y="610553"/>
                </a:lnTo>
                <a:lnTo>
                  <a:pt x="345348" y="638299"/>
                </a:lnTo>
                <a:lnTo>
                  <a:pt x="360369" y="666055"/>
                </a:lnTo>
                <a:lnTo>
                  <a:pt x="375380" y="693811"/>
                </a:lnTo>
                <a:lnTo>
                  <a:pt x="390401" y="721557"/>
                </a:lnTo>
                <a:lnTo>
                  <a:pt x="411366" y="743064"/>
                </a:lnTo>
                <a:lnTo>
                  <a:pt x="441579" y="752046"/>
                </a:lnTo>
                <a:lnTo>
                  <a:pt x="472526" y="758200"/>
                </a:lnTo>
                <a:lnTo>
                  <a:pt x="503701" y="763057"/>
                </a:lnTo>
                <a:lnTo>
                  <a:pt x="534991" y="767115"/>
                </a:lnTo>
                <a:lnTo>
                  <a:pt x="566347" y="770639"/>
                </a:lnTo>
                <a:lnTo>
                  <a:pt x="597741" y="773754"/>
                </a:lnTo>
                <a:lnTo>
                  <a:pt x="629174" y="776554"/>
                </a:lnTo>
                <a:lnTo>
                  <a:pt x="660625" y="779078"/>
                </a:lnTo>
                <a:lnTo>
                  <a:pt x="692096" y="781393"/>
                </a:lnTo>
                <a:lnTo>
                  <a:pt x="723576" y="783517"/>
                </a:lnTo>
                <a:lnTo>
                  <a:pt x="755075" y="785479"/>
                </a:lnTo>
                <a:lnTo>
                  <a:pt x="786575" y="787298"/>
                </a:lnTo>
                <a:lnTo>
                  <a:pt x="818083" y="788984"/>
                </a:lnTo>
                <a:lnTo>
                  <a:pt x="849592" y="790556"/>
                </a:lnTo>
                <a:lnTo>
                  <a:pt x="881120" y="792023"/>
                </a:lnTo>
                <a:lnTo>
                  <a:pt x="912638" y="793394"/>
                </a:lnTo>
                <a:lnTo>
                  <a:pt x="944166" y="794671"/>
                </a:lnTo>
                <a:lnTo>
                  <a:pt x="975703" y="795861"/>
                </a:lnTo>
                <a:lnTo>
                  <a:pt x="1007231" y="796985"/>
                </a:lnTo>
                <a:lnTo>
                  <a:pt x="1038768" y="798033"/>
                </a:lnTo>
                <a:lnTo>
                  <a:pt x="1070305" y="798995"/>
                </a:lnTo>
                <a:lnTo>
                  <a:pt x="1101852" y="799900"/>
                </a:lnTo>
                <a:lnTo>
                  <a:pt x="1133389" y="800748"/>
                </a:lnTo>
                <a:lnTo>
                  <a:pt x="1164936" y="801538"/>
                </a:lnTo>
                <a:lnTo>
                  <a:pt x="1196483" y="802262"/>
                </a:lnTo>
                <a:lnTo>
                  <a:pt x="1228030" y="802938"/>
                </a:lnTo>
                <a:lnTo>
                  <a:pt x="1259576" y="803548"/>
                </a:lnTo>
                <a:lnTo>
                  <a:pt x="1291123" y="804110"/>
                </a:lnTo>
                <a:lnTo>
                  <a:pt x="1322680" y="804624"/>
                </a:lnTo>
                <a:lnTo>
                  <a:pt x="1354226" y="805091"/>
                </a:lnTo>
                <a:lnTo>
                  <a:pt x="1385773" y="805510"/>
                </a:lnTo>
                <a:lnTo>
                  <a:pt x="1417330" y="805882"/>
                </a:lnTo>
                <a:lnTo>
                  <a:pt x="1448886" y="806206"/>
                </a:lnTo>
                <a:lnTo>
                  <a:pt x="1480433" y="806482"/>
                </a:lnTo>
                <a:lnTo>
                  <a:pt x="1511989" y="806720"/>
                </a:lnTo>
                <a:lnTo>
                  <a:pt x="1543545" y="806910"/>
                </a:lnTo>
                <a:lnTo>
                  <a:pt x="1575092" y="807063"/>
                </a:lnTo>
                <a:lnTo>
                  <a:pt x="1606648" y="807168"/>
                </a:lnTo>
                <a:lnTo>
                  <a:pt x="1638205" y="807225"/>
                </a:lnTo>
                <a:lnTo>
                  <a:pt x="1669752" y="807244"/>
                </a:lnTo>
                <a:lnTo>
                  <a:pt x="1701308" y="807215"/>
                </a:lnTo>
                <a:lnTo>
                  <a:pt x="1732864" y="807149"/>
                </a:lnTo>
                <a:lnTo>
                  <a:pt x="1764421" y="807034"/>
                </a:lnTo>
                <a:lnTo>
                  <a:pt x="1795967" y="806882"/>
                </a:lnTo>
                <a:lnTo>
                  <a:pt x="1827524" y="806682"/>
                </a:lnTo>
                <a:lnTo>
                  <a:pt x="1859080" y="806434"/>
                </a:lnTo>
                <a:lnTo>
                  <a:pt x="1890627" y="806148"/>
                </a:lnTo>
                <a:lnTo>
                  <a:pt x="1922183" y="805815"/>
                </a:lnTo>
                <a:lnTo>
                  <a:pt x="1953730" y="805434"/>
                </a:lnTo>
                <a:lnTo>
                  <a:pt x="1985286" y="805015"/>
                </a:lnTo>
                <a:lnTo>
                  <a:pt x="2016833" y="804539"/>
                </a:lnTo>
                <a:lnTo>
                  <a:pt x="2048380" y="804015"/>
                </a:lnTo>
                <a:lnTo>
                  <a:pt x="2079936" y="803443"/>
                </a:lnTo>
                <a:lnTo>
                  <a:pt x="2111483" y="802815"/>
                </a:lnTo>
                <a:lnTo>
                  <a:pt x="2143030" y="802129"/>
                </a:lnTo>
                <a:lnTo>
                  <a:pt x="2174577" y="801395"/>
                </a:lnTo>
                <a:lnTo>
                  <a:pt x="2206114" y="800595"/>
                </a:lnTo>
                <a:lnTo>
                  <a:pt x="2237661" y="799748"/>
                </a:lnTo>
                <a:lnTo>
                  <a:pt x="2269198" y="798833"/>
                </a:lnTo>
                <a:lnTo>
                  <a:pt x="2300735" y="797843"/>
                </a:lnTo>
                <a:lnTo>
                  <a:pt x="2332272" y="796785"/>
                </a:lnTo>
                <a:lnTo>
                  <a:pt x="2363810" y="795652"/>
                </a:lnTo>
                <a:lnTo>
                  <a:pt x="2395337" y="794442"/>
                </a:lnTo>
                <a:lnTo>
                  <a:pt x="2426865" y="793156"/>
                </a:lnTo>
                <a:lnTo>
                  <a:pt x="2458393" y="791766"/>
                </a:lnTo>
                <a:lnTo>
                  <a:pt x="2489911" y="790280"/>
                </a:lnTo>
                <a:lnTo>
                  <a:pt x="2521420" y="788689"/>
                </a:lnTo>
                <a:lnTo>
                  <a:pt x="2552929" y="786975"/>
                </a:lnTo>
                <a:lnTo>
                  <a:pt x="2584428" y="785136"/>
                </a:lnTo>
                <a:lnTo>
                  <a:pt x="2615917" y="783136"/>
                </a:lnTo>
                <a:lnTo>
                  <a:pt x="2647398" y="780993"/>
                </a:lnTo>
                <a:lnTo>
                  <a:pt x="2678868" y="778640"/>
                </a:lnTo>
                <a:lnTo>
                  <a:pt x="2710320" y="776059"/>
                </a:lnTo>
                <a:lnTo>
                  <a:pt x="2741743" y="773211"/>
                </a:lnTo>
                <a:lnTo>
                  <a:pt x="2773137" y="770030"/>
                </a:lnTo>
                <a:lnTo>
                  <a:pt x="2804484" y="766420"/>
                </a:lnTo>
                <a:lnTo>
                  <a:pt x="2835754" y="762238"/>
                </a:lnTo>
                <a:lnTo>
                  <a:pt x="2866901" y="757199"/>
                </a:lnTo>
                <a:lnTo>
                  <a:pt x="2897772" y="750703"/>
                </a:lnTo>
                <a:lnTo>
                  <a:pt x="2927652" y="740721"/>
                </a:lnTo>
                <a:lnTo>
                  <a:pt x="2946092" y="716490"/>
                </a:lnTo>
                <a:lnTo>
                  <a:pt x="2961113" y="688743"/>
                </a:lnTo>
                <a:lnTo>
                  <a:pt x="2976124" y="660987"/>
                </a:lnTo>
                <a:lnTo>
                  <a:pt x="2991145" y="633232"/>
                </a:lnTo>
                <a:lnTo>
                  <a:pt x="3006157" y="605485"/>
                </a:lnTo>
                <a:lnTo>
                  <a:pt x="3021168" y="577729"/>
                </a:lnTo>
                <a:lnTo>
                  <a:pt x="3036189" y="549983"/>
                </a:lnTo>
                <a:lnTo>
                  <a:pt x="3051200" y="522227"/>
                </a:lnTo>
                <a:lnTo>
                  <a:pt x="3066221" y="494471"/>
                </a:lnTo>
                <a:lnTo>
                  <a:pt x="3081233" y="466725"/>
                </a:lnTo>
                <a:lnTo>
                  <a:pt x="3096244" y="438969"/>
                </a:lnTo>
                <a:lnTo>
                  <a:pt x="3111265" y="411213"/>
                </a:lnTo>
                <a:lnTo>
                  <a:pt x="3126276" y="383467"/>
                </a:lnTo>
                <a:lnTo>
                  <a:pt x="3141297" y="355711"/>
                </a:lnTo>
                <a:lnTo>
                  <a:pt x="3156309" y="327965"/>
                </a:lnTo>
                <a:lnTo>
                  <a:pt x="3171320" y="300209"/>
                </a:lnTo>
                <a:lnTo>
                  <a:pt x="3186341" y="272453"/>
                </a:lnTo>
                <a:lnTo>
                  <a:pt x="3201353" y="244707"/>
                </a:lnTo>
                <a:lnTo>
                  <a:pt x="3216373" y="216951"/>
                </a:lnTo>
                <a:lnTo>
                  <a:pt x="3231385" y="189195"/>
                </a:lnTo>
                <a:lnTo>
                  <a:pt x="3246396" y="161449"/>
                </a:lnTo>
                <a:lnTo>
                  <a:pt x="3261417" y="133693"/>
                </a:lnTo>
                <a:lnTo>
                  <a:pt x="3276429" y="105937"/>
                </a:lnTo>
                <a:lnTo>
                  <a:pt x="3291449" y="78191"/>
                </a:lnTo>
                <a:lnTo>
                  <a:pt x="3306461" y="50435"/>
                </a:lnTo>
                <a:lnTo>
                  <a:pt x="3321472" y="22689"/>
                </a:lnTo>
                <a:lnTo>
                  <a:pt x="3331178" y="4982"/>
                </a:lnTo>
                <a:lnTo>
                  <a:pt x="3302260" y="16955"/>
                </a:lnTo>
                <a:lnTo>
                  <a:pt x="3271390" y="23451"/>
                </a:lnTo>
                <a:lnTo>
                  <a:pt x="3240224" y="28318"/>
                </a:lnTo>
                <a:lnTo>
                  <a:pt x="3208915" y="32309"/>
                </a:lnTo>
                <a:lnTo>
                  <a:pt x="3177550" y="35728"/>
                </a:lnTo>
                <a:lnTo>
                  <a:pt x="3146146" y="38757"/>
                </a:lnTo>
                <a:lnTo>
                  <a:pt x="3114704" y="41462"/>
                </a:lnTo>
                <a:lnTo>
                  <a:pt x="3083252" y="43920"/>
                </a:lnTo>
                <a:lnTo>
                  <a:pt x="3051772" y="46177"/>
                </a:lnTo>
                <a:lnTo>
                  <a:pt x="3020292" y="48254"/>
                </a:lnTo>
                <a:lnTo>
                  <a:pt x="2988793" y="50187"/>
                </a:lnTo>
                <a:lnTo>
                  <a:pt x="2957293" y="51978"/>
                </a:lnTo>
                <a:lnTo>
                  <a:pt x="2925785" y="53673"/>
                </a:lnTo>
                <a:lnTo>
                  <a:pt x="2894267" y="55255"/>
                </a:lnTo>
                <a:lnTo>
                  <a:pt x="2862748" y="56740"/>
                </a:lnTo>
                <a:lnTo>
                  <a:pt x="2831230" y="58150"/>
                </a:lnTo>
                <a:lnTo>
                  <a:pt x="2799702" y="59474"/>
                </a:lnTo>
                <a:lnTo>
                  <a:pt x="2768175" y="60731"/>
                </a:lnTo>
                <a:lnTo>
                  <a:pt x="2736647" y="61922"/>
                </a:lnTo>
                <a:lnTo>
                  <a:pt x="2705110" y="63046"/>
                </a:lnTo>
                <a:lnTo>
                  <a:pt x="2673572" y="64113"/>
                </a:lnTo>
                <a:lnTo>
                  <a:pt x="2642035" y="65132"/>
                </a:lnTo>
                <a:lnTo>
                  <a:pt x="2610498" y="66094"/>
                </a:lnTo>
                <a:lnTo>
                  <a:pt x="2578951" y="67008"/>
                </a:lnTo>
                <a:lnTo>
                  <a:pt x="2547414" y="67885"/>
                </a:lnTo>
                <a:lnTo>
                  <a:pt x="2515867" y="68704"/>
                </a:lnTo>
                <a:lnTo>
                  <a:pt x="2484330" y="69494"/>
                </a:lnTo>
                <a:lnTo>
                  <a:pt x="2452783" y="70237"/>
                </a:lnTo>
                <a:lnTo>
                  <a:pt x="2421236" y="70942"/>
                </a:lnTo>
                <a:lnTo>
                  <a:pt x="2389689" y="71609"/>
                </a:lnTo>
                <a:lnTo>
                  <a:pt x="2358142" y="72238"/>
                </a:lnTo>
                <a:lnTo>
                  <a:pt x="2326596" y="72828"/>
                </a:lnTo>
                <a:lnTo>
                  <a:pt x="2295039" y="73390"/>
                </a:lnTo>
                <a:lnTo>
                  <a:pt x="2263492" y="73924"/>
                </a:lnTo>
                <a:lnTo>
                  <a:pt x="2231946" y="74419"/>
                </a:lnTo>
                <a:lnTo>
                  <a:pt x="2200389" y="74886"/>
                </a:lnTo>
                <a:lnTo>
                  <a:pt x="2168843" y="75324"/>
                </a:lnTo>
                <a:lnTo>
                  <a:pt x="2137296" y="75724"/>
                </a:lnTo>
                <a:lnTo>
                  <a:pt x="2105739" y="76105"/>
                </a:lnTo>
                <a:lnTo>
                  <a:pt x="2074183" y="76457"/>
                </a:lnTo>
                <a:lnTo>
                  <a:pt x="2042636" y="76772"/>
                </a:lnTo>
                <a:lnTo>
                  <a:pt x="2011080" y="77067"/>
                </a:lnTo>
                <a:lnTo>
                  <a:pt x="1979533" y="77343"/>
                </a:lnTo>
                <a:lnTo>
                  <a:pt x="1947977" y="77572"/>
                </a:lnTo>
                <a:lnTo>
                  <a:pt x="1916420" y="77791"/>
                </a:lnTo>
                <a:lnTo>
                  <a:pt x="1884874" y="77972"/>
                </a:lnTo>
                <a:lnTo>
                  <a:pt x="1853317" y="78143"/>
                </a:lnTo>
                <a:lnTo>
                  <a:pt x="1821761" y="78276"/>
                </a:lnTo>
                <a:lnTo>
                  <a:pt x="1790214" y="78391"/>
                </a:lnTo>
                <a:lnTo>
                  <a:pt x="1758658" y="78467"/>
                </a:lnTo>
                <a:lnTo>
                  <a:pt x="1727102" y="78534"/>
                </a:lnTo>
                <a:lnTo>
                  <a:pt x="1695545" y="78572"/>
                </a:lnTo>
                <a:lnTo>
                  <a:pt x="1663998" y="78581"/>
                </a:lnTo>
                <a:lnTo>
                  <a:pt x="1632442" y="78562"/>
                </a:lnTo>
                <a:lnTo>
                  <a:pt x="1600886" y="78524"/>
                </a:lnTo>
                <a:lnTo>
                  <a:pt x="1569329" y="78457"/>
                </a:lnTo>
                <a:lnTo>
                  <a:pt x="1537783" y="78372"/>
                </a:lnTo>
                <a:lnTo>
                  <a:pt x="1506226" y="78257"/>
                </a:lnTo>
                <a:lnTo>
                  <a:pt x="1474670" y="78115"/>
                </a:lnTo>
                <a:lnTo>
                  <a:pt x="1443114" y="77943"/>
                </a:lnTo>
                <a:lnTo>
                  <a:pt x="1411567" y="77753"/>
                </a:lnTo>
                <a:lnTo>
                  <a:pt x="1380011" y="77534"/>
                </a:lnTo>
                <a:lnTo>
                  <a:pt x="1348454" y="77286"/>
                </a:lnTo>
                <a:lnTo>
                  <a:pt x="1316907" y="77019"/>
                </a:lnTo>
                <a:lnTo>
                  <a:pt x="1285351" y="76724"/>
                </a:lnTo>
                <a:lnTo>
                  <a:pt x="1253804" y="76391"/>
                </a:lnTo>
                <a:lnTo>
                  <a:pt x="1222248" y="76038"/>
                </a:lnTo>
                <a:lnTo>
                  <a:pt x="1190701" y="75657"/>
                </a:lnTo>
                <a:lnTo>
                  <a:pt x="1159145" y="75248"/>
                </a:lnTo>
                <a:lnTo>
                  <a:pt x="1127598" y="74809"/>
                </a:lnTo>
                <a:lnTo>
                  <a:pt x="1096042" y="74333"/>
                </a:lnTo>
                <a:lnTo>
                  <a:pt x="1064495" y="73828"/>
                </a:lnTo>
                <a:lnTo>
                  <a:pt x="1032948" y="73295"/>
                </a:lnTo>
                <a:lnTo>
                  <a:pt x="1001401" y="72723"/>
                </a:lnTo>
                <a:lnTo>
                  <a:pt x="969845" y="72123"/>
                </a:lnTo>
                <a:lnTo>
                  <a:pt x="938298" y="71485"/>
                </a:lnTo>
                <a:lnTo>
                  <a:pt x="906751" y="70809"/>
                </a:lnTo>
                <a:lnTo>
                  <a:pt x="875205" y="70104"/>
                </a:lnTo>
                <a:lnTo>
                  <a:pt x="843667" y="69352"/>
                </a:lnTo>
                <a:lnTo>
                  <a:pt x="812121" y="68561"/>
                </a:lnTo>
                <a:lnTo>
                  <a:pt x="780574" y="67723"/>
                </a:lnTo>
                <a:lnTo>
                  <a:pt x="749036" y="66846"/>
                </a:lnTo>
                <a:lnTo>
                  <a:pt x="717499" y="65923"/>
                </a:lnTo>
                <a:lnTo>
                  <a:pt x="685952" y="64951"/>
                </a:lnTo>
                <a:lnTo>
                  <a:pt x="654415" y="63922"/>
                </a:lnTo>
                <a:lnTo>
                  <a:pt x="622887" y="62846"/>
                </a:lnTo>
                <a:lnTo>
                  <a:pt x="591350" y="61703"/>
                </a:lnTo>
                <a:lnTo>
                  <a:pt x="559822" y="60503"/>
                </a:lnTo>
                <a:lnTo>
                  <a:pt x="528295" y="59236"/>
                </a:lnTo>
                <a:lnTo>
                  <a:pt x="496767" y="57902"/>
                </a:lnTo>
                <a:lnTo>
                  <a:pt x="465239" y="56483"/>
                </a:lnTo>
                <a:lnTo>
                  <a:pt x="433721" y="54978"/>
                </a:lnTo>
                <a:lnTo>
                  <a:pt x="402212" y="53369"/>
                </a:lnTo>
                <a:lnTo>
                  <a:pt x="370703" y="51664"/>
                </a:lnTo>
                <a:lnTo>
                  <a:pt x="339204" y="49844"/>
                </a:lnTo>
                <a:lnTo>
                  <a:pt x="307705" y="47892"/>
                </a:lnTo>
                <a:lnTo>
                  <a:pt x="276225" y="45777"/>
                </a:lnTo>
                <a:lnTo>
                  <a:pt x="244754" y="43491"/>
                </a:lnTo>
                <a:lnTo>
                  <a:pt x="213303" y="40986"/>
                </a:lnTo>
                <a:lnTo>
                  <a:pt x="181870" y="38224"/>
                </a:lnTo>
                <a:lnTo>
                  <a:pt x="150466" y="35147"/>
                </a:lnTo>
                <a:lnTo>
                  <a:pt x="119110" y="31633"/>
                </a:lnTo>
                <a:lnTo>
                  <a:pt x="87830" y="27499"/>
                </a:lnTo>
                <a:lnTo>
                  <a:pt x="56683" y="22422"/>
                </a:lnTo>
                <a:lnTo>
                  <a:pt x="25927" y="1544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46" name="funnel-step-cap-0">
            <a:extLst xmlns:a="http://schemas.openxmlformats.org/drawingml/2006/main">
              <a:ext uri="{FF2B5EF4-FFF2-40B4-BE49-F238E27FC236}">
                <a16:creationId xmlns:a16="http://schemas.microsoft.com/office/drawing/2014/main" id="{63AB00E2-80B4-4244-B630-7B7FA669F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52750" y="2390775"/>
            <a:ext cx="33337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47" name="funnel-step-body-1">
            <a:extLst xmlns:a="http://schemas.openxmlformats.org/drawingml/2006/main">
              <a:ext uri="{FF2B5EF4-FFF2-40B4-BE49-F238E27FC236}">
                <a16:creationId xmlns:a16="http://schemas.microsoft.com/office/drawing/2014/main" id="{E747EC97-CCC0-4016-B951-AA01E328F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346990" y="3424238"/>
            <a:ext cx="2543223" cy="807234"/>
          </a:xfrm>
          <a:custGeom xmlns:a="http://schemas.openxmlformats.org/drawingml/2006/main">
            <a:pathLst>
              <a:path w="2543223" h="807234">
                <a:moveTo>
                  <a:pt x="0" y="0"/>
                </a:moveTo>
                <a:lnTo>
                  <a:pt x="9735" y="23517"/>
                </a:lnTo>
                <a:lnTo>
                  <a:pt x="19479" y="47034"/>
                </a:lnTo>
                <a:lnTo>
                  <a:pt x="29213" y="70552"/>
                </a:lnTo>
                <a:lnTo>
                  <a:pt x="38957" y="94069"/>
                </a:lnTo>
                <a:lnTo>
                  <a:pt x="48692" y="117586"/>
                </a:lnTo>
                <a:lnTo>
                  <a:pt x="58436" y="141103"/>
                </a:lnTo>
                <a:lnTo>
                  <a:pt x="68170" y="164621"/>
                </a:lnTo>
                <a:lnTo>
                  <a:pt x="77915" y="188138"/>
                </a:lnTo>
                <a:lnTo>
                  <a:pt x="87649" y="211655"/>
                </a:lnTo>
                <a:lnTo>
                  <a:pt x="97393" y="235172"/>
                </a:lnTo>
                <a:lnTo>
                  <a:pt x="107128" y="258689"/>
                </a:lnTo>
                <a:lnTo>
                  <a:pt x="116872" y="282207"/>
                </a:lnTo>
                <a:lnTo>
                  <a:pt x="126606" y="305724"/>
                </a:lnTo>
                <a:lnTo>
                  <a:pt x="136341" y="329241"/>
                </a:lnTo>
                <a:lnTo>
                  <a:pt x="146085" y="352758"/>
                </a:lnTo>
                <a:lnTo>
                  <a:pt x="155819" y="376276"/>
                </a:lnTo>
                <a:lnTo>
                  <a:pt x="165564" y="399793"/>
                </a:lnTo>
                <a:lnTo>
                  <a:pt x="175298" y="423310"/>
                </a:lnTo>
                <a:lnTo>
                  <a:pt x="185042" y="446827"/>
                </a:lnTo>
                <a:lnTo>
                  <a:pt x="194777" y="470345"/>
                </a:lnTo>
                <a:lnTo>
                  <a:pt x="204521" y="493862"/>
                </a:lnTo>
                <a:lnTo>
                  <a:pt x="214255" y="517379"/>
                </a:lnTo>
                <a:lnTo>
                  <a:pt x="223999" y="540896"/>
                </a:lnTo>
                <a:lnTo>
                  <a:pt x="233734" y="564413"/>
                </a:lnTo>
                <a:lnTo>
                  <a:pt x="243478" y="587931"/>
                </a:lnTo>
                <a:lnTo>
                  <a:pt x="253213" y="611448"/>
                </a:lnTo>
                <a:lnTo>
                  <a:pt x="262947" y="634965"/>
                </a:lnTo>
                <a:lnTo>
                  <a:pt x="272691" y="658482"/>
                </a:lnTo>
                <a:lnTo>
                  <a:pt x="282426" y="682000"/>
                </a:lnTo>
                <a:lnTo>
                  <a:pt x="292170" y="705517"/>
                </a:lnTo>
                <a:lnTo>
                  <a:pt x="301762" y="729072"/>
                </a:lnTo>
                <a:lnTo>
                  <a:pt x="319764" y="745474"/>
                </a:lnTo>
                <a:lnTo>
                  <a:pt x="343805" y="753770"/>
                </a:lnTo>
                <a:lnTo>
                  <a:pt x="368541" y="759752"/>
                </a:lnTo>
                <a:lnTo>
                  <a:pt x="393544" y="764534"/>
                </a:lnTo>
                <a:lnTo>
                  <a:pt x="418671" y="768582"/>
                </a:lnTo>
                <a:lnTo>
                  <a:pt x="443884" y="772097"/>
                </a:lnTo>
                <a:lnTo>
                  <a:pt x="469144" y="775211"/>
                </a:lnTo>
                <a:lnTo>
                  <a:pt x="494443" y="778002"/>
                </a:lnTo>
                <a:lnTo>
                  <a:pt x="519770" y="780526"/>
                </a:lnTo>
                <a:lnTo>
                  <a:pt x="545125" y="782841"/>
                </a:lnTo>
                <a:lnTo>
                  <a:pt x="570490" y="784965"/>
                </a:lnTo>
                <a:lnTo>
                  <a:pt x="595865" y="786917"/>
                </a:lnTo>
                <a:lnTo>
                  <a:pt x="621259" y="788727"/>
                </a:lnTo>
                <a:lnTo>
                  <a:pt x="646652" y="790404"/>
                </a:lnTo>
                <a:lnTo>
                  <a:pt x="672065" y="791956"/>
                </a:lnTo>
                <a:lnTo>
                  <a:pt x="697478" y="793404"/>
                </a:lnTo>
                <a:lnTo>
                  <a:pt x="722890" y="794756"/>
                </a:lnTo>
                <a:lnTo>
                  <a:pt x="748313" y="796014"/>
                </a:lnTo>
                <a:lnTo>
                  <a:pt x="773744" y="797176"/>
                </a:lnTo>
                <a:lnTo>
                  <a:pt x="799176" y="798262"/>
                </a:lnTo>
                <a:lnTo>
                  <a:pt x="824608" y="799271"/>
                </a:lnTo>
                <a:lnTo>
                  <a:pt x="850049" y="800214"/>
                </a:lnTo>
                <a:lnTo>
                  <a:pt x="875481" y="801081"/>
                </a:lnTo>
                <a:lnTo>
                  <a:pt x="900922" y="801881"/>
                </a:lnTo>
                <a:lnTo>
                  <a:pt x="926373" y="802615"/>
                </a:lnTo>
                <a:lnTo>
                  <a:pt x="951814" y="803291"/>
                </a:lnTo>
                <a:lnTo>
                  <a:pt x="977265" y="803920"/>
                </a:lnTo>
                <a:lnTo>
                  <a:pt x="1002706" y="804481"/>
                </a:lnTo>
                <a:lnTo>
                  <a:pt x="1028157" y="804986"/>
                </a:lnTo>
                <a:lnTo>
                  <a:pt x="1053608" y="805434"/>
                </a:lnTo>
                <a:lnTo>
                  <a:pt x="1079059" y="805834"/>
                </a:lnTo>
                <a:lnTo>
                  <a:pt x="1104509" y="806186"/>
                </a:lnTo>
                <a:lnTo>
                  <a:pt x="1129960" y="806482"/>
                </a:lnTo>
                <a:lnTo>
                  <a:pt x="1155411" y="806729"/>
                </a:lnTo>
                <a:lnTo>
                  <a:pt x="1180871" y="806929"/>
                </a:lnTo>
                <a:lnTo>
                  <a:pt x="1206322" y="807082"/>
                </a:lnTo>
                <a:lnTo>
                  <a:pt x="1231773" y="807177"/>
                </a:lnTo>
                <a:lnTo>
                  <a:pt x="1257233" y="807234"/>
                </a:lnTo>
                <a:lnTo>
                  <a:pt x="1282684" y="807234"/>
                </a:lnTo>
                <a:lnTo>
                  <a:pt x="1308135" y="807196"/>
                </a:lnTo>
                <a:lnTo>
                  <a:pt x="1333595" y="807101"/>
                </a:lnTo>
                <a:lnTo>
                  <a:pt x="1359046" y="806968"/>
                </a:lnTo>
                <a:lnTo>
                  <a:pt x="1384497" y="806777"/>
                </a:lnTo>
                <a:lnTo>
                  <a:pt x="1409957" y="806539"/>
                </a:lnTo>
                <a:lnTo>
                  <a:pt x="1435408" y="806253"/>
                </a:lnTo>
                <a:lnTo>
                  <a:pt x="1460859" y="805910"/>
                </a:lnTo>
                <a:lnTo>
                  <a:pt x="1486310" y="805520"/>
                </a:lnTo>
                <a:lnTo>
                  <a:pt x="1511760" y="805082"/>
                </a:lnTo>
                <a:lnTo>
                  <a:pt x="1537211" y="804586"/>
                </a:lnTo>
                <a:lnTo>
                  <a:pt x="1562652" y="804043"/>
                </a:lnTo>
                <a:lnTo>
                  <a:pt x="1588103" y="803434"/>
                </a:lnTo>
                <a:lnTo>
                  <a:pt x="1613545" y="802767"/>
                </a:lnTo>
                <a:lnTo>
                  <a:pt x="1638995" y="802043"/>
                </a:lnTo>
                <a:lnTo>
                  <a:pt x="1664437" y="801253"/>
                </a:lnTo>
                <a:lnTo>
                  <a:pt x="1689878" y="800395"/>
                </a:lnTo>
                <a:lnTo>
                  <a:pt x="1715310" y="799481"/>
                </a:lnTo>
                <a:lnTo>
                  <a:pt x="1740741" y="798481"/>
                </a:lnTo>
                <a:lnTo>
                  <a:pt x="1766173" y="797414"/>
                </a:lnTo>
                <a:lnTo>
                  <a:pt x="1791605" y="796261"/>
                </a:lnTo>
                <a:lnTo>
                  <a:pt x="1817027" y="795023"/>
                </a:lnTo>
                <a:lnTo>
                  <a:pt x="1842449" y="793699"/>
                </a:lnTo>
                <a:lnTo>
                  <a:pt x="1867862" y="792270"/>
                </a:lnTo>
                <a:lnTo>
                  <a:pt x="1893275" y="790737"/>
                </a:lnTo>
                <a:lnTo>
                  <a:pt x="1918668" y="789089"/>
                </a:lnTo>
                <a:lnTo>
                  <a:pt x="1944062" y="787308"/>
                </a:lnTo>
                <a:lnTo>
                  <a:pt x="1969446" y="785384"/>
                </a:lnTo>
                <a:lnTo>
                  <a:pt x="1994811" y="783307"/>
                </a:lnTo>
                <a:lnTo>
                  <a:pt x="2020167" y="781040"/>
                </a:lnTo>
                <a:lnTo>
                  <a:pt x="2045494" y="778554"/>
                </a:lnTo>
                <a:lnTo>
                  <a:pt x="2070802" y="775821"/>
                </a:lnTo>
                <a:lnTo>
                  <a:pt x="2096081" y="772782"/>
                </a:lnTo>
                <a:lnTo>
                  <a:pt x="2121303" y="769363"/>
                </a:lnTo>
                <a:lnTo>
                  <a:pt x="2146449" y="765439"/>
                </a:lnTo>
                <a:lnTo>
                  <a:pt x="2171481" y="760828"/>
                </a:lnTo>
                <a:lnTo>
                  <a:pt x="2196294" y="755161"/>
                </a:lnTo>
                <a:lnTo>
                  <a:pt x="2220563" y="747532"/>
                </a:lnTo>
                <a:lnTo>
                  <a:pt x="2241756" y="734063"/>
                </a:lnTo>
                <a:lnTo>
                  <a:pt x="2251053" y="710470"/>
                </a:lnTo>
                <a:lnTo>
                  <a:pt x="2260797" y="686953"/>
                </a:lnTo>
                <a:lnTo>
                  <a:pt x="2270531" y="663435"/>
                </a:lnTo>
                <a:lnTo>
                  <a:pt x="2280266" y="639918"/>
                </a:lnTo>
                <a:lnTo>
                  <a:pt x="2290010" y="616401"/>
                </a:lnTo>
                <a:lnTo>
                  <a:pt x="2299745" y="592884"/>
                </a:lnTo>
                <a:lnTo>
                  <a:pt x="2309489" y="569366"/>
                </a:lnTo>
                <a:lnTo>
                  <a:pt x="2319223" y="545849"/>
                </a:lnTo>
                <a:lnTo>
                  <a:pt x="2328967" y="522332"/>
                </a:lnTo>
                <a:lnTo>
                  <a:pt x="2338702" y="498815"/>
                </a:lnTo>
                <a:lnTo>
                  <a:pt x="2348446" y="475298"/>
                </a:lnTo>
                <a:lnTo>
                  <a:pt x="2358180" y="451780"/>
                </a:lnTo>
                <a:lnTo>
                  <a:pt x="2367925" y="428263"/>
                </a:lnTo>
                <a:lnTo>
                  <a:pt x="2377659" y="404746"/>
                </a:lnTo>
                <a:lnTo>
                  <a:pt x="2387403" y="381229"/>
                </a:lnTo>
                <a:lnTo>
                  <a:pt x="2397138" y="357711"/>
                </a:lnTo>
                <a:lnTo>
                  <a:pt x="2406872" y="334194"/>
                </a:lnTo>
                <a:lnTo>
                  <a:pt x="2416616" y="310677"/>
                </a:lnTo>
                <a:lnTo>
                  <a:pt x="2426351" y="287160"/>
                </a:lnTo>
                <a:lnTo>
                  <a:pt x="2436095" y="263633"/>
                </a:lnTo>
                <a:lnTo>
                  <a:pt x="2445829" y="240125"/>
                </a:lnTo>
                <a:lnTo>
                  <a:pt x="2455574" y="216598"/>
                </a:lnTo>
                <a:lnTo>
                  <a:pt x="2465308" y="193081"/>
                </a:lnTo>
                <a:lnTo>
                  <a:pt x="2475052" y="169564"/>
                </a:lnTo>
                <a:lnTo>
                  <a:pt x="2484787" y="146047"/>
                </a:lnTo>
                <a:lnTo>
                  <a:pt x="2494531" y="122530"/>
                </a:lnTo>
                <a:lnTo>
                  <a:pt x="2504265" y="99012"/>
                </a:lnTo>
                <a:lnTo>
                  <a:pt x="2514009" y="75495"/>
                </a:lnTo>
                <a:lnTo>
                  <a:pt x="2523744" y="51978"/>
                </a:lnTo>
                <a:lnTo>
                  <a:pt x="2533479" y="28461"/>
                </a:lnTo>
                <a:lnTo>
                  <a:pt x="2543223" y="4943"/>
                </a:lnTo>
                <a:lnTo>
                  <a:pt x="2531259" y="13068"/>
                </a:lnTo>
                <a:lnTo>
                  <a:pt x="2507132" y="21117"/>
                </a:lnTo>
                <a:lnTo>
                  <a:pt x="2482310" y="26718"/>
                </a:lnTo>
                <a:lnTo>
                  <a:pt x="2457250" y="31156"/>
                </a:lnTo>
                <a:lnTo>
                  <a:pt x="2432075" y="34909"/>
                </a:lnTo>
                <a:lnTo>
                  <a:pt x="2406825" y="38176"/>
                </a:lnTo>
                <a:lnTo>
                  <a:pt x="2381545" y="41081"/>
                </a:lnTo>
                <a:lnTo>
                  <a:pt x="2356218" y="43701"/>
                </a:lnTo>
                <a:lnTo>
                  <a:pt x="2330882" y="46091"/>
                </a:lnTo>
                <a:lnTo>
                  <a:pt x="2305517" y="48292"/>
                </a:lnTo>
                <a:lnTo>
                  <a:pt x="2280152" y="50321"/>
                </a:lnTo>
                <a:lnTo>
                  <a:pt x="2254768" y="52207"/>
                </a:lnTo>
                <a:lnTo>
                  <a:pt x="2229374" y="53969"/>
                </a:lnTo>
                <a:lnTo>
                  <a:pt x="2203971" y="55616"/>
                </a:lnTo>
                <a:lnTo>
                  <a:pt x="2178568" y="57160"/>
                </a:lnTo>
                <a:lnTo>
                  <a:pt x="2153155" y="58617"/>
                </a:lnTo>
                <a:lnTo>
                  <a:pt x="2127733" y="59998"/>
                </a:lnTo>
                <a:lnTo>
                  <a:pt x="2102310" y="61293"/>
                </a:lnTo>
                <a:lnTo>
                  <a:pt x="2076888" y="62513"/>
                </a:lnTo>
                <a:lnTo>
                  <a:pt x="2051456" y="63675"/>
                </a:lnTo>
                <a:lnTo>
                  <a:pt x="2026034" y="64770"/>
                </a:lnTo>
                <a:lnTo>
                  <a:pt x="2000593" y="65799"/>
                </a:lnTo>
                <a:lnTo>
                  <a:pt x="1975161" y="66780"/>
                </a:lnTo>
                <a:lnTo>
                  <a:pt x="1949729" y="67713"/>
                </a:lnTo>
                <a:lnTo>
                  <a:pt x="1924288" y="68590"/>
                </a:lnTo>
                <a:lnTo>
                  <a:pt x="1898847" y="69428"/>
                </a:lnTo>
                <a:lnTo>
                  <a:pt x="1873406" y="70209"/>
                </a:lnTo>
                <a:lnTo>
                  <a:pt x="1847964" y="70961"/>
                </a:lnTo>
                <a:lnTo>
                  <a:pt x="1822514" y="71657"/>
                </a:lnTo>
                <a:lnTo>
                  <a:pt x="1797072" y="72323"/>
                </a:lnTo>
                <a:lnTo>
                  <a:pt x="1771621" y="72942"/>
                </a:lnTo>
                <a:lnTo>
                  <a:pt x="1746180" y="73523"/>
                </a:lnTo>
                <a:lnTo>
                  <a:pt x="1720729" y="74076"/>
                </a:lnTo>
                <a:lnTo>
                  <a:pt x="1695279" y="74590"/>
                </a:lnTo>
                <a:lnTo>
                  <a:pt x="1669828" y="75067"/>
                </a:lnTo>
                <a:lnTo>
                  <a:pt x="1644377" y="75514"/>
                </a:lnTo>
                <a:lnTo>
                  <a:pt x="1618926" y="75933"/>
                </a:lnTo>
                <a:lnTo>
                  <a:pt x="1593475" y="76314"/>
                </a:lnTo>
                <a:lnTo>
                  <a:pt x="1568025" y="76667"/>
                </a:lnTo>
                <a:lnTo>
                  <a:pt x="1542574" y="76991"/>
                </a:lnTo>
                <a:lnTo>
                  <a:pt x="1517123" y="77276"/>
                </a:lnTo>
                <a:lnTo>
                  <a:pt x="1491672" y="77534"/>
                </a:lnTo>
                <a:lnTo>
                  <a:pt x="1466212" y="77762"/>
                </a:lnTo>
                <a:lnTo>
                  <a:pt x="1440761" y="77962"/>
                </a:lnTo>
                <a:lnTo>
                  <a:pt x="1415310" y="78134"/>
                </a:lnTo>
                <a:lnTo>
                  <a:pt x="1389859" y="78286"/>
                </a:lnTo>
                <a:lnTo>
                  <a:pt x="1364399" y="78400"/>
                </a:lnTo>
                <a:lnTo>
                  <a:pt x="1338948" y="78486"/>
                </a:lnTo>
                <a:lnTo>
                  <a:pt x="1313498" y="78543"/>
                </a:lnTo>
                <a:lnTo>
                  <a:pt x="1288037" y="78572"/>
                </a:lnTo>
                <a:lnTo>
                  <a:pt x="1262586" y="78572"/>
                </a:lnTo>
                <a:lnTo>
                  <a:pt x="1237136" y="78553"/>
                </a:lnTo>
                <a:lnTo>
                  <a:pt x="1211675" y="78505"/>
                </a:lnTo>
                <a:lnTo>
                  <a:pt x="1186224" y="78419"/>
                </a:lnTo>
                <a:lnTo>
                  <a:pt x="1160774" y="78305"/>
                </a:lnTo>
                <a:lnTo>
                  <a:pt x="1135313" y="78172"/>
                </a:lnTo>
                <a:lnTo>
                  <a:pt x="1109863" y="78000"/>
                </a:lnTo>
                <a:lnTo>
                  <a:pt x="1084412" y="77810"/>
                </a:lnTo>
                <a:lnTo>
                  <a:pt x="1058951" y="77581"/>
                </a:lnTo>
                <a:lnTo>
                  <a:pt x="1033501" y="77333"/>
                </a:lnTo>
                <a:lnTo>
                  <a:pt x="1008050" y="77048"/>
                </a:lnTo>
                <a:lnTo>
                  <a:pt x="982599" y="76733"/>
                </a:lnTo>
                <a:lnTo>
                  <a:pt x="957148" y="76391"/>
                </a:lnTo>
                <a:lnTo>
                  <a:pt x="931697" y="76010"/>
                </a:lnTo>
                <a:lnTo>
                  <a:pt x="906247" y="75609"/>
                </a:lnTo>
                <a:lnTo>
                  <a:pt x="880796" y="75171"/>
                </a:lnTo>
                <a:lnTo>
                  <a:pt x="855345" y="74695"/>
                </a:lnTo>
                <a:lnTo>
                  <a:pt x="829894" y="74190"/>
                </a:lnTo>
                <a:lnTo>
                  <a:pt x="804443" y="73647"/>
                </a:lnTo>
                <a:lnTo>
                  <a:pt x="779002" y="73066"/>
                </a:lnTo>
                <a:lnTo>
                  <a:pt x="753551" y="72457"/>
                </a:lnTo>
                <a:lnTo>
                  <a:pt x="728110" y="71799"/>
                </a:lnTo>
                <a:lnTo>
                  <a:pt x="702659" y="71104"/>
                </a:lnTo>
                <a:lnTo>
                  <a:pt x="677218" y="70371"/>
                </a:lnTo>
                <a:lnTo>
                  <a:pt x="651777" y="69590"/>
                </a:lnTo>
                <a:lnTo>
                  <a:pt x="626335" y="68771"/>
                </a:lnTo>
                <a:lnTo>
                  <a:pt x="600894" y="67904"/>
                </a:lnTo>
                <a:lnTo>
                  <a:pt x="575462" y="66980"/>
                </a:lnTo>
                <a:lnTo>
                  <a:pt x="550021" y="66008"/>
                </a:lnTo>
                <a:lnTo>
                  <a:pt x="524589" y="64989"/>
                </a:lnTo>
                <a:lnTo>
                  <a:pt x="499158" y="63903"/>
                </a:lnTo>
                <a:lnTo>
                  <a:pt x="473726" y="62760"/>
                </a:lnTo>
                <a:lnTo>
                  <a:pt x="448304" y="61551"/>
                </a:lnTo>
                <a:lnTo>
                  <a:pt x="422881" y="60274"/>
                </a:lnTo>
                <a:lnTo>
                  <a:pt x="397469" y="58922"/>
                </a:lnTo>
                <a:lnTo>
                  <a:pt x="372056" y="57483"/>
                </a:lnTo>
                <a:lnTo>
                  <a:pt x="346643" y="55950"/>
                </a:lnTo>
                <a:lnTo>
                  <a:pt x="321240" y="54321"/>
                </a:lnTo>
                <a:lnTo>
                  <a:pt x="295847" y="52588"/>
                </a:lnTo>
                <a:lnTo>
                  <a:pt x="270462" y="50730"/>
                </a:lnTo>
                <a:lnTo>
                  <a:pt x="245088" y="48730"/>
                </a:lnTo>
                <a:lnTo>
                  <a:pt x="219723" y="46568"/>
                </a:lnTo>
                <a:lnTo>
                  <a:pt x="194377" y="44225"/>
                </a:lnTo>
                <a:lnTo>
                  <a:pt x="169050" y="41653"/>
                </a:lnTo>
                <a:lnTo>
                  <a:pt x="143761" y="38814"/>
                </a:lnTo>
                <a:lnTo>
                  <a:pt x="118501" y="35633"/>
                </a:lnTo>
                <a:lnTo>
                  <a:pt x="93316" y="31994"/>
                </a:lnTo>
                <a:lnTo>
                  <a:pt x="68218" y="27727"/>
                </a:lnTo>
                <a:lnTo>
                  <a:pt x="43329" y="22431"/>
                </a:lnTo>
                <a:lnTo>
                  <a:pt x="18955" y="15126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48" name="funnel-step-cap-1">
            <a:extLst xmlns:a="http://schemas.openxmlformats.org/drawingml/2006/main">
              <a:ext uri="{FF2B5EF4-FFF2-40B4-BE49-F238E27FC236}">
                <a16:creationId xmlns:a16="http://schemas.microsoft.com/office/drawing/2014/main" id="{380CD477-0D1F-4976-977D-569778275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346999" y="3300413"/>
            <a:ext cx="2545261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7EAC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49" name="funnel-step-body-2">
            <a:extLst xmlns:a="http://schemas.openxmlformats.org/drawingml/2006/main">
              <a:ext uri="{FF2B5EF4-FFF2-40B4-BE49-F238E27FC236}">
                <a16:creationId xmlns:a16="http://schemas.microsoft.com/office/drawing/2014/main" id="{C5051C61-A2A3-4760-9C4D-42E8DA6E1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648742" y="4333875"/>
            <a:ext cx="1938547" cy="807234"/>
          </a:xfrm>
          <a:custGeom xmlns:a="http://schemas.openxmlformats.org/drawingml/2006/main">
            <a:pathLst>
              <a:path w="1938547" h="807234">
                <a:moveTo>
                  <a:pt x="0" y="0"/>
                </a:moveTo>
                <a:lnTo>
                  <a:pt x="7268" y="19288"/>
                </a:lnTo>
                <a:lnTo>
                  <a:pt x="14535" y="38576"/>
                </a:lnTo>
                <a:lnTo>
                  <a:pt x="21803" y="57864"/>
                </a:lnTo>
                <a:lnTo>
                  <a:pt x="29061" y="77153"/>
                </a:lnTo>
                <a:lnTo>
                  <a:pt x="36328" y="96441"/>
                </a:lnTo>
                <a:lnTo>
                  <a:pt x="43596" y="115719"/>
                </a:lnTo>
                <a:lnTo>
                  <a:pt x="50864" y="135007"/>
                </a:lnTo>
                <a:lnTo>
                  <a:pt x="58131" y="154295"/>
                </a:lnTo>
                <a:lnTo>
                  <a:pt x="65399" y="173584"/>
                </a:lnTo>
                <a:lnTo>
                  <a:pt x="72657" y="192872"/>
                </a:lnTo>
                <a:lnTo>
                  <a:pt x="79924" y="212160"/>
                </a:lnTo>
                <a:lnTo>
                  <a:pt x="87192" y="231448"/>
                </a:lnTo>
                <a:lnTo>
                  <a:pt x="94459" y="250736"/>
                </a:lnTo>
                <a:lnTo>
                  <a:pt x="101727" y="270024"/>
                </a:lnTo>
                <a:lnTo>
                  <a:pt x="108995" y="289312"/>
                </a:lnTo>
                <a:lnTo>
                  <a:pt x="116262" y="308591"/>
                </a:lnTo>
                <a:lnTo>
                  <a:pt x="123520" y="327879"/>
                </a:lnTo>
                <a:lnTo>
                  <a:pt x="130788" y="347167"/>
                </a:lnTo>
                <a:lnTo>
                  <a:pt x="138055" y="366455"/>
                </a:lnTo>
                <a:lnTo>
                  <a:pt x="145323" y="385743"/>
                </a:lnTo>
                <a:lnTo>
                  <a:pt x="152591" y="405032"/>
                </a:lnTo>
                <a:lnTo>
                  <a:pt x="159858" y="424320"/>
                </a:lnTo>
                <a:lnTo>
                  <a:pt x="167116" y="443608"/>
                </a:lnTo>
                <a:lnTo>
                  <a:pt x="174384" y="462896"/>
                </a:lnTo>
                <a:lnTo>
                  <a:pt x="181651" y="482184"/>
                </a:lnTo>
                <a:lnTo>
                  <a:pt x="188919" y="501472"/>
                </a:lnTo>
                <a:lnTo>
                  <a:pt x="196186" y="520751"/>
                </a:lnTo>
                <a:lnTo>
                  <a:pt x="203454" y="540039"/>
                </a:lnTo>
                <a:lnTo>
                  <a:pt x="210722" y="559327"/>
                </a:lnTo>
                <a:lnTo>
                  <a:pt x="217980" y="578615"/>
                </a:lnTo>
                <a:lnTo>
                  <a:pt x="225247" y="597903"/>
                </a:lnTo>
                <a:lnTo>
                  <a:pt x="232515" y="617191"/>
                </a:lnTo>
                <a:lnTo>
                  <a:pt x="239782" y="636480"/>
                </a:lnTo>
                <a:lnTo>
                  <a:pt x="247050" y="655768"/>
                </a:lnTo>
                <a:lnTo>
                  <a:pt x="254318" y="675056"/>
                </a:lnTo>
                <a:lnTo>
                  <a:pt x="261576" y="694344"/>
                </a:lnTo>
                <a:lnTo>
                  <a:pt x="268843" y="713632"/>
                </a:lnTo>
                <a:lnTo>
                  <a:pt x="275358" y="733101"/>
                </a:lnTo>
                <a:lnTo>
                  <a:pt x="290046" y="747017"/>
                </a:lnTo>
                <a:lnTo>
                  <a:pt x="308877" y="755342"/>
                </a:lnTo>
                <a:lnTo>
                  <a:pt x="328536" y="761495"/>
                </a:lnTo>
                <a:lnTo>
                  <a:pt x="348539" y="766458"/>
                </a:lnTo>
                <a:lnTo>
                  <a:pt x="368722" y="770649"/>
                </a:lnTo>
                <a:lnTo>
                  <a:pt x="389011" y="774287"/>
                </a:lnTo>
                <a:lnTo>
                  <a:pt x="409365" y="777507"/>
                </a:lnTo>
                <a:lnTo>
                  <a:pt x="429768" y="780383"/>
                </a:lnTo>
                <a:lnTo>
                  <a:pt x="450218" y="782984"/>
                </a:lnTo>
                <a:lnTo>
                  <a:pt x="470697" y="785346"/>
                </a:lnTo>
                <a:lnTo>
                  <a:pt x="491185" y="787498"/>
                </a:lnTo>
                <a:lnTo>
                  <a:pt x="511702" y="789480"/>
                </a:lnTo>
                <a:lnTo>
                  <a:pt x="532238" y="791299"/>
                </a:lnTo>
                <a:lnTo>
                  <a:pt x="552774" y="792975"/>
                </a:lnTo>
                <a:lnTo>
                  <a:pt x="573329" y="794518"/>
                </a:lnTo>
                <a:lnTo>
                  <a:pt x="593893" y="795947"/>
                </a:lnTo>
                <a:lnTo>
                  <a:pt x="614458" y="797262"/>
                </a:lnTo>
                <a:lnTo>
                  <a:pt x="635032" y="798471"/>
                </a:lnTo>
                <a:lnTo>
                  <a:pt x="655615" y="799595"/>
                </a:lnTo>
                <a:lnTo>
                  <a:pt x="676199" y="800614"/>
                </a:lnTo>
                <a:lnTo>
                  <a:pt x="696792" y="801557"/>
                </a:lnTo>
                <a:lnTo>
                  <a:pt x="717385" y="802415"/>
                </a:lnTo>
                <a:lnTo>
                  <a:pt x="737978" y="803196"/>
                </a:lnTo>
                <a:lnTo>
                  <a:pt x="758571" y="803900"/>
                </a:lnTo>
                <a:lnTo>
                  <a:pt x="779174" y="804529"/>
                </a:lnTo>
                <a:lnTo>
                  <a:pt x="799776" y="805091"/>
                </a:lnTo>
                <a:lnTo>
                  <a:pt x="820379" y="805586"/>
                </a:lnTo>
                <a:lnTo>
                  <a:pt x="840991" y="806015"/>
                </a:lnTo>
                <a:lnTo>
                  <a:pt x="861593" y="806377"/>
                </a:lnTo>
                <a:lnTo>
                  <a:pt x="882206" y="806672"/>
                </a:lnTo>
                <a:lnTo>
                  <a:pt x="902818" y="806910"/>
                </a:lnTo>
                <a:lnTo>
                  <a:pt x="923420" y="807082"/>
                </a:lnTo>
                <a:lnTo>
                  <a:pt x="944032" y="807187"/>
                </a:lnTo>
                <a:lnTo>
                  <a:pt x="964644" y="807234"/>
                </a:lnTo>
                <a:lnTo>
                  <a:pt x="985256" y="807225"/>
                </a:lnTo>
                <a:lnTo>
                  <a:pt x="1005869" y="807149"/>
                </a:lnTo>
                <a:lnTo>
                  <a:pt x="1026471" y="807015"/>
                </a:lnTo>
                <a:lnTo>
                  <a:pt x="1047083" y="806825"/>
                </a:lnTo>
                <a:lnTo>
                  <a:pt x="1067695" y="806567"/>
                </a:lnTo>
                <a:lnTo>
                  <a:pt x="1088298" y="806244"/>
                </a:lnTo>
                <a:lnTo>
                  <a:pt x="1108910" y="805853"/>
                </a:lnTo>
                <a:lnTo>
                  <a:pt x="1129513" y="805396"/>
                </a:lnTo>
                <a:lnTo>
                  <a:pt x="1150115" y="804882"/>
                </a:lnTo>
                <a:lnTo>
                  <a:pt x="1170718" y="804291"/>
                </a:lnTo>
                <a:lnTo>
                  <a:pt x="1191320" y="803634"/>
                </a:lnTo>
                <a:lnTo>
                  <a:pt x="1211913" y="802900"/>
                </a:lnTo>
                <a:lnTo>
                  <a:pt x="1232516" y="802081"/>
                </a:lnTo>
                <a:lnTo>
                  <a:pt x="1253099" y="801195"/>
                </a:lnTo>
                <a:lnTo>
                  <a:pt x="1273693" y="800224"/>
                </a:lnTo>
                <a:lnTo>
                  <a:pt x="1294276" y="799167"/>
                </a:lnTo>
                <a:lnTo>
                  <a:pt x="1314850" y="798014"/>
                </a:lnTo>
                <a:lnTo>
                  <a:pt x="1335424" y="796757"/>
                </a:lnTo>
                <a:lnTo>
                  <a:pt x="1355989" y="795404"/>
                </a:lnTo>
                <a:lnTo>
                  <a:pt x="1376543" y="793928"/>
                </a:lnTo>
                <a:lnTo>
                  <a:pt x="1397098" y="792328"/>
                </a:lnTo>
                <a:lnTo>
                  <a:pt x="1417634" y="790594"/>
                </a:lnTo>
                <a:lnTo>
                  <a:pt x="1438161" y="788718"/>
                </a:lnTo>
                <a:lnTo>
                  <a:pt x="1458668" y="786670"/>
                </a:lnTo>
                <a:lnTo>
                  <a:pt x="1479156" y="784441"/>
                </a:lnTo>
                <a:lnTo>
                  <a:pt x="1499616" y="781983"/>
                </a:lnTo>
                <a:lnTo>
                  <a:pt x="1520057" y="779278"/>
                </a:lnTo>
                <a:lnTo>
                  <a:pt x="1540440" y="776278"/>
                </a:lnTo>
                <a:lnTo>
                  <a:pt x="1560776" y="772906"/>
                </a:lnTo>
                <a:lnTo>
                  <a:pt x="1581026" y="769068"/>
                </a:lnTo>
                <a:lnTo>
                  <a:pt x="1601143" y="764600"/>
                </a:lnTo>
                <a:lnTo>
                  <a:pt x="1621041" y="759247"/>
                </a:lnTo>
                <a:lnTo>
                  <a:pt x="1640481" y="752418"/>
                </a:lnTo>
                <a:lnTo>
                  <a:pt x="1658531" y="742579"/>
                </a:lnTo>
                <a:lnTo>
                  <a:pt x="1668523" y="725300"/>
                </a:lnTo>
                <a:lnTo>
                  <a:pt x="1675790" y="706012"/>
                </a:lnTo>
                <a:lnTo>
                  <a:pt x="1683058" y="686724"/>
                </a:lnTo>
                <a:lnTo>
                  <a:pt x="1690316" y="667445"/>
                </a:lnTo>
                <a:lnTo>
                  <a:pt x="1697584" y="648157"/>
                </a:lnTo>
                <a:lnTo>
                  <a:pt x="1704851" y="628869"/>
                </a:lnTo>
                <a:lnTo>
                  <a:pt x="1712119" y="609581"/>
                </a:lnTo>
                <a:lnTo>
                  <a:pt x="1719386" y="590293"/>
                </a:lnTo>
                <a:lnTo>
                  <a:pt x="1726654" y="571005"/>
                </a:lnTo>
                <a:lnTo>
                  <a:pt x="1733912" y="551717"/>
                </a:lnTo>
                <a:lnTo>
                  <a:pt x="1741180" y="532428"/>
                </a:lnTo>
                <a:lnTo>
                  <a:pt x="1748447" y="513140"/>
                </a:lnTo>
                <a:lnTo>
                  <a:pt x="1755715" y="493852"/>
                </a:lnTo>
                <a:lnTo>
                  <a:pt x="1762982" y="474574"/>
                </a:lnTo>
                <a:lnTo>
                  <a:pt x="1770250" y="455285"/>
                </a:lnTo>
                <a:lnTo>
                  <a:pt x="1777517" y="435997"/>
                </a:lnTo>
                <a:lnTo>
                  <a:pt x="1784775" y="416709"/>
                </a:lnTo>
                <a:lnTo>
                  <a:pt x="1792043" y="397421"/>
                </a:lnTo>
                <a:lnTo>
                  <a:pt x="1799311" y="378133"/>
                </a:lnTo>
                <a:lnTo>
                  <a:pt x="1806578" y="358845"/>
                </a:lnTo>
                <a:lnTo>
                  <a:pt x="1813846" y="339557"/>
                </a:lnTo>
                <a:lnTo>
                  <a:pt x="1821113" y="320269"/>
                </a:lnTo>
                <a:lnTo>
                  <a:pt x="1828381" y="300980"/>
                </a:lnTo>
                <a:lnTo>
                  <a:pt x="1835639" y="281692"/>
                </a:lnTo>
                <a:lnTo>
                  <a:pt x="1842907" y="262414"/>
                </a:lnTo>
                <a:lnTo>
                  <a:pt x="1850174" y="243126"/>
                </a:lnTo>
                <a:lnTo>
                  <a:pt x="1857442" y="223838"/>
                </a:lnTo>
                <a:lnTo>
                  <a:pt x="1864709" y="204549"/>
                </a:lnTo>
                <a:lnTo>
                  <a:pt x="1871977" y="185261"/>
                </a:lnTo>
                <a:lnTo>
                  <a:pt x="1879235" y="165973"/>
                </a:lnTo>
                <a:lnTo>
                  <a:pt x="1886502" y="146685"/>
                </a:lnTo>
                <a:lnTo>
                  <a:pt x="1893770" y="127397"/>
                </a:lnTo>
                <a:lnTo>
                  <a:pt x="1901038" y="108109"/>
                </a:lnTo>
                <a:lnTo>
                  <a:pt x="1908305" y="88821"/>
                </a:lnTo>
                <a:lnTo>
                  <a:pt x="1915573" y="69542"/>
                </a:lnTo>
                <a:lnTo>
                  <a:pt x="1922831" y="50254"/>
                </a:lnTo>
                <a:lnTo>
                  <a:pt x="1930098" y="30966"/>
                </a:lnTo>
                <a:lnTo>
                  <a:pt x="1937366" y="11678"/>
                </a:lnTo>
                <a:lnTo>
                  <a:pt x="1938547" y="7268"/>
                </a:lnTo>
                <a:lnTo>
                  <a:pt x="1921097" y="17945"/>
                </a:lnTo>
                <a:lnTo>
                  <a:pt x="1901600" y="24575"/>
                </a:lnTo>
                <a:lnTo>
                  <a:pt x="1881616" y="29632"/>
                </a:lnTo>
                <a:lnTo>
                  <a:pt x="1861433" y="33795"/>
                </a:lnTo>
                <a:lnTo>
                  <a:pt x="1841135" y="37367"/>
                </a:lnTo>
                <a:lnTo>
                  <a:pt x="1820770" y="40519"/>
                </a:lnTo>
                <a:lnTo>
                  <a:pt x="1800349" y="43339"/>
                </a:lnTo>
                <a:lnTo>
                  <a:pt x="1779899" y="45891"/>
                </a:lnTo>
                <a:lnTo>
                  <a:pt x="1759420" y="48225"/>
                </a:lnTo>
                <a:lnTo>
                  <a:pt x="1738922" y="50378"/>
                </a:lnTo>
                <a:lnTo>
                  <a:pt x="1718415" y="52378"/>
                </a:lnTo>
                <a:lnTo>
                  <a:pt x="1697888" y="54226"/>
                </a:lnTo>
                <a:lnTo>
                  <a:pt x="1677343" y="55950"/>
                </a:lnTo>
                <a:lnTo>
                  <a:pt x="1656798" y="57569"/>
                </a:lnTo>
                <a:lnTo>
                  <a:pt x="1636243" y="59084"/>
                </a:lnTo>
                <a:lnTo>
                  <a:pt x="1615688" y="60503"/>
                </a:lnTo>
                <a:lnTo>
                  <a:pt x="1595114" y="61846"/>
                </a:lnTo>
                <a:lnTo>
                  <a:pt x="1574549" y="63113"/>
                </a:lnTo>
                <a:lnTo>
                  <a:pt x="1553966" y="64303"/>
                </a:lnTo>
                <a:lnTo>
                  <a:pt x="1533392" y="65427"/>
                </a:lnTo>
                <a:lnTo>
                  <a:pt x="1512808" y="66494"/>
                </a:lnTo>
                <a:lnTo>
                  <a:pt x="1492225" y="67494"/>
                </a:lnTo>
                <a:lnTo>
                  <a:pt x="1471632" y="68437"/>
                </a:lnTo>
                <a:lnTo>
                  <a:pt x="1451039" y="69323"/>
                </a:lnTo>
                <a:lnTo>
                  <a:pt x="1430445" y="70161"/>
                </a:lnTo>
                <a:lnTo>
                  <a:pt x="1409852" y="70952"/>
                </a:lnTo>
                <a:lnTo>
                  <a:pt x="1389259" y="71695"/>
                </a:lnTo>
                <a:lnTo>
                  <a:pt x="1368657" y="72400"/>
                </a:lnTo>
                <a:lnTo>
                  <a:pt x="1348054" y="73057"/>
                </a:lnTo>
                <a:lnTo>
                  <a:pt x="1327452" y="73666"/>
                </a:lnTo>
                <a:lnTo>
                  <a:pt x="1306849" y="74238"/>
                </a:lnTo>
                <a:lnTo>
                  <a:pt x="1286246" y="74771"/>
                </a:lnTo>
                <a:lnTo>
                  <a:pt x="1265644" y="75267"/>
                </a:lnTo>
                <a:lnTo>
                  <a:pt x="1245041" y="75724"/>
                </a:lnTo>
                <a:lnTo>
                  <a:pt x="1224429" y="76143"/>
                </a:lnTo>
                <a:lnTo>
                  <a:pt x="1203827" y="76533"/>
                </a:lnTo>
                <a:lnTo>
                  <a:pt x="1183215" y="76886"/>
                </a:lnTo>
                <a:lnTo>
                  <a:pt x="1162612" y="77200"/>
                </a:lnTo>
                <a:lnTo>
                  <a:pt x="1142000" y="77486"/>
                </a:lnTo>
                <a:lnTo>
                  <a:pt x="1121388" y="77734"/>
                </a:lnTo>
                <a:lnTo>
                  <a:pt x="1100785" y="77953"/>
                </a:lnTo>
                <a:lnTo>
                  <a:pt x="1080173" y="78134"/>
                </a:lnTo>
                <a:lnTo>
                  <a:pt x="1059561" y="78286"/>
                </a:lnTo>
                <a:lnTo>
                  <a:pt x="1038949" y="78410"/>
                </a:lnTo>
                <a:lnTo>
                  <a:pt x="1018346" y="78496"/>
                </a:lnTo>
                <a:lnTo>
                  <a:pt x="997734" y="78553"/>
                </a:lnTo>
                <a:lnTo>
                  <a:pt x="977122" y="78572"/>
                </a:lnTo>
                <a:lnTo>
                  <a:pt x="956510" y="78572"/>
                </a:lnTo>
                <a:lnTo>
                  <a:pt x="935898" y="78534"/>
                </a:lnTo>
                <a:lnTo>
                  <a:pt x="915295" y="78457"/>
                </a:lnTo>
                <a:lnTo>
                  <a:pt x="894683" y="78362"/>
                </a:lnTo>
                <a:lnTo>
                  <a:pt x="874071" y="78229"/>
                </a:lnTo>
                <a:lnTo>
                  <a:pt x="853459" y="78067"/>
                </a:lnTo>
                <a:lnTo>
                  <a:pt x="832847" y="77867"/>
                </a:lnTo>
                <a:lnTo>
                  <a:pt x="812244" y="77638"/>
                </a:lnTo>
                <a:lnTo>
                  <a:pt x="791632" y="77381"/>
                </a:lnTo>
                <a:lnTo>
                  <a:pt x="771020" y="77076"/>
                </a:lnTo>
                <a:lnTo>
                  <a:pt x="750418" y="76752"/>
                </a:lnTo>
                <a:lnTo>
                  <a:pt x="729806" y="76381"/>
                </a:lnTo>
                <a:lnTo>
                  <a:pt x="709203" y="75981"/>
                </a:lnTo>
                <a:lnTo>
                  <a:pt x="688600" y="75543"/>
                </a:lnTo>
                <a:lnTo>
                  <a:pt x="667988" y="75076"/>
                </a:lnTo>
                <a:lnTo>
                  <a:pt x="647386" y="74562"/>
                </a:lnTo>
                <a:lnTo>
                  <a:pt x="626783" y="74019"/>
                </a:lnTo>
                <a:lnTo>
                  <a:pt x="606181" y="73428"/>
                </a:lnTo>
                <a:lnTo>
                  <a:pt x="585578" y="72800"/>
                </a:lnTo>
                <a:lnTo>
                  <a:pt x="564985" y="72123"/>
                </a:lnTo>
                <a:lnTo>
                  <a:pt x="544382" y="71409"/>
                </a:lnTo>
                <a:lnTo>
                  <a:pt x="523789" y="70647"/>
                </a:lnTo>
                <a:lnTo>
                  <a:pt x="503196" y="69837"/>
                </a:lnTo>
                <a:lnTo>
                  <a:pt x="482603" y="68980"/>
                </a:lnTo>
                <a:lnTo>
                  <a:pt x="462010" y="68066"/>
                </a:lnTo>
                <a:lnTo>
                  <a:pt x="441417" y="67094"/>
                </a:lnTo>
                <a:lnTo>
                  <a:pt x="420834" y="66075"/>
                </a:lnTo>
                <a:lnTo>
                  <a:pt x="400250" y="64989"/>
                </a:lnTo>
                <a:lnTo>
                  <a:pt x="379676" y="63837"/>
                </a:lnTo>
                <a:lnTo>
                  <a:pt x="359102" y="62627"/>
                </a:lnTo>
                <a:lnTo>
                  <a:pt x="338528" y="61331"/>
                </a:lnTo>
                <a:lnTo>
                  <a:pt x="317964" y="59960"/>
                </a:lnTo>
                <a:lnTo>
                  <a:pt x="297409" y="58493"/>
                </a:lnTo>
                <a:lnTo>
                  <a:pt x="276854" y="56940"/>
                </a:lnTo>
                <a:lnTo>
                  <a:pt x="256318" y="55283"/>
                </a:lnTo>
                <a:lnTo>
                  <a:pt x="235782" y="53511"/>
                </a:lnTo>
                <a:lnTo>
                  <a:pt x="215255" y="51606"/>
                </a:lnTo>
                <a:lnTo>
                  <a:pt x="194748" y="49549"/>
                </a:lnTo>
                <a:lnTo>
                  <a:pt x="174260" y="47330"/>
                </a:lnTo>
                <a:lnTo>
                  <a:pt x="153791" y="44910"/>
                </a:lnTo>
                <a:lnTo>
                  <a:pt x="133350" y="42262"/>
                </a:lnTo>
                <a:lnTo>
                  <a:pt x="112957" y="39319"/>
                </a:lnTo>
                <a:lnTo>
                  <a:pt x="92612" y="36014"/>
                </a:lnTo>
                <a:lnTo>
                  <a:pt x="72352" y="32233"/>
                </a:lnTo>
                <a:lnTo>
                  <a:pt x="52226" y="27765"/>
                </a:lnTo>
                <a:lnTo>
                  <a:pt x="32385" y="22212"/>
                </a:lnTo>
                <a:lnTo>
                  <a:pt x="13287" y="14526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78A8D5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50" name="funnel-step-cap-2">
            <a:extLst xmlns:a="http://schemas.openxmlformats.org/drawingml/2006/main">
              <a:ext uri="{FF2B5EF4-FFF2-40B4-BE49-F238E27FC236}">
                <a16:creationId xmlns:a16="http://schemas.microsoft.com/office/drawing/2014/main" id="{64183AF8-E29B-43DF-A4C8-A640D4CD5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648751" y="4210050"/>
            <a:ext cx="1941747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8A8D5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51" name="funnel-step-body-3">
            <a:extLst xmlns:a="http://schemas.openxmlformats.org/drawingml/2006/main">
              <a:ext uri="{FF2B5EF4-FFF2-40B4-BE49-F238E27FC236}">
                <a16:creationId xmlns:a16="http://schemas.microsoft.com/office/drawing/2014/main" id="{13D22494-5C58-4984-AA8B-580CC6516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23252" y="5243513"/>
            <a:ext cx="1390888" cy="807234"/>
          </a:xfrm>
          <a:custGeom xmlns:a="http://schemas.openxmlformats.org/drawingml/2006/main">
            <a:pathLst>
              <a:path w="1390888" h="807234">
                <a:moveTo>
                  <a:pt x="0" y="0"/>
                </a:moveTo>
                <a:lnTo>
                  <a:pt x="6363" y="17955"/>
                </a:lnTo>
                <a:lnTo>
                  <a:pt x="12725" y="35909"/>
                </a:lnTo>
                <a:lnTo>
                  <a:pt x="19088" y="53864"/>
                </a:lnTo>
                <a:lnTo>
                  <a:pt x="25451" y="71819"/>
                </a:lnTo>
                <a:lnTo>
                  <a:pt x="31814" y="89773"/>
                </a:lnTo>
                <a:lnTo>
                  <a:pt x="38176" y="107728"/>
                </a:lnTo>
                <a:lnTo>
                  <a:pt x="44539" y="125682"/>
                </a:lnTo>
                <a:lnTo>
                  <a:pt x="50902" y="143637"/>
                </a:lnTo>
                <a:lnTo>
                  <a:pt x="57264" y="161592"/>
                </a:lnTo>
                <a:lnTo>
                  <a:pt x="63627" y="179546"/>
                </a:lnTo>
                <a:lnTo>
                  <a:pt x="69990" y="197501"/>
                </a:lnTo>
                <a:lnTo>
                  <a:pt x="76352" y="215456"/>
                </a:lnTo>
                <a:lnTo>
                  <a:pt x="82715" y="233410"/>
                </a:lnTo>
                <a:lnTo>
                  <a:pt x="89078" y="251365"/>
                </a:lnTo>
                <a:lnTo>
                  <a:pt x="95441" y="269319"/>
                </a:lnTo>
                <a:lnTo>
                  <a:pt x="101803" y="287274"/>
                </a:lnTo>
                <a:lnTo>
                  <a:pt x="108166" y="305229"/>
                </a:lnTo>
                <a:lnTo>
                  <a:pt x="114529" y="323183"/>
                </a:lnTo>
                <a:lnTo>
                  <a:pt x="120891" y="341138"/>
                </a:lnTo>
                <a:lnTo>
                  <a:pt x="127254" y="359093"/>
                </a:lnTo>
                <a:lnTo>
                  <a:pt x="133617" y="377047"/>
                </a:lnTo>
                <a:lnTo>
                  <a:pt x="139979" y="395002"/>
                </a:lnTo>
                <a:lnTo>
                  <a:pt x="146342" y="412956"/>
                </a:lnTo>
                <a:lnTo>
                  <a:pt x="152705" y="430911"/>
                </a:lnTo>
                <a:lnTo>
                  <a:pt x="159068" y="448866"/>
                </a:lnTo>
                <a:lnTo>
                  <a:pt x="165430" y="466820"/>
                </a:lnTo>
                <a:lnTo>
                  <a:pt x="171793" y="484775"/>
                </a:lnTo>
                <a:lnTo>
                  <a:pt x="178156" y="502730"/>
                </a:lnTo>
                <a:lnTo>
                  <a:pt x="184518" y="520684"/>
                </a:lnTo>
                <a:lnTo>
                  <a:pt x="190881" y="538639"/>
                </a:lnTo>
                <a:lnTo>
                  <a:pt x="197244" y="556593"/>
                </a:lnTo>
                <a:lnTo>
                  <a:pt x="203606" y="574548"/>
                </a:lnTo>
                <a:lnTo>
                  <a:pt x="209969" y="592503"/>
                </a:lnTo>
                <a:lnTo>
                  <a:pt x="216332" y="610457"/>
                </a:lnTo>
                <a:lnTo>
                  <a:pt x="222695" y="628412"/>
                </a:lnTo>
                <a:lnTo>
                  <a:pt x="229057" y="646367"/>
                </a:lnTo>
                <a:lnTo>
                  <a:pt x="235420" y="664321"/>
                </a:lnTo>
                <a:lnTo>
                  <a:pt x="241783" y="682276"/>
                </a:lnTo>
                <a:lnTo>
                  <a:pt x="248145" y="700230"/>
                </a:lnTo>
                <a:lnTo>
                  <a:pt x="254508" y="718185"/>
                </a:lnTo>
                <a:lnTo>
                  <a:pt x="259861" y="736368"/>
                </a:lnTo>
                <a:lnTo>
                  <a:pt x="272310" y="750494"/>
                </a:lnTo>
                <a:lnTo>
                  <a:pt x="288808" y="759952"/>
                </a:lnTo>
                <a:lnTo>
                  <a:pt x="306476" y="767048"/>
                </a:lnTo>
                <a:lnTo>
                  <a:pt x="324650" y="772744"/>
                </a:lnTo>
                <a:lnTo>
                  <a:pt x="343091" y="777507"/>
                </a:lnTo>
                <a:lnTo>
                  <a:pt x="361693" y="781583"/>
                </a:lnTo>
                <a:lnTo>
                  <a:pt x="380409" y="785127"/>
                </a:lnTo>
                <a:lnTo>
                  <a:pt x="399202" y="788232"/>
                </a:lnTo>
                <a:lnTo>
                  <a:pt x="418052" y="790985"/>
                </a:lnTo>
                <a:lnTo>
                  <a:pt x="436950" y="793423"/>
                </a:lnTo>
                <a:lnTo>
                  <a:pt x="455867" y="795595"/>
                </a:lnTo>
                <a:lnTo>
                  <a:pt x="474821" y="797528"/>
                </a:lnTo>
                <a:lnTo>
                  <a:pt x="493795" y="799243"/>
                </a:lnTo>
                <a:lnTo>
                  <a:pt x="512778" y="800757"/>
                </a:lnTo>
                <a:lnTo>
                  <a:pt x="531781" y="802091"/>
                </a:lnTo>
                <a:lnTo>
                  <a:pt x="550793" y="803253"/>
                </a:lnTo>
                <a:lnTo>
                  <a:pt x="569814" y="804253"/>
                </a:lnTo>
                <a:lnTo>
                  <a:pt x="588845" y="805101"/>
                </a:lnTo>
                <a:lnTo>
                  <a:pt x="607886" y="805796"/>
                </a:lnTo>
                <a:lnTo>
                  <a:pt x="626926" y="806358"/>
                </a:lnTo>
                <a:lnTo>
                  <a:pt x="645966" y="806777"/>
                </a:lnTo>
                <a:lnTo>
                  <a:pt x="665016" y="807063"/>
                </a:lnTo>
                <a:lnTo>
                  <a:pt x="684066" y="807215"/>
                </a:lnTo>
                <a:lnTo>
                  <a:pt x="703107" y="807234"/>
                </a:lnTo>
                <a:lnTo>
                  <a:pt x="722157" y="807120"/>
                </a:lnTo>
                <a:lnTo>
                  <a:pt x="741207" y="806872"/>
                </a:lnTo>
                <a:lnTo>
                  <a:pt x="760247" y="806491"/>
                </a:lnTo>
                <a:lnTo>
                  <a:pt x="779288" y="805977"/>
                </a:lnTo>
                <a:lnTo>
                  <a:pt x="798328" y="805320"/>
                </a:lnTo>
                <a:lnTo>
                  <a:pt x="817359" y="804520"/>
                </a:lnTo>
                <a:lnTo>
                  <a:pt x="836390" y="803558"/>
                </a:lnTo>
                <a:lnTo>
                  <a:pt x="855402" y="802443"/>
                </a:lnTo>
                <a:lnTo>
                  <a:pt x="874405" y="801167"/>
                </a:lnTo>
                <a:lnTo>
                  <a:pt x="893397" y="799700"/>
                </a:lnTo>
                <a:lnTo>
                  <a:pt x="912381" y="798052"/>
                </a:lnTo>
                <a:lnTo>
                  <a:pt x="931335" y="796185"/>
                </a:lnTo>
                <a:lnTo>
                  <a:pt x="950262" y="794090"/>
                </a:lnTo>
                <a:lnTo>
                  <a:pt x="969169" y="791728"/>
                </a:lnTo>
                <a:lnTo>
                  <a:pt x="988028" y="789070"/>
                </a:lnTo>
                <a:lnTo>
                  <a:pt x="1006840" y="786079"/>
                </a:lnTo>
                <a:lnTo>
                  <a:pt x="1025585" y="782669"/>
                </a:lnTo>
                <a:lnTo>
                  <a:pt x="1044226" y="778764"/>
                </a:lnTo>
                <a:lnTo>
                  <a:pt x="1062723" y="774230"/>
                </a:lnTo>
                <a:lnTo>
                  <a:pt x="1080992" y="768829"/>
                </a:lnTo>
                <a:lnTo>
                  <a:pt x="1098852" y="762219"/>
                </a:lnTo>
                <a:lnTo>
                  <a:pt x="1115816" y="753608"/>
                </a:lnTo>
                <a:lnTo>
                  <a:pt x="1130103" y="741188"/>
                </a:lnTo>
                <a:lnTo>
                  <a:pt x="1136371" y="723433"/>
                </a:lnTo>
                <a:lnTo>
                  <a:pt x="1142733" y="705479"/>
                </a:lnTo>
                <a:lnTo>
                  <a:pt x="1149096" y="687524"/>
                </a:lnTo>
                <a:lnTo>
                  <a:pt x="1155459" y="669569"/>
                </a:lnTo>
                <a:lnTo>
                  <a:pt x="1161821" y="651615"/>
                </a:lnTo>
                <a:lnTo>
                  <a:pt x="1168184" y="633660"/>
                </a:lnTo>
                <a:lnTo>
                  <a:pt x="1174547" y="615706"/>
                </a:lnTo>
                <a:lnTo>
                  <a:pt x="1180910" y="597751"/>
                </a:lnTo>
                <a:lnTo>
                  <a:pt x="1187272" y="579796"/>
                </a:lnTo>
                <a:lnTo>
                  <a:pt x="1193635" y="561842"/>
                </a:lnTo>
                <a:lnTo>
                  <a:pt x="1199998" y="543887"/>
                </a:lnTo>
                <a:lnTo>
                  <a:pt x="1206360" y="525932"/>
                </a:lnTo>
                <a:lnTo>
                  <a:pt x="1212723" y="507978"/>
                </a:lnTo>
                <a:lnTo>
                  <a:pt x="1219086" y="490023"/>
                </a:lnTo>
                <a:lnTo>
                  <a:pt x="1225448" y="472069"/>
                </a:lnTo>
                <a:lnTo>
                  <a:pt x="1231811" y="454114"/>
                </a:lnTo>
                <a:lnTo>
                  <a:pt x="1238174" y="436159"/>
                </a:lnTo>
                <a:lnTo>
                  <a:pt x="1244537" y="418205"/>
                </a:lnTo>
                <a:lnTo>
                  <a:pt x="1250899" y="400250"/>
                </a:lnTo>
                <a:lnTo>
                  <a:pt x="1257262" y="382295"/>
                </a:lnTo>
                <a:lnTo>
                  <a:pt x="1263625" y="364341"/>
                </a:lnTo>
                <a:lnTo>
                  <a:pt x="1269987" y="346386"/>
                </a:lnTo>
                <a:lnTo>
                  <a:pt x="1276350" y="328432"/>
                </a:lnTo>
                <a:lnTo>
                  <a:pt x="1282713" y="310477"/>
                </a:lnTo>
                <a:lnTo>
                  <a:pt x="1289085" y="292522"/>
                </a:lnTo>
                <a:lnTo>
                  <a:pt x="1295448" y="274568"/>
                </a:lnTo>
                <a:lnTo>
                  <a:pt x="1301810" y="256613"/>
                </a:lnTo>
                <a:lnTo>
                  <a:pt x="1308173" y="238658"/>
                </a:lnTo>
                <a:lnTo>
                  <a:pt x="1314536" y="220704"/>
                </a:lnTo>
                <a:lnTo>
                  <a:pt x="1320898" y="202749"/>
                </a:lnTo>
                <a:lnTo>
                  <a:pt x="1327261" y="184795"/>
                </a:lnTo>
                <a:lnTo>
                  <a:pt x="1333624" y="166840"/>
                </a:lnTo>
                <a:lnTo>
                  <a:pt x="1339987" y="148885"/>
                </a:lnTo>
                <a:lnTo>
                  <a:pt x="1346349" y="130931"/>
                </a:lnTo>
                <a:lnTo>
                  <a:pt x="1352712" y="112976"/>
                </a:lnTo>
                <a:lnTo>
                  <a:pt x="1359075" y="95021"/>
                </a:lnTo>
                <a:lnTo>
                  <a:pt x="1365437" y="77067"/>
                </a:lnTo>
                <a:lnTo>
                  <a:pt x="1371800" y="59112"/>
                </a:lnTo>
                <a:lnTo>
                  <a:pt x="1378163" y="41158"/>
                </a:lnTo>
                <a:lnTo>
                  <a:pt x="1384525" y="23203"/>
                </a:lnTo>
                <a:lnTo>
                  <a:pt x="1390888" y="5248"/>
                </a:lnTo>
                <a:lnTo>
                  <a:pt x="1386716" y="11630"/>
                </a:lnTo>
                <a:lnTo>
                  <a:pt x="1370648" y="21698"/>
                </a:lnTo>
                <a:lnTo>
                  <a:pt x="1352893" y="28575"/>
                </a:lnTo>
                <a:lnTo>
                  <a:pt x="1334614" y="33928"/>
                </a:lnTo>
                <a:lnTo>
                  <a:pt x="1316088" y="38376"/>
                </a:lnTo>
                <a:lnTo>
                  <a:pt x="1297429" y="42196"/>
                </a:lnTo>
                <a:lnTo>
                  <a:pt x="1278684" y="45558"/>
                </a:lnTo>
                <a:lnTo>
                  <a:pt x="1259872" y="48549"/>
                </a:lnTo>
                <a:lnTo>
                  <a:pt x="1241012" y="51245"/>
                </a:lnTo>
                <a:lnTo>
                  <a:pt x="1222124" y="53702"/>
                </a:lnTo>
                <a:lnTo>
                  <a:pt x="1203208" y="55940"/>
                </a:lnTo>
                <a:lnTo>
                  <a:pt x="1184272" y="57998"/>
                </a:lnTo>
                <a:lnTo>
                  <a:pt x="1165317" y="59893"/>
                </a:lnTo>
                <a:lnTo>
                  <a:pt x="1146353" y="61646"/>
                </a:lnTo>
                <a:lnTo>
                  <a:pt x="1127369" y="63275"/>
                </a:lnTo>
                <a:lnTo>
                  <a:pt x="1108377" y="64789"/>
                </a:lnTo>
                <a:lnTo>
                  <a:pt x="1089384" y="66180"/>
                </a:lnTo>
                <a:lnTo>
                  <a:pt x="1070381" y="67485"/>
                </a:lnTo>
                <a:lnTo>
                  <a:pt x="1051370" y="68685"/>
                </a:lnTo>
                <a:lnTo>
                  <a:pt x="1032358" y="69809"/>
                </a:lnTo>
                <a:lnTo>
                  <a:pt x="1013336" y="70847"/>
                </a:lnTo>
                <a:lnTo>
                  <a:pt x="994305" y="71799"/>
                </a:lnTo>
                <a:lnTo>
                  <a:pt x="975284" y="72685"/>
                </a:lnTo>
                <a:lnTo>
                  <a:pt x="956253" y="73495"/>
                </a:lnTo>
                <a:lnTo>
                  <a:pt x="937212" y="74247"/>
                </a:lnTo>
                <a:lnTo>
                  <a:pt x="918181" y="74924"/>
                </a:lnTo>
                <a:lnTo>
                  <a:pt x="899141" y="75533"/>
                </a:lnTo>
                <a:lnTo>
                  <a:pt x="880100" y="76095"/>
                </a:lnTo>
                <a:lnTo>
                  <a:pt x="861060" y="76591"/>
                </a:lnTo>
                <a:lnTo>
                  <a:pt x="842010" y="77029"/>
                </a:lnTo>
                <a:lnTo>
                  <a:pt x="822970" y="77410"/>
                </a:lnTo>
                <a:lnTo>
                  <a:pt x="803920" y="77734"/>
                </a:lnTo>
                <a:lnTo>
                  <a:pt x="784879" y="78010"/>
                </a:lnTo>
                <a:lnTo>
                  <a:pt x="765829" y="78229"/>
                </a:lnTo>
                <a:lnTo>
                  <a:pt x="746779" y="78400"/>
                </a:lnTo>
                <a:lnTo>
                  <a:pt x="727729" y="78505"/>
                </a:lnTo>
                <a:lnTo>
                  <a:pt x="708679" y="78562"/>
                </a:lnTo>
                <a:lnTo>
                  <a:pt x="689639" y="78572"/>
                </a:lnTo>
                <a:lnTo>
                  <a:pt x="670589" y="78524"/>
                </a:lnTo>
                <a:lnTo>
                  <a:pt x="651539" y="78429"/>
                </a:lnTo>
                <a:lnTo>
                  <a:pt x="632489" y="78286"/>
                </a:lnTo>
                <a:lnTo>
                  <a:pt x="613439" y="78086"/>
                </a:lnTo>
                <a:lnTo>
                  <a:pt x="594398" y="77819"/>
                </a:lnTo>
                <a:lnTo>
                  <a:pt x="575348" y="77514"/>
                </a:lnTo>
                <a:lnTo>
                  <a:pt x="556308" y="77143"/>
                </a:lnTo>
                <a:lnTo>
                  <a:pt x="537258" y="76724"/>
                </a:lnTo>
                <a:lnTo>
                  <a:pt x="518217" y="76248"/>
                </a:lnTo>
                <a:lnTo>
                  <a:pt x="499177" y="75705"/>
                </a:lnTo>
                <a:lnTo>
                  <a:pt x="480136" y="75105"/>
                </a:lnTo>
                <a:lnTo>
                  <a:pt x="461096" y="74447"/>
                </a:lnTo>
                <a:lnTo>
                  <a:pt x="442065" y="73724"/>
                </a:lnTo>
                <a:lnTo>
                  <a:pt x="423034" y="72933"/>
                </a:lnTo>
                <a:lnTo>
                  <a:pt x="404003" y="72066"/>
                </a:lnTo>
                <a:lnTo>
                  <a:pt x="384981" y="71133"/>
                </a:lnTo>
                <a:lnTo>
                  <a:pt x="365960" y="70123"/>
                </a:lnTo>
                <a:lnTo>
                  <a:pt x="346939" y="69028"/>
                </a:lnTo>
                <a:lnTo>
                  <a:pt x="327927" y="67847"/>
                </a:lnTo>
                <a:lnTo>
                  <a:pt x="308924" y="66580"/>
                </a:lnTo>
                <a:lnTo>
                  <a:pt x="289922" y="65199"/>
                </a:lnTo>
                <a:lnTo>
                  <a:pt x="270929" y="63732"/>
                </a:lnTo>
                <a:lnTo>
                  <a:pt x="251946" y="62141"/>
                </a:lnTo>
                <a:lnTo>
                  <a:pt x="232982" y="60427"/>
                </a:lnTo>
                <a:lnTo>
                  <a:pt x="214017" y="58569"/>
                </a:lnTo>
                <a:lnTo>
                  <a:pt x="195072" y="56559"/>
                </a:lnTo>
                <a:lnTo>
                  <a:pt x="176155" y="54378"/>
                </a:lnTo>
                <a:lnTo>
                  <a:pt x="157258" y="51987"/>
                </a:lnTo>
                <a:lnTo>
                  <a:pt x="138389" y="49368"/>
                </a:lnTo>
                <a:lnTo>
                  <a:pt x="119558" y="46463"/>
                </a:lnTo>
                <a:lnTo>
                  <a:pt x="100794" y="43224"/>
                </a:lnTo>
                <a:lnTo>
                  <a:pt x="82096" y="39548"/>
                </a:lnTo>
                <a:lnTo>
                  <a:pt x="63532" y="35309"/>
                </a:lnTo>
                <a:lnTo>
                  <a:pt x="45168" y="30261"/>
                </a:lnTo>
                <a:lnTo>
                  <a:pt x="27203" y="23927"/>
                </a:lnTo>
                <a:lnTo>
                  <a:pt x="10363" y="15116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78A8D5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52" name="funnel-step-cap-3">
            <a:extLst xmlns:a="http://schemas.openxmlformats.org/drawingml/2006/main">
              <a:ext uri="{FF2B5EF4-FFF2-40B4-BE49-F238E27FC236}">
                <a16:creationId xmlns:a16="http://schemas.microsoft.com/office/drawing/2014/main" id="{673F1991-6CF3-4873-BC7C-A26D03D5A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23271" y="5119688"/>
            <a:ext cx="1392707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8A8D5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53" name="funnel-flow-arrow">
            <a:extLst xmlns:a="http://schemas.openxmlformats.org/drawingml/2006/main">
              <a:ext uri="{FF2B5EF4-FFF2-40B4-BE49-F238E27FC236}">
                <a16:creationId xmlns:a16="http://schemas.microsoft.com/office/drawing/2014/main" id="{F58FBF50-4E09-41ED-97FF-DBF5A0839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52850" y="2466975"/>
            <a:ext cx="1733550" cy="3631149"/>
          </a:xfrm>
          <a:custGeom xmlns:a="http://schemas.openxmlformats.org/drawingml/2006/main">
            <a:pathLst>
              <a:path w="1733550" h="3631149">
                <a:moveTo>
                  <a:pt x="0" y="0"/>
                </a:moveTo>
                <a:lnTo>
                  <a:pt x="0" y="42824"/>
                </a:lnTo>
                <a:lnTo>
                  <a:pt x="8630" y="84668"/>
                </a:lnTo>
                <a:lnTo>
                  <a:pt x="18345" y="126378"/>
                </a:lnTo>
                <a:lnTo>
                  <a:pt x="28061" y="168088"/>
                </a:lnTo>
                <a:lnTo>
                  <a:pt x="37776" y="209807"/>
                </a:lnTo>
                <a:lnTo>
                  <a:pt x="47492" y="251517"/>
                </a:lnTo>
                <a:lnTo>
                  <a:pt x="57207" y="293227"/>
                </a:lnTo>
                <a:lnTo>
                  <a:pt x="66923" y="334947"/>
                </a:lnTo>
                <a:lnTo>
                  <a:pt x="76638" y="376657"/>
                </a:lnTo>
                <a:lnTo>
                  <a:pt x="86354" y="418367"/>
                </a:lnTo>
                <a:lnTo>
                  <a:pt x="96069" y="460077"/>
                </a:lnTo>
                <a:lnTo>
                  <a:pt x="105785" y="501796"/>
                </a:lnTo>
                <a:lnTo>
                  <a:pt x="115500" y="543506"/>
                </a:lnTo>
                <a:lnTo>
                  <a:pt x="125216" y="585216"/>
                </a:lnTo>
                <a:lnTo>
                  <a:pt x="134931" y="626926"/>
                </a:lnTo>
                <a:lnTo>
                  <a:pt x="144647" y="668645"/>
                </a:lnTo>
                <a:lnTo>
                  <a:pt x="154362" y="710355"/>
                </a:lnTo>
                <a:lnTo>
                  <a:pt x="164078" y="752065"/>
                </a:lnTo>
                <a:lnTo>
                  <a:pt x="173793" y="793785"/>
                </a:lnTo>
                <a:lnTo>
                  <a:pt x="183509" y="835495"/>
                </a:lnTo>
                <a:lnTo>
                  <a:pt x="193224" y="877205"/>
                </a:lnTo>
                <a:lnTo>
                  <a:pt x="201378" y="919248"/>
                </a:lnTo>
                <a:lnTo>
                  <a:pt x="209312" y="961339"/>
                </a:lnTo>
                <a:lnTo>
                  <a:pt x="216751" y="1003516"/>
                </a:lnTo>
                <a:lnTo>
                  <a:pt x="224190" y="1045693"/>
                </a:lnTo>
                <a:lnTo>
                  <a:pt x="231629" y="1087869"/>
                </a:lnTo>
                <a:lnTo>
                  <a:pt x="239068" y="1130046"/>
                </a:lnTo>
                <a:lnTo>
                  <a:pt x="246507" y="1172223"/>
                </a:lnTo>
                <a:lnTo>
                  <a:pt x="253946" y="1214409"/>
                </a:lnTo>
                <a:lnTo>
                  <a:pt x="261385" y="1256586"/>
                </a:lnTo>
                <a:lnTo>
                  <a:pt x="268815" y="1298762"/>
                </a:lnTo>
                <a:lnTo>
                  <a:pt x="276254" y="1340939"/>
                </a:lnTo>
                <a:lnTo>
                  <a:pt x="283693" y="1383116"/>
                </a:lnTo>
                <a:lnTo>
                  <a:pt x="291132" y="1425292"/>
                </a:lnTo>
                <a:lnTo>
                  <a:pt x="298571" y="1467479"/>
                </a:lnTo>
                <a:lnTo>
                  <a:pt x="306010" y="1509655"/>
                </a:lnTo>
                <a:lnTo>
                  <a:pt x="313449" y="1551832"/>
                </a:lnTo>
                <a:lnTo>
                  <a:pt x="320888" y="1594009"/>
                </a:lnTo>
                <a:lnTo>
                  <a:pt x="328317" y="1636185"/>
                </a:lnTo>
                <a:lnTo>
                  <a:pt x="335756" y="1678362"/>
                </a:lnTo>
                <a:lnTo>
                  <a:pt x="343195" y="1720548"/>
                </a:lnTo>
                <a:lnTo>
                  <a:pt x="350634" y="1762725"/>
                </a:lnTo>
                <a:lnTo>
                  <a:pt x="357930" y="1804921"/>
                </a:lnTo>
                <a:lnTo>
                  <a:pt x="364960" y="1847174"/>
                </a:lnTo>
                <a:lnTo>
                  <a:pt x="371846" y="1889446"/>
                </a:lnTo>
                <a:lnTo>
                  <a:pt x="378619" y="1931737"/>
                </a:lnTo>
                <a:lnTo>
                  <a:pt x="385391" y="1974028"/>
                </a:lnTo>
                <a:lnTo>
                  <a:pt x="392163" y="2016319"/>
                </a:lnTo>
                <a:lnTo>
                  <a:pt x="398936" y="2058610"/>
                </a:lnTo>
                <a:lnTo>
                  <a:pt x="405698" y="2100901"/>
                </a:lnTo>
                <a:lnTo>
                  <a:pt x="412471" y="2143192"/>
                </a:lnTo>
                <a:lnTo>
                  <a:pt x="419243" y="2185483"/>
                </a:lnTo>
                <a:lnTo>
                  <a:pt x="426015" y="2227764"/>
                </a:lnTo>
                <a:lnTo>
                  <a:pt x="432787" y="2270055"/>
                </a:lnTo>
                <a:lnTo>
                  <a:pt x="439560" y="2312346"/>
                </a:lnTo>
                <a:lnTo>
                  <a:pt x="446332" y="2354637"/>
                </a:lnTo>
                <a:lnTo>
                  <a:pt x="453104" y="2396928"/>
                </a:lnTo>
                <a:lnTo>
                  <a:pt x="459877" y="2439219"/>
                </a:lnTo>
                <a:lnTo>
                  <a:pt x="466649" y="2481510"/>
                </a:lnTo>
                <a:lnTo>
                  <a:pt x="473412" y="2523801"/>
                </a:lnTo>
                <a:lnTo>
                  <a:pt x="480184" y="2566092"/>
                </a:lnTo>
                <a:lnTo>
                  <a:pt x="486956" y="2608383"/>
                </a:lnTo>
                <a:lnTo>
                  <a:pt x="493728" y="2650674"/>
                </a:lnTo>
                <a:lnTo>
                  <a:pt x="500501" y="2692965"/>
                </a:lnTo>
                <a:lnTo>
                  <a:pt x="507101" y="2735285"/>
                </a:lnTo>
                <a:lnTo>
                  <a:pt x="513655" y="2777604"/>
                </a:lnTo>
                <a:lnTo>
                  <a:pt x="520151" y="2819933"/>
                </a:lnTo>
                <a:lnTo>
                  <a:pt x="526656" y="2862272"/>
                </a:lnTo>
                <a:lnTo>
                  <a:pt x="533152" y="2904601"/>
                </a:lnTo>
                <a:lnTo>
                  <a:pt x="539648" y="2946940"/>
                </a:lnTo>
                <a:lnTo>
                  <a:pt x="503596" y="2952750"/>
                </a:lnTo>
                <a:lnTo>
                  <a:pt x="460762" y="2952750"/>
                </a:lnTo>
                <a:lnTo>
                  <a:pt x="417938" y="2952750"/>
                </a:lnTo>
                <a:lnTo>
                  <a:pt x="375104" y="2952750"/>
                </a:lnTo>
                <a:lnTo>
                  <a:pt x="332280" y="2952750"/>
                </a:lnTo>
                <a:lnTo>
                  <a:pt x="289446" y="2952750"/>
                </a:lnTo>
                <a:lnTo>
                  <a:pt x="246621" y="2952750"/>
                </a:lnTo>
                <a:lnTo>
                  <a:pt x="225571" y="2962113"/>
                </a:lnTo>
                <a:lnTo>
                  <a:pt x="255032" y="2993193"/>
                </a:lnTo>
                <a:lnTo>
                  <a:pt x="284502" y="3024283"/>
                </a:lnTo>
                <a:lnTo>
                  <a:pt x="313963" y="3055363"/>
                </a:lnTo>
                <a:lnTo>
                  <a:pt x="343424" y="3086443"/>
                </a:lnTo>
                <a:lnTo>
                  <a:pt x="372894" y="3117533"/>
                </a:lnTo>
                <a:lnTo>
                  <a:pt x="402355" y="3148613"/>
                </a:lnTo>
                <a:lnTo>
                  <a:pt x="431825" y="3179702"/>
                </a:lnTo>
                <a:lnTo>
                  <a:pt x="461286" y="3210782"/>
                </a:lnTo>
                <a:lnTo>
                  <a:pt x="490747" y="3241862"/>
                </a:lnTo>
                <a:lnTo>
                  <a:pt x="520217" y="3272952"/>
                </a:lnTo>
                <a:lnTo>
                  <a:pt x="549678" y="3304032"/>
                </a:lnTo>
                <a:lnTo>
                  <a:pt x="579139" y="3335112"/>
                </a:lnTo>
                <a:lnTo>
                  <a:pt x="608609" y="3366202"/>
                </a:lnTo>
                <a:lnTo>
                  <a:pt x="638070" y="3397282"/>
                </a:lnTo>
                <a:lnTo>
                  <a:pt x="667541" y="3428362"/>
                </a:lnTo>
                <a:lnTo>
                  <a:pt x="697001" y="3459451"/>
                </a:lnTo>
                <a:lnTo>
                  <a:pt x="726462" y="3490532"/>
                </a:lnTo>
                <a:lnTo>
                  <a:pt x="755933" y="3521612"/>
                </a:lnTo>
                <a:lnTo>
                  <a:pt x="785393" y="3552701"/>
                </a:lnTo>
                <a:lnTo>
                  <a:pt x="814854" y="3583781"/>
                </a:lnTo>
                <a:lnTo>
                  <a:pt x="844325" y="3614861"/>
                </a:lnTo>
                <a:lnTo>
                  <a:pt x="873785" y="3631149"/>
                </a:lnTo>
                <a:lnTo>
                  <a:pt x="903256" y="3600069"/>
                </a:lnTo>
                <a:lnTo>
                  <a:pt x="932717" y="3568989"/>
                </a:lnTo>
                <a:lnTo>
                  <a:pt x="962177" y="3537899"/>
                </a:lnTo>
                <a:lnTo>
                  <a:pt x="991648" y="3506819"/>
                </a:lnTo>
                <a:lnTo>
                  <a:pt x="1021109" y="3475739"/>
                </a:lnTo>
                <a:lnTo>
                  <a:pt x="1050579" y="3444650"/>
                </a:lnTo>
                <a:lnTo>
                  <a:pt x="1080040" y="3413570"/>
                </a:lnTo>
                <a:lnTo>
                  <a:pt x="1109501" y="3382480"/>
                </a:lnTo>
                <a:lnTo>
                  <a:pt x="1138971" y="3351400"/>
                </a:lnTo>
                <a:lnTo>
                  <a:pt x="1168432" y="3320320"/>
                </a:lnTo>
                <a:lnTo>
                  <a:pt x="1197893" y="3289230"/>
                </a:lnTo>
                <a:lnTo>
                  <a:pt x="1227363" y="3258150"/>
                </a:lnTo>
                <a:lnTo>
                  <a:pt x="1256824" y="3227070"/>
                </a:lnTo>
                <a:lnTo>
                  <a:pt x="1286294" y="3195980"/>
                </a:lnTo>
                <a:lnTo>
                  <a:pt x="1315755" y="3164900"/>
                </a:lnTo>
                <a:lnTo>
                  <a:pt x="1345216" y="3133820"/>
                </a:lnTo>
                <a:lnTo>
                  <a:pt x="1374686" y="3102731"/>
                </a:lnTo>
                <a:lnTo>
                  <a:pt x="1404147" y="3071651"/>
                </a:lnTo>
                <a:lnTo>
                  <a:pt x="1433608" y="3040571"/>
                </a:lnTo>
                <a:lnTo>
                  <a:pt x="1463078" y="3009481"/>
                </a:lnTo>
                <a:lnTo>
                  <a:pt x="1492539" y="2978401"/>
                </a:lnTo>
                <a:lnTo>
                  <a:pt x="1509370" y="2952750"/>
                </a:lnTo>
                <a:lnTo>
                  <a:pt x="1466545" y="2952750"/>
                </a:lnTo>
                <a:lnTo>
                  <a:pt x="1423711" y="2952750"/>
                </a:lnTo>
                <a:lnTo>
                  <a:pt x="1380887" y="2952750"/>
                </a:lnTo>
                <a:lnTo>
                  <a:pt x="1338053" y="2952750"/>
                </a:lnTo>
                <a:lnTo>
                  <a:pt x="1295229" y="2952750"/>
                </a:lnTo>
                <a:lnTo>
                  <a:pt x="1252395" y="2952750"/>
                </a:lnTo>
                <a:lnTo>
                  <a:pt x="1209570" y="2952750"/>
                </a:lnTo>
                <a:lnTo>
                  <a:pt x="1196988" y="2926785"/>
                </a:lnTo>
                <a:lnTo>
                  <a:pt x="1203493" y="2884456"/>
                </a:lnTo>
                <a:lnTo>
                  <a:pt x="1209989" y="2842117"/>
                </a:lnTo>
                <a:lnTo>
                  <a:pt x="1216485" y="2799788"/>
                </a:lnTo>
                <a:lnTo>
                  <a:pt x="1223010" y="2757459"/>
                </a:lnTo>
                <a:lnTo>
                  <a:pt x="1229573" y="2715130"/>
                </a:lnTo>
                <a:lnTo>
                  <a:pt x="1236269" y="2672829"/>
                </a:lnTo>
                <a:lnTo>
                  <a:pt x="1243041" y="2630538"/>
                </a:lnTo>
                <a:lnTo>
                  <a:pt x="1249813" y="2588247"/>
                </a:lnTo>
                <a:lnTo>
                  <a:pt x="1256586" y="2545956"/>
                </a:lnTo>
                <a:lnTo>
                  <a:pt x="1263358" y="2503675"/>
                </a:lnTo>
                <a:lnTo>
                  <a:pt x="1270130" y="2461384"/>
                </a:lnTo>
                <a:lnTo>
                  <a:pt x="1276902" y="2419093"/>
                </a:lnTo>
                <a:lnTo>
                  <a:pt x="1283675" y="2376802"/>
                </a:lnTo>
                <a:lnTo>
                  <a:pt x="1290447" y="2334511"/>
                </a:lnTo>
                <a:lnTo>
                  <a:pt x="1297210" y="2292220"/>
                </a:lnTo>
                <a:lnTo>
                  <a:pt x="1303982" y="2249929"/>
                </a:lnTo>
                <a:lnTo>
                  <a:pt x="1310754" y="2207638"/>
                </a:lnTo>
                <a:lnTo>
                  <a:pt x="1317527" y="2165347"/>
                </a:lnTo>
                <a:lnTo>
                  <a:pt x="1324299" y="2123056"/>
                </a:lnTo>
                <a:lnTo>
                  <a:pt x="1331071" y="2080765"/>
                </a:lnTo>
                <a:lnTo>
                  <a:pt x="1337843" y="2038474"/>
                </a:lnTo>
                <a:lnTo>
                  <a:pt x="1344616" y="1996183"/>
                </a:lnTo>
                <a:lnTo>
                  <a:pt x="1351388" y="1953892"/>
                </a:lnTo>
                <a:lnTo>
                  <a:pt x="1358160" y="1911601"/>
                </a:lnTo>
                <a:lnTo>
                  <a:pt x="1364923" y="1869310"/>
                </a:lnTo>
                <a:lnTo>
                  <a:pt x="1371933" y="1827066"/>
                </a:lnTo>
                <a:lnTo>
                  <a:pt x="1379020" y="1784823"/>
                </a:lnTo>
                <a:lnTo>
                  <a:pt x="1386459" y="1742646"/>
                </a:lnTo>
                <a:lnTo>
                  <a:pt x="1393898" y="1700470"/>
                </a:lnTo>
                <a:lnTo>
                  <a:pt x="1401328" y="1658293"/>
                </a:lnTo>
                <a:lnTo>
                  <a:pt x="1408767" y="1616107"/>
                </a:lnTo>
                <a:lnTo>
                  <a:pt x="1416206" y="1573930"/>
                </a:lnTo>
                <a:lnTo>
                  <a:pt x="1423645" y="1531753"/>
                </a:lnTo>
                <a:lnTo>
                  <a:pt x="1431084" y="1489577"/>
                </a:lnTo>
                <a:lnTo>
                  <a:pt x="1438523" y="1447400"/>
                </a:lnTo>
                <a:lnTo>
                  <a:pt x="1445962" y="1405214"/>
                </a:lnTo>
                <a:lnTo>
                  <a:pt x="1453401" y="1363037"/>
                </a:lnTo>
                <a:lnTo>
                  <a:pt x="1460830" y="1320860"/>
                </a:lnTo>
                <a:lnTo>
                  <a:pt x="1468269" y="1278684"/>
                </a:lnTo>
                <a:lnTo>
                  <a:pt x="1475708" y="1236507"/>
                </a:lnTo>
                <a:lnTo>
                  <a:pt x="1483147" y="1194330"/>
                </a:lnTo>
                <a:lnTo>
                  <a:pt x="1490586" y="1152144"/>
                </a:lnTo>
                <a:lnTo>
                  <a:pt x="1498025" y="1109967"/>
                </a:lnTo>
                <a:lnTo>
                  <a:pt x="1505464" y="1067791"/>
                </a:lnTo>
                <a:lnTo>
                  <a:pt x="1512903" y="1025614"/>
                </a:lnTo>
                <a:lnTo>
                  <a:pt x="1520333" y="983437"/>
                </a:lnTo>
                <a:lnTo>
                  <a:pt x="1527981" y="941299"/>
                </a:lnTo>
                <a:lnTo>
                  <a:pt x="1535982" y="899217"/>
                </a:lnTo>
                <a:lnTo>
                  <a:pt x="1544955" y="857355"/>
                </a:lnTo>
                <a:lnTo>
                  <a:pt x="1554671" y="815635"/>
                </a:lnTo>
                <a:lnTo>
                  <a:pt x="1564386" y="773925"/>
                </a:lnTo>
                <a:lnTo>
                  <a:pt x="1574102" y="732215"/>
                </a:lnTo>
                <a:lnTo>
                  <a:pt x="1583817" y="690496"/>
                </a:lnTo>
                <a:lnTo>
                  <a:pt x="1593533" y="648786"/>
                </a:lnTo>
                <a:lnTo>
                  <a:pt x="1603248" y="607076"/>
                </a:lnTo>
                <a:lnTo>
                  <a:pt x="1612964" y="565366"/>
                </a:lnTo>
                <a:lnTo>
                  <a:pt x="1622679" y="523646"/>
                </a:lnTo>
                <a:lnTo>
                  <a:pt x="1632395" y="481936"/>
                </a:lnTo>
                <a:lnTo>
                  <a:pt x="1642110" y="440226"/>
                </a:lnTo>
                <a:lnTo>
                  <a:pt x="1651825" y="398516"/>
                </a:lnTo>
                <a:lnTo>
                  <a:pt x="1661541" y="356797"/>
                </a:lnTo>
                <a:lnTo>
                  <a:pt x="1671257" y="315087"/>
                </a:lnTo>
                <a:lnTo>
                  <a:pt x="1680972" y="273377"/>
                </a:lnTo>
                <a:lnTo>
                  <a:pt x="1690688" y="231658"/>
                </a:lnTo>
                <a:lnTo>
                  <a:pt x="1700403" y="189948"/>
                </a:lnTo>
                <a:lnTo>
                  <a:pt x="1710119" y="148238"/>
                </a:lnTo>
                <a:lnTo>
                  <a:pt x="1719834" y="106528"/>
                </a:lnTo>
                <a:lnTo>
                  <a:pt x="1729550" y="64808"/>
                </a:lnTo>
                <a:lnTo>
                  <a:pt x="1733550" y="22441"/>
                </a:lnTo>
                <a:lnTo>
                  <a:pt x="1713167" y="0"/>
                </a:lnTo>
                <a:lnTo>
                  <a:pt x="1670333" y="0"/>
                </a:lnTo>
                <a:lnTo>
                  <a:pt x="1627508" y="0"/>
                </a:lnTo>
                <a:lnTo>
                  <a:pt x="1584674" y="0"/>
                </a:lnTo>
                <a:lnTo>
                  <a:pt x="1541850" y="0"/>
                </a:lnTo>
                <a:lnTo>
                  <a:pt x="1499016" y="0"/>
                </a:lnTo>
                <a:lnTo>
                  <a:pt x="1456192" y="0"/>
                </a:lnTo>
                <a:lnTo>
                  <a:pt x="1413358" y="0"/>
                </a:lnTo>
                <a:lnTo>
                  <a:pt x="1370533" y="0"/>
                </a:lnTo>
                <a:lnTo>
                  <a:pt x="1327699" y="0"/>
                </a:lnTo>
                <a:lnTo>
                  <a:pt x="1284875" y="0"/>
                </a:lnTo>
                <a:lnTo>
                  <a:pt x="1242041" y="0"/>
                </a:lnTo>
                <a:lnTo>
                  <a:pt x="1199217" y="0"/>
                </a:lnTo>
                <a:lnTo>
                  <a:pt x="1156383" y="0"/>
                </a:lnTo>
                <a:lnTo>
                  <a:pt x="1113558" y="0"/>
                </a:lnTo>
                <a:lnTo>
                  <a:pt x="1070724" y="0"/>
                </a:lnTo>
                <a:lnTo>
                  <a:pt x="1027900" y="0"/>
                </a:lnTo>
                <a:lnTo>
                  <a:pt x="985066" y="0"/>
                </a:lnTo>
                <a:lnTo>
                  <a:pt x="942242" y="0"/>
                </a:lnTo>
                <a:lnTo>
                  <a:pt x="899408" y="0"/>
                </a:lnTo>
                <a:lnTo>
                  <a:pt x="856583" y="0"/>
                </a:lnTo>
                <a:lnTo>
                  <a:pt x="813749" y="0"/>
                </a:lnTo>
                <a:lnTo>
                  <a:pt x="770925" y="0"/>
                </a:lnTo>
                <a:lnTo>
                  <a:pt x="728091" y="0"/>
                </a:lnTo>
                <a:lnTo>
                  <a:pt x="685267" y="0"/>
                </a:lnTo>
                <a:lnTo>
                  <a:pt x="642433" y="0"/>
                </a:lnTo>
                <a:lnTo>
                  <a:pt x="599608" y="0"/>
                </a:lnTo>
                <a:lnTo>
                  <a:pt x="556774" y="0"/>
                </a:lnTo>
                <a:lnTo>
                  <a:pt x="513950" y="0"/>
                </a:lnTo>
                <a:lnTo>
                  <a:pt x="471116" y="0"/>
                </a:lnTo>
                <a:lnTo>
                  <a:pt x="428292" y="0"/>
                </a:lnTo>
                <a:lnTo>
                  <a:pt x="385458" y="0"/>
                </a:lnTo>
                <a:lnTo>
                  <a:pt x="342633" y="0"/>
                </a:lnTo>
                <a:lnTo>
                  <a:pt x="299799" y="0"/>
                </a:lnTo>
                <a:lnTo>
                  <a:pt x="256975" y="0"/>
                </a:lnTo>
                <a:lnTo>
                  <a:pt x="214141" y="0"/>
                </a:lnTo>
                <a:lnTo>
                  <a:pt x="171317" y="0"/>
                </a:lnTo>
                <a:lnTo>
                  <a:pt x="128492" y="0"/>
                </a:lnTo>
                <a:lnTo>
                  <a:pt x="85658" y="0"/>
                </a:lnTo>
                <a:lnTo>
                  <a:pt x="42824" y="0"/>
                </a:lnTo>
                <a:lnTo>
                  <a:pt x="0" y="0"/>
                </a:lnTo>
                <a:close/>
              </a:path>
            </a:pathLst>
          </a:custGeom>
          <a:gradFill xmlns:a="http://schemas.openxmlformats.org/drawingml/2006/main">
            <a:gsLst>
              <a:gs pos="0">
                <a:srgbClr val="000000"/>
              </a:gs>
              <a:gs pos="42">
                <a:srgbClr val="B8D8F2">
                  <a:alpha val="16000"/>
                </a:srgbClr>
              </a:gs>
              <a:gs pos="76">
                <a:srgbClr val="8FC4EE">
                  <a:alpha val="32000"/>
                </a:srgbClr>
              </a:gs>
              <a:gs pos="100">
                <a:srgbClr val="72B3E8">
                  <a:alpha val="52000"/>
                </a:srgbClr>
              </a:gs>
            </a:gsLst>
            <a:lin ang="10800000"/>
          </a:gradFill>
          <a:ln xmlns:a="http://schemas.openxmlformats.org/drawingml/2006/main" w="9525">
            <a:noFill/>
            <a:prstDash val="solid"/>
          </a:ln>
        </p:spPr>
      </p:sp>
      <p:sp>
        <p:nvSpPr>
          <p:cNvPr id="54" name="phase-label-0">
            <a:extLst xmlns:a="http://schemas.openxmlformats.org/drawingml/2006/main">
              <a:ext uri="{FF2B5EF4-FFF2-40B4-BE49-F238E27FC236}">
                <a16:creationId xmlns:a16="http://schemas.microsoft.com/office/drawing/2014/main" id="{51599C61-C3A1-43D6-9E84-AE12ABE82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1638300"/>
            <a:ext cx="228600" cy="17478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阶段一</a:t>
            </a:r>
          </a:p>
        </p:txBody>
      </p:sp>
      <p:sp>
        <p:nvSpPr>
          <p:cNvPr id="55" name="phase-label-1">
            <a:extLst xmlns:a="http://schemas.openxmlformats.org/drawingml/2006/main">
              <a:ext uri="{FF2B5EF4-FFF2-40B4-BE49-F238E27FC236}">
                <a16:creationId xmlns:a16="http://schemas.microsoft.com/office/drawing/2014/main" id="{2B51A7CA-6182-471A-B1D4-2C3E8C480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3386138"/>
            <a:ext cx="228600" cy="9096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阶段二</a:t>
            </a:r>
          </a:p>
        </p:txBody>
      </p:sp>
      <p:sp>
        <p:nvSpPr>
          <p:cNvPr id="56" name="phase-label-2">
            <a:extLst xmlns:a="http://schemas.openxmlformats.org/drawingml/2006/main">
              <a:ext uri="{FF2B5EF4-FFF2-40B4-BE49-F238E27FC236}">
                <a16:creationId xmlns:a16="http://schemas.microsoft.com/office/drawing/2014/main" id="{346D5BCD-2531-4766-9424-0D596251A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4295775"/>
            <a:ext cx="228600" cy="1914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阶段三</a:t>
            </a:r>
          </a:p>
        </p:txBody>
      </p:sp>
      <p:sp>
        <p:nvSpPr>
          <p:cNvPr id="57" name="funnel-step-title-0">
            <a:extLst xmlns:a="http://schemas.openxmlformats.org/drawingml/2006/main">
              <a:ext uri="{FF2B5EF4-FFF2-40B4-BE49-F238E27FC236}">
                <a16:creationId xmlns:a16="http://schemas.microsoft.com/office/drawing/2014/main" id="{707BA81D-179D-44A5-AE62-A6CE69452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423199" y="2793206"/>
            <a:ext cx="2392861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3600"/>
              </a:lnSpc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广泛触达</a:t>
            </a:r>
          </a:p>
        </p:txBody>
      </p:sp>
      <p:sp>
        <p:nvSpPr>
          <p:cNvPr id="58" name="funnel-step-title-1">
            <a:extLst xmlns:a="http://schemas.openxmlformats.org/drawingml/2006/main">
              <a:ext uri="{FF2B5EF4-FFF2-40B4-BE49-F238E27FC236}">
                <a16:creationId xmlns:a16="http://schemas.microsoft.com/office/drawing/2014/main" id="{FB672805-7B2C-4A7F-BE70-7F7334FE7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25018" y="3702844"/>
            <a:ext cx="1789214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3600"/>
              </a:lnSpc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兴趣识别</a:t>
            </a:r>
          </a:p>
        </p:txBody>
      </p:sp>
      <p:sp>
        <p:nvSpPr>
          <p:cNvPr id="59" name="funnel-step-title-2">
            <a:extLst xmlns:a="http://schemas.openxmlformats.org/drawingml/2006/main">
              <a:ext uri="{FF2B5EF4-FFF2-40B4-BE49-F238E27FC236}">
                <a16:creationId xmlns:a16="http://schemas.microsoft.com/office/drawing/2014/main" id="{69F9802E-7863-4E93-874A-2201526A9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99528" y="4612481"/>
            <a:ext cx="1240184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3600"/>
              </a:lnSpc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意向培育</a:t>
            </a:r>
          </a:p>
        </p:txBody>
      </p:sp>
      <p:sp>
        <p:nvSpPr>
          <p:cNvPr id="60" name="funnel-step-title-3">
            <a:extLst xmlns:a="http://schemas.openxmlformats.org/drawingml/2006/main">
              <a:ext uri="{FF2B5EF4-FFF2-40B4-BE49-F238E27FC236}">
                <a16:creationId xmlns:a16="http://schemas.microsoft.com/office/drawing/2014/main" id="{461EE7C1-734C-46E8-9701-FBAF4C8A5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200525" y="5522119"/>
            <a:ext cx="8382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行动转化</a:t>
            </a:r>
          </a:p>
        </p:txBody>
      </p:sp>
      <p:sp>
        <p:nvSpPr>
          <p:cNvPr id="61" name="input-core-0">
            <a:extLst xmlns:a="http://schemas.openxmlformats.org/drawingml/2006/main">
              <a:ext uri="{FF2B5EF4-FFF2-40B4-BE49-F238E27FC236}">
                <a16:creationId xmlns:a16="http://schemas.microsoft.com/office/drawing/2014/main" id="{DB072C52-246B-49D6-A873-D869B2017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200400" y="194310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23"/>
          <a:fontRef xmlns:a="http://schemas.openxmlformats.org/drawingml/2006/main" idx="major"/>
        </p:style>
      </p:sp>
      <p:pic>
        <p:nvPicPr>
          <p:cNvPr id="13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e5205c2003948f8">
            <a:extLst>
              <a:ext uri="{96DAC541-7B7A-43D3-8B79-37D633B846F1}">
                <asvg:svgBlip xmlns:asvg="http://schemas.microsoft.com/office/drawing/2016/SVG/main" r:embed="Rc91786c0928c41ce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3295650" y="2038350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63" name="input-core-1">
            <a:extLst xmlns:a="http://schemas.openxmlformats.org/drawingml/2006/main">
              <a:ext uri="{FF2B5EF4-FFF2-40B4-BE49-F238E27FC236}">
                <a16:creationId xmlns:a16="http://schemas.microsoft.com/office/drawing/2014/main" id="{A08BB9D5-2DF7-49EC-99BE-00E1A3F1B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22674" y="1743075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23"/>
          <a:fontRef xmlns:a="http://schemas.openxmlformats.org/drawingml/2006/main" idx="major"/>
        </p:style>
      </p:sp>
      <p:pic>
        <p:nvPicPr>
          <p:cNvPr id="13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929ebee85ec4af8">
            <a:extLst>
              <a:ext uri="{96DAC541-7B7A-43D3-8B79-37D633B846F1}">
                <asvg:svgBlip xmlns:asvg="http://schemas.microsoft.com/office/drawing/2016/SVG/main" r:embed="R85bff6dc22f24918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4117924" y="1838325"/>
            <a:ext cx="209550" cy="209550"/>
          </a:xfrm>
          <a:prstGeom xmlns:a="http://schemas.openxmlformats.org/drawingml/2006/main" prst="rect">
            <a:avLst/>
          </a:prstGeom>
        </p:spPr>
      </p:pic>
      <p:sp>
        <p:nvSpPr>
          <p:cNvPr id="65" name="input-core-2">
            <a:extLst xmlns:a="http://schemas.openxmlformats.org/drawingml/2006/main">
              <a:ext uri="{FF2B5EF4-FFF2-40B4-BE49-F238E27FC236}">
                <a16:creationId xmlns:a16="http://schemas.microsoft.com/office/drawing/2014/main" id="{59162DF9-A8F9-4B88-A4C6-ABBD51DF1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787798" y="164782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23"/>
          <a:fontRef xmlns:a="http://schemas.openxmlformats.org/drawingml/2006/main" idx="major"/>
        </p:style>
      </p:sp>
      <p:pic>
        <p:nvPicPr>
          <p:cNvPr id="13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9fbc5385d694a50">
            <a:extLst>
              <a:ext uri="{96DAC541-7B7A-43D3-8B79-37D633B846F1}">
                <asvg:svgBlip xmlns:asvg="http://schemas.microsoft.com/office/drawing/2016/SVG/main" r:embed="R14b9f621eff94219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4883048" y="1743075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67" name="input-core-3">
            <a:extLst xmlns:a="http://schemas.openxmlformats.org/drawingml/2006/main">
              <a:ext uri="{FF2B5EF4-FFF2-40B4-BE49-F238E27FC236}">
                <a16:creationId xmlns:a16="http://schemas.microsoft.com/office/drawing/2014/main" id="{5BA9F349-B4BC-46C4-BBD8-3E82B0219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610225" y="190500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23"/>
          <a:fontRef xmlns:a="http://schemas.openxmlformats.org/drawingml/2006/main" idx="major"/>
        </p:style>
      </p:sp>
      <p:pic>
        <p:nvPicPr>
          <p:cNvPr id="13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9f7e50911d0443f">
            <a:extLst>
              <a:ext uri="{96DAC541-7B7A-43D3-8B79-37D633B846F1}">
                <asvg:svgBlip xmlns:asvg="http://schemas.microsoft.com/office/drawing/2016/SVG/main" r:embed="Rc3de7dc697cc4c23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5705475" y="2000250"/>
            <a:ext cx="209550" cy="2095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6641450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1" name="phase-band-0">
            <a:extLst xmlns:a="http://schemas.openxmlformats.org/drawingml/2006/main">
              <a:ext uri="{FF2B5EF4-FFF2-40B4-BE49-F238E27FC236}">
                <a16:creationId xmlns:a16="http://schemas.microsoft.com/office/drawing/2014/main" id="{60DC5A68-194C-4C8C-A9F9-BE0DA0129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1638300"/>
            <a:ext cx="11144250" cy="17478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phase-band-1">
            <a:extLst xmlns:a="http://schemas.openxmlformats.org/drawingml/2006/main">
              <a:ext uri="{FF2B5EF4-FFF2-40B4-BE49-F238E27FC236}">
                <a16:creationId xmlns:a16="http://schemas.microsoft.com/office/drawing/2014/main" id="{48174BE7-9BD8-42A3-BF53-53C9D5A43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3386138"/>
            <a:ext cx="11144250" cy="9096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38100">
            <a:solidFill>
              <a:srgbClr val="FFFFFF"/>
            </a:solidFill>
            <a:prstDash val="solid"/>
          </a:ln>
        </p:spPr>
      </p:sp>
      <p:sp>
        <p:nvSpPr>
          <p:cNvPr id="3" name="phase-band-2">
            <a:extLst xmlns:a="http://schemas.openxmlformats.org/drawingml/2006/main">
              <a:ext uri="{FF2B5EF4-FFF2-40B4-BE49-F238E27FC236}">
                <a16:creationId xmlns:a16="http://schemas.microsoft.com/office/drawing/2014/main" id="{0DECDE6A-F104-4008-A5C9-7577468A6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4295775"/>
            <a:ext cx="11144250" cy="1914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38100">
            <a:solidFill>
              <a:srgbClr val="FFFFFF"/>
            </a:solidFill>
            <a:prstDash val="solid"/>
          </a:ln>
        </p:spPr>
      </p:sp>
      <p:sp>
        <p:nvSpPr>
          <p:cNvPr id="4" name="phase-rail-0">
            <a:extLst xmlns:a="http://schemas.openxmlformats.org/drawingml/2006/main">
              <a:ext uri="{FF2B5EF4-FFF2-40B4-BE49-F238E27FC236}">
                <a16:creationId xmlns:a16="http://schemas.microsoft.com/office/drawing/2014/main" id="{956A3ABB-2653-46C2-8C79-74F423A52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1638300"/>
            <a:ext cx="514350" cy="1747504"/>
          </a:xfrm>
          <a:custGeom xmlns:a="http://schemas.openxmlformats.org/drawingml/2006/main">
            <a:pathLst>
              <a:path w="514350" h="1747504">
                <a:moveTo>
                  <a:pt x="0" y="0"/>
                </a:moveTo>
                <a:lnTo>
                  <a:pt x="19002" y="0"/>
                </a:lnTo>
                <a:lnTo>
                  <a:pt x="37995" y="0"/>
                </a:lnTo>
                <a:lnTo>
                  <a:pt x="56998" y="0"/>
                </a:lnTo>
                <a:lnTo>
                  <a:pt x="75990" y="0"/>
                </a:lnTo>
                <a:lnTo>
                  <a:pt x="94993" y="0"/>
                </a:lnTo>
                <a:lnTo>
                  <a:pt x="113995" y="0"/>
                </a:lnTo>
                <a:lnTo>
                  <a:pt x="132988" y="0"/>
                </a:lnTo>
                <a:lnTo>
                  <a:pt x="151990" y="0"/>
                </a:lnTo>
                <a:lnTo>
                  <a:pt x="170983" y="0"/>
                </a:lnTo>
                <a:lnTo>
                  <a:pt x="189986" y="0"/>
                </a:lnTo>
                <a:lnTo>
                  <a:pt x="208988" y="0"/>
                </a:lnTo>
                <a:lnTo>
                  <a:pt x="227981" y="0"/>
                </a:lnTo>
                <a:lnTo>
                  <a:pt x="246983" y="0"/>
                </a:lnTo>
                <a:lnTo>
                  <a:pt x="265976" y="0"/>
                </a:lnTo>
                <a:lnTo>
                  <a:pt x="284978" y="0"/>
                </a:lnTo>
                <a:lnTo>
                  <a:pt x="303981" y="0"/>
                </a:lnTo>
                <a:lnTo>
                  <a:pt x="322974" y="0"/>
                </a:lnTo>
                <a:lnTo>
                  <a:pt x="341976" y="0"/>
                </a:lnTo>
                <a:lnTo>
                  <a:pt x="360969" y="0"/>
                </a:lnTo>
                <a:lnTo>
                  <a:pt x="379971" y="0"/>
                </a:lnTo>
                <a:lnTo>
                  <a:pt x="398974" y="0"/>
                </a:lnTo>
                <a:lnTo>
                  <a:pt x="417967" y="0"/>
                </a:lnTo>
                <a:lnTo>
                  <a:pt x="436969" y="0"/>
                </a:lnTo>
                <a:lnTo>
                  <a:pt x="455962" y="0"/>
                </a:lnTo>
                <a:lnTo>
                  <a:pt x="474964" y="0"/>
                </a:lnTo>
                <a:lnTo>
                  <a:pt x="493967" y="0"/>
                </a:lnTo>
                <a:lnTo>
                  <a:pt x="512959" y="0"/>
                </a:lnTo>
                <a:lnTo>
                  <a:pt x="514350" y="17612"/>
                </a:lnTo>
                <a:lnTo>
                  <a:pt x="514350" y="36605"/>
                </a:lnTo>
                <a:lnTo>
                  <a:pt x="514350" y="55607"/>
                </a:lnTo>
                <a:lnTo>
                  <a:pt x="514350" y="74609"/>
                </a:lnTo>
                <a:lnTo>
                  <a:pt x="514350" y="93602"/>
                </a:lnTo>
                <a:lnTo>
                  <a:pt x="514350" y="112605"/>
                </a:lnTo>
                <a:lnTo>
                  <a:pt x="514350" y="131597"/>
                </a:lnTo>
                <a:lnTo>
                  <a:pt x="514350" y="150600"/>
                </a:lnTo>
                <a:lnTo>
                  <a:pt x="514350" y="169602"/>
                </a:lnTo>
                <a:lnTo>
                  <a:pt x="514350" y="188595"/>
                </a:lnTo>
                <a:lnTo>
                  <a:pt x="514350" y="207597"/>
                </a:lnTo>
                <a:lnTo>
                  <a:pt x="514350" y="226590"/>
                </a:lnTo>
                <a:lnTo>
                  <a:pt x="514350" y="245593"/>
                </a:lnTo>
                <a:lnTo>
                  <a:pt x="514350" y="264595"/>
                </a:lnTo>
                <a:lnTo>
                  <a:pt x="514350" y="283588"/>
                </a:lnTo>
                <a:lnTo>
                  <a:pt x="514350" y="302590"/>
                </a:lnTo>
                <a:lnTo>
                  <a:pt x="514350" y="321583"/>
                </a:lnTo>
                <a:lnTo>
                  <a:pt x="514350" y="340585"/>
                </a:lnTo>
                <a:lnTo>
                  <a:pt x="514350" y="359588"/>
                </a:lnTo>
                <a:lnTo>
                  <a:pt x="514350" y="378581"/>
                </a:lnTo>
                <a:lnTo>
                  <a:pt x="514350" y="397583"/>
                </a:lnTo>
                <a:lnTo>
                  <a:pt x="514350" y="416576"/>
                </a:lnTo>
                <a:lnTo>
                  <a:pt x="514350" y="435578"/>
                </a:lnTo>
                <a:lnTo>
                  <a:pt x="514350" y="454581"/>
                </a:lnTo>
                <a:lnTo>
                  <a:pt x="514350" y="473573"/>
                </a:lnTo>
                <a:lnTo>
                  <a:pt x="514350" y="492576"/>
                </a:lnTo>
                <a:lnTo>
                  <a:pt x="514350" y="511569"/>
                </a:lnTo>
                <a:lnTo>
                  <a:pt x="514350" y="530571"/>
                </a:lnTo>
                <a:lnTo>
                  <a:pt x="514350" y="549564"/>
                </a:lnTo>
                <a:lnTo>
                  <a:pt x="514350" y="568566"/>
                </a:lnTo>
                <a:lnTo>
                  <a:pt x="514350" y="587569"/>
                </a:lnTo>
                <a:lnTo>
                  <a:pt x="514350" y="606562"/>
                </a:lnTo>
                <a:lnTo>
                  <a:pt x="514350" y="625564"/>
                </a:lnTo>
                <a:lnTo>
                  <a:pt x="514350" y="644557"/>
                </a:lnTo>
                <a:lnTo>
                  <a:pt x="514350" y="663559"/>
                </a:lnTo>
                <a:lnTo>
                  <a:pt x="514350" y="682562"/>
                </a:lnTo>
                <a:lnTo>
                  <a:pt x="514350" y="701554"/>
                </a:lnTo>
                <a:lnTo>
                  <a:pt x="514350" y="720557"/>
                </a:lnTo>
                <a:lnTo>
                  <a:pt x="514350" y="739550"/>
                </a:lnTo>
                <a:lnTo>
                  <a:pt x="514350" y="758552"/>
                </a:lnTo>
                <a:lnTo>
                  <a:pt x="514350" y="777554"/>
                </a:lnTo>
                <a:lnTo>
                  <a:pt x="514350" y="796547"/>
                </a:lnTo>
                <a:lnTo>
                  <a:pt x="514350" y="815550"/>
                </a:lnTo>
                <a:lnTo>
                  <a:pt x="514350" y="834542"/>
                </a:lnTo>
                <a:lnTo>
                  <a:pt x="514350" y="853545"/>
                </a:lnTo>
                <a:lnTo>
                  <a:pt x="514350" y="872547"/>
                </a:lnTo>
                <a:lnTo>
                  <a:pt x="514350" y="891540"/>
                </a:lnTo>
                <a:lnTo>
                  <a:pt x="514350" y="910542"/>
                </a:lnTo>
                <a:lnTo>
                  <a:pt x="514350" y="929535"/>
                </a:lnTo>
                <a:lnTo>
                  <a:pt x="514350" y="948538"/>
                </a:lnTo>
                <a:lnTo>
                  <a:pt x="514350" y="967540"/>
                </a:lnTo>
                <a:lnTo>
                  <a:pt x="514350" y="986533"/>
                </a:lnTo>
                <a:lnTo>
                  <a:pt x="514350" y="1005535"/>
                </a:lnTo>
                <a:lnTo>
                  <a:pt x="514350" y="1024528"/>
                </a:lnTo>
                <a:lnTo>
                  <a:pt x="514350" y="1043530"/>
                </a:lnTo>
                <a:lnTo>
                  <a:pt x="514350" y="1062533"/>
                </a:lnTo>
                <a:lnTo>
                  <a:pt x="514350" y="1081526"/>
                </a:lnTo>
                <a:lnTo>
                  <a:pt x="514350" y="1100528"/>
                </a:lnTo>
                <a:lnTo>
                  <a:pt x="514350" y="1119521"/>
                </a:lnTo>
                <a:lnTo>
                  <a:pt x="514350" y="1138523"/>
                </a:lnTo>
                <a:lnTo>
                  <a:pt x="514350" y="1157526"/>
                </a:lnTo>
                <a:lnTo>
                  <a:pt x="514350" y="1176518"/>
                </a:lnTo>
                <a:lnTo>
                  <a:pt x="514350" y="1195521"/>
                </a:lnTo>
                <a:lnTo>
                  <a:pt x="514350" y="1214514"/>
                </a:lnTo>
                <a:lnTo>
                  <a:pt x="514350" y="1233516"/>
                </a:lnTo>
                <a:lnTo>
                  <a:pt x="514350" y="1252518"/>
                </a:lnTo>
                <a:lnTo>
                  <a:pt x="514350" y="1271511"/>
                </a:lnTo>
                <a:lnTo>
                  <a:pt x="514350" y="1290514"/>
                </a:lnTo>
                <a:lnTo>
                  <a:pt x="514350" y="1309507"/>
                </a:lnTo>
                <a:lnTo>
                  <a:pt x="514350" y="1328509"/>
                </a:lnTo>
                <a:lnTo>
                  <a:pt x="514350" y="1347511"/>
                </a:lnTo>
                <a:lnTo>
                  <a:pt x="514350" y="1366504"/>
                </a:lnTo>
                <a:lnTo>
                  <a:pt x="514350" y="1385507"/>
                </a:lnTo>
                <a:lnTo>
                  <a:pt x="514350" y="1404499"/>
                </a:lnTo>
                <a:lnTo>
                  <a:pt x="514350" y="1423502"/>
                </a:lnTo>
                <a:lnTo>
                  <a:pt x="514350" y="1442504"/>
                </a:lnTo>
                <a:lnTo>
                  <a:pt x="514350" y="1461497"/>
                </a:lnTo>
                <a:lnTo>
                  <a:pt x="514350" y="1480499"/>
                </a:lnTo>
                <a:lnTo>
                  <a:pt x="514350" y="1499492"/>
                </a:lnTo>
                <a:lnTo>
                  <a:pt x="514350" y="1518495"/>
                </a:lnTo>
                <a:lnTo>
                  <a:pt x="514350" y="1537497"/>
                </a:lnTo>
                <a:lnTo>
                  <a:pt x="514350" y="1556490"/>
                </a:lnTo>
                <a:lnTo>
                  <a:pt x="514350" y="1575492"/>
                </a:lnTo>
                <a:lnTo>
                  <a:pt x="514350" y="1594485"/>
                </a:lnTo>
                <a:lnTo>
                  <a:pt x="506901" y="1609106"/>
                </a:lnTo>
                <a:lnTo>
                  <a:pt x="490290" y="1618326"/>
                </a:lnTo>
                <a:lnTo>
                  <a:pt x="473678" y="1627556"/>
                </a:lnTo>
                <a:lnTo>
                  <a:pt x="457076" y="1636786"/>
                </a:lnTo>
                <a:lnTo>
                  <a:pt x="440465" y="1646006"/>
                </a:lnTo>
                <a:lnTo>
                  <a:pt x="423863" y="1655235"/>
                </a:lnTo>
                <a:lnTo>
                  <a:pt x="407251" y="1664465"/>
                </a:lnTo>
                <a:lnTo>
                  <a:pt x="390639" y="1673685"/>
                </a:lnTo>
                <a:lnTo>
                  <a:pt x="374037" y="1682915"/>
                </a:lnTo>
                <a:lnTo>
                  <a:pt x="357426" y="1692145"/>
                </a:lnTo>
                <a:lnTo>
                  <a:pt x="340824" y="1701365"/>
                </a:lnTo>
                <a:lnTo>
                  <a:pt x="324212" y="1710595"/>
                </a:lnTo>
                <a:lnTo>
                  <a:pt x="307610" y="1719824"/>
                </a:lnTo>
                <a:lnTo>
                  <a:pt x="290998" y="1729045"/>
                </a:lnTo>
                <a:lnTo>
                  <a:pt x="274387" y="1738274"/>
                </a:lnTo>
                <a:lnTo>
                  <a:pt x="257785" y="1747504"/>
                </a:lnTo>
                <a:lnTo>
                  <a:pt x="241173" y="1738951"/>
                </a:lnTo>
                <a:lnTo>
                  <a:pt x="224571" y="1729721"/>
                </a:lnTo>
                <a:lnTo>
                  <a:pt x="207959" y="1720491"/>
                </a:lnTo>
                <a:lnTo>
                  <a:pt x="191348" y="1711271"/>
                </a:lnTo>
                <a:lnTo>
                  <a:pt x="174746" y="1702041"/>
                </a:lnTo>
                <a:lnTo>
                  <a:pt x="158134" y="1692812"/>
                </a:lnTo>
                <a:lnTo>
                  <a:pt x="141532" y="1683591"/>
                </a:lnTo>
                <a:lnTo>
                  <a:pt x="124920" y="1674362"/>
                </a:lnTo>
                <a:lnTo>
                  <a:pt x="108309" y="1665132"/>
                </a:lnTo>
                <a:lnTo>
                  <a:pt x="91707" y="1655912"/>
                </a:lnTo>
                <a:lnTo>
                  <a:pt x="75095" y="1646682"/>
                </a:lnTo>
                <a:lnTo>
                  <a:pt x="58493" y="1637452"/>
                </a:lnTo>
                <a:lnTo>
                  <a:pt x="41881" y="1628232"/>
                </a:lnTo>
                <a:lnTo>
                  <a:pt x="25270" y="1619002"/>
                </a:lnTo>
                <a:lnTo>
                  <a:pt x="8668" y="1609773"/>
                </a:lnTo>
                <a:lnTo>
                  <a:pt x="0" y="1595876"/>
                </a:lnTo>
                <a:lnTo>
                  <a:pt x="0" y="1576883"/>
                </a:lnTo>
                <a:lnTo>
                  <a:pt x="0" y="1557880"/>
                </a:lnTo>
                <a:lnTo>
                  <a:pt x="0" y="1538878"/>
                </a:lnTo>
                <a:lnTo>
                  <a:pt x="0" y="1519885"/>
                </a:lnTo>
                <a:lnTo>
                  <a:pt x="0" y="1500883"/>
                </a:lnTo>
                <a:lnTo>
                  <a:pt x="0" y="1481890"/>
                </a:lnTo>
                <a:lnTo>
                  <a:pt x="0" y="1462888"/>
                </a:lnTo>
                <a:lnTo>
                  <a:pt x="0" y="1443885"/>
                </a:lnTo>
                <a:lnTo>
                  <a:pt x="0" y="1424892"/>
                </a:lnTo>
                <a:lnTo>
                  <a:pt x="0" y="1405890"/>
                </a:lnTo>
                <a:lnTo>
                  <a:pt x="0" y="1386897"/>
                </a:lnTo>
                <a:lnTo>
                  <a:pt x="0" y="1367895"/>
                </a:lnTo>
                <a:lnTo>
                  <a:pt x="0" y="1348892"/>
                </a:lnTo>
                <a:lnTo>
                  <a:pt x="0" y="1329900"/>
                </a:lnTo>
                <a:lnTo>
                  <a:pt x="0" y="1310897"/>
                </a:lnTo>
                <a:lnTo>
                  <a:pt x="0" y="1291904"/>
                </a:lnTo>
                <a:lnTo>
                  <a:pt x="0" y="1272902"/>
                </a:lnTo>
                <a:lnTo>
                  <a:pt x="0" y="1253900"/>
                </a:lnTo>
                <a:lnTo>
                  <a:pt x="0" y="1234907"/>
                </a:lnTo>
                <a:lnTo>
                  <a:pt x="0" y="1215904"/>
                </a:lnTo>
                <a:lnTo>
                  <a:pt x="0" y="1196912"/>
                </a:lnTo>
                <a:lnTo>
                  <a:pt x="0" y="1177909"/>
                </a:lnTo>
                <a:lnTo>
                  <a:pt x="0" y="1158907"/>
                </a:lnTo>
                <a:lnTo>
                  <a:pt x="0" y="1139914"/>
                </a:lnTo>
                <a:lnTo>
                  <a:pt x="0" y="1120912"/>
                </a:lnTo>
                <a:lnTo>
                  <a:pt x="0" y="1101919"/>
                </a:lnTo>
                <a:lnTo>
                  <a:pt x="0" y="1082916"/>
                </a:lnTo>
                <a:lnTo>
                  <a:pt x="0" y="1063923"/>
                </a:lnTo>
                <a:lnTo>
                  <a:pt x="0" y="1044921"/>
                </a:lnTo>
                <a:lnTo>
                  <a:pt x="0" y="1025919"/>
                </a:lnTo>
                <a:lnTo>
                  <a:pt x="0" y="1006926"/>
                </a:lnTo>
                <a:lnTo>
                  <a:pt x="0" y="987923"/>
                </a:lnTo>
                <a:lnTo>
                  <a:pt x="0" y="968931"/>
                </a:lnTo>
                <a:lnTo>
                  <a:pt x="0" y="949928"/>
                </a:lnTo>
                <a:lnTo>
                  <a:pt x="0" y="930926"/>
                </a:lnTo>
                <a:lnTo>
                  <a:pt x="0" y="911933"/>
                </a:lnTo>
                <a:lnTo>
                  <a:pt x="0" y="892931"/>
                </a:lnTo>
                <a:lnTo>
                  <a:pt x="0" y="873938"/>
                </a:lnTo>
                <a:lnTo>
                  <a:pt x="0" y="854935"/>
                </a:lnTo>
                <a:lnTo>
                  <a:pt x="0" y="835933"/>
                </a:lnTo>
                <a:lnTo>
                  <a:pt x="0" y="816940"/>
                </a:lnTo>
                <a:lnTo>
                  <a:pt x="0" y="797938"/>
                </a:lnTo>
                <a:lnTo>
                  <a:pt x="0" y="778945"/>
                </a:lnTo>
                <a:lnTo>
                  <a:pt x="0" y="759943"/>
                </a:lnTo>
                <a:lnTo>
                  <a:pt x="0" y="740940"/>
                </a:lnTo>
                <a:lnTo>
                  <a:pt x="0" y="721947"/>
                </a:lnTo>
                <a:lnTo>
                  <a:pt x="0" y="702945"/>
                </a:lnTo>
                <a:lnTo>
                  <a:pt x="0" y="683952"/>
                </a:lnTo>
                <a:lnTo>
                  <a:pt x="0" y="664950"/>
                </a:lnTo>
                <a:lnTo>
                  <a:pt x="0" y="645947"/>
                </a:lnTo>
                <a:lnTo>
                  <a:pt x="0" y="626955"/>
                </a:lnTo>
                <a:lnTo>
                  <a:pt x="0" y="607952"/>
                </a:lnTo>
                <a:lnTo>
                  <a:pt x="0" y="588959"/>
                </a:lnTo>
                <a:lnTo>
                  <a:pt x="0" y="569957"/>
                </a:lnTo>
                <a:lnTo>
                  <a:pt x="0" y="550955"/>
                </a:lnTo>
                <a:lnTo>
                  <a:pt x="0" y="531962"/>
                </a:lnTo>
                <a:lnTo>
                  <a:pt x="0" y="512959"/>
                </a:lnTo>
                <a:lnTo>
                  <a:pt x="0" y="493967"/>
                </a:lnTo>
                <a:lnTo>
                  <a:pt x="0" y="474964"/>
                </a:lnTo>
                <a:lnTo>
                  <a:pt x="0" y="455962"/>
                </a:lnTo>
                <a:lnTo>
                  <a:pt x="0" y="436969"/>
                </a:lnTo>
                <a:lnTo>
                  <a:pt x="0" y="417967"/>
                </a:lnTo>
                <a:lnTo>
                  <a:pt x="0" y="398974"/>
                </a:lnTo>
                <a:lnTo>
                  <a:pt x="0" y="379971"/>
                </a:lnTo>
                <a:lnTo>
                  <a:pt x="0" y="360969"/>
                </a:lnTo>
                <a:lnTo>
                  <a:pt x="0" y="341976"/>
                </a:lnTo>
                <a:lnTo>
                  <a:pt x="0" y="322974"/>
                </a:lnTo>
                <a:lnTo>
                  <a:pt x="0" y="303981"/>
                </a:lnTo>
                <a:lnTo>
                  <a:pt x="0" y="284978"/>
                </a:lnTo>
                <a:lnTo>
                  <a:pt x="0" y="265976"/>
                </a:lnTo>
                <a:lnTo>
                  <a:pt x="0" y="246983"/>
                </a:lnTo>
                <a:lnTo>
                  <a:pt x="0" y="227981"/>
                </a:lnTo>
                <a:lnTo>
                  <a:pt x="0" y="208988"/>
                </a:lnTo>
                <a:lnTo>
                  <a:pt x="0" y="189986"/>
                </a:lnTo>
                <a:lnTo>
                  <a:pt x="0" y="170983"/>
                </a:lnTo>
                <a:lnTo>
                  <a:pt x="0" y="151990"/>
                </a:lnTo>
                <a:lnTo>
                  <a:pt x="0" y="132988"/>
                </a:lnTo>
                <a:lnTo>
                  <a:pt x="0" y="113995"/>
                </a:lnTo>
                <a:lnTo>
                  <a:pt x="0" y="94993"/>
                </a:lnTo>
                <a:lnTo>
                  <a:pt x="0" y="75990"/>
                </a:lnTo>
                <a:lnTo>
                  <a:pt x="0" y="56998"/>
                </a:lnTo>
                <a:lnTo>
                  <a:pt x="0" y="37995"/>
                </a:lnTo>
                <a:lnTo>
                  <a:pt x="0" y="19002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5" name="phase-title-0">
            <a:extLst xmlns:a="http://schemas.openxmlformats.org/drawingml/2006/main">
              <a:ext uri="{FF2B5EF4-FFF2-40B4-BE49-F238E27FC236}">
                <a16:creationId xmlns:a16="http://schemas.microsoft.com/office/drawing/2014/main" id="{ECF59AC4-5A44-4158-82E0-7AE785815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2041474"/>
            <a:ext cx="1428750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精准触达</a:t>
            </a:r>
          </a:p>
        </p:txBody>
      </p:sp>
      <p:sp>
        <p:nvSpPr>
          <p:cNvPr id="6" name="phase-body-0">
            <a:extLst xmlns:a="http://schemas.openxmlformats.org/drawingml/2006/main">
              <a:ext uri="{FF2B5EF4-FFF2-40B4-BE49-F238E27FC236}">
                <a16:creationId xmlns:a16="http://schemas.microsoft.com/office/drawing/2014/main" id="{FA438877-5231-400A-BAC6-CFF09CD4E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2395690"/>
            <a:ext cx="1428750" cy="587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让目标对象进</a:t>
            </a:r>
          </a:p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入体系</a:t>
            </a:r>
          </a:p>
        </p:txBody>
      </p:sp>
      <p:sp>
        <p:nvSpPr>
          <p:cNvPr id="7" name="action-icon-shell-0-0">
            <a:extLst xmlns:a="http://schemas.openxmlformats.org/drawingml/2006/main">
              <a:ext uri="{FF2B5EF4-FFF2-40B4-BE49-F238E27FC236}">
                <a16:creationId xmlns:a16="http://schemas.microsoft.com/office/drawing/2014/main" id="{94837B9E-5293-42D5-B684-CB10DA67E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2035969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7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9095306e2d34097">
            <a:extLst>
              <a:ext uri="{96DAC541-7B7A-43D3-8B79-37D633B846F1}">
                <asvg:svgBlip xmlns:asvg="http://schemas.microsoft.com/office/drawing/2016/SVG/main" r:embed="R88b2dd09b1cd4213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2112169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9" name="action-title-0-0">
            <a:extLst xmlns:a="http://schemas.openxmlformats.org/drawingml/2006/main">
              <a:ext uri="{FF2B5EF4-FFF2-40B4-BE49-F238E27FC236}">
                <a16:creationId xmlns:a16="http://schemas.microsoft.com/office/drawing/2014/main" id="{45646096-F028-4C60-A6BB-65C24ECB4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1974952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标签体系</a:t>
            </a:r>
          </a:p>
        </p:txBody>
      </p:sp>
      <p:sp>
        <p:nvSpPr>
          <p:cNvPr id="10" name="action-body-0-0">
            <a:extLst xmlns:a="http://schemas.openxmlformats.org/drawingml/2006/main">
              <a:ext uri="{FF2B5EF4-FFF2-40B4-BE49-F238E27FC236}">
                <a16:creationId xmlns:a16="http://schemas.microsoft.com/office/drawing/2014/main" id="{F42CC4F7-E6B3-444C-85A1-EEA1D2879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203552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形成可识别对象</a:t>
            </a:r>
          </a:p>
        </p:txBody>
      </p:sp>
      <p:sp>
        <p:nvSpPr>
          <p:cNvPr id="11" name="action-icon-shell-0-1">
            <a:extLst xmlns:a="http://schemas.openxmlformats.org/drawingml/2006/main">
              <a:ext uri="{FF2B5EF4-FFF2-40B4-BE49-F238E27FC236}">
                <a16:creationId xmlns:a16="http://schemas.microsoft.com/office/drawing/2014/main" id="{76E43FCB-215A-4C33-868A-5CCFA4748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2035969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8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f69012db95f45ef">
            <a:extLst>
              <a:ext uri="{96DAC541-7B7A-43D3-8B79-37D633B846F1}">
                <asvg:svgBlip xmlns:asvg="http://schemas.microsoft.com/office/drawing/2016/SVG/main" r:embed="R6f09021dee3f46bc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2112169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13" name="action-title-0-1">
            <a:extLst xmlns:a="http://schemas.openxmlformats.org/drawingml/2006/main">
              <a:ext uri="{FF2B5EF4-FFF2-40B4-BE49-F238E27FC236}">
                <a16:creationId xmlns:a16="http://schemas.microsoft.com/office/drawing/2014/main" id="{6D0BFF8E-DC5C-4F41-AB95-DF86E52C4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1974952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渠道连接</a:t>
            </a:r>
          </a:p>
        </p:txBody>
      </p:sp>
      <p:sp>
        <p:nvSpPr>
          <p:cNvPr id="14" name="action-body-0-1">
            <a:extLst xmlns:a="http://schemas.openxmlformats.org/drawingml/2006/main">
              <a:ext uri="{FF2B5EF4-FFF2-40B4-BE49-F238E27FC236}">
                <a16:creationId xmlns:a16="http://schemas.microsoft.com/office/drawing/2014/main" id="{E41BE625-0726-44A0-95BC-AD000C717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203552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连接主要触点</a:t>
            </a:r>
          </a:p>
        </p:txBody>
      </p:sp>
      <p:sp>
        <p:nvSpPr>
          <p:cNvPr id="15" name="action-icon-shell-0-2">
            <a:extLst xmlns:a="http://schemas.openxmlformats.org/drawingml/2006/main">
              <a:ext uri="{FF2B5EF4-FFF2-40B4-BE49-F238E27FC236}">
                <a16:creationId xmlns:a16="http://schemas.microsoft.com/office/drawing/2014/main" id="{91298BC2-3AE9-48AE-81B0-B223D3525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2645569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8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5beccde2e1645e0">
            <a:extLst>
              <a:ext uri="{96DAC541-7B7A-43D3-8B79-37D633B846F1}">
                <asvg:svgBlip xmlns:asvg="http://schemas.microsoft.com/office/drawing/2016/SVG/main" r:embed="R23dec1022c654f67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2721769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17" name="action-title-0-2">
            <a:extLst xmlns:a="http://schemas.openxmlformats.org/drawingml/2006/main">
              <a:ext uri="{FF2B5EF4-FFF2-40B4-BE49-F238E27FC236}">
                <a16:creationId xmlns:a16="http://schemas.microsoft.com/office/drawing/2014/main" id="{4AFB20A4-6260-4B04-90AE-006F05A7F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584552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内容优化</a:t>
            </a:r>
          </a:p>
        </p:txBody>
      </p:sp>
      <p:sp>
        <p:nvSpPr>
          <p:cNvPr id="18" name="action-body-0-2">
            <a:extLst xmlns:a="http://schemas.openxmlformats.org/drawingml/2006/main">
              <a:ext uri="{FF2B5EF4-FFF2-40B4-BE49-F238E27FC236}">
                <a16:creationId xmlns:a16="http://schemas.microsoft.com/office/drawing/2014/main" id="{D1D477B7-1A4D-47D6-839F-1576B57E7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813152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提高触达质量</a:t>
            </a:r>
          </a:p>
        </p:txBody>
      </p:sp>
      <p:sp>
        <p:nvSpPr>
          <p:cNvPr id="19" name="action-icon-shell-0-3">
            <a:extLst xmlns:a="http://schemas.openxmlformats.org/drawingml/2006/main">
              <a:ext uri="{FF2B5EF4-FFF2-40B4-BE49-F238E27FC236}">
                <a16:creationId xmlns:a16="http://schemas.microsoft.com/office/drawing/2014/main" id="{989AA526-290C-4307-BDCF-83E899ABE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2645569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9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1485d389ded4ae0">
            <a:extLst>
              <a:ext uri="{96DAC541-7B7A-43D3-8B79-37D633B846F1}">
                <asvg:svgBlip xmlns:asvg="http://schemas.microsoft.com/office/drawing/2016/SVG/main" r:embed="Re98b8a2f801849cf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2721769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21" name="action-title-0-3">
            <a:extLst xmlns:a="http://schemas.openxmlformats.org/drawingml/2006/main">
              <a:ext uri="{FF2B5EF4-FFF2-40B4-BE49-F238E27FC236}">
                <a16:creationId xmlns:a16="http://schemas.microsoft.com/office/drawing/2014/main" id="{F4A35ACB-A794-49E6-BA99-E87428CFF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584552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行为追踪</a:t>
            </a:r>
          </a:p>
        </p:txBody>
      </p:sp>
      <p:sp>
        <p:nvSpPr>
          <p:cNvPr id="22" name="action-body-0-3">
            <a:extLst xmlns:a="http://schemas.openxmlformats.org/drawingml/2006/main">
              <a:ext uri="{FF2B5EF4-FFF2-40B4-BE49-F238E27FC236}">
                <a16:creationId xmlns:a16="http://schemas.microsoft.com/office/drawing/2014/main" id="{99715657-4BAB-439D-A72C-242E56B84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813152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记录关键反馈</a:t>
            </a:r>
          </a:p>
        </p:txBody>
      </p:sp>
      <p:sp>
        <p:nvSpPr>
          <p:cNvPr id="23" name="phase-rail-1">
            <a:extLst xmlns:a="http://schemas.openxmlformats.org/drawingml/2006/main">
              <a:ext uri="{FF2B5EF4-FFF2-40B4-BE49-F238E27FC236}">
                <a16:creationId xmlns:a16="http://schemas.microsoft.com/office/drawing/2014/main" id="{5213538C-D534-43CF-A6F7-BB12ABAEB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3386138"/>
            <a:ext cx="514350" cy="906513"/>
          </a:xfrm>
          <a:custGeom xmlns:a="http://schemas.openxmlformats.org/drawingml/2006/main">
            <a:pathLst>
              <a:path w="514350" h="906513">
                <a:moveTo>
                  <a:pt x="0" y="0"/>
                </a:moveTo>
                <a:lnTo>
                  <a:pt x="17002" y="8420"/>
                </a:lnTo>
                <a:lnTo>
                  <a:pt x="33995" y="16831"/>
                </a:lnTo>
                <a:lnTo>
                  <a:pt x="50997" y="25251"/>
                </a:lnTo>
                <a:lnTo>
                  <a:pt x="67989" y="33671"/>
                </a:lnTo>
                <a:lnTo>
                  <a:pt x="84992" y="42091"/>
                </a:lnTo>
                <a:lnTo>
                  <a:pt x="101994" y="50502"/>
                </a:lnTo>
                <a:lnTo>
                  <a:pt x="118986" y="58922"/>
                </a:lnTo>
                <a:lnTo>
                  <a:pt x="135988" y="67342"/>
                </a:lnTo>
                <a:lnTo>
                  <a:pt x="152991" y="75752"/>
                </a:lnTo>
                <a:lnTo>
                  <a:pt x="169983" y="84172"/>
                </a:lnTo>
                <a:lnTo>
                  <a:pt x="186985" y="92593"/>
                </a:lnTo>
                <a:lnTo>
                  <a:pt x="203978" y="101013"/>
                </a:lnTo>
                <a:lnTo>
                  <a:pt x="220980" y="109423"/>
                </a:lnTo>
                <a:lnTo>
                  <a:pt x="237982" y="117843"/>
                </a:lnTo>
                <a:lnTo>
                  <a:pt x="254975" y="126263"/>
                </a:lnTo>
                <a:lnTo>
                  <a:pt x="271977" y="120025"/>
                </a:lnTo>
                <a:lnTo>
                  <a:pt x="288979" y="111604"/>
                </a:lnTo>
                <a:lnTo>
                  <a:pt x="305972" y="103184"/>
                </a:lnTo>
                <a:lnTo>
                  <a:pt x="322974" y="94764"/>
                </a:lnTo>
                <a:lnTo>
                  <a:pt x="339966" y="86354"/>
                </a:lnTo>
                <a:lnTo>
                  <a:pt x="356968" y="77934"/>
                </a:lnTo>
                <a:lnTo>
                  <a:pt x="373971" y="69513"/>
                </a:lnTo>
                <a:lnTo>
                  <a:pt x="390963" y="61093"/>
                </a:lnTo>
                <a:lnTo>
                  <a:pt x="407965" y="52683"/>
                </a:lnTo>
                <a:lnTo>
                  <a:pt x="424967" y="44263"/>
                </a:lnTo>
                <a:lnTo>
                  <a:pt x="441960" y="35843"/>
                </a:lnTo>
                <a:lnTo>
                  <a:pt x="458962" y="27432"/>
                </a:lnTo>
                <a:lnTo>
                  <a:pt x="475955" y="19012"/>
                </a:lnTo>
                <a:lnTo>
                  <a:pt x="492957" y="10592"/>
                </a:lnTo>
                <a:lnTo>
                  <a:pt x="509959" y="2172"/>
                </a:lnTo>
                <a:lnTo>
                  <a:pt x="514350" y="14068"/>
                </a:lnTo>
                <a:lnTo>
                  <a:pt x="514350" y="33033"/>
                </a:lnTo>
                <a:lnTo>
                  <a:pt x="514350" y="52007"/>
                </a:lnTo>
                <a:lnTo>
                  <a:pt x="514350" y="70971"/>
                </a:lnTo>
                <a:lnTo>
                  <a:pt x="514350" y="89935"/>
                </a:lnTo>
                <a:lnTo>
                  <a:pt x="514350" y="108909"/>
                </a:lnTo>
                <a:lnTo>
                  <a:pt x="514350" y="127873"/>
                </a:lnTo>
                <a:lnTo>
                  <a:pt x="514350" y="146847"/>
                </a:lnTo>
                <a:lnTo>
                  <a:pt x="514350" y="165811"/>
                </a:lnTo>
                <a:lnTo>
                  <a:pt x="514350" y="184785"/>
                </a:lnTo>
                <a:lnTo>
                  <a:pt x="514350" y="203749"/>
                </a:lnTo>
                <a:lnTo>
                  <a:pt x="514350" y="222714"/>
                </a:lnTo>
                <a:lnTo>
                  <a:pt x="514350" y="241687"/>
                </a:lnTo>
                <a:lnTo>
                  <a:pt x="514350" y="260652"/>
                </a:lnTo>
                <a:lnTo>
                  <a:pt x="514350" y="279625"/>
                </a:lnTo>
                <a:lnTo>
                  <a:pt x="514350" y="298590"/>
                </a:lnTo>
                <a:lnTo>
                  <a:pt x="514350" y="317564"/>
                </a:lnTo>
                <a:lnTo>
                  <a:pt x="514350" y="336528"/>
                </a:lnTo>
                <a:lnTo>
                  <a:pt x="514350" y="355502"/>
                </a:lnTo>
                <a:lnTo>
                  <a:pt x="514350" y="374466"/>
                </a:lnTo>
                <a:lnTo>
                  <a:pt x="514350" y="393430"/>
                </a:lnTo>
                <a:lnTo>
                  <a:pt x="514350" y="412404"/>
                </a:lnTo>
                <a:lnTo>
                  <a:pt x="514350" y="431368"/>
                </a:lnTo>
                <a:lnTo>
                  <a:pt x="514350" y="450342"/>
                </a:lnTo>
                <a:lnTo>
                  <a:pt x="514350" y="469306"/>
                </a:lnTo>
                <a:lnTo>
                  <a:pt x="514350" y="488280"/>
                </a:lnTo>
                <a:lnTo>
                  <a:pt x="514350" y="507244"/>
                </a:lnTo>
                <a:lnTo>
                  <a:pt x="514350" y="526218"/>
                </a:lnTo>
                <a:lnTo>
                  <a:pt x="514350" y="545182"/>
                </a:lnTo>
                <a:lnTo>
                  <a:pt x="514350" y="564147"/>
                </a:lnTo>
                <a:lnTo>
                  <a:pt x="514350" y="583121"/>
                </a:lnTo>
                <a:lnTo>
                  <a:pt x="514350" y="602085"/>
                </a:lnTo>
                <a:lnTo>
                  <a:pt x="514350" y="621059"/>
                </a:lnTo>
                <a:lnTo>
                  <a:pt x="514350" y="640023"/>
                </a:lnTo>
                <a:lnTo>
                  <a:pt x="514350" y="658997"/>
                </a:lnTo>
                <a:lnTo>
                  <a:pt x="514350" y="677961"/>
                </a:lnTo>
                <a:lnTo>
                  <a:pt x="514350" y="696935"/>
                </a:lnTo>
                <a:lnTo>
                  <a:pt x="514350" y="715899"/>
                </a:lnTo>
                <a:lnTo>
                  <a:pt x="514350" y="734863"/>
                </a:lnTo>
                <a:lnTo>
                  <a:pt x="514350" y="753837"/>
                </a:lnTo>
                <a:lnTo>
                  <a:pt x="514350" y="772801"/>
                </a:lnTo>
                <a:lnTo>
                  <a:pt x="505854" y="786498"/>
                </a:lnTo>
                <a:lnTo>
                  <a:pt x="488852" y="794918"/>
                </a:lnTo>
                <a:lnTo>
                  <a:pt x="471849" y="803329"/>
                </a:lnTo>
                <a:lnTo>
                  <a:pt x="454857" y="811749"/>
                </a:lnTo>
                <a:lnTo>
                  <a:pt x="437855" y="820169"/>
                </a:lnTo>
                <a:lnTo>
                  <a:pt x="420862" y="828580"/>
                </a:lnTo>
                <a:lnTo>
                  <a:pt x="403860" y="837000"/>
                </a:lnTo>
                <a:lnTo>
                  <a:pt x="386858" y="845420"/>
                </a:lnTo>
                <a:lnTo>
                  <a:pt x="369865" y="853840"/>
                </a:lnTo>
                <a:lnTo>
                  <a:pt x="352863" y="862251"/>
                </a:lnTo>
                <a:lnTo>
                  <a:pt x="335861" y="870671"/>
                </a:lnTo>
                <a:lnTo>
                  <a:pt x="318868" y="879091"/>
                </a:lnTo>
                <a:lnTo>
                  <a:pt x="301866" y="887501"/>
                </a:lnTo>
                <a:lnTo>
                  <a:pt x="284874" y="895922"/>
                </a:lnTo>
                <a:lnTo>
                  <a:pt x="267872" y="904342"/>
                </a:lnTo>
                <a:lnTo>
                  <a:pt x="250869" y="906513"/>
                </a:lnTo>
                <a:lnTo>
                  <a:pt x="233877" y="898103"/>
                </a:lnTo>
                <a:lnTo>
                  <a:pt x="216875" y="889683"/>
                </a:lnTo>
                <a:lnTo>
                  <a:pt x="199873" y="881263"/>
                </a:lnTo>
                <a:lnTo>
                  <a:pt x="182880" y="872842"/>
                </a:lnTo>
                <a:lnTo>
                  <a:pt x="165878" y="864432"/>
                </a:lnTo>
                <a:lnTo>
                  <a:pt x="148885" y="856012"/>
                </a:lnTo>
                <a:lnTo>
                  <a:pt x="131883" y="847592"/>
                </a:lnTo>
                <a:lnTo>
                  <a:pt x="114881" y="839181"/>
                </a:lnTo>
                <a:lnTo>
                  <a:pt x="97888" y="830761"/>
                </a:lnTo>
                <a:lnTo>
                  <a:pt x="80886" y="822341"/>
                </a:lnTo>
                <a:lnTo>
                  <a:pt x="63884" y="813921"/>
                </a:lnTo>
                <a:lnTo>
                  <a:pt x="46892" y="805510"/>
                </a:lnTo>
                <a:lnTo>
                  <a:pt x="29889" y="797090"/>
                </a:lnTo>
                <a:lnTo>
                  <a:pt x="12897" y="788670"/>
                </a:lnTo>
                <a:lnTo>
                  <a:pt x="0" y="777707"/>
                </a:lnTo>
                <a:lnTo>
                  <a:pt x="0" y="758742"/>
                </a:lnTo>
                <a:lnTo>
                  <a:pt x="0" y="739769"/>
                </a:lnTo>
                <a:lnTo>
                  <a:pt x="0" y="720804"/>
                </a:lnTo>
                <a:lnTo>
                  <a:pt x="0" y="701831"/>
                </a:lnTo>
                <a:lnTo>
                  <a:pt x="0" y="682866"/>
                </a:lnTo>
                <a:lnTo>
                  <a:pt x="0" y="663893"/>
                </a:lnTo>
                <a:lnTo>
                  <a:pt x="0" y="644928"/>
                </a:lnTo>
                <a:lnTo>
                  <a:pt x="0" y="625964"/>
                </a:lnTo>
                <a:lnTo>
                  <a:pt x="0" y="606990"/>
                </a:lnTo>
                <a:lnTo>
                  <a:pt x="0" y="588026"/>
                </a:lnTo>
                <a:lnTo>
                  <a:pt x="0" y="569052"/>
                </a:lnTo>
                <a:lnTo>
                  <a:pt x="0" y="550088"/>
                </a:lnTo>
                <a:lnTo>
                  <a:pt x="0" y="531114"/>
                </a:lnTo>
                <a:lnTo>
                  <a:pt x="0" y="512150"/>
                </a:lnTo>
                <a:lnTo>
                  <a:pt x="0" y="493176"/>
                </a:lnTo>
                <a:lnTo>
                  <a:pt x="0" y="474212"/>
                </a:lnTo>
                <a:lnTo>
                  <a:pt x="0" y="455247"/>
                </a:lnTo>
                <a:lnTo>
                  <a:pt x="0" y="436274"/>
                </a:lnTo>
                <a:lnTo>
                  <a:pt x="0" y="417309"/>
                </a:lnTo>
                <a:lnTo>
                  <a:pt x="0" y="398336"/>
                </a:lnTo>
                <a:lnTo>
                  <a:pt x="0" y="379371"/>
                </a:lnTo>
                <a:lnTo>
                  <a:pt x="0" y="360397"/>
                </a:lnTo>
                <a:lnTo>
                  <a:pt x="0" y="341433"/>
                </a:lnTo>
                <a:lnTo>
                  <a:pt x="0" y="322459"/>
                </a:lnTo>
                <a:lnTo>
                  <a:pt x="0" y="303495"/>
                </a:lnTo>
                <a:lnTo>
                  <a:pt x="0" y="284531"/>
                </a:lnTo>
                <a:lnTo>
                  <a:pt x="0" y="265557"/>
                </a:lnTo>
                <a:lnTo>
                  <a:pt x="0" y="246593"/>
                </a:lnTo>
                <a:lnTo>
                  <a:pt x="0" y="227619"/>
                </a:lnTo>
                <a:lnTo>
                  <a:pt x="0" y="208655"/>
                </a:lnTo>
                <a:lnTo>
                  <a:pt x="0" y="189681"/>
                </a:lnTo>
                <a:lnTo>
                  <a:pt x="0" y="170717"/>
                </a:lnTo>
                <a:lnTo>
                  <a:pt x="0" y="151752"/>
                </a:lnTo>
                <a:lnTo>
                  <a:pt x="0" y="132779"/>
                </a:lnTo>
                <a:lnTo>
                  <a:pt x="0" y="113814"/>
                </a:lnTo>
                <a:lnTo>
                  <a:pt x="0" y="94840"/>
                </a:lnTo>
                <a:lnTo>
                  <a:pt x="0" y="75876"/>
                </a:lnTo>
                <a:lnTo>
                  <a:pt x="0" y="56902"/>
                </a:lnTo>
                <a:lnTo>
                  <a:pt x="0" y="37938"/>
                </a:lnTo>
                <a:lnTo>
                  <a:pt x="0" y="18964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24" name="phase-title-1">
            <a:extLst xmlns:a="http://schemas.openxmlformats.org/drawingml/2006/main">
              <a:ext uri="{FF2B5EF4-FFF2-40B4-BE49-F238E27FC236}">
                <a16:creationId xmlns:a16="http://schemas.microsoft.com/office/drawing/2014/main" id="{059B3AE6-260D-4E53-9F4C-2DAB53CB7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3404892"/>
            <a:ext cx="1428750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意向培育</a:t>
            </a:r>
          </a:p>
        </p:txBody>
      </p:sp>
      <p:sp>
        <p:nvSpPr>
          <p:cNvPr id="25" name="phase-body-1">
            <a:extLst xmlns:a="http://schemas.openxmlformats.org/drawingml/2006/main">
              <a:ext uri="{FF2B5EF4-FFF2-40B4-BE49-F238E27FC236}">
                <a16:creationId xmlns:a16="http://schemas.microsoft.com/office/drawing/2014/main" id="{3562AEE8-E319-407F-97BE-FDA909CDD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3759098"/>
            <a:ext cx="1428750" cy="51792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6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让有效关注形成</a:t>
            </a:r>
          </a:p>
          <a:p xmlns:a="http://schemas.openxmlformats.org/drawingml/2006/main">
            <a:pPr algn="l">
              <a:lnSpc>
                <a:spcPct val="136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意向</a:t>
            </a:r>
          </a:p>
        </p:txBody>
      </p:sp>
      <p:sp>
        <p:nvSpPr>
          <p:cNvPr id="26" name="action-icon-shell-1-0">
            <a:extLst xmlns:a="http://schemas.openxmlformats.org/drawingml/2006/main">
              <a:ext uri="{FF2B5EF4-FFF2-40B4-BE49-F238E27FC236}">
                <a16:creationId xmlns:a16="http://schemas.microsoft.com/office/drawing/2014/main" id="{341E5B77-66B7-403C-9AD5-1D80EB66A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3669506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9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49007ba24cc4e81">
            <a:extLst>
              <a:ext uri="{96DAC541-7B7A-43D3-8B79-37D633B846F1}">
                <asvg:svgBlip xmlns:asvg="http://schemas.microsoft.com/office/drawing/2016/SVG/main" r:embed="R436215d9ecb44af9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3745706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28" name="action-title-1-0">
            <a:extLst xmlns:a="http://schemas.openxmlformats.org/drawingml/2006/main">
              <a:ext uri="{FF2B5EF4-FFF2-40B4-BE49-F238E27FC236}">
                <a16:creationId xmlns:a16="http://schemas.microsoft.com/office/drawing/2014/main" id="{52BEEF50-9451-4970-9531-73515A531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3608489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规则触发</a:t>
            </a:r>
          </a:p>
        </p:txBody>
      </p:sp>
      <p:sp>
        <p:nvSpPr>
          <p:cNvPr id="29" name="action-body-1-0">
            <a:extLst xmlns:a="http://schemas.openxmlformats.org/drawingml/2006/main">
              <a:ext uri="{FF2B5EF4-FFF2-40B4-BE49-F238E27FC236}">
                <a16:creationId xmlns:a16="http://schemas.microsoft.com/office/drawing/2014/main" id="{8CC19FA9-9AF5-44AF-A6A4-3EA8E82C8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3837089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自动下发任务</a:t>
            </a:r>
          </a:p>
        </p:txBody>
      </p:sp>
      <p:sp>
        <p:nvSpPr>
          <p:cNvPr id="30" name="action-icon-shell-1-1">
            <a:extLst xmlns:a="http://schemas.openxmlformats.org/drawingml/2006/main">
              <a:ext uri="{FF2B5EF4-FFF2-40B4-BE49-F238E27FC236}">
                <a16:creationId xmlns:a16="http://schemas.microsoft.com/office/drawing/2014/main" id="{EC8C3868-68F1-4E27-9C2C-7F0D251CF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3669506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10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0863cd06b6a4830">
            <a:extLst>
              <a:ext uri="{96DAC541-7B7A-43D3-8B79-37D633B846F1}">
                <asvg:svgBlip xmlns:asvg="http://schemas.microsoft.com/office/drawing/2016/SVG/main" r:embed="Rb0b95ac12370483f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3745706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32" name="action-title-1-1">
            <a:extLst xmlns:a="http://schemas.openxmlformats.org/drawingml/2006/main">
              <a:ext uri="{FF2B5EF4-FFF2-40B4-BE49-F238E27FC236}">
                <a16:creationId xmlns:a16="http://schemas.microsoft.com/office/drawing/2014/main" id="{054EB207-B253-4749-8803-1719E2876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3608489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热度评估</a:t>
            </a:r>
          </a:p>
        </p:txBody>
      </p:sp>
      <p:sp>
        <p:nvSpPr>
          <p:cNvPr id="33" name="action-body-1-1">
            <a:extLst xmlns:a="http://schemas.openxmlformats.org/drawingml/2006/main">
              <a:ext uri="{FF2B5EF4-FFF2-40B4-BE49-F238E27FC236}">
                <a16:creationId xmlns:a16="http://schemas.microsoft.com/office/drawing/2014/main" id="{CCAD2F53-6149-46CB-BBAA-829FE38B3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3837089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识别优先对象</a:t>
            </a:r>
          </a:p>
        </p:txBody>
      </p:sp>
      <p:sp>
        <p:nvSpPr>
          <p:cNvPr id="34" name="phase-rail-2">
            <a:extLst xmlns:a="http://schemas.openxmlformats.org/drawingml/2006/main">
              <a:ext uri="{FF2B5EF4-FFF2-40B4-BE49-F238E27FC236}">
                <a16:creationId xmlns:a16="http://schemas.microsoft.com/office/drawing/2014/main" id="{94DAB264-14BF-42B9-AE8D-B96D73648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4295775"/>
            <a:ext cx="514350" cy="1914134"/>
          </a:xfrm>
          <a:custGeom xmlns:a="http://schemas.openxmlformats.org/drawingml/2006/main">
            <a:pathLst>
              <a:path w="514350" h="1914134">
                <a:moveTo>
                  <a:pt x="0" y="0"/>
                </a:moveTo>
                <a:lnTo>
                  <a:pt x="17193" y="9554"/>
                </a:lnTo>
                <a:lnTo>
                  <a:pt x="34385" y="19098"/>
                </a:lnTo>
                <a:lnTo>
                  <a:pt x="51578" y="28651"/>
                </a:lnTo>
                <a:lnTo>
                  <a:pt x="68771" y="38205"/>
                </a:lnTo>
                <a:lnTo>
                  <a:pt x="85963" y="47758"/>
                </a:lnTo>
                <a:lnTo>
                  <a:pt x="103156" y="57302"/>
                </a:lnTo>
                <a:lnTo>
                  <a:pt x="120348" y="66856"/>
                </a:lnTo>
                <a:lnTo>
                  <a:pt x="137541" y="76410"/>
                </a:lnTo>
                <a:lnTo>
                  <a:pt x="154724" y="85963"/>
                </a:lnTo>
                <a:lnTo>
                  <a:pt x="171917" y="95507"/>
                </a:lnTo>
                <a:lnTo>
                  <a:pt x="189109" y="105061"/>
                </a:lnTo>
                <a:lnTo>
                  <a:pt x="206302" y="114614"/>
                </a:lnTo>
                <a:lnTo>
                  <a:pt x="223495" y="124168"/>
                </a:lnTo>
                <a:lnTo>
                  <a:pt x="240687" y="133712"/>
                </a:lnTo>
                <a:lnTo>
                  <a:pt x="257880" y="142484"/>
                </a:lnTo>
                <a:lnTo>
                  <a:pt x="275072" y="132931"/>
                </a:lnTo>
                <a:lnTo>
                  <a:pt x="292265" y="123377"/>
                </a:lnTo>
                <a:lnTo>
                  <a:pt x="309458" y="113833"/>
                </a:lnTo>
                <a:lnTo>
                  <a:pt x="326650" y="104280"/>
                </a:lnTo>
                <a:lnTo>
                  <a:pt x="343843" y="94726"/>
                </a:lnTo>
                <a:lnTo>
                  <a:pt x="361036" y="85173"/>
                </a:lnTo>
                <a:lnTo>
                  <a:pt x="378228" y="75629"/>
                </a:lnTo>
                <a:lnTo>
                  <a:pt x="395421" y="66075"/>
                </a:lnTo>
                <a:lnTo>
                  <a:pt x="412613" y="56521"/>
                </a:lnTo>
                <a:lnTo>
                  <a:pt x="429806" y="46968"/>
                </a:lnTo>
                <a:lnTo>
                  <a:pt x="446999" y="37424"/>
                </a:lnTo>
                <a:lnTo>
                  <a:pt x="464182" y="27870"/>
                </a:lnTo>
                <a:lnTo>
                  <a:pt x="481374" y="18317"/>
                </a:lnTo>
                <a:lnTo>
                  <a:pt x="498567" y="8763"/>
                </a:lnTo>
                <a:lnTo>
                  <a:pt x="514350" y="1619"/>
                </a:lnTo>
                <a:lnTo>
                  <a:pt x="514350" y="21279"/>
                </a:lnTo>
                <a:lnTo>
                  <a:pt x="514350" y="40948"/>
                </a:lnTo>
                <a:lnTo>
                  <a:pt x="514350" y="60617"/>
                </a:lnTo>
                <a:lnTo>
                  <a:pt x="514350" y="80286"/>
                </a:lnTo>
                <a:lnTo>
                  <a:pt x="514350" y="99955"/>
                </a:lnTo>
                <a:lnTo>
                  <a:pt x="514350" y="119615"/>
                </a:lnTo>
                <a:lnTo>
                  <a:pt x="514350" y="139284"/>
                </a:lnTo>
                <a:lnTo>
                  <a:pt x="514350" y="158953"/>
                </a:lnTo>
                <a:lnTo>
                  <a:pt x="514350" y="178622"/>
                </a:lnTo>
                <a:lnTo>
                  <a:pt x="514350" y="198282"/>
                </a:lnTo>
                <a:lnTo>
                  <a:pt x="514350" y="217951"/>
                </a:lnTo>
                <a:lnTo>
                  <a:pt x="514350" y="237620"/>
                </a:lnTo>
                <a:lnTo>
                  <a:pt x="514350" y="257289"/>
                </a:lnTo>
                <a:lnTo>
                  <a:pt x="514350" y="276958"/>
                </a:lnTo>
                <a:lnTo>
                  <a:pt x="514350" y="296618"/>
                </a:lnTo>
                <a:lnTo>
                  <a:pt x="514350" y="316287"/>
                </a:lnTo>
                <a:lnTo>
                  <a:pt x="514350" y="335956"/>
                </a:lnTo>
                <a:lnTo>
                  <a:pt x="514350" y="355625"/>
                </a:lnTo>
                <a:lnTo>
                  <a:pt x="514350" y="375295"/>
                </a:lnTo>
                <a:lnTo>
                  <a:pt x="514350" y="394954"/>
                </a:lnTo>
                <a:lnTo>
                  <a:pt x="514350" y="414623"/>
                </a:lnTo>
                <a:lnTo>
                  <a:pt x="514350" y="434292"/>
                </a:lnTo>
                <a:lnTo>
                  <a:pt x="514350" y="453961"/>
                </a:lnTo>
                <a:lnTo>
                  <a:pt x="514350" y="473621"/>
                </a:lnTo>
                <a:lnTo>
                  <a:pt x="514350" y="493290"/>
                </a:lnTo>
                <a:lnTo>
                  <a:pt x="514350" y="512959"/>
                </a:lnTo>
                <a:lnTo>
                  <a:pt x="514350" y="532628"/>
                </a:lnTo>
                <a:lnTo>
                  <a:pt x="514350" y="552298"/>
                </a:lnTo>
                <a:lnTo>
                  <a:pt x="514350" y="571957"/>
                </a:lnTo>
                <a:lnTo>
                  <a:pt x="514350" y="591626"/>
                </a:lnTo>
                <a:lnTo>
                  <a:pt x="514350" y="611295"/>
                </a:lnTo>
                <a:lnTo>
                  <a:pt x="514350" y="630965"/>
                </a:lnTo>
                <a:lnTo>
                  <a:pt x="514350" y="650624"/>
                </a:lnTo>
                <a:lnTo>
                  <a:pt x="514350" y="670293"/>
                </a:lnTo>
                <a:lnTo>
                  <a:pt x="514350" y="689962"/>
                </a:lnTo>
                <a:lnTo>
                  <a:pt x="514350" y="709632"/>
                </a:lnTo>
                <a:lnTo>
                  <a:pt x="514350" y="729301"/>
                </a:lnTo>
                <a:lnTo>
                  <a:pt x="514350" y="748960"/>
                </a:lnTo>
                <a:lnTo>
                  <a:pt x="514350" y="768629"/>
                </a:lnTo>
                <a:lnTo>
                  <a:pt x="514350" y="788299"/>
                </a:lnTo>
                <a:lnTo>
                  <a:pt x="514350" y="807968"/>
                </a:lnTo>
                <a:lnTo>
                  <a:pt x="514350" y="827637"/>
                </a:lnTo>
                <a:lnTo>
                  <a:pt x="514350" y="847296"/>
                </a:lnTo>
                <a:lnTo>
                  <a:pt x="514350" y="866966"/>
                </a:lnTo>
                <a:lnTo>
                  <a:pt x="514350" y="886635"/>
                </a:lnTo>
                <a:lnTo>
                  <a:pt x="514350" y="906304"/>
                </a:lnTo>
                <a:lnTo>
                  <a:pt x="514350" y="925963"/>
                </a:lnTo>
                <a:lnTo>
                  <a:pt x="514350" y="945632"/>
                </a:lnTo>
                <a:lnTo>
                  <a:pt x="514350" y="965302"/>
                </a:lnTo>
                <a:lnTo>
                  <a:pt x="514350" y="984971"/>
                </a:lnTo>
                <a:lnTo>
                  <a:pt x="514350" y="1004640"/>
                </a:lnTo>
                <a:lnTo>
                  <a:pt x="514350" y="1024299"/>
                </a:lnTo>
                <a:lnTo>
                  <a:pt x="514350" y="1043969"/>
                </a:lnTo>
                <a:lnTo>
                  <a:pt x="514350" y="1063638"/>
                </a:lnTo>
                <a:lnTo>
                  <a:pt x="514350" y="1083307"/>
                </a:lnTo>
                <a:lnTo>
                  <a:pt x="514350" y="1102966"/>
                </a:lnTo>
                <a:lnTo>
                  <a:pt x="514350" y="1122636"/>
                </a:lnTo>
                <a:lnTo>
                  <a:pt x="514350" y="1142305"/>
                </a:lnTo>
                <a:lnTo>
                  <a:pt x="514350" y="1161974"/>
                </a:lnTo>
                <a:lnTo>
                  <a:pt x="514350" y="1181643"/>
                </a:lnTo>
                <a:lnTo>
                  <a:pt x="514350" y="1201303"/>
                </a:lnTo>
                <a:lnTo>
                  <a:pt x="514350" y="1220972"/>
                </a:lnTo>
                <a:lnTo>
                  <a:pt x="514350" y="1240641"/>
                </a:lnTo>
                <a:lnTo>
                  <a:pt x="514350" y="1260310"/>
                </a:lnTo>
                <a:lnTo>
                  <a:pt x="514350" y="1279970"/>
                </a:lnTo>
                <a:lnTo>
                  <a:pt x="514350" y="1299639"/>
                </a:lnTo>
                <a:lnTo>
                  <a:pt x="514350" y="1319308"/>
                </a:lnTo>
                <a:lnTo>
                  <a:pt x="514350" y="1338977"/>
                </a:lnTo>
                <a:lnTo>
                  <a:pt x="514350" y="1358646"/>
                </a:lnTo>
                <a:lnTo>
                  <a:pt x="514350" y="1378306"/>
                </a:lnTo>
                <a:lnTo>
                  <a:pt x="514350" y="1397975"/>
                </a:lnTo>
                <a:lnTo>
                  <a:pt x="514350" y="1417644"/>
                </a:lnTo>
                <a:lnTo>
                  <a:pt x="514350" y="1437313"/>
                </a:lnTo>
                <a:lnTo>
                  <a:pt x="514350" y="1456982"/>
                </a:lnTo>
                <a:lnTo>
                  <a:pt x="514350" y="1476642"/>
                </a:lnTo>
                <a:lnTo>
                  <a:pt x="514350" y="1496311"/>
                </a:lnTo>
                <a:lnTo>
                  <a:pt x="514350" y="1515980"/>
                </a:lnTo>
                <a:lnTo>
                  <a:pt x="514350" y="1535649"/>
                </a:lnTo>
                <a:lnTo>
                  <a:pt x="514350" y="1555309"/>
                </a:lnTo>
                <a:lnTo>
                  <a:pt x="514350" y="1574978"/>
                </a:lnTo>
                <a:lnTo>
                  <a:pt x="514350" y="1594647"/>
                </a:lnTo>
                <a:lnTo>
                  <a:pt x="514350" y="1614316"/>
                </a:lnTo>
                <a:lnTo>
                  <a:pt x="514350" y="1633985"/>
                </a:lnTo>
                <a:lnTo>
                  <a:pt x="514350" y="1653645"/>
                </a:lnTo>
                <a:lnTo>
                  <a:pt x="514350" y="1673314"/>
                </a:lnTo>
                <a:lnTo>
                  <a:pt x="514350" y="1692983"/>
                </a:lnTo>
                <a:lnTo>
                  <a:pt x="514350" y="1712652"/>
                </a:lnTo>
                <a:lnTo>
                  <a:pt x="514350" y="1732312"/>
                </a:lnTo>
                <a:lnTo>
                  <a:pt x="514350" y="1751981"/>
                </a:lnTo>
                <a:lnTo>
                  <a:pt x="514350" y="1771650"/>
                </a:lnTo>
                <a:lnTo>
                  <a:pt x="497157" y="1781204"/>
                </a:lnTo>
                <a:lnTo>
                  <a:pt x="479965" y="1790748"/>
                </a:lnTo>
                <a:lnTo>
                  <a:pt x="462772" y="1800301"/>
                </a:lnTo>
                <a:lnTo>
                  <a:pt x="445580" y="1809855"/>
                </a:lnTo>
                <a:lnTo>
                  <a:pt x="428387" y="1819408"/>
                </a:lnTo>
                <a:lnTo>
                  <a:pt x="411194" y="1828952"/>
                </a:lnTo>
                <a:lnTo>
                  <a:pt x="394002" y="1838506"/>
                </a:lnTo>
                <a:lnTo>
                  <a:pt x="376809" y="1848060"/>
                </a:lnTo>
                <a:lnTo>
                  <a:pt x="359626" y="1857613"/>
                </a:lnTo>
                <a:lnTo>
                  <a:pt x="342433" y="1867157"/>
                </a:lnTo>
                <a:lnTo>
                  <a:pt x="325241" y="1876711"/>
                </a:lnTo>
                <a:lnTo>
                  <a:pt x="308048" y="1886264"/>
                </a:lnTo>
                <a:lnTo>
                  <a:pt x="290855" y="1895818"/>
                </a:lnTo>
                <a:lnTo>
                  <a:pt x="273663" y="1905362"/>
                </a:lnTo>
                <a:lnTo>
                  <a:pt x="256470" y="1914134"/>
                </a:lnTo>
                <a:lnTo>
                  <a:pt x="239278" y="1904581"/>
                </a:lnTo>
                <a:lnTo>
                  <a:pt x="222085" y="1895027"/>
                </a:lnTo>
                <a:lnTo>
                  <a:pt x="204892" y="1885483"/>
                </a:lnTo>
                <a:lnTo>
                  <a:pt x="187700" y="1875930"/>
                </a:lnTo>
                <a:lnTo>
                  <a:pt x="170507" y="1866376"/>
                </a:lnTo>
                <a:lnTo>
                  <a:pt x="153314" y="1856823"/>
                </a:lnTo>
                <a:lnTo>
                  <a:pt x="136122" y="1847279"/>
                </a:lnTo>
                <a:lnTo>
                  <a:pt x="118929" y="1837725"/>
                </a:lnTo>
                <a:lnTo>
                  <a:pt x="101737" y="1828171"/>
                </a:lnTo>
                <a:lnTo>
                  <a:pt x="84544" y="1818618"/>
                </a:lnTo>
                <a:lnTo>
                  <a:pt x="67351" y="1809074"/>
                </a:lnTo>
                <a:lnTo>
                  <a:pt x="50168" y="1799520"/>
                </a:lnTo>
                <a:lnTo>
                  <a:pt x="32976" y="1789967"/>
                </a:lnTo>
                <a:lnTo>
                  <a:pt x="15783" y="1780413"/>
                </a:lnTo>
                <a:lnTo>
                  <a:pt x="0" y="1770031"/>
                </a:lnTo>
                <a:lnTo>
                  <a:pt x="0" y="1750371"/>
                </a:lnTo>
                <a:lnTo>
                  <a:pt x="0" y="1730702"/>
                </a:lnTo>
                <a:lnTo>
                  <a:pt x="0" y="1711033"/>
                </a:lnTo>
                <a:lnTo>
                  <a:pt x="0" y="1691364"/>
                </a:lnTo>
                <a:lnTo>
                  <a:pt x="0" y="1671695"/>
                </a:lnTo>
                <a:lnTo>
                  <a:pt x="0" y="1652035"/>
                </a:lnTo>
                <a:lnTo>
                  <a:pt x="0" y="1632366"/>
                </a:lnTo>
                <a:lnTo>
                  <a:pt x="0" y="1612697"/>
                </a:lnTo>
                <a:lnTo>
                  <a:pt x="0" y="1593028"/>
                </a:lnTo>
                <a:lnTo>
                  <a:pt x="0" y="1573368"/>
                </a:lnTo>
                <a:lnTo>
                  <a:pt x="0" y="1553699"/>
                </a:lnTo>
                <a:lnTo>
                  <a:pt x="0" y="1534030"/>
                </a:lnTo>
                <a:lnTo>
                  <a:pt x="0" y="1514361"/>
                </a:lnTo>
                <a:lnTo>
                  <a:pt x="0" y="1494692"/>
                </a:lnTo>
                <a:lnTo>
                  <a:pt x="0" y="1475032"/>
                </a:lnTo>
                <a:lnTo>
                  <a:pt x="0" y="1455363"/>
                </a:lnTo>
                <a:lnTo>
                  <a:pt x="0" y="1435694"/>
                </a:lnTo>
                <a:lnTo>
                  <a:pt x="0" y="1416025"/>
                </a:lnTo>
                <a:lnTo>
                  <a:pt x="0" y="1396355"/>
                </a:lnTo>
                <a:lnTo>
                  <a:pt x="0" y="1376696"/>
                </a:lnTo>
                <a:lnTo>
                  <a:pt x="0" y="1357027"/>
                </a:lnTo>
                <a:lnTo>
                  <a:pt x="0" y="1337358"/>
                </a:lnTo>
                <a:lnTo>
                  <a:pt x="0" y="1317689"/>
                </a:lnTo>
                <a:lnTo>
                  <a:pt x="0" y="1298029"/>
                </a:lnTo>
                <a:lnTo>
                  <a:pt x="0" y="1278360"/>
                </a:lnTo>
                <a:lnTo>
                  <a:pt x="0" y="1258691"/>
                </a:lnTo>
                <a:lnTo>
                  <a:pt x="0" y="1239022"/>
                </a:lnTo>
                <a:lnTo>
                  <a:pt x="0" y="1219352"/>
                </a:lnTo>
                <a:lnTo>
                  <a:pt x="0" y="1199693"/>
                </a:lnTo>
                <a:lnTo>
                  <a:pt x="0" y="1180024"/>
                </a:lnTo>
                <a:lnTo>
                  <a:pt x="0" y="1160355"/>
                </a:lnTo>
                <a:lnTo>
                  <a:pt x="0" y="1140685"/>
                </a:lnTo>
                <a:lnTo>
                  <a:pt x="0" y="1121026"/>
                </a:lnTo>
                <a:lnTo>
                  <a:pt x="0" y="1101357"/>
                </a:lnTo>
                <a:lnTo>
                  <a:pt x="0" y="1081688"/>
                </a:lnTo>
                <a:lnTo>
                  <a:pt x="0" y="1062018"/>
                </a:lnTo>
                <a:lnTo>
                  <a:pt x="0" y="1042349"/>
                </a:lnTo>
                <a:lnTo>
                  <a:pt x="0" y="1022690"/>
                </a:lnTo>
                <a:lnTo>
                  <a:pt x="0" y="1003021"/>
                </a:lnTo>
                <a:lnTo>
                  <a:pt x="0" y="983351"/>
                </a:lnTo>
                <a:lnTo>
                  <a:pt x="0" y="963682"/>
                </a:lnTo>
                <a:lnTo>
                  <a:pt x="0" y="944023"/>
                </a:lnTo>
                <a:lnTo>
                  <a:pt x="0" y="924354"/>
                </a:lnTo>
                <a:lnTo>
                  <a:pt x="0" y="904685"/>
                </a:lnTo>
                <a:lnTo>
                  <a:pt x="0" y="885015"/>
                </a:lnTo>
                <a:lnTo>
                  <a:pt x="0" y="865346"/>
                </a:lnTo>
                <a:lnTo>
                  <a:pt x="0" y="845687"/>
                </a:lnTo>
                <a:lnTo>
                  <a:pt x="0" y="826018"/>
                </a:lnTo>
                <a:lnTo>
                  <a:pt x="0" y="806348"/>
                </a:lnTo>
                <a:lnTo>
                  <a:pt x="0" y="786679"/>
                </a:lnTo>
                <a:lnTo>
                  <a:pt x="0" y="767010"/>
                </a:lnTo>
                <a:lnTo>
                  <a:pt x="0" y="747351"/>
                </a:lnTo>
                <a:lnTo>
                  <a:pt x="0" y="727681"/>
                </a:lnTo>
                <a:lnTo>
                  <a:pt x="0" y="708012"/>
                </a:lnTo>
                <a:lnTo>
                  <a:pt x="0" y="688343"/>
                </a:lnTo>
                <a:lnTo>
                  <a:pt x="0" y="668684"/>
                </a:lnTo>
                <a:lnTo>
                  <a:pt x="0" y="649014"/>
                </a:lnTo>
                <a:lnTo>
                  <a:pt x="0" y="629345"/>
                </a:lnTo>
                <a:lnTo>
                  <a:pt x="0" y="609676"/>
                </a:lnTo>
                <a:lnTo>
                  <a:pt x="0" y="590007"/>
                </a:lnTo>
                <a:lnTo>
                  <a:pt x="0" y="570347"/>
                </a:lnTo>
                <a:lnTo>
                  <a:pt x="0" y="550678"/>
                </a:lnTo>
                <a:lnTo>
                  <a:pt x="0" y="531009"/>
                </a:lnTo>
                <a:lnTo>
                  <a:pt x="0" y="511340"/>
                </a:lnTo>
                <a:lnTo>
                  <a:pt x="0" y="491681"/>
                </a:lnTo>
                <a:lnTo>
                  <a:pt x="0" y="472011"/>
                </a:lnTo>
                <a:lnTo>
                  <a:pt x="0" y="452342"/>
                </a:lnTo>
                <a:lnTo>
                  <a:pt x="0" y="432673"/>
                </a:lnTo>
                <a:lnTo>
                  <a:pt x="0" y="413004"/>
                </a:lnTo>
                <a:lnTo>
                  <a:pt x="0" y="393344"/>
                </a:lnTo>
                <a:lnTo>
                  <a:pt x="0" y="373675"/>
                </a:lnTo>
                <a:lnTo>
                  <a:pt x="0" y="354006"/>
                </a:lnTo>
                <a:lnTo>
                  <a:pt x="0" y="334337"/>
                </a:lnTo>
                <a:lnTo>
                  <a:pt x="0" y="314668"/>
                </a:lnTo>
                <a:lnTo>
                  <a:pt x="0" y="295008"/>
                </a:lnTo>
                <a:lnTo>
                  <a:pt x="0" y="275339"/>
                </a:lnTo>
                <a:lnTo>
                  <a:pt x="0" y="255670"/>
                </a:lnTo>
                <a:lnTo>
                  <a:pt x="0" y="236001"/>
                </a:lnTo>
                <a:lnTo>
                  <a:pt x="0" y="216341"/>
                </a:lnTo>
                <a:lnTo>
                  <a:pt x="0" y="196672"/>
                </a:lnTo>
                <a:lnTo>
                  <a:pt x="0" y="177003"/>
                </a:lnTo>
                <a:lnTo>
                  <a:pt x="0" y="157334"/>
                </a:lnTo>
                <a:lnTo>
                  <a:pt x="0" y="137665"/>
                </a:lnTo>
                <a:lnTo>
                  <a:pt x="0" y="118005"/>
                </a:lnTo>
                <a:lnTo>
                  <a:pt x="0" y="98336"/>
                </a:lnTo>
                <a:lnTo>
                  <a:pt x="0" y="78667"/>
                </a:lnTo>
                <a:lnTo>
                  <a:pt x="0" y="58998"/>
                </a:lnTo>
                <a:lnTo>
                  <a:pt x="0" y="39338"/>
                </a:lnTo>
                <a:lnTo>
                  <a:pt x="0" y="19669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78A8D5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35" name="phase-title-2">
            <a:extLst xmlns:a="http://schemas.openxmlformats.org/drawingml/2006/main">
              <a:ext uri="{FF2B5EF4-FFF2-40B4-BE49-F238E27FC236}">
                <a16:creationId xmlns:a16="http://schemas.microsoft.com/office/drawing/2014/main" id="{89465F17-F989-42D7-AA38-F83E64F24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4782293"/>
            <a:ext cx="1428750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持续转化</a:t>
            </a:r>
          </a:p>
        </p:txBody>
      </p:sp>
      <p:sp>
        <p:nvSpPr>
          <p:cNvPr id="36" name="phase-body-2">
            <a:extLst xmlns:a="http://schemas.openxmlformats.org/drawingml/2006/main">
              <a:ext uri="{FF2B5EF4-FFF2-40B4-BE49-F238E27FC236}">
                <a16:creationId xmlns:a16="http://schemas.microsoft.com/office/drawing/2014/main" id="{83316C0B-3484-49DE-B337-739814E9F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5136509"/>
            <a:ext cx="1428750" cy="587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让行动沉淀为</a:t>
            </a:r>
          </a:p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长期价值</a:t>
            </a:r>
          </a:p>
        </p:txBody>
      </p:sp>
      <p:sp>
        <p:nvSpPr>
          <p:cNvPr id="37" name="action-icon-shell-2-0">
            <a:extLst xmlns:a="http://schemas.openxmlformats.org/drawingml/2006/main">
              <a:ext uri="{FF2B5EF4-FFF2-40B4-BE49-F238E27FC236}">
                <a16:creationId xmlns:a16="http://schemas.microsoft.com/office/drawing/2014/main" id="{543CB629-680D-4630-AA90-CC715B52B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5081588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10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acac236c6744604">
            <a:extLst>
              <a:ext uri="{96DAC541-7B7A-43D3-8B79-37D633B846F1}">
                <asvg:svgBlip xmlns:asvg="http://schemas.microsoft.com/office/drawing/2016/SVG/main" r:embed="R54f9eb4cd4594a1f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5157788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39" name="action-title-2-0">
            <a:extLst xmlns:a="http://schemas.openxmlformats.org/drawingml/2006/main">
              <a:ext uri="{FF2B5EF4-FFF2-40B4-BE49-F238E27FC236}">
                <a16:creationId xmlns:a16="http://schemas.microsoft.com/office/drawing/2014/main" id="{9C0E6121-2272-45CE-ACB2-7DE8518E4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5020570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数据打通</a:t>
            </a:r>
          </a:p>
        </p:txBody>
      </p:sp>
      <p:sp>
        <p:nvSpPr>
          <p:cNvPr id="40" name="action-body-2-0">
            <a:extLst xmlns:a="http://schemas.openxmlformats.org/drawingml/2006/main">
              <a:ext uri="{FF2B5EF4-FFF2-40B4-BE49-F238E27FC236}">
                <a16:creationId xmlns:a16="http://schemas.microsoft.com/office/drawing/2014/main" id="{C483AE5D-71F5-48DD-AB9D-60A78E787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5249170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统一分析对象</a:t>
            </a:r>
          </a:p>
        </p:txBody>
      </p:sp>
      <p:sp>
        <p:nvSpPr>
          <p:cNvPr id="41" name="action-icon-shell-2-1">
            <a:extLst xmlns:a="http://schemas.openxmlformats.org/drawingml/2006/main">
              <a:ext uri="{FF2B5EF4-FFF2-40B4-BE49-F238E27FC236}">
                <a16:creationId xmlns:a16="http://schemas.microsoft.com/office/drawing/2014/main" id="{EF32629B-008E-482E-AD3E-71833E81E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5081588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1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54d7bcdf9a54aef">
            <a:extLst>
              <a:ext uri="{96DAC541-7B7A-43D3-8B79-37D633B846F1}">
                <asvg:svgBlip xmlns:asvg="http://schemas.microsoft.com/office/drawing/2016/SVG/main" r:embed="Ra5c78cfcde774d8a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5157788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43" name="action-title-2-1">
            <a:extLst xmlns:a="http://schemas.openxmlformats.org/drawingml/2006/main">
              <a:ext uri="{FF2B5EF4-FFF2-40B4-BE49-F238E27FC236}">
                <a16:creationId xmlns:a16="http://schemas.microsoft.com/office/drawing/2014/main" id="{F2F78384-A886-4442-BC18-3B35A8032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5020570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自动分群</a:t>
            </a:r>
          </a:p>
        </p:txBody>
      </p:sp>
      <p:sp>
        <p:nvSpPr>
          <p:cNvPr id="44" name="action-body-2-1">
            <a:extLst xmlns:a="http://schemas.openxmlformats.org/drawingml/2006/main">
              <a:ext uri="{FF2B5EF4-FFF2-40B4-BE49-F238E27FC236}">
                <a16:creationId xmlns:a16="http://schemas.microsoft.com/office/drawing/2014/main" id="{F1416C36-EE50-40FA-8899-26887807E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5249170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指导持续运营</a:t>
            </a:r>
          </a:p>
        </p:txBody>
      </p:sp>
      <p:sp>
        <p:nvSpPr>
          <p:cNvPr id="45" name="funnel-step-body-0">
            <a:extLst xmlns:a="http://schemas.openxmlformats.org/drawingml/2006/main">
              <a:ext uri="{FF2B5EF4-FFF2-40B4-BE49-F238E27FC236}">
                <a16:creationId xmlns:a16="http://schemas.microsoft.com/office/drawing/2014/main" id="{CB4908D3-3FAB-43E1-8227-841BC5A9C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52750" y="2514600"/>
            <a:ext cx="3331178" cy="807244"/>
          </a:xfrm>
          <a:custGeom xmlns:a="http://schemas.openxmlformats.org/drawingml/2006/main">
            <a:pathLst>
              <a:path w="3331178" h="807244">
                <a:moveTo>
                  <a:pt x="0" y="0"/>
                </a:moveTo>
                <a:lnTo>
                  <a:pt x="15011" y="27756"/>
                </a:lnTo>
                <a:lnTo>
                  <a:pt x="30032" y="55502"/>
                </a:lnTo>
                <a:lnTo>
                  <a:pt x="45044" y="83258"/>
                </a:lnTo>
                <a:lnTo>
                  <a:pt x="60065" y="111014"/>
                </a:lnTo>
                <a:lnTo>
                  <a:pt x="75076" y="138760"/>
                </a:lnTo>
                <a:lnTo>
                  <a:pt x="90087" y="166516"/>
                </a:lnTo>
                <a:lnTo>
                  <a:pt x="105108" y="194262"/>
                </a:lnTo>
                <a:lnTo>
                  <a:pt x="120120" y="222018"/>
                </a:lnTo>
                <a:lnTo>
                  <a:pt x="135141" y="249774"/>
                </a:lnTo>
                <a:lnTo>
                  <a:pt x="150152" y="277520"/>
                </a:lnTo>
                <a:lnTo>
                  <a:pt x="165164" y="305276"/>
                </a:lnTo>
                <a:lnTo>
                  <a:pt x="180184" y="333032"/>
                </a:lnTo>
                <a:lnTo>
                  <a:pt x="195196" y="360778"/>
                </a:lnTo>
                <a:lnTo>
                  <a:pt x="210217" y="388534"/>
                </a:lnTo>
                <a:lnTo>
                  <a:pt x="225228" y="416281"/>
                </a:lnTo>
                <a:lnTo>
                  <a:pt x="240249" y="444036"/>
                </a:lnTo>
                <a:lnTo>
                  <a:pt x="255260" y="471792"/>
                </a:lnTo>
                <a:lnTo>
                  <a:pt x="270272" y="499539"/>
                </a:lnTo>
                <a:lnTo>
                  <a:pt x="285293" y="527294"/>
                </a:lnTo>
                <a:lnTo>
                  <a:pt x="300304" y="555050"/>
                </a:lnTo>
                <a:lnTo>
                  <a:pt x="315325" y="582797"/>
                </a:lnTo>
                <a:lnTo>
                  <a:pt x="330337" y="610553"/>
                </a:lnTo>
                <a:lnTo>
                  <a:pt x="345348" y="638299"/>
                </a:lnTo>
                <a:lnTo>
                  <a:pt x="360369" y="666055"/>
                </a:lnTo>
                <a:lnTo>
                  <a:pt x="375380" y="693811"/>
                </a:lnTo>
                <a:lnTo>
                  <a:pt x="390401" y="721557"/>
                </a:lnTo>
                <a:lnTo>
                  <a:pt x="411366" y="743064"/>
                </a:lnTo>
                <a:lnTo>
                  <a:pt x="441579" y="752046"/>
                </a:lnTo>
                <a:lnTo>
                  <a:pt x="472526" y="758200"/>
                </a:lnTo>
                <a:lnTo>
                  <a:pt x="503701" y="763057"/>
                </a:lnTo>
                <a:lnTo>
                  <a:pt x="534991" y="767115"/>
                </a:lnTo>
                <a:lnTo>
                  <a:pt x="566347" y="770639"/>
                </a:lnTo>
                <a:lnTo>
                  <a:pt x="597741" y="773754"/>
                </a:lnTo>
                <a:lnTo>
                  <a:pt x="629174" y="776554"/>
                </a:lnTo>
                <a:lnTo>
                  <a:pt x="660625" y="779078"/>
                </a:lnTo>
                <a:lnTo>
                  <a:pt x="692096" y="781393"/>
                </a:lnTo>
                <a:lnTo>
                  <a:pt x="723576" y="783517"/>
                </a:lnTo>
                <a:lnTo>
                  <a:pt x="755075" y="785479"/>
                </a:lnTo>
                <a:lnTo>
                  <a:pt x="786575" y="787298"/>
                </a:lnTo>
                <a:lnTo>
                  <a:pt x="818083" y="788984"/>
                </a:lnTo>
                <a:lnTo>
                  <a:pt x="849592" y="790556"/>
                </a:lnTo>
                <a:lnTo>
                  <a:pt x="881120" y="792023"/>
                </a:lnTo>
                <a:lnTo>
                  <a:pt x="912638" y="793394"/>
                </a:lnTo>
                <a:lnTo>
                  <a:pt x="944166" y="794671"/>
                </a:lnTo>
                <a:lnTo>
                  <a:pt x="975703" y="795861"/>
                </a:lnTo>
                <a:lnTo>
                  <a:pt x="1007231" y="796985"/>
                </a:lnTo>
                <a:lnTo>
                  <a:pt x="1038768" y="798033"/>
                </a:lnTo>
                <a:lnTo>
                  <a:pt x="1070305" y="798995"/>
                </a:lnTo>
                <a:lnTo>
                  <a:pt x="1101852" y="799900"/>
                </a:lnTo>
                <a:lnTo>
                  <a:pt x="1133389" y="800748"/>
                </a:lnTo>
                <a:lnTo>
                  <a:pt x="1164936" y="801538"/>
                </a:lnTo>
                <a:lnTo>
                  <a:pt x="1196483" y="802262"/>
                </a:lnTo>
                <a:lnTo>
                  <a:pt x="1228030" y="802938"/>
                </a:lnTo>
                <a:lnTo>
                  <a:pt x="1259576" y="803548"/>
                </a:lnTo>
                <a:lnTo>
                  <a:pt x="1291123" y="804110"/>
                </a:lnTo>
                <a:lnTo>
                  <a:pt x="1322680" y="804624"/>
                </a:lnTo>
                <a:lnTo>
                  <a:pt x="1354226" y="805091"/>
                </a:lnTo>
                <a:lnTo>
                  <a:pt x="1385773" y="805510"/>
                </a:lnTo>
                <a:lnTo>
                  <a:pt x="1417330" y="805882"/>
                </a:lnTo>
                <a:lnTo>
                  <a:pt x="1448886" y="806206"/>
                </a:lnTo>
                <a:lnTo>
                  <a:pt x="1480433" y="806482"/>
                </a:lnTo>
                <a:lnTo>
                  <a:pt x="1511989" y="806720"/>
                </a:lnTo>
                <a:lnTo>
                  <a:pt x="1543545" y="806910"/>
                </a:lnTo>
                <a:lnTo>
                  <a:pt x="1575092" y="807063"/>
                </a:lnTo>
                <a:lnTo>
                  <a:pt x="1606648" y="807168"/>
                </a:lnTo>
                <a:lnTo>
                  <a:pt x="1638205" y="807225"/>
                </a:lnTo>
                <a:lnTo>
                  <a:pt x="1669752" y="807244"/>
                </a:lnTo>
                <a:lnTo>
                  <a:pt x="1701308" y="807215"/>
                </a:lnTo>
                <a:lnTo>
                  <a:pt x="1732864" y="807149"/>
                </a:lnTo>
                <a:lnTo>
                  <a:pt x="1764421" y="807034"/>
                </a:lnTo>
                <a:lnTo>
                  <a:pt x="1795967" y="806882"/>
                </a:lnTo>
                <a:lnTo>
                  <a:pt x="1827524" y="806682"/>
                </a:lnTo>
                <a:lnTo>
                  <a:pt x="1859080" y="806434"/>
                </a:lnTo>
                <a:lnTo>
                  <a:pt x="1890627" y="806148"/>
                </a:lnTo>
                <a:lnTo>
                  <a:pt x="1922183" y="805815"/>
                </a:lnTo>
                <a:lnTo>
                  <a:pt x="1953730" y="805434"/>
                </a:lnTo>
                <a:lnTo>
                  <a:pt x="1985286" y="805015"/>
                </a:lnTo>
                <a:lnTo>
                  <a:pt x="2016833" y="804539"/>
                </a:lnTo>
                <a:lnTo>
                  <a:pt x="2048380" y="804015"/>
                </a:lnTo>
                <a:lnTo>
                  <a:pt x="2079936" y="803443"/>
                </a:lnTo>
                <a:lnTo>
                  <a:pt x="2111483" y="802815"/>
                </a:lnTo>
                <a:lnTo>
                  <a:pt x="2143030" y="802129"/>
                </a:lnTo>
                <a:lnTo>
                  <a:pt x="2174577" y="801395"/>
                </a:lnTo>
                <a:lnTo>
                  <a:pt x="2206114" y="800595"/>
                </a:lnTo>
                <a:lnTo>
                  <a:pt x="2237661" y="799748"/>
                </a:lnTo>
                <a:lnTo>
                  <a:pt x="2269198" y="798833"/>
                </a:lnTo>
                <a:lnTo>
                  <a:pt x="2300735" y="797843"/>
                </a:lnTo>
                <a:lnTo>
                  <a:pt x="2332272" y="796785"/>
                </a:lnTo>
                <a:lnTo>
                  <a:pt x="2363810" y="795652"/>
                </a:lnTo>
                <a:lnTo>
                  <a:pt x="2395337" y="794442"/>
                </a:lnTo>
                <a:lnTo>
                  <a:pt x="2426865" y="793156"/>
                </a:lnTo>
                <a:lnTo>
                  <a:pt x="2458393" y="791766"/>
                </a:lnTo>
                <a:lnTo>
                  <a:pt x="2489911" y="790280"/>
                </a:lnTo>
                <a:lnTo>
                  <a:pt x="2521420" y="788689"/>
                </a:lnTo>
                <a:lnTo>
                  <a:pt x="2552929" y="786975"/>
                </a:lnTo>
                <a:lnTo>
                  <a:pt x="2584428" y="785136"/>
                </a:lnTo>
                <a:lnTo>
                  <a:pt x="2615917" y="783136"/>
                </a:lnTo>
                <a:lnTo>
                  <a:pt x="2647398" y="780993"/>
                </a:lnTo>
                <a:lnTo>
                  <a:pt x="2678868" y="778640"/>
                </a:lnTo>
                <a:lnTo>
                  <a:pt x="2710320" y="776059"/>
                </a:lnTo>
                <a:lnTo>
                  <a:pt x="2741743" y="773211"/>
                </a:lnTo>
                <a:lnTo>
                  <a:pt x="2773137" y="770030"/>
                </a:lnTo>
                <a:lnTo>
                  <a:pt x="2804484" y="766420"/>
                </a:lnTo>
                <a:lnTo>
                  <a:pt x="2835754" y="762238"/>
                </a:lnTo>
                <a:lnTo>
                  <a:pt x="2866901" y="757199"/>
                </a:lnTo>
                <a:lnTo>
                  <a:pt x="2897772" y="750703"/>
                </a:lnTo>
                <a:lnTo>
                  <a:pt x="2927652" y="740721"/>
                </a:lnTo>
                <a:lnTo>
                  <a:pt x="2946092" y="716490"/>
                </a:lnTo>
                <a:lnTo>
                  <a:pt x="2961113" y="688743"/>
                </a:lnTo>
                <a:lnTo>
                  <a:pt x="2976124" y="660987"/>
                </a:lnTo>
                <a:lnTo>
                  <a:pt x="2991145" y="633232"/>
                </a:lnTo>
                <a:lnTo>
                  <a:pt x="3006157" y="605485"/>
                </a:lnTo>
                <a:lnTo>
                  <a:pt x="3021168" y="577729"/>
                </a:lnTo>
                <a:lnTo>
                  <a:pt x="3036189" y="549983"/>
                </a:lnTo>
                <a:lnTo>
                  <a:pt x="3051200" y="522227"/>
                </a:lnTo>
                <a:lnTo>
                  <a:pt x="3066221" y="494471"/>
                </a:lnTo>
                <a:lnTo>
                  <a:pt x="3081233" y="466725"/>
                </a:lnTo>
                <a:lnTo>
                  <a:pt x="3096244" y="438969"/>
                </a:lnTo>
                <a:lnTo>
                  <a:pt x="3111265" y="411213"/>
                </a:lnTo>
                <a:lnTo>
                  <a:pt x="3126276" y="383467"/>
                </a:lnTo>
                <a:lnTo>
                  <a:pt x="3141297" y="355711"/>
                </a:lnTo>
                <a:lnTo>
                  <a:pt x="3156309" y="327965"/>
                </a:lnTo>
                <a:lnTo>
                  <a:pt x="3171320" y="300209"/>
                </a:lnTo>
                <a:lnTo>
                  <a:pt x="3186341" y="272453"/>
                </a:lnTo>
                <a:lnTo>
                  <a:pt x="3201353" y="244707"/>
                </a:lnTo>
                <a:lnTo>
                  <a:pt x="3216373" y="216951"/>
                </a:lnTo>
                <a:lnTo>
                  <a:pt x="3231385" y="189195"/>
                </a:lnTo>
                <a:lnTo>
                  <a:pt x="3246396" y="161449"/>
                </a:lnTo>
                <a:lnTo>
                  <a:pt x="3261417" y="133693"/>
                </a:lnTo>
                <a:lnTo>
                  <a:pt x="3276429" y="105937"/>
                </a:lnTo>
                <a:lnTo>
                  <a:pt x="3291449" y="78191"/>
                </a:lnTo>
                <a:lnTo>
                  <a:pt x="3306461" y="50435"/>
                </a:lnTo>
                <a:lnTo>
                  <a:pt x="3321472" y="22689"/>
                </a:lnTo>
                <a:lnTo>
                  <a:pt x="3331178" y="4982"/>
                </a:lnTo>
                <a:lnTo>
                  <a:pt x="3302260" y="16955"/>
                </a:lnTo>
                <a:lnTo>
                  <a:pt x="3271390" y="23451"/>
                </a:lnTo>
                <a:lnTo>
                  <a:pt x="3240224" y="28318"/>
                </a:lnTo>
                <a:lnTo>
                  <a:pt x="3208915" y="32309"/>
                </a:lnTo>
                <a:lnTo>
                  <a:pt x="3177550" y="35728"/>
                </a:lnTo>
                <a:lnTo>
                  <a:pt x="3146146" y="38757"/>
                </a:lnTo>
                <a:lnTo>
                  <a:pt x="3114704" y="41462"/>
                </a:lnTo>
                <a:lnTo>
                  <a:pt x="3083252" y="43920"/>
                </a:lnTo>
                <a:lnTo>
                  <a:pt x="3051772" y="46177"/>
                </a:lnTo>
                <a:lnTo>
                  <a:pt x="3020292" y="48254"/>
                </a:lnTo>
                <a:lnTo>
                  <a:pt x="2988793" y="50187"/>
                </a:lnTo>
                <a:lnTo>
                  <a:pt x="2957293" y="51978"/>
                </a:lnTo>
                <a:lnTo>
                  <a:pt x="2925785" y="53673"/>
                </a:lnTo>
                <a:lnTo>
                  <a:pt x="2894267" y="55255"/>
                </a:lnTo>
                <a:lnTo>
                  <a:pt x="2862748" y="56740"/>
                </a:lnTo>
                <a:lnTo>
                  <a:pt x="2831230" y="58150"/>
                </a:lnTo>
                <a:lnTo>
                  <a:pt x="2799702" y="59474"/>
                </a:lnTo>
                <a:lnTo>
                  <a:pt x="2768175" y="60731"/>
                </a:lnTo>
                <a:lnTo>
                  <a:pt x="2736647" y="61922"/>
                </a:lnTo>
                <a:lnTo>
                  <a:pt x="2705110" y="63046"/>
                </a:lnTo>
                <a:lnTo>
                  <a:pt x="2673572" y="64113"/>
                </a:lnTo>
                <a:lnTo>
                  <a:pt x="2642035" y="65132"/>
                </a:lnTo>
                <a:lnTo>
                  <a:pt x="2610498" y="66094"/>
                </a:lnTo>
                <a:lnTo>
                  <a:pt x="2578951" y="67008"/>
                </a:lnTo>
                <a:lnTo>
                  <a:pt x="2547414" y="67885"/>
                </a:lnTo>
                <a:lnTo>
                  <a:pt x="2515867" y="68704"/>
                </a:lnTo>
                <a:lnTo>
                  <a:pt x="2484330" y="69494"/>
                </a:lnTo>
                <a:lnTo>
                  <a:pt x="2452783" y="70237"/>
                </a:lnTo>
                <a:lnTo>
                  <a:pt x="2421236" y="70942"/>
                </a:lnTo>
                <a:lnTo>
                  <a:pt x="2389689" y="71609"/>
                </a:lnTo>
                <a:lnTo>
                  <a:pt x="2358142" y="72238"/>
                </a:lnTo>
                <a:lnTo>
                  <a:pt x="2326596" y="72828"/>
                </a:lnTo>
                <a:lnTo>
                  <a:pt x="2295039" y="73390"/>
                </a:lnTo>
                <a:lnTo>
                  <a:pt x="2263492" y="73924"/>
                </a:lnTo>
                <a:lnTo>
                  <a:pt x="2231946" y="74419"/>
                </a:lnTo>
                <a:lnTo>
                  <a:pt x="2200389" y="74886"/>
                </a:lnTo>
                <a:lnTo>
                  <a:pt x="2168843" y="75324"/>
                </a:lnTo>
                <a:lnTo>
                  <a:pt x="2137296" y="75724"/>
                </a:lnTo>
                <a:lnTo>
                  <a:pt x="2105739" y="76105"/>
                </a:lnTo>
                <a:lnTo>
                  <a:pt x="2074183" y="76457"/>
                </a:lnTo>
                <a:lnTo>
                  <a:pt x="2042636" y="76772"/>
                </a:lnTo>
                <a:lnTo>
                  <a:pt x="2011080" y="77067"/>
                </a:lnTo>
                <a:lnTo>
                  <a:pt x="1979533" y="77343"/>
                </a:lnTo>
                <a:lnTo>
                  <a:pt x="1947977" y="77572"/>
                </a:lnTo>
                <a:lnTo>
                  <a:pt x="1916420" y="77791"/>
                </a:lnTo>
                <a:lnTo>
                  <a:pt x="1884874" y="77972"/>
                </a:lnTo>
                <a:lnTo>
                  <a:pt x="1853317" y="78143"/>
                </a:lnTo>
                <a:lnTo>
                  <a:pt x="1821761" y="78276"/>
                </a:lnTo>
                <a:lnTo>
                  <a:pt x="1790214" y="78391"/>
                </a:lnTo>
                <a:lnTo>
                  <a:pt x="1758658" y="78467"/>
                </a:lnTo>
                <a:lnTo>
                  <a:pt x="1727102" y="78534"/>
                </a:lnTo>
                <a:lnTo>
                  <a:pt x="1695545" y="78572"/>
                </a:lnTo>
                <a:lnTo>
                  <a:pt x="1663998" y="78581"/>
                </a:lnTo>
                <a:lnTo>
                  <a:pt x="1632442" y="78562"/>
                </a:lnTo>
                <a:lnTo>
                  <a:pt x="1600886" y="78524"/>
                </a:lnTo>
                <a:lnTo>
                  <a:pt x="1569329" y="78457"/>
                </a:lnTo>
                <a:lnTo>
                  <a:pt x="1537783" y="78372"/>
                </a:lnTo>
                <a:lnTo>
                  <a:pt x="1506226" y="78257"/>
                </a:lnTo>
                <a:lnTo>
                  <a:pt x="1474670" y="78115"/>
                </a:lnTo>
                <a:lnTo>
                  <a:pt x="1443114" y="77943"/>
                </a:lnTo>
                <a:lnTo>
                  <a:pt x="1411567" y="77753"/>
                </a:lnTo>
                <a:lnTo>
                  <a:pt x="1380011" y="77534"/>
                </a:lnTo>
                <a:lnTo>
                  <a:pt x="1348454" y="77286"/>
                </a:lnTo>
                <a:lnTo>
                  <a:pt x="1316907" y="77019"/>
                </a:lnTo>
                <a:lnTo>
                  <a:pt x="1285351" y="76724"/>
                </a:lnTo>
                <a:lnTo>
                  <a:pt x="1253804" y="76391"/>
                </a:lnTo>
                <a:lnTo>
                  <a:pt x="1222248" y="76038"/>
                </a:lnTo>
                <a:lnTo>
                  <a:pt x="1190701" y="75657"/>
                </a:lnTo>
                <a:lnTo>
                  <a:pt x="1159145" y="75248"/>
                </a:lnTo>
                <a:lnTo>
                  <a:pt x="1127598" y="74809"/>
                </a:lnTo>
                <a:lnTo>
                  <a:pt x="1096042" y="74333"/>
                </a:lnTo>
                <a:lnTo>
                  <a:pt x="1064495" y="73828"/>
                </a:lnTo>
                <a:lnTo>
                  <a:pt x="1032948" y="73295"/>
                </a:lnTo>
                <a:lnTo>
                  <a:pt x="1001401" y="72723"/>
                </a:lnTo>
                <a:lnTo>
                  <a:pt x="969845" y="72123"/>
                </a:lnTo>
                <a:lnTo>
                  <a:pt x="938298" y="71485"/>
                </a:lnTo>
                <a:lnTo>
                  <a:pt x="906751" y="70809"/>
                </a:lnTo>
                <a:lnTo>
                  <a:pt x="875205" y="70104"/>
                </a:lnTo>
                <a:lnTo>
                  <a:pt x="843667" y="69352"/>
                </a:lnTo>
                <a:lnTo>
                  <a:pt x="812121" y="68561"/>
                </a:lnTo>
                <a:lnTo>
                  <a:pt x="780574" y="67723"/>
                </a:lnTo>
                <a:lnTo>
                  <a:pt x="749036" y="66846"/>
                </a:lnTo>
                <a:lnTo>
                  <a:pt x="717499" y="65923"/>
                </a:lnTo>
                <a:lnTo>
                  <a:pt x="685952" y="64951"/>
                </a:lnTo>
                <a:lnTo>
                  <a:pt x="654415" y="63922"/>
                </a:lnTo>
                <a:lnTo>
                  <a:pt x="622887" y="62846"/>
                </a:lnTo>
                <a:lnTo>
                  <a:pt x="591350" y="61703"/>
                </a:lnTo>
                <a:lnTo>
                  <a:pt x="559822" y="60503"/>
                </a:lnTo>
                <a:lnTo>
                  <a:pt x="528295" y="59236"/>
                </a:lnTo>
                <a:lnTo>
                  <a:pt x="496767" y="57902"/>
                </a:lnTo>
                <a:lnTo>
                  <a:pt x="465239" y="56483"/>
                </a:lnTo>
                <a:lnTo>
                  <a:pt x="433721" y="54978"/>
                </a:lnTo>
                <a:lnTo>
                  <a:pt x="402212" y="53369"/>
                </a:lnTo>
                <a:lnTo>
                  <a:pt x="370703" y="51664"/>
                </a:lnTo>
                <a:lnTo>
                  <a:pt x="339204" y="49844"/>
                </a:lnTo>
                <a:lnTo>
                  <a:pt x="307705" y="47892"/>
                </a:lnTo>
                <a:lnTo>
                  <a:pt x="276225" y="45777"/>
                </a:lnTo>
                <a:lnTo>
                  <a:pt x="244754" y="43491"/>
                </a:lnTo>
                <a:lnTo>
                  <a:pt x="213303" y="40986"/>
                </a:lnTo>
                <a:lnTo>
                  <a:pt x="181870" y="38224"/>
                </a:lnTo>
                <a:lnTo>
                  <a:pt x="150466" y="35147"/>
                </a:lnTo>
                <a:lnTo>
                  <a:pt x="119110" y="31633"/>
                </a:lnTo>
                <a:lnTo>
                  <a:pt x="87830" y="27499"/>
                </a:lnTo>
                <a:lnTo>
                  <a:pt x="56683" y="22422"/>
                </a:lnTo>
                <a:lnTo>
                  <a:pt x="25927" y="1544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46" name="funnel-step-cap-0">
            <a:extLst xmlns:a="http://schemas.openxmlformats.org/drawingml/2006/main">
              <a:ext uri="{FF2B5EF4-FFF2-40B4-BE49-F238E27FC236}">
                <a16:creationId xmlns:a16="http://schemas.microsoft.com/office/drawing/2014/main" id="{94B52E7F-6547-4453-9C94-0C4979851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52750" y="2390775"/>
            <a:ext cx="33337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47" name="funnel-step-body-1">
            <a:extLst xmlns:a="http://schemas.openxmlformats.org/drawingml/2006/main">
              <a:ext uri="{FF2B5EF4-FFF2-40B4-BE49-F238E27FC236}">
                <a16:creationId xmlns:a16="http://schemas.microsoft.com/office/drawing/2014/main" id="{3F061F0A-2913-4181-9572-62463ED29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346990" y="3424238"/>
            <a:ext cx="2543223" cy="807234"/>
          </a:xfrm>
          <a:custGeom xmlns:a="http://schemas.openxmlformats.org/drawingml/2006/main">
            <a:pathLst>
              <a:path w="2543223" h="807234">
                <a:moveTo>
                  <a:pt x="0" y="0"/>
                </a:moveTo>
                <a:lnTo>
                  <a:pt x="9735" y="23517"/>
                </a:lnTo>
                <a:lnTo>
                  <a:pt x="19479" y="47034"/>
                </a:lnTo>
                <a:lnTo>
                  <a:pt x="29213" y="70552"/>
                </a:lnTo>
                <a:lnTo>
                  <a:pt x="38957" y="94069"/>
                </a:lnTo>
                <a:lnTo>
                  <a:pt x="48692" y="117586"/>
                </a:lnTo>
                <a:lnTo>
                  <a:pt x="58436" y="141103"/>
                </a:lnTo>
                <a:lnTo>
                  <a:pt x="68170" y="164621"/>
                </a:lnTo>
                <a:lnTo>
                  <a:pt x="77915" y="188138"/>
                </a:lnTo>
                <a:lnTo>
                  <a:pt x="87649" y="211655"/>
                </a:lnTo>
                <a:lnTo>
                  <a:pt x="97393" y="235172"/>
                </a:lnTo>
                <a:lnTo>
                  <a:pt x="107128" y="258689"/>
                </a:lnTo>
                <a:lnTo>
                  <a:pt x="116872" y="282207"/>
                </a:lnTo>
                <a:lnTo>
                  <a:pt x="126606" y="305724"/>
                </a:lnTo>
                <a:lnTo>
                  <a:pt x="136341" y="329241"/>
                </a:lnTo>
                <a:lnTo>
                  <a:pt x="146085" y="352758"/>
                </a:lnTo>
                <a:lnTo>
                  <a:pt x="155819" y="376276"/>
                </a:lnTo>
                <a:lnTo>
                  <a:pt x="165564" y="399793"/>
                </a:lnTo>
                <a:lnTo>
                  <a:pt x="175298" y="423310"/>
                </a:lnTo>
                <a:lnTo>
                  <a:pt x="185042" y="446827"/>
                </a:lnTo>
                <a:lnTo>
                  <a:pt x="194777" y="470345"/>
                </a:lnTo>
                <a:lnTo>
                  <a:pt x="204521" y="493862"/>
                </a:lnTo>
                <a:lnTo>
                  <a:pt x="214255" y="517379"/>
                </a:lnTo>
                <a:lnTo>
                  <a:pt x="223999" y="540896"/>
                </a:lnTo>
                <a:lnTo>
                  <a:pt x="233734" y="564413"/>
                </a:lnTo>
                <a:lnTo>
                  <a:pt x="243478" y="587931"/>
                </a:lnTo>
                <a:lnTo>
                  <a:pt x="253213" y="611448"/>
                </a:lnTo>
                <a:lnTo>
                  <a:pt x="262947" y="634965"/>
                </a:lnTo>
                <a:lnTo>
                  <a:pt x="272691" y="658482"/>
                </a:lnTo>
                <a:lnTo>
                  <a:pt x="282426" y="682000"/>
                </a:lnTo>
                <a:lnTo>
                  <a:pt x="292170" y="705517"/>
                </a:lnTo>
                <a:lnTo>
                  <a:pt x="301762" y="729072"/>
                </a:lnTo>
                <a:lnTo>
                  <a:pt x="319764" y="745474"/>
                </a:lnTo>
                <a:lnTo>
                  <a:pt x="343805" y="753770"/>
                </a:lnTo>
                <a:lnTo>
                  <a:pt x="368541" y="759752"/>
                </a:lnTo>
                <a:lnTo>
                  <a:pt x="393544" y="764534"/>
                </a:lnTo>
                <a:lnTo>
                  <a:pt x="418671" y="768582"/>
                </a:lnTo>
                <a:lnTo>
                  <a:pt x="443884" y="772097"/>
                </a:lnTo>
                <a:lnTo>
                  <a:pt x="469144" y="775211"/>
                </a:lnTo>
                <a:lnTo>
                  <a:pt x="494443" y="778002"/>
                </a:lnTo>
                <a:lnTo>
                  <a:pt x="519770" y="780526"/>
                </a:lnTo>
                <a:lnTo>
                  <a:pt x="545125" y="782841"/>
                </a:lnTo>
                <a:lnTo>
                  <a:pt x="570490" y="784965"/>
                </a:lnTo>
                <a:lnTo>
                  <a:pt x="595865" y="786917"/>
                </a:lnTo>
                <a:lnTo>
                  <a:pt x="621259" y="788727"/>
                </a:lnTo>
                <a:lnTo>
                  <a:pt x="646652" y="790404"/>
                </a:lnTo>
                <a:lnTo>
                  <a:pt x="672065" y="791956"/>
                </a:lnTo>
                <a:lnTo>
                  <a:pt x="697478" y="793404"/>
                </a:lnTo>
                <a:lnTo>
                  <a:pt x="722890" y="794756"/>
                </a:lnTo>
                <a:lnTo>
                  <a:pt x="748313" y="796014"/>
                </a:lnTo>
                <a:lnTo>
                  <a:pt x="773744" y="797176"/>
                </a:lnTo>
                <a:lnTo>
                  <a:pt x="799176" y="798262"/>
                </a:lnTo>
                <a:lnTo>
                  <a:pt x="824608" y="799271"/>
                </a:lnTo>
                <a:lnTo>
                  <a:pt x="850049" y="800214"/>
                </a:lnTo>
                <a:lnTo>
                  <a:pt x="875481" y="801081"/>
                </a:lnTo>
                <a:lnTo>
                  <a:pt x="900922" y="801881"/>
                </a:lnTo>
                <a:lnTo>
                  <a:pt x="926373" y="802615"/>
                </a:lnTo>
                <a:lnTo>
                  <a:pt x="951814" y="803291"/>
                </a:lnTo>
                <a:lnTo>
                  <a:pt x="977265" y="803920"/>
                </a:lnTo>
                <a:lnTo>
                  <a:pt x="1002706" y="804481"/>
                </a:lnTo>
                <a:lnTo>
                  <a:pt x="1028157" y="804986"/>
                </a:lnTo>
                <a:lnTo>
                  <a:pt x="1053608" y="805434"/>
                </a:lnTo>
                <a:lnTo>
                  <a:pt x="1079059" y="805834"/>
                </a:lnTo>
                <a:lnTo>
                  <a:pt x="1104509" y="806186"/>
                </a:lnTo>
                <a:lnTo>
                  <a:pt x="1129960" y="806482"/>
                </a:lnTo>
                <a:lnTo>
                  <a:pt x="1155411" y="806729"/>
                </a:lnTo>
                <a:lnTo>
                  <a:pt x="1180871" y="806929"/>
                </a:lnTo>
                <a:lnTo>
                  <a:pt x="1206322" y="807082"/>
                </a:lnTo>
                <a:lnTo>
                  <a:pt x="1231773" y="807177"/>
                </a:lnTo>
                <a:lnTo>
                  <a:pt x="1257233" y="807234"/>
                </a:lnTo>
                <a:lnTo>
                  <a:pt x="1282684" y="807234"/>
                </a:lnTo>
                <a:lnTo>
                  <a:pt x="1308135" y="807196"/>
                </a:lnTo>
                <a:lnTo>
                  <a:pt x="1333595" y="807101"/>
                </a:lnTo>
                <a:lnTo>
                  <a:pt x="1359046" y="806968"/>
                </a:lnTo>
                <a:lnTo>
                  <a:pt x="1384497" y="806777"/>
                </a:lnTo>
                <a:lnTo>
                  <a:pt x="1409957" y="806539"/>
                </a:lnTo>
                <a:lnTo>
                  <a:pt x="1435408" y="806253"/>
                </a:lnTo>
                <a:lnTo>
                  <a:pt x="1460859" y="805910"/>
                </a:lnTo>
                <a:lnTo>
                  <a:pt x="1486310" y="805520"/>
                </a:lnTo>
                <a:lnTo>
                  <a:pt x="1511760" y="805082"/>
                </a:lnTo>
                <a:lnTo>
                  <a:pt x="1537211" y="804586"/>
                </a:lnTo>
                <a:lnTo>
                  <a:pt x="1562652" y="804043"/>
                </a:lnTo>
                <a:lnTo>
                  <a:pt x="1588103" y="803434"/>
                </a:lnTo>
                <a:lnTo>
                  <a:pt x="1613545" y="802767"/>
                </a:lnTo>
                <a:lnTo>
                  <a:pt x="1638995" y="802043"/>
                </a:lnTo>
                <a:lnTo>
                  <a:pt x="1664437" y="801253"/>
                </a:lnTo>
                <a:lnTo>
                  <a:pt x="1689878" y="800395"/>
                </a:lnTo>
                <a:lnTo>
                  <a:pt x="1715310" y="799481"/>
                </a:lnTo>
                <a:lnTo>
                  <a:pt x="1740741" y="798481"/>
                </a:lnTo>
                <a:lnTo>
                  <a:pt x="1766173" y="797414"/>
                </a:lnTo>
                <a:lnTo>
                  <a:pt x="1791605" y="796261"/>
                </a:lnTo>
                <a:lnTo>
                  <a:pt x="1817027" y="795023"/>
                </a:lnTo>
                <a:lnTo>
                  <a:pt x="1842449" y="793699"/>
                </a:lnTo>
                <a:lnTo>
                  <a:pt x="1867862" y="792270"/>
                </a:lnTo>
                <a:lnTo>
                  <a:pt x="1893275" y="790737"/>
                </a:lnTo>
                <a:lnTo>
                  <a:pt x="1918668" y="789089"/>
                </a:lnTo>
                <a:lnTo>
                  <a:pt x="1944062" y="787308"/>
                </a:lnTo>
                <a:lnTo>
                  <a:pt x="1969446" y="785384"/>
                </a:lnTo>
                <a:lnTo>
                  <a:pt x="1994811" y="783307"/>
                </a:lnTo>
                <a:lnTo>
                  <a:pt x="2020167" y="781040"/>
                </a:lnTo>
                <a:lnTo>
                  <a:pt x="2045494" y="778554"/>
                </a:lnTo>
                <a:lnTo>
                  <a:pt x="2070802" y="775821"/>
                </a:lnTo>
                <a:lnTo>
                  <a:pt x="2096081" y="772782"/>
                </a:lnTo>
                <a:lnTo>
                  <a:pt x="2121303" y="769363"/>
                </a:lnTo>
                <a:lnTo>
                  <a:pt x="2146449" y="765439"/>
                </a:lnTo>
                <a:lnTo>
                  <a:pt x="2171481" y="760828"/>
                </a:lnTo>
                <a:lnTo>
                  <a:pt x="2196294" y="755161"/>
                </a:lnTo>
                <a:lnTo>
                  <a:pt x="2220563" y="747532"/>
                </a:lnTo>
                <a:lnTo>
                  <a:pt x="2241756" y="734063"/>
                </a:lnTo>
                <a:lnTo>
                  <a:pt x="2251053" y="710470"/>
                </a:lnTo>
                <a:lnTo>
                  <a:pt x="2260797" y="686953"/>
                </a:lnTo>
                <a:lnTo>
                  <a:pt x="2270531" y="663435"/>
                </a:lnTo>
                <a:lnTo>
                  <a:pt x="2280266" y="639918"/>
                </a:lnTo>
                <a:lnTo>
                  <a:pt x="2290010" y="616401"/>
                </a:lnTo>
                <a:lnTo>
                  <a:pt x="2299745" y="592884"/>
                </a:lnTo>
                <a:lnTo>
                  <a:pt x="2309489" y="569366"/>
                </a:lnTo>
                <a:lnTo>
                  <a:pt x="2319223" y="545849"/>
                </a:lnTo>
                <a:lnTo>
                  <a:pt x="2328967" y="522332"/>
                </a:lnTo>
                <a:lnTo>
                  <a:pt x="2338702" y="498815"/>
                </a:lnTo>
                <a:lnTo>
                  <a:pt x="2348446" y="475298"/>
                </a:lnTo>
                <a:lnTo>
                  <a:pt x="2358180" y="451780"/>
                </a:lnTo>
                <a:lnTo>
                  <a:pt x="2367925" y="428263"/>
                </a:lnTo>
                <a:lnTo>
                  <a:pt x="2377659" y="404746"/>
                </a:lnTo>
                <a:lnTo>
                  <a:pt x="2387403" y="381229"/>
                </a:lnTo>
                <a:lnTo>
                  <a:pt x="2397138" y="357711"/>
                </a:lnTo>
                <a:lnTo>
                  <a:pt x="2406872" y="334194"/>
                </a:lnTo>
                <a:lnTo>
                  <a:pt x="2416616" y="310677"/>
                </a:lnTo>
                <a:lnTo>
                  <a:pt x="2426351" y="287160"/>
                </a:lnTo>
                <a:lnTo>
                  <a:pt x="2436095" y="263633"/>
                </a:lnTo>
                <a:lnTo>
                  <a:pt x="2445829" y="240125"/>
                </a:lnTo>
                <a:lnTo>
                  <a:pt x="2455574" y="216598"/>
                </a:lnTo>
                <a:lnTo>
                  <a:pt x="2465308" y="193081"/>
                </a:lnTo>
                <a:lnTo>
                  <a:pt x="2475052" y="169564"/>
                </a:lnTo>
                <a:lnTo>
                  <a:pt x="2484787" y="146047"/>
                </a:lnTo>
                <a:lnTo>
                  <a:pt x="2494531" y="122530"/>
                </a:lnTo>
                <a:lnTo>
                  <a:pt x="2504265" y="99012"/>
                </a:lnTo>
                <a:lnTo>
                  <a:pt x="2514009" y="75495"/>
                </a:lnTo>
                <a:lnTo>
                  <a:pt x="2523744" y="51978"/>
                </a:lnTo>
                <a:lnTo>
                  <a:pt x="2533479" y="28461"/>
                </a:lnTo>
                <a:lnTo>
                  <a:pt x="2543223" y="4943"/>
                </a:lnTo>
                <a:lnTo>
                  <a:pt x="2531259" y="13068"/>
                </a:lnTo>
                <a:lnTo>
                  <a:pt x="2507132" y="21117"/>
                </a:lnTo>
                <a:lnTo>
                  <a:pt x="2482310" y="26718"/>
                </a:lnTo>
                <a:lnTo>
                  <a:pt x="2457250" y="31156"/>
                </a:lnTo>
                <a:lnTo>
                  <a:pt x="2432075" y="34909"/>
                </a:lnTo>
                <a:lnTo>
                  <a:pt x="2406825" y="38176"/>
                </a:lnTo>
                <a:lnTo>
                  <a:pt x="2381545" y="41081"/>
                </a:lnTo>
                <a:lnTo>
                  <a:pt x="2356218" y="43701"/>
                </a:lnTo>
                <a:lnTo>
                  <a:pt x="2330882" y="46091"/>
                </a:lnTo>
                <a:lnTo>
                  <a:pt x="2305517" y="48292"/>
                </a:lnTo>
                <a:lnTo>
                  <a:pt x="2280152" y="50321"/>
                </a:lnTo>
                <a:lnTo>
                  <a:pt x="2254768" y="52207"/>
                </a:lnTo>
                <a:lnTo>
                  <a:pt x="2229374" y="53969"/>
                </a:lnTo>
                <a:lnTo>
                  <a:pt x="2203971" y="55616"/>
                </a:lnTo>
                <a:lnTo>
                  <a:pt x="2178568" y="57160"/>
                </a:lnTo>
                <a:lnTo>
                  <a:pt x="2153155" y="58617"/>
                </a:lnTo>
                <a:lnTo>
                  <a:pt x="2127733" y="59998"/>
                </a:lnTo>
                <a:lnTo>
                  <a:pt x="2102310" y="61293"/>
                </a:lnTo>
                <a:lnTo>
                  <a:pt x="2076888" y="62513"/>
                </a:lnTo>
                <a:lnTo>
                  <a:pt x="2051456" y="63675"/>
                </a:lnTo>
                <a:lnTo>
                  <a:pt x="2026034" y="64770"/>
                </a:lnTo>
                <a:lnTo>
                  <a:pt x="2000593" y="65799"/>
                </a:lnTo>
                <a:lnTo>
                  <a:pt x="1975161" y="66780"/>
                </a:lnTo>
                <a:lnTo>
                  <a:pt x="1949729" y="67713"/>
                </a:lnTo>
                <a:lnTo>
                  <a:pt x="1924288" y="68590"/>
                </a:lnTo>
                <a:lnTo>
                  <a:pt x="1898847" y="69428"/>
                </a:lnTo>
                <a:lnTo>
                  <a:pt x="1873406" y="70209"/>
                </a:lnTo>
                <a:lnTo>
                  <a:pt x="1847964" y="70961"/>
                </a:lnTo>
                <a:lnTo>
                  <a:pt x="1822514" y="71657"/>
                </a:lnTo>
                <a:lnTo>
                  <a:pt x="1797072" y="72323"/>
                </a:lnTo>
                <a:lnTo>
                  <a:pt x="1771621" y="72942"/>
                </a:lnTo>
                <a:lnTo>
                  <a:pt x="1746180" y="73523"/>
                </a:lnTo>
                <a:lnTo>
                  <a:pt x="1720729" y="74076"/>
                </a:lnTo>
                <a:lnTo>
                  <a:pt x="1695279" y="74590"/>
                </a:lnTo>
                <a:lnTo>
                  <a:pt x="1669828" y="75067"/>
                </a:lnTo>
                <a:lnTo>
                  <a:pt x="1644377" y="75514"/>
                </a:lnTo>
                <a:lnTo>
                  <a:pt x="1618926" y="75933"/>
                </a:lnTo>
                <a:lnTo>
                  <a:pt x="1593475" y="76314"/>
                </a:lnTo>
                <a:lnTo>
                  <a:pt x="1568025" y="76667"/>
                </a:lnTo>
                <a:lnTo>
                  <a:pt x="1542574" y="76991"/>
                </a:lnTo>
                <a:lnTo>
                  <a:pt x="1517123" y="77276"/>
                </a:lnTo>
                <a:lnTo>
                  <a:pt x="1491672" y="77534"/>
                </a:lnTo>
                <a:lnTo>
                  <a:pt x="1466212" y="77762"/>
                </a:lnTo>
                <a:lnTo>
                  <a:pt x="1440761" y="77962"/>
                </a:lnTo>
                <a:lnTo>
                  <a:pt x="1415310" y="78134"/>
                </a:lnTo>
                <a:lnTo>
                  <a:pt x="1389859" y="78286"/>
                </a:lnTo>
                <a:lnTo>
                  <a:pt x="1364399" y="78400"/>
                </a:lnTo>
                <a:lnTo>
                  <a:pt x="1338948" y="78486"/>
                </a:lnTo>
                <a:lnTo>
                  <a:pt x="1313498" y="78543"/>
                </a:lnTo>
                <a:lnTo>
                  <a:pt x="1288037" y="78572"/>
                </a:lnTo>
                <a:lnTo>
                  <a:pt x="1262586" y="78572"/>
                </a:lnTo>
                <a:lnTo>
                  <a:pt x="1237136" y="78553"/>
                </a:lnTo>
                <a:lnTo>
                  <a:pt x="1211675" y="78505"/>
                </a:lnTo>
                <a:lnTo>
                  <a:pt x="1186224" y="78419"/>
                </a:lnTo>
                <a:lnTo>
                  <a:pt x="1160774" y="78305"/>
                </a:lnTo>
                <a:lnTo>
                  <a:pt x="1135313" y="78172"/>
                </a:lnTo>
                <a:lnTo>
                  <a:pt x="1109863" y="78000"/>
                </a:lnTo>
                <a:lnTo>
                  <a:pt x="1084412" y="77810"/>
                </a:lnTo>
                <a:lnTo>
                  <a:pt x="1058951" y="77581"/>
                </a:lnTo>
                <a:lnTo>
                  <a:pt x="1033501" y="77333"/>
                </a:lnTo>
                <a:lnTo>
                  <a:pt x="1008050" y="77048"/>
                </a:lnTo>
                <a:lnTo>
                  <a:pt x="982599" y="76733"/>
                </a:lnTo>
                <a:lnTo>
                  <a:pt x="957148" y="76391"/>
                </a:lnTo>
                <a:lnTo>
                  <a:pt x="931697" y="76010"/>
                </a:lnTo>
                <a:lnTo>
                  <a:pt x="906247" y="75609"/>
                </a:lnTo>
                <a:lnTo>
                  <a:pt x="880796" y="75171"/>
                </a:lnTo>
                <a:lnTo>
                  <a:pt x="855345" y="74695"/>
                </a:lnTo>
                <a:lnTo>
                  <a:pt x="829894" y="74190"/>
                </a:lnTo>
                <a:lnTo>
                  <a:pt x="804443" y="73647"/>
                </a:lnTo>
                <a:lnTo>
                  <a:pt x="779002" y="73066"/>
                </a:lnTo>
                <a:lnTo>
                  <a:pt x="753551" y="72457"/>
                </a:lnTo>
                <a:lnTo>
                  <a:pt x="728110" y="71799"/>
                </a:lnTo>
                <a:lnTo>
                  <a:pt x="702659" y="71104"/>
                </a:lnTo>
                <a:lnTo>
                  <a:pt x="677218" y="70371"/>
                </a:lnTo>
                <a:lnTo>
                  <a:pt x="651777" y="69590"/>
                </a:lnTo>
                <a:lnTo>
                  <a:pt x="626335" y="68771"/>
                </a:lnTo>
                <a:lnTo>
                  <a:pt x="600894" y="67904"/>
                </a:lnTo>
                <a:lnTo>
                  <a:pt x="575462" y="66980"/>
                </a:lnTo>
                <a:lnTo>
                  <a:pt x="550021" y="66008"/>
                </a:lnTo>
                <a:lnTo>
                  <a:pt x="524589" y="64989"/>
                </a:lnTo>
                <a:lnTo>
                  <a:pt x="499158" y="63903"/>
                </a:lnTo>
                <a:lnTo>
                  <a:pt x="473726" y="62760"/>
                </a:lnTo>
                <a:lnTo>
                  <a:pt x="448304" y="61551"/>
                </a:lnTo>
                <a:lnTo>
                  <a:pt x="422881" y="60274"/>
                </a:lnTo>
                <a:lnTo>
                  <a:pt x="397469" y="58922"/>
                </a:lnTo>
                <a:lnTo>
                  <a:pt x="372056" y="57483"/>
                </a:lnTo>
                <a:lnTo>
                  <a:pt x="346643" y="55950"/>
                </a:lnTo>
                <a:lnTo>
                  <a:pt x="321240" y="54321"/>
                </a:lnTo>
                <a:lnTo>
                  <a:pt x="295847" y="52588"/>
                </a:lnTo>
                <a:lnTo>
                  <a:pt x="270462" y="50730"/>
                </a:lnTo>
                <a:lnTo>
                  <a:pt x="245088" y="48730"/>
                </a:lnTo>
                <a:lnTo>
                  <a:pt x="219723" y="46568"/>
                </a:lnTo>
                <a:lnTo>
                  <a:pt x="194377" y="44225"/>
                </a:lnTo>
                <a:lnTo>
                  <a:pt x="169050" y="41653"/>
                </a:lnTo>
                <a:lnTo>
                  <a:pt x="143761" y="38814"/>
                </a:lnTo>
                <a:lnTo>
                  <a:pt x="118501" y="35633"/>
                </a:lnTo>
                <a:lnTo>
                  <a:pt x="93316" y="31994"/>
                </a:lnTo>
                <a:lnTo>
                  <a:pt x="68218" y="27727"/>
                </a:lnTo>
                <a:lnTo>
                  <a:pt x="43329" y="22431"/>
                </a:lnTo>
                <a:lnTo>
                  <a:pt x="18955" y="15126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48" name="funnel-step-cap-1">
            <a:extLst xmlns:a="http://schemas.openxmlformats.org/drawingml/2006/main">
              <a:ext uri="{FF2B5EF4-FFF2-40B4-BE49-F238E27FC236}">
                <a16:creationId xmlns:a16="http://schemas.microsoft.com/office/drawing/2014/main" id="{699E55F1-1279-444B-B435-CB53022C7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346999" y="3300413"/>
            <a:ext cx="2545261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7EAC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49" name="funnel-step-body-2">
            <a:extLst xmlns:a="http://schemas.openxmlformats.org/drawingml/2006/main">
              <a:ext uri="{FF2B5EF4-FFF2-40B4-BE49-F238E27FC236}">
                <a16:creationId xmlns:a16="http://schemas.microsoft.com/office/drawing/2014/main" id="{A7FF6BD7-58E9-428C-A8C6-209D51A36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648742" y="4333875"/>
            <a:ext cx="1938547" cy="807234"/>
          </a:xfrm>
          <a:custGeom xmlns:a="http://schemas.openxmlformats.org/drawingml/2006/main">
            <a:pathLst>
              <a:path w="1938547" h="807234">
                <a:moveTo>
                  <a:pt x="0" y="0"/>
                </a:moveTo>
                <a:lnTo>
                  <a:pt x="7268" y="19288"/>
                </a:lnTo>
                <a:lnTo>
                  <a:pt x="14535" y="38576"/>
                </a:lnTo>
                <a:lnTo>
                  <a:pt x="21803" y="57864"/>
                </a:lnTo>
                <a:lnTo>
                  <a:pt x="29061" y="77153"/>
                </a:lnTo>
                <a:lnTo>
                  <a:pt x="36328" y="96441"/>
                </a:lnTo>
                <a:lnTo>
                  <a:pt x="43596" y="115719"/>
                </a:lnTo>
                <a:lnTo>
                  <a:pt x="50864" y="135007"/>
                </a:lnTo>
                <a:lnTo>
                  <a:pt x="58131" y="154295"/>
                </a:lnTo>
                <a:lnTo>
                  <a:pt x="65399" y="173584"/>
                </a:lnTo>
                <a:lnTo>
                  <a:pt x="72657" y="192872"/>
                </a:lnTo>
                <a:lnTo>
                  <a:pt x="79924" y="212160"/>
                </a:lnTo>
                <a:lnTo>
                  <a:pt x="87192" y="231448"/>
                </a:lnTo>
                <a:lnTo>
                  <a:pt x="94459" y="250736"/>
                </a:lnTo>
                <a:lnTo>
                  <a:pt x="101727" y="270024"/>
                </a:lnTo>
                <a:lnTo>
                  <a:pt x="108995" y="289312"/>
                </a:lnTo>
                <a:lnTo>
                  <a:pt x="116262" y="308591"/>
                </a:lnTo>
                <a:lnTo>
                  <a:pt x="123520" y="327879"/>
                </a:lnTo>
                <a:lnTo>
                  <a:pt x="130788" y="347167"/>
                </a:lnTo>
                <a:lnTo>
                  <a:pt x="138055" y="366455"/>
                </a:lnTo>
                <a:lnTo>
                  <a:pt x="145323" y="385743"/>
                </a:lnTo>
                <a:lnTo>
                  <a:pt x="152591" y="405032"/>
                </a:lnTo>
                <a:lnTo>
                  <a:pt x="159858" y="424320"/>
                </a:lnTo>
                <a:lnTo>
                  <a:pt x="167116" y="443608"/>
                </a:lnTo>
                <a:lnTo>
                  <a:pt x="174384" y="462896"/>
                </a:lnTo>
                <a:lnTo>
                  <a:pt x="181651" y="482184"/>
                </a:lnTo>
                <a:lnTo>
                  <a:pt x="188919" y="501472"/>
                </a:lnTo>
                <a:lnTo>
                  <a:pt x="196186" y="520751"/>
                </a:lnTo>
                <a:lnTo>
                  <a:pt x="203454" y="540039"/>
                </a:lnTo>
                <a:lnTo>
                  <a:pt x="210722" y="559327"/>
                </a:lnTo>
                <a:lnTo>
                  <a:pt x="217980" y="578615"/>
                </a:lnTo>
                <a:lnTo>
                  <a:pt x="225247" y="597903"/>
                </a:lnTo>
                <a:lnTo>
                  <a:pt x="232515" y="617191"/>
                </a:lnTo>
                <a:lnTo>
                  <a:pt x="239782" y="636480"/>
                </a:lnTo>
                <a:lnTo>
                  <a:pt x="247050" y="655768"/>
                </a:lnTo>
                <a:lnTo>
                  <a:pt x="254318" y="675056"/>
                </a:lnTo>
                <a:lnTo>
                  <a:pt x="261576" y="694344"/>
                </a:lnTo>
                <a:lnTo>
                  <a:pt x="268843" y="713632"/>
                </a:lnTo>
                <a:lnTo>
                  <a:pt x="275358" y="733101"/>
                </a:lnTo>
                <a:lnTo>
                  <a:pt x="290046" y="747017"/>
                </a:lnTo>
                <a:lnTo>
                  <a:pt x="308877" y="755342"/>
                </a:lnTo>
                <a:lnTo>
                  <a:pt x="328536" y="761495"/>
                </a:lnTo>
                <a:lnTo>
                  <a:pt x="348539" y="766458"/>
                </a:lnTo>
                <a:lnTo>
                  <a:pt x="368722" y="770649"/>
                </a:lnTo>
                <a:lnTo>
                  <a:pt x="389011" y="774287"/>
                </a:lnTo>
                <a:lnTo>
                  <a:pt x="409365" y="777507"/>
                </a:lnTo>
                <a:lnTo>
                  <a:pt x="429768" y="780383"/>
                </a:lnTo>
                <a:lnTo>
                  <a:pt x="450218" y="782984"/>
                </a:lnTo>
                <a:lnTo>
                  <a:pt x="470697" y="785346"/>
                </a:lnTo>
                <a:lnTo>
                  <a:pt x="491185" y="787498"/>
                </a:lnTo>
                <a:lnTo>
                  <a:pt x="511702" y="789480"/>
                </a:lnTo>
                <a:lnTo>
                  <a:pt x="532238" y="791299"/>
                </a:lnTo>
                <a:lnTo>
                  <a:pt x="552774" y="792975"/>
                </a:lnTo>
                <a:lnTo>
                  <a:pt x="573329" y="794518"/>
                </a:lnTo>
                <a:lnTo>
                  <a:pt x="593893" y="795947"/>
                </a:lnTo>
                <a:lnTo>
                  <a:pt x="614458" y="797262"/>
                </a:lnTo>
                <a:lnTo>
                  <a:pt x="635032" y="798471"/>
                </a:lnTo>
                <a:lnTo>
                  <a:pt x="655615" y="799595"/>
                </a:lnTo>
                <a:lnTo>
                  <a:pt x="676199" y="800614"/>
                </a:lnTo>
                <a:lnTo>
                  <a:pt x="696792" y="801557"/>
                </a:lnTo>
                <a:lnTo>
                  <a:pt x="717385" y="802415"/>
                </a:lnTo>
                <a:lnTo>
                  <a:pt x="737978" y="803196"/>
                </a:lnTo>
                <a:lnTo>
                  <a:pt x="758571" y="803900"/>
                </a:lnTo>
                <a:lnTo>
                  <a:pt x="779174" y="804529"/>
                </a:lnTo>
                <a:lnTo>
                  <a:pt x="799776" y="805091"/>
                </a:lnTo>
                <a:lnTo>
                  <a:pt x="820379" y="805586"/>
                </a:lnTo>
                <a:lnTo>
                  <a:pt x="840991" y="806015"/>
                </a:lnTo>
                <a:lnTo>
                  <a:pt x="861593" y="806377"/>
                </a:lnTo>
                <a:lnTo>
                  <a:pt x="882206" y="806672"/>
                </a:lnTo>
                <a:lnTo>
                  <a:pt x="902818" y="806910"/>
                </a:lnTo>
                <a:lnTo>
                  <a:pt x="923420" y="807082"/>
                </a:lnTo>
                <a:lnTo>
                  <a:pt x="944032" y="807187"/>
                </a:lnTo>
                <a:lnTo>
                  <a:pt x="964644" y="807234"/>
                </a:lnTo>
                <a:lnTo>
                  <a:pt x="985256" y="807225"/>
                </a:lnTo>
                <a:lnTo>
                  <a:pt x="1005869" y="807149"/>
                </a:lnTo>
                <a:lnTo>
                  <a:pt x="1026471" y="807015"/>
                </a:lnTo>
                <a:lnTo>
                  <a:pt x="1047083" y="806825"/>
                </a:lnTo>
                <a:lnTo>
                  <a:pt x="1067695" y="806567"/>
                </a:lnTo>
                <a:lnTo>
                  <a:pt x="1088298" y="806244"/>
                </a:lnTo>
                <a:lnTo>
                  <a:pt x="1108910" y="805853"/>
                </a:lnTo>
                <a:lnTo>
                  <a:pt x="1129513" y="805396"/>
                </a:lnTo>
                <a:lnTo>
                  <a:pt x="1150115" y="804882"/>
                </a:lnTo>
                <a:lnTo>
                  <a:pt x="1170718" y="804291"/>
                </a:lnTo>
                <a:lnTo>
                  <a:pt x="1191320" y="803634"/>
                </a:lnTo>
                <a:lnTo>
                  <a:pt x="1211913" y="802900"/>
                </a:lnTo>
                <a:lnTo>
                  <a:pt x="1232516" y="802081"/>
                </a:lnTo>
                <a:lnTo>
                  <a:pt x="1253099" y="801195"/>
                </a:lnTo>
                <a:lnTo>
                  <a:pt x="1273693" y="800224"/>
                </a:lnTo>
                <a:lnTo>
                  <a:pt x="1294276" y="799167"/>
                </a:lnTo>
                <a:lnTo>
                  <a:pt x="1314850" y="798014"/>
                </a:lnTo>
                <a:lnTo>
                  <a:pt x="1335424" y="796757"/>
                </a:lnTo>
                <a:lnTo>
                  <a:pt x="1355989" y="795404"/>
                </a:lnTo>
                <a:lnTo>
                  <a:pt x="1376543" y="793928"/>
                </a:lnTo>
                <a:lnTo>
                  <a:pt x="1397098" y="792328"/>
                </a:lnTo>
                <a:lnTo>
                  <a:pt x="1417634" y="790594"/>
                </a:lnTo>
                <a:lnTo>
                  <a:pt x="1438161" y="788718"/>
                </a:lnTo>
                <a:lnTo>
                  <a:pt x="1458668" y="786670"/>
                </a:lnTo>
                <a:lnTo>
                  <a:pt x="1479156" y="784441"/>
                </a:lnTo>
                <a:lnTo>
                  <a:pt x="1499616" y="781983"/>
                </a:lnTo>
                <a:lnTo>
                  <a:pt x="1520057" y="779278"/>
                </a:lnTo>
                <a:lnTo>
                  <a:pt x="1540440" y="776278"/>
                </a:lnTo>
                <a:lnTo>
                  <a:pt x="1560776" y="772906"/>
                </a:lnTo>
                <a:lnTo>
                  <a:pt x="1581026" y="769068"/>
                </a:lnTo>
                <a:lnTo>
                  <a:pt x="1601143" y="764600"/>
                </a:lnTo>
                <a:lnTo>
                  <a:pt x="1621041" y="759247"/>
                </a:lnTo>
                <a:lnTo>
                  <a:pt x="1640481" y="752418"/>
                </a:lnTo>
                <a:lnTo>
                  <a:pt x="1658531" y="742579"/>
                </a:lnTo>
                <a:lnTo>
                  <a:pt x="1668523" y="725300"/>
                </a:lnTo>
                <a:lnTo>
                  <a:pt x="1675790" y="706012"/>
                </a:lnTo>
                <a:lnTo>
                  <a:pt x="1683058" y="686724"/>
                </a:lnTo>
                <a:lnTo>
                  <a:pt x="1690316" y="667445"/>
                </a:lnTo>
                <a:lnTo>
                  <a:pt x="1697584" y="648157"/>
                </a:lnTo>
                <a:lnTo>
                  <a:pt x="1704851" y="628869"/>
                </a:lnTo>
                <a:lnTo>
                  <a:pt x="1712119" y="609581"/>
                </a:lnTo>
                <a:lnTo>
                  <a:pt x="1719386" y="590293"/>
                </a:lnTo>
                <a:lnTo>
                  <a:pt x="1726654" y="571005"/>
                </a:lnTo>
                <a:lnTo>
                  <a:pt x="1733912" y="551717"/>
                </a:lnTo>
                <a:lnTo>
                  <a:pt x="1741180" y="532428"/>
                </a:lnTo>
                <a:lnTo>
                  <a:pt x="1748447" y="513140"/>
                </a:lnTo>
                <a:lnTo>
                  <a:pt x="1755715" y="493852"/>
                </a:lnTo>
                <a:lnTo>
                  <a:pt x="1762982" y="474574"/>
                </a:lnTo>
                <a:lnTo>
                  <a:pt x="1770250" y="455285"/>
                </a:lnTo>
                <a:lnTo>
                  <a:pt x="1777517" y="435997"/>
                </a:lnTo>
                <a:lnTo>
                  <a:pt x="1784775" y="416709"/>
                </a:lnTo>
                <a:lnTo>
                  <a:pt x="1792043" y="397421"/>
                </a:lnTo>
                <a:lnTo>
                  <a:pt x="1799311" y="378133"/>
                </a:lnTo>
                <a:lnTo>
                  <a:pt x="1806578" y="358845"/>
                </a:lnTo>
                <a:lnTo>
                  <a:pt x="1813846" y="339557"/>
                </a:lnTo>
                <a:lnTo>
                  <a:pt x="1821113" y="320269"/>
                </a:lnTo>
                <a:lnTo>
                  <a:pt x="1828381" y="300980"/>
                </a:lnTo>
                <a:lnTo>
                  <a:pt x="1835639" y="281692"/>
                </a:lnTo>
                <a:lnTo>
                  <a:pt x="1842907" y="262414"/>
                </a:lnTo>
                <a:lnTo>
                  <a:pt x="1850174" y="243126"/>
                </a:lnTo>
                <a:lnTo>
                  <a:pt x="1857442" y="223838"/>
                </a:lnTo>
                <a:lnTo>
                  <a:pt x="1864709" y="204549"/>
                </a:lnTo>
                <a:lnTo>
                  <a:pt x="1871977" y="185261"/>
                </a:lnTo>
                <a:lnTo>
                  <a:pt x="1879235" y="165973"/>
                </a:lnTo>
                <a:lnTo>
                  <a:pt x="1886502" y="146685"/>
                </a:lnTo>
                <a:lnTo>
                  <a:pt x="1893770" y="127397"/>
                </a:lnTo>
                <a:lnTo>
                  <a:pt x="1901038" y="108109"/>
                </a:lnTo>
                <a:lnTo>
                  <a:pt x="1908305" y="88821"/>
                </a:lnTo>
                <a:lnTo>
                  <a:pt x="1915573" y="69542"/>
                </a:lnTo>
                <a:lnTo>
                  <a:pt x="1922831" y="50254"/>
                </a:lnTo>
                <a:lnTo>
                  <a:pt x="1930098" y="30966"/>
                </a:lnTo>
                <a:lnTo>
                  <a:pt x="1937366" y="11678"/>
                </a:lnTo>
                <a:lnTo>
                  <a:pt x="1938547" y="7268"/>
                </a:lnTo>
                <a:lnTo>
                  <a:pt x="1921097" y="17945"/>
                </a:lnTo>
                <a:lnTo>
                  <a:pt x="1901600" y="24575"/>
                </a:lnTo>
                <a:lnTo>
                  <a:pt x="1881616" y="29632"/>
                </a:lnTo>
                <a:lnTo>
                  <a:pt x="1861433" y="33795"/>
                </a:lnTo>
                <a:lnTo>
                  <a:pt x="1841135" y="37367"/>
                </a:lnTo>
                <a:lnTo>
                  <a:pt x="1820770" y="40519"/>
                </a:lnTo>
                <a:lnTo>
                  <a:pt x="1800349" y="43339"/>
                </a:lnTo>
                <a:lnTo>
                  <a:pt x="1779899" y="45891"/>
                </a:lnTo>
                <a:lnTo>
                  <a:pt x="1759420" y="48225"/>
                </a:lnTo>
                <a:lnTo>
                  <a:pt x="1738922" y="50378"/>
                </a:lnTo>
                <a:lnTo>
                  <a:pt x="1718415" y="52378"/>
                </a:lnTo>
                <a:lnTo>
                  <a:pt x="1697888" y="54226"/>
                </a:lnTo>
                <a:lnTo>
                  <a:pt x="1677343" y="55950"/>
                </a:lnTo>
                <a:lnTo>
                  <a:pt x="1656798" y="57569"/>
                </a:lnTo>
                <a:lnTo>
                  <a:pt x="1636243" y="59084"/>
                </a:lnTo>
                <a:lnTo>
                  <a:pt x="1615688" y="60503"/>
                </a:lnTo>
                <a:lnTo>
                  <a:pt x="1595114" y="61846"/>
                </a:lnTo>
                <a:lnTo>
                  <a:pt x="1574549" y="63113"/>
                </a:lnTo>
                <a:lnTo>
                  <a:pt x="1553966" y="64303"/>
                </a:lnTo>
                <a:lnTo>
                  <a:pt x="1533392" y="65427"/>
                </a:lnTo>
                <a:lnTo>
                  <a:pt x="1512808" y="66494"/>
                </a:lnTo>
                <a:lnTo>
                  <a:pt x="1492225" y="67494"/>
                </a:lnTo>
                <a:lnTo>
                  <a:pt x="1471632" y="68437"/>
                </a:lnTo>
                <a:lnTo>
                  <a:pt x="1451039" y="69323"/>
                </a:lnTo>
                <a:lnTo>
                  <a:pt x="1430445" y="70161"/>
                </a:lnTo>
                <a:lnTo>
                  <a:pt x="1409852" y="70952"/>
                </a:lnTo>
                <a:lnTo>
                  <a:pt x="1389259" y="71695"/>
                </a:lnTo>
                <a:lnTo>
                  <a:pt x="1368657" y="72400"/>
                </a:lnTo>
                <a:lnTo>
                  <a:pt x="1348054" y="73057"/>
                </a:lnTo>
                <a:lnTo>
                  <a:pt x="1327452" y="73666"/>
                </a:lnTo>
                <a:lnTo>
                  <a:pt x="1306849" y="74238"/>
                </a:lnTo>
                <a:lnTo>
                  <a:pt x="1286246" y="74771"/>
                </a:lnTo>
                <a:lnTo>
                  <a:pt x="1265644" y="75267"/>
                </a:lnTo>
                <a:lnTo>
                  <a:pt x="1245041" y="75724"/>
                </a:lnTo>
                <a:lnTo>
                  <a:pt x="1224429" y="76143"/>
                </a:lnTo>
                <a:lnTo>
                  <a:pt x="1203827" y="76533"/>
                </a:lnTo>
                <a:lnTo>
                  <a:pt x="1183215" y="76886"/>
                </a:lnTo>
                <a:lnTo>
                  <a:pt x="1162612" y="77200"/>
                </a:lnTo>
                <a:lnTo>
                  <a:pt x="1142000" y="77486"/>
                </a:lnTo>
                <a:lnTo>
                  <a:pt x="1121388" y="77734"/>
                </a:lnTo>
                <a:lnTo>
                  <a:pt x="1100785" y="77953"/>
                </a:lnTo>
                <a:lnTo>
                  <a:pt x="1080173" y="78134"/>
                </a:lnTo>
                <a:lnTo>
                  <a:pt x="1059561" y="78286"/>
                </a:lnTo>
                <a:lnTo>
                  <a:pt x="1038949" y="78410"/>
                </a:lnTo>
                <a:lnTo>
                  <a:pt x="1018346" y="78496"/>
                </a:lnTo>
                <a:lnTo>
                  <a:pt x="997734" y="78553"/>
                </a:lnTo>
                <a:lnTo>
                  <a:pt x="977122" y="78572"/>
                </a:lnTo>
                <a:lnTo>
                  <a:pt x="956510" y="78572"/>
                </a:lnTo>
                <a:lnTo>
                  <a:pt x="935898" y="78534"/>
                </a:lnTo>
                <a:lnTo>
                  <a:pt x="915295" y="78457"/>
                </a:lnTo>
                <a:lnTo>
                  <a:pt x="894683" y="78362"/>
                </a:lnTo>
                <a:lnTo>
                  <a:pt x="874071" y="78229"/>
                </a:lnTo>
                <a:lnTo>
                  <a:pt x="853459" y="78067"/>
                </a:lnTo>
                <a:lnTo>
                  <a:pt x="832847" y="77867"/>
                </a:lnTo>
                <a:lnTo>
                  <a:pt x="812244" y="77638"/>
                </a:lnTo>
                <a:lnTo>
                  <a:pt x="791632" y="77381"/>
                </a:lnTo>
                <a:lnTo>
                  <a:pt x="771020" y="77076"/>
                </a:lnTo>
                <a:lnTo>
                  <a:pt x="750418" y="76752"/>
                </a:lnTo>
                <a:lnTo>
                  <a:pt x="729806" y="76381"/>
                </a:lnTo>
                <a:lnTo>
                  <a:pt x="709203" y="75981"/>
                </a:lnTo>
                <a:lnTo>
                  <a:pt x="688600" y="75543"/>
                </a:lnTo>
                <a:lnTo>
                  <a:pt x="667988" y="75076"/>
                </a:lnTo>
                <a:lnTo>
                  <a:pt x="647386" y="74562"/>
                </a:lnTo>
                <a:lnTo>
                  <a:pt x="626783" y="74019"/>
                </a:lnTo>
                <a:lnTo>
                  <a:pt x="606181" y="73428"/>
                </a:lnTo>
                <a:lnTo>
                  <a:pt x="585578" y="72800"/>
                </a:lnTo>
                <a:lnTo>
                  <a:pt x="564985" y="72123"/>
                </a:lnTo>
                <a:lnTo>
                  <a:pt x="544382" y="71409"/>
                </a:lnTo>
                <a:lnTo>
                  <a:pt x="523789" y="70647"/>
                </a:lnTo>
                <a:lnTo>
                  <a:pt x="503196" y="69837"/>
                </a:lnTo>
                <a:lnTo>
                  <a:pt x="482603" y="68980"/>
                </a:lnTo>
                <a:lnTo>
                  <a:pt x="462010" y="68066"/>
                </a:lnTo>
                <a:lnTo>
                  <a:pt x="441417" y="67094"/>
                </a:lnTo>
                <a:lnTo>
                  <a:pt x="420834" y="66075"/>
                </a:lnTo>
                <a:lnTo>
                  <a:pt x="400250" y="64989"/>
                </a:lnTo>
                <a:lnTo>
                  <a:pt x="379676" y="63837"/>
                </a:lnTo>
                <a:lnTo>
                  <a:pt x="359102" y="62627"/>
                </a:lnTo>
                <a:lnTo>
                  <a:pt x="338528" y="61331"/>
                </a:lnTo>
                <a:lnTo>
                  <a:pt x="317964" y="59960"/>
                </a:lnTo>
                <a:lnTo>
                  <a:pt x="297409" y="58493"/>
                </a:lnTo>
                <a:lnTo>
                  <a:pt x="276854" y="56940"/>
                </a:lnTo>
                <a:lnTo>
                  <a:pt x="256318" y="55283"/>
                </a:lnTo>
                <a:lnTo>
                  <a:pt x="235782" y="53511"/>
                </a:lnTo>
                <a:lnTo>
                  <a:pt x="215255" y="51606"/>
                </a:lnTo>
                <a:lnTo>
                  <a:pt x="194748" y="49549"/>
                </a:lnTo>
                <a:lnTo>
                  <a:pt x="174260" y="47330"/>
                </a:lnTo>
                <a:lnTo>
                  <a:pt x="153791" y="44910"/>
                </a:lnTo>
                <a:lnTo>
                  <a:pt x="133350" y="42262"/>
                </a:lnTo>
                <a:lnTo>
                  <a:pt x="112957" y="39319"/>
                </a:lnTo>
                <a:lnTo>
                  <a:pt x="92612" y="36014"/>
                </a:lnTo>
                <a:lnTo>
                  <a:pt x="72352" y="32233"/>
                </a:lnTo>
                <a:lnTo>
                  <a:pt x="52226" y="27765"/>
                </a:lnTo>
                <a:lnTo>
                  <a:pt x="32385" y="22212"/>
                </a:lnTo>
                <a:lnTo>
                  <a:pt x="13287" y="14526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78A8D5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50" name="funnel-step-cap-2">
            <a:extLst xmlns:a="http://schemas.openxmlformats.org/drawingml/2006/main">
              <a:ext uri="{FF2B5EF4-FFF2-40B4-BE49-F238E27FC236}">
                <a16:creationId xmlns:a16="http://schemas.microsoft.com/office/drawing/2014/main" id="{3417B77B-E162-4D58-B427-E3235AB75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648751" y="4210050"/>
            <a:ext cx="1941747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8A8D5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51" name="funnel-step-body-3">
            <a:extLst xmlns:a="http://schemas.openxmlformats.org/drawingml/2006/main">
              <a:ext uri="{FF2B5EF4-FFF2-40B4-BE49-F238E27FC236}">
                <a16:creationId xmlns:a16="http://schemas.microsoft.com/office/drawing/2014/main" id="{9341C62D-F456-4FF9-9FE8-D2977F2E9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23252" y="5243513"/>
            <a:ext cx="1390888" cy="807234"/>
          </a:xfrm>
          <a:custGeom xmlns:a="http://schemas.openxmlformats.org/drawingml/2006/main">
            <a:pathLst>
              <a:path w="1390888" h="807234">
                <a:moveTo>
                  <a:pt x="0" y="0"/>
                </a:moveTo>
                <a:lnTo>
                  <a:pt x="6363" y="17955"/>
                </a:lnTo>
                <a:lnTo>
                  <a:pt x="12725" y="35909"/>
                </a:lnTo>
                <a:lnTo>
                  <a:pt x="19088" y="53864"/>
                </a:lnTo>
                <a:lnTo>
                  <a:pt x="25451" y="71819"/>
                </a:lnTo>
                <a:lnTo>
                  <a:pt x="31814" y="89773"/>
                </a:lnTo>
                <a:lnTo>
                  <a:pt x="38176" y="107728"/>
                </a:lnTo>
                <a:lnTo>
                  <a:pt x="44539" y="125682"/>
                </a:lnTo>
                <a:lnTo>
                  <a:pt x="50902" y="143637"/>
                </a:lnTo>
                <a:lnTo>
                  <a:pt x="57264" y="161592"/>
                </a:lnTo>
                <a:lnTo>
                  <a:pt x="63627" y="179546"/>
                </a:lnTo>
                <a:lnTo>
                  <a:pt x="69990" y="197501"/>
                </a:lnTo>
                <a:lnTo>
                  <a:pt x="76352" y="215456"/>
                </a:lnTo>
                <a:lnTo>
                  <a:pt x="82715" y="233410"/>
                </a:lnTo>
                <a:lnTo>
                  <a:pt x="89078" y="251365"/>
                </a:lnTo>
                <a:lnTo>
                  <a:pt x="95441" y="269319"/>
                </a:lnTo>
                <a:lnTo>
                  <a:pt x="101803" y="287274"/>
                </a:lnTo>
                <a:lnTo>
                  <a:pt x="108166" y="305229"/>
                </a:lnTo>
                <a:lnTo>
                  <a:pt x="114529" y="323183"/>
                </a:lnTo>
                <a:lnTo>
                  <a:pt x="120891" y="341138"/>
                </a:lnTo>
                <a:lnTo>
                  <a:pt x="127254" y="359093"/>
                </a:lnTo>
                <a:lnTo>
                  <a:pt x="133617" y="377047"/>
                </a:lnTo>
                <a:lnTo>
                  <a:pt x="139979" y="395002"/>
                </a:lnTo>
                <a:lnTo>
                  <a:pt x="146342" y="412956"/>
                </a:lnTo>
                <a:lnTo>
                  <a:pt x="152705" y="430911"/>
                </a:lnTo>
                <a:lnTo>
                  <a:pt x="159068" y="448866"/>
                </a:lnTo>
                <a:lnTo>
                  <a:pt x="165430" y="466820"/>
                </a:lnTo>
                <a:lnTo>
                  <a:pt x="171793" y="484775"/>
                </a:lnTo>
                <a:lnTo>
                  <a:pt x="178156" y="502730"/>
                </a:lnTo>
                <a:lnTo>
                  <a:pt x="184518" y="520684"/>
                </a:lnTo>
                <a:lnTo>
                  <a:pt x="190881" y="538639"/>
                </a:lnTo>
                <a:lnTo>
                  <a:pt x="197244" y="556593"/>
                </a:lnTo>
                <a:lnTo>
                  <a:pt x="203606" y="574548"/>
                </a:lnTo>
                <a:lnTo>
                  <a:pt x="209969" y="592503"/>
                </a:lnTo>
                <a:lnTo>
                  <a:pt x="216332" y="610457"/>
                </a:lnTo>
                <a:lnTo>
                  <a:pt x="222695" y="628412"/>
                </a:lnTo>
                <a:lnTo>
                  <a:pt x="229057" y="646367"/>
                </a:lnTo>
                <a:lnTo>
                  <a:pt x="235420" y="664321"/>
                </a:lnTo>
                <a:lnTo>
                  <a:pt x="241783" y="682276"/>
                </a:lnTo>
                <a:lnTo>
                  <a:pt x="248145" y="700230"/>
                </a:lnTo>
                <a:lnTo>
                  <a:pt x="254508" y="718185"/>
                </a:lnTo>
                <a:lnTo>
                  <a:pt x="259861" y="736368"/>
                </a:lnTo>
                <a:lnTo>
                  <a:pt x="272310" y="750494"/>
                </a:lnTo>
                <a:lnTo>
                  <a:pt x="288808" y="759952"/>
                </a:lnTo>
                <a:lnTo>
                  <a:pt x="306476" y="767048"/>
                </a:lnTo>
                <a:lnTo>
                  <a:pt x="324650" y="772744"/>
                </a:lnTo>
                <a:lnTo>
                  <a:pt x="343091" y="777507"/>
                </a:lnTo>
                <a:lnTo>
                  <a:pt x="361693" y="781583"/>
                </a:lnTo>
                <a:lnTo>
                  <a:pt x="380409" y="785127"/>
                </a:lnTo>
                <a:lnTo>
                  <a:pt x="399202" y="788232"/>
                </a:lnTo>
                <a:lnTo>
                  <a:pt x="418052" y="790985"/>
                </a:lnTo>
                <a:lnTo>
                  <a:pt x="436950" y="793423"/>
                </a:lnTo>
                <a:lnTo>
                  <a:pt x="455867" y="795595"/>
                </a:lnTo>
                <a:lnTo>
                  <a:pt x="474821" y="797528"/>
                </a:lnTo>
                <a:lnTo>
                  <a:pt x="493795" y="799243"/>
                </a:lnTo>
                <a:lnTo>
                  <a:pt x="512778" y="800757"/>
                </a:lnTo>
                <a:lnTo>
                  <a:pt x="531781" y="802091"/>
                </a:lnTo>
                <a:lnTo>
                  <a:pt x="550793" y="803253"/>
                </a:lnTo>
                <a:lnTo>
                  <a:pt x="569814" y="804253"/>
                </a:lnTo>
                <a:lnTo>
                  <a:pt x="588845" y="805101"/>
                </a:lnTo>
                <a:lnTo>
                  <a:pt x="607886" y="805796"/>
                </a:lnTo>
                <a:lnTo>
                  <a:pt x="626926" y="806358"/>
                </a:lnTo>
                <a:lnTo>
                  <a:pt x="645966" y="806777"/>
                </a:lnTo>
                <a:lnTo>
                  <a:pt x="665016" y="807063"/>
                </a:lnTo>
                <a:lnTo>
                  <a:pt x="684066" y="807215"/>
                </a:lnTo>
                <a:lnTo>
                  <a:pt x="703107" y="807234"/>
                </a:lnTo>
                <a:lnTo>
                  <a:pt x="722157" y="807120"/>
                </a:lnTo>
                <a:lnTo>
                  <a:pt x="741207" y="806872"/>
                </a:lnTo>
                <a:lnTo>
                  <a:pt x="760247" y="806491"/>
                </a:lnTo>
                <a:lnTo>
                  <a:pt x="779288" y="805977"/>
                </a:lnTo>
                <a:lnTo>
                  <a:pt x="798328" y="805320"/>
                </a:lnTo>
                <a:lnTo>
                  <a:pt x="817359" y="804520"/>
                </a:lnTo>
                <a:lnTo>
                  <a:pt x="836390" y="803558"/>
                </a:lnTo>
                <a:lnTo>
                  <a:pt x="855402" y="802443"/>
                </a:lnTo>
                <a:lnTo>
                  <a:pt x="874405" y="801167"/>
                </a:lnTo>
                <a:lnTo>
                  <a:pt x="893397" y="799700"/>
                </a:lnTo>
                <a:lnTo>
                  <a:pt x="912381" y="798052"/>
                </a:lnTo>
                <a:lnTo>
                  <a:pt x="931335" y="796185"/>
                </a:lnTo>
                <a:lnTo>
                  <a:pt x="950262" y="794090"/>
                </a:lnTo>
                <a:lnTo>
                  <a:pt x="969169" y="791728"/>
                </a:lnTo>
                <a:lnTo>
                  <a:pt x="988028" y="789070"/>
                </a:lnTo>
                <a:lnTo>
                  <a:pt x="1006840" y="786079"/>
                </a:lnTo>
                <a:lnTo>
                  <a:pt x="1025585" y="782669"/>
                </a:lnTo>
                <a:lnTo>
                  <a:pt x="1044226" y="778764"/>
                </a:lnTo>
                <a:lnTo>
                  <a:pt x="1062723" y="774230"/>
                </a:lnTo>
                <a:lnTo>
                  <a:pt x="1080992" y="768829"/>
                </a:lnTo>
                <a:lnTo>
                  <a:pt x="1098852" y="762219"/>
                </a:lnTo>
                <a:lnTo>
                  <a:pt x="1115816" y="753608"/>
                </a:lnTo>
                <a:lnTo>
                  <a:pt x="1130103" y="741188"/>
                </a:lnTo>
                <a:lnTo>
                  <a:pt x="1136371" y="723433"/>
                </a:lnTo>
                <a:lnTo>
                  <a:pt x="1142733" y="705479"/>
                </a:lnTo>
                <a:lnTo>
                  <a:pt x="1149096" y="687524"/>
                </a:lnTo>
                <a:lnTo>
                  <a:pt x="1155459" y="669569"/>
                </a:lnTo>
                <a:lnTo>
                  <a:pt x="1161821" y="651615"/>
                </a:lnTo>
                <a:lnTo>
                  <a:pt x="1168184" y="633660"/>
                </a:lnTo>
                <a:lnTo>
                  <a:pt x="1174547" y="615706"/>
                </a:lnTo>
                <a:lnTo>
                  <a:pt x="1180910" y="597751"/>
                </a:lnTo>
                <a:lnTo>
                  <a:pt x="1187272" y="579796"/>
                </a:lnTo>
                <a:lnTo>
                  <a:pt x="1193635" y="561842"/>
                </a:lnTo>
                <a:lnTo>
                  <a:pt x="1199998" y="543887"/>
                </a:lnTo>
                <a:lnTo>
                  <a:pt x="1206360" y="525932"/>
                </a:lnTo>
                <a:lnTo>
                  <a:pt x="1212723" y="507978"/>
                </a:lnTo>
                <a:lnTo>
                  <a:pt x="1219086" y="490023"/>
                </a:lnTo>
                <a:lnTo>
                  <a:pt x="1225448" y="472069"/>
                </a:lnTo>
                <a:lnTo>
                  <a:pt x="1231811" y="454114"/>
                </a:lnTo>
                <a:lnTo>
                  <a:pt x="1238174" y="436159"/>
                </a:lnTo>
                <a:lnTo>
                  <a:pt x="1244537" y="418205"/>
                </a:lnTo>
                <a:lnTo>
                  <a:pt x="1250899" y="400250"/>
                </a:lnTo>
                <a:lnTo>
                  <a:pt x="1257262" y="382295"/>
                </a:lnTo>
                <a:lnTo>
                  <a:pt x="1263625" y="364341"/>
                </a:lnTo>
                <a:lnTo>
                  <a:pt x="1269987" y="346386"/>
                </a:lnTo>
                <a:lnTo>
                  <a:pt x="1276350" y="328432"/>
                </a:lnTo>
                <a:lnTo>
                  <a:pt x="1282713" y="310477"/>
                </a:lnTo>
                <a:lnTo>
                  <a:pt x="1289085" y="292522"/>
                </a:lnTo>
                <a:lnTo>
                  <a:pt x="1295448" y="274568"/>
                </a:lnTo>
                <a:lnTo>
                  <a:pt x="1301810" y="256613"/>
                </a:lnTo>
                <a:lnTo>
                  <a:pt x="1308173" y="238658"/>
                </a:lnTo>
                <a:lnTo>
                  <a:pt x="1314536" y="220704"/>
                </a:lnTo>
                <a:lnTo>
                  <a:pt x="1320898" y="202749"/>
                </a:lnTo>
                <a:lnTo>
                  <a:pt x="1327261" y="184795"/>
                </a:lnTo>
                <a:lnTo>
                  <a:pt x="1333624" y="166840"/>
                </a:lnTo>
                <a:lnTo>
                  <a:pt x="1339987" y="148885"/>
                </a:lnTo>
                <a:lnTo>
                  <a:pt x="1346349" y="130931"/>
                </a:lnTo>
                <a:lnTo>
                  <a:pt x="1352712" y="112976"/>
                </a:lnTo>
                <a:lnTo>
                  <a:pt x="1359075" y="95021"/>
                </a:lnTo>
                <a:lnTo>
                  <a:pt x="1365437" y="77067"/>
                </a:lnTo>
                <a:lnTo>
                  <a:pt x="1371800" y="59112"/>
                </a:lnTo>
                <a:lnTo>
                  <a:pt x="1378163" y="41158"/>
                </a:lnTo>
                <a:lnTo>
                  <a:pt x="1384525" y="23203"/>
                </a:lnTo>
                <a:lnTo>
                  <a:pt x="1390888" y="5248"/>
                </a:lnTo>
                <a:lnTo>
                  <a:pt x="1386716" y="11630"/>
                </a:lnTo>
                <a:lnTo>
                  <a:pt x="1370648" y="21698"/>
                </a:lnTo>
                <a:lnTo>
                  <a:pt x="1352893" y="28575"/>
                </a:lnTo>
                <a:lnTo>
                  <a:pt x="1334614" y="33928"/>
                </a:lnTo>
                <a:lnTo>
                  <a:pt x="1316088" y="38376"/>
                </a:lnTo>
                <a:lnTo>
                  <a:pt x="1297429" y="42196"/>
                </a:lnTo>
                <a:lnTo>
                  <a:pt x="1278684" y="45558"/>
                </a:lnTo>
                <a:lnTo>
                  <a:pt x="1259872" y="48549"/>
                </a:lnTo>
                <a:lnTo>
                  <a:pt x="1241012" y="51245"/>
                </a:lnTo>
                <a:lnTo>
                  <a:pt x="1222124" y="53702"/>
                </a:lnTo>
                <a:lnTo>
                  <a:pt x="1203208" y="55940"/>
                </a:lnTo>
                <a:lnTo>
                  <a:pt x="1184272" y="57998"/>
                </a:lnTo>
                <a:lnTo>
                  <a:pt x="1165317" y="59893"/>
                </a:lnTo>
                <a:lnTo>
                  <a:pt x="1146353" y="61646"/>
                </a:lnTo>
                <a:lnTo>
                  <a:pt x="1127369" y="63275"/>
                </a:lnTo>
                <a:lnTo>
                  <a:pt x="1108377" y="64789"/>
                </a:lnTo>
                <a:lnTo>
                  <a:pt x="1089384" y="66180"/>
                </a:lnTo>
                <a:lnTo>
                  <a:pt x="1070381" y="67485"/>
                </a:lnTo>
                <a:lnTo>
                  <a:pt x="1051370" y="68685"/>
                </a:lnTo>
                <a:lnTo>
                  <a:pt x="1032358" y="69809"/>
                </a:lnTo>
                <a:lnTo>
                  <a:pt x="1013336" y="70847"/>
                </a:lnTo>
                <a:lnTo>
                  <a:pt x="994305" y="71799"/>
                </a:lnTo>
                <a:lnTo>
                  <a:pt x="975284" y="72685"/>
                </a:lnTo>
                <a:lnTo>
                  <a:pt x="956253" y="73495"/>
                </a:lnTo>
                <a:lnTo>
                  <a:pt x="937212" y="74247"/>
                </a:lnTo>
                <a:lnTo>
                  <a:pt x="918181" y="74924"/>
                </a:lnTo>
                <a:lnTo>
                  <a:pt x="899141" y="75533"/>
                </a:lnTo>
                <a:lnTo>
                  <a:pt x="880100" y="76095"/>
                </a:lnTo>
                <a:lnTo>
                  <a:pt x="861060" y="76591"/>
                </a:lnTo>
                <a:lnTo>
                  <a:pt x="842010" y="77029"/>
                </a:lnTo>
                <a:lnTo>
                  <a:pt x="822970" y="77410"/>
                </a:lnTo>
                <a:lnTo>
                  <a:pt x="803920" y="77734"/>
                </a:lnTo>
                <a:lnTo>
                  <a:pt x="784879" y="78010"/>
                </a:lnTo>
                <a:lnTo>
                  <a:pt x="765829" y="78229"/>
                </a:lnTo>
                <a:lnTo>
                  <a:pt x="746779" y="78400"/>
                </a:lnTo>
                <a:lnTo>
                  <a:pt x="727729" y="78505"/>
                </a:lnTo>
                <a:lnTo>
                  <a:pt x="708679" y="78562"/>
                </a:lnTo>
                <a:lnTo>
                  <a:pt x="689639" y="78572"/>
                </a:lnTo>
                <a:lnTo>
                  <a:pt x="670589" y="78524"/>
                </a:lnTo>
                <a:lnTo>
                  <a:pt x="651539" y="78429"/>
                </a:lnTo>
                <a:lnTo>
                  <a:pt x="632489" y="78286"/>
                </a:lnTo>
                <a:lnTo>
                  <a:pt x="613439" y="78086"/>
                </a:lnTo>
                <a:lnTo>
                  <a:pt x="594398" y="77819"/>
                </a:lnTo>
                <a:lnTo>
                  <a:pt x="575348" y="77514"/>
                </a:lnTo>
                <a:lnTo>
                  <a:pt x="556308" y="77143"/>
                </a:lnTo>
                <a:lnTo>
                  <a:pt x="537258" y="76724"/>
                </a:lnTo>
                <a:lnTo>
                  <a:pt x="518217" y="76248"/>
                </a:lnTo>
                <a:lnTo>
                  <a:pt x="499177" y="75705"/>
                </a:lnTo>
                <a:lnTo>
                  <a:pt x="480136" y="75105"/>
                </a:lnTo>
                <a:lnTo>
                  <a:pt x="461096" y="74447"/>
                </a:lnTo>
                <a:lnTo>
                  <a:pt x="442065" y="73724"/>
                </a:lnTo>
                <a:lnTo>
                  <a:pt x="423034" y="72933"/>
                </a:lnTo>
                <a:lnTo>
                  <a:pt x="404003" y="72066"/>
                </a:lnTo>
                <a:lnTo>
                  <a:pt x="384981" y="71133"/>
                </a:lnTo>
                <a:lnTo>
                  <a:pt x="365960" y="70123"/>
                </a:lnTo>
                <a:lnTo>
                  <a:pt x="346939" y="69028"/>
                </a:lnTo>
                <a:lnTo>
                  <a:pt x="327927" y="67847"/>
                </a:lnTo>
                <a:lnTo>
                  <a:pt x="308924" y="66580"/>
                </a:lnTo>
                <a:lnTo>
                  <a:pt x="289922" y="65199"/>
                </a:lnTo>
                <a:lnTo>
                  <a:pt x="270929" y="63732"/>
                </a:lnTo>
                <a:lnTo>
                  <a:pt x="251946" y="62141"/>
                </a:lnTo>
                <a:lnTo>
                  <a:pt x="232982" y="60427"/>
                </a:lnTo>
                <a:lnTo>
                  <a:pt x="214017" y="58569"/>
                </a:lnTo>
                <a:lnTo>
                  <a:pt x="195072" y="56559"/>
                </a:lnTo>
                <a:lnTo>
                  <a:pt x="176155" y="54378"/>
                </a:lnTo>
                <a:lnTo>
                  <a:pt x="157258" y="51987"/>
                </a:lnTo>
                <a:lnTo>
                  <a:pt x="138389" y="49368"/>
                </a:lnTo>
                <a:lnTo>
                  <a:pt x="119558" y="46463"/>
                </a:lnTo>
                <a:lnTo>
                  <a:pt x="100794" y="43224"/>
                </a:lnTo>
                <a:lnTo>
                  <a:pt x="82096" y="39548"/>
                </a:lnTo>
                <a:lnTo>
                  <a:pt x="63532" y="35309"/>
                </a:lnTo>
                <a:lnTo>
                  <a:pt x="45168" y="30261"/>
                </a:lnTo>
                <a:lnTo>
                  <a:pt x="27203" y="23927"/>
                </a:lnTo>
                <a:lnTo>
                  <a:pt x="10363" y="15116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78A8D5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52" name="funnel-step-cap-3">
            <a:extLst xmlns:a="http://schemas.openxmlformats.org/drawingml/2006/main">
              <a:ext uri="{FF2B5EF4-FFF2-40B4-BE49-F238E27FC236}">
                <a16:creationId xmlns:a16="http://schemas.microsoft.com/office/drawing/2014/main" id="{38843B12-8A10-4379-8305-4EBBE21AD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23271" y="5119688"/>
            <a:ext cx="1392707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8A8D5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53" name="funnel-flow-arrow">
            <a:extLst xmlns:a="http://schemas.openxmlformats.org/drawingml/2006/main">
              <a:ext uri="{FF2B5EF4-FFF2-40B4-BE49-F238E27FC236}">
                <a16:creationId xmlns:a16="http://schemas.microsoft.com/office/drawing/2014/main" id="{809856BD-ED43-4A88-AD0E-0004E9F1C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52850" y="2466975"/>
            <a:ext cx="1733550" cy="3631149"/>
          </a:xfrm>
          <a:custGeom xmlns:a="http://schemas.openxmlformats.org/drawingml/2006/main">
            <a:pathLst>
              <a:path w="1733550" h="3631149">
                <a:moveTo>
                  <a:pt x="0" y="0"/>
                </a:moveTo>
                <a:lnTo>
                  <a:pt x="0" y="42824"/>
                </a:lnTo>
                <a:lnTo>
                  <a:pt x="8630" y="84668"/>
                </a:lnTo>
                <a:lnTo>
                  <a:pt x="18345" y="126378"/>
                </a:lnTo>
                <a:lnTo>
                  <a:pt x="28061" y="168088"/>
                </a:lnTo>
                <a:lnTo>
                  <a:pt x="37776" y="209807"/>
                </a:lnTo>
                <a:lnTo>
                  <a:pt x="47492" y="251517"/>
                </a:lnTo>
                <a:lnTo>
                  <a:pt x="57207" y="293227"/>
                </a:lnTo>
                <a:lnTo>
                  <a:pt x="66923" y="334947"/>
                </a:lnTo>
                <a:lnTo>
                  <a:pt x="76638" y="376657"/>
                </a:lnTo>
                <a:lnTo>
                  <a:pt x="86354" y="418367"/>
                </a:lnTo>
                <a:lnTo>
                  <a:pt x="96069" y="460077"/>
                </a:lnTo>
                <a:lnTo>
                  <a:pt x="105785" y="501796"/>
                </a:lnTo>
                <a:lnTo>
                  <a:pt x="115500" y="543506"/>
                </a:lnTo>
                <a:lnTo>
                  <a:pt x="125216" y="585216"/>
                </a:lnTo>
                <a:lnTo>
                  <a:pt x="134931" y="626926"/>
                </a:lnTo>
                <a:lnTo>
                  <a:pt x="144647" y="668645"/>
                </a:lnTo>
                <a:lnTo>
                  <a:pt x="154362" y="710355"/>
                </a:lnTo>
                <a:lnTo>
                  <a:pt x="164078" y="752065"/>
                </a:lnTo>
                <a:lnTo>
                  <a:pt x="173793" y="793785"/>
                </a:lnTo>
                <a:lnTo>
                  <a:pt x="183509" y="835495"/>
                </a:lnTo>
                <a:lnTo>
                  <a:pt x="193224" y="877205"/>
                </a:lnTo>
                <a:lnTo>
                  <a:pt x="201378" y="919248"/>
                </a:lnTo>
                <a:lnTo>
                  <a:pt x="209312" y="961339"/>
                </a:lnTo>
                <a:lnTo>
                  <a:pt x="216751" y="1003516"/>
                </a:lnTo>
                <a:lnTo>
                  <a:pt x="224190" y="1045693"/>
                </a:lnTo>
                <a:lnTo>
                  <a:pt x="231629" y="1087869"/>
                </a:lnTo>
                <a:lnTo>
                  <a:pt x="239068" y="1130046"/>
                </a:lnTo>
                <a:lnTo>
                  <a:pt x="246507" y="1172223"/>
                </a:lnTo>
                <a:lnTo>
                  <a:pt x="253946" y="1214409"/>
                </a:lnTo>
                <a:lnTo>
                  <a:pt x="261385" y="1256586"/>
                </a:lnTo>
                <a:lnTo>
                  <a:pt x="268815" y="1298762"/>
                </a:lnTo>
                <a:lnTo>
                  <a:pt x="276254" y="1340939"/>
                </a:lnTo>
                <a:lnTo>
                  <a:pt x="283693" y="1383116"/>
                </a:lnTo>
                <a:lnTo>
                  <a:pt x="291132" y="1425292"/>
                </a:lnTo>
                <a:lnTo>
                  <a:pt x="298571" y="1467479"/>
                </a:lnTo>
                <a:lnTo>
                  <a:pt x="306010" y="1509655"/>
                </a:lnTo>
                <a:lnTo>
                  <a:pt x="313449" y="1551832"/>
                </a:lnTo>
                <a:lnTo>
                  <a:pt x="320888" y="1594009"/>
                </a:lnTo>
                <a:lnTo>
                  <a:pt x="328317" y="1636185"/>
                </a:lnTo>
                <a:lnTo>
                  <a:pt x="335756" y="1678362"/>
                </a:lnTo>
                <a:lnTo>
                  <a:pt x="343195" y="1720548"/>
                </a:lnTo>
                <a:lnTo>
                  <a:pt x="350634" y="1762725"/>
                </a:lnTo>
                <a:lnTo>
                  <a:pt x="357930" y="1804921"/>
                </a:lnTo>
                <a:lnTo>
                  <a:pt x="364960" y="1847174"/>
                </a:lnTo>
                <a:lnTo>
                  <a:pt x="371846" y="1889446"/>
                </a:lnTo>
                <a:lnTo>
                  <a:pt x="378619" y="1931737"/>
                </a:lnTo>
                <a:lnTo>
                  <a:pt x="385391" y="1974028"/>
                </a:lnTo>
                <a:lnTo>
                  <a:pt x="392163" y="2016319"/>
                </a:lnTo>
                <a:lnTo>
                  <a:pt x="398936" y="2058610"/>
                </a:lnTo>
                <a:lnTo>
                  <a:pt x="405698" y="2100901"/>
                </a:lnTo>
                <a:lnTo>
                  <a:pt x="412471" y="2143192"/>
                </a:lnTo>
                <a:lnTo>
                  <a:pt x="419243" y="2185483"/>
                </a:lnTo>
                <a:lnTo>
                  <a:pt x="426015" y="2227764"/>
                </a:lnTo>
                <a:lnTo>
                  <a:pt x="432787" y="2270055"/>
                </a:lnTo>
                <a:lnTo>
                  <a:pt x="439560" y="2312346"/>
                </a:lnTo>
                <a:lnTo>
                  <a:pt x="446332" y="2354637"/>
                </a:lnTo>
                <a:lnTo>
                  <a:pt x="453104" y="2396928"/>
                </a:lnTo>
                <a:lnTo>
                  <a:pt x="459877" y="2439219"/>
                </a:lnTo>
                <a:lnTo>
                  <a:pt x="466649" y="2481510"/>
                </a:lnTo>
                <a:lnTo>
                  <a:pt x="473412" y="2523801"/>
                </a:lnTo>
                <a:lnTo>
                  <a:pt x="480184" y="2566092"/>
                </a:lnTo>
                <a:lnTo>
                  <a:pt x="486956" y="2608383"/>
                </a:lnTo>
                <a:lnTo>
                  <a:pt x="493728" y="2650674"/>
                </a:lnTo>
                <a:lnTo>
                  <a:pt x="500501" y="2692965"/>
                </a:lnTo>
                <a:lnTo>
                  <a:pt x="507101" y="2735285"/>
                </a:lnTo>
                <a:lnTo>
                  <a:pt x="513655" y="2777604"/>
                </a:lnTo>
                <a:lnTo>
                  <a:pt x="520151" y="2819933"/>
                </a:lnTo>
                <a:lnTo>
                  <a:pt x="526656" y="2862272"/>
                </a:lnTo>
                <a:lnTo>
                  <a:pt x="533152" y="2904601"/>
                </a:lnTo>
                <a:lnTo>
                  <a:pt x="539648" y="2946940"/>
                </a:lnTo>
                <a:lnTo>
                  <a:pt x="503596" y="2952750"/>
                </a:lnTo>
                <a:lnTo>
                  <a:pt x="460762" y="2952750"/>
                </a:lnTo>
                <a:lnTo>
                  <a:pt x="417938" y="2952750"/>
                </a:lnTo>
                <a:lnTo>
                  <a:pt x="375104" y="2952750"/>
                </a:lnTo>
                <a:lnTo>
                  <a:pt x="332280" y="2952750"/>
                </a:lnTo>
                <a:lnTo>
                  <a:pt x="289446" y="2952750"/>
                </a:lnTo>
                <a:lnTo>
                  <a:pt x="246621" y="2952750"/>
                </a:lnTo>
                <a:lnTo>
                  <a:pt x="225571" y="2962113"/>
                </a:lnTo>
                <a:lnTo>
                  <a:pt x="255032" y="2993193"/>
                </a:lnTo>
                <a:lnTo>
                  <a:pt x="284502" y="3024283"/>
                </a:lnTo>
                <a:lnTo>
                  <a:pt x="313963" y="3055363"/>
                </a:lnTo>
                <a:lnTo>
                  <a:pt x="343424" y="3086443"/>
                </a:lnTo>
                <a:lnTo>
                  <a:pt x="372894" y="3117533"/>
                </a:lnTo>
                <a:lnTo>
                  <a:pt x="402355" y="3148613"/>
                </a:lnTo>
                <a:lnTo>
                  <a:pt x="431825" y="3179702"/>
                </a:lnTo>
                <a:lnTo>
                  <a:pt x="461286" y="3210782"/>
                </a:lnTo>
                <a:lnTo>
                  <a:pt x="490747" y="3241862"/>
                </a:lnTo>
                <a:lnTo>
                  <a:pt x="520217" y="3272952"/>
                </a:lnTo>
                <a:lnTo>
                  <a:pt x="549678" y="3304032"/>
                </a:lnTo>
                <a:lnTo>
                  <a:pt x="579139" y="3335112"/>
                </a:lnTo>
                <a:lnTo>
                  <a:pt x="608609" y="3366202"/>
                </a:lnTo>
                <a:lnTo>
                  <a:pt x="638070" y="3397282"/>
                </a:lnTo>
                <a:lnTo>
                  <a:pt x="667541" y="3428362"/>
                </a:lnTo>
                <a:lnTo>
                  <a:pt x="697001" y="3459451"/>
                </a:lnTo>
                <a:lnTo>
                  <a:pt x="726462" y="3490532"/>
                </a:lnTo>
                <a:lnTo>
                  <a:pt x="755933" y="3521612"/>
                </a:lnTo>
                <a:lnTo>
                  <a:pt x="785393" y="3552701"/>
                </a:lnTo>
                <a:lnTo>
                  <a:pt x="814854" y="3583781"/>
                </a:lnTo>
                <a:lnTo>
                  <a:pt x="844325" y="3614861"/>
                </a:lnTo>
                <a:lnTo>
                  <a:pt x="873785" y="3631149"/>
                </a:lnTo>
                <a:lnTo>
                  <a:pt x="903256" y="3600069"/>
                </a:lnTo>
                <a:lnTo>
                  <a:pt x="932717" y="3568989"/>
                </a:lnTo>
                <a:lnTo>
                  <a:pt x="962177" y="3537899"/>
                </a:lnTo>
                <a:lnTo>
                  <a:pt x="991648" y="3506819"/>
                </a:lnTo>
                <a:lnTo>
                  <a:pt x="1021109" y="3475739"/>
                </a:lnTo>
                <a:lnTo>
                  <a:pt x="1050579" y="3444650"/>
                </a:lnTo>
                <a:lnTo>
                  <a:pt x="1080040" y="3413570"/>
                </a:lnTo>
                <a:lnTo>
                  <a:pt x="1109501" y="3382480"/>
                </a:lnTo>
                <a:lnTo>
                  <a:pt x="1138971" y="3351400"/>
                </a:lnTo>
                <a:lnTo>
                  <a:pt x="1168432" y="3320320"/>
                </a:lnTo>
                <a:lnTo>
                  <a:pt x="1197893" y="3289230"/>
                </a:lnTo>
                <a:lnTo>
                  <a:pt x="1227363" y="3258150"/>
                </a:lnTo>
                <a:lnTo>
                  <a:pt x="1256824" y="3227070"/>
                </a:lnTo>
                <a:lnTo>
                  <a:pt x="1286294" y="3195980"/>
                </a:lnTo>
                <a:lnTo>
                  <a:pt x="1315755" y="3164900"/>
                </a:lnTo>
                <a:lnTo>
                  <a:pt x="1345216" y="3133820"/>
                </a:lnTo>
                <a:lnTo>
                  <a:pt x="1374686" y="3102731"/>
                </a:lnTo>
                <a:lnTo>
                  <a:pt x="1404147" y="3071651"/>
                </a:lnTo>
                <a:lnTo>
                  <a:pt x="1433608" y="3040571"/>
                </a:lnTo>
                <a:lnTo>
                  <a:pt x="1463078" y="3009481"/>
                </a:lnTo>
                <a:lnTo>
                  <a:pt x="1492539" y="2978401"/>
                </a:lnTo>
                <a:lnTo>
                  <a:pt x="1509370" y="2952750"/>
                </a:lnTo>
                <a:lnTo>
                  <a:pt x="1466545" y="2952750"/>
                </a:lnTo>
                <a:lnTo>
                  <a:pt x="1423711" y="2952750"/>
                </a:lnTo>
                <a:lnTo>
                  <a:pt x="1380887" y="2952750"/>
                </a:lnTo>
                <a:lnTo>
                  <a:pt x="1338053" y="2952750"/>
                </a:lnTo>
                <a:lnTo>
                  <a:pt x="1295229" y="2952750"/>
                </a:lnTo>
                <a:lnTo>
                  <a:pt x="1252395" y="2952750"/>
                </a:lnTo>
                <a:lnTo>
                  <a:pt x="1209570" y="2952750"/>
                </a:lnTo>
                <a:lnTo>
                  <a:pt x="1196988" y="2926785"/>
                </a:lnTo>
                <a:lnTo>
                  <a:pt x="1203493" y="2884456"/>
                </a:lnTo>
                <a:lnTo>
                  <a:pt x="1209989" y="2842117"/>
                </a:lnTo>
                <a:lnTo>
                  <a:pt x="1216485" y="2799788"/>
                </a:lnTo>
                <a:lnTo>
                  <a:pt x="1223010" y="2757459"/>
                </a:lnTo>
                <a:lnTo>
                  <a:pt x="1229573" y="2715130"/>
                </a:lnTo>
                <a:lnTo>
                  <a:pt x="1236269" y="2672829"/>
                </a:lnTo>
                <a:lnTo>
                  <a:pt x="1243041" y="2630538"/>
                </a:lnTo>
                <a:lnTo>
                  <a:pt x="1249813" y="2588247"/>
                </a:lnTo>
                <a:lnTo>
                  <a:pt x="1256586" y="2545956"/>
                </a:lnTo>
                <a:lnTo>
                  <a:pt x="1263358" y="2503675"/>
                </a:lnTo>
                <a:lnTo>
                  <a:pt x="1270130" y="2461384"/>
                </a:lnTo>
                <a:lnTo>
                  <a:pt x="1276902" y="2419093"/>
                </a:lnTo>
                <a:lnTo>
                  <a:pt x="1283675" y="2376802"/>
                </a:lnTo>
                <a:lnTo>
                  <a:pt x="1290447" y="2334511"/>
                </a:lnTo>
                <a:lnTo>
                  <a:pt x="1297210" y="2292220"/>
                </a:lnTo>
                <a:lnTo>
                  <a:pt x="1303982" y="2249929"/>
                </a:lnTo>
                <a:lnTo>
                  <a:pt x="1310754" y="2207638"/>
                </a:lnTo>
                <a:lnTo>
                  <a:pt x="1317527" y="2165347"/>
                </a:lnTo>
                <a:lnTo>
                  <a:pt x="1324299" y="2123056"/>
                </a:lnTo>
                <a:lnTo>
                  <a:pt x="1331071" y="2080765"/>
                </a:lnTo>
                <a:lnTo>
                  <a:pt x="1337843" y="2038474"/>
                </a:lnTo>
                <a:lnTo>
                  <a:pt x="1344616" y="1996183"/>
                </a:lnTo>
                <a:lnTo>
                  <a:pt x="1351388" y="1953892"/>
                </a:lnTo>
                <a:lnTo>
                  <a:pt x="1358160" y="1911601"/>
                </a:lnTo>
                <a:lnTo>
                  <a:pt x="1364923" y="1869310"/>
                </a:lnTo>
                <a:lnTo>
                  <a:pt x="1371933" y="1827066"/>
                </a:lnTo>
                <a:lnTo>
                  <a:pt x="1379020" y="1784823"/>
                </a:lnTo>
                <a:lnTo>
                  <a:pt x="1386459" y="1742646"/>
                </a:lnTo>
                <a:lnTo>
                  <a:pt x="1393898" y="1700470"/>
                </a:lnTo>
                <a:lnTo>
                  <a:pt x="1401328" y="1658293"/>
                </a:lnTo>
                <a:lnTo>
                  <a:pt x="1408767" y="1616107"/>
                </a:lnTo>
                <a:lnTo>
                  <a:pt x="1416206" y="1573930"/>
                </a:lnTo>
                <a:lnTo>
                  <a:pt x="1423645" y="1531753"/>
                </a:lnTo>
                <a:lnTo>
                  <a:pt x="1431084" y="1489577"/>
                </a:lnTo>
                <a:lnTo>
                  <a:pt x="1438523" y="1447400"/>
                </a:lnTo>
                <a:lnTo>
                  <a:pt x="1445962" y="1405214"/>
                </a:lnTo>
                <a:lnTo>
                  <a:pt x="1453401" y="1363037"/>
                </a:lnTo>
                <a:lnTo>
                  <a:pt x="1460830" y="1320860"/>
                </a:lnTo>
                <a:lnTo>
                  <a:pt x="1468269" y="1278684"/>
                </a:lnTo>
                <a:lnTo>
                  <a:pt x="1475708" y="1236507"/>
                </a:lnTo>
                <a:lnTo>
                  <a:pt x="1483147" y="1194330"/>
                </a:lnTo>
                <a:lnTo>
                  <a:pt x="1490586" y="1152144"/>
                </a:lnTo>
                <a:lnTo>
                  <a:pt x="1498025" y="1109967"/>
                </a:lnTo>
                <a:lnTo>
                  <a:pt x="1505464" y="1067791"/>
                </a:lnTo>
                <a:lnTo>
                  <a:pt x="1512903" y="1025614"/>
                </a:lnTo>
                <a:lnTo>
                  <a:pt x="1520333" y="983437"/>
                </a:lnTo>
                <a:lnTo>
                  <a:pt x="1527981" y="941299"/>
                </a:lnTo>
                <a:lnTo>
                  <a:pt x="1535982" y="899217"/>
                </a:lnTo>
                <a:lnTo>
                  <a:pt x="1544955" y="857355"/>
                </a:lnTo>
                <a:lnTo>
                  <a:pt x="1554671" y="815635"/>
                </a:lnTo>
                <a:lnTo>
                  <a:pt x="1564386" y="773925"/>
                </a:lnTo>
                <a:lnTo>
                  <a:pt x="1574102" y="732215"/>
                </a:lnTo>
                <a:lnTo>
                  <a:pt x="1583817" y="690496"/>
                </a:lnTo>
                <a:lnTo>
                  <a:pt x="1593533" y="648786"/>
                </a:lnTo>
                <a:lnTo>
                  <a:pt x="1603248" y="607076"/>
                </a:lnTo>
                <a:lnTo>
                  <a:pt x="1612964" y="565366"/>
                </a:lnTo>
                <a:lnTo>
                  <a:pt x="1622679" y="523646"/>
                </a:lnTo>
                <a:lnTo>
                  <a:pt x="1632395" y="481936"/>
                </a:lnTo>
                <a:lnTo>
                  <a:pt x="1642110" y="440226"/>
                </a:lnTo>
                <a:lnTo>
                  <a:pt x="1651825" y="398516"/>
                </a:lnTo>
                <a:lnTo>
                  <a:pt x="1661541" y="356797"/>
                </a:lnTo>
                <a:lnTo>
                  <a:pt x="1671257" y="315087"/>
                </a:lnTo>
                <a:lnTo>
                  <a:pt x="1680972" y="273377"/>
                </a:lnTo>
                <a:lnTo>
                  <a:pt x="1690688" y="231658"/>
                </a:lnTo>
                <a:lnTo>
                  <a:pt x="1700403" y="189948"/>
                </a:lnTo>
                <a:lnTo>
                  <a:pt x="1710119" y="148238"/>
                </a:lnTo>
                <a:lnTo>
                  <a:pt x="1719834" y="106528"/>
                </a:lnTo>
                <a:lnTo>
                  <a:pt x="1729550" y="64808"/>
                </a:lnTo>
                <a:lnTo>
                  <a:pt x="1733550" y="22441"/>
                </a:lnTo>
                <a:lnTo>
                  <a:pt x="1713167" y="0"/>
                </a:lnTo>
                <a:lnTo>
                  <a:pt x="1670333" y="0"/>
                </a:lnTo>
                <a:lnTo>
                  <a:pt x="1627508" y="0"/>
                </a:lnTo>
                <a:lnTo>
                  <a:pt x="1584674" y="0"/>
                </a:lnTo>
                <a:lnTo>
                  <a:pt x="1541850" y="0"/>
                </a:lnTo>
                <a:lnTo>
                  <a:pt x="1499016" y="0"/>
                </a:lnTo>
                <a:lnTo>
                  <a:pt x="1456192" y="0"/>
                </a:lnTo>
                <a:lnTo>
                  <a:pt x="1413358" y="0"/>
                </a:lnTo>
                <a:lnTo>
                  <a:pt x="1370533" y="0"/>
                </a:lnTo>
                <a:lnTo>
                  <a:pt x="1327699" y="0"/>
                </a:lnTo>
                <a:lnTo>
                  <a:pt x="1284875" y="0"/>
                </a:lnTo>
                <a:lnTo>
                  <a:pt x="1242041" y="0"/>
                </a:lnTo>
                <a:lnTo>
                  <a:pt x="1199217" y="0"/>
                </a:lnTo>
                <a:lnTo>
                  <a:pt x="1156383" y="0"/>
                </a:lnTo>
                <a:lnTo>
                  <a:pt x="1113558" y="0"/>
                </a:lnTo>
                <a:lnTo>
                  <a:pt x="1070724" y="0"/>
                </a:lnTo>
                <a:lnTo>
                  <a:pt x="1027900" y="0"/>
                </a:lnTo>
                <a:lnTo>
                  <a:pt x="985066" y="0"/>
                </a:lnTo>
                <a:lnTo>
                  <a:pt x="942242" y="0"/>
                </a:lnTo>
                <a:lnTo>
                  <a:pt x="899408" y="0"/>
                </a:lnTo>
                <a:lnTo>
                  <a:pt x="856583" y="0"/>
                </a:lnTo>
                <a:lnTo>
                  <a:pt x="813749" y="0"/>
                </a:lnTo>
                <a:lnTo>
                  <a:pt x="770925" y="0"/>
                </a:lnTo>
                <a:lnTo>
                  <a:pt x="728091" y="0"/>
                </a:lnTo>
                <a:lnTo>
                  <a:pt x="685267" y="0"/>
                </a:lnTo>
                <a:lnTo>
                  <a:pt x="642433" y="0"/>
                </a:lnTo>
                <a:lnTo>
                  <a:pt x="599608" y="0"/>
                </a:lnTo>
                <a:lnTo>
                  <a:pt x="556774" y="0"/>
                </a:lnTo>
                <a:lnTo>
                  <a:pt x="513950" y="0"/>
                </a:lnTo>
                <a:lnTo>
                  <a:pt x="471116" y="0"/>
                </a:lnTo>
                <a:lnTo>
                  <a:pt x="428292" y="0"/>
                </a:lnTo>
                <a:lnTo>
                  <a:pt x="385458" y="0"/>
                </a:lnTo>
                <a:lnTo>
                  <a:pt x="342633" y="0"/>
                </a:lnTo>
                <a:lnTo>
                  <a:pt x="299799" y="0"/>
                </a:lnTo>
                <a:lnTo>
                  <a:pt x="256975" y="0"/>
                </a:lnTo>
                <a:lnTo>
                  <a:pt x="214141" y="0"/>
                </a:lnTo>
                <a:lnTo>
                  <a:pt x="171317" y="0"/>
                </a:lnTo>
                <a:lnTo>
                  <a:pt x="128492" y="0"/>
                </a:lnTo>
                <a:lnTo>
                  <a:pt x="85658" y="0"/>
                </a:lnTo>
                <a:lnTo>
                  <a:pt x="42824" y="0"/>
                </a:lnTo>
                <a:lnTo>
                  <a:pt x="0" y="0"/>
                </a:lnTo>
                <a:close/>
              </a:path>
            </a:pathLst>
          </a:custGeom>
          <a:gradFill xmlns:a="http://schemas.openxmlformats.org/drawingml/2006/main">
            <a:gsLst>
              <a:gs pos="0">
                <a:srgbClr val="000000"/>
              </a:gs>
              <a:gs pos="42">
                <a:srgbClr val="B8D8F2">
                  <a:alpha val="16000"/>
                </a:srgbClr>
              </a:gs>
              <a:gs pos="76">
                <a:srgbClr val="8FC4EE">
                  <a:alpha val="32000"/>
                </a:srgbClr>
              </a:gs>
              <a:gs pos="100">
                <a:srgbClr val="72B3E8">
                  <a:alpha val="52000"/>
                </a:srgbClr>
              </a:gs>
            </a:gsLst>
            <a:lin ang="10800000"/>
          </a:gradFill>
          <a:ln xmlns:a="http://schemas.openxmlformats.org/drawingml/2006/main" w="9525">
            <a:noFill/>
            <a:prstDash val="solid"/>
          </a:ln>
        </p:spPr>
      </p:sp>
      <p:sp>
        <p:nvSpPr>
          <p:cNvPr id="54" name="phase-label-0">
            <a:extLst xmlns:a="http://schemas.openxmlformats.org/drawingml/2006/main">
              <a:ext uri="{FF2B5EF4-FFF2-40B4-BE49-F238E27FC236}">
                <a16:creationId xmlns:a16="http://schemas.microsoft.com/office/drawing/2014/main" id="{3802883C-B213-4D2F-94F4-6BB68EB9C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1638300"/>
            <a:ext cx="228600" cy="17478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阶段一</a:t>
            </a:r>
          </a:p>
        </p:txBody>
      </p:sp>
      <p:sp>
        <p:nvSpPr>
          <p:cNvPr id="55" name="phase-label-1">
            <a:extLst xmlns:a="http://schemas.openxmlformats.org/drawingml/2006/main">
              <a:ext uri="{FF2B5EF4-FFF2-40B4-BE49-F238E27FC236}">
                <a16:creationId xmlns:a16="http://schemas.microsoft.com/office/drawing/2014/main" id="{E90C6BAF-FFBC-4A61-9718-2A3C9F821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3386138"/>
            <a:ext cx="228600" cy="9096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阶段二</a:t>
            </a:r>
          </a:p>
        </p:txBody>
      </p:sp>
      <p:sp>
        <p:nvSpPr>
          <p:cNvPr id="56" name="phase-label-2">
            <a:extLst xmlns:a="http://schemas.openxmlformats.org/drawingml/2006/main">
              <a:ext uri="{FF2B5EF4-FFF2-40B4-BE49-F238E27FC236}">
                <a16:creationId xmlns:a16="http://schemas.microsoft.com/office/drawing/2014/main" id="{D2F6C1E7-DE49-4752-B0DA-A4B16CC23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4295775"/>
            <a:ext cx="228600" cy="1914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阶段三</a:t>
            </a:r>
          </a:p>
        </p:txBody>
      </p:sp>
      <p:sp>
        <p:nvSpPr>
          <p:cNvPr id="57" name="funnel-step-title-0">
            <a:extLst xmlns:a="http://schemas.openxmlformats.org/drawingml/2006/main">
              <a:ext uri="{FF2B5EF4-FFF2-40B4-BE49-F238E27FC236}">
                <a16:creationId xmlns:a16="http://schemas.microsoft.com/office/drawing/2014/main" id="{32C97B32-4131-46EC-B407-726C62DCA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423199" y="2793206"/>
            <a:ext cx="2392861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3600"/>
              </a:lnSpc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广泛触达</a:t>
            </a:r>
          </a:p>
        </p:txBody>
      </p:sp>
      <p:sp>
        <p:nvSpPr>
          <p:cNvPr id="58" name="funnel-step-title-1">
            <a:extLst xmlns:a="http://schemas.openxmlformats.org/drawingml/2006/main">
              <a:ext uri="{FF2B5EF4-FFF2-40B4-BE49-F238E27FC236}">
                <a16:creationId xmlns:a16="http://schemas.microsoft.com/office/drawing/2014/main" id="{FE9E355A-7252-40AC-A2D7-E2E791CB3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25018" y="3702844"/>
            <a:ext cx="1789214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3600"/>
              </a:lnSpc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兴趣识别</a:t>
            </a:r>
          </a:p>
        </p:txBody>
      </p:sp>
      <p:sp>
        <p:nvSpPr>
          <p:cNvPr id="59" name="funnel-step-title-2">
            <a:extLst xmlns:a="http://schemas.openxmlformats.org/drawingml/2006/main">
              <a:ext uri="{FF2B5EF4-FFF2-40B4-BE49-F238E27FC236}">
                <a16:creationId xmlns:a16="http://schemas.microsoft.com/office/drawing/2014/main" id="{8950977A-69E4-44A2-AAAF-B25F2676D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99528" y="4612481"/>
            <a:ext cx="1240184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3600"/>
              </a:lnSpc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意向培育</a:t>
            </a:r>
          </a:p>
        </p:txBody>
      </p:sp>
      <p:sp>
        <p:nvSpPr>
          <p:cNvPr id="60" name="funnel-step-title-3">
            <a:extLst xmlns:a="http://schemas.openxmlformats.org/drawingml/2006/main">
              <a:ext uri="{FF2B5EF4-FFF2-40B4-BE49-F238E27FC236}">
                <a16:creationId xmlns:a16="http://schemas.microsoft.com/office/drawing/2014/main" id="{F05F8088-9B45-454D-9520-96401ADB8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200525" y="5522119"/>
            <a:ext cx="8382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行动转化</a:t>
            </a:r>
          </a:p>
        </p:txBody>
      </p:sp>
      <p:sp>
        <p:nvSpPr>
          <p:cNvPr id="61" name="input-core-0">
            <a:extLst xmlns:a="http://schemas.openxmlformats.org/drawingml/2006/main">
              <a:ext uri="{FF2B5EF4-FFF2-40B4-BE49-F238E27FC236}">
                <a16:creationId xmlns:a16="http://schemas.microsoft.com/office/drawing/2014/main" id="{211C62A3-4C77-48F3-8B1C-D7BAEAF72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057525" y="194310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23"/>
          <a:fontRef xmlns:a="http://schemas.openxmlformats.org/drawingml/2006/main" idx="major"/>
        </p:style>
      </p:sp>
      <p:pic>
        <p:nvPicPr>
          <p:cNvPr id="13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003a98a6b1b47d1">
            <a:extLst>
              <a:ext uri="{96DAC541-7B7A-43D3-8B79-37D633B846F1}">
                <asvg:svgBlip xmlns:asvg="http://schemas.microsoft.com/office/drawing/2016/SVG/main" r:embed="R92e82d5564364ea1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3152775" y="2038350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63" name="input-core-1">
            <a:extLst xmlns:a="http://schemas.openxmlformats.org/drawingml/2006/main">
              <a:ext uri="{FF2B5EF4-FFF2-40B4-BE49-F238E27FC236}">
                <a16:creationId xmlns:a16="http://schemas.microsoft.com/office/drawing/2014/main" id="{D2E44B34-CDA8-4E28-8853-ADFD43C8F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52850" y="1743075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23"/>
          <a:fontRef xmlns:a="http://schemas.openxmlformats.org/drawingml/2006/main" idx="major"/>
        </p:style>
      </p:sp>
      <p:pic>
        <p:nvPicPr>
          <p:cNvPr id="13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ab52064c2064157">
            <a:extLst>
              <a:ext uri="{96DAC541-7B7A-43D3-8B79-37D633B846F1}">
                <asvg:svgBlip xmlns:asvg="http://schemas.microsoft.com/office/drawing/2016/SVG/main" r:embed="Rabfec9d46df94195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3848100" y="1838325"/>
            <a:ext cx="209550" cy="209550"/>
          </a:xfrm>
          <a:prstGeom xmlns:a="http://schemas.openxmlformats.org/drawingml/2006/main" prst="rect">
            <a:avLst/>
          </a:prstGeom>
        </p:spPr>
      </p:pic>
      <p:sp>
        <p:nvSpPr>
          <p:cNvPr id="65" name="input-core-2">
            <a:extLst xmlns:a="http://schemas.openxmlformats.org/drawingml/2006/main">
              <a:ext uri="{FF2B5EF4-FFF2-40B4-BE49-F238E27FC236}">
                <a16:creationId xmlns:a16="http://schemas.microsoft.com/office/drawing/2014/main" id="{24BCE891-BD1C-4EBB-B1E4-4C9257D11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391025" y="162877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23"/>
          <a:fontRef xmlns:a="http://schemas.openxmlformats.org/drawingml/2006/main" idx="major"/>
        </p:style>
      </p:sp>
      <p:pic>
        <p:nvPicPr>
          <p:cNvPr id="13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573d75de0394c5c">
            <a:extLst>
              <a:ext uri="{96DAC541-7B7A-43D3-8B79-37D633B846F1}">
                <asvg:svgBlip xmlns:asvg="http://schemas.microsoft.com/office/drawing/2016/SVG/main" r:embed="R20124a6620b14438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4486275" y="1724025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67" name="input-core-3">
            <a:extLst xmlns:a="http://schemas.openxmlformats.org/drawingml/2006/main">
              <a:ext uri="{FF2B5EF4-FFF2-40B4-BE49-F238E27FC236}">
                <a16:creationId xmlns:a16="http://schemas.microsoft.com/office/drawing/2014/main" id="{5DCD10FF-D3BC-494C-B942-92AC1C6D9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086350" y="1781175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23"/>
          <a:fontRef xmlns:a="http://schemas.openxmlformats.org/drawingml/2006/main" idx="major"/>
        </p:style>
      </p:sp>
      <p:pic>
        <p:nvPicPr>
          <p:cNvPr id="13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55e51761fdc423d">
            <a:extLst>
              <a:ext uri="{96DAC541-7B7A-43D3-8B79-37D633B846F1}">
                <asvg:svgBlip xmlns:asvg="http://schemas.microsoft.com/office/drawing/2016/SVG/main" r:embed="R79f3efbdfb404f1e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5181600" y="1876425"/>
            <a:ext cx="209550" cy="209550"/>
          </a:xfrm>
          <a:prstGeom xmlns:a="http://schemas.openxmlformats.org/drawingml/2006/main" prst="rect">
            <a:avLst/>
          </a:prstGeom>
        </p:spPr>
      </p:pic>
      <p:sp>
        <p:nvSpPr>
          <p:cNvPr id="69" name="input-core-4">
            <a:extLst xmlns:a="http://schemas.openxmlformats.org/drawingml/2006/main">
              <a:ext uri="{FF2B5EF4-FFF2-40B4-BE49-F238E27FC236}">
                <a16:creationId xmlns:a16="http://schemas.microsoft.com/office/drawing/2014/main" id="{BA64ABBF-826B-4F25-91C7-C8DBA5DC9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724525" y="191452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23"/>
          <a:fontRef xmlns:a="http://schemas.openxmlformats.org/drawingml/2006/main" idx="major"/>
        </p:style>
      </p:sp>
      <p:pic>
        <p:nvPicPr>
          <p:cNvPr id="14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964889e901d4cb9">
            <a:extLst>
              <a:ext uri="{96DAC541-7B7A-43D3-8B79-37D633B846F1}">
                <asvg:svgBlip xmlns:asvg="http://schemas.microsoft.com/office/drawing/2016/SVG/main" r:embed="R7fcb9b87b53649dc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5819775" y="2009775"/>
            <a:ext cx="266700" cy="2667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378401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3" name="phase-band-0">
            <a:extLst xmlns:a="http://schemas.openxmlformats.org/drawingml/2006/main">
              <a:ext uri="{FF2B5EF4-FFF2-40B4-BE49-F238E27FC236}">
                <a16:creationId xmlns:a16="http://schemas.microsoft.com/office/drawing/2014/main" id="{701F5167-3434-4298-9938-5DC42866C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1638300"/>
            <a:ext cx="11144250" cy="17478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phase-band-1">
            <a:extLst xmlns:a="http://schemas.openxmlformats.org/drawingml/2006/main">
              <a:ext uri="{FF2B5EF4-FFF2-40B4-BE49-F238E27FC236}">
                <a16:creationId xmlns:a16="http://schemas.microsoft.com/office/drawing/2014/main" id="{244D64C2-BC36-453E-A773-5EAB76FC1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3386138"/>
            <a:ext cx="11144250" cy="9096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38100">
            <a:solidFill>
              <a:srgbClr val="FFFFFF"/>
            </a:solidFill>
            <a:prstDash val="solid"/>
          </a:ln>
        </p:spPr>
      </p:sp>
      <p:sp>
        <p:nvSpPr>
          <p:cNvPr id="3" name="phase-band-2">
            <a:extLst xmlns:a="http://schemas.openxmlformats.org/drawingml/2006/main">
              <a:ext uri="{FF2B5EF4-FFF2-40B4-BE49-F238E27FC236}">
                <a16:creationId xmlns:a16="http://schemas.microsoft.com/office/drawing/2014/main" id="{D8E3447B-FD9A-4E29-9F25-26B849674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4295775"/>
            <a:ext cx="11144250" cy="1914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38100">
            <a:solidFill>
              <a:srgbClr val="FFFFFF"/>
            </a:solidFill>
            <a:prstDash val="solid"/>
          </a:ln>
        </p:spPr>
      </p:sp>
      <p:sp>
        <p:nvSpPr>
          <p:cNvPr id="4" name="phase-rail-0">
            <a:extLst xmlns:a="http://schemas.openxmlformats.org/drawingml/2006/main">
              <a:ext uri="{FF2B5EF4-FFF2-40B4-BE49-F238E27FC236}">
                <a16:creationId xmlns:a16="http://schemas.microsoft.com/office/drawing/2014/main" id="{22AE20CC-C84B-42DB-AF08-6E354AAB8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1638300"/>
            <a:ext cx="514350" cy="1747504"/>
          </a:xfrm>
          <a:custGeom xmlns:a="http://schemas.openxmlformats.org/drawingml/2006/main">
            <a:pathLst>
              <a:path w="514350" h="1747504">
                <a:moveTo>
                  <a:pt x="0" y="0"/>
                </a:moveTo>
                <a:lnTo>
                  <a:pt x="19002" y="0"/>
                </a:lnTo>
                <a:lnTo>
                  <a:pt x="37995" y="0"/>
                </a:lnTo>
                <a:lnTo>
                  <a:pt x="56998" y="0"/>
                </a:lnTo>
                <a:lnTo>
                  <a:pt x="75990" y="0"/>
                </a:lnTo>
                <a:lnTo>
                  <a:pt x="94993" y="0"/>
                </a:lnTo>
                <a:lnTo>
                  <a:pt x="113995" y="0"/>
                </a:lnTo>
                <a:lnTo>
                  <a:pt x="132988" y="0"/>
                </a:lnTo>
                <a:lnTo>
                  <a:pt x="151990" y="0"/>
                </a:lnTo>
                <a:lnTo>
                  <a:pt x="170983" y="0"/>
                </a:lnTo>
                <a:lnTo>
                  <a:pt x="189986" y="0"/>
                </a:lnTo>
                <a:lnTo>
                  <a:pt x="208988" y="0"/>
                </a:lnTo>
                <a:lnTo>
                  <a:pt x="227981" y="0"/>
                </a:lnTo>
                <a:lnTo>
                  <a:pt x="246983" y="0"/>
                </a:lnTo>
                <a:lnTo>
                  <a:pt x="265976" y="0"/>
                </a:lnTo>
                <a:lnTo>
                  <a:pt x="284978" y="0"/>
                </a:lnTo>
                <a:lnTo>
                  <a:pt x="303981" y="0"/>
                </a:lnTo>
                <a:lnTo>
                  <a:pt x="322974" y="0"/>
                </a:lnTo>
                <a:lnTo>
                  <a:pt x="341976" y="0"/>
                </a:lnTo>
                <a:lnTo>
                  <a:pt x="360969" y="0"/>
                </a:lnTo>
                <a:lnTo>
                  <a:pt x="379971" y="0"/>
                </a:lnTo>
                <a:lnTo>
                  <a:pt x="398974" y="0"/>
                </a:lnTo>
                <a:lnTo>
                  <a:pt x="417967" y="0"/>
                </a:lnTo>
                <a:lnTo>
                  <a:pt x="436969" y="0"/>
                </a:lnTo>
                <a:lnTo>
                  <a:pt x="455962" y="0"/>
                </a:lnTo>
                <a:lnTo>
                  <a:pt x="474964" y="0"/>
                </a:lnTo>
                <a:lnTo>
                  <a:pt x="493967" y="0"/>
                </a:lnTo>
                <a:lnTo>
                  <a:pt x="512959" y="0"/>
                </a:lnTo>
                <a:lnTo>
                  <a:pt x="514350" y="17612"/>
                </a:lnTo>
                <a:lnTo>
                  <a:pt x="514350" y="36605"/>
                </a:lnTo>
                <a:lnTo>
                  <a:pt x="514350" y="55607"/>
                </a:lnTo>
                <a:lnTo>
                  <a:pt x="514350" y="74609"/>
                </a:lnTo>
                <a:lnTo>
                  <a:pt x="514350" y="93602"/>
                </a:lnTo>
                <a:lnTo>
                  <a:pt x="514350" y="112605"/>
                </a:lnTo>
                <a:lnTo>
                  <a:pt x="514350" y="131597"/>
                </a:lnTo>
                <a:lnTo>
                  <a:pt x="514350" y="150600"/>
                </a:lnTo>
                <a:lnTo>
                  <a:pt x="514350" y="169602"/>
                </a:lnTo>
                <a:lnTo>
                  <a:pt x="514350" y="188595"/>
                </a:lnTo>
                <a:lnTo>
                  <a:pt x="514350" y="207597"/>
                </a:lnTo>
                <a:lnTo>
                  <a:pt x="514350" y="226590"/>
                </a:lnTo>
                <a:lnTo>
                  <a:pt x="514350" y="245593"/>
                </a:lnTo>
                <a:lnTo>
                  <a:pt x="514350" y="264595"/>
                </a:lnTo>
                <a:lnTo>
                  <a:pt x="514350" y="283588"/>
                </a:lnTo>
                <a:lnTo>
                  <a:pt x="514350" y="302590"/>
                </a:lnTo>
                <a:lnTo>
                  <a:pt x="514350" y="321583"/>
                </a:lnTo>
                <a:lnTo>
                  <a:pt x="514350" y="340585"/>
                </a:lnTo>
                <a:lnTo>
                  <a:pt x="514350" y="359588"/>
                </a:lnTo>
                <a:lnTo>
                  <a:pt x="514350" y="378581"/>
                </a:lnTo>
                <a:lnTo>
                  <a:pt x="514350" y="397583"/>
                </a:lnTo>
                <a:lnTo>
                  <a:pt x="514350" y="416576"/>
                </a:lnTo>
                <a:lnTo>
                  <a:pt x="514350" y="435578"/>
                </a:lnTo>
                <a:lnTo>
                  <a:pt x="514350" y="454581"/>
                </a:lnTo>
                <a:lnTo>
                  <a:pt x="514350" y="473573"/>
                </a:lnTo>
                <a:lnTo>
                  <a:pt x="514350" y="492576"/>
                </a:lnTo>
                <a:lnTo>
                  <a:pt x="514350" y="511569"/>
                </a:lnTo>
                <a:lnTo>
                  <a:pt x="514350" y="530571"/>
                </a:lnTo>
                <a:lnTo>
                  <a:pt x="514350" y="549564"/>
                </a:lnTo>
                <a:lnTo>
                  <a:pt x="514350" y="568566"/>
                </a:lnTo>
                <a:lnTo>
                  <a:pt x="514350" y="587569"/>
                </a:lnTo>
                <a:lnTo>
                  <a:pt x="514350" y="606562"/>
                </a:lnTo>
                <a:lnTo>
                  <a:pt x="514350" y="625564"/>
                </a:lnTo>
                <a:lnTo>
                  <a:pt x="514350" y="644557"/>
                </a:lnTo>
                <a:lnTo>
                  <a:pt x="514350" y="663559"/>
                </a:lnTo>
                <a:lnTo>
                  <a:pt x="514350" y="682562"/>
                </a:lnTo>
                <a:lnTo>
                  <a:pt x="514350" y="701554"/>
                </a:lnTo>
                <a:lnTo>
                  <a:pt x="514350" y="720557"/>
                </a:lnTo>
                <a:lnTo>
                  <a:pt x="514350" y="739550"/>
                </a:lnTo>
                <a:lnTo>
                  <a:pt x="514350" y="758552"/>
                </a:lnTo>
                <a:lnTo>
                  <a:pt x="514350" y="777554"/>
                </a:lnTo>
                <a:lnTo>
                  <a:pt x="514350" y="796547"/>
                </a:lnTo>
                <a:lnTo>
                  <a:pt x="514350" y="815550"/>
                </a:lnTo>
                <a:lnTo>
                  <a:pt x="514350" y="834542"/>
                </a:lnTo>
                <a:lnTo>
                  <a:pt x="514350" y="853545"/>
                </a:lnTo>
                <a:lnTo>
                  <a:pt x="514350" y="872547"/>
                </a:lnTo>
                <a:lnTo>
                  <a:pt x="514350" y="891540"/>
                </a:lnTo>
                <a:lnTo>
                  <a:pt x="514350" y="910542"/>
                </a:lnTo>
                <a:lnTo>
                  <a:pt x="514350" y="929535"/>
                </a:lnTo>
                <a:lnTo>
                  <a:pt x="514350" y="948538"/>
                </a:lnTo>
                <a:lnTo>
                  <a:pt x="514350" y="967540"/>
                </a:lnTo>
                <a:lnTo>
                  <a:pt x="514350" y="986533"/>
                </a:lnTo>
                <a:lnTo>
                  <a:pt x="514350" y="1005535"/>
                </a:lnTo>
                <a:lnTo>
                  <a:pt x="514350" y="1024528"/>
                </a:lnTo>
                <a:lnTo>
                  <a:pt x="514350" y="1043530"/>
                </a:lnTo>
                <a:lnTo>
                  <a:pt x="514350" y="1062533"/>
                </a:lnTo>
                <a:lnTo>
                  <a:pt x="514350" y="1081526"/>
                </a:lnTo>
                <a:lnTo>
                  <a:pt x="514350" y="1100528"/>
                </a:lnTo>
                <a:lnTo>
                  <a:pt x="514350" y="1119521"/>
                </a:lnTo>
                <a:lnTo>
                  <a:pt x="514350" y="1138523"/>
                </a:lnTo>
                <a:lnTo>
                  <a:pt x="514350" y="1157526"/>
                </a:lnTo>
                <a:lnTo>
                  <a:pt x="514350" y="1176518"/>
                </a:lnTo>
                <a:lnTo>
                  <a:pt x="514350" y="1195521"/>
                </a:lnTo>
                <a:lnTo>
                  <a:pt x="514350" y="1214514"/>
                </a:lnTo>
                <a:lnTo>
                  <a:pt x="514350" y="1233516"/>
                </a:lnTo>
                <a:lnTo>
                  <a:pt x="514350" y="1252518"/>
                </a:lnTo>
                <a:lnTo>
                  <a:pt x="514350" y="1271511"/>
                </a:lnTo>
                <a:lnTo>
                  <a:pt x="514350" y="1290514"/>
                </a:lnTo>
                <a:lnTo>
                  <a:pt x="514350" y="1309507"/>
                </a:lnTo>
                <a:lnTo>
                  <a:pt x="514350" y="1328509"/>
                </a:lnTo>
                <a:lnTo>
                  <a:pt x="514350" y="1347511"/>
                </a:lnTo>
                <a:lnTo>
                  <a:pt x="514350" y="1366504"/>
                </a:lnTo>
                <a:lnTo>
                  <a:pt x="514350" y="1385507"/>
                </a:lnTo>
                <a:lnTo>
                  <a:pt x="514350" y="1404499"/>
                </a:lnTo>
                <a:lnTo>
                  <a:pt x="514350" y="1423502"/>
                </a:lnTo>
                <a:lnTo>
                  <a:pt x="514350" y="1442504"/>
                </a:lnTo>
                <a:lnTo>
                  <a:pt x="514350" y="1461497"/>
                </a:lnTo>
                <a:lnTo>
                  <a:pt x="514350" y="1480499"/>
                </a:lnTo>
                <a:lnTo>
                  <a:pt x="514350" y="1499492"/>
                </a:lnTo>
                <a:lnTo>
                  <a:pt x="514350" y="1518495"/>
                </a:lnTo>
                <a:lnTo>
                  <a:pt x="514350" y="1537497"/>
                </a:lnTo>
                <a:lnTo>
                  <a:pt x="514350" y="1556490"/>
                </a:lnTo>
                <a:lnTo>
                  <a:pt x="514350" y="1575492"/>
                </a:lnTo>
                <a:lnTo>
                  <a:pt x="514350" y="1594485"/>
                </a:lnTo>
                <a:lnTo>
                  <a:pt x="506901" y="1609106"/>
                </a:lnTo>
                <a:lnTo>
                  <a:pt x="490290" y="1618326"/>
                </a:lnTo>
                <a:lnTo>
                  <a:pt x="473678" y="1627556"/>
                </a:lnTo>
                <a:lnTo>
                  <a:pt x="457076" y="1636786"/>
                </a:lnTo>
                <a:lnTo>
                  <a:pt x="440465" y="1646006"/>
                </a:lnTo>
                <a:lnTo>
                  <a:pt x="423863" y="1655235"/>
                </a:lnTo>
                <a:lnTo>
                  <a:pt x="407251" y="1664465"/>
                </a:lnTo>
                <a:lnTo>
                  <a:pt x="390639" y="1673685"/>
                </a:lnTo>
                <a:lnTo>
                  <a:pt x="374037" y="1682915"/>
                </a:lnTo>
                <a:lnTo>
                  <a:pt x="357426" y="1692145"/>
                </a:lnTo>
                <a:lnTo>
                  <a:pt x="340824" y="1701365"/>
                </a:lnTo>
                <a:lnTo>
                  <a:pt x="324212" y="1710595"/>
                </a:lnTo>
                <a:lnTo>
                  <a:pt x="307610" y="1719824"/>
                </a:lnTo>
                <a:lnTo>
                  <a:pt x="290998" y="1729045"/>
                </a:lnTo>
                <a:lnTo>
                  <a:pt x="274387" y="1738274"/>
                </a:lnTo>
                <a:lnTo>
                  <a:pt x="257785" y="1747504"/>
                </a:lnTo>
                <a:lnTo>
                  <a:pt x="241173" y="1738951"/>
                </a:lnTo>
                <a:lnTo>
                  <a:pt x="224571" y="1729721"/>
                </a:lnTo>
                <a:lnTo>
                  <a:pt x="207959" y="1720491"/>
                </a:lnTo>
                <a:lnTo>
                  <a:pt x="191348" y="1711271"/>
                </a:lnTo>
                <a:lnTo>
                  <a:pt x="174746" y="1702041"/>
                </a:lnTo>
                <a:lnTo>
                  <a:pt x="158134" y="1692812"/>
                </a:lnTo>
                <a:lnTo>
                  <a:pt x="141532" y="1683591"/>
                </a:lnTo>
                <a:lnTo>
                  <a:pt x="124920" y="1674362"/>
                </a:lnTo>
                <a:lnTo>
                  <a:pt x="108309" y="1665132"/>
                </a:lnTo>
                <a:lnTo>
                  <a:pt x="91707" y="1655912"/>
                </a:lnTo>
                <a:lnTo>
                  <a:pt x="75095" y="1646682"/>
                </a:lnTo>
                <a:lnTo>
                  <a:pt x="58493" y="1637452"/>
                </a:lnTo>
                <a:lnTo>
                  <a:pt x="41881" y="1628232"/>
                </a:lnTo>
                <a:lnTo>
                  <a:pt x="25270" y="1619002"/>
                </a:lnTo>
                <a:lnTo>
                  <a:pt x="8668" y="1609773"/>
                </a:lnTo>
                <a:lnTo>
                  <a:pt x="0" y="1595876"/>
                </a:lnTo>
                <a:lnTo>
                  <a:pt x="0" y="1576883"/>
                </a:lnTo>
                <a:lnTo>
                  <a:pt x="0" y="1557880"/>
                </a:lnTo>
                <a:lnTo>
                  <a:pt x="0" y="1538878"/>
                </a:lnTo>
                <a:lnTo>
                  <a:pt x="0" y="1519885"/>
                </a:lnTo>
                <a:lnTo>
                  <a:pt x="0" y="1500883"/>
                </a:lnTo>
                <a:lnTo>
                  <a:pt x="0" y="1481890"/>
                </a:lnTo>
                <a:lnTo>
                  <a:pt x="0" y="1462888"/>
                </a:lnTo>
                <a:lnTo>
                  <a:pt x="0" y="1443885"/>
                </a:lnTo>
                <a:lnTo>
                  <a:pt x="0" y="1424892"/>
                </a:lnTo>
                <a:lnTo>
                  <a:pt x="0" y="1405890"/>
                </a:lnTo>
                <a:lnTo>
                  <a:pt x="0" y="1386897"/>
                </a:lnTo>
                <a:lnTo>
                  <a:pt x="0" y="1367895"/>
                </a:lnTo>
                <a:lnTo>
                  <a:pt x="0" y="1348892"/>
                </a:lnTo>
                <a:lnTo>
                  <a:pt x="0" y="1329900"/>
                </a:lnTo>
                <a:lnTo>
                  <a:pt x="0" y="1310897"/>
                </a:lnTo>
                <a:lnTo>
                  <a:pt x="0" y="1291904"/>
                </a:lnTo>
                <a:lnTo>
                  <a:pt x="0" y="1272902"/>
                </a:lnTo>
                <a:lnTo>
                  <a:pt x="0" y="1253900"/>
                </a:lnTo>
                <a:lnTo>
                  <a:pt x="0" y="1234907"/>
                </a:lnTo>
                <a:lnTo>
                  <a:pt x="0" y="1215904"/>
                </a:lnTo>
                <a:lnTo>
                  <a:pt x="0" y="1196912"/>
                </a:lnTo>
                <a:lnTo>
                  <a:pt x="0" y="1177909"/>
                </a:lnTo>
                <a:lnTo>
                  <a:pt x="0" y="1158907"/>
                </a:lnTo>
                <a:lnTo>
                  <a:pt x="0" y="1139914"/>
                </a:lnTo>
                <a:lnTo>
                  <a:pt x="0" y="1120912"/>
                </a:lnTo>
                <a:lnTo>
                  <a:pt x="0" y="1101919"/>
                </a:lnTo>
                <a:lnTo>
                  <a:pt x="0" y="1082916"/>
                </a:lnTo>
                <a:lnTo>
                  <a:pt x="0" y="1063923"/>
                </a:lnTo>
                <a:lnTo>
                  <a:pt x="0" y="1044921"/>
                </a:lnTo>
                <a:lnTo>
                  <a:pt x="0" y="1025919"/>
                </a:lnTo>
                <a:lnTo>
                  <a:pt x="0" y="1006926"/>
                </a:lnTo>
                <a:lnTo>
                  <a:pt x="0" y="987923"/>
                </a:lnTo>
                <a:lnTo>
                  <a:pt x="0" y="968931"/>
                </a:lnTo>
                <a:lnTo>
                  <a:pt x="0" y="949928"/>
                </a:lnTo>
                <a:lnTo>
                  <a:pt x="0" y="930926"/>
                </a:lnTo>
                <a:lnTo>
                  <a:pt x="0" y="911933"/>
                </a:lnTo>
                <a:lnTo>
                  <a:pt x="0" y="892931"/>
                </a:lnTo>
                <a:lnTo>
                  <a:pt x="0" y="873938"/>
                </a:lnTo>
                <a:lnTo>
                  <a:pt x="0" y="854935"/>
                </a:lnTo>
                <a:lnTo>
                  <a:pt x="0" y="835933"/>
                </a:lnTo>
                <a:lnTo>
                  <a:pt x="0" y="816940"/>
                </a:lnTo>
                <a:lnTo>
                  <a:pt x="0" y="797938"/>
                </a:lnTo>
                <a:lnTo>
                  <a:pt x="0" y="778945"/>
                </a:lnTo>
                <a:lnTo>
                  <a:pt x="0" y="759943"/>
                </a:lnTo>
                <a:lnTo>
                  <a:pt x="0" y="740940"/>
                </a:lnTo>
                <a:lnTo>
                  <a:pt x="0" y="721947"/>
                </a:lnTo>
                <a:lnTo>
                  <a:pt x="0" y="702945"/>
                </a:lnTo>
                <a:lnTo>
                  <a:pt x="0" y="683952"/>
                </a:lnTo>
                <a:lnTo>
                  <a:pt x="0" y="664950"/>
                </a:lnTo>
                <a:lnTo>
                  <a:pt x="0" y="645947"/>
                </a:lnTo>
                <a:lnTo>
                  <a:pt x="0" y="626955"/>
                </a:lnTo>
                <a:lnTo>
                  <a:pt x="0" y="607952"/>
                </a:lnTo>
                <a:lnTo>
                  <a:pt x="0" y="588959"/>
                </a:lnTo>
                <a:lnTo>
                  <a:pt x="0" y="569957"/>
                </a:lnTo>
                <a:lnTo>
                  <a:pt x="0" y="550955"/>
                </a:lnTo>
                <a:lnTo>
                  <a:pt x="0" y="531962"/>
                </a:lnTo>
                <a:lnTo>
                  <a:pt x="0" y="512959"/>
                </a:lnTo>
                <a:lnTo>
                  <a:pt x="0" y="493967"/>
                </a:lnTo>
                <a:lnTo>
                  <a:pt x="0" y="474964"/>
                </a:lnTo>
                <a:lnTo>
                  <a:pt x="0" y="455962"/>
                </a:lnTo>
                <a:lnTo>
                  <a:pt x="0" y="436969"/>
                </a:lnTo>
                <a:lnTo>
                  <a:pt x="0" y="417967"/>
                </a:lnTo>
                <a:lnTo>
                  <a:pt x="0" y="398974"/>
                </a:lnTo>
                <a:lnTo>
                  <a:pt x="0" y="379971"/>
                </a:lnTo>
                <a:lnTo>
                  <a:pt x="0" y="360969"/>
                </a:lnTo>
                <a:lnTo>
                  <a:pt x="0" y="341976"/>
                </a:lnTo>
                <a:lnTo>
                  <a:pt x="0" y="322974"/>
                </a:lnTo>
                <a:lnTo>
                  <a:pt x="0" y="303981"/>
                </a:lnTo>
                <a:lnTo>
                  <a:pt x="0" y="284978"/>
                </a:lnTo>
                <a:lnTo>
                  <a:pt x="0" y="265976"/>
                </a:lnTo>
                <a:lnTo>
                  <a:pt x="0" y="246983"/>
                </a:lnTo>
                <a:lnTo>
                  <a:pt x="0" y="227981"/>
                </a:lnTo>
                <a:lnTo>
                  <a:pt x="0" y="208988"/>
                </a:lnTo>
                <a:lnTo>
                  <a:pt x="0" y="189986"/>
                </a:lnTo>
                <a:lnTo>
                  <a:pt x="0" y="170983"/>
                </a:lnTo>
                <a:lnTo>
                  <a:pt x="0" y="151990"/>
                </a:lnTo>
                <a:lnTo>
                  <a:pt x="0" y="132988"/>
                </a:lnTo>
                <a:lnTo>
                  <a:pt x="0" y="113995"/>
                </a:lnTo>
                <a:lnTo>
                  <a:pt x="0" y="94993"/>
                </a:lnTo>
                <a:lnTo>
                  <a:pt x="0" y="75990"/>
                </a:lnTo>
                <a:lnTo>
                  <a:pt x="0" y="56998"/>
                </a:lnTo>
                <a:lnTo>
                  <a:pt x="0" y="37995"/>
                </a:lnTo>
                <a:lnTo>
                  <a:pt x="0" y="19002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5" name="phase-title-0">
            <a:extLst xmlns:a="http://schemas.openxmlformats.org/drawingml/2006/main">
              <a:ext uri="{FF2B5EF4-FFF2-40B4-BE49-F238E27FC236}">
                <a16:creationId xmlns:a16="http://schemas.microsoft.com/office/drawing/2014/main" id="{FE084428-8E07-4AFF-8F2C-2CCC60450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2041474"/>
            <a:ext cx="1428750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精准触达</a:t>
            </a:r>
          </a:p>
        </p:txBody>
      </p:sp>
      <p:sp>
        <p:nvSpPr>
          <p:cNvPr id="6" name="phase-body-0">
            <a:extLst xmlns:a="http://schemas.openxmlformats.org/drawingml/2006/main">
              <a:ext uri="{FF2B5EF4-FFF2-40B4-BE49-F238E27FC236}">
                <a16:creationId xmlns:a16="http://schemas.microsoft.com/office/drawing/2014/main" id="{82150B3C-EF0C-44AB-9C48-B55C06605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2395690"/>
            <a:ext cx="1428750" cy="587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让目标对象进</a:t>
            </a:r>
          </a:p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入体系</a:t>
            </a:r>
          </a:p>
        </p:txBody>
      </p:sp>
      <p:sp>
        <p:nvSpPr>
          <p:cNvPr id="7" name="action-icon-shell-0-0">
            <a:extLst xmlns:a="http://schemas.openxmlformats.org/drawingml/2006/main">
              <a:ext uri="{FF2B5EF4-FFF2-40B4-BE49-F238E27FC236}">
                <a16:creationId xmlns:a16="http://schemas.microsoft.com/office/drawing/2014/main" id="{611C85BE-1300-4237-98E7-0DE8B63F9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2035969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8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9c5dbcbfe2a4e14">
            <a:extLst>
              <a:ext uri="{96DAC541-7B7A-43D3-8B79-37D633B846F1}">
                <asvg:svgBlip xmlns:asvg="http://schemas.microsoft.com/office/drawing/2016/SVG/main" r:embed="R122f819ff7aa4d31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2112169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9" name="action-title-0-0">
            <a:extLst xmlns:a="http://schemas.openxmlformats.org/drawingml/2006/main">
              <a:ext uri="{FF2B5EF4-FFF2-40B4-BE49-F238E27FC236}">
                <a16:creationId xmlns:a16="http://schemas.microsoft.com/office/drawing/2014/main" id="{EC4E98BA-EE53-4966-80F2-61D3D33DA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1974952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标签体系</a:t>
            </a:r>
          </a:p>
        </p:txBody>
      </p:sp>
      <p:sp>
        <p:nvSpPr>
          <p:cNvPr id="10" name="action-body-0-0">
            <a:extLst xmlns:a="http://schemas.openxmlformats.org/drawingml/2006/main">
              <a:ext uri="{FF2B5EF4-FFF2-40B4-BE49-F238E27FC236}">
                <a16:creationId xmlns:a16="http://schemas.microsoft.com/office/drawing/2014/main" id="{4CE59587-F516-47C2-83BF-00E1285BB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203552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形成可识别对象</a:t>
            </a:r>
          </a:p>
        </p:txBody>
      </p:sp>
      <p:sp>
        <p:nvSpPr>
          <p:cNvPr id="11" name="action-icon-shell-0-1">
            <a:extLst xmlns:a="http://schemas.openxmlformats.org/drawingml/2006/main">
              <a:ext uri="{FF2B5EF4-FFF2-40B4-BE49-F238E27FC236}">
                <a16:creationId xmlns:a16="http://schemas.microsoft.com/office/drawing/2014/main" id="{E2390452-6D28-4BF9-93DF-B5DADEC87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2035969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8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dcbfee278594e3c">
            <a:extLst>
              <a:ext uri="{96DAC541-7B7A-43D3-8B79-37D633B846F1}">
                <asvg:svgBlip xmlns:asvg="http://schemas.microsoft.com/office/drawing/2016/SVG/main" r:embed="Ra6559c2d7295446f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2112169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13" name="action-title-0-1">
            <a:extLst xmlns:a="http://schemas.openxmlformats.org/drawingml/2006/main">
              <a:ext uri="{FF2B5EF4-FFF2-40B4-BE49-F238E27FC236}">
                <a16:creationId xmlns:a16="http://schemas.microsoft.com/office/drawing/2014/main" id="{BB2743B1-6F7B-4FA8-B55B-EF730A2A4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1974952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渠道连接</a:t>
            </a:r>
          </a:p>
        </p:txBody>
      </p:sp>
      <p:sp>
        <p:nvSpPr>
          <p:cNvPr id="14" name="action-body-0-1">
            <a:extLst xmlns:a="http://schemas.openxmlformats.org/drawingml/2006/main">
              <a:ext uri="{FF2B5EF4-FFF2-40B4-BE49-F238E27FC236}">
                <a16:creationId xmlns:a16="http://schemas.microsoft.com/office/drawing/2014/main" id="{874A341C-ADE8-4DAB-8911-B455DEC3F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203552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连接主要触点</a:t>
            </a:r>
          </a:p>
        </p:txBody>
      </p:sp>
      <p:sp>
        <p:nvSpPr>
          <p:cNvPr id="15" name="action-icon-shell-0-2">
            <a:extLst xmlns:a="http://schemas.openxmlformats.org/drawingml/2006/main">
              <a:ext uri="{FF2B5EF4-FFF2-40B4-BE49-F238E27FC236}">
                <a16:creationId xmlns:a16="http://schemas.microsoft.com/office/drawing/2014/main" id="{75DF5251-EA7D-493D-8A3C-DDBE0022A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2645569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8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7182fe6a2124d83">
            <a:extLst>
              <a:ext uri="{96DAC541-7B7A-43D3-8B79-37D633B846F1}">
                <asvg:svgBlip xmlns:asvg="http://schemas.microsoft.com/office/drawing/2016/SVG/main" r:embed="R014afbc0676c4c51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2721769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17" name="action-title-0-2">
            <a:extLst xmlns:a="http://schemas.openxmlformats.org/drawingml/2006/main">
              <a:ext uri="{FF2B5EF4-FFF2-40B4-BE49-F238E27FC236}">
                <a16:creationId xmlns:a16="http://schemas.microsoft.com/office/drawing/2014/main" id="{550430FB-DCCB-4DE1-967D-75ABB2F1B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584552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内容优化</a:t>
            </a:r>
          </a:p>
        </p:txBody>
      </p:sp>
      <p:sp>
        <p:nvSpPr>
          <p:cNvPr id="18" name="action-body-0-2">
            <a:extLst xmlns:a="http://schemas.openxmlformats.org/drawingml/2006/main">
              <a:ext uri="{FF2B5EF4-FFF2-40B4-BE49-F238E27FC236}">
                <a16:creationId xmlns:a16="http://schemas.microsoft.com/office/drawing/2014/main" id="{B7321BEE-9A15-42D0-872F-5E974CCD7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813152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提高触达质量</a:t>
            </a:r>
          </a:p>
        </p:txBody>
      </p:sp>
      <p:sp>
        <p:nvSpPr>
          <p:cNvPr id="19" name="action-icon-shell-0-3">
            <a:extLst xmlns:a="http://schemas.openxmlformats.org/drawingml/2006/main">
              <a:ext uri="{FF2B5EF4-FFF2-40B4-BE49-F238E27FC236}">
                <a16:creationId xmlns:a16="http://schemas.microsoft.com/office/drawing/2014/main" id="{D65EE244-A0A8-4D56-9189-269EDBE18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2645569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9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453fc929fad4fb2">
            <a:extLst>
              <a:ext uri="{96DAC541-7B7A-43D3-8B79-37D633B846F1}">
                <asvg:svgBlip xmlns:asvg="http://schemas.microsoft.com/office/drawing/2016/SVG/main" r:embed="R049753021eb74f11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2721769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21" name="action-title-0-3">
            <a:extLst xmlns:a="http://schemas.openxmlformats.org/drawingml/2006/main">
              <a:ext uri="{FF2B5EF4-FFF2-40B4-BE49-F238E27FC236}">
                <a16:creationId xmlns:a16="http://schemas.microsoft.com/office/drawing/2014/main" id="{73FB2B1D-0E08-45D4-9263-8C86D06DC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584552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行为追踪</a:t>
            </a:r>
          </a:p>
        </p:txBody>
      </p:sp>
      <p:sp>
        <p:nvSpPr>
          <p:cNvPr id="22" name="action-body-0-3">
            <a:extLst xmlns:a="http://schemas.openxmlformats.org/drawingml/2006/main">
              <a:ext uri="{FF2B5EF4-FFF2-40B4-BE49-F238E27FC236}">
                <a16:creationId xmlns:a16="http://schemas.microsoft.com/office/drawing/2014/main" id="{E369725B-20DE-4AF2-9309-DFCCB056C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813152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记录关键反馈</a:t>
            </a:r>
          </a:p>
        </p:txBody>
      </p:sp>
      <p:sp>
        <p:nvSpPr>
          <p:cNvPr id="23" name="phase-rail-1">
            <a:extLst xmlns:a="http://schemas.openxmlformats.org/drawingml/2006/main">
              <a:ext uri="{FF2B5EF4-FFF2-40B4-BE49-F238E27FC236}">
                <a16:creationId xmlns:a16="http://schemas.microsoft.com/office/drawing/2014/main" id="{A986E854-6BE1-4296-A5DC-D47A604F5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3386138"/>
            <a:ext cx="514350" cy="906513"/>
          </a:xfrm>
          <a:custGeom xmlns:a="http://schemas.openxmlformats.org/drawingml/2006/main">
            <a:pathLst>
              <a:path w="514350" h="906513">
                <a:moveTo>
                  <a:pt x="0" y="0"/>
                </a:moveTo>
                <a:lnTo>
                  <a:pt x="17002" y="8420"/>
                </a:lnTo>
                <a:lnTo>
                  <a:pt x="33995" y="16831"/>
                </a:lnTo>
                <a:lnTo>
                  <a:pt x="50997" y="25251"/>
                </a:lnTo>
                <a:lnTo>
                  <a:pt x="67989" y="33671"/>
                </a:lnTo>
                <a:lnTo>
                  <a:pt x="84992" y="42091"/>
                </a:lnTo>
                <a:lnTo>
                  <a:pt x="101994" y="50502"/>
                </a:lnTo>
                <a:lnTo>
                  <a:pt x="118986" y="58922"/>
                </a:lnTo>
                <a:lnTo>
                  <a:pt x="135988" y="67342"/>
                </a:lnTo>
                <a:lnTo>
                  <a:pt x="152991" y="75752"/>
                </a:lnTo>
                <a:lnTo>
                  <a:pt x="169983" y="84172"/>
                </a:lnTo>
                <a:lnTo>
                  <a:pt x="186985" y="92593"/>
                </a:lnTo>
                <a:lnTo>
                  <a:pt x="203978" y="101013"/>
                </a:lnTo>
                <a:lnTo>
                  <a:pt x="220980" y="109423"/>
                </a:lnTo>
                <a:lnTo>
                  <a:pt x="237982" y="117843"/>
                </a:lnTo>
                <a:lnTo>
                  <a:pt x="254975" y="126263"/>
                </a:lnTo>
                <a:lnTo>
                  <a:pt x="271977" y="120025"/>
                </a:lnTo>
                <a:lnTo>
                  <a:pt x="288979" y="111604"/>
                </a:lnTo>
                <a:lnTo>
                  <a:pt x="305972" y="103184"/>
                </a:lnTo>
                <a:lnTo>
                  <a:pt x="322974" y="94764"/>
                </a:lnTo>
                <a:lnTo>
                  <a:pt x="339966" y="86354"/>
                </a:lnTo>
                <a:lnTo>
                  <a:pt x="356968" y="77934"/>
                </a:lnTo>
                <a:lnTo>
                  <a:pt x="373971" y="69513"/>
                </a:lnTo>
                <a:lnTo>
                  <a:pt x="390963" y="61093"/>
                </a:lnTo>
                <a:lnTo>
                  <a:pt x="407965" y="52683"/>
                </a:lnTo>
                <a:lnTo>
                  <a:pt x="424967" y="44263"/>
                </a:lnTo>
                <a:lnTo>
                  <a:pt x="441960" y="35843"/>
                </a:lnTo>
                <a:lnTo>
                  <a:pt x="458962" y="27432"/>
                </a:lnTo>
                <a:lnTo>
                  <a:pt x="475955" y="19012"/>
                </a:lnTo>
                <a:lnTo>
                  <a:pt x="492957" y="10592"/>
                </a:lnTo>
                <a:lnTo>
                  <a:pt x="509959" y="2172"/>
                </a:lnTo>
                <a:lnTo>
                  <a:pt x="514350" y="14068"/>
                </a:lnTo>
                <a:lnTo>
                  <a:pt x="514350" y="33033"/>
                </a:lnTo>
                <a:lnTo>
                  <a:pt x="514350" y="52007"/>
                </a:lnTo>
                <a:lnTo>
                  <a:pt x="514350" y="70971"/>
                </a:lnTo>
                <a:lnTo>
                  <a:pt x="514350" y="89935"/>
                </a:lnTo>
                <a:lnTo>
                  <a:pt x="514350" y="108909"/>
                </a:lnTo>
                <a:lnTo>
                  <a:pt x="514350" y="127873"/>
                </a:lnTo>
                <a:lnTo>
                  <a:pt x="514350" y="146847"/>
                </a:lnTo>
                <a:lnTo>
                  <a:pt x="514350" y="165811"/>
                </a:lnTo>
                <a:lnTo>
                  <a:pt x="514350" y="184785"/>
                </a:lnTo>
                <a:lnTo>
                  <a:pt x="514350" y="203749"/>
                </a:lnTo>
                <a:lnTo>
                  <a:pt x="514350" y="222714"/>
                </a:lnTo>
                <a:lnTo>
                  <a:pt x="514350" y="241687"/>
                </a:lnTo>
                <a:lnTo>
                  <a:pt x="514350" y="260652"/>
                </a:lnTo>
                <a:lnTo>
                  <a:pt x="514350" y="279625"/>
                </a:lnTo>
                <a:lnTo>
                  <a:pt x="514350" y="298590"/>
                </a:lnTo>
                <a:lnTo>
                  <a:pt x="514350" y="317564"/>
                </a:lnTo>
                <a:lnTo>
                  <a:pt x="514350" y="336528"/>
                </a:lnTo>
                <a:lnTo>
                  <a:pt x="514350" y="355502"/>
                </a:lnTo>
                <a:lnTo>
                  <a:pt x="514350" y="374466"/>
                </a:lnTo>
                <a:lnTo>
                  <a:pt x="514350" y="393430"/>
                </a:lnTo>
                <a:lnTo>
                  <a:pt x="514350" y="412404"/>
                </a:lnTo>
                <a:lnTo>
                  <a:pt x="514350" y="431368"/>
                </a:lnTo>
                <a:lnTo>
                  <a:pt x="514350" y="450342"/>
                </a:lnTo>
                <a:lnTo>
                  <a:pt x="514350" y="469306"/>
                </a:lnTo>
                <a:lnTo>
                  <a:pt x="514350" y="488280"/>
                </a:lnTo>
                <a:lnTo>
                  <a:pt x="514350" y="507244"/>
                </a:lnTo>
                <a:lnTo>
                  <a:pt x="514350" y="526218"/>
                </a:lnTo>
                <a:lnTo>
                  <a:pt x="514350" y="545182"/>
                </a:lnTo>
                <a:lnTo>
                  <a:pt x="514350" y="564147"/>
                </a:lnTo>
                <a:lnTo>
                  <a:pt x="514350" y="583121"/>
                </a:lnTo>
                <a:lnTo>
                  <a:pt x="514350" y="602085"/>
                </a:lnTo>
                <a:lnTo>
                  <a:pt x="514350" y="621059"/>
                </a:lnTo>
                <a:lnTo>
                  <a:pt x="514350" y="640023"/>
                </a:lnTo>
                <a:lnTo>
                  <a:pt x="514350" y="658997"/>
                </a:lnTo>
                <a:lnTo>
                  <a:pt x="514350" y="677961"/>
                </a:lnTo>
                <a:lnTo>
                  <a:pt x="514350" y="696935"/>
                </a:lnTo>
                <a:lnTo>
                  <a:pt x="514350" y="715899"/>
                </a:lnTo>
                <a:lnTo>
                  <a:pt x="514350" y="734863"/>
                </a:lnTo>
                <a:lnTo>
                  <a:pt x="514350" y="753837"/>
                </a:lnTo>
                <a:lnTo>
                  <a:pt x="514350" y="772801"/>
                </a:lnTo>
                <a:lnTo>
                  <a:pt x="505854" y="786498"/>
                </a:lnTo>
                <a:lnTo>
                  <a:pt x="488852" y="794918"/>
                </a:lnTo>
                <a:lnTo>
                  <a:pt x="471849" y="803329"/>
                </a:lnTo>
                <a:lnTo>
                  <a:pt x="454857" y="811749"/>
                </a:lnTo>
                <a:lnTo>
                  <a:pt x="437855" y="820169"/>
                </a:lnTo>
                <a:lnTo>
                  <a:pt x="420862" y="828580"/>
                </a:lnTo>
                <a:lnTo>
                  <a:pt x="403860" y="837000"/>
                </a:lnTo>
                <a:lnTo>
                  <a:pt x="386858" y="845420"/>
                </a:lnTo>
                <a:lnTo>
                  <a:pt x="369865" y="853840"/>
                </a:lnTo>
                <a:lnTo>
                  <a:pt x="352863" y="862251"/>
                </a:lnTo>
                <a:lnTo>
                  <a:pt x="335861" y="870671"/>
                </a:lnTo>
                <a:lnTo>
                  <a:pt x="318868" y="879091"/>
                </a:lnTo>
                <a:lnTo>
                  <a:pt x="301866" y="887501"/>
                </a:lnTo>
                <a:lnTo>
                  <a:pt x="284874" y="895922"/>
                </a:lnTo>
                <a:lnTo>
                  <a:pt x="267872" y="904342"/>
                </a:lnTo>
                <a:lnTo>
                  <a:pt x="250869" y="906513"/>
                </a:lnTo>
                <a:lnTo>
                  <a:pt x="233877" y="898103"/>
                </a:lnTo>
                <a:lnTo>
                  <a:pt x="216875" y="889683"/>
                </a:lnTo>
                <a:lnTo>
                  <a:pt x="199873" y="881263"/>
                </a:lnTo>
                <a:lnTo>
                  <a:pt x="182880" y="872842"/>
                </a:lnTo>
                <a:lnTo>
                  <a:pt x="165878" y="864432"/>
                </a:lnTo>
                <a:lnTo>
                  <a:pt x="148885" y="856012"/>
                </a:lnTo>
                <a:lnTo>
                  <a:pt x="131883" y="847592"/>
                </a:lnTo>
                <a:lnTo>
                  <a:pt x="114881" y="839181"/>
                </a:lnTo>
                <a:lnTo>
                  <a:pt x="97888" y="830761"/>
                </a:lnTo>
                <a:lnTo>
                  <a:pt x="80886" y="822341"/>
                </a:lnTo>
                <a:lnTo>
                  <a:pt x="63884" y="813921"/>
                </a:lnTo>
                <a:lnTo>
                  <a:pt x="46892" y="805510"/>
                </a:lnTo>
                <a:lnTo>
                  <a:pt x="29889" y="797090"/>
                </a:lnTo>
                <a:lnTo>
                  <a:pt x="12897" y="788670"/>
                </a:lnTo>
                <a:lnTo>
                  <a:pt x="0" y="777707"/>
                </a:lnTo>
                <a:lnTo>
                  <a:pt x="0" y="758742"/>
                </a:lnTo>
                <a:lnTo>
                  <a:pt x="0" y="739769"/>
                </a:lnTo>
                <a:lnTo>
                  <a:pt x="0" y="720804"/>
                </a:lnTo>
                <a:lnTo>
                  <a:pt x="0" y="701831"/>
                </a:lnTo>
                <a:lnTo>
                  <a:pt x="0" y="682866"/>
                </a:lnTo>
                <a:lnTo>
                  <a:pt x="0" y="663893"/>
                </a:lnTo>
                <a:lnTo>
                  <a:pt x="0" y="644928"/>
                </a:lnTo>
                <a:lnTo>
                  <a:pt x="0" y="625964"/>
                </a:lnTo>
                <a:lnTo>
                  <a:pt x="0" y="606990"/>
                </a:lnTo>
                <a:lnTo>
                  <a:pt x="0" y="588026"/>
                </a:lnTo>
                <a:lnTo>
                  <a:pt x="0" y="569052"/>
                </a:lnTo>
                <a:lnTo>
                  <a:pt x="0" y="550088"/>
                </a:lnTo>
                <a:lnTo>
                  <a:pt x="0" y="531114"/>
                </a:lnTo>
                <a:lnTo>
                  <a:pt x="0" y="512150"/>
                </a:lnTo>
                <a:lnTo>
                  <a:pt x="0" y="493176"/>
                </a:lnTo>
                <a:lnTo>
                  <a:pt x="0" y="474212"/>
                </a:lnTo>
                <a:lnTo>
                  <a:pt x="0" y="455247"/>
                </a:lnTo>
                <a:lnTo>
                  <a:pt x="0" y="436274"/>
                </a:lnTo>
                <a:lnTo>
                  <a:pt x="0" y="417309"/>
                </a:lnTo>
                <a:lnTo>
                  <a:pt x="0" y="398336"/>
                </a:lnTo>
                <a:lnTo>
                  <a:pt x="0" y="379371"/>
                </a:lnTo>
                <a:lnTo>
                  <a:pt x="0" y="360397"/>
                </a:lnTo>
                <a:lnTo>
                  <a:pt x="0" y="341433"/>
                </a:lnTo>
                <a:lnTo>
                  <a:pt x="0" y="322459"/>
                </a:lnTo>
                <a:lnTo>
                  <a:pt x="0" y="303495"/>
                </a:lnTo>
                <a:lnTo>
                  <a:pt x="0" y="284531"/>
                </a:lnTo>
                <a:lnTo>
                  <a:pt x="0" y="265557"/>
                </a:lnTo>
                <a:lnTo>
                  <a:pt x="0" y="246593"/>
                </a:lnTo>
                <a:lnTo>
                  <a:pt x="0" y="227619"/>
                </a:lnTo>
                <a:lnTo>
                  <a:pt x="0" y="208655"/>
                </a:lnTo>
                <a:lnTo>
                  <a:pt x="0" y="189681"/>
                </a:lnTo>
                <a:lnTo>
                  <a:pt x="0" y="170717"/>
                </a:lnTo>
                <a:lnTo>
                  <a:pt x="0" y="151752"/>
                </a:lnTo>
                <a:lnTo>
                  <a:pt x="0" y="132779"/>
                </a:lnTo>
                <a:lnTo>
                  <a:pt x="0" y="113814"/>
                </a:lnTo>
                <a:lnTo>
                  <a:pt x="0" y="94840"/>
                </a:lnTo>
                <a:lnTo>
                  <a:pt x="0" y="75876"/>
                </a:lnTo>
                <a:lnTo>
                  <a:pt x="0" y="56902"/>
                </a:lnTo>
                <a:lnTo>
                  <a:pt x="0" y="37938"/>
                </a:lnTo>
                <a:lnTo>
                  <a:pt x="0" y="18964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24" name="phase-title-1">
            <a:extLst xmlns:a="http://schemas.openxmlformats.org/drawingml/2006/main">
              <a:ext uri="{FF2B5EF4-FFF2-40B4-BE49-F238E27FC236}">
                <a16:creationId xmlns:a16="http://schemas.microsoft.com/office/drawing/2014/main" id="{3143DF45-A9A5-4B37-A719-2DAC9490A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3404892"/>
            <a:ext cx="1428750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意向培育</a:t>
            </a:r>
          </a:p>
        </p:txBody>
      </p:sp>
      <p:sp>
        <p:nvSpPr>
          <p:cNvPr id="25" name="phase-body-1">
            <a:extLst xmlns:a="http://schemas.openxmlformats.org/drawingml/2006/main">
              <a:ext uri="{FF2B5EF4-FFF2-40B4-BE49-F238E27FC236}">
                <a16:creationId xmlns:a16="http://schemas.microsoft.com/office/drawing/2014/main" id="{637E9701-1E7E-4991-88C4-2A53AE73F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3759098"/>
            <a:ext cx="1428750" cy="51792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6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让有效关注形成</a:t>
            </a:r>
          </a:p>
          <a:p xmlns:a="http://schemas.openxmlformats.org/drawingml/2006/main">
            <a:pPr algn="l">
              <a:lnSpc>
                <a:spcPct val="136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意向</a:t>
            </a:r>
          </a:p>
        </p:txBody>
      </p:sp>
      <p:sp>
        <p:nvSpPr>
          <p:cNvPr id="26" name="action-icon-shell-1-0">
            <a:extLst xmlns:a="http://schemas.openxmlformats.org/drawingml/2006/main">
              <a:ext uri="{FF2B5EF4-FFF2-40B4-BE49-F238E27FC236}">
                <a16:creationId xmlns:a16="http://schemas.microsoft.com/office/drawing/2014/main" id="{1A726254-FC29-4C8F-84B0-9497145F8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3669506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9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9120ebf209e44f7">
            <a:extLst>
              <a:ext uri="{96DAC541-7B7A-43D3-8B79-37D633B846F1}">
                <asvg:svgBlip xmlns:asvg="http://schemas.microsoft.com/office/drawing/2016/SVG/main" r:embed="Ra690d64977b440e9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3745706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28" name="action-title-1-0">
            <a:extLst xmlns:a="http://schemas.openxmlformats.org/drawingml/2006/main">
              <a:ext uri="{FF2B5EF4-FFF2-40B4-BE49-F238E27FC236}">
                <a16:creationId xmlns:a16="http://schemas.microsoft.com/office/drawing/2014/main" id="{AF5436E0-4982-4195-8542-5D9DEA52E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3608489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规则触发</a:t>
            </a:r>
          </a:p>
        </p:txBody>
      </p:sp>
      <p:sp>
        <p:nvSpPr>
          <p:cNvPr id="29" name="action-body-1-0">
            <a:extLst xmlns:a="http://schemas.openxmlformats.org/drawingml/2006/main">
              <a:ext uri="{FF2B5EF4-FFF2-40B4-BE49-F238E27FC236}">
                <a16:creationId xmlns:a16="http://schemas.microsoft.com/office/drawing/2014/main" id="{DAF0C437-3566-45EE-BDC0-BE527DE93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3837089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自动下发任务</a:t>
            </a:r>
          </a:p>
        </p:txBody>
      </p:sp>
      <p:sp>
        <p:nvSpPr>
          <p:cNvPr id="30" name="action-icon-shell-1-1">
            <a:extLst xmlns:a="http://schemas.openxmlformats.org/drawingml/2006/main">
              <a:ext uri="{FF2B5EF4-FFF2-40B4-BE49-F238E27FC236}">
                <a16:creationId xmlns:a16="http://schemas.microsoft.com/office/drawing/2014/main" id="{A37F9031-B5E6-4C38-B87D-48E3A9418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3669506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10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5c3a2cd74264fe9">
            <a:extLst>
              <a:ext uri="{96DAC541-7B7A-43D3-8B79-37D633B846F1}">
                <asvg:svgBlip xmlns:asvg="http://schemas.microsoft.com/office/drawing/2016/SVG/main" r:embed="R5249dbcd679b4a3d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3745706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32" name="action-title-1-1">
            <a:extLst xmlns:a="http://schemas.openxmlformats.org/drawingml/2006/main">
              <a:ext uri="{FF2B5EF4-FFF2-40B4-BE49-F238E27FC236}">
                <a16:creationId xmlns:a16="http://schemas.microsoft.com/office/drawing/2014/main" id="{25D0BF75-4B2C-4B65-BCE3-6A1DDA2FF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3608489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热度评估</a:t>
            </a:r>
          </a:p>
        </p:txBody>
      </p:sp>
      <p:sp>
        <p:nvSpPr>
          <p:cNvPr id="33" name="action-body-1-1">
            <a:extLst xmlns:a="http://schemas.openxmlformats.org/drawingml/2006/main">
              <a:ext uri="{FF2B5EF4-FFF2-40B4-BE49-F238E27FC236}">
                <a16:creationId xmlns:a16="http://schemas.microsoft.com/office/drawing/2014/main" id="{F4E91FB5-5691-4F13-92CF-CFAFE0C88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3837089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识别优先对象</a:t>
            </a:r>
          </a:p>
        </p:txBody>
      </p:sp>
      <p:sp>
        <p:nvSpPr>
          <p:cNvPr id="34" name="phase-rail-2">
            <a:extLst xmlns:a="http://schemas.openxmlformats.org/drawingml/2006/main">
              <a:ext uri="{FF2B5EF4-FFF2-40B4-BE49-F238E27FC236}">
                <a16:creationId xmlns:a16="http://schemas.microsoft.com/office/drawing/2014/main" id="{E90DAA9F-A590-47F2-8633-794C4E9C0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4295775"/>
            <a:ext cx="514350" cy="1914134"/>
          </a:xfrm>
          <a:custGeom xmlns:a="http://schemas.openxmlformats.org/drawingml/2006/main">
            <a:pathLst>
              <a:path w="514350" h="1914134">
                <a:moveTo>
                  <a:pt x="0" y="0"/>
                </a:moveTo>
                <a:lnTo>
                  <a:pt x="17193" y="9554"/>
                </a:lnTo>
                <a:lnTo>
                  <a:pt x="34385" y="19098"/>
                </a:lnTo>
                <a:lnTo>
                  <a:pt x="51578" y="28651"/>
                </a:lnTo>
                <a:lnTo>
                  <a:pt x="68771" y="38205"/>
                </a:lnTo>
                <a:lnTo>
                  <a:pt x="85963" y="47758"/>
                </a:lnTo>
                <a:lnTo>
                  <a:pt x="103156" y="57302"/>
                </a:lnTo>
                <a:lnTo>
                  <a:pt x="120348" y="66856"/>
                </a:lnTo>
                <a:lnTo>
                  <a:pt x="137541" y="76410"/>
                </a:lnTo>
                <a:lnTo>
                  <a:pt x="154724" y="85963"/>
                </a:lnTo>
                <a:lnTo>
                  <a:pt x="171917" y="95507"/>
                </a:lnTo>
                <a:lnTo>
                  <a:pt x="189109" y="105061"/>
                </a:lnTo>
                <a:lnTo>
                  <a:pt x="206302" y="114614"/>
                </a:lnTo>
                <a:lnTo>
                  <a:pt x="223495" y="124168"/>
                </a:lnTo>
                <a:lnTo>
                  <a:pt x="240687" y="133712"/>
                </a:lnTo>
                <a:lnTo>
                  <a:pt x="257880" y="142484"/>
                </a:lnTo>
                <a:lnTo>
                  <a:pt x="275072" y="132931"/>
                </a:lnTo>
                <a:lnTo>
                  <a:pt x="292265" y="123377"/>
                </a:lnTo>
                <a:lnTo>
                  <a:pt x="309458" y="113833"/>
                </a:lnTo>
                <a:lnTo>
                  <a:pt x="326650" y="104280"/>
                </a:lnTo>
                <a:lnTo>
                  <a:pt x="343843" y="94726"/>
                </a:lnTo>
                <a:lnTo>
                  <a:pt x="361036" y="85173"/>
                </a:lnTo>
                <a:lnTo>
                  <a:pt x="378228" y="75629"/>
                </a:lnTo>
                <a:lnTo>
                  <a:pt x="395421" y="66075"/>
                </a:lnTo>
                <a:lnTo>
                  <a:pt x="412613" y="56521"/>
                </a:lnTo>
                <a:lnTo>
                  <a:pt x="429806" y="46968"/>
                </a:lnTo>
                <a:lnTo>
                  <a:pt x="446999" y="37424"/>
                </a:lnTo>
                <a:lnTo>
                  <a:pt x="464182" y="27870"/>
                </a:lnTo>
                <a:lnTo>
                  <a:pt x="481374" y="18317"/>
                </a:lnTo>
                <a:lnTo>
                  <a:pt x="498567" y="8763"/>
                </a:lnTo>
                <a:lnTo>
                  <a:pt x="514350" y="1619"/>
                </a:lnTo>
                <a:lnTo>
                  <a:pt x="514350" y="21279"/>
                </a:lnTo>
                <a:lnTo>
                  <a:pt x="514350" y="40948"/>
                </a:lnTo>
                <a:lnTo>
                  <a:pt x="514350" y="60617"/>
                </a:lnTo>
                <a:lnTo>
                  <a:pt x="514350" y="80286"/>
                </a:lnTo>
                <a:lnTo>
                  <a:pt x="514350" y="99955"/>
                </a:lnTo>
                <a:lnTo>
                  <a:pt x="514350" y="119615"/>
                </a:lnTo>
                <a:lnTo>
                  <a:pt x="514350" y="139284"/>
                </a:lnTo>
                <a:lnTo>
                  <a:pt x="514350" y="158953"/>
                </a:lnTo>
                <a:lnTo>
                  <a:pt x="514350" y="178622"/>
                </a:lnTo>
                <a:lnTo>
                  <a:pt x="514350" y="198282"/>
                </a:lnTo>
                <a:lnTo>
                  <a:pt x="514350" y="217951"/>
                </a:lnTo>
                <a:lnTo>
                  <a:pt x="514350" y="237620"/>
                </a:lnTo>
                <a:lnTo>
                  <a:pt x="514350" y="257289"/>
                </a:lnTo>
                <a:lnTo>
                  <a:pt x="514350" y="276958"/>
                </a:lnTo>
                <a:lnTo>
                  <a:pt x="514350" y="296618"/>
                </a:lnTo>
                <a:lnTo>
                  <a:pt x="514350" y="316287"/>
                </a:lnTo>
                <a:lnTo>
                  <a:pt x="514350" y="335956"/>
                </a:lnTo>
                <a:lnTo>
                  <a:pt x="514350" y="355625"/>
                </a:lnTo>
                <a:lnTo>
                  <a:pt x="514350" y="375295"/>
                </a:lnTo>
                <a:lnTo>
                  <a:pt x="514350" y="394954"/>
                </a:lnTo>
                <a:lnTo>
                  <a:pt x="514350" y="414623"/>
                </a:lnTo>
                <a:lnTo>
                  <a:pt x="514350" y="434292"/>
                </a:lnTo>
                <a:lnTo>
                  <a:pt x="514350" y="453961"/>
                </a:lnTo>
                <a:lnTo>
                  <a:pt x="514350" y="473621"/>
                </a:lnTo>
                <a:lnTo>
                  <a:pt x="514350" y="493290"/>
                </a:lnTo>
                <a:lnTo>
                  <a:pt x="514350" y="512959"/>
                </a:lnTo>
                <a:lnTo>
                  <a:pt x="514350" y="532628"/>
                </a:lnTo>
                <a:lnTo>
                  <a:pt x="514350" y="552298"/>
                </a:lnTo>
                <a:lnTo>
                  <a:pt x="514350" y="571957"/>
                </a:lnTo>
                <a:lnTo>
                  <a:pt x="514350" y="591626"/>
                </a:lnTo>
                <a:lnTo>
                  <a:pt x="514350" y="611295"/>
                </a:lnTo>
                <a:lnTo>
                  <a:pt x="514350" y="630965"/>
                </a:lnTo>
                <a:lnTo>
                  <a:pt x="514350" y="650624"/>
                </a:lnTo>
                <a:lnTo>
                  <a:pt x="514350" y="670293"/>
                </a:lnTo>
                <a:lnTo>
                  <a:pt x="514350" y="689962"/>
                </a:lnTo>
                <a:lnTo>
                  <a:pt x="514350" y="709632"/>
                </a:lnTo>
                <a:lnTo>
                  <a:pt x="514350" y="729301"/>
                </a:lnTo>
                <a:lnTo>
                  <a:pt x="514350" y="748960"/>
                </a:lnTo>
                <a:lnTo>
                  <a:pt x="514350" y="768629"/>
                </a:lnTo>
                <a:lnTo>
                  <a:pt x="514350" y="788299"/>
                </a:lnTo>
                <a:lnTo>
                  <a:pt x="514350" y="807968"/>
                </a:lnTo>
                <a:lnTo>
                  <a:pt x="514350" y="827637"/>
                </a:lnTo>
                <a:lnTo>
                  <a:pt x="514350" y="847296"/>
                </a:lnTo>
                <a:lnTo>
                  <a:pt x="514350" y="866966"/>
                </a:lnTo>
                <a:lnTo>
                  <a:pt x="514350" y="886635"/>
                </a:lnTo>
                <a:lnTo>
                  <a:pt x="514350" y="906304"/>
                </a:lnTo>
                <a:lnTo>
                  <a:pt x="514350" y="925963"/>
                </a:lnTo>
                <a:lnTo>
                  <a:pt x="514350" y="945632"/>
                </a:lnTo>
                <a:lnTo>
                  <a:pt x="514350" y="965302"/>
                </a:lnTo>
                <a:lnTo>
                  <a:pt x="514350" y="984971"/>
                </a:lnTo>
                <a:lnTo>
                  <a:pt x="514350" y="1004640"/>
                </a:lnTo>
                <a:lnTo>
                  <a:pt x="514350" y="1024299"/>
                </a:lnTo>
                <a:lnTo>
                  <a:pt x="514350" y="1043969"/>
                </a:lnTo>
                <a:lnTo>
                  <a:pt x="514350" y="1063638"/>
                </a:lnTo>
                <a:lnTo>
                  <a:pt x="514350" y="1083307"/>
                </a:lnTo>
                <a:lnTo>
                  <a:pt x="514350" y="1102966"/>
                </a:lnTo>
                <a:lnTo>
                  <a:pt x="514350" y="1122636"/>
                </a:lnTo>
                <a:lnTo>
                  <a:pt x="514350" y="1142305"/>
                </a:lnTo>
                <a:lnTo>
                  <a:pt x="514350" y="1161974"/>
                </a:lnTo>
                <a:lnTo>
                  <a:pt x="514350" y="1181643"/>
                </a:lnTo>
                <a:lnTo>
                  <a:pt x="514350" y="1201303"/>
                </a:lnTo>
                <a:lnTo>
                  <a:pt x="514350" y="1220972"/>
                </a:lnTo>
                <a:lnTo>
                  <a:pt x="514350" y="1240641"/>
                </a:lnTo>
                <a:lnTo>
                  <a:pt x="514350" y="1260310"/>
                </a:lnTo>
                <a:lnTo>
                  <a:pt x="514350" y="1279970"/>
                </a:lnTo>
                <a:lnTo>
                  <a:pt x="514350" y="1299639"/>
                </a:lnTo>
                <a:lnTo>
                  <a:pt x="514350" y="1319308"/>
                </a:lnTo>
                <a:lnTo>
                  <a:pt x="514350" y="1338977"/>
                </a:lnTo>
                <a:lnTo>
                  <a:pt x="514350" y="1358646"/>
                </a:lnTo>
                <a:lnTo>
                  <a:pt x="514350" y="1378306"/>
                </a:lnTo>
                <a:lnTo>
                  <a:pt x="514350" y="1397975"/>
                </a:lnTo>
                <a:lnTo>
                  <a:pt x="514350" y="1417644"/>
                </a:lnTo>
                <a:lnTo>
                  <a:pt x="514350" y="1437313"/>
                </a:lnTo>
                <a:lnTo>
                  <a:pt x="514350" y="1456982"/>
                </a:lnTo>
                <a:lnTo>
                  <a:pt x="514350" y="1476642"/>
                </a:lnTo>
                <a:lnTo>
                  <a:pt x="514350" y="1496311"/>
                </a:lnTo>
                <a:lnTo>
                  <a:pt x="514350" y="1515980"/>
                </a:lnTo>
                <a:lnTo>
                  <a:pt x="514350" y="1535649"/>
                </a:lnTo>
                <a:lnTo>
                  <a:pt x="514350" y="1555309"/>
                </a:lnTo>
                <a:lnTo>
                  <a:pt x="514350" y="1574978"/>
                </a:lnTo>
                <a:lnTo>
                  <a:pt x="514350" y="1594647"/>
                </a:lnTo>
                <a:lnTo>
                  <a:pt x="514350" y="1614316"/>
                </a:lnTo>
                <a:lnTo>
                  <a:pt x="514350" y="1633985"/>
                </a:lnTo>
                <a:lnTo>
                  <a:pt x="514350" y="1653645"/>
                </a:lnTo>
                <a:lnTo>
                  <a:pt x="514350" y="1673314"/>
                </a:lnTo>
                <a:lnTo>
                  <a:pt x="514350" y="1692983"/>
                </a:lnTo>
                <a:lnTo>
                  <a:pt x="514350" y="1712652"/>
                </a:lnTo>
                <a:lnTo>
                  <a:pt x="514350" y="1732312"/>
                </a:lnTo>
                <a:lnTo>
                  <a:pt x="514350" y="1751981"/>
                </a:lnTo>
                <a:lnTo>
                  <a:pt x="514350" y="1771650"/>
                </a:lnTo>
                <a:lnTo>
                  <a:pt x="497157" y="1781204"/>
                </a:lnTo>
                <a:lnTo>
                  <a:pt x="479965" y="1790748"/>
                </a:lnTo>
                <a:lnTo>
                  <a:pt x="462772" y="1800301"/>
                </a:lnTo>
                <a:lnTo>
                  <a:pt x="445580" y="1809855"/>
                </a:lnTo>
                <a:lnTo>
                  <a:pt x="428387" y="1819408"/>
                </a:lnTo>
                <a:lnTo>
                  <a:pt x="411194" y="1828952"/>
                </a:lnTo>
                <a:lnTo>
                  <a:pt x="394002" y="1838506"/>
                </a:lnTo>
                <a:lnTo>
                  <a:pt x="376809" y="1848060"/>
                </a:lnTo>
                <a:lnTo>
                  <a:pt x="359626" y="1857613"/>
                </a:lnTo>
                <a:lnTo>
                  <a:pt x="342433" y="1867157"/>
                </a:lnTo>
                <a:lnTo>
                  <a:pt x="325241" y="1876711"/>
                </a:lnTo>
                <a:lnTo>
                  <a:pt x="308048" y="1886264"/>
                </a:lnTo>
                <a:lnTo>
                  <a:pt x="290855" y="1895818"/>
                </a:lnTo>
                <a:lnTo>
                  <a:pt x="273663" y="1905362"/>
                </a:lnTo>
                <a:lnTo>
                  <a:pt x="256470" y="1914134"/>
                </a:lnTo>
                <a:lnTo>
                  <a:pt x="239278" y="1904581"/>
                </a:lnTo>
                <a:lnTo>
                  <a:pt x="222085" y="1895027"/>
                </a:lnTo>
                <a:lnTo>
                  <a:pt x="204892" y="1885483"/>
                </a:lnTo>
                <a:lnTo>
                  <a:pt x="187700" y="1875930"/>
                </a:lnTo>
                <a:lnTo>
                  <a:pt x="170507" y="1866376"/>
                </a:lnTo>
                <a:lnTo>
                  <a:pt x="153314" y="1856823"/>
                </a:lnTo>
                <a:lnTo>
                  <a:pt x="136122" y="1847279"/>
                </a:lnTo>
                <a:lnTo>
                  <a:pt x="118929" y="1837725"/>
                </a:lnTo>
                <a:lnTo>
                  <a:pt x="101737" y="1828171"/>
                </a:lnTo>
                <a:lnTo>
                  <a:pt x="84544" y="1818618"/>
                </a:lnTo>
                <a:lnTo>
                  <a:pt x="67351" y="1809074"/>
                </a:lnTo>
                <a:lnTo>
                  <a:pt x="50168" y="1799520"/>
                </a:lnTo>
                <a:lnTo>
                  <a:pt x="32976" y="1789967"/>
                </a:lnTo>
                <a:lnTo>
                  <a:pt x="15783" y="1780413"/>
                </a:lnTo>
                <a:lnTo>
                  <a:pt x="0" y="1770031"/>
                </a:lnTo>
                <a:lnTo>
                  <a:pt x="0" y="1750371"/>
                </a:lnTo>
                <a:lnTo>
                  <a:pt x="0" y="1730702"/>
                </a:lnTo>
                <a:lnTo>
                  <a:pt x="0" y="1711033"/>
                </a:lnTo>
                <a:lnTo>
                  <a:pt x="0" y="1691364"/>
                </a:lnTo>
                <a:lnTo>
                  <a:pt x="0" y="1671695"/>
                </a:lnTo>
                <a:lnTo>
                  <a:pt x="0" y="1652035"/>
                </a:lnTo>
                <a:lnTo>
                  <a:pt x="0" y="1632366"/>
                </a:lnTo>
                <a:lnTo>
                  <a:pt x="0" y="1612697"/>
                </a:lnTo>
                <a:lnTo>
                  <a:pt x="0" y="1593028"/>
                </a:lnTo>
                <a:lnTo>
                  <a:pt x="0" y="1573368"/>
                </a:lnTo>
                <a:lnTo>
                  <a:pt x="0" y="1553699"/>
                </a:lnTo>
                <a:lnTo>
                  <a:pt x="0" y="1534030"/>
                </a:lnTo>
                <a:lnTo>
                  <a:pt x="0" y="1514361"/>
                </a:lnTo>
                <a:lnTo>
                  <a:pt x="0" y="1494692"/>
                </a:lnTo>
                <a:lnTo>
                  <a:pt x="0" y="1475032"/>
                </a:lnTo>
                <a:lnTo>
                  <a:pt x="0" y="1455363"/>
                </a:lnTo>
                <a:lnTo>
                  <a:pt x="0" y="1435694"/>
                </a:lnTo>
                <a:lnTo>
                  <a:pt x="0" y="1416025"/>
                </a:lnTo>
                <a:lnTo>
                  <a:pt x="0" y="1396355"/>
                </a:lnTo>
                <a:lnTo>
                  <a:pt x="0" y="1376696"/>
                </a:lnTo>
                <a:lnTo>
                  <a:pt x="0" y="1357027"/>
                </a:lnTo>
                <a:lnTo>
                  <a:pt x="0" y="1337358"/>
                </a:lnTo>
                <a:lnTo>
                  <a:pt x="0" y="1317689"/>
                </a:lnTo>
                <a:lnTo>
                  <a:pt x="0" y="1298029"/>
                </a:lnTo>
                <a:lnTo>
                  <a:pt x="0" y="1278360"/>
                </a:lnTo>
                <a:lnTo>
                  <a:pt x="0" y="1258691"/>
                </a:lnTo>
                <a:lnTo>
                  <a:pt x="0" y="1239022"/>
                </a:lnTo>
                <a:lnTo>
                  <a:pt x="0" y="1219352"/>
                </a:lnTo>
                <a:lnTo>
                  <a:pt x="0" y="1199693"/>
                </a:lnTo>
                <a:lnTo>
                  <a:pt x="0" y="1180024"/>
                </a:lnTo>
                <a:lnTo>
                  <a:pt x="0" y="1160355"/>
                </a:lnTo>
                <a:lnTo>
                  <a:pt x="0" y="1140685"/>
                </a:lnTo>
                <a:lnTo>
                  <a:pt x="0" y="1121026"/>
                </a:lnTo>
                <a:lnTo>
                  <a:pt x="0" y="1101357"/>
                </a:lnTo>
                <a:lnTo>
                  <a:pt x="0" y="1081688"/>
                </a:lnTo>
                <a:lnTo>
                  <a:pt x="0" y="1062018"/>
                </a:lnTo>
                <a:lnTo>
                  <a:pt x="0" y="1042349"/>
                </a:lnTo>
                <a:lnTo>
                  <a:pt x="0" y="1022690"/>
                </a:lnTo>
                <a:lnTo>
                  <a:pt x="0" y="1003021"/>
                </a:lnTo>
                <a:lnTo>
                  <a:pt x="0" y="983351"/>
                </a:lnTo>
                <a:lnTo>
                  <a:pt x="0" y="963682"/>
                </a:lnTo>
                <a:lnTo>
                  <a:pt x="0" y="944023"/>
                </a:lnTo>
                <a:lnTo>
                  <a:pt x="0" y="924354"/>
                </a:lnTo>
                <a:lnTo>
                  <a:pt x="0" y="904685"/>
                </a:lnTo>
                <a:lnTo>
                  <a:pt x="0" y="885015"/>
                </a:lnTo>
                <a:lnTo>
                  <a:pt x="0" y="865346"/>
                </a:lnTo>
                <a:lnTo>
                  <a:pt x="0" y="845687"/>
                </a:lnTo>
                <a:lnTo>
                  <a:pt x="0" y="826018"/>
                </a:lnTo>
                <a:lnTo>
                  <a:pt x="0" y="806348"/>
                </a:lnTo>
                <a:lnTo>
                  <a:pt x="0" y="786679"/>
                </a:lnTo>
                <a:lnTo>
                  <a:pt x="0" y="767010"/>
                </a:lnTo>
                <a:lnTo>
                  <a:pt x="0" y="747351"/>
                </a:lnTo>
                <a:lnTo>
                  <a:pt x="0" y="727681"/>
                </a:lnTo>
                <a:lnTo>
                  <a:pt x="0" y="708012"/>
                </a:lnTo>
                <a:lnTo>
                  <a:pt x="0" y="688343"/>
                </a:lnTo>
                <a:lnTo>
                  <a:pt x="0" y="668684"/>
                </a:lnTo>
                <a:lnTo>
                  <a:pt x="0" y="649014"/>
                </a:lnTo>
                <a:lnTo>
                  <a:pt x="0" y="629345"/>
                </a:lnTo>
                <a:lnTo>
                  <a:pt x="0" y="609676"/>
                </a:lnTo>
                <a:lnTo>
                  <a:pt x="0" y="590007"/>
                </a:lnTo>
                <a:lnTo>
                  <a:pt x="0" y="570347"/>
                </a:lnTo>
                <a:lnTo>
                  <a:pt x="0" y="550678"/>
                </a:lnTo>
                <a:lnTo>
                  <a:pt x="0" y="531009"/>
                </a:lnTo>
                <a:lnTo>
                  <a:pt x="0" y="511340"/>
                </a:lnTo>
                <a:lnTo>
                  <a:pt x="0" y="491681"/>
                </a:lnTo>
                <a:lnTo>
                  <a:pt x="0" y="472011"/>
                </a:lnTo>
                <a:lnTo>
                  <a:pt x="0" y="452342"/>
                </a:lnTo>
                <a:lnTo>
                  <a:pt x="0" y="432673"/>
                </a:lnTo>
                <a:lnTo>
                  <a:pt x="0" y="413004"/>
                </a:lnTo>
                <a:lnTo>
                  <a:pt x="0" y="393344"/>
                </a:lnTo>
                <a:lnTo>
                  <a:pt x="0" y="373675"/>
                </a:lnTo>
                <a:lnTo>
                  <a:pt x="0" y="354006"/>
                </a:lnTo>
                <a:lnTo>
                  <a:pt x="0" y="334337"/>
                </a:lnTo>
                <a:lnTo>
                  <a:pt x="0" y="314668"/>
                </a:lnTo>
                <a:lnTo>
                  <a:pt x="0" y="295008"/>
                </a:lnTo>
                <a:lnTo>
                  <a:pt x="0" y="275339"/>
                </a:lnTo>
                <a:lnTo>
                  <a:pt x="0" y="255670"/>
                </a:lnTo>
                <a:lnTo>
                  <a:pt x="0" y="236001"/>
                </a:lnTo>
                <a:lnTo>
                  <a:pt x="0" y="216341"/>
                </a:lnTo>
                <a:lnTo>
                  <a:pt x="0" y="196672"/>
                </a:lnTo>
                <a:lnTo>
                  <a:pt x="0" y="177003"/>
                </a:lnTo>
                <a:lnTo>
                  <a:pt x="0" y="157334"/>
                </a:lnTo>
                <a:lnTo>
                  <a:pt x="0" y="137665"/>
                </a:lnTo>
                <a:lnTo>
                  <a:pt x="0" y="118005"/>
                </a:lnTo>
                <a:lnTo>
                  <a:pt x="0" y="98336"/>
                </a:lnTo>
                <a:lnTo>
                  <a:pt x="0" y="78667"/>
                </a:lnTo>
                <a:lnTo>
                  <a:pt x="0" y="58998"/>
                </a:lnTo>
                <a:lnTo>
                  <a:pt x="0" y="39338"/>
                </a:lnTo>
                <a:lnTo>
                  <a:pt x="0" y="19669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78A8D5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35" name="phase-title-2">
            <a:extLst xmlns:a="http://schemas.openxmlformats.org/drawingml/2006/main">
              <a:ext uri="{FF2B5EF4-FFF2-40B4-BE49-F238E27FC236}">
                <a16:creationId xmlns:a16="http://schemas.microsoft.com/office/drawing/2014/main" id="{BBAF7272-1EE9-4E4A-A5B9-22CF4D53D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4782293"/>
            <a:ext cx="1428750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持续转化</a:t>
            </a:r>
          </a:p>
        </p:txBody>
      </p:sp>
      <p:sp>
        <p:nvSpPr>
          <p:cNvPr id="36" name="phase-body-2">
            <a:extLst xmlns:a="http://schemas.openxmlformats.org/drawingml/2006/main">
              <a:ext uri="{FF2B5EF4-FFF2-40B4-BE49-F238E27FC236}">
                <a16:creationId xmlns:a16="http://schemas.microsoft.com/office/drawing/2014/main" id="{55B08477-4D4A-4C00-B232-2625A0A59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5136509"/>
            <a:ext cx="1428750" cy="587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让行动沉淀为</a:t>
            </a:r>
          </a:p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长期价值</a:t>
            </a:r>
          </a:p>
        </p:txBody>
      </p:sp>
      <p:sp>
        <p:nvSpPr>
          <p:cNvPr id="37" name="action-icon-shell-2-0">
            <a:extLst xmlns:a="http://schemas.openxmlformats.org/drawingml/2006/main">
              <a:ext uri="{FF2B5EF4-FFF2-40B4-BE49-F238E27FC236}">
                <a16:creationId xmlns:a16="http://schemas.microsoft.com/office/drawing/2014/main" id="{195B9654-7337-4A33-8ADE-7AAA3798B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5081588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1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b6b9eb8758c465d">
            <a:extLst>
              <a:ext uri="{96DAC541-7B7A-43D3-8B79-37D633B846F1}">
                <asvg:svgBlip xmlns:asvg="http://schemas.microsoft.com/office/drawing/2016/SVG/main" r:embed="R210ff4cc73a14f2c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5157788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39" name="action-title-2-0">
            <a:extLst xmlns:a="http://schemas.openxmlformats.org/drawingml/2006/main">
              <a:ext uri="{FF2B5EF4-FFF2-40B4-BE49-F238E27FC236}">
                <a16:creationId xmlns:a16="http://schemas.microsoft.com/office/drawing/2014/main" id="{22842067-D2E1-480E-B8EF-D06C6A947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5020570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数据打通</a:t>
            </a:r>
          </a:p>
        </p:txBody>
      </p:sp>
      <p:sp>
        <p:nvSpPr>
          <p:cNvPr id="40" name="action-body-2-0">
            <a:extLst xmlns:a="http://schemas.openxmlformats.org/drawingml/2006/main">
              <a:ext uri="{FF2B5EF4-FFF2-40B4-BE49-F238E27FC236}">
                <a16:creationId xmlns:a16="http://schemas.microsoft.com/office/drawing/2014/main" id="{EEBE237E-4530-4D8F-916D-8C19FD6B3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5249170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统一分析对象</a:t>
            </a:r>
          </a:p>
        </p:txBody>
      </p:sp>
      <p:sp>
        <p:nvSpPr>
          <p:cNvPr id="41" name="action-icon-shell-2-1">
            <a:extLst xmlns:a="http://schemas.openxmlformats.org/drawingml/2006/main">
              <a:ext uri="{FF2B5EF4-FFF2-40B4-BE49-F238E27FC236}">
                <a16:creationId xmlns:a16="http://schemas.microsoft.com/office/drawing/2014/main" id="{E08EB59E-45FC-4411-90D2-086AA3F3D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5081588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1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2e63cb6f2184215">
            <a:extLst>
              <a:ext uri="{96DAC541-7B7A-43D3-8B79-37D633B846F1}">
                <asvg:svgBlip xmlns:asvg="http://schemas.microsoft.com/office/drawing/2016/SVG/main" r:embed="Rd52045db8fa846b1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5157788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43" name="action-title-2-1">
            <a:extLst xmlns:a="http://schemas.openxmlformats.org/drawingml/2006/main">
              <a:ext uri="{FF2B5EF4-FFF2-40B4-BE49-F238E27FC236}">
                <a16:creationId xmlns:a16="http://schemas.microsoft.com/office/drawing/2014/main" id="{4C88B9C4-778B-48E4-9196-454E66FE7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5020570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自动分群</a:t>
            </a:r>
          </a:p>
        </p:txBody>
      </p:sp>
      <p:sp>
        <p:nvSpPr>
          <p:cNvPr id="44" name="action-body-2-1">
            <a:extLst xmlns:a="http://schemas.openxmlformats.org/drawingml/2006/main">
              <a:ext uri="{FF2B5EF4-FFF2-40B4-BE49-F238E27FC236}">
                <a16:creationId xmlns:a16="http://schemas.microsoft.com/office/drawing/2014/main" id="{A120DFE5-712C-43EA-85D4-6F8B4F940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5249170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指导持续运营</a:t>
            </a:r>
          </a:p>
        </p:txBody>
      </p:sp>
      <p:sp>
        <p:nvSpPr>
          <p:cNvPr id="45" name="funnel-step-body-0">
            <a:extLst xmlns:a="http://schemas.openxmlformats.org/drawingml/2006/main">
              <a:ext uri="{FF2B5EF4-FFF2-40B4-BE49-F238E27FC236}">
                <a16:creationId xmlns:a16="http://schemas.microsoft.com/office/drawing/2014/main" id="{BC400717-C044-4CDD-AA3F-AEA37380B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52750" y="2514600"/>
            <a:ext cx="3331178" cy="807244"/>
          </a:xfrm>
          <a:custGeom xmlns:a="http://schemas.openxmlformats.org/drawingml/2006/main">
            <a:pathLst>
              <a:path w="3331178" h="807244">
                <a:moveTo>
                  <a:pt x="0" y="0"/>
                </a:moveTo>
                <a:lnTo>
                  <a:pt x="15011" y="27756"/>
                </a:lnTo>
                <a:lnTo>
                  <a:pt x="30032" y="55502"/>
                </a:lnTo>
                <a:lnTo>
                  <a:pt x="45044" y="83258"/>
                </a:lnTo>
                <a:lnTo>
                  <a:pt x="60065" y="111014"/>
                </a:lnTo>
                <a:lnTo>
                  <a:pt x="75076" y="138760"/>
                </a:lnTo>
                <a:lnTo>
                  <a:pt x="90087" y="166516"/>
                </a:lnTo>
                <a:lnTo>
                  <a:pt x="105108" y="194262"/>
                </a:lnTo>
                <a:lnTo>
                  <a:pt x="120120" y="222018"/>
                </a:lnTo>
                <a:lnTo>
                  <a:pt x="135141" y="249774"/>
                </a:lnTo>
                <a:lnTo>
                  <a:pt x="150152" y="277520"/>
                </a:lnTo>
                <a:lnTo>
                  <a:pt x="165164" y="305276"/>
                </a:lnTo>
                <a:lnTo>
                  <a:pt x="180184" y="333032"/>
                </a:lnTo>
                <a:lnTo>
                  <a:pt x="195196" y="360778"/>
                </a:lnTo>
                <a:lnTo>
                  <a:pt x="210217" y="388534"/>
                </a:lnTo>
                <a:lnTo>
                  <a:pt x="225228" y="416281"/>
                </a:lnTo>
                <a:lnTo>
                  <a:pt x="240249" y="444036"/>
                </a:lnTo>
                <a:lnTo>
                  <a:pt x="255260" y="471792"/>
                </a:lnTo>
                <a:lnTo>
                  <a:pt x="270272" y="499539"/>
                </a:lnTo>
                <a:lnTo>
                  <a:pt x="285293" y="527294"/>
                </a:lnTo>
                <a:lnTo>
                  <a:pt x="300304" y="555050"/>
                </a:lnTo>
                <a:lnTo>
                  <a:pt x="315325" y="582797"/>
                </a:lnTo>
                <a:lnTo>
                  <a:pt x="330337" y="610553"/>
                </a:lnTo>
                <a:lnTo>
                  <a:pt x="345348" y="638299"/>
                </a:lnTo>
                <a:lnTo>
                  <a:pt x="360369" y="666055"/>
                </a:lnTo>
                <a:lnTo>
                  <a:pt x="375380" y="693811"/>
                </a:lnTo>
                <a:lnTo>
                  <a:pt x="390401" y="721557"/>
                </a:lnTo>
                <a:lnTo>
                  <a:pt x="411366" y="743064"/>
                </a:lnTo>
                <a:lnTo>
                  <a:pt x="441579" y="752046"/>
                </a:lnTo>
                <a:lnTo>
                  <a:pt x="472526" y="758200"/>
                </a:lnTo>
                <a:lnTo>
                  <a:pt x="503701" y="763057"/>
                </a:lnTo>
                <a:lnTo>
                  <a:pt x="534991" y="767115"/>
                </a:lnTo>
                <a:lnTo>
                  <a:pt x="566347" y="770639"/>
                </a:lnTo>
                <a:lnTo>
                  <a:pt x="597741" y="773754"/>
                </a:lnTo>
                <a:lnTo>
                  <a:pt x="629174" y="776554"/>
                </a:lnTo>
                <a:lnTo>
                  <a:pt x="660625" y="779078"/>
                </a:lnTo>
                <a:lnTo>
                  <a:pt x="692096" y="781393"/>
                </a:lnTo>
                <a:lnTo>
                  <a:pt x="723576" y="783517"/>
                </a:lnTo>
                <a:lnTo>
                  <a:pt x="755075" y="785479"/>
                </a:lnTo>
                <a:lnTo>
                  <a:pt x="786575" y="787298"/>
                </a:lnTo>
                <a:lnTo>
                  <a:pt x="818083" y="788984"/>
                </a:lnTo>
                <a:lnTo>
                  <a:pt x="849592" y="790556"/>
                </a:lnTo>
                <a:lnTo>
                  <a:pt x="881120" y="792023"/>
                </a:lnTo>
                <a:lnTo>
                  <a:pt x="912638" y="793394"/>
                </a:lnTo>
                <a:lnTo>
                  <a:pt x="944166" y="794671"/>
                </a:lnTo>
                <a:lnTo>
                  <a:pt x="975703" y="795861"/>
                </a:lnTo>
                <a:lnTo>
                  <a:pt x="1007231" y="796985"/>
                </a:lnTo>
                <a:lnTo>
                  <a:pt x="1038768" y="798033"/>
                </a:lnTo>
                <a:lnTo>
                  <a:pt x="1070305" y="798995"/>
                </a:lnTo>
                <a:lnTo>
                  <a:pt x="1101852" y="799900"/>
                </a:lnTo>
                <a:lnTo>
                  <a:pt x="1133389" y="800748"/>
                </a:lnTo>
                <a:lnTo>
                  <a:pt x="1164936" y="801538"/>
                </a:lnTo>
                <a:lnTo>
                  <a:pt x="1196483" y="802262"/>
                </a:lnTo>
                <a:lnTo>
                  <a:pt x="1228030" y="802938"/>
                </a:lnTo>
                <a:lnTo>
                  <a:pt x="1259576" y="803548"/>
                </a:lnTo>
                <a:lnTo>
                  <a:pt x="1291123" y="804110"/>
                </a:lnTo>
                <a:lnTo>
                  <a:pt x="1322680" y="804624"/>
                </a:lnTo>
                <a:lnTo>
                  <a:pt x="1354226" y="805091"/>
                </a:lnTo>
                <a:lnTo>
                  <a:pt x="1385773" y="805510"/>
                </a:lnTo>
                <a:lnTo>
                  <a:pt x="1417330" y="805882"/>
                </a:lnTo>
                <a:lnTo>
                  <a:pt x="1448886" y="806206"/>
                </a:lnTo>
                <a:lnTo>
                  <a:pt x="1480433" y="806482"/>
                </a:lnTo>
                <a:lnTo>
                  <a:pt x="1511989" y="806720"/>
                </a:lnTo>
                <a:lnTo>
                  <a:pt x="1543545" y="806910"/>
                </a:lnTo>
                <a:lnTo>
                  <a:pt x="1575092" y="807063"/>
                </a:lnTo>
                <a:lnTo>
                  <a:pt x="1606648" y="807168"/>
                </a:lnTo>
                <a:lnTo>
                  <a:pt x="1638205" y="807225"/>
                </a:lnTo>
                <a:lnTo>
                  <a:pt x="1669752" y="807244"/>
                </a:lnTo>
                <a:lnTo>
                  <a:pt x="1701308" y="807215"/>
                </a:lnTo>
                <a:lnTo>
                  <a:pt x="1732864" y="807149"/>
                </a:lnTo>
                <a:lnTo>
                  <a:pt x="1764421" y="807034"/>
                </a:lnTo>
                <a:lnTo>
                  <a:pt x="1795967" y="806882"/>
                </a:lnTo>
                <a:lnTo>
                  <a:pt x="1827524" y="806682"/>
                </a:lnTo>
                <a:lnTo>
                  <a:pt x="1859080" y="806434"/>
                </a:lnTo>
                <a:lnTo>
                  <a:pt x="1890627" y="806148"/>
                </a:lnTo>
                <a:lnTo>
                  <a:pt x="1922183" y="805815"/>
                </a:lnTo>
                <a:lnTo>
                  <a:pt x="1953730" y="805434"/>
                </a:lnTo>
                <a:lnTo>
                  <a:pt x="1985286" y="805015"/>
                </a:lnTo>
                <a:lnTo>
                  <a:pt x="2016833" y="804539"/>
                </a:lnTo>
                <a:lnTo>
                  <a:pt x="2048380" y="804015"/>
                </a:lnTo>
                <a:lnTo>
                  <a:pt x="2079936" y="803443"/>
                </a:lnTo>
                <a:lnTo>
                  <a:pt x="2111483" y="802815"/>
                </a:lnTo>
                <a:lnTo>
                  <a:pt x="2143030" y="802129"/>
                </a:lnTo>
                <a:lnTo>
                  <a:pt x="2174577" y="801395"/>
                </a:lnTo>
                <a:lnTo>
                  <a:pt x="2206114" y="800595"/>
                </a:lnTo>
                <a:lnTo>
                  <a:pt x="2237661" y="799748"/>
                </a:lnTo>
                <a:lnTo>
                  <a:pt x="2269198" y="798833"/>
                </a:lnTo>
                <a:lnTo>
                  <a:pt x="2300735" y="797843"/>
                </a:lnTo>
                <a:lnTo>
                  <a:pt x="2332272" y="796785"/>
                </a:lnTo>
                <a:lnTo>
                  <a:pt x="2363810" y="795652"/>
                </a:lnTo>
                <a:lnTo>
                  <a:pt x="2395337" y="794442"/>
                </a:lnTo>
                <a:lnTo>
                  <a:pt x="2426865" y="793156"/>
                </a:lnTo>
                <a:lnTo>
                  <a:pt x="2458393" y="791766"/>
                </a:lnTo>
                <a:lnTo>
                  <a:pt x="2489911" y="790280"/>
                </a:lnTo>
                <a:lnTo>
                  <a:pt x="2521420" y="788689"/>
                </a:lnTo>
                <a:lnTo>
                  <a:pt x="2552929" y="786975"/>
                </a:lnTo>
                <a:lnTo>
                  <a:pt x="2584428" y="785136"/>
                </a:lnTo>
                <a:lnTo>
                  <a:pt x="2615917" y="783136"/>
                </a:lnTo>
                <a:lnTo>
                  <a:pt x="2647398" y="780993"/>
                </a:lnTo>
                <a:lnTo>
                  <a:pt x="2678868" y="778640"/>
                </a:lnTo>
                <a:lnTo>
                  <a:pt x="2710320" y="776059"/>
                </a:lnTo>
                <a:lnTo>
                  <a:pt x="2741743" y="773211"/>
                </a:lnTo>
                <a:lnTo>
                  <a:pt x="2773137" y="770030"/>
                </a:lnTo>
                <a:lnTo>
                  <a:pt x="2804484" y="766420"/>
                </a:lnTo>
                <a:lnTo>
                  <a:pt x="2835754" y="762238"/>
                </a:lnTo>
                <a:lnTo>
                  <a:pt x="2866901" y="757199"/>
                </a:lnTo>
                <a:lnTo>
                  <a:pt x="2897772" y="750703"/>
                </a:lnTo>
                <a:lnTo>
                  <a:pt x="2927652" y="740721"/>
                </a:lnTo>
                <a:lnTo>
                  <a:pt x="2946092" y="716490"/>
                </a:lnTo>
                <a:lnTo>
                  <a:pt x="2961113" y="688743"/>
                </a:lnTo>
                <a:lnTo>
                  <a:pt x="2976124" y="660987"/>
                </a:lnTo>
                <a:lnTo>
                  <a:pt x="2991145" y="633232"/>
                </a:lnTo>
                <a:lnTo>
                  <a:pt x="3006157" y="605485"/>
                </a:lnTo>
                <a:lnTo>
                  <a:pt x="3021168" y="577729"/>
                </a:lnTo>
                <a:lnTo>
                  <a:pt x="3036189" y="549983"/>
                </a:lnTo>
                <a:lnTo>
                  <a:pt x="3051200" y="522227"/>
                </a:lnTo>
                <a:lnTo>
                  <a:pt x="3066221" y="494471"/>
                </a:lnTo>
                <a:lnTo>
                  <a:pt x="3081233" y="466725"/>
                </a:lnTo>
                <a:lnTo>
                  <a:pt x="3096244" y="438969"/>
                </a:lnTo>
                <a:lnTo>
                  <a:pt x="3111265" y="411213"/>
                </a:lnTo>
                <a:lnTo>
                  <a:pt x="3126276" y="383467"/>
                </a:lnTo>
                <a:lnTo>
                  <a:pt x="3141297" y="355711"/>
                </a:lnTo>
                <a:lnTo>
                  <a:pt x="3156309" y="327965"/>
                </a:lnTo>
                <a:lnTo>
                  <a:pt x="3171320" y="300209"/>
                </a:lnTo>
                <a:lnTo>
                  <a:pt x="3186341" y="272453"/>
                </a:lnTo>
                <a:lnTo>
                  <a:pt x="3201353" y="244707"/>
                </a:lnTo>
                <a:lnTo>
                  <a:pt x="3216373" y="216951"/>
                </a:lnTo>
                <a:lnTo>
                  <a:pt x="3231385" y="189195"/>
                </a:lnTo>
                <a:lnTo>
                  <a:pt x="3246396" y="161449"/>
                </a:lnTo>
                <a:lnTo>
                  <a:pt x="3261417" y="133693"/>
                </a:lnTo>
                <a:lnTo>
                  <a:pt x="3276429" y="105937"/>
                </a:lnTo>
                <a:lnTo>
                  <a:pt x="3291449" y="78191"/>
                </a:lnTo>
                <a:lnTo>
                  <a:pt x="3306461" y="50435"/>
                </a:lnTo>
                <a:lnTo>
                  <a:pt x="3321472" y="22689"/>
                </a:lnTo>
                <a:lnTo>
                  <a:pt x="3331178" y="4982"/>
                </a:lnTo>
                <a:lnTo>
                  <a:pt x="3302260" y="16955"/>
                </a:lnTo>
                <a:lnTo>
                  <a:pt x="3271390" y="23451"/>
                </a:lnTo>
                <a:lnTo>
                  <a:pt x="3240224" y="28318"/>
                </a:lnTo>
                <a:lnTo>
                  <a:pt x="3208915" y="32309"/>
                </a:lnTo>
                <a:lnTo>
                  <a:pt x="3177550" y="35728"/>
                </a:lnTo>
                <a:lnTo>
                  <a:pt x="3146146" y="38757"/>
                </a:lnTo>
                <a:lnTo>
                  <a:pt x="3114704" y="41462"/>
                </a:lnTo>
                <a:lnTo>
                  <a:pt x="3083252" y="43920"/>
                </a:lnTo>
                <a:lnTo>
                  <a:pt x="3051772" y="46177"/>
                </a:lnTo>
                <a:lnTo>
                  <a:pt x="3020292" y="48254"/>
                </a:lnTo>
                <a:lnTo>
                  <a:pt x="2988793" y="50187"/>
                </a:lnTo>
                <a:lnTo>
                  <a:pt x="2957293" y="51978"/>
                </a:lnTo>
                <a:lnTo>
                  <a:pt x="2925785" y="53673"/>
                </a:lnTo>
                <a:lnTo>
                  <a:pt x="2894267" y="55255"/>
                </a:lnTo>
                <a:lnTo>
                  <a:pt x="2862748" y="56740"/>
                </a:lnTo>
                <a:lnTo>
                  <a:pt x="2831230" y="58150"/>
                </a:lnTo>
                <a:lnTo>
                  <a:pt x="2799702" y="59474"/>
                </a:lnTo>
                <a:lnTo>
                  <a:pt x="2768175" y="60731"/>
                </a:lnTo>
                <a:lnTo>
                  <a:pt x="2736647" y="61922"/>
                </a:lnTo>
                <a:lnTo>
                  <a:pt x="2705110" y="63046"/>
                </a:lnTo>
                <a:lnTo>
                  <a:pt x="2673572" y="64113"/>
                </a:lnTo>
                <a:lnTo>
                  <a:pt x="2642035" y="65132"/>
                </a:lnTo>
                <a:lnTo>
                  <a:pt x="2610498" y="66094"/>
                </a:lnTo>
                <a:lnTo>
                  <a:pt x="2578951" y="67008"/>
                </a:lnTo>
                <a:lnTo>
                  <a:pt x="2547414" y="67885"/>
                </a:lnTo>
                <a:lnTo>
                  <a:pt x="2515867" y="68704"/>
                </a:lnTo>
                <a:lnTo>
                  <a:pt x="2484330" y="69494"/>
                </a:lnTo>
                <a:lnTo>
                  <a:pt x="2452783" y="70237"/>
                </a:lnTo>
                <a:lnTo>
                  <a:pt x="2421236" y="70942"/>
                </a:lnTo>
                <a:lnTo>
                  <a:pt x="2389689" y="71609"/>
                </a:lnTo>
                <a:lnTo>
                  <a:pt x="2358142" y="72238"/>
                </a:lnTo>
                <a:lnTo>
                  <a:pt x="2326596" y="72828"/>
                </a:lnTo>
                <a:lnTo>
                  <a:pt x="2295039" y="73390"/>
                </a:lnTo>
                <a:lnTo>
                  <a:pt x="2263492" y="73924"/>
                </a:lnTo>
                <a:lnTo>
                  <a:pt x="2231946" y="74419"/>
                </a:lnTo>
                <a:lnTo>
                  <a:pt x="2200389" y="74886"/>
                </a:lnTo>
                <a:lnTo>
                  <a:pt x="2168843" y="75324"/>
                </a:lnTo>
                <a:lnTo>
                  <a:pt x="2137296" y="75724"/>
                </a:lnTo>
                <a:lnTo>
                  <a:pt x="2105739" y="76105"/>
                </a:lnTo>
                <a:lnTo>
                  <a:pt x="2074183" y="76457"/>
                </a:lnTo>
                <a:lnTo>
                  <a:pt x="2042636" y="76772"/>
                </a:lnTo>
                <a:lnTo>
                  <a:pt x="2011080" y="77067"/>
                </a:lnTo>
                <a:lnTo>
                  <a:pt x="1979533" y="77343"/>
                </a:lnTo>
                <a:lnTo>
                  <a:pt x="1947977" y="77572"/>
                </a:lnTo>
                <a:lnTo>
                  <a:pt x="1916420" y="77791"/>
                </a:lnTo>
                <a:lnTo>
                  <a:pt x="1884874" y="77972"/>
                </a:lnTo>
                <a:lnTo>
                  <a:pt x="1853317" y="78143"/>
                </a:lnTo>
                <a:lnTo>
                  <a:pt x="1821761" y="78276"/>
                </a:lnTo>
                <a:lnTo>
                  <a:pt x="1790214" y="78391"/>
                </a:lnTo>
                <a:lnTo>
                  <a:pt x="1758658" y="78467"/>
                </a:lnTo>
                <a:lnTo>
                  <a:pt x="1727102" y="78534"/>
                </a:lnTo>
                <a:lnTo>
                  <a:pt x="1695545" y="78572"/>
                </a:lnTo>
                <a:lnTo>
                  <a:pt x="1663998" y="78581"/>
                </a:lnTo>
                <a:lnTo>
                  <a:pt x="1632442" y="78562"/>
                </a:lnTo>
                <a:lnTo>
                  <a:pt x="1600886" y="78524"/>
                </a:lnTo>
                <a:lnTo>
                  <a:pt x="1569329" y="78457"/>
                </a:lnTo>
                <a:lnTo>
                  <a:pt x="1537783" y="78372"/>
                </a:lnTo>
                <a:lnTo>
                  <a:pt x="1506226" y="78257"/>
                </a:lnTo>
                <a:lnTo>
                  <a:pt x="1474670" y="78115"/>
                </a:lnTo>
                <a:lnTo>
                  <a:pt x="1443114" y="77943"/>
                </a:lnTo>
                <a:lnTo>
                  <a:pt x="1411567" y="77753"/>
                </a:lnTo>
                <a:lnTo>
                  <a:pt x="1380011" y="77534"/>
                </a:lnTo>
                <a:lnTo>
                  <a:pt x="1348454" y="77286"/>
                </a:lnTo>
                <a:lnTo>
                  <a:pt x="1316907" y="77019"/>
                </a:lnTo>
                <a:lnTo>
                  <a:pt x="1285351" y="76724"/>
                </a:lnTo>
                <a:lnTo>
                  <a:pt x="1253804" y="76391"/>
                </a:lnTo>
                <a:lnTo>
                  <a:pt x="1222248" y="76038"/>
                </a:lnTo>
                <a:lnTo>
                  <a:pt x="1190701" y="75657"/>
                </a:lnTo>
                <a:lnTo>
                  <a:pt x="1159145" y="75248"/>
                </a:lnTo>
                <a:lnTo>
                  <a:pt x="1127598" y="74809"/>
                </a:lnTo>
                <a:lnTo>
                  <a:pt x="1096042" y="74333"/>
                </a:lnTo>
                <a:lnTo>
                  <a:pt x="1064495" y="73828"/>
                </a:lnTo>
                <a:lnTo>
                  <a:pt x="1032948" y="73295"/>
                </a:lnTo>
                <a:lnTo>
                  <a:pt x="1001401" y="72723"/>
                </a:lnTo>
                <a:lnTo>
                  <a:pt x="969845" y="72123"/>
                </a:lnTo>
                <a:lnTo>
                  <a:pt x="938298" y="71485"/>
                </a:lnTo>
                <a:lnTo>
                  <a:pt x="906751" y="70809"/>
                </a:lnTo>
                <a:lnTo>
                  <a:pt x="875205" y="70104"/>
                </a:lnTo>
                <a:lnTo>
                  <a:pt x="843667" y="69352"/>
                </a:lnTo>
                <a:lnTo>
                  <a:pt x="812121" y="68561"/>
                </a:lnTo>
                <a:lnTo>
                  <a:pt x="780574" y="67723"/>
                </a:lnTo>
                <a:lnTo>
                  <a:pt x="749036" y="66846"/>
                </a:lnTo>
                <a:lnTo>
                  <a:pt x="717499" y="65923"/>
                </a:lnTo>
                <a:lnTo>
                  <a:pt x="685952" y="64951"/>
                </a:lnTo>
                <a:lnTo>
                  <a:pt x="654415" y="63922"/>
                </a:lnTo>
                <a:lnTo>
                  <a:pt x="622887" y="62846"/>
                </a:lnTo>
                <a:lnTo>
                  <a:pt x="591350" y="61703"/>
                </a:lnTo>
                <a:lnTo>
                  <a:pt x="559822" y="60503"/>
                </a:lnTo>
                <a:lnTo>
                  <a:pt x="528295" y="59236"/>
                </a:lnTo>
                <a:lnTo>
                  <a:pt x="496767" y="57902"/>
                </a:lnTo>
                <a:lnTo>
                  <a:pt x="465239" y="56483"/>
                </a:lnTo>
                <a:lnTo>
                  <a:pt x="433721" y="54978"/>
                </a:lnTo>
                <a:lnTo>
                  <a:pt x="402212" y="53369"/>
                </a:lnTo>
                <a:lnTo>
                  <a:pt x="370703" y="51664"/>
                </a:lnTo>
                <a:lnTo>
                  <a:pt x="339204" y="49844"/>
                </a:lnTo>
                <a:lnTo>
                  <a:pt x="307705" y="47892"/>
                </a:lnTo>
                <a:lnTo>
                  <a:pt x="276225" y="45777"/>
                </a:lnTo>
                <a:lnTo>
                  <a:pt x="244754" y="43491"/>
                </a:lnTo>
                <a:lnTo>
                  <a:pt x="213303" y="40986"/>
                </a:lnTo>
                <a:lnTo>
                  <a:pt x="181870" y="38224"/>
                </a:lnTo>
                <a:lnTo>
                  <a:pt x="150466" y="35147"/>
                </a:lnTo>
                <a:lnTo>
                  <a:pt x="119110" y="31633"/>
                </a:lnTo>
                <a:lnTo>
                  <a:pt x="87830" y="27499"/>
                </a:lnTo>
                <a:lnTo>
                  <a:pt x="56683" y="22422"/>
                </a:lnTo>
                <a:lnTo>
                  <a:pt x="25927" y="1544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46" name="funnel-step-cap-0">
            <a:extLst xmlns:a="http://schemas.openxmlformats.org/drawingml/2006/main">
              <a:ext uri="{FF2B5EF4-FFF2-40B4-BE49-F238E27FC236}">
                <a16:creationId xmlns:a16="http://schemas.microsoft.com/office/drawing/2014/main" id="{9E6F3EF7-2AEF-47F2-994A-2AD2D63B7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52750" y="2390775"/>
            <a:ext cx="33337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47" name="funnel-step-body-1">
            <a:extLst xmlns:a="http://schemas.openxmlformats.org/drawingml/2006/main">
              <a:ext uri="{FF2B5EF4-FFF2-40B4-BE49-F238E27FC236}">
                <a16:creationId xmlns:a16="http://schemas.microsoft.com/office/drawing/2014/main" id="{4A29D9D0-F6F1-4D68-9229-F44A0A5A8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346990" y="3424238"/>
            <a:ext cx="2543223" cy="807234"/>
          </a:xfrm>
          <a:custGeom xmlns:a="http://schemas.openxmlformats.org/drawingml/2006/main">
            <a:pathLst>
              <a:path w="2543223" h="807234">
                <a:moveTo>
                  <a:pt x="0" y="0"/>
                </a:moveTo>
                <a:lnTo>
                  <a:pt x="9735" y="23517"/>
                </a:lnTo>
                <a:lnTo>
                  <a:pt x="19479" y="47034"/>
                </a:lnTo>
                <a:lnTo>
                  <a:pt x="29213" y="70552"/>
                </a:lnTo>
                <a:lnTo>
                  <a:pt x="38957" y="94069"/>
                </a:lnTo>
                <a:lnTo>
                  <a:pt x="48692" y="117586"/>
                </a:lnTo>
                <a:lnTo>
                  <a:pt x="58436" y="141103"/>
                </a:lnTo>
                <a:lnTo>
                  <a:pt x="68170" y="164621"/>
                </a:lnTo>
                <a:lnTo>
                  <a:pt x="77915" y="188138"/>
                </a:lnTo>
                <a:lnTo>
                  <a:pt x="87649" y="211655"/>
                </a:lnTo>
                <a:lnTo>
                  <a:pt x="97393" y="235172"/>
                </a:lnTo>
                <a:lnTo>
                  <a:pt x="107128" y="258689"/>
                </a:lnTo>
                <a:lnTo>
                  <a:pt x="116872" y="282207"/>
                </a:lnTo>
                <a:lnTo>
                  <a:pt x="126606" y="305724"/>
                </a:lnTo>
                <a:lnTo>
                  <a:pt x="136341" y="329241"/>
                </a:lnTo>
                <a:lnTo>
                  <a:pt x="146085" y="352758"/>
                </a:lnTo>
                <a:lnTo>
                  <a:pt x="155819" y="376276"/>
                </a:lnTo>
                <a:lnTo>
                  <a:pt x="165564" y="399793"/>
                </a:lnTo>
                <a:lnTo>
                  <a:pt x="175298" y="423310"/>
                </a:lnTo>
                <a:lnTo>
                  <a:pt x="185042" y="446827"/>
                </a:lnTo>
                <a:lnTo>
                  <a:pt x="194777" y="470345"/>
                </a:lnTo>
                <a:lnTo>
                  <a:pt x="204521" y="493862"/>
                </a:lnTo>
                <a:lnTo>
                  <a:pt x="214255" y="517379"/>
                </a:lnTo>
                <a:lnTo>
                  <a:pt x="223999" y="540896"/>
                </a:lnTo>
                <a:lnTo>
                  <a:pt x="233734" y="564413"/>
                </a:lnTo>
                <a:lnTo>
                  <a:pt x="243478" y="587931"/>
                </a:lnTo>
                <a:lnTo>
                  <a:pt x="253213" y="611448"/>
                </a:lnTo>
                <a:lnTo>
                  <a:pt x="262947" y="634965"/>
                </a:lnTo>
                <a:lnTo>
                  <a:pt x="272691" y="658482"/>
                </a:lnTo>
                <a:lnTo>
                  <a:pt x="282426" y="682000"/>
                </a:lnTo>
                <a:lnTo>
                  <a:pt x="292170" y="705517"/>
                </a:lnTo>
                <a:lnTo>
                  <a:pt x="301762" y="729072"/>
                </a:lnTo>
                <a:lnTo>
                  <a:pt x="319764" y="745474"/>
                </a:lnTo>
                <a:lnTo>
                  <a:pt x="343805" y="753770"/>
                </a:lnTo>
                <a:lnTo>
                  <a:pt x="368541" y="759752"/>
                </a:lnTo>
                <a:lnTo>
                  <a:pt x="393544" y="764534"/>
                </a:lnTo>
                <a:lnTo>
                  <a:pt x="418671" y="768582"/>
                </a:lnTo>
                <a:lnTo>
                  <a:pt x="443884" y="772097"/>
                </a:lnTo>
                <a:lnTo>
                  <a:pt x="469144" y="775211"/>
                </a:lnTo>
                <a:lnTo>
                  <a:pt x="494443" y="778002"/>
                </a:lnTo>
                <a:lnTo>
                  <a:pt x="519770" y="780526"/>
                </a:lnTo>
                <a:lnTo>
                  <a:pt x="545125" y="782841"/>
                </a:lnTo>
                <a:lnTo>
                  <a:pt x="570490" y="784965"/>
                </a:lnTo>
                <a:lnTo>
                  <a:pt x="595865" y="786917"/>
                </a:lnTo>
                <a:lnTo>
                  <a:pt x="621259" y="788727"/>
                </a:lnTo>
                <a:lnTo>
                  <a:pt x="646652" y="790404"/>
                </a:lnTo>
                <a:lnTo>
                  <a:pt x="672065" y="791956"/>
                </a:lnTo>
                <a:lnTo>
                  <a:pt x="697478" y="793404"/>
                </a:lnTo>
                <a:lnTo>
                  <a:pt x="722890" y="794756"/>
                </a:lnTo>
                <a:lnTo>
                  <a:pt x="748313" y="796014"/>
                </a:lnTo>
                <a:lnTo>
                  <a:pt x="773744" y="797176"/>
                </a:lnTo>
                <a:lnTo>
                  <a:pt x="799176" y="798262"/>
                </a:lnTo>
                <a:lnTo>
                  <a:pt x="824608" y="799271"/>
                </a:lnTo>
                <a:lnTo>
                  <a:pt x="850049" y="800214"/>
                </a:lnTo>
                <a:lnTo>
                  <a:pt x="875481" y="801081"/>
                </a:lnTo>
                <a:lnTo>
                  <a:pt x="900922" y="801881"/>
                </a:lnTo>
                <a:lnTo>
                  <a:pt x="926373" y="802615"/>
                </a:lnTo>
                <a:lnTo>
                  <a:pt x="951814" y="803291"/>
                </a:lnTo>
                <a:lnTo>
                  <a:pt x="977265" y="803920"/>
                </a:lnTo>
                <a:lnTo>
                  <a:pt x="1002706" y="804481"/>
                </a:lnTo>
                <a:lnTo>
                  <a:pt x="1028157" y="804986"/>
                </a:lnTo>
                <a:lnTo>
                  <a:pt x="1053608" y="805434"/>
                </a:lnTo>
                <a:lnTo>
                  <a:pt x="1079059" y="805834"/>
                </a:lnTo>
                <a:lnTo>
                  <a:pt x="1104509" y="806186"/>
                </a:lnTo>
                <a:lnTo>
                  <a:pt x="1129960" y="806482"/>
                </a:lnTo>
                <a:lnTo>
                  <a:pt x="1155411" y="806729"/>
                </a:lnTo>
                <a:lnTo>
                  <a:pt x="1180871" y="806929"/>
                </a:lnTo>
                <a:lnTo>
                  <a:pt x="1206322" y="807082"/>
                </a:lnTo>
                <a:lnTo>
                  <a:pt x="1231773" y="807177"/>
                </a:lnTo>
                <a:lnTo>
                  <a:pt x="1257233" y="807234"/>
                </a:lnTo>
                <a:lnTo>
                  <a:pt x="1282684" y="807234"/>
                </a:lnTo>
                <a:lnTo>
                  <a:pt x="1308135" y="807196"/>
                </a:lnTo>
                <a:lnTo>
                  <a:pt x="1333595" y="807101"/>
                </a:lnTo>
                <a:lnTo>
                  <a:pt x="1359046" y="806968"/>
                </a:lnTo>
                <a:lnTo>
                  <a:pt x="1384497" y="806777"/>
                </a:lnTo>
                <a:lnTo>
                  <a:pt x="1409957" y="806539"/>
                </a:lnTo>
                <a:lnTo>
                  <a:pt x="1435408" y="806253"/>
                </a:lnTo>
                <a:lnTo>
                  <a:pt x="1460859" y="805910"/>
                </a:lnTo>
                <a:lnTo>
                  <a:pt x="1486310" y="805520"/>
                </a:lnTo>
                <a:lnTo>
                  <a:pt x="1511760" y="805082"/>
                </a:lnTo>
                <a:lnTo>
                  <a:pt x="1537211" y="804586"/>
                </a:lnTo>
                <a:lnTo>
                  <a:pt x="1562652" y="804043"/>
                </a:lnTo>
                <a:lnTo>
                  <a:pt x="1588103" y="803434"/>
                </a:lnTo>
                <a:lnTo>
                  <a:pt x="1613545" y="802767"/>
                </a:lnTo>
                <a:lnTo>
                  <a:pt x="1638995" y="802043"/>
                </a:lnTo>
                <a:lnTo>
                  <a:pt x="1664437" y="801253"/>
                </a:lnTo>
                <a:lnTo>
                  <a:pt x="1689878" y="800395"/>
                </a:lnTo>
                <a:lnTo>
                  <a:pt x="1715310" y="799481"/>
                </a:lnTo>
                <a:lnTo>
                  <a:pt x="1740741" y="798481"/>
                </a:lnTo>
                <a:lnTo>
                  <a:pt x="1766173" y="797414"/>
                </a:lnTo>
                <a:lnTo>
                  <a:pt x="1791605" y="796261"/>
                </a:lnTo>
                <a:lnTo>
                  <a:pt x="1817027" y="795023"/>
                </a:lnTo>
                <a:lnTo>
                  <a:pt x="1842449" y="793699"/>
                </a:lnTo>
                <a:lnTo>
                  <a:pt x="1867862" y="792270"/>
                </a:lnTo>
                <a:lnTo>
                  <a:pt x="1893275" y="790737"/>
                </a:lnTo>
                <a:lnTo>
                  <a:pt x="1918668" y="789089"/>
                </a:lnTo>
                <a:lnTo>
                  <a:pt x="1944062" y="787308"/>
                </a:lnTo>
                <a:lnTo>
                  <a:pt x="1969446" y="785384"/>
                </a:lnTo>
                <a:lnTo>
                  <a:pt x="1994811" y="783307"/>
                </a:lnTo>
                <a:lnTo>
                  <a:pt x="2020167" y="781040"/>
                </a:lnTo>
                <a:lnTo>
                  <a:pt x="2045494" y="778554"/>
                </a:lnTo>
                <a:lnTo>
                  <a:pt x="2070802" y="775821"/>
                </a:lnTo>
                <a:lnTo>
                  <a:pt x="2096081" y="772782"/>
                </a:lnTo>
                <a:lnTo>
                  <a:pt x="2121303" y="769363"/>
                </a:lnTo>
                <a:lnTo>
                  <a:pt x="2146449" y="765439"/>
                </a:lnTo>
                <a:lnTo>
                  <a:pt x="2171481" y="760828"/>
                </a:lnTo>
                <a:lnTo>
                  <a:pt x="2196294" y="755161"/>
                </a:lnTo>
                <a:lnTo>
                  <a:pt x="2220563" y="747532"/>
                </a:lnTo>
                <a:lnTo>
                  <a:pt x="2241756" y="734063"/>
                </a:lnTo>
                <a:lnTo>
                  <a:pt x="2251053" y="710470"/>
                </a:lnTo>
                <a:lnTo>
                  <a:pt x="2260797" y="686953"/>
                </a:lnTo>
                <a:lnTo>
                  <a:pt x="2270531" y="663435"/>
                </a:lnTo>
                <a:lnTo>
                  <a:pt x="2280266" y="639918"/>
                </a:lnTo>
                <a:lnTo>
                  <a:pt x="2290010" y="616401"/>
                </a:lnTo>
                <a:lnTo>
                  <a:pt x="2299745" y="592884"/>
                </a:lnTo>
                <a:lnTo>
                  <a:pt x="2309489" y="569366"/>
                </a:lnTo>
                <a:lnTo>
                  <a:pt x="2319223" y="545849"/>
                </a:lnTo>
                <a:lnTo>
                  <a:pt x="2328967" y="522332"/>
                </a:lnTo>
                <a:lnTo>
                  <a:pt x="2338702" y="498815"/>
                </a:lnTo>
                <a:lnTo>
                  <a:pt x="2348446" y="475298"/>
                </a:lnTo>
                <a:lnTo>
                  <a:pt x="2358180" y="451780"/>
                </a:lnTo>
                <a:lnTo>
                  <a:pt x="2367925" y="428263"/>
                </a:lnTo>
                <a:lnTo>
                  <a:pt x="2377659" y="404746"/>
                </a:lnTo>
                <a:lnTo>
                  <a:pt x="2387403" y="381229"/>
                </a:lnTo>
                <a:lnTo>
                  <a:pt x="2397138" y="357711"/>
                </a:lnTo>
                <a:lnTo>
                  <a:pt x="2406872" y="334194"/>
                </a:lnTo>
                <a:lnTo>
                  <a:pt x="2416616" y="310677"/>
                </a:lnTo>
                <a:lnTo>
                  <a:pt x="2426351" y="287160"/>
                </a:lnTo>
                <a:lnTo>
                  <a:pt x="2436095" y="263633"/>
                </a:lnTo>
                <a:lnTo>
                  <a:pt x="2445829" y="240125"/>
                </a:lnTo>
                <a:lnTo>
                  <a:pt x="2455574" y="216598"/>
                </a:lnTo>
                <a:lnTo>
                  <a:pt x="2465308" y="193081"/>
                </a:lnTo>
                <a:lnTo>
                  <a:pt x="2475052" y="169564"/>
                </a:lnTo>
                <a:lnTo>
                  <a:pt x="2484787" y="146047"/>
                </a:lnTo>
                <a:lnTo>
                  <a:pt x="2494531" y="122530"/>
                </a:lnTo>
                <a:lnTo>
                  <a:pt x="2504265" y="99012"/>
                </a:lnTo>
                <a:lnTo>
                  <a:pt x="2514009" y="75495"/>
                </a:lnTo>
                <a:lnTo>
                  <a:pt x="2523744" y="51978"/>
                </a:lnTo>
                <a:lnTo>
                  <a:pt x="2533479" y="28461"/>
                </a:lnTo>
                <a:lnTo>
                  <a:pt x="2543223" y="4943"/>
                </a:lnTo>
                <a:lnTo>
                  <a:pt x="2531259" y="13068"/>
                </a:lnTo>
                <a:lnTo>
                  <a:pt x="2507132" y="21117"/>
                </a:lnTo>
                <a:lnTo>
                  <a:pt x="2482310" y="26718"/>
                </a:lnTo>
                <a:lnTo>
                  <a:pt x="2457250" y="31156"/>
                </a:lnTo>
                <a:lnTo>
                  <a:pt x="2432075" y="34909"/>
                </a:lnTo>
                <a:lnTo>
                  <a:pt x="2406825" y="38176"/>
                </a:lnTo>
                <a:lnTo>
                  <a:pt x="2381545" y="41081"/>
                </a:lnTo>
                <a:lnTo>
                  <a:pt x="2356218" y="43701"/>
                </a:lnTo>
                <a:lnTo>
                  <a:pt x="2330882" y="46091"/>
                </a:lnTo>
                <a:lnTo>
                  <a:pt x="2305517" y="48292"/>
                </a:lnTo>
                <a:lnTo>
                  <a:pt x="2280152" y="50321"/>
                </a:lnTo>
                <a:lnTo>
                  <a:pt x="2254768" y="52207"/>
                </a:lnTo>
                <a:lnTo>
                  <a:pt x="2229374" y="53969"/>
                </a:lnTo>
                <a:lnTo>
                  <a:pt x="2203971" y="55616"/>
                </a:lnTo>
                <a:lnTo>
                  <a:pt x="2178568" y="57160"/>
                </a:lnTo>
                <a:lnTo>
                  <a:pt x="2153155" y="58617"/>
                </a:lnTo>
                <a:lnTo>
                  <a:pt x="2127733" y="59998"/>
                </a:lnTo>
                <a:lnTo>
                  <a:pt x="2102310" y="61293"/>
                </a:lnTo>
                <a:lnTo>
                  <a:pt x="2076888" y="62513"/>
                </a:lnTo>
                <a:lnTo>
                  <a:pt x="2051456" y="63675"/>
                </a:lnTo>
                <a:lnTo>
                  <a:pt x="2026034" y="64770"/>
                </a:lnTo>
                <a:lnTo>
                  <a:pt x="2000593" y="65799"/>
                </a:lnTo>
                <a:lnTo>
                  <a:pt x="1975161" y="66780"/>
                </a:lnTo>
                <a:lnTo>
                  <a:pt x="1949729" y="67713"/>
                </a:lnTo>
                <a:lnTo>
                  <a:pt x="1924288" y="68590"/>
                </a:lnTo>
                <a:lnTo>
                  <a:pt x="1898847" y="69428"/>
                </a:lnTo>
                <a:lnTo>
                  <a:pt x="1873406" y="70209"/>
                </a:lnTo>
                <a:lnTo>
                  <a:pt x="1847964" y="70961"/>
                </a:lnTo>
                <a:lnTo>
                  <a:pt x="1822514" y="71657"/>
                </a:lnTo>
                <a:lnTo>
                  <a:pt x="1797072" y="72323"/>
                </a:lnTo>
                <a:lnTo>
                  <a:pt x="1771621" y="72942"/>
                </a:lnTo>
                <a:lnTo>
                  <a:pt x="1746180" y="73523"/>
                </a:lnTo>
                <a:lnTo>
                  <a:pt x="1720729" y="74076"/>
                </a:lnTo>
                <a:lnTo>
                  <a:pt x="1695279" y="74590"/>
                </a:lnTo>
                <a:lnTo>
                  <a:pt x="1669828" y="75067"/>
                </a:lnTo>
                <a:lnTo>
                  <a:pt x="1644377" y="75514"/>
                </a:lnTo>
                <a:lnTo>
                  <a:pt x="1618926" y="75933"/>
                </a:lnTo>
                <a:lnTo>
                  <a:pt x="1593475" y="76314"/>
                </a:lnTo>
                <a:lnTo>
                  <a:pt x="1568025" y="76667"/>
                </a:lnTo>
                <a:lnTo>
                  <a:pt x="1542574" y="76991"/>
                </a:lnTo>
                <a:lnTo>
                  <a:pt x="1517123" y="77276"/>
                </a:lnTo>
                <a:lnTo>
                  <a:pt x="1491672" y="77534"/>
                </a:lnTo>
                <a:lnTo>
                  <a:pt x="1466212" y="77762"/>
                </a:lnTo>
                <a:lnTo>
                  <a:pt x="1440761" y="77962"/>
                </a:lnTo>
                <a:lnTo>
                  <a:pt x="1415310" y="78134"/>
                </a:lnTo>
                <a:lnTo>
                  <a:pt x="1389859" y="78286"/>
                </a:lnTo>
                <a:lnTo>
                  <a:pt x="1364399" y="78400"/>
                </a:lnTo>
                <a:lnTo>
                  <a:pt x="1338948" y="78486"/>
                </a:lnTo>
                <a:lnTo>
                  <a:pt x="1313498" y="78543"/>
                </a:lnTo>
                <a:lnTo>
                  <a:pt x="1288037" y="78572"/>
                </a:lnTo>
                <a:lnTo>
                  <a:pt x="1262586" y="78572"/>
                </a:lnTo>
                <a:lnTo>
                  <a:pt x="1237136" y="78553"/>
                </a:lnTo>
                <a:lnTo>
                  <a:pt x="1211675" y="78505"/>
                </a:lnTo>
                <a:lnTo>
                  <a:pt x="1186224" y="78419"/>
                </a:lnTo>
                <a:lnTo>
                  <a:pt x="1160774" y="78305"/>
                </a:lnTo>
                <a:lnTo>
                  <a:pt x="1135313" y="78172"/>
                </a:lnTo>
                <a:lnTo>
                  <a:pt x="1109863" y="78000"/>
                </a:lnTo>
                <a:lnTo>
                  <a:pt x="1084412" y="77810"/>
                </a:lnTo>
                <a:lnTo>
                  <a:pt x="1058951" y="77581"/>
                </a:lnTo>
                <a:lnTo>
                  <a:pt x="1033501" y="77333"/>
                </a:lnTo>
                <a:lnTo>
                  <a:pt x="1008050" y="77048"/>
                </a:lnTo>
                <a:lnTo>
                  <a:pt x="982599" y="76733"/>
                </a:lnTo>
                <a:lnTo>
                  <a:pt x="957148" y="76391"/>
                </a:lnTo>
                <a:lnTo>
                  <a:pt x="931697" y="76010"/>
                </a:lnTo>
                <a:lnTo>
                  <a:pt x="906247" y="75609"/>
                </a:lnTo>
                <a:lnTo>
                  <a:pt x="880796" y="75171"/>
                </a:lnTo>
                <a:lnTo>
                  <a:pt x="855345" y="74695"/>
                </a:lnTo>
                <a:lnTo>
                  <a:pt x="829894" y="74190"/>
                </a:lnTo>
                <a:lnTo>
                  <a:pt x="804443" y="73647"/>
                </a:lnTo>
                <a:lnTo>
                  <a:pt x="779002" y="73066"/>
                </a:lnTo>
                <a:lnTo>
                  <a:pt x="753551" y="72457"/>
                </a:lnTo>
                <a:lnTo>
                  <a:pt x="728110" y="71799"/>
                </a:lnTo>
                <a:lnTo>
                  <a:pt x="702659" y="71104"/>
                </a:lnTo>
                <a:lnTo>
                  <a:pt x="677218" y="70371"/>
                </a:lnTo>
                <a:lnTo>
                  <a:pt x="651777" y="69590"/>
                </a:lnTo>
                <a:lnTo>
                  <a:pt x="626335" y="68771"/>
                </a:lnTo>
                <a:lnTo>
                  <a:pt x="600894" y="67904"/>
                </a:lnTo>
                <a:lnTo>
                  <a:pt x="575462" y="66980"/>
                </a:lnTo>
                <a:lnTo>
                  <a:pt x="550021" y="66008"/>
                </a:lnTo>
                <a:lnTo>
                  <a:pt x="524589" y="64989"/>
                </a:lnTo>
                <a:lnTo>
                  <a:pt x="499158" y="63903"/>
                </a:lnTo>
                <a:lnTo>
                  <a:pt x="473726" y="62760"/>
                </a:lnTo>
                <a:lnTo>
                  <a:pt x="448304" y="61551"/>
                </a:lnTo>
                <a:lnTo>
                  <a:pt x="422881" y="60274"/>
                </a:lnTo>
                <a:lnTo>
                  <a:pt x="397469" y="58922"/>
                </a:lnTo>
                <a:lnTo>
                  <a:pt x="372056" y="57483"/>
                </a:lnTo>
                <a:lnTo>
                  <a:pt x="346643" y="55950"/>
                </a:lnTo>
                <a:lnTo>
                  <a:pt x="321240" y="54321"/>
                </a:lnTo>
                <a:lnTo>
                  <a:pt x="295847" y="52588"/>
                </a:lnTo>
                <a:lnTo>
                  <a:pt x="270462" y="50730"/>
                </a:lnTo>
                <a:lnTo>
                  <a:pt x="245088" y="48730"/>
                </a:lnTo>
                <a:lnTo>
                  <a:pt x="219723" y="46568"/>
                </a:lnTo>
                <a:lnTo>
                  <a:pt x="194377" y="44225"/>
                </a:lnTo>
                <a:lnTo>
                  <a:pt x="169050" y="41653"/>
                </a:lnTo>
                <a:lnTo>
                  <a:pt x="143761" y="38814"/>
                </a:lnTo>
                <a:lnTo>
                  <a:pt x="118501" y="35633"/>
                </a:lnTo>
                <a:lnTo>
                  <a:pt x="93316" y="31994"/>
                </a:lnTo>
                <a:lnTo>
                  <a:pt x="68218" y="27727"/>
                </a:lnTo>
                <a:lnTo>
                  <a:pt x="43329" y="22431"/>
                </a:lnTo>
                <a:lnTo>
                  <a:pt x="18955" y="15126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48" name="funnel-step-cap-1">
            <a:extLst xmlns:a="http://schemas.openxmlformats.org/drawingml/2006/main">
              <a:ext uri="{FF2B5EF4-FFF2-40B4-BE49-F238E27FC236}">
                <a16:creationId xmlns:a16="http://schemas.microsoft.com/office/drawing/2014/main" id="{2EF1976A-A07D-40EC-98B9-40CA9B728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346999" y="3300413"/>
            <a:ext cx="2545261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7EAC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49" name="funnel-step-body-2">
            <a:extLst xmlns:a="http://schemas.openxmlformats.org/drawingml/2006/main">
              <a:ext uri="{FF2B5EF4-FFF2-40B4-BE49-F238E27FC236}">
                <a16:creationId xmlns:a16="http://schemas.microsoft.com/office/drawing/2014/main" id="{EC909F69-CB62-496E-B60E-5F26740D7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648742" y="4333875"/>
            <a:ext cx="1938547" cy="807234"/>
          </a:xfrm>
          <a:custGeom xmlns:a="http://schemas.openxmlformats.org/drawingml/2006/main">
            <a:pathLst>
              <a:path w="1938547" h="807234">
                <a:moveTo>
                  <a:pt x="0" y="0"/>
                </a:moveTo>
                <a:lnTo>
                  <a:pt x="7268" y="19288"/>
                </a:lnTo>
                <a:lnTo>
                  <a:pt x="14535" y="38576"/>
                </a:lnTo>
                <a:lnTo>
                  <a:pt x="21803" y="57864"/>
                </a:lnTo>
                <a:lnTo>
                  <a:pt x="29061" y="77153"/>
                </a:lnTo>
                <a:lnTo>
                  <a:pt x="36328" y="96441"/>
                </a:lnTo>
                <a:lnTo>
                  <a:pt x="43596" y="115719"/>
                </a:lnTo>
                <a:lnTo>
                  <a:pt x="50864" y="135007"/>
                </a:lnTo>
                <a:lnTo>
                  <a:pt x="58131" y="154295"/>
                </a:lnTo>
                <a:lnTo>
                  <a:pt x="65399" y="173584"/>
                </a:lnTo>
                <a:lnTo>
                  <a:pt x="72657" y="192872"/>
                </a:lnTo>
                <a:lnTo>
                  <a:pt x="79924" y="212160"/>
                </a:lnTo>
                <a:lnTo>
                  <a:pt x="87192" y="231448"/>
                </a:lnTo>
                <a:lnTo>
                  <a:pt x="94459" y="250736"/>
                </a:lnTo>
                <a:lnTo>
                  <a:pt x="101727" y="270024"/>
                </a:lnTo>
                <a:lnTo>
                  <a:pt x="108995" y="289312"/>
                </a:lnTo>
                <a:lnTo>
                  <a:pt x="116262" y="308591"/>
                </a:lnTo>
                <a:lnTo>
                  <a:pt x="123520" y="327879"/>
                </a:lnTo>
                <a:lnTo>
                  <a:pt x="130788" y="347167"/>
                </a:lnTo>
                <a:lnTo>
                  <a:pt x="138055" y="366455"/>
                </a:lnTo>
                <a:lnTo>
                  <a:pt x="145323" y="385743"/>
                </a:lnTo>
                <a:lnTo>
                  <a:pt x="152591" y="405032"/>
                </a:lnTo>
                <a:lnTo>
                  <a:pt x="159858" y="424320"/>
                </a:lnTo>
                <a:lnTo>
                  <a:pt x="167116" y="443608"/>
                </a:lnTo>
                <a:lnTo>
                  <a:pt x="174384" y="462896"/>
                </a:lnTo>
                <a:lnTo>
                  <a:pt x="181651" y="482184"/>
                </a:lnTo>
                <a:lnTo>
                  <a:pt x="188919" y="501472"/>
                </a:lnTo>
                <a:lnTo>
                  <a:pt x="196186" y="520751"/>
                </a:lnTo>
                <a:lnTo>
                  <a:pt x="203454" y="540039"/>
                </a:lnTo>
                <a:lnTo>
                  <a:pt x="210722" y="559327"/>
                </a:lnTo>
                <a:lnTo>
                  <a:pt x="217980" y="578615"/>
                </a:lnTo>
                <a:lnTo>
                  <a:pt x="225247" y="597903"/>
                </a:lnTo>
                <a:lnTo>
                  <a:pt x="232515" y="617191"/>
                </a:lnTo>
                <a:lnTo>
                  <a:pt x="239782" y="636480"/>
                </a:lnTo>
                <a:lnTo>
                  <a:pt x="247050" y="655768"/>
                </a:lnTo>
                <a:lnTo>
                  <a:pt x="254318" y="675056"/>
                </a:lnTo>
                <a:lnTo>
                  <a:pt x="261576" y="694344"/>
                </a:lnTo>
                <a:lnTo>
                  <a:pt x="268843" y="713632"/>
                </a:lnTo>
                <a:lnTo>
                  <a:pt x="275358" y="733101"/>
                </a:lnTo>
                <a:lnTo>
                  <a:pt x="290046" y="747017"/>
                </a:lnTo>
                <a:lnTo>
                  <a:pt x="308877" y="755342"/>
                </a:lnTo>
                <a:lnTo>
                  <a:pt x="328536" y="761495"/>
                </a:lnTo>
                <a:lnTo>
                  <a:pt x="348539" y="766458"/>
                </a:lnTo>
                <a:lnTo>
                  <a:pt x="368722" y="770649"/>
                </a:lnTo>
                <a:lnTo>
                  <a:pt x="389011" y="774287"/>
                </a:lnTo>
                <a:lnTo>
                  <a:pt x="409365" y="777507"/>
                </a:lnTo>
                <a:lnTo>
                  <a:pt x="429768" y="780383"/>
                </a:lnTo>
                <a:lnTo>
                  <a:pt x="450218" y="782984"/>
                </a:lnTo>
                <a:lnTo>
                  <a:pt x="470697" y="785346"/>
                </a:lnTo>
                <a:lnTo>
                  <a:pt x="491185" y="787498"/>
                </a:lnTo>
                <a:lnTo>
                  <a:pt x="511702" y="789480"/>
                </a:lnTo>
                <a:lnTo>
                  <a:pt x="532238" y="791299"/>
                </a:lnTo>
                <a:lnTo>
                  <a:pt x="552774" y="792975"/>
                </a:lnTo>
                <a:lnTo>
                  <a:pt x="573329" y="794518"/>
                </a:lnTo>
                <a:lnTo>
                  <a:pt x="593893" y="795947"/>
                </a:lnTo>
                <a:lnTo>
                  <a:pt x="614458" y="797262"/>
                </a:lnTo>
                <a:lnTo>
                  <a:pt x="635032" y="798471"/>
                </a:lnTo>
                <a:lnTo>
                  <a:pt x="655615" y="799595"/>
                </a:lnTo>
                <a:lnTo>
                  <a:pt x="676199" y="800614"/>
                </a:lnTo>
                <a:lnTo>
                  <a:pt x="696792" y="801557"/>
                </a:lnTo>
                <a:lnTo>
                  <a:pt x="717385" y="802415"/>
                </a:lnTo>
                <a:lnTo>
                  <a:pt x="737978" y="803196"/>
                </a:lnTo>
                <a:lnTo>
                  <a:pt x="758571" y="803900"/>
                </a:lnTo>
                <a:lnTo>
                  <a:pt x="779174" y="804529"/>
                </a:lnTo>
                <a:lnTo>
                  <a:pt x="799776" y="805091"/>
                </a:lnTo>
                <a:lnTo>
                  <a:pt x="820379" y="805586"/>
                </a:lnTo>
                <a:lnTo>
                  <a:pt x="840991" y="806015"/>
                </a:lnTo>
                <a:lnTo>
                  <a:pt x="861593" y="806377"/>
                </a:lnTo>
                <a:lnTo>
                  <a:pt x="882206" y="806672"/>
                </a:lnTo>
                <a:lnTo>
                  <a:pt x="902818" y="806910"/>
                </a:lnTo>
                <a:lnTo>
                  <a:pt x="923420" y="807082"/>
                </a:lnTo>
                <a:lnTo>
                  <a:pt x="944032" y="807187"/>
                </a:lnTo>
                <a:lnTo>
                  <a:pt x="964644" y="807234"/>
                </a:lnTo>
                <a:lnTo>
                  <a:pt x="985256" y="807225"/>
                </a:lnTo>
                <a:lnTo>
                  <a:pt x="1005869" y="807149"/>
                </a:lnTo>
                <a:lnTo>
                  <a:pt x="1026471" y="807015"/>
                </a:lnTo>
                <a:lnTo>
                  <a:pt x="1047083" y="806825"/>
                </a:lnTo>
                <a:lnTo>
                  <a:pt x="1067695" y="806567"/>
                </a:lnTo>
                <a:lnTo>
                  <a:pt x="1088298" y="806244"/>
                </a:lnTo>
                <a:lnTo>
                  <a:pt x="1108910" y="805853"/>
                </a:lnTo>
                <a:lnTo>
                  <a:pt x="1129513" y="805396"/>
                </a:lnTo>
                <a:lnTo>
                  <a:pt x="1150115" y="804882"/>
                </a:lnTo>
                <a:lnTo>
                  <a:pt x="1170718" y="804291"/>
                </a:lnTo>
                <a:lnTo>
                  <a:pt x="1191320" y="803634"/>
                </a:lnTo>
                <a:lnTo>
                  <a:pt x="1211913" y="802900"/>
                </a:lnTo>
                <a:lnTo>
                  <a:pt x="1232516" y="802081"/>
                </a:lnTo>
                <a:lnTo>
                  <a:pt x="1253099" y="801195"/>
                </a:lnTo>
                <a:lnTo>
                  <a:pt x="1273693" y="800224"/>
                </a:lnTo>
                <a:lnTo>
                  <a:pt x="1294276" y="799167"/>
                </a:lnTo>
                <a:lnTo>
                  <a:pt x="1314850" y="798014"/>
                </a:lnTo>
                <a:lnTo>
                  <a:pt x="1335424" y="796757"/>
                </a:lnTo>
                <a:lnTo>
                  <a:pt x="1355989" y="795404"/>
                </a:lnTo>
                <a:lnTo>
                  <a:pt x="1376543" y="793928"/>
                </a:lnTo>
                <a:lnTo>
                  <a:pt x="1397098" y="792328"/>
                </a:lnTo>
                <a:lnTo>
                  <a:pt x="1417634" y="790594"/>
                </a:lnTo>
                <a:lnTo>
                  <a:pt x="1438161" y="788718"/>
                </a:lnTo>
                <a:lnTo>
                  <a:pt x="1458668" y="786670"/>
                </a:lnTo>
                <a:lnTo>
                  <a:pt x="1479156" y="784441"/>
                </a:lnTo>
                <a:lnTo>
                  <a:pt x="1499616" y="781983"/>
                </a:lnTo>
                <a:lnTo>
                  <a:pt x="1520057" y="779278"/>
                </a:lnTo>
                <a:lnTo>
                  <a:pt x="1540440" y="776278"/>
                </a:lnTo>
                <a:lnTo>
                  <a:pt x="1560776" y="772906"/>
                </a:lnTo>
                <a:lnTo>
                  <a:pt x="1581026" y="769068"/>
                </a:lnTo>
                <a:lnTo>
                  <a:pt x="1601143" y="764600"/>
                </a:lnTo>
                <a:lnTo>
                  <a:pt x="1621041" y="759247"/>
                </a:lnTo>
                <a:lnTo>
                  <a:pt x="1640481" y="752418"/>
                </a:lnTo>
                <a:lnTo>
                  <a:pt x="1658531" y="742579"/>
                </a:lnTo>
                <a:lnTo>
                  <a:pt x="1668523" y="725300"/>
                </a:lnTo>
                <a:lnTo>
                  <a:pt x="1675790" y="706012"/>
                </a:lnTo>
                <a:lnTo>
                  <a:pt x="1683058" y="686724"/>
                </a:lnTo>
                <a:lnTo>
                  <a:pt x="1690316" y="667445"/>
                </a:lnTo>
                <a:lnTo>
                  <a:pt x="1697584" y="648157"/>
                </a:lnTo>
                <a:lnTo>
                  <a:pt x="1704851" y="628869"/>
                </a:lnTo>
                <a:lnTo>
                  <a:pt x="1712119" y="609581"/>
                </a:lnTo>
                <a:lnTo>
                  <a:pt x="1719386" y="590293"/>
                </a:lnTo>
                <a:lnTo>
                  <a:pt x="1726654" y="571005"/>
                </a:lnTo>
                <a:lnTo>
                  <a:pt x="1733912" y="551717"/>
                </a:lnTo>
                <a:lnTo>
                  <a:pt x="1741180" y="532428"/>
                </a:lnTo>
                <a:lnTo>
                  <a:pt x="1748447" y="513140"/>
                </a:lnTo>
                <a:lnTo>
                  <a:pt x="1755715" y="493852"/>
                </a:lnTo>
                <a:lnTo>
                  <a:pt x="1762982" y="474574"/>
                </a:lnTo>
                <a:lnTo>
                  <a:pt x="1770250" y="455285"/>
                </a:lnTo>
                <a:lnTo>
                  <a:pt x="1777517" y="435997"/>
                </a:lnTo>
                <a:lnTo>
                  <a:pt x="1784775" y="416709"/>
                </a:lnTo>
                <a:lnTo>
                  <a:pt x="1792043" y="397421"/>
                </a:lnTo>
                <a:lnTo>
                  <a:pt x="1799311" y="378133"/>
                </a:lnTo>
                <a:lnTo>
                  <a:pt x="1806578" y="358845"/>
                </a:lnTo>
                <a:lnTo>
                  <a:pt x="1813846" y="339557"/>
                </a:lnTo>
                <a:lnTo>
                  <a:pt x="1821113" y="320269"/>
                </a:lnTo>
                <a:lnTo>
                  <a:pt x="1828381" y="300980"/>
                </a:lnTo>
                <a:lnTo>
                  <a:pt x="1835639" y="281692"/>
                </a:lnTo>
                <a:lnTo>
                  <a:pt x="1842907" y="262414"/>
                </a:lnTo>
                <a:lnTo>
                  <a:pt x="1850174" y="243126"/>
                </a:lnTo>
                <a:lnTo>
                  <a:pt x="1857442" y="223838"/>
                </a:lnTo>
                <a:lnTo>
                  <a:pt x="1864709" y="204549"/>
                </a:lnTo>
                <a:lnTo>
                  <a:pt x="1871977" y="185261"/>
                </a:lnTo>
                <a:lnTo>
                  <a:pt x="1879235" y="165973"/>
                </a:lnTo>
                <a:lnTo>
                  <a:pt x="1886502" y="146685"/>
                </a:lnTo>
                <a:lnTo>
                  <a:pt x="1893770" y="127397"/>
                </a:lnTo>
                <a:lnTo>
                  <a:pt x="1901038" y="108109"/>
                </a:lnTo>
                <a:lnTo>
                  <a:pt x="1908305" y="88821"/>
                </a:lnTo>
                <a:lnTo>
                  <a:pt x="1915573" y="69542"/>
                </a:lnTo>
                <a:lnTo>
                  <a:pt x="1922831" y="50254"/>
                </a:lnTo>
                <a:lnTo>
                  <a:pt x="1930098" y="30966"/>
                </a:lnTo>
                <a:lnTo>
                  <a:pt x="1937366" y="11678"/>
                </a:lnTo>
                <a:lnTo>
                  <a:pt x="1938547" y="7268"/>
                </a:lnTo>
                <a:lnTo>
                  <a:pt x="1921097" y="17945"/>
                </a:lnTo>
                <a:lnTo>
                  <a:pt x="1901600" y="24575"/>
                </a:lnTo>
                <a:lnTo>
                  <a:pt x="1881616" y="29632"/>
                </a:lnTo>
                <a:lnTo>
                  <a:pt x="1861433" y="33795"/>
                </a:lnTo>
                <a:lnTo>
                  <a:pt x="1841135" y="37367"/>
                </a:lnTo>
                <a:lnTo>
                  <a:pt x="1820770" y="40519"/>
                </a:lnTo>
                <a:lnTo>
                  <a:pt x="1800349" y="43339"/>
                </a:lnTo>
                <a:lnTo>
                  <a:pt x="1779899" y="45891"/>
                </a:lnTo>
                <a:lnTo>
                  <a:pt x="1759420" y="48225"/>
                </a:lnTo>
                <a:lnTo>
                  <a:pt x="1738922" y="50378"/>
                </a:lnTo>
                <a:lnTo>
                  <a:pt x="1718415" y="52378"/>
                </a:lnTo>
                <a:lnTo>
                  <a:pt x="1697888" y="54226"/>
                </a:lnTo>
                <a:lnTo>
                  <a:pt x="1677343" y="55950"/>
                </a:lnTo>
                <a:lnTo>
                  <a:pt x="1656798" y="57569"/>
                </a:lnTo>
                <a:lnTo>
                  <a:pt x="1636243" y="59084"/>
                </a:lnTo>
                <a:lnTo>
                  <a:pt x="1615688" y="60503"/>
                </a:lnTo>
                <a:lnTo>
                  <a:pt x="1595114" y="61846"/>
                </a:lnTo>
                <a:lnTo>
                  <a:pt x="1574549" y="63113"/>
                </a:lnTo>
                <a:lnTo>
                  <a:pt x="1553966" y="64303"/>
                </a:lnTo>
                <a:lnTo>
                  <a:pt x="1533392" y="65427"/>
                </a:lnTo>
                <a:lnTo>
                  <a:pt x="1512808" y="66494"/>
                </a:lnTo>
                <a:lnTo>
                  <a:pt x="1492225" y="67494"/>
                </a:lnTo>
                <a:lnTo>
                  <a:pt x="1471632" y="68437"/>
                </a:lnTo>
                <a:lnTo>
                  <a:pt x="1451039" y="69323"/>
                </a:lnTo>
                <a:lnTo>
                  <a:pt x="1430445" y="70161"/>
                </a:lnTo>
                <a:lnTo>
                  <a:pt x="1409852" y="70952"/>
                </a:lnTo>
                <a:lnTo>
                  <a:pt x="1389259" y="71695"/>
                </a:lnTo>
                <a:lnTo>
                  <a:pt x="1368657" y="72400"/>
                </a:lnTo>
                <a:lnTo>
                  <a:pt x="1348054" y="73057"/>
                </a:lnTo>
                <a:lnTo>
                  <a:pt x="1327452" y="73666"/>
                </a:lnTo>
                <a:lnTo>
                  <a:pt x="1306849" y="74238"/>
                </a:lnTo>
                <a:lnTo>
                  <a:pt x="1286246" y="74771"/>
                </a:lnTo>
                <a:lnTo>
                  <a:pt x="1265644" y="75267"/>
                </a:lnTo>
                <a:lnTo>
                  <a:pt x="1245041" y="75724"/>
                </a:lnTo>
                <a:lnTo>
                  <a:pt x="1224429" y="76143"/>
                </a:lnTo>
                <a:lnTo>
                  <a:pt x="1203827" y="76533"/>
                </a:lnTo>
                <a:lnTo>
                  <a:pt x="1183215" y="76886"/>
                </a:lnTo>
                <a:lnTo>
                  <a:pt x="1162612" y="77200"/>
                </a:lnTo>
                <a:lnTo>
                  <a:pt x="1142000" y="77486"/>
                </a:lnTo>
                <a:lnTo>
                  <a:pt x="1121388" y="77734"/>
                </a:lnTo>
                <a:lnTo>
                  <a:pt x="1100785" y="77953"/>
                </a:lnTo>
                <a:lnTo>
                  <a:pt x="1080173" y="78134"/>
                </a:lnTo>
                <a:lnTo>
                  <a:pt x="1059561" y="78286"/>
                </a:lnTo>
                <a:lnTo>
                  <a:pt x="1038949" y="78410"/>
                </a:lnTo>
                <a:lnTo>
                  <a:pt x="1018346" y="78496"/>
                </a:lnTo>
                <a:lnTo>
                  <a:pt x="997734" y="78553"/>
                </a:lnTo>
                <a:lnTo>
                  <a:pt x="977122" y="78572"/>
                </a:lnTo>
                <a:lnTo>
                  <a:pt x="956510" y="78572"/>
                </a:lnTo>
                <a:lnTo>
                  <a:pt x="935898" y="78534"/>
                </a:lnTo>
                <a:lnTo>
                  <a:pt x="915295" y="78457"/>
                </a:lnTo>
                <a:lnTo>
                  <a:pt x="894683" y="78362"/>
                </a:lnTo>
                <a:lnTo>
                  <a:pt x="874071" y="78229"/>
                </a:lnTo>
                <a:lnTo>
                  <a:pt x="853459" y="78067"/>
                </a:lnTo>
                <a:lnTo>
                  <a:pt x="832847" y="77867"/>
                </a:lnTo>
                <a:lnTo>
                  <a:pt x="812244" y="77638"/>
                </a:lnTo>
                <a:lnTo>
                  <a:pt x="791632" y="77381"/>
                </a:lnTo>
                <a:lnTo>
                  <a:pt x="771020" y="77076"/>
                </a:lnTo>
                <a:lnTo>
                  <a:pt x="750418" y="76752"/>
                </a:lnTo>
                <a:lnTo>
                  <a:pt x="729806" y="76381"/>
                </a:lnTo>
                <a:lnTo>
                  <a:pt x="709203" y="75981"/>
                </a:lnTo>
                <a:lnTo>
                  <a:pt x="688600" y="75543"/>
                </a:lnTo>
                <a:lnTo>
                  <a:pt x="667988" y="75076"/>
                </a:lnTo>
                <a:lnTo>
                  <a:pt x="647386" y="74562"/>
                </a:lnTo>
                <a:lnTo>
                  <a:pt x="626783" y="74019"/>
                </a:lnTo>
                <a:lnTo>
                  <a:pt x="606181" y="73428"/>
                </a:lnTo>
                <a:lnTo>
                  <a:pt x="585578" y="72800"/>
                </a:lnTo>
                <a:lnTo>
                  <a:pt x="564985" y="72123"/>
                </a:lnTo>
                <a:lnTo>
                  <a:pt x="544382" y="71409"/>
                </a:lnTo>
                <a:lnTo>
                  <a:pt x="523789" y="70647"/>
                </a:lnTo>
                <a:lnTo>
                  <a:pt x="503196" y="69837"/>
                </a:lnTo>
                <a:lnTo>
                  <a:pt x="482603" y="68980"/>
                </a:lnTo>
                <a:lnTo>
                  <a:pt x="462010" y="68066"/>
                </a:lnTo>
                <a:lnTo>
                  <a:pt x="441417" y="67094"/>
                </a:lnTo>
                <a:lnTo>
                  <a:pt x="420834" y="66075"/>
                </a:lnTo>
                <a:lnTo>
                  <a:pt x="400250" y="64989"/>
                </a:lnTo>
                <a:lnTo>
                  <a:pt x="379676" y="63837"/>
                </a:lnTo>
                <a:lnTo>
                  <a:pt x="359102" y="62627"/>
                </a:lnTo>
                <a:lnTo>
                  <a:pt x="338528" y="61331"/>
                </a:lnTo>
                <a:lnTo>
                  <a:pt x="317964" y="59960"/>
                </a:lnTo>
                <a:lnTo>
                  <a:pt x="297409" y="58493"/>
                </a:lnTo>
                <a:lnTo>
                  <a:pt x="276854" y="56940"/>
                </a:lnTo>
                <a:lnTo>
                  <a:pt x="256318" y="55283"/>
                </a:lnTo>
                <a:lnTo>
                  <a:pt x="235782" y="53511"/>
                </a:lnTo>
                <a:lnTo>
                  <a:pt x="215255" y="51606"/>
                </a:lnTo>
                <a:lnTo>
                  <a:pt x="194748" y="49549"/>
                </a:lnTo>
                <a:lnTo>
                  <a:pt x="174260" y="47330"/>
                </a:lnTo>
                <a:lnTo>
                  <a:pt x="153791" y="44910"/>
                </a:lnTo>
                <a:lnTo>
                  <a:pt x="133350" y="42262"/>
                </a:lnTo>
                <a:lnTo>
                  <a:pt x="112957" y="39319"/>
                </a:lnTo>
                <a:lnTo>
                  <a:pt x="92612" y="36014"/>
                </a:lnTo>
                <a:lnTo>
                  <a:pt x="72352" y="32233"/>
                </a:lnTo>
                <a:lnTo>
                  <a:pt x="52226" y="27765"/>
                </a:lnTo>
                <a:lnTo>
                  <a:pt x="32385" y="22212"/>
                </a:lnTo>
                <a:lnTo>
                  <a:pt x="13287" y="14526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78A8D5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50" name="funnel-step-cap-2">
            <a:extLst xmlns:a="http://schemas.openxmlformats.org/drawingml/2006/main">
              <a:ext uri="{FF2B5EF4-FFF2-40B4-BE49-F238E27FC236}">
                <a16:creationId xmlns:a16="http://schemas.microsoft.com/office/drawing/2014/main" id="{2D40E51D-A66B-49BA-B592-EB0DA0C34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648751" y="4210050"/>
            <a:ext cx="1941747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8A8D5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51" name="funnel-step-body-3">
            <a:extLst xmlns:a="http://schemas.openxmlformats.org/drawingml/2006/main">
              <a:ext uri="{FF2B5EF4-FFF2-40B4-BE49-F238E27FC236}">
                <a16:creationId xmlns:a16="http://schemas.microsoft.com/office/drawing/2014/main" id="{639E4DD9-8583-4991-BA04-BE7FA8AC9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23252" y="5243513"/>
            <a:ext cx="1390888" cy="807234"/>
          </a:xfrm>
          <a:custGeom xmlns:a="http://schemas.openxmlformats.org/drawingml/2006/main">
            <a:pathLst>
              <a:path w="1390888" h="807234">
                <a:moveTo>
                  <a:pt x="0" y="0"/>
                </a:moveTo>
                <a:lnTo>
                  <a:pt x="6363" y="17955"/>
                </a:lnTo>
                <a:lnTo>
                  <a:pt x="12725" y="35909"/>
                </a:lnTo>
                <a:lnTo>
                  <a:pt x="19088" y="53864"/>
                </a:lnTo>
                <a:lnTo>
                  <a:pt x="25451" y="71819"/>
                </a:lnTo>
                <a:lnTo>
                  <a:pt x="31814" y="89773"/>
                </a:lnTo>
                <a:lnTo>
                  <a:pt x="38176" y="107728"/>
                </a:lnTo>
                <a:lnTo>
                  <a:pt x="44539" y="125682"/>
                </a:lnTo>
                <a:lnTo>
                  <a:pt x="50902" y="143637"/>
                </a:lnTo>
                <a:lnTo>
                  <a:pt x="57264" y="161592"/>
                </a:lnTo>
                <a:lnTo>
                  <a:pt x="63627" y="179546"/>
                </a:lnTo>
                <a:lnTo>
                  <a:pt x="69990" y="197501"/>
                </a:lnTo>
                <a:lnTo>
                  <a:pt x="76352" y="215456"/>
                </a:lnTo>
                <a:lnTo>
                  <a:pt x="82715" y="233410"/>
                </a:lnTo>
                <a:lnTo>
                  <a:pt x="89078" y="251365"/>
                </a:lnTo>
                <a:lnTo>
                  <a:pt x="95441" y="269319"/>
                </a:lnTo>
                <a:lnTo>
                  <a:pt x="101803" y="287274"/>
                </a:lnTo>
                <a:lnTo>
                  <a:pt x="108166" y="305229"/>
                </a:lnTo>
                <a:lnTo>
                  <a:pt x="114529" y="323183"/>
                </a:lnTo>
                <a:lnTo>
                  <a:pt x="120891" y="341138"/>
                </a:lnTo>
                <a:lnTo>
                  <a:pt x="127254" y="359093"/>
                </a:lnTo>
                <a:lnTo>
                  <a:pt x="133617" y="377047"/>
                </a:lnTo>
                <a:lnTo>
                  <a:pt x="139979" y="395002"/>
                </a:lnTo>
                <a:lnTo>
                  <a:pt x="146342" y="412956"/>
                </a:lnTo>
                <a:lnTo>
                  <a:pt x="152705" y="430911"/>
                </a:lnTo>
                <a:lnTo>
                  <a:pt x="159068" y="448866"/>
                </a:lnTo>
                <a:lnTo>
                  <a:pt x="165430" y="466820"/>
                </a:lnTo>
                <a:lnTo>
                  <a:pt x="171793" y="484775"/>
                </a:lnTo>
                <a:lnTo>
                  <a:pt x="178156" y="502730"/>
                </a:lnTo>
                <a:lnTo>
                  <a:pt x="184518" y="520684"/>
                </a:lnTo>
                <a:lnTo>
                  <a:pt x="190881" y="538639"/>
                </a:lnTo>
                <a:lnTo>
                  <a:pt x="197244" y="556593"/>
                </a:lnTo>
                <a:lnTo>
                  <a:pt x="203606" y="574548"/>
                </a:lnTo>
                <a:lnTo>
                  <a:pt x="209969" y="592503"/>
                </a:lnTo>
                <a:lnTo>
                  <a:pt x="216332" y="610457"/>
                </a:lnTo>
                <a:lnTo>
                  <a:pt x="222695" y="628412"/>
                </a:lnTo>
                <a:lnTo>
                  <a:pt x="229057" y="646367"/>
                </a:lnTo>
                <a:lnTo>
                  <a:pt x="235420" y="664321"/>
                </a:lnTo>
                <a:lnTo>
                  <a:pt x="241783" y="682276"/>
                </a:lnTo>
                <a:lnTo>
                  <a:pt x="248145" y="700230"/>
                </a:lnTo>
                <a:lnTo>
                  <a:pt x="254508" y="718185"/>
                </a:lnTo>
                <a:lnTo>
                  <a:pt x="259861" y="736368"/>
                </a:lnTo>
                <a:lnTo>
                  <a:pt x="272310" y="750494"/>
                </a:lnTo>
                <a:lnTo>
                  <a:pt x="288808" y="759952"/>
                </a:lnTo>
                <a:lnTo>
                  <a:pt x="306476" y="767048"/>
                </a:lnTo>
                <a:lnTo>
                  <a:pt x="324650" y="772744"/>
                </a:lnTo>
                <a:lnTo>
                  <a:pt x="343091" y="777507"/>
                </a:lnTo>
                <a:lnTo>
                  <a:pt x="361693" y="781583"/>
                </a:lnTo>
                <a:lnTo>
                  <a:pt x="380409" y="785127"/>
                </a:lnTo>
                <a:lnTo>
                  <a:pt x="399202" y="788232"/>
                </a:lnTo>
                <a:lnTo>
                  <a:pt x="418052" y="790985"/>
                </a:lnTo>
                <a:lnTo>
                  <a:pt x="436950" y="793423"/>
                </a:lnTo>
                <a:lnTo>
                  <a:pt x="455867" y="795595"/>
                </a:lnTo>
                <a:lnTo>
                  <a:pt x="474821" y="797528"/>
                </a:lnTo>
                <a:lnTo>
                  <a:pt x="493795" y="799243"/>
                </a:lnTo>
                <a:lnTo>
                  <a:pt x="512778" y="800757"/>
                </a:lnTo>
                <a:lnTo>
                  <a:pt x="531781" y="802091"/>
                </a:lnTo>
                <a:lnTo>
                  <a:pt x="550793" y="803253"/>
                </a:lnTo>
                <a:lnTo>
                  <a:pt x="569814" y="804253"/>
                </a:lnTo>
                <a:lnTo>
                  <a:pt x="588845" y="805101"/>
                </a:lnTo>
                <a:lnTo>
                  <a:pt x="607886" y="805796"/>
                </a:lnTo>
                <a:lnTo>
                  <a:pt x="626926" y="806358"/>
                </a:lnTo>
                <a:lnTo>
                  <a:pt x="645966" y="806777"/>
                </a:lnTo>
                <a:lnTo>
                  <a:pt x="665016" y="807063"/>
                </a:lnTo>
                <a:lnTo>
                  <a:pt x="684066" y="807215"/>
                </a:lnTo>
                <a:lnTo>
                  <a:pt x="703107" y="807234"/>
                </a:lnTo>
                <a:lnTo>
                  <a:pt x="722157" y="807120"/>
                </a:lnTo>
                <a:lnTo>
                  <a:pt x="741207" y="806872"/>
                </a:lnTo>
                <a:lnTo>
                  <a:pt x="760247" y="806491"/>
                </a:lnTo>
                <a:lnTo>
                  <a:pt x="779288" y="805977"/>
                </a:lnTo>
                <a:lnTo>
                  <a:pt x="798328" y="805320"/>
                </a:lnTo>
                <a:lnTo>
                  <a:pt x="817359" y="804520"/>
                </a:lnTo>
                <a:lnTo>
                  <a:pt x="836390" y="803558"/>
                </a:lnTo>
                <a:lnTo>
                  <a:pt x="855402" y="802443"/>
                </a:lnTo>
                <a:lnTo>
                  <a:pt x="874405" y="801167"/>
                </a:lnTo>
                <a:lnTo>
                  <a:pt x="893397" y="799700"/>
                </a:lnTo>
                <a:lnTo>
                  <a:pt x="912381" y="798052"/>
                </a:lnTo>
                <a:lnTo>
                  <a:pt x="931335" y="796185"/>
                </a:lnTo>
                <a:lnTo>
                  <a:pt x="950262" y="794090"/>
                </a:lnTo>
                <a:lnTo>
                  <a:pt x="969169" y="791728"/>
                </a:lnTo>
                <a:lnTo>
                  <a:pt x="988028" y="789070"/>
                </a:lnTo>
                <a:lnTo>
                  <a:pt x="1006840" y="786079"/>
                </a:lnTo>
                <a:lnTo>
                  <a:pt x="1025585" y="782669"/>
                </a:lnTo>
                <a:lnTo>
                  <a:pt x="1044226" y="778764"/>
                </a:lnTo>
                <a:lnTo>
                  <a:pt x="1062723" y="774230"/>
                </a:lnTo>
                <a:lnTo>
                  <a:pt x="1080992" y="768829"/>
                </a:lnTo>
                <a:lnTo>
                  <a:pt x="1098852" y="762219"/>
                </a:lnTo>
                <a:lnTo>
                  <a:pt x="1115816" y="753608"/>
                </a:lnTo>
                <a:lnTo>
                  <a:pt x="1130103" y="741188"/>
                </a:lnTo>
                <a:lnTo>
                  <a:pt x="1136371" y="723433"/>
                </a:lnTo>
                <a:lnTo>
                  <a:pt x="1142733" y="705479"/>
                </a:lnTo>
                <a:lnTo>
                  <a:pt x="1149096" y="687524"/>
                </a:lnTo>
                <a:lnTo>
                  <a:pt x="1155459" y="669569"/>
                </a:lnTo>
                <a:lnTo>
                  <a:pt x="1161821" y="651615"/>
                </a:lnTo>
                <a:lnTo>
                  <a:pt x="1168184" y="633660"/>
                </a:lnTo>
                <a:lnTo>
                  <a:pt x="1174547" y="615706"/>
                </a:lnTo>
                <a:lnTo>
                  <a:pt x="1180910" y="597751"/>
                </a:lnTo>
                <a:lnTo>
                  <a:pt x="1187272" y="579796"/>
                </a:lnTo>
                <a:lnTo>
                  <a:pt x="1193635" y="561842"/>
                </a:lnTo>
                <a:lnTo>
                  <a:pt x="1199998" y="543887"/>
                </a:lnTo>
                <a:lnTo>
                  <a:pt x="1206360" y="525932"/>
                </a:lnTo>
                <a:lnTo>
                  <a:pt x="1212723" y="507978"/>
                </a:lnTo>
                <a:lnTo>
                  <a:pt x="1219086" y="490023"/>
                </a:lnTo>
                <a:lnTo>
                  <a:pt x="1225448" y="472069"/>
                </a:lnTo>
                <a:lnTo>
                  <a:pt x="1231811" y="454114"/>
                </a:lnTo>
                <a:lnTo>
                  <a:pt x="1238174" y="436159"/>
                </a:lnTo>
                <a:lnTo>
                  <a:pt x="1244537" y="418205"/>
                </a:lnTo>
                <a:lnTo>
                  <a:pt x="1250899" y="400250"/>
                </a:lnTo>
                <a:lnTo>
                  <a:pt x="1257262" y="382295"/>
                </a:lnTo>
                <a:lnTo>
                  <a:pt x="1263625" y="364341"/>
                </a:lnTo>
                <a:lnTo>
                  <a:pt x="1269987" y="346386"/>
                </a:lnTo>
                <a:lnTo>
                  <a:pt x="1276350" y="328432"/>
                </a:lnTo>
                <a:lnTo>
                  <a:pt x="1282713" y="310477"/>
                </a:lnTo>
                <a:lnTo>
                  <a:pt x="1289085" y="292522"/>
                </a:lnTo>
                <a:lnTo>
                  <a:pt x="1295448" y="274568"/>
                </a:lnTo>
                <a:lnTo>
                  <a:pt x="1301810" y="256613"/>
                </a:lnTo>
                <a:lnTo>
                  <a:pt x="1308173" y="238658"/>
                </a:lnTo>
                <a:lnTo>
                  <a:pt x="1314536" y="220704"/>
                </a:lnTo>
                <a:lnTo>
                  <a:pt x="1320898" y="202749"/>
                </a:lnTo>
                <a:lnTo>
                  <a:pt x="1327261" y="184795"/>
                </a:lnTo>
                <a:lnTo>
                  <a:pt x="1333624" y="166840"/>
                </a:lnTo>
                <a:lnTo>
                  <a:pt x="1339987" y="148885"/>
                </a:lnTo>
                <a:lnTo>
                  <a:pt x="1346349" y="130931"/>
                </a:lnTo>
                <a:lnTo>
                  <a:pt x="1352712" y="112976"/>
                </a:lnTo>
                <a:lnTo>
                  <a:pt x="1359075" y="95021"/>
                </a:lnTo>
                <a:lnTo>
                  <a:pt x="1365437" y="77067"/>
                </a:lnTo>
                <a:lnTo>
                  <a:pt x="1371800" y="59112"/>
                </a:lnTo>
                <a:lnTo>
                  <a:pt x="1378163" y="41158"/>
                </a:lnTo>
                <a:lnTo>
                  <a:pt x="1384525" y="23203"/>
                </a:lnTo>
                <a:lnTo>
                  <a:pt x="1390888" y="5248"/>
                </a:lnTo>
                <a:lnTo>
                  <a:pt x="1386716" y="11630"/>
                </a:lnTo>
                <a:lnTo>
                  <a:pt x="1370648" y="21698"/>
                </a:lnTo>
                <a:lnTo>
                  <a:pt x="1352893" y="28575"/>
                </a:lnTo>
                <a:lnTo>
                  <a:pt x="1334614" y="33928"/>
                </a:lnTo>
                <a:lnTo>
                  <a:pt x="1316088" y="38376"/>
                </a:lnTo>
                <a:lnTo>
                  <a:pt x="1297429" y="42196"/>
                </a:lnTo>
                <a:lnTo>
                  <a:pt x="1278684" y="45558"/>
                </a:lnTo>
                <a:lnTo>
                  <a:pt x="1259872" y="48549"/>
                </a:lnTo>
                <a:lnTo>
                  <a:pt x="1241012" y="51245"/>
                </a:lnTo>
                <a:lnTo>
                  <a:pt x="1222124" y="53702"/>
                </a:lnTo>
                <a:lnTo>
                  <a:pt x="1203208" y="55940"/>
                </a:lnTo>
                <a:lnTo>
                  <a:pt x="1184272" y="57998"/>
                </a:lnTo>
                <a:lnTo>
                  <a:pt x="1165317" y="59893"/>
                </a:lnTo>
                <a:lnTo>
                  <a:pt x="1146353" y="61646"/>
                </a:lnTo>
                <a:lnTo>
                  <a:pt x="1127369" y="63275"/>
                </a:lnTo>
                <a:lnTo>
                  <a:pt x="1108377" y="64789"/>
                </a:lnTo>
                <a:lnTo>
                  <a:pt x="1089384" y="66180"/>
                </a:lnTo>
                <a:lnTo>
                  <a:pt x="1070381" y="67485"/>
                </a:lnTo>
                <a:lnTo>
                  <a:pt x="1051370" y="68685"/>
                </a:lnTo>
                <a:lnTo>
                  <a:pt x="1032358" y="69809"/>
                </a:lnTo>
                <a:lnTo>
                  <a:pt x="1013336" y="70847"/>
                </a:lnTo>
                <a:lnTo>
                  <a:pt x="994305" y="71799"/>
                </a:lnTo>
                <a:lnTo>
                  <a:pt x="975284" y="72685"/>
                </a:lnTo>
                <a:lnTo>
                  <a:pt x="956253" y="73495"/>
                </a:lnTo>
                <a:lnTo>
                  <a:pt x="937212" y="74247"/>
                </a:lnTo>
                <a:lnTo>
                  <a:pt x="918181" y="74924"/>
                </a:lnTo>
                <a:lnTo>
                  <a:pt x="899141" y="75533"/>
                </a:lnTo>
                <a:lnTo>
                  <a:pt x="880100" y="76095"/>
                </a:lnTo>
                <a:lnTo>
                  <a:pt x="861060" y="76591"/>
                </a:lnTo>
                <a:lnTo>
                  <a:pt x="842010" y="77029"/>
                </a:lnTo>
                <a:lnTo>
                  <a:pt x="822970" y="77410"/>
                </a:lnTo>
                <a:lnTo>
                  <a:pt x="803920" y="77734"/>
                </a:lnTo>
                <a:lnTo>
                  <a:pt x="784879" y="78010"/>
                </a:lnTo>
                <a:lnTo>
                  <a:pt x="765829" y="78229"/>
                </a:lnTo>
                <a:lnTo>
                  <a:pt x="746779" y="78400"/>
                </a:lnTo>
                <a:lnTo>
                  <a:pt x="727729" y="78505"/>
                </a:lnTo>
                <a:lnTo>
                  <a:pt x="708679" y="78562"/>
                </a:lnTo>
                <a:lnTo>
                  <a:pt x="689639" y="78572"/>
                </a:lnTo>
                <a:lnTo>
                  <a:pt x="670589" y="78524"/>
                </a:lnTo>
                <a:lnTo>
                  <a:pt x="651539" y="78429"/>
                </a:lnTo>
                <a:lnTo>
                  <a:pt x="632489" y="78286"/>
                </a:lnTo>
                <a:lnTo>
                  <a:pt x="613439" y="78086"/>
                </a:lnTo>
                <a:lnTo>
                  <a:pt x="594398" y="77819"/>
                </a:lnTo>
                <a:lnTo>
                  <a:pt x="575348" y="77514"/>
                </a:lnTo>
                <a:lnTo>
                  <a:pt x="556308" y="77143"/>
                </a:lnTo>
                <a:lnTo>
                  <a:pt x="537258" y="76724"/>
                </a:lnTo>
                <a:lnTo>
                  <a:pt x="518217" y="76248"/>
                </a:lnTo>
                <a:lnTo>
                  <a:pt x="499177" y="75705"/>
                </a:lnTo>
                <a:lnTo>
                  <a:pt x="480136" y="75105"/>
                </a:lnTo>
                <a:lnTo>
                  <a:pt x="461096" y="74447"/>
                </a:lnTo>
                <a:lnTo>
                  <a:pt x="442065" y="73724"/>
                </a:lnTo>
                <a:lnTo>
                  <a:pt x="423034" y="72933"/>
                </a:lnTo>
                <a:lnTo>
                  <a:pt x="404003" y="72066"/>
                </a:lnTo>
                <a:lnTo>
                  <a:pt x="384981" y="71133"/>
                </a:lnTo>
                <a:lnTo>
                  <a:pt x="365960" y="70123"/>
                </a:lnTo>
                <a:lnTo>
                  <a:pt x="346939" y="69028"/>
                </a:lnTo>
                <a:lnTo>
                  <a:pt x="327927" y="67847"/>
                </a:lnTo>
                <a:lnTo>
                  <a:pt x="308924" y="66580"/>
                </a:lnTo>
                <a:lnTo>
                  <a:pt x="289922" y="65199"/>
                </a:lnTo>
                <a:lnTo>
                  <a:pt x="270929" y="63732"/>
                </a:lnTo>
                <a:lnTo>
                  <a:pt x="251946" y="62141"/>
                </a:lnTo>
                <a:lnTo>
                  <a:pt x="232982" y="60427"/>
                </a:lnTo>
                <a:lnTo>
                  <a:pt x="214017" y="58569"/>
                </a:lnTo>
                <a:lnTo>
                  <a:pt x="195072" y="56559"/>
                </a:lnTo>
                <a:lnTo>
                  <a:pt x="176155" y="54378"/>
                </a:lnTo>
                <a:lnTo>
                  <a:pt x="157258" y="51987"/>
                </a:lnTo>
                <a:lnTo>
                  <a:pt x="138389" y="49368"/>
                </a:lnTo>
                <a:lnTo>
                  <a:pt x="119558" y="46463"/>
                </a:lnTo>
                <a:lnTo>
                  <a:pt x="100794" y="43224"/>
                </a:lnTo>
                <a:lnTo>
                  <a:pt x="82096" y="39548"/>
                </a:lnTo>
                <a:lnTo>
                  <a:pt x="63532" y="35309"/>
                </a:lnTo>
                <a:lnTo>
                  <a:pt x="45168" y="30261"/>
                </a:lnTo>
                <a:lnTo>
                  <a:pt x="27203" y="23927"/>
                </a:lnTo>
                <a:lnTo>
                  <a:pt x="10363" y="15116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78A8D5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52" name="funnel-step-cap-3">
            <a:extLst xmlns:a="http://schemas.openxmlformats.org/drawingml/2006/main">
              <a:ext uri="{FF2B5EF4-FFF2-40B4-BE49-F238E27FC236}">
                <a16:creationId xmlns:a16="http://schemas.microsoft.com/office/drawing/2014/main" id="{B74254D3-53E3-4220-B2A3-E20627355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23271" y="5119688"/>
            <a:ext cx="1392707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8A8D5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53" name="funnel-flow-arrow">
            <a:extLst xmlns:a="http://schemas.openxmlformats.org/drawingml/2006/main">
              <a:ext uri="{FF2B5EF4-FFF2-40B4-BE49-F238E27FC236}">
                <a16:creationId xmlns:a16="http://schemas.microsoft.com/office/drawing/2014/main" id="{9CA8CE1E-D545-44DC-959B-906266E5B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52850" y="2466975"/>
            <a:ext cx="1733550" cy="3631149"/>
          </a:xfrm>
          <a:custGeom xmlns:a="http://schemas.openxmlformats.org/drawingml/2006/main">
            <a:pathLst>
              <a:path w="1733550" h="3631149">
                <a:moveTo>
                  <a:pt x="0" y="0"/>
                </a:moveTo>
                <a:lnTo>
                  <a:pt x="0" y="42824"/>
                </a:lnTo>
                <a:lnTo>
                  <a:pt x="8630" y="84668"/>
                </a:lnTo>
                <a:lnTo>
                  <a:pt x="18345" y="126378"/>
                </a:lnTo>
                <a:lnTo>
                  <a:pt x="28061" y="168088"/>
                </a:lnTo>
                <a:lnTo>
                  <a:pt x="37776" y="209807"/>
                </a:lnTo>
                <a:lnTo>
                  <a:pt x="47492" y="251517"/>
                </a:lnTo>
                <a:lnTo>
                  <a:pt x="57207" y="293227"/>
                </a:lnTo>
                <a:lnTo>
                  <a:pt x="66923" y="334947"/>
                </a:lnTo>
                <a:lnTo>
                  <a:pt x="76638" y="376657"/>
                </a:lnTo>
                <a:lnTo>
                  <a:pt x="86354" y="418367"/>
                </a:lnTo>
                <a:lnTo>
                  <a:pt x="96069" y="460077"/>
                </a:lnTo>
                <a:lnTo>
                  <a:pt x="105785" y="501796"/>
                </a:lnTo>
                <a:lnTo>
                  <a:pt x="115500" y="543506"/>
                </a:lnTo>
                <a:lnTo>
                  <a:pt x="125216" y="585216"/>
                </a:lnTo>
                <a:lnTo>
                  <a:pt x="134931" y="626926"/>
                </a:lnTo>
                <a:lnTo>
                  <a:pt x="144647" y="668645"/>
                </a:lnTo>
                <a:lnTo>
                  <a:pt x="154362" y="710355"/>
                </a:lnTo>
                <a:lnTo>
                  <a:pt x="164078" y="752065"/>
                </a:lnTo>
                <a:lnTo>
                  <a:pt x="173793" y="793785"/>
                </a:lnTo>
                <a:lnTo>
                  <a:pt x="183509" y="835495"/>
                </a:lnTo>
                <a:lnTo>
                  <a:pt x="193224" y="877205"/>
                </a:lnTo>
                <a:lnTo>
                  <a:pt x="201378" y="919248"/>
                </a:lnTo>
                <a:lnTo>
                  <a:pt x="209312" y="961339"/>
                </a:lnTo>
                <a:lnTo>
                  <a:pt x="216751" y="1003516"/>
                </a:lnTo>
                <a:lnTo>
                  <a:pt x="224190" y="1045693"/>
                </a:lnTo>
                <a:lnTo>
                  <a:pt x="231629" y="1087869"/>
                </a:lnTo>
                <a:lnTo>
                  <a:pt x="239068" y="1130046"/>
                </a:lnTo>
                <a:lnTo>
                  <a:pt x="246507" y="1172223"/>
                </a:lnTo>
                <a:lnTo>
                  <a:pt x="253946" y="1214409"/>
                </a:lnTo>
                <a:lnTo>
                  <a:pt x="261385" y="1256586"/>
                </a:lnTo>
                <a:lnTo>
                  <a:pt x="268815" y="1298762"/>
                </a:lnTo>
                <a:lnTo>
                  <a:pt x="276254" y="1340939"/>
                </a:lnTo>
                <a:lnTo>
                  <a:pt x="283693" y="1383116"/>
                </a:lnTo>
                <a:lnTo>
                  <a:pt x="291132" y="1425292"/>
                </a:lnTo>
                <a:lnTo>
                  <a:pt x="298571" y="1467479"/>
                </a:lnTo>
                <a:lnTo>
                  <a:pt x="306010" y="1509655"/>
                </a:lnTo>
                <a:lnTo>
                  <a:pt x="313449" y="1551832"/>
                </a:lnTo>
                <a:lnTo>
                  <a:pt x="320888" y="1594009"/>
                </a:lnTo>
                <a:lnTo>
                  <a:pt x="328317" y="1636185"/>
                </a:lnTo>
                <a:lnTo>
                  <a:pt x="335756" y="1678362"/>
                </a:lnTo>
                <a:lnTo>
                  <a:pt x="343195" y="1720548"/>
                </a:lnTo>
                <a:lnTo>
                  <a:pt x="350634" y="1762725"/>
                </a:lnTo>
                <a:lnTo>
                  <a:pt x="357930" y="1804921"/>
                </a:lnTo>
                <a:lnTo>
                  <a:pt x="364960" y="1847174"/>
                </a:lnTo>
                <a:lnTo>
                  <a:pt x="371846" y="1889446"/>
                </a:lnTo>
                <a:lnTo>
                  <a:pt x="378619" y="1931737"/>
                </a:lnTo>
                <a:lnTo>
                  <a:pt x="385391" y="1974028"/>
                </a:lnTo>
                <a:lnTo>
                  <a:pt x="392163" y="2016319"/>
                </a:lnTo>
                <a:lnTo>
                  <a:pt x="398936" y="2058610"/>
                </a:lnTo>
                <a:lnTo>
                  <a:pt x="405698" y="2100901"/>
                </a:lnTo>
                <a:lnTo>
                  <a:pt x="412471" y="2143192"/>
                </a:lnTo>
                <a:lnTo>
                  <a:pt x="419243" y="2185483"/>
                </a:lnTo>
                <a:lnTo>
                  <a:pt x="426015" y="2227764"/>
                </a:lnTo>
                <a:lnTo>
                  <a:pt x="432787" y="2270055"/>
                </a:lnTo>
                <a:lnTo>
                  <a:pt x="439560" y="2312346"/>
                </a:lnTo>
                <a:lnTo>
                  <a:pt x="446332" y="2354637"/>
                </a:lnTo>
                <a:lnTo>
                  <a:pt x="453104" y="2396928"/>
                </a:lnTo>
                <a:lnTo>
                  <a:pt x="459877" y="2439219"/>
                </a:lnTo>
                <a:lnTo>
                  <a:pt x="466649" y="2481510"/>
                </a:lnTo>
                <a:lnTo>
                  <a:pt x="473412" y="2523801"/>
                </a:lnTo>
                <a:lnTo>
                  <a:pt x="480184" y="2566092"/>
                </a:lnTo>
                <a:lnTo>
                  <a:pt x="486956" y="2608383"/>
                </a:lnTo>
                <a:lnTo>
                  <a:pt x="493728" y="2650674"/>
                </a:lnTo>
                <a:lnTo>
                  <a:pt x="500501" y="2692965"/>
                </a:lnTo>
                <a:lnTo>
                  <a:pt x="507101" y="2735285"/>
                </a:lnTo>
                <a:lnTo>
                  <a:pt x="513655" y="2777604"/>
                </a:lnTo>
                <a:lnTo>
                  <a:pt x="520151" y="2819933"/>
                </a:lnTo>
                <a:lnTo>
                  <a:pt x="526656" y="2862272"/>
                </a:lnTo>
                <a:lnTo>
                  <a:pt x="533152" y="2904601"/>
                </a:lnTo>
                <a:lnTo>
                  <a:pt x="539648" y="2946940"/>
                </a:lnTo>
                <a:lnTo>
                  <a:pt x="503596" y="2952750"/>
                </a:lnTo>
                <a:lnTo>
                  <a:pt x="460762" y="2952750"/>
                </a:lnTo>
                <a:lnTo>
                  <a:pt x="417938" y="2952750"/>
                </a:lnTo>
                <a:lnTo>
                  <a:pt x="375104" y="2952750"/>
                </a:lnTo>
                <a:lnTo>
                  <a:pt x="332280" y="2952750"/>
                </a:lnTo>
                <a:lnTo>
                  <a:pt x="289446" y="2952750"/>
                </a:lnTo>
                <a:lnTo>
                  <a:pt x="246621" y="2952750"/>
                </a:lnTo>
                <a:lnTo>
                  <a:pt x="225571" y="2962113"/>
                </a:lnTo>
                <a:lnTo>
                  <a:pt x="255032" y="2993193"/>
                </a:lnTo>
                <a:lnTo>
                  <a:pt x="284502" y="3024283"/>
                </a:lnTo>
                <a:lnTo>
                  <a:pt x="313963" y="3055363"/>
                </a:lnTo>
                <a:lnTo>
                  <a:pt x="343424" y="3086443"/>
                </a:lnTo>
                <a:lnTo>
                  <a:pt x="372894" y="3117533"/>
                </a:lnTo>
                <a:lnTo>
                  <a:pt x="402355" y="3148613"/>
                </a:lnTo>
                <a:lnTo>
                  <a:pt x="431825" y="3179702"/>
                </a:lnTo>
                <a:lnTo>
                  <a:pt x="461286" y="3210782"/>
                </a:lnTo>
                <a:lnTo>
                  <a:pt x="490747" y="3241862"/>
                </a:lnTo>
                <a:lnTo>
                  <a:pt x="520217" y="3272952"/>
                </a:lnTo>
                <a:lnTo>
                  <a:pt x="549678" y="3304032"/>
                </a:lnTo>
                <a:lnTo>
                  <a:pt x="579139" y="3335112"/>
                </a:lnTo>
                <a:lnTo>
                  <a:pt x="608609" y="3366202"/>
                </a:lnTo>
                <a:lnTo>
                  <a:pt x="638070" y="3397282"/>
                </a:lnTo>
                <a:lnTo>
                  <a:pt x="667541" y="3428362"/>
                </a:lnTo>
                <a:lnTo>
                  <a:pt x="697001" y="3459451"/>
                </a:lnTo>
                <a:lnTo>
                  <a:pt x="726462" y="3490532"/>
                </a:lnTo>
                <a:lnTo>
                  <a:pt x="755933" y="3521612"/>
                </a:lnTo>
                <a:lnTo>
                  <a:pt x="785393" y="3552701"/>
                </a:lnTo>
                <a:lnTo>
                  <a:pt x="814854" y="3583781"/>
                </a:lnTo>
                <a:lnTo>
                  <a:pt x="844325" y="3614861"/>
                </a:lnTo>
                <a:lnTo>
                  <a:pt x="873785" y="3631149"/>
                </a:lnTo>
                <a:lnTo>
                  <a:pt x="903256" y="3600069"/>
                </a:lnTo>
                <a:lnTo>
                  <a:pt x="932717" y="3568989"/>
                </a:lnTo>
                <a:lnTo>
                  <a:pt x="962177" y="3537899"/>
                </a:lnTo>
                <a:lnTo>
                  <a:pt x="991648" y="3506819"/>
                </a:lnTo>
                <a:lnTo>
                  <a:pt x="1021109" y="3475739"/>
                </a:lnTo>
                <a:lnTo>
                  <a:pt x="1050579" y="3444650"/>
                </a:lnTo>
                <a:lnTo>
                  <a:pt x="1080040" y="3413570"/>
                </a:lnTo>
                <a:lnTo>
                  <a:pt x="1109501" y="3382480"/>
                </a:lnTo>
                <a:lnTo>
                  <a:pt x="1138971" y="3351400"/>
                </a:lnTo>
                <a:lnTo>
                  <a:pt x="1168432" y="3320320"/>
                </a:lnTo>
                <a:lnTo>
                  <a:pt x="1197893" y="3289230"/>
                </a:lnTo>
                <a:lnTo>
                  <a:pt x="1227363" y="3258150"/>
                </a:lnTo>
                <a:lnTo>
                  <a:pt x="1256824" y="3227070"/>
                </a:lnTo>
                <a:lnTo>
                  <a:pt x="1286294" y="3195980"/>
                </a:lnTo>
                <a:lnTo>
                  <a:pt x="1315755" y="3164900"/>
                </a:lnTo>
                <a:lnTo>
                  <a:pt x="1345216" y="3133820"/>
                </a:lnTo>
                <a:lnTo>
                  <a:pt x="1374686" y="3102731"/>
                </a:lnTo>
                <a:lnTo>
                  <a:pt x="1404147" y="3071651"/>
                </a:lnTo>
                <a:lnTo>
                  <a:pt x="1433608" y="3040571"/>
                </a:lnTo>
                <a:lnTo>
                  <a:pt x="1463078" y="3009481"/>
                </a:lnTo>
                <a:lnTo>
                  <a:pt x="1492539" y="2978401"/>
                </a:lnTo>
                <a:lnTo>
                  <a:pt x="1509370" y="2952750"/>
                </a:lnTo>
                <a:lnTo>
                  <a:pt x="1466545" y="2952750"/>
                </a:lnTo>
                <a:lnTo>
                  <a:pt x="1423711" y="2952750"/>
                </a:lnTo>
                <a:lnTo>
                  <a:pt x="1380887" y="2952750"/>
                </a:lnTo>
                <a:lnTo>
                  <a:pt x="1338053" y="2952750"/>
                </a:lnTo>
                <a:lnTo>
                  <a:pt x="1295229" y="2952750"/>
                </a:lnTo>
                <a:lnTo>
                  <a:pt x="1252395" y="2952750"/>
                </a:lnTo>
                <a:lnTo>
                  <a:pt x="1209570" y="2952750"/>
                </a:lnTo>
                <a:lnTo>
                  <a:pt x="1196988" y="2926785"/>
                </a:lnTo>
                <a:lnTo>
                  <a:pt x="1203493" y="2884456"/>
                </a:lnTo>
                <a:lnTo>
                  <a:pt x="1209989" y="2842117"/>
                </a:lnTo>
                <a:lnTo>
                  <a:pt x="1216485" y="2799788"/>
                </a:lnTo>
                <a:lnTo>
                  <a:pt x="1223010" y="2757459"/>
                </a:lnTo>
                <a:lnTo>
                  <a:pt x="1229573" y="2715130"/>
                </a:lnTo>
                <a:lnTo>
                  <a:pt x="1236269" y="2672829"/>
                </a:lnTo>
                <a:lnTo>
                  <a:pt x="1243041" y="2630538"/>
                </a:lnTo>
                <a:lnTo>
                  <a:pt x="1249813" y="2588247"/>
                </a:lnTo>
                <a:lnTo>
                  <a:pt x="1256586" y="2545956"/>
                </a:lnTo>
                <a:lnTo>
                  <a:pt x="1263358" y="2503675"/>
                </a:lnTo>
                <a:lnTo>
                  <a:pt x="1270130" y="2461384"/>
                </a:lnTo>
                <a:lnTo>
                  <a:pt x="1276902" y="2419093"/>
                </a:lnTo>
                <a:lnTo>
                  <a:pt x="1283675" y="2376802"/>
                </a:lnTo>
                <a:lnTo>
                  <a:pt x="1290447" y="2334511"/>
                </a:lnTo>
                <a:lnTo>
                  <a:pt x="1297210" y="2292220"/>
                </a:lnTo>
                <a:lnTo>
                  <a:pt x="1303982" y="2249929"/>
                </a:lnTo>
                <a:lnTo>
                  <a:pt x="1310754" y="2207638"/>
                </a:lnTo>
                <a:lnTo>
                  <a:pt x="1317527" y="2165347"/>
                </a:lnTo>
                <a:lnTo>
                  <a:pt x="1324299" y="2123056"/>
                </a:lnTo>
                <a:lnTo>
                  <a:pt x="1331071" y="2080765"/>
                </a:lnTo>
                <a:lnTo>
                  <a:pt x="1337843" y="2038474"/>
                </a:lnTo>
                <a:lnTo>
                  <a:pt x="1344616" y="1996183"/>
                </a:lnTo>
                <a:lnTo>
                  <a:pt x="1351388" y="1953892"/>
                </a:lnTo>
                <a:lnTo>
                  <a:pt x="1358160" y="1911601"/>
                </a:lnTo>
                <a:lnTo>
                  <a:pt x="1364923" y="1869310"/>
                </a:lnTo>
                <a:lnTo>
                  <a:pt x="1371933" y="1827066"/>
                </a:lnTo>
                <a:lnTo>
                  <a:pt x="1379020" y="1784823"/>
                </a:lnTo>
                <a:lnTo>
                  <a:pt x="1386459" y="1742646"/>
                </a:lnTo>
                <a:lnTo>
                  <a:pt x="1393898" y="1700470"/>
                </a:lnTo>
                <a:lnTo>
                  <a:pt x="1401328" y="1658293"/>
                </a:lnTo>
                <a:lnTo>
                  <a:pt x="1408767" y="1616107"/>
                </a:lnTo>
                <a:lnTo>
                  <a:pt x="1416206" y="1573930"/>
                </a:lnTo>
                <a:lnTo>
                  <a:pt x="1423645" y="1531753"/>
                </a:lnTo>
                <a:lnTo>
                  <a:pt x="1431084" y="1489577"/>
                </a:lnTo>
                <a:lnTo>
                  <a:pt x="1438523" y="1447400"/>
                </a:lnTo>
                <a:lnTo>
                  <a:pt x="1445962" y="1405214"/>
                </a:lnTo>
                <a:lnTo>
                  <a:pt x="1453401" y="1363037"/>
                </a:lnTo>
                <a:lnTo>
                  <a:pt x="1460830" y="1320860"/>
                </a:lnTo>
                <a:lnTo>
                  <a:pt x="1468269" y="1278684"/>
                </a:lnTo>
                <a:lnTo>
                  <a:pt x="1475708" y="1236507"/>
                </a:lnTo>
                <a:lnTo>
                  <a:pt x="1483147" y="1194330"/>
                </a:lnTo>
                <a:lnTo>
                  <a:pt x="1490586" y="1152144"/>
                </a:lnTo>
                <a:lnTo>
                  <a:pt x="1498025" y="1109967"/>
                </a:lnTo>
                <a:lnTo>
                  <a:pt x="1505464" y="1067791"/>
                </a:lnTo>
                <a:lnTo>
                  <a:pt x="1512903" y="1025614"/>
                </a:lnTo>
                <a:lnTo>
                  <a:pt x="1520333" y="983437"/>
                </a:lnTo>
                <a:lnTo>
                  <a:pt x="1527981" y="941299"/>
                </a:lnTo>
                <a:lnTo>
                  <a:pt x="1535982" y="899217"/>
                </a:lnTo>
                <a:lnTo>
                  <a:pt x="1544955" y="857355"/>
                </a:lnTo>
                <a:lnTo>
                  <a:pt x="1554671" y="815635"/>
                </a:lnTo>
                <a:lnTo>
                  <a:pt x="1564386" y="773925"/>
                </a:lnTo>
                <a:lnTo>
                  <a:pt x="1574102" y="732215"/>
                </a:lnTo>
                <a:lnTo>
                  <a:pt x="1583817" y="690496"/>
                </a:lnTo>
                <a:lnTo>
                  <a:pt x="1593533" y="648786"/>
                </a:lnTo>
                <a:lnTo>
                  <a:pt x="1603248" y="607076"/>
                </a:lnTo>
                <a:lnTo>
                  <a:pt x="1612964" y="565366"/>
                </a:lnTo>
                <a:lnTo>
                  <a:pt x="1622679" y="523646"/>
                </a:lnTo>
                <a:lnTo>
                  <a:pt x="1632395" y="481936"/>
                </a:lnTo>
                <a:lnTo>
                  <a:pt x="1642110" y="440226"/>
                </a:lnTo>
                <a:lnTo>
                  <a:pt x="1651825" y="398516"/>
                </a:lnTo>
                <a:lnTo>
                  <a:pt x="1661541" y="356797"/>
                </a:lnTo>
                <a:lnTo>
                  <a:pt x="1671257" y="315087"/>
                </a:lnTo>
                <a:lnTo>
                  <a:pt x="1680972" y="273377"/>
                </a:lnTo>
                <a:lnTo>
                  <a:pt x="1690688" y="231658"/>
                </a:lnTo>
                <a:lnTo>
                  <a:pt x="1700403" y="189948"/>
                </a:lnTo>
                <a:lnTo>
                  <a:pt x="1710119" y="148238"/>
                </a:lnTo>
                <a:lnTo>
                  <a:pt x="1719834" y="106528"/>
                </a:lnTo>
                <a:lnTo>
                  <a:pt x="1729550" y="64808"/>
                </a:lnTo>
                <a:lnTo>
                  <a:pt x="1733550" y="22441"/>
                </a:lnTo>
                <a:lnTo>
                  <a:pt x="1713167" y="0"/>
                </a:lnTo>
                <a:lnTo>
                  <a:pt x="1670333" y="0"/>
                </a:lnTo>
                <a:lnTo>
                  <a:pt x="1627508" y="0"/>
                </a:lnTo>
                <a:lnTo>
                  <a:pt x="1584674" y="0"/>
                </a:lnTo>
                <a:lnTo>
                  <a:pt x="1541850" y="0"/>
                </a:lnTo>
                <a:lnTo>
                  <a:pt x="1499016" y="0"/>
                </a:lnTo>
                <a:lnTo>
                  <a:pt x="1456192" y="0"/>
                </a:lnTo>
                <a:lnTo>
                  <a:pt x="1413358" y="0"/>
                </a:lnTo>
                <a:lnTo>
                  <a:pt x="1370533" y="0"/>
                </a:lnTo>
                <a:lnTo>
                  <a:pt x="1327699" y="0"/>
                </a:lnTo>
                <a:lnTo>
                  <a:pt x="1284875" y="0"/>
                </a:lnTo>
                <a:lnTo>
                  <a:pt x="1242041" y="0"/>
                </a:lnTo>
                <a:lnTo>
                  <a:pt x="1199217" y="0"/>
                </a:lnTo>
                <a:lnTo>
                  <a:pt x="1156383" y="0"/>
                </a:lnTo>
                <a:lnTo>
                  <a:pt x="1113558" y="0"/>
                </a:lnTo>
                <a:lnTo>
                  <a:pt x="1070724" y="0"/>
                </a:lnTo>
                <a:lnTo>
                  <a:pt x="1027900" y="0"/>
                </a:lnTo>
                <a:lnTo>
                  <a:pt x="985066" y="0"/>
                </a:lnTo>
                <a:lnTo>
                  <a:pt x="942242" y="0"/>
                </a:lnTo>
                <a:lnTo>
                  <a:pt x="899408" y="0"/>
                </a:lnTo>
                <a:lnTo>
                  <a:pt x="856583" y="0"/>
                </a:lnTo>
                <a:lnTo>
                  <a:pt x="813749" y="0"/>
                </a:lnTo>
                <a:lnTo>
                  <a:pt x="770925" y="0"/>
                </a:lnTo>
                <a:lnTo>
                  <a:pt x="728091" y="0"/>
                </a:lnTo>
                <a:lnTo>
                  <a:pt x="685267" y="0"/>
                </a:lnTo>
                <a:lnTo>
                  <a:pt x="642433" y="0"/>
                </a:lnTo>
                <a:lnTo>
                  <a:pt x="599608" y="0"/>
                </a:lnTo>
                <a:lnTo>
                  <a:pt x="556774" y="0"/>
                </a:lnTo>
                <a:lnTo>
                  <a:pt x="513950" y="0"/>
                </a:lnTo>
                <a:lnTo>
                  <a:pt x="471116" y="0"/>
                </a:lnTo>
                <a:lnTo>
                  <a:pt x="428292" y="0"/>
                </a:lnTo>
                <a:lnTo>
                  <a:pt x="385458" y="0"/>
                </a:lnTo>
                <a:lnTo>
                  <a:pt x="342633" y="0"/>
                </a:lnTo>
                <a:lnTo>
                  <a:pt x="299799" y="0"/>
                </a:lnTo>
                <a:lnTo>
                  <a:pt x="256975" y="0"/>
                </a:lnTo>
                <a:lnTo>
                  <a:pt x="214141" y="0"/>
                </a:lnTo>
                <a:lnTo>
                  <a:pt x="171317" y="0"/>
                </a:lnTo>
                <a:lnTo>
                  <a:pt x="128492" y="0"/>
                </a:lnTo>
                <a:lnTo>
                  <a:pt x="85658" y="0"/>
                </a:lnTo>
                <a:lnTo>
                  <a:pt x="42824" y="0"/>
                </a:lnTo>
                <a:lnTo>
                  <a:pt x="0" y="0"/>
                </a:lnTo>
                <a:close/>
              </a:path>
            </a:pathLst>
          </a:custGeom>
          <a:gradFill xmlns:a="http://schemas.openxmlformats.org/drawingml/2006/main">
            <a:gsLst>
              <a:gs pos="0">
                <a:srgbClr val="000000"/>
              </a:gs>
              <a:gs pos="42">
                <a:srgbClr val="B8D8F2">
                  <a:alpha val="16000"/>
                </a:srgbClr>
              </a:gs>
              <a:gs pos="76">
                <a:srgbClr val="8FC4EE">
                  <a:alpha val="32000"/>
                </a:srgbClr>
              </a:gs>
              <a:gs pos="100">
                <a:srgbClr val="72B3E8">
                  <a:alpha val="52000"/>
                </a:srgbClr>
              </a:gs>
            </a:gsLst>
            <a:lin ang="10800000"/>
          </a:gradFill>
          <a:ln xmlns:a="http://schemas.openxmlformats.org/drawingml/2006/main" w="9525">
            <a:noFill/>
            <a:prstDash val="solid"/>
          </a:ln>
        </p:spPr>
      </p:sp>
      <p:sp>
        <p:nvSpPr>
          <p:cNvPr id="54" name="phase-label-0">
            <a:extLst xmlns:a="http://schemas.openxmlformats.org/drawingml/2006/main">
              <a:ext uri="{FF2B5EF4-FFF2-40B4-BE49-F238E27FC236}">
                <a16:creationId xmlns:a16="http://schemas.microsoft.com/office/drawing/2014/main" id="{3CB8A4D2-890C-4ACE-931A-66610C5C4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1638300"/>
            <a:ext cx="228600" cy="17478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阶段一</a:t>
            </a:r>
          </a:p>
        </p:txBody>
      </p:sp>
      <p:sp>
        <p:nvSpPr>
          <p:cNvPr id="55" name="phase-label-1">
            <a:extLst xmlns:a="http://schemas.openxmlformats.org/drawingml/2006/main">
              <a:ext uri="{FF2B5EF4-FFF2-40B4-BE49-F238E27FC236}">
                <a16:creationId xmlns:a16="http://schemas.microsoft.com/office/drawing/2014/main" id="{B04AD6DC-096C-4DF5-90A5-F18520E40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3386138"/>
            <a:ext cx="228600" cy="9096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阶段二</a:t>
            </a:r>
          </a:p>
        </p:txBody>
      </p:sp>
      <p:sp>
        <p:nvSpPr>
          <p:cNvPr id="56" name="phase-label-2">
            <a:extLst xmlns:a="http://schemas.openxmlformats.org/drawingml/2006/main">
              <a:ext uri="{FF2B5EF4-FFF2-40B4-BE49-F238E27FC236}">
                <a16:creationId xmlns:a16="http://schemas.microsoft.com/office/drawing/2014/main" id="{2EB15032-3000-4FD2-ACF9-F5C1EAC84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4295775"/>
            <a:ext cx="228600" cy="1914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阶段三</a:t>
            </a:r>
          </a:p>
        </p:txBody>
      </p:sp>
      <p:sp>
        <p:nvSpPr>
          <p:cNvPr id="57" name="funnel-step-title-0">
            <a:extLst xmlns:a="http://schemas.openxmlformats.org/drawingml/2006/main">
              <a:ext uri="{FF2B5EF4-FFF2-40B4-BE49-F238E27FC236}">
                <a16:creationId xmlns:a16="http://schemas.microsoft.com/office/drawing/2014/main" id="{2F8D49C8-A02D-4F16-95AA-268AE36B7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423199" y="2793206"/>
            <a:ext cx="2392861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3600"/>
              </a:lnSpc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广泛触达</a:t>
            </a:r>
          </a:p>
        </p:txBody>
      </p:sp>
      <p:sp>
        <p:nvSpPr>
          <p:cNvPr id="58" name="funnel-step-title-1">
            <a:extLst xmlns:a="http://schemas.openxmlformats.org/drawingml/2006/main">
              <a:ext uri="{FF2B5EF4-FFF2-40B4-BE49-F238E27FC236}">
                <a16:creationId xmlns:a16="http://schemas.microsoft.com/office/drawing/2014/main" id="{BA9C3F80-47BB-43BA-9958-07F6B039B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25018" y="3702844"/>
            <a:ext cx="1789214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3600"/>
              </a:lnSpc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兴趣识别</a:t>
            </a:r>
          </a:p>
        </p:txBody>
      </p:sp>
      <p:sp>
        <p:nvSpPr>
          <p:cNvPr id="59" name="funnel-step-title-2">
            <a:extLst xmlns:a="http://schemas.openxmlformats.org/drawingml/2006/main">
              <a:ext uri="{FF2B5EF4-FFF2-40B4-BE49-F238E27FC236}">
                <a16:creationId xmlns:a16="http://schemas.microsoft.com/office/drawing/2014/main" id="{044E9675-BA0F-4A48-A5EC-E4823EBE1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99528" y="4612481"/>
            <a:ext cx="1240184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3600"/>
              </a:lnSpc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意向培育</a:t>
            </a:r>
          </a:p>
        </p:txBody>
      </p:sp>
      <p:sp>
        <p:nvSpPr>
          <p:cNvPr id="60" name="funnel-step-title-3">
            <a:extLst xmlns:a="http://schemas.openxmlformats.org/drawingml/2006/main">
              <a:ext uri="{FF2B5EF4-FFF2-40B4-BE49-F238E27FC236}">
                <a16:creationId xmlns:a16="http://schemas.microsoft.com/office/drawing/2014/main" id="{60E6DBFB-1288-484A-88B4-C53B80A59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200525" y="5522119"/>
            <a:ext cx="8382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行动转化</a:t>
            </a:r>
          </a:p>
        </p:txBody>
      </p:sp>
      <p:sp>
        <p:nvSpPr>
          <p:cNvPr id="61" name="input-core-0">
            <a:extLst xmlns:a="http://schemas.openxmlformats.org/drawingml/2006/main">
              <a:ext uri="{FF2B5EF4-FFF2-40B4-BE49-F238E27FC236}">
                <a16:creationId xmlns:a16="http://schemas.microsoft.com/office/drawing/2014/main" id="{F04DF017-553F-43C2-82FD-03CCD2A6D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62275" y="194310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23"/>
          <a:fontRef xmlns:a="http://schemas.openxmlformats.org/drawingml/2006/main" idx="major"/>
        </p:style>
      </p:sp>
      <p:pic>
        <p:nvPicPr>
          <p:cNvPr id="13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efc7c37aaf34f31">
            <a:extLst>
              <a:ext uri="{96DAC541-7B7A-43D3-8B79-37D633B846F1}">
                <asvg:svgBlip xmlns:asvg="http://schemas.microsoft.com/office/drawing/2016/SVG/main" r:embed="R1b8c1da6ef904899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3057525" y="2038350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63" name="input-core-1">
            <a:extLst xmlns:a="http://schemas.openxmlformats.org/drawingml/2006/main">
              <a:ext uri="{FF2B5EF4-FFF2-40B4-BE49-F238E27FC236}">
                <a16:creationId xmlns:a16="http://schemas.microsoft.com/office/drawing/2014/main" id="{71D5275C-975E-4BDC-A402-250F941F5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562350" y="1762125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23"/>
          <a:fontRef xmlns:a="http://schemas.openxmlformats.org/drawingml/2006/main" idx="major"/>
        </p:style>
      </p:sp>
      <p:pic>
        <p:nvPicPr>
          <p:cNvPr id="13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c4e557cdfd94315">
            <a:extLst>
              <a:ext uri="{96DAC541-7B7A-43D3-8B79-37D633B846F1}">
                <asvg:svgBlip xmlns:asvg="http://schemas.microsoft.com/office/drawing/2016/SVG/main" r:embed="R55007b4317ea495e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3657600" y="1857375"/>
            <a:ext cx="209550" cy="209550"/>
          </a:xfrm>
          <a:prstGeom xmlns:a="http://schemas.openxmlformats.org/drawingml/2006/main" prst="rect">
            <a:avLst/>
          </a:prstGeom>
        </p:spPr>
      </p:pic>
      <p:sp>
        <p:nvSpPr>
          <p:cNvPr id="65" name="input-core-2">
            <a:extLst xmlns:a="http://schemas.openxmlformats.org/drawingml/2006/main">
              <a:ext uri="{FF2B5EF4-FFF2-40B4-BE49-F238E27FC236}">
                <a16:creationId xmlns:a16="http://schemas.microsoft.com/office/drawing/2014/main" id="{43B9CB2E-D651-4CCC-9229-8FFBEFDD1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105275" y="162877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23"/>
          <a:fontRef xmlns:a="http://schemas.openxmlformats.org/drawingml/2006/main" idx="major"/>
        </p:style>
      </p:sp>
      <p:pic>
        <p:nvPicPr>
          <p:cNvPr id="13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2e7a06f42b7432b">
            <a:extLst>
              <a:ext uri="{96DAC541-7B7A-43D3-8B79-37D633B846F1}">
                <asvg:svgBlip xmlns:asvg="http://schemas.microsoft.com/office/drawing/2016/SVG/main" r:embed="R1e4ff097a0a347a8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4200525" y="1724025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67" name="input-core-3">
            <a:extLst xmlns:a="http://schemas.openxmlformats.org/drawingml/2006/main">
              <a:ext uri="{FF2B5EF4-FFF2-40B4-BE49-F238E27FC236}">
                <a16:creationId xmlns:a16="http://schemas.microsoft.com/office/drawing/2014/main" id="{D6274466-BD7F-4CBA-B3B5-57480D768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705350" y="1704975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23"/>
          <a:fontRef xmlns:a="http://schemas.openxmlformats.org/drawingml/2006/main" idx="major"/>
        </p:style>
      </p:sp>
      <p:pic>
        <p:nvPicPr>
          <p:cNvPr id="14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c5bb331b05145e7">
            <a:extLst>
              <a:ext uri="{96DAC541-7B7A-43D3-8B79-37D633B846F1}">
                <asvg:svgBlip xmlns:asvg="http://schemas.microsoft.com/office/drawing/2016/SVG/main" r:embed="Rc93cc7b02d0f4a39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4800600" y="1800225"/>
            <a:ext cx="209550" cy="209550"/>
          </a:xfrm>
          <a:prstGeom xmlns:a="http://schemas.openxmlformats.org/drawingml/2006/main" prst="rect">
            <a:avLst/>
          </a:prstGeom>
        </p:spPr>
      </p:pic>
      <p:sp>
        <p:nvSpPr>
          <p:cNvPr id="69" name="input-core-4">
            <a:extLst xmlns:a="http://schemas.openxmlformats.org/drawingml/2006/main">
              <a:ext uri="{FF2B5EF4-FFF2-40B4-BE49-F238E27FC236}">
                <a16:creationId xmlns:a16="http://schemas.microsoft.com/office/drawing/2014/main" id="{3A22A6E4-AF03-4844-A94C-29BCB396E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48275" y="18097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23"/>
          <a:fontRef xmlns:a="http://schemas.openxmlformats.org/drawingml/2006/main" idx="major"/>
        </p:style>
      </p:sp>
      <p:pic>
        <p:nvPicPr>
          <p:cNvPr id="14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8c9bf5f75f24ae9">
            <a:extLst>
              <a:ext uri="{96DAC541-7B7A-43D3-8B79-37D633B846F1}">
                <asvg:svgBlip xmlns:asvg="http://schemas.microsoft.com/office/drawing/2016/SVG/main" r:embed="R678e114d45494115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5343525" y="1905000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71" name="input-core-5">
            <a:extLst xmlns:a="http://schemas.openxmlformats.org/drawingml/2006/main">
              <a:ext uri="{FF2B5EF4-FFF2-40B4-BE49-F238E27FC236}">
                <a16:creationId xmlns:a16="http://schemas.microsoft.com/office/drawing/2014/main" id="{E3D2B7F5-EB86-48D6-9EE0-700AA6C7D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848350" y="1952625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23"/>
          <a:fontRef xmlns:a="http://schemas.openxmlformats.org/drawingml/2006/main" idx="major"/>
        </p:style>
      </p:sp>
      <p:pic>
        <p:nvPicPr>
          <p:cNvPr id="14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84e06de69fd4ea3">
            <a:extLst>
              <a:ext uri="{96DAC541-7B7A-43D3-8B79-37D633B846F1}">
                <asvg:svgBlip xmlns:asvg="http://schemas.microsoft.com/office/drawing/2016/SVG/main" r:embed="Rb5627bdb42ed4ee9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5943600" y="2047875"/>
            <a:ext cx="209550" cy="2095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046399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5" name="phase-band-0">
            <a:extLst xmlns:a="http://schemas.openxmlformats.org/drawingml/2006/main">
              <a:ext uri="{FF2B5EF4-FFF2-40B4-BE49-F238E27FC236}">
                <a16:creationId xmlns:a16="http://schemas.microsoft.com/office/drawing/2014/main" id="{FBF54023-C96B-4C9C-B04D-11844C432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1638300"/>
            <a:ext cx="11144250" cy="17478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phase-band-1">
            <a:extLst xmlns:a="http://schemas.openxmlformats.org/drawingml/2006/main">
              <a:ext uri="{FF2B5EF4-FFF2-40B4-BE49-F238E27FC236}">
                <a16:creationId xmlns:a16="http://schemas.microsoft.com/office/drawing/2014/main" id="{65724369-025D-4401-9098-39FF2F1E4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3386138"/>
            <a:ext cx="11144250" cy="9096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38100">
            <a:solidFill>
              <a:srgbClr val="FFFFFF"/>
            </a:solidFill>
            <a:prstDash val="solid"/>
          </a:ln>
        </p:spPr>
      </p:sp>
      <p:sp>
        <p:nvSpPr>
          <p:cNvPr id="3" name="phase-band-2">
            <a:extLst xmlns:a="http://schemas.openxmlformats.org/drawingml/2006/main">
              <a:ext uri="{FF2B5EF4-FFF2-40B4-BE49-F238E27FC236}">
                <a16:creationId xmlns:a16="http://schemas.microsoft.com/office/drawing/2014/main" id="{F1E162D4-BD1A-4320-93DB-75BC00BBD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4295775"/>
            <a:ext cx="11144250" cy="1914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38100">
            <a:solidFill>
              <a:srgbClr val="FFFFFF"/>
            </a:solidFill>
            <a:prstDash val="solid"/>
          </a:ln>
        </p:spPr>
      </p:sp>
      <p:sp>
        <p:nvSpPr>
          <p:cNvPr id="4" name="phase-rail-0">
            <a:extLst xmlns:a="http://schemas.openxmlformats.org/drawingml/2006/main">
              <a:ext uri="{FF2B5EF4-FFF2-40B4-BE49-F238E27FC236}">
                <a16:creationId xmlns:a16="http://schemas.microsoft.com/office/drawing/2014/main" id="{1AF816F2-82C4-4AE1-AAD6-E22A399D2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1638300"/>
            <a:ext cx="514350" cy="1747504"/>
          </a:xfrm>
          <a:custGeom xmlns:a="http://schemas.openxmlformats.org/drawingml/2006/main">
            <a:pathLst>
              <a:path w="514350" h="1747504">
                <a:moveTo>
                  <a:pt x="0" y="0"/>
                </a:moveTo>
                <a:lnTo>
                  <a:pt x="19002" y="0"/>
                </a:lnTo>
                <a:lnTo>
                  <a:pt x="37995" y="0"/>
                </a:lnTo>
                <a:lnTo>
                  <a:pt x="56998" y="0"/>
                </a:lnTo>
                <a:lnTo>
                  <a:pt x="75990" y="0"/>
                </a:lnTo>
                <a:lnTo>
                  <a:pt x="94993" y="0"/>
                </a:lnTo>
                <a:lnTo>
                  <a:pt x="113995" y="0"/>
                </a:lnTo>
                <a:lnTo>
                  <a:pt x="132988" y="0"/>
                </a:lnTo>
                <a:lnTo>
                  <a:pt x="151990" y="0"/>
                </a:lnTo>
                <a:lnTo>
                  <a:pt x="170983" y="0"/>
                </a:lnTo>
                <a:lnTo>
                  <a:pt x="189986" y="0"/>
                </a:lnTo>
                <a:lnTo>
                  <a:pt x="208988" y="0"/>
                </a:lnTo>
                <a:lnTo>
                  <a:pt x="227981" y="0"/>
                </a:lnTo>
                <a:lnTo>
                  <a:pt x="246983" y="0"/>
                </a:lnTo>
                <a:lnTo>
                  <a:pt x="265976" y="0"/>
                </a:lnTo>
                <a:lnTo>
                  <a:pt x="284978" y="0"/>
                </a:lnTo>
                <a:lnTo>
                  <a:pt x="303981" y="0"/>
                </a:lnTo>
                <a:lnTo>
                  <a:pt x="322974" y="0"/>
                </a:lnTo>
                <a:lnTo>
                  <a:pt x="341976" y="0"/>
                </a:lnTo>
                <a:lnTo>
                  <a:pt x="360969" y="0"/>
                </a:lnTo>
                <a:lnTo>
                  <a:pt x="379971" y="0"/>
                </a:lnTo>
                <a:lnTo>
                  <a:pt x="398974" y="0"/>
                </a:lnTo>
                <a:lnTo>
                  <a:pt x="417967" y="0"/>
                </a:lnTo>
                <a:lnTo>
                  <a:pt x="436969" y="0"/>
                </a:lnTo>
                <a:lnTo>
                  <a:pt x="455962" y="0"/>
                </a:lnTo>
                <a:lnTo>
                  <a:pt x="474964" y="0"/>
                </a:lnTo>
                <a:lnTo>
                  <a:pt x="493967" y="0"/>
                </a:lnTo>
                <a:lnTo>
                  <a:pt x="512959" y="0"/>
                </a:lnTo>
                <a:lnTo>
                  <a:pt x="514350" y="17612"/>
                </a:lnTo>
                <a:lnTo>
                  <a:pt x="514350" y="36605"/>
                </a:lnTo>
                <a:lnTo>
                  <a:pt x="514350" y="55607"/>
                </a:lnTo>
                <a:lnTo>
                  <a:pt x="514350" y="74609"/>
                </a:lnTo>
                <a:lnTo>
                  <a:pt x="514350" y="93602"/>
                </a:lnTo>
                <a:lnTo>
                  <a:pt x="514350" y="112605"/>
                </a:lnTo>
                <a:lnTo>
                  <a:pt x="514350" y="131597"/>
                </a:lnTo>
                <a:lnTo>
                  <a:pt x="514350" y="150600"/>
                </a:lnTo>
                <a:lnTo>
                  <a:pt x="514350" y="169602"/>
                </a:lnTo>
                <a:lnTo>
                  <a:pt x="514350" y="188595"/>
                </a:lnTo>
                <a:lnTo>
                  <a:pt x="514350" y="207597"/>
                </a:lnTo>
                <a:lnTo>
                  <a:pt x="514350" y="226590"/>
                </a:lnTo>
                <a:lnTo>
                  <a:pt x="514350" y="245593"/>
                </a:lnTo>
                <a:lnTo>
                  <a:pt x="514350" y="264595"/>
                </a:lnTo>
                <a:lnTo>
                  <a:pt x="514350" y="283588"/>
                </a:lnTo>
                <a:lnTo>
                  <a:pt x="514350" y="302590"/>
                </a:lnTo>
                <a:lnTo>
                  <a:pt x="514350" y="321583"/>
                </a:lnTo>
                <a:lnTo>
                  <a:pt x="514350" y="340585"/>
                </a:lnTo>
                <a:lnTo>
                  <a:pt x="514350" y="359588"/>
                </a:lnTo>
                <a:lnTo>
                  <a:pt x="514350" y="378581"/>
                </a:lnTo>
                <a:lnTo>
                  <a:pt x="514350" y="397583"/>
                </a:lnTo>
                <a:lnTo>
                  <a:pt x="514350" y="416576"/>
                </a:lnTo>
                <a:lnTo>
                  <a:pt x="514350" y="435578"/>
                </a:lnTo>
                <a:lnTo>
                  <a:pt x="514350" y="454581"/>
                </a:lnTo>
                <a:lnTo>
                  <a:pt x="514350" y="473573"/>
                </a:lnTo>
                <a:lnTo>
                  <a:pt x="514350" y="492576"/>
                </a:lnTo>
                <a:lnTo>
                  <a:pt x="514350" y="511569"/>
                </a:lnTo>
                <a:lnTo>
                  <a:pt x="514350" y="530571"/>
                </a:lnTo>
                <a:lnTo>
                  <a:pt x="514350" y="549564"/>
                </a:lnTo>
                <a:lnTo>
                  <a:pt x="514350" y="568566"/>
                </a:lnTo>
                <a:lnTo>
                  <a:pt x="514350" y="587569"/>
                </a:lnTo>
                <a:lnTo>
                  <a:pt x="514350" y="606562"/>
                </a:lnTo>
                <a:lnTo>
                  <a:pt x="514350" y="625564"/>
                </a:lnTo>
                <a:lnTo>
                  <a:pt x="514350" y="644557"/>
                </a:lnTo>
                <a:lnTo>
                  <a:pt x="514350" y="663559"/>
                </a:lnTo>
                <a:lnTo>
                  <a:pt x="514350" y="682562"/>
                </a:lnTo>
                <a:lnTo>
                  <a:pt x="514350" y="701554"/>
                </a:lnTo>
                <a:lnTo>
                  <a:pt x="514350" y="720557"/>
                </a:lnTo>
                <a:lnTo>
                  <a:pt x="514350" y="739550"/>
                </a:lnTo>
                <a:lnTo>
                  <a:pt x="514350" y="758552"/>
                </a:lnTo>
                <a:lnTo>
                  <a:pt x="514350" y="777554"/>
                </a:lnTo>
                <a:lnTo>
                  <a:pt x="514350" y="796547"/>
                </a:lnTo>
                <a:lnTo>
                  <a:pt x="514350" y="815550"/>
                </a:lnTo>
                <a:lnTo>
                  <a:pt x="514350" y="834542"/>
                </a:lnTo>
                <a:lnTo>
                  <a:pt x="514350" y="853545"/>
                </a:lnTo>
                <a:lnTo>
                  <a:pt x="514350" y="872547"/>
                </a:lnTo>
                <a:lnTo>
                  <a:pt x="514350" y="891540"/>
                </a:lnTo>
                <a:lnTo>
                  <a:pt x="514350" y="910542"/>
                </a:lnTo>
                <a:lnTo>
                  <a:pt x="514350" y="929535"/>
                </a:lnTo>
                <a:lnTo>
                  <a:pt x="514350" y="948538"/>
                </a:lnTo>
                <a:lnTo>
                  <a:pt x="514350" y="967540"/>
                </a:lnTo>
                <a:lnTo>
                  <a:pt x="514350" y="986533"/>
                </a:lnTo>
                <a:lnTo>
                  <a:pt x="514350" y="1005535"/>
                </a:lnTo>
                <a:lnTo>
                  <a:pt x="514350" y="1024528"/>
                </a:lnTo>
                <a:lnTo>
                  <a:pt x="514350" y="1043530"/>
                </a:lnTo>
                <a:lnTo>
                  <a:pt x="514350" y="1062533"/>
                </a:lnTo>
                <a:lnTo>
                  <a:pt x="514350" y="1081526"/>
                </a:lnTo>
                <a:lnTo>
                  <a:pt x="514350" y="1100528"/>
                </a:lnTo>
                <a:lnTo>
                  <a:pt x="514350" y="1119521"/>
                </a:lnTo>
                <a:lnTo>
                  <a:pt x="514350" y="1138523"/>
                </a:lnTo>
                <a:lnTo>
                  <a:pt x="514350" y="1157526"/>
                </a:lnTo>
                <a:lnTo>
                  <a:pt x="514350" y="1176518"/>
                </a:lnTo>
                <a:lnTo>
                  <a:pt x="514350" y="1195521"/>
                </a:lnTo>
                <a:lnTo>
                  <a:pt x="514350" y="1214514"/>
                </a:lnTo>
                <a:lnTo>
                  <a:pt x="514350" y="1233516"/>
                </a:lnTo>
                <a:lnTo>
                  <a:pt x="514350" y="1252518"/>
                </a:lnTo>
                <a:lnTo>
                  <a:pt x="514350" y="1271511"/>
                </a:lnTo>
                <a:lnTo>
                  <a:pt x="514350" y="1290514"/>
                </a:lnTo>
                <a:lnTo>
                  <a:pt x="514350" y="1309507"/>
                </a:lnTo>
                <a:lnTo>
                  <a:pt x="514350" y="1328509"/>
                </a:lnTo>
                <a:lnTo>
                  <a:pt x="514350" y="1347511"/>
                </a:lnTo>
                <a:lnTo>
                  <a:pt x="514350" y="1366504"/>
                </a:lnTo>
                <a:lnTo>
                  <a:pt x="514350" y="1385507"/>
                </a:lnTo>
                <a:lnTo>
                  <a:pt x="514350" y="1404499"/>
                </a:lnTo>
                <a:lnTo>
                  <a:pt x="514350" y="1423502"/>
                </a:lnTo>
                <a:lnTo>
                  <a:pt x="514350" y="1442504"/>
                </a:lnTo>
                <a:lnTo>
                  <a:pt x="514350" y="1461497"/>
                </a:lnTo>
                <a:lnTo>
                  <a:pt x="514350" y="1480499"/>
                </a:lnTo>
                <a:lnTo>
                  <a:pt x="514350" y="1499492"/>
                </a:lnTo>
                <a:lnTo>
                  <a:pt x="514350" y="1518495"/>
                </a:lnTo>
                <a:lnTo>
                  <a:pt x="514350" y="1537497"/>
                </a:lnTo>
                <a:lnTo>
                  <a:pt x="514350" y="1556490"/>
                </a:lnTo>
                <a:lnTo>
                  <a:pt x="514350" y="1575492"/>
                </a:lnTo>
                <a:lnTo>
                  <a:pt x="514350" y="1594485"/>
                </a:lnTo>
                <a:lnTo>
                  <a:pt x="506901" y="1609106"/>
                </a:lnTo>
                <a:lnTo>
                  <a:pt x="490290" y="1618326"/>
                </a:lnTo>
                <a:lnTo>
                  <a:pt x="473678" y="1627556"/>
                </a:lnTo>
                <a:lnTo>
                  <a:pt x="457076" y="1636786"/>
                </a:lnTo>
                <a:lnTo>
                  <a:pt x="440465" y="1646006"/>
                </a:lnTo>
                <a:lnTo>
                  <a:pt x="423863" y="1655235"/>
                </a:lnTo>
                <a:lnTo>
                  <a:pt x="407251" y="1664465"/>
                </a:lnTo>
                <a:lnTo>
                  <a:pt x="390639" y="1673685"/>
                </a:lnTo>
                <a:lnTo>
                  <a:pt x="374037" y="1682915"/>
                </a:lnTo>
                <a:lnTo>
                  <a:pt x="357426" y="1692145"/>
                </a:lnTo>
                <a:lnTo>
                  <a:pt x="340824" y="1701365"/>
                </a:lnTo>
                <a:lnTo>
                  <a:pt x="324212" y="1710595"/>
                </a:lnTo>
                <a:lnTo>
                  <a:pt x="307610" y="1719824"/>
                </a:lnTo>
                <a:lnTo>
                  <a:pt x="290998" y="1729045"/>
                </a:lnTo>
                <a:lnTo>
                  <a:pt x="274387" y="1738274"/>
                </a:lnTo>
                <a:lnTo>
                  <a:pt x="257785" y="1747504"/>
                </a:lnTo>
                <a:lnTo>
                  <a:pt x="241173" y="1738951"/>
                </a:lnTo>
                <a:lnTo>
                  <a:pt x="224571" y="1729721"/>
                </a:lnTo>
                <a:lnTo>
                  <a:pt x="207959" y="1720491"/>
                </a:lnTo>
                <a:lnTo>
                  <a:pt x="191348" y="1711271"/>
                </a:lnTo>
                <a:lnTo>
                  <a:pt x="174746" y="1702041"/>
                </a:lnTo>
                <a:lnTo>
                  <a:pt x="158134" y="1692812"/>
                </a:lnTo>
                <a:lnTo>
                  <a:pt x="141532" y="1683591"/>
                </a:lnTo>
                <a:lnTo>
                  <a:pt x="124920" y="1674362"/>
                </a:lnTo>
                <a:lnTo>
                  <a:pt x="108309" y="1665132"/>
                </a:lnTo>
                <a:lnTo>
                  <a:pt x="91707" y="1655912"/>
                </a:lnTo>
                <a:lnTo>
                  <a:pt x="75095" y="1646682"/>
                </a:lnTo>
                <a:lnTo>
                  <a:pt x="58493" y="1637452"/>
                </a:lnTo>
                <a:lnTo>
                  <a:pt x="41881" y="1628232"/>
                </a:lnTo>
                <a:lnTo>
                  <a:pt x="25270" y="1619002"/>
                </a:lnTo>
                <a:lnTo>
                  <a:pt x="8668" y="1609773"/>
                </a:lnTo>
                <a:lnTo>
                  <a:pt x="0" y="1595876"/>
                </a:lnTo>
                <a:lnTo>
                  <a:pt x="0" y="1576883"/>
                </a:lnTo>
                <a:lnTo>
                  <a:pt x="0" y="1557880"/>
                </a:lnTo>
                <a:lnTo>
                  <a:pt x="0" y="1538878"/>
                </a:lnTo>
                <a:lnTo>
                  <a:pt x="0" y="1519885"/>
                </a:lnTo>
                <a:lnTo>
                  <a:pt x="0" y="1500883"/>
                </a:lnTo>
                <a:lnTo>
                  <a:pt x="0" y="1481890"/>
                </a:lnTo>
                <a:lnTo>
                  <a:pt x="0" y="1462888"/>
                </a:lnTo>
                <a:lnTo>
                  <a:pt x="0" y="1443885"/>
                </a:lnTo>
                <a:lnTo>
                  <a:pt x="0" y="1424892"/>
                </a:lnTo>
                <a:lnTo>
                  <a:pt x="0" y="1405890"/>
                </a:lnTo>
                <a:lnTo>
                  <a:pt x="0" y="1386897"/>
                </a:lnTo>
                <a:lnTo>
                  <a:pt x="0" y="1367895"/>
                </a:lnTo>
                <a:lnTo>
                  <a:pt x="0" y="1348892"/>
                </a:lnTo>
                <a:lnTo>
                  <a:pt x="0" y="1329900"/>
                </a:lnTo>
                <a:lnTo>
                  <a:pt x="0" y="1310897"/>
                </a:lnTo>
                <a:lnTo>
                  <a:pt x="0" y="1291904"/>
                </a:lnTo>
                <a:lnTo>
                  <a:pt x="0" y="1272902"/>
                </a:lnTo>
                <a:lnTo>
                  <a:pt x="0" y="1253900"/>
                </a:lnTo>
                <a:lnTo>
                  <a:pt x="0" y="1234907"/>
                </a:lnTo>
                <a:lnTo>
                  <a:pt x="0" y="1215904"/>
                </a:lnTo>
                <a:lnTo>
                  <a:pt x="0" y="1196912"/>
                </a:lnTo>
                <a:lnTo>
                  <a:pt x="0" y="1177909"/>
                </a:lnTo>
                <a:lnTo>
                  <a:pt x="0" y="1158907"/>
                </a:lnTo>
                <a:lnTo>
                  <a:pt x="0" y="1139914"/>
                </a:lnTo>
                <a:lnTo>
                  <a:pt x="0" y="1120912"/>
                </a:lnTo>
                <a:lnTo>
                  <a:pt x="0" y="1101919"/>
                </a:lnTo>
                <a:lnTo>
                  <a:pt x="0" y="1082916"/>
                </a:lnTo>
                <a:lnTo>
                  <a:pt x="0" y="1063923"/>
                </a:lnTo>
                <a:lnTo>
                  <a:pt x="0" y="1044921"/>
                </a:lnTo>
                <a:lnTo>
                  <a:pt x="0" y="1025919"/>
                </a:lnTo>
                <a:lnTo>
                  <a:pt x="0" y="1006926"/>
                </a:lnTo>
                <a:lnTo>
                  <a:pt x="0" y="987923"/>
                </a:lnTo>
                <a:lnTo>
                  <a:pt x="0" y="968931"/>
                </a:lnTo>
                <a:lnTo>
                  <a:pt x="0" y="949928"/>
                </a:lnTo>
                <a:lnTo>
                  <a:pt x="0" y="930926"/>
                </a:lnTo>
                <a:lnTo>
                  <a:pt x="0" y="911933"/>
                </a:lnTo>
                <a:lnTo>
                  <a:pt x="0" y="892931"/>
                </a:lnTo>
                <a:lnTo>
                  <a:pt x="0" y="873938"/>
                </a:lnTo>
                <a:lnTo>
                  <a:pt x="0" y="854935"/>
                </a:lnTo>
                <a:lnTo>
                  <a:pt x="0" y="835933"/>
                </a:lnTo>
                <a:lnTo>
                  <a:pt x="0" y="816940"/>
                </a:lnTo>
                <a:lnTo>
                  <a:pt x="0" y="797938"/>
                </a:lnTo>
                <a:lnTo>
                  <a:pt x="0" y="778945"/>
                </a:lnTo>
                <a:lnTo>
                  <a:pt x="0" y="759943"/>
                </a:lnTo>
                <a:lnTo>
                  <a:pt x="0" y="740940"/>
                </a:lnTo>
                <a:lnTo>
                  <a:pt x="0" y="721947"/>
                </a:lnTo>
                <a:lnTo>
                  <a:pt x="0" y="702945"/>
                </a:lnTo>
                <a:lnTo>
                  <a:pt x="0" y="683952"/>
                </a:lnTo>
                <a:lnTo>
                  <a:pt x="0" y="664950"/>
                </a:lnTo>
                <a:lnTo>
                  <a:pt x="0" y="645947"/>
                </a:lnTo>
                <a:lnTo>
                  <a:pt x="0" y="626955"/>
                </a:lnTo>
                <a:lnTo>
                  <a:pt x="0" y="607952"/>
                </a:lnTo>
                <a:lnTo>
                  <a:pt x="0" y="588959"/>
                </a:lnTo>
                <a:lnTo>
                  <a:pt x="0" y="569957"/>
                </a:lnTo>
                <a:lnTo>
                  <a:pt x="0" y="550955"/>
                </a:lnTo>
                <a:lnTo>
                  <a:pt x="0" y="531962"/>
                </a:lnTo>
                <a:lnTo>
                  <a:pt x="0" y="512959"/>
                </a:lnTo>
                <a:lnTo>
                  <a:pt x="0" y="493967"/>
                </a:lnTo>
                <a:lnTo>
                  <a:pt x="0" y="474964"/>
                </a:lnTo>
                <a:lnTo>
                  <a:pt x="0" y="455962"/>
                </a:lnTo>
                <a:lnTo>
                  <a:pt x="0" y="436969"/>
                </a:lnTo>
                <a:lnTo>
                  <a:pt x="0" y="417967"/>
                </a:lnTo>
                <a:lnTo>
                  <a:pt x="0" y="398974"/>
                </a:lnTo>
                <a:lnTo>
                  <a:pt x="0" y="379971"/>
                </a:lnTo>
                <a:lnTo>
                  <a:pt x="0" y="360969"/>
                </a:lnTo>
                <a:lnTo>
                  <a:pt x="0" y="341976"/>
                </a:lnTo>
                <a:lnTo>
                  <a:pt x="0" y="322974"/>
                </a:lnTo>
                <a:lnTo>
                  <a:pt x="0" y="303981"/>
                </a:lnTo>
                <a:lnTo>
                  <a:pt x="0" y="284978"/>
                </a:lnTo>
                <a:lnTo>
                  <a:pt x="0" y="265976"/>
                </a:lnTo>
                <a:lnTo>
                  <a:pt x="0" y="246983"/>
                </a:lnTo>
                <a:lnTo>
                  <a:pt x="0" y="227981"/>
                </a:lnTo>
                <a:lnTo>
                  <a:pt x="0" y="208988"/>
                </a:lnTo>
                <a:lnTo>
                  <a:pt x="0" y="189986"/>
                </a:lnTo>
                <a:lnTo>
                  <a:pt x="0" y="170983"/>
                </a:lnTo>
                <a:lnTo>
                  <a:pt x="0" y="151990"/>
                </a:lnTo>
                <a:lnTo>
                  <a:pt x="0" y="132988"/>
                </a:lnTo>
                <a:lnTo>
                  <a:pt x="0" y="113995"/>
                </a:lnTo>
                <a:lnTo>
                  <a:pt x="0" y="94993"/>
                </a:lnTo>
                <a:lnTo>
                  <a:pt x="0" y="75990"/>
                </a:lnTo>
                <a:lnTo>
                  <a:pt x="0" y="56998"/>
                </a:lnTo>
                <a:lnTo>
                  <a:pt x="0" y="37995"/>
                </a:lnTo>
                <a:lnTo>
                  <a:pt x="0" y="19002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5" name="phase-title-0">
            <a:extLst xmlns:a="http://schemas.openxmlformats.org/drawingml/2006/main">
              <a:ext uri="{FF2B5EF4-FFF2-40B4-BE49-F238E27FC236}">
                <a16:creationId xmlns:a16="http://schemas.microsoft.com/office/drawing/2014/main" id="{55D8EB53-5051-4AF3-9ABE-0065C6374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2041474"/>
            <a:ext cx="1428750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精准触达</a:t>
            </a:r>
          </a:p>
        </p:txBody>
      </p:sp>
      <p:sp>
        <p:nvSpPr>
          <p:cNvPr id="6" name="phase-body-0">
            <a:extLst xmlns:a="http://schemas.openxmlformats.org/drawingml/2006/main">
              <a:ext uri="{FF2B5EF4-FFF2-40B4-BE49-F238E27FC236}">
                <a16:creationId xmlns:a16="http://schemas.microsoft.com/office/drawing/2014/main" id="{49EFDF16-4EC0-407A-A3D8-118624890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2395690"/>
            <a:ext cx="1428750" cy="587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让目标对象进</a:t>
            </a:r>
          </a:p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入体系</a:t>
            </a:r>
          </a:p>
        </p:txBody>
      </p:sp>
      <p:sp>
        <p:nvSpPr>
          <p:cNvPr id="7" name="action-icon-shell-0-0">
            <a:extLst xmlns:a="http://schemas.openxmlformats.org/drawingml/2006/main">
              <a:ext uri="{FF2B5EF4-FFF2-40B4-BE49-F238E27FC236}">
                <a16:creationId xmlns:a16="http://schemas.microsoft.com/office/drawing/2014/main" id="{495903DD-2DB9-468A-87D8-72CDBB04D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2035969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8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2fd4738f5fd4cc6">
            <a:extLst>
              <a:ext uri="{96DAC541-7B7A-43D3-8B79-37D633B846F1}">
                <asvg:svgBlip xmlns:asvg="http://schemas.microsoft.com/office/drawing/2016/SVG/main" r:embed="Reaf0bc15c0ac4ab8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2112169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9" name="action-title-0-0">
            <a:extLst xmlns:a="http://schemas.openxmlformats.org/drawingml/2006/main">
              <a:ext uri="{FF2B5EF4-FFF2-40B4-BE49-F238E27FC236}">
                <a16:creationId xmlns:a16="http://schemas.microsoft.com/office/drawing/2014/main" id="{AF69C08E-0534-4425-A94F-19FE05A84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1974952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标签体系</a:t>
            </a:r>
          </a:p>
        </p:txBody>
      </p:sp>
      <p:sp>
        <p:nvSpPr>
          <p:cNvPr id="10" name="action-body-0-0">
            <a:extLst xmlns:a="http://schemas.openxmlformats.org/drawingml/2006/main">
              <a:ext uri="{FF2B5EF4-FFF2-40B4-BE49-F238E27FC236}">
                <a16:creationId xmlns:a16="http://schemas.microsoft.com/office/drawing/2014/main" id="{E4C31093-DD6D-463D-85A2-BCE23A2EC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203552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形成可识别对象</a:t>
            </a:r>
          </a:p>
        </p:txBody>
      </p:sp>
      <p:sp>
        <p:nvSpPr>
          <p:cNvPr id="11" name="action-icon-shell-0-1">
            <a:extLst xmlns:a="http://schemas.openxmlformats.org/drawingml/2006/main">
              <a:ext uri="{FF2B5EF4-FFF2-40B4-BE49-F238E27FC236}">
                <a16:creationId xmlns:a16="http://schemas.microsoft.com/office/drawing/2014/main" id="{0FA81BB2-DA8C-4B97-B04C-DE91775EC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2035969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8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6f7046c0abf47ee">
            <a:extLst>
              <a:ext uri="{96DAC541-7B7A-43D3-8B79-37D633B846F1}">
                <asvg:svgBlip xmlns:asvg="http://schemas.microsoft.com/office/drawing/2016/SVG/main" r:embed="R689354f30f5c4e88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2112169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13" name="action-title-0-1">
            <a:extLst xmlns:a="http://schemas.openxmlformats.org/drawingml/2006/main">
              <a:ext uri="{FF2B5EF4-FFF2-40B4-BE49-F238E27FC236}">
                <a16:creationId xmlns:a16="http://schemas.microsoft.com/office/drawing/2014/main" id="{1BAE1321-6BFC-4368-B446-1ED83523D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1974952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渠道连接</a:t>
            </a:r>
          </a:p>
        </p:txBody>
      </p:sp>
      <p:sp>
        <p:nvSpPr>
          <p:cNvPr id="14" name="action-body-0-1">
            <a:extLst xmlns:a="http://schemas.openxmlformats.org/drawingml/2006/main">
              <a:ext uri="{FF2B5EF4-FFF2-40B4-BE49-F238E27FC236}">
                <a16:creationId xmlns:a16="http://schemas.microsoft.com/office/drawing/2014/main" id="{DB8DD837-8072-43AC-AB76-42B52C432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203552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连接主要触点</a:t>
            </a:r>
          </a:p>
        </p:txBody>
      </p:sp>
      <p:sp>
        <p:nvSpPr>
          <p:cNvPr id="15" name="action-icon-shell-0-2">
            <a:extLst xmlns:a="http://schemas.openxmlformats.org/drawingml/2006/main">
              <a:ext uri="{FF2B5EF4-FFF2-40B4-BE49-F238E27FC236}">
                <a16:creationId xmlns:a16="http://schemas.microsoft.com/office/drawing/2014/main" id="{8F31BD63-69E5-4D88-AF51-CB16219EF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2645569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9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31e3580147e467a">
            <a:extLst>
              <a:ext uri="{96DAC541-7B7A-43D3-8B79-37D633B846F1}">
                <asvg:svgBlip xmlns:asvg="http://schemas.microsoft.com/office/drawing/2016/SVG/main" r:embed="R22115109ec90445e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2721769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17" name="action-title-0-2">
            <a:extLst xmlns:a="http://schemas.openxmlformats.org/drawingml/2006/main">
              <a:ext uri="{FF2B5EF4-FFF2-40B4-BE49-F238E27FC236}">
                <a16:creationId xmlns:a16="http://schemas.microsoft.com/office/drawing/2014/main" id="{CFC7C84A-5C68-41B7-960F-B4747EC5D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584552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内容优化</a:t>
            </a:r>
          </a:p>
        </p:txBody>
      </p:sp>
      <p:sp>
        <p:nvSpPr>
          <p:cNvPr id="18" name="action-body-0-2">
            <a:extLst xmlns:a="http://schemas.openxmlformats.org/drawingml/2006/main">
              <a:ext uri="{FF2B5EF4-FFF2-40B4-BE49-F238E27FC236}">
                <a16:creationId xmlns:a16="http://schemas.microsoft.com/office/drawing/2014/main" id="{B9BED4EE-42D6-46EA-8768-8BA6B9BB7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813152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提高触达质量</a:t>
            </a:r>
          </a:p>
        </p:txBody>
      </p:sp>
      <p:sp>
        <p:nvSpPr>
          <p:cNvPr id="19" name="action-icon-shell-0-3">
            <a:extLst xmlns:a="http://schemas.openxmlformats.org/drawingml/2006/main">
              <a:ext uri="{FF2B5EF4-FFF2-40B4-BE49-F238E27FC236}">
                <a16:creationId xmlns:a16="http://schemas.microsoft.com/office/drawing/2014/main" id="{CA715E62-3371-4CBB-BFF5-87C98E770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2645569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9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9139e078ae244c6">
            <a:extLst>
              <a:ext uri="{96DAC541-7B7A-43D3-8B79-37D633B846F1}">
                <asvg:svgBlip xmlns:asvg="http://schemas.microsoft.com/office/drawing/2016/SVG/main" r:embed="R44d68a02d2a94677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2721769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21" name="action-title-0-3">
            <a:extLst xmlns:a="http://schemas.openxmlformats.org/drawingml/2006/main">
              <a:ext uri="{FF2B5EF4-FFF2-40B4-BE49-F238E27FC236}">
                <a16:creationId xmlns:a16="http://schemas.microsoft.com/office/drawing/2014/main" id="{6F56B1B1-9109-4F0D-9640-F6F191351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584552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行为追踪</a:t>
            </a:r>
          </a:p>
        </p:txBody>
      </p:sp>
      <p:sp>
        <p:nvSpPr>
          <p:cNvPr id="22" name="action-body-0-3">
            <a:extLst xmlns:a="http://schemas.openxmlformats.org/drawingml/2006/main">
              <a:ext uri="{FF2B5EF4-FFF2-40B4-BE49-F238E27FC236}">
                <a16:creationId xmlns:a16="http://schemas.microsoft.com/office/drawing/2014/main" id="{506061C6-FBB3-440A-816C-D7BFDFDE4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813152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记录关键反馈</a:t>
            </a:r>
          </a:p>
        </p:txBody>
      </p:sp>
      <p:sp>
        <p:nvSpPr>
          <p:cNvPr id="23" name="phase-rail-1">
            <a:extLst xmlns:a="http://schemas.openxmlformats.org/drawingml/2006/main">
              <a:ext uri="{FF2B5EF4-FFF2-40B4-BE49-F238E27FC236}">
                <a16:creationId xmlns:a16="http://schemas.microsoft.com/office/drawing/2014/main" id="{8673C3C0-8DAE-4899-A1C9-DDE766FC3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3386138"/>
            <a:ext cx="514350" cy="906513"/>
          </a:xfrm>
          <a:custGeom xmlns:a="http://schemas.openxmlformats.org/drawingml/2006/main">
            <a:pathLst>
              <a:path w="514350" h="906513">
                <a:moveTo>
                  <a:pt x="0" y="0"/>
                </a:moveTo>
                <a:lnTo>
                  <a:pt x="17002" y="8420"/>
                </a:lnTo>
                <a:lnTo>
                  <a:pt x="33995" y="16831"/>
                </a:lnTo>
                <a:lnTo>
                  <a:pt x="50997" y="25251"/>
                </a:lnTo>
                <a:lnTo>
                  <a:pt x="67989" y="33671"/>
                </a:lnTo>
                <a:lnTo>
                  <a:pt x="84992" y="42091"/>
                </a:lnTo>
                <a:lnTo>
                  <a:pt x="101994" y="50502"/>
                </a:lnTo>
                <a:lnTo>
                  <a:pt x="118986" y="58922"/>
                </a:lnTo>
                <a:lnTo>
                  <a:pt x="135988" y="67342"/>
                </a:lnTo>
                <a:lnTo>
                  <a:pt x="152991" y="75752"/>
                </a:lnTo>
                <a:lnTo>
                  <a:pt x="169983" y="84172"/>
                </a:lnTo>
                <a:lnTo>
                  <a:pt x="186985" y="92593"/>
                </a:lnTo>
                <a:lnTo>
                  <a:pt x="203978" y="101013"/>
                </a:lnTo>
                <a:lnTo>
                  <a:pt x="220980" y="109423"/>
                </a:lnTo>
                <a:lnTo>
                  <a:pt x="237982" y="117843"/>
                </a:lnTo>
                <a:lnTo>
                  <a:pt x="254975" y="126263"/>
                </a:lnTo>
                <a:lnTo>
                  <a:pt x="271977" y="120025"/>
                </a:lnTo>
                <a:lnTo>
                  <a:pt x="288979" y="111604"/>
                </a:lnTo>
                <a:lnTo>
                  <a:pt x="305972" y="103184"/>
                </a:lnTo>
                <a:lnTo>
                  <a:pt x="322974" y="94764"/>
                </a:lnTo>
                <a:lnTo>
                  <a:pt x="339966" y="86354"/>
                </a:lnTo>
                <a:lnTo>
                  <a:pt x="356968" y="77934"/>
                </a:lnTo>
                <a:lnTo>
                  <a:pt x="373971" y="69513"/>
                </a:lnTo>
                <a:lnTo>
                  <a:pt x="390963" y="61093"/>
                </a:lnTo>
                <a:lnTo>
                  <a:pt x="407965" y="52683"/>
                </a:lnTo>
                <a:lnTo>
                  <a:pt x="424967" y="44263"/>
                </a:lnTo>
                <a:lnTo>
                  <a:pt x="441960" y="35843"/>
                </a:lnTo>
                <a:lnTo>
                  <a:pt x="458962" y="27432"/>
                </a:lnTo>
                <a:lnTo>
                  <a:pt x="475955" y="19012"/>
                </a:lnTo>
                <a:lnTo>
                  <a:pt x="492957" y="10592"/>
                </a:lnTo>
                <a:lnTo>
                  <a:pt x="509959" y="2172"/>
                </a:lnTo>
                <a:lnTo>
                  <a:pt x="514350" y="14068"/>
                </a:lnTo>
                <a:lnTo>
                  <a:pt x="514350" y="33033"/>
                </a:lnTo>
                <a:lnTo>
                  <a:pt x="514350" y="52007"/>
                </a:lnTo>
                <a:lnTo>
                  <a:pt x="514350" y="70971"/>
                </a:lnTo>
                <a:lnTo>
                  <a:pt x="514350" y="89935"/>
                </a:lnTo>
                <a:lnTo>
                  <a:pt x="514350" y="108909"/>
                </a:lnTo>
                <a:lnTo>
                  <a:pt x="514350" y="127873"/>
                </a:lnTo>
                <a:lnTo>
                  <a:pt x="514350" y="146847"/>
                </a:lnTo>
                <a:lnTo>
                  <a:pt x="514350" y="165811"/>
                </a:lnTo>
                <a:lnTo>
                  <a:pt x="514350" y="184785"/>
                </a:lnTo>
                <a:lnTo>
                  <a:pt x="514350" y="203749"/>
                </a:lnTo>
                <a:lnTo>
                  <a:pt x="514350" y="222714"/>
                </a:lnTo>
                <a:lnTo>
                  <a:pt x="514350" y="241687"/>
                </a:lnTo>
                <a:lnTo>
                  <a:pt x="514350" y="260652"/>
                </a:lnTo>
                <a:lnTo>
                  <a:pt x="514350" y="279625"/>
                </a:lnTo>
                <a:lnTo>
                  <a:pt x="514350" y="298590"/>
                </a:lnTo>
                <a:lnTo>
                  <a:pt x="514350" y="317564"/>
                </a:lnTo>
                <a:lnTo>
                  <a:pt x="514350" y="336528"/>
                </a:lnTo>
                <a:lnTo>
                  <a:pt x="514350" y="355502"/>
                </a:lnTo>
                <a:lnTo>
                  <a:pt x="514350" y="374466"/>
                </a:lnTo>
                <a:lnTo>
                  <a:pt x="514350" y="393430"/>
                </a:lnTo>
                <a:lnTo>
                  <a:pt x="514350" y="412404"/>
                </a:lnTo>
                <a:lnTo>
                  <a:pt x="514350" y="431368"/>
                </a:lnTo>
                <a:lnTo>
                  <a:pt x="514350" y="450342"/>
                </a:lnTo>
                <a:lnTo>
                  <a:pt x="514350" y="469306"/>
                </a:lnTo>
                <a:lnTo>
                  <a:pt x="514350" y="488280"/>
                </a:lnTo>
                <a:lnTo>
                  <a:pt x="514350" y="507244"/>
                </a:lnTo>
                <a:lnTo>
                  <a:pt x="514350" y="526218"/>
                </a:lnTo>
                <a:lnTo>
                  <a:pt x="514350" y="545182"/>
                </a:lnTo>
                <a:lnTo>
                  <a:pt x="514350" y="564147"/>
                </a:lnTo>
                <a:lnTo>
                  <a:pt x="514350" y="583121"/>
                </a:lnTo>
                <a:lnTo>
                  <a:pt x="514350" y="602085"/>
                </a:lnTo>
                <a:lnTo>
                  <a:pt x="514350" y="621059"/>
                </a:lnTo>
                <a:lnTo>
                  <a:pt x="514350" y="640023"/>
                </a:lnTo>
                <a:lnTo>
                  <a:pt x="514350" y="658997"/>
                </a:lnTo>
                <a:lnTo>
                  <a:pt x="514350" y="677961"/>
                </a:lnTo>
                <a:lnTo>
                  <a:pt x="514350" y="696935"/>
                </a:lnTo>
                <a:lnTo>
                  <a:pt x="514350" y="715899"/>
                </a:lnTo>
                <a:lnTo>
                  <a:pt x="514350" y="734863"/>
                </a:lnTo>
                <a:lnTo>
                  <a:pt x="514350" y="753837"/>
                </a:lnTo>
                <a:lnTo>
                  <a:pt x="514350" y="772801"/>
                </a:lnTo>
                <a:lnTo>
                  <a:pt x="505854" y="786498"/>
                </a:lnTo>
                <a:lnTo>
                  <a:pt x="488852" y="794918"/>
                </a:lnTo>
                <a:lnTo>
                  <a:pt x="471849" y="803329"/>
                </a:lnTo>
                <a:lnTo>
                  <a:pt x="454857" y="811749"/>
                </a:lnTo>
                <a:lnTo>
                  <a:pt x="437855" y="820169"/>
                </a:lnTo>
                <a:lnTo>
                  <a:pt x="420862" y="828580"/>
                </a:lnTo>
                <a:lnTo>
                  <a:pt x="403860" y="837000"/>
                </a:lnTo>
                <a:lnTo>
                  <a:pt x="386858" y="845420"/>
                </a:lnTo>
                <a:lnTo>
                  <a:pt x="369865" y="853840"/>
                </a:lnTo>
                <a:lnTo>
                  <a:pt x="352863" y="862251"/>
                </a:lnTo>
                <a:lnTo>
                  <a:pt x="335861" y="870671"/>
                </a:lnTo>
                <a:lnTo>
                  <a:pt x="318868" y="879091"/>
                </a:lnTo>
                <a:lnTo>
                  <a:pt x="301866" y="887501"/>
                </a:lnTo>
                <a:lnTo>
                  <a:pt x="284874" y="895922"/>
                </a:lnTo>
                <a:lnTo>
                  <a:pt x="267872" y="904342"/>
                </a:lnTo>
                <a:lnTo>
                  <a:pt x="250869" y="906513"/>
                </a:lnTo>
                <a:lnTo>
                  <a:pt x="233877" y="898103"/>
                </a:lnTo>
                <a:lnTo>
                  <a:pt x="216875" y="889683"/>
                </a:lnTo>
                <a:lnTo>
                  <a:pt x="199873" y="881263"/>
                </a:lnTo>
                <a:lnTo>
                  <a:pt x="182880" y="872842"/>
                </a:lnTo>
                <a:lnTo>
                  <a:pt x="165878" y="864432"/>
                </a:lnTo>
                <a:lnTo>
                  <a:pt x="148885" y="856012"/>
                </a:lnTo>
                <a:lnTo>
                  <a:pt x="131883" y="847592"/>
                </a:lnTo>
                <a:lnTo>
                  <a:pt x="114881" y="839181"/>
                </a:lnTo>
                <a:lnTo>
                  <a:pt x="97888" y="830761"/>
                </a:lnTo>
                <a:lnTo>
                  <a:pt x="80886" y="822341"/>
                </a:lnTo>
                <a:lnTo>
                  <a:pt x="63884" y="813921"/>
                </a:lnTo>
                <a:lnTo>
                  <a:pt x="46892" y="805510"/>
                </a:lnTo>
                <a:lnTo>
                  <a:pt x="29889" y="797090"/>
                </a:lnTo>
                <a:lnTo>
                  <a:pt x="12897" y="788670"/>
                </a:lnTo>
                <a:lnTo>
                  <a:pt x="0" y="777707"/>
                </a:lnTo>
                <a:lnTo>
                  <a:pt x="0" y="758742"/>
                </a:lnTo>
                <a:lnTo>
                  <a:pt x="0" y="739769"/>
                </a:lnTo>
                <a:lnTo>
                  <a:pt x="0" y="720804"/>
                </a:lnTo>
                <a:lnTo>
                  <a:pt x="0" y="701831"/>
                </a:lnTo>
                <a:lnTo>
                  <a:pt x="0" y="682866"/>
                </a:lnTo>
                <a:lnTo>
                  <a:pt x="0" y="663893"/>
                </a:lnTo>
                <a:lnTo>
                  <a:pt x="0" y="644928"/>
                </a:lnTo>
                <a:lnTo>
                  <a:pt x="0" y="625964"/>
                </a:lnTo>
                <a:lnTo>
                  <a:pt x="0" y="606990"/>
                </a:lnTo>
                <a:lnTo>
                  <a:pt x="0" y="588026"/>
                </a:lnTo>
                <a:lnTo>
                  <a:pt x="0" y="569052"/>
                </a:lnTo>
                <a:lnTo>
                  <a:pt x="0" y="550088"/>
                </a:lnTo>
                <a:lnTo>
                  <a:pt x="0" y="531114"/>
                </a:lnTo>
                <a:lnTo>
                  <a:pt x="0" y="512150"/>
                </a:lnTo>
                <a:lnTo>
                  <a:pt x="0" y="493176"/>
                </a:lnTo>
                <a:lnTo>
                  <a:pt x="0" y="474212"/>
                </a:lnTo>
                <a:lnTo>
                  <a:pt x="0" y="455247"/>
                </a:lnTo>
                <a:lnTo>
                  <a:pt x="0" y="436274"/>
                </a:lnTo>
                <a:lnTo>
                  <a:pt x="0" y="417309"/>
                </a:lnTo>
                <a:lnTo>
                  <a:pt x="0" y="398336"/>
                </a:lnTo>
                <a:lnTo>
                  <a:pt x="0" y="379371"/>
                </a:lnTo>
                <a:lnTo>
                  <a:pt x="0" y="360397"/>
                </a:lnTo>
                <a:lnTo>
                  <a:pt x="0" y="341433"/>
                </a:lnTo>
                <a:lnTo>
                  <a:pt x="0" y="322459"/>
                </a:lnTo>
                <a:lnTo>
                  <a:pt x="0" y="303495"/>
                </a:lnTo>
                <a:lnTo>
                  <a:pt x="0" y="284531"/>
                </a:lnTo>
                <a:lnTo>
                  <a:pt x="0" y="265557"/>
                </a:lnTo>
                <a:lnTo>
                  <a:pt x="0" y="246593"/>
                </a:lnTo>
                <a:lnTo>
                  <a:pt x="0" y="227619"/>
                </a:lnTo>
                <a:lnTo>
                  <a:pt x="0" y="208655"/>
                </a:lnTo>
                <a:lnTo>
                  <a:pt x="0" y="189681"/>
                </a:lnTo>
                <a:lnTo>
                  <a:pt x="0" y="170717"/>
                </a:lnTo>
                <a:lnTo>
                  <a:pt x="0" y="151752"/>
                </a:lnTo>
                <a:lnTo>
                  <a:pt x="0" y="132779"/>
                </a:lnTo>
                <a:lnTo>
                  <a:pt x="0" y="113814"/>
                </a:lnTo>
                <a:lnTo>
                  <a:pt x="0" y="94840"/>
                </a:lnTo>
                <a:lnTo>
                  <a:pt x="0" y="75876"/>
                </a:lnTo>
                <a:lnTo>
                  <a:pt x="0" y="56902"/>
                </a:lnTo>
                <a:lnTo>
                  <a:pt x="0" y="37938"/>
                </a:lnTo>
                <a:lnTo>
                  <a:pt x="0" y="18964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24" name="phase-title-1">
            <a:extLst xmlns:a="http://schemas.openxmlformats.org/drawingml/2006/main">
              <a:ext uri="{FF2B5EF4-FFF2-40B4-BE49-F238E27FC236}">
                <a16:creationId xmlns:a16="http://schemas.microsoft.com/office/drawing/2014/main" id="{46FF5216-B3E3-457E-9C01-D5BBA58C6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3404892"/>
            <a:ext cx="1428750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意向培育</a:t>
            </a:r>
          </a:p>
        </p:txBody>
      </p:sp>
      <p:sp>
        <p:nvSpPr>
          <p:cNvPr id="25" name="phase-body-1">
            <a:extLst xmlns:a="http://schemas.openxmlformats.org/drawingml/2006/main">
              <a:ext uri="{FF2B5EF4-FFF2-40B4-BE49-F238E27FC236}">
                <a16:creationId xmlns:a16="http://schemas.microsoft.com/office/drawing/2014/main" id="{6DA50DC3-8F1C-45EF-A10B-2922FF71A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3759098"/>
            <a:ext cx="1428750" cy="51792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6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让有效关注形成</a:t>
            </a:r>
          </a:p>
          <a:p xmlns:a="http://schemas.openxmlformats.org/drawingml/2006/main">
            <a:pPr algn="l">
              <a:lnSpc>
                <a:spcPct val="136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意向</a:t>
            </a:r>
          </a:p>
        </p:txBody>
      </p:sp>
      <p:sp>
        <p:nvSpPr>
          <p:cNvPr id="26" name="action-icon-shell-1-0">
            <a:extLst xmlns:a="http://schemas.openxmlformats.org/drawingml/2006/main">
              <a:ext uri="{FF2B5EF4-FFF2-40B4-BE49-F238E27FC236}">
                <a16:creationId xmlns:a16="http://schemas.microsoft.com/office/drawing/2014/main" id="{4C8691C6-B2CA-48D1-AF59-4125541EB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3669506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10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4477bb010e04bd4">
            <a:extLst>
              <a:ext uri="{96DAC541-7B7A-43D3-8B79-37D633B846F1}">
                <asvg:svgBlip xmlns:asvg="http://schemas.microsoft.com/office/drawing/2016/SVG/main" r:embed="R6772aff055784c1e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3745706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28" name="action-title-1-0">
            <a:extLst xmlns:a="http://schemas.openxmlformats.org/drawingml/2006/main">
              <a:ext uri="{FF2B5EF4-FFF2-40B4-BE49-F238E27FC236}">
                <a16:creationId xmlns:a16="http://schemas.microsoft.com/office/drawing/2014/main" id="{AA87D272-858E-4853-9B3B-66B88EEB8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3608489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规则触发</a:t>
            </a:r>
          </a:p>
        </p:txBody>
      </p:sp>
      <p:sp>
        <p:nvSpPr>
          <p:cNvPr id="29" name="action-body-1-0">
            <a:extLst xmlns:a="http://schemas.openxmlformats.org/drawingml/2006/main">
              <a:ext uri="{FF2B5EF4-FFF2-40B4-BE49-F238E27FC236}">
                <a16:creationId xmlns:a16="http://schemas.microsoft.com/office/drawing/2014/main" id="{25492266-D40E-45AF-A5FE-2F8334A65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3837089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自动下发任务</a:t>
            </a:r>
          </a:p>
        </p:txBody>
      </p:sp>
      <p:sp>
        <p:nvSpPr>
          <p:cNvPr id="30" name="action-icon-shell-1-1">
            <a:extLst xmlns:a="http://schemas.openxmlformats.org/drawingml/2006/main">
              <a:ext uri="{FF2B5EF4-FFF2-40B4-BE49-F238E27FC236}">
                <a16:creationId xmlns:a16="http://schemas.microsoft.com/office/drawing/2014/main" id="{5ED1185D-B38D-4286-B767-BA4F4A031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3669506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10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682c20d6ee54ee2">
            <a:extLst>
              <a:ext uri="{96DAC541-7B7A-43D3-8B79-37D633B846F1}">
                <asvg:svgBlip xmlns:asvg="http://schemas.microsoft.com/office/drawing/2016/SVG/main" r:embed="R7bfcb081368f4d30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3745706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32" name="action-title-1-1">
            <a:extLst xmlns:a="http://schemas.openxmlformats.org/drawingml/2006/main">
              <a:ext uri="{FF2B5EF4-FFF2-40B4-BE49-F238E27FC236}">
                <a16:creationId xmlns:a16="http://schemas.microsoft.com/office/drawing/2014/main" id="{1D895518-21DC-45F6-9F2B-335BF95FE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3608489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热度评估</a:t>
            </a:r>
          </a:p>
        </p:txBody>
      </p:sp>
      <p:sp>
        <p:nvSpPr>
          <p:cNvPr id="33" name="action-body-1-1">
            <a:extLst xmlns:a="http://schemas.openxmlformats.org/drawingml/2006/main">
              <a:ext uri="{FF2B5EF4-FFF2-40B4-BE49-F238E27FC236}">
                <a16:creationId xmlns:a16="http://schemas.microsoft.com/office/drawing/2014/main" id="{9FA6058D-1A37-44D0-974D-08E12FBED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3837089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识别优先对象</a:t>
            </a:r>
          </a:p>
        </p:txBody>
      </p:sp>
      <p:sp>
        <p:nvSpPr>
          <p:cNvPr id="34" name="phase-rail-2">
            <a:extLst xmlns:a="http://schemas.openxmlformats.org/drawingml/2006/main">
              <a:ext uri="{FF2B5EF4-FFF2-40B4-BE49-F238E27FC236}">
                <a16:creationId xmlns:a16="http://schemas.microsoft.com/office/drawing/2014/main" id="{DF85EB29-13A0-4EAC-887C-37A78615D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4295775"/>
            <a:ext cx="514350" cy="1914134"/>
          </a:xfrm>
          <a:custGeom xmlns:a="http://schemas.openxmlformats.org/drawingml/2006/main">
            <a:pathLst>
              <a:path w="514350" h="1914134">
                <a:moveTo>
                  <a:pt x="0" y="0"/>
                </a:moveTo>
                <a:lnTo>
                  <a:pt x="17193" y="9554"/>
                </a:lnTo>
                <a:lnTo>
                  <a:pt x="34385" y="19098"/>
                </a:lnTo>
                <a:lnTo>
                  <a:pt x="51578" y="28651"/>
                </a:lnTo>
                <a:lnTo>
                  <a:pt x="68771" y="38205"/>
                </a:lnTo>
                <a:lnTo>
                  <a:pt x="85963" y="47758"/>
                </a:lnTo>
                <a:lnTo>
                  <a:pt x="103156" y="57302"/>
                </a:lnTo>
                <a:lnTo>
                  <a:pt x="120348" y="66856"/>
                </a:lnTo>
                <a:lnTo>
                  <a:pt x="137541" y="76410"/>
                </a:lnTo>
                <a:lnTo>
                  <a:pt x="154724" y="85963"/>
                </a:lnTo>
                <a:lnTo>
                  <a:pt x="171917" y="95507"/>
                </a:lnTo>
                <a:lnTo>
                  <a:pt x="189109" y="105061"/>
                </a:lnTo>
                <a:lnTo>
                  <a:pt x="206302" y="114614"/>
                </a:lnTo>
                <a:lnTo>
                  <a:pt x="223495" y="124168"/>
                </a:lnTo>
                <a:lnTo>
                  <a:pt x="240687" y="133712"/>
                </a:lnTo>
                <a:lnTo>
                  <a:pt x="257880" y="142484"/>
                </a:lnTo>
                <a:lnTo>
                  <a:pt x="275072" y="132931"/>
                </a:lnTo>
                <a:lnTo>
                  <a:pt x="292265" y="123377"/>
                </a:lnTo>
                <a:lnTo>
                  <a:pt x="309458" y="113833"/>
                </a:lnTo>
                <a:lnTo>
                  <a:pt x="326650" y="104280"/>
                </a:lnTo>
                <a:lnTo>
                  <a:pt x="343843" y="94726"/>
                </a:lnTo>
                <a:lnTo>
                  <a:pt x="361036" y="85173"/>
                </a:lnTo>
                <a:lnTo>
                  <a:pt x="378228" y="75629"/>
                </a:lnTo>
                <a:lnTo>
                  <a:pt x="395421" y="66075"/>
                </a:lnTo>
                <a:lnTo>
                  <a:pt x="412613" y="56521"/>
                </a:lnTo>
                <a:lnTo>
                  <a:pt x="429806" y="46968"/>
                </a:lnTo>
                <a:lnTo>
                  <a:pt x="446999" y="37424"/>
                </a:lnTo>
                <a:lnTo>
                  <a:pt x="464182" y="27870"/>
                </a:lnTo>
                <a:lnTo>
                  <a:pt x="481374" y="18317"/>
                </a:lnTo>
                <a:lnTo>
                  <a:pt x="498567" y="8763"/>
                </a:lnTo>
                <a:lnTo>
                  <a:pt x="514350" y="1619"/>
                </a:lnTo>
                <a:lnTo>
                  <a:pt x="514350" y="21279"/>
                </a:lnTo>
                <a:lnTo>
                  <a:pt x="514350" y="40948"/>
                </a:lnTo>
                <a:lnTo>
                  <a:pt x="514350" y="60617"/>
                </a:lnTo>
                <a:lnTo>
                  <a:pt x="514350" y="80286"/>
                </a:lnTo>
                <a:lnTo>
                  <a:pt x="514350" y="99955"/>
                </a:lnTo>
                <a:lnTo>
                  <a:pt x="514350" y="119615"/>
                </a:lnTo>
                <a:lnTo>
                  <a:pt x="514350" y="139284"/>
                </a:lnTo>
                <a:lnTo>
                  <a:pt x="514350" y="158953"/>
                </a:lnTo>
                <a:lnTo>
                  <a:pt x="514350" y="178622"/>
                </a:lnTo>
                <a:lnTo>
                  <a:pt x="514350" y="198282"/>
                </a:lnTo>
                <a:lnTo>
                  <a:pt x="514350" y="217951"/>
                </a:lnTo>
                <a:lnTo>
                  <a:pt x="514350" y="237620"/>
                </a:lnTo>
                <a:lnTo>
                  <a:pt x="514350" y="257289"/>
                </a:lnTo>
                <a:lnTo>
                  <a:pt x="514350" y="276958"/>
                </a:lnTo>
                <a:lnTo>
                  <a:pt x="514350" y="296618"/>
                </a:lnTo>
                <a:lnTo>
                  <a:pt x="514350" y="316287"/>
                </a:lnTo>
                <a:lnTo>
                  <a:pt x="514350" y="335956"/>
                </a:lnTo>
                <a:lnTo>
                  <a:pt x="514350" y="355625"/>
                </a:lnTo>
                <a:lnTo>
                  <a:pt x="514350" y="375295"/>
                </a:lnTo>
                <a:lnTo>
                  <a:pt x="514350" y="394954"/>
                </a:lnTo>
                <a:lnTo>
                  <a:pt x="514350" y="414623"/>
                </a:lnTo>
                <a:lnTo>
                  <a:pt x="514350" y="434292"/>
                </a:lnTo>
                <a:lnTo>
                  <a:pt x="514350" y="453961"/>
                </a:lnTo>
                <a:lnTo>
                  <a:pt x="514350" y="473621"/>
                </a:lnTo>
                <a:lnTo>
                  <a:pt x="514350" y="493290"/>
                </a:lnTo>
                <a:lnTo>
                  <a:pt x="514350" y="512959"/>
                </a:lnTo>
                <a:lnTo>
                  <a:pt x="514350" y="532628"/>
                </a:lnTo>
                <a:lnTo>
                  <a:pt x="514350" y="552298"/>
                </a:lnTo>
                <a:lnTo>
                  <a:pt x="514350" y="571957"/>
                </a:lnTo>
                <a:lnTo>
                  <a:pt x="514350" y="591626"/>
                </a:lnTo>
                <a:lnTo>
                  <a:pt x="514350" y="611295"/>
                </a:lnTo>
                <a:lnTo>
                  <a:pt x="514350" y="630965"/>
                </a:lnTo>
                <a:lnTo>
                  <a:pt x="514350" y="650624"/>
                </a:lnTo>
                <a:lnTo>
                  <a:pt x="514350" y="670293"/>
                </a:lnTo>
                <a:lnTo>
                  <a:pt x="514350" y="689962"/>
                </a:lnTo>
                <a:lnTo>
                  <a:pt x="514350" y="709632"/>
                </a:lnTo>
                <a:lnTo>
                  <a:pt x="514350" y="729301"/>
                </a:lnTo>
                <a:lnTo>
                  <a:pt x="514350" y="748960"/>
                </a:lnTo>
                <a:lnTo>
                  <a:pt x="514350" y="768629"/>
                </a:lnTo>
                <a:lnTo>
                  <a:pt x="514350" y="788299"/>
                </a:lnTo>
                <a:lnTo>
                  <a:pt x="514350" y="807968"/>
                </a:lnTo>
                <a:lnTo>
                  <a:pt x="514350" y="827637"/>
                </a:lnTo>
                <a:lnTo>
                  <a:pt x="514350" y="847296"/>
                </a:lnTo>
                <a:lnTo>
                  <a:pt x="514350" y="866966"/>
                </a:lnTo>
                <a:lnTo>
                  <a:pt x="514350" y="886635"/>
                </a:lnTo>
                <a:lnTo>
                  <a:pt x="514350" y="906304"/>
                </a:lnTo>
                <a:lnTo>
                  <a:pt x="514350" y="925963"/>
                </a:lnTo>
                <a:lnTo>
                  <a:pt x="514350" y="945632"/>
                </a:lnTo>
                <a:lnTo>
                  <a:pt x="514350" y="965302"/>
                </a:lnTo>
                <a:lnTo>
                  <a:pt x="514350" y="984971"/>
                </a:lnTo>
                <a:lnTo>
                  <a:pt x="514350" y="1004640"/>
                </a:lnTo>
                <a:lnTo>
                  <a:pt x="514350" y="1024299"/>
                </a:lnTo>
                <a:lnTo>
                  <a:pt x="514350" y="1043969"/>
                </a:lnTo>
                <a:lnTo>
                  <a:pt x="514350" y="1063638"/>
                </a:lnTo>
                <a:lnTo>
                  <a:pt x="514350" y="1083307"/>
                </a:lnTo>
                <a:lnTo>
                  <a:pt x="514350" y="1102966"/>
                </a:lnTo>
                <a:lnTo>
                  <a:pt x="514350" y="1122636"/>
                </a:lnTo>
                <a:lnTo>
                  <a:pt x="514350" y="1142305"/>
                </a:lnTo>
                <a:lnTo>
                  <a:pt x="514350" y="1161974"/>
                </a:lnTo>
                <a:lnTo>
                  <a:pt x="514350" y="1181643"/>
                </a:lnTo>
                <a:lnTo>
                  <a:pt x="514350" y="1201303"/>
                </a:lnTo>
                <a:lnTo>
                  <a:pt x="514350" y="1220972"/>
                </a:lnTo>
                <a:lnTo>
                  <a:pt x="514350" y="1240641"/>
                </a:lnTo>
                <a:lnTo>
                  <a:pt x="514350" y="1260310"/>
                </a:lnTo>
                <a:lnTo>
                  <a:pt x="514350" y="1279970"/>
                </a:lnTo>
                <a:lnTo>
                  <a:pt x="514350" y="1299639"/>
                </a:lnTo>
                <a:lnTo>
                  <a:pt x="514350" y="1319308"/>
                </a:lnTo>
                <a:lnTo>
                  <a:pt x="514350" y="1338977"/>
                </a:lnTo>
                <a:lnTo>
                  <a:pt x="514350" y="1358646"/>
                </a:lnTo>
                <a:lnTo>
                  <a:pt x="514350" y="1378306"/>
                </a:lnTo>
                <a:lnTo>
                  <a:pt x="514350" y="1397975"/>
                </a:lnTo>
                <a:lnTo>
                  <a:pt x="514350" y="1417644"/>
                </a:lnTo>
                <a:lnTo>
                  <a:pt x="514350" y="1437313"/>
                </a:lnTo>
                <a:lnTo>
                  <a:pt x="514350" y="1456982"/>
                </a:lnTo>
                <a:lnTo>
                  <a:pt x="514350" y="1476642"/>
                </a:lnTo>
                <a:lnTo>
                  <a:pt x="514350" y="1496311"/>
                </a:lnTo>
                <a:lnTo>
                  <a:pt x="514350" y="1515980"/>
                </a:lnTo>
                <a:lnTo>
                  <a:pt x="514350" y="1535649"/>
                </a:lnTo>
                <a:lnTo>
                  <a:pt x="514350" y="1555309"/>
                </a:lnTo>
                <a:lnTo>
                  <a:pt x="514350" y="1574978"/>
                </a:lnTo>
                <a:lnTo>
                  <a:pt x="514350" y="1594647"/>
                </a:lnTo>
                <a:lnTo>
                  <a:pt x="514350" y="1614316"/>
                </a:lnTo>
                <a:lnTo>
                  <a:pt x="514350" y="1633985"/>
                </a:lnTo>
                <a:lnTo>
                  <a:pt x="514350" y="1653645"/>
                </a:lnTo>
                <a:lnTo>
                  <a:pt x="514350" y="1673314"/>
                </a:lnTo>
                <a:lnTo>
                  <a:pt x="514350" y="1692983"/>
                </a:lnTo>
                <a:lnTo>
                  <a:pt x="514350" y="1712652"/>
                </a:lnTo>
                <a:lnTo>
                  <a:pt x="514350" y="1732312"/>
                </a:lnTo>
                <a:lnTo>
                  <a:pt x="514350" y="1751981"/>
                </a:lnTo>
                <a:lnTo>
                  <a:pt x="514350" y="1771650"/>
                </a:lnTo>
                <a:lnTo>
                  <a:pt x="497157" y="1781204"/>
                </a:lnTo>
                <a:lnTo>
                  <a:pt x="479965" y="1790748"/>
                </a:lnTo>
                <a:lnTo>
                  <a:pt x="462772" y="1800301"/>
                </a:lnTo>
                <a:lnTo>
                  <a:pt x="445580" y="1809855"/>
                </a:lnTo>
                <a:lnTo>
                  <a:pt x="428387" y="1819408"/>
                </a:lnTo>
                <a:lnTo>
                  <a:pt x="411194" y="1828952"/>
                </a:lnTo>
                <a:lnTo>
                  <a:pt x="394002" y="1838506"/>
                </a:lnTo>
                <a:lnTo>
                  <a:pt x="376809" y="1848060"/>
                </a:lnTo>
                <a:lnTo>
                  <a:pt x="359626" y="1857613"/>
                </a:lnTo>
                <a:lnTo>
                  <a:pt x="342433" y="1867157"/>
                </a:lnTo>
                <a:lnTo>
                  <a:pt x="325241" y="1876711"/>
                </a:lnTo>
                <a:lnTo>
                  <a:pt x="308048" y="1886264"/>
                </a:lnTo>
                <a:lnTo>
                  <a:pt x="290855" y="1895818"/>
                </a:lnTo>
                <a:lnTo>
                  <a:pt x="273663" y="1905362"/>
                </a:lnTo>
                <a:lnTo>
                  <a:pt x="256470" y="1914134"/>
                </a:lnTo>
                <a:lnTo>
                  <a:pt x="239278" y="1904581"/>
                </a:lnTo>
                <a:lnTo>
                  <a:pt x="222085" y="1895027"/>
                </a:lnTo>
                <a:lnTo>
                  <a:pt x="204892" y="1885483"/>
                </a:lnTo>
                <a:lnTo>
                  <a:pt x="187700" y="1875930"/>
                </a:lnTo>
                <a:lnTo>
                  <a:pt x="170507" y="1866376"/>
                </a:lnTo>
                <a:lnTo>
                  <a:pt x="153314" y="1856823"/>
                </a:lnTo>
                <a:lnTo>
                  <a:pt x="136122" y="1847279"/>
                </a:lnTo>
                <a:lnTo>
                  <a:pt x="118929" y="1837725"/>
                </a:lnTo>
                <a:lnTo>
                  <a:pt x="101737" y="1828171"/>
                </a:lnTo>
                <a:lnTo>
                  <a:pt x="84544" y="1818618"/>
                </a:lnTo>
                <a:lnTo>
                  <a:pt x="67351" y="1809074"/>
                </a:lnTo>
                <a:lnTo>
                  <a:pt x="50168" y="1799520"/>
                </a:lnTo>
                <a:lnTo>
                  <a:pt x="32976" y="1789967"/>
                </a:lnTo>
                <a:lnTo>
                  <a:pt x="15783" y="1780413"/>
                </a:lnTo>
                <a:lnTo>
                  <a:pt x="0" y="1770031"/>
                </a:lnTo>
                <a:lnTo>
                  <a:pt x="0" y="1750371"/>
                </a:lnTo>
                <a:lnTo>
                  <a:pt x="0" y="1730702"/>
                </a:lnTo>
                <a:lnTo>
                  <a:pt x="0" y="1711033"/>
                </a:lnTo>
                <a:lnTo>
                  <a:pt x="0" y="1691364"/>
                </a:lnTo>
                <a:lnTo>
                  <a:pt x="0" y="1671695"/>
                </a:lnTo>
                <a:lnTo>
                  <a:pt x="0" y="1652035"/>
                </a:lnTo>
                <a:lnTo>
                  <a:pt x="0" y="1632366"/>
                </a:lnTo>
                <a:lnTo>
                  <a:pt x="0" y="1612697"/>
                </a:lnTo>
                <a:lnTo>
                  <a:pt x="0" y="1593028"/>
                </a:lnTo>
                <a:lnTo>
                  <a:pt x="0" y="1573368"/>
                </a:lnTo>
                <a:lnTo>
                  <a:pt x="0" y="1553699"/>
                </a:lnTo>
                <a:lnTo>
                  <a:pt x="0" y="1534030"/>
                </a:lnTo>
                <a:lnTo>
                  <a:pt x="0" y="1514361"/>
                </a:lnTo>
                <a:lnTo>
                  <a:pt x="0" y="1494692"/>
                </a:lnTo>
                <a:lnTo>
                  <a:pt x="0" y="1475032"/>
                </a:lnTo>
                <a:lnTo>
                  <a:pt x="0" y="1455363"/>
                </a:lnTo>
                <a:lnTo>
                  <a:pt x="0" y="1435694"/>
                </a:lnTo>
                <a:lnTo>
                  <a:pt x="0" y="1416025"/>
                </a:lnTo>
                <a:lnTo>
                  <a:pt x="0" y="1396355"/>
                </a:lnTo>
                <a:lnTo>
                  <a:pt x="0" y="1376696"/>
                </a:lnTo>
                <a:lnTo>
                  <a:pt x="0" y="1357027"/>
                </a:lnTo>
                <a:lnTo>
                  <a:pt x="0" y="1337358"/>
                </a:lnTo>
                <a:lnTo>
                  <a:pt x="0" y="1317689"/>
                </a:lnTo>
                <a:lnTo>
                  <a:pt x="0" y="1298029"/>
                </a:lnTo>
                <a:lnTo>
                  <a:pt x="0" y="1278360"/>
                </a:lnTo>
                <a:lnTo>
                  <a:pt x="0" y="1258691"/>
                </a:lnTo>
                <a:lnTo>
                  <a:pt x="0" y="1239022"/>
                </a:lnTo>
                <a:lnTo>
                  <a:pt x="0" y="1219352"/>
                </a:lnTo>
                <a:lnTo>
                  <a:pt x="0" y="1199693"/>
                </a:lnTo>
                <a:lnTo>
                  <a:pt x="0" y="1180024"/>
                </a:lnTo>
                <a:lnTo>
                  <a:pt x="0" y="1160355"/>
                </a:lnTo>
                <a:lnTo>
                  <a:pt x="0" y="1140685"/>
                </a:lnTo>
                <a:lnTo>
                  <a:pt x="0" y="1121026"/>
                </a:lnTo>
                <a:lnTo>
                  <a:pt x="0" y="1101357"/>
                </a:lnTo>
                <a:lnTo>
                  <a:pt x="0" y="1081688"/>
                </a:lnTo>
                <a:lnTo>
                  <a:pt x="0" y="1062018"/>
                </a:lnTo>
                <a:lnTo>
                  <a:pt x="0" y="1042349"/>
                </a:lnTo>
                <a:lnTo>
                  <a:pt x="0" y="1022690"/>
                </a:lnTo>
                <a:lnTo>
                  <a:pt x="0" y="1003021"/>
                </a:lnTo>
                <a:lnTo>
                  <a:pt x="0" y="983351"/>
                </a:lnTo>
                <a:lnTo>
                  <a:pt x="0" y="963682"/>
                </a:lnTo>
                <a:lnTo>
                  <a:pt x="0" y="944023"/>
                </a:lnTo>
                <a:lnTo>
                  <a:pt x="0" y="924354"/>
                </a:lnTo>
                <a:lnTo>
                  <a:pt x="0" y="904685"/>
                </a:lnTo>
                <a:lnTo>
                  <a:pt x="0" y="885015"/>
                </a:lnTo>
                <a:lnTo>
                  <a:pt x="0" y="865346"/>
                </a:lnTo>
                <a:lnTo>
                  <a:pt x="0" y="845687"/>
                </a:lnTo>
                <a:lnTo>
                  <a:pt x="0" y="826018"/>
                </a:lnTo>
                <a:lnTo>
                  <a:pt x="0" y="806348"/>
                </a:lnTo>
                <a:lnTo>
                  <a:pt x="0" y="786679"/>
                </a:lnTo>
                <a:lnTo>
                  <a:pt x="0" y="767010"/>
                </a:lnTo>
                <a:lnTo>
                  <a:pt x="0" y="747351"/>
                </a:lnTo>
                <a:lnTo>
                  <a:pt x="0" y="727681"/>
                </a:lnTo>
                <a:lnTo>
                  <a:pt x="0" y="708012"/>
                </a:lnTo>
                <a:lnTo>
                  <a:pt x="0" y="688343"/>
                </a:lnTo>
                <a:lnTo>
                  <a:pt x="0" y="668684"/>
                </a:lnTo>
                <a:lnTo>
                  <a:pt x="0" y="649014"/>
                </a:lnTo>
                <a:lnTo>
                  <a:pt x="0" y="629345"/>
                </a:lnTo>
                <a:lnTo>
                  <a:pt x="0" y="609676"/>
                </a:lnTo>
                <a:lnTo>
                  <a:pt x="0" y="590007"/>
                </a:lnTo>
                <a:lnTo>
                  <a:pt x="0" y="570347"/>
                </a:lnTo>
                <a:lnTo>
                  <a:pt x="0" y="550678"/>
                </a:lnTo>
                <a:lnTo>
                  <a:pt x="0" y="531009"/>
                </a:lnTo>
                <a:lnTo>
                  <a:pt x="0" y="511340"/>
                </a:lnTo>
                <a:lnTo>
                  <a:pt x="0" y="491681"/>
                </a:lnTo>
                <a:lnTo>
                  <a:pt x="0" y="472011"/>
                </a:lnTo>
                <a:lnTo>
                  <a:pt x="0" y="452342"/>
                </a:lnTo>
                <a:lnTo>
                  <a:pt x="0" y="432673"/>
                </a:lnTo>
                <a:lnTo>
                  <a:pt x="0" y="413004"/>
                </a:lnTo>
                <a:lnTo>
                  <a:pt x="0" y="393344"/>
                </a:lnTo>
                <a:lnTo>
                  <a:pt x="0" y="373675"/>
                </a:lnTo>
                <a:lnTo>
                  <a:pt x="0" y="354006"/>
                </a:lnTo>
                <a:lnTo>
                  <a:pt x="0" y="334337"/>
                </a:lnTo>
                <a:lnTo>
                  <a:pt x="0" y="314668"/>
                </a:lnTo>
                <a:lnTo>
                  <a:pt x="0" y="295008"/>
                </a:lnTo>
                <a:lnTo>
                  <a:pt x="0" y="275339"/>
                </a:lnTo>
                <a:lnTo>
                  <a:pt x="0" y="255670"/>
                </a:lnTo>
                <a:lnTo>
                  <a:pt x="0" y="236001"/>
                </a:lnTo>
                <a:lnTo>
                  <a:pt x="0" y="216341"/>
                </a:lnTo>
                <a:lnTo>
                  <a:pt x="0" y="196672"/>
                </a:lnTo>
                <a:lnTo>
                  <a:pt x="0" y="177003"/>
                </a:lnTo>
                <a:lnTo>
                  <a:pt x="0" y="157334"/>
                </a:lnTo>
                <a:lnTo>
                  <a:pt x="0" y="137665"/>
                </a:lnTo>
                <a:lnTo>
                  <a:pt x="0" y="118005"/>
                </a:lnTo>
                <a:lnTo>
                  <a:pt x="0" y="98336"/>
                </a:lnTo>
                <a:lnTo>
                  <a:pt x="0" y="78667"/>
                </a:lnTo>
                <a:lnTo>
                  <a:pt x="0" y="58998"/>
                </a:lnTo>
                <a:lnTo>
                  <a:pt x="0" y="39338"/>
                </a:lnTo>
                <a:lnTo>
                  <a:pt x="0" y="19669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78A8D5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35" name="phase-title-2">
            <a:extLst xmlns:a="http://schemas.openxmlformats.org/drawingml/2006/main">
              <a:ext uri="{FF2B5EF4-FFF2-40B4-BE49-F238E27FC236}">
                <a16:creationId xmlns:a16="http://schemas.microsoft.com/office/drawing/2014/main" id="{820BC1F1-EC4B-4DF3-A20A-B3C4863FB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4782293"/>
            <a:ext cx="1428750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持续转化</a:t>
            </a:r>
          </a:p>
        </p:txBody>
      </p:sp>
      <p:sp>
        <p:nvSpPr>
          <p:cNvPr id="36" name="phase-body-2">
            <a:extLst xmlns:a="http://schemas.openxmlformats.org/drawingml/2006/main">
              <a:ext uri="{FF2B5EF4-FFF2-40B4-BE49-F238E27FC236}">
                <a16:creationId xmlns:a16="http://schemas.microsoft.com/office/drawing/2014/main" id="{BEA9A40C-F514-4E59-9836-B69F2A6DF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5136509"/>
            <a:ext cx="1428750" cy="587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让行动沉淀为</a:t>
            </a:r>
          </a:p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长期价值</a:t>
            </a:r>
          </a:p>
        </p:txBody>
      </p:sp>
      <p:sp>
        <p:nvSpPr>
          <p:cNvPr id="37" name="action-icon-shell-2-0">
            <a:extLst xmlns:a="http://schemas.openxmlformats.org/drawingml/2006/main">
              <a:ext uri="{FF2B5EF4-FFF2-40B4-BE49-F238E27FC236}">
                <a16:creationId xmlns:a16="http://schemas.microsoft.com/office/drawing/2014/main" id="{41BE7AE5-1585-4D37-B505-5D2FD97D1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5081588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1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a5e3780f4da441c">
            <a:extLst>
              <a:ext uri="{96DAC541-7B7A-43D3-8B79-37D633B846F1}">
                <asvg:svgBlip xmlns:asvg="http://schemas.microsoft.com/office/drawing/2016/SVG/main" r:embed="Rf9e7a0972f444e58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5157788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39" name="action-title-2-0">
            <a:extLst xmlns:a="http://schemas.openxmlformats.org/drawingml/2006/main">
              <a:ext uri="{FF2B5EF4-FFF2-40B4-BE49-F238E27FC236}">
                <a16:creationId xmlns:a16="http://schemas.microsoft.com/office/drawing/2014/main" id="{D9EF990A-104E-428D-B162-BAE6A5004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5020570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数据打通</a:t>
            </a:r>
          </a:p>
        </p:txBody>
      </p:sp>
      <p:sp>
        <p:nvSpPr>
          <p:cNvPr id="40" name="action-body-2-0">
            <a:extLst xmlns:a="http://schemas.openxmlformats.org/drawingml/2006/main">
              <a:ext uri="{FF2B5EF4-FFF2-40B4-BE49-F238E27FC236}">
                <a16:creationId xmlns:a16="http://schemas.microsoft.com/office/drawing/2014/main" id="{03ADB40E-2098-455F-BCEE-3E5C0CD1D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5249170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统一分析对象</a:t>
            </a:r>
          </a:p>
        </p:txBody>
      </p:sp>
      <p:sp>
        <p:nvSpPr>
          <p:cNvPr id="41" name="action-icon-shell-2-1">
            <a:extLst xmlns:a="http://schemas.openxmlformats.org/drawingml/2006/main">
              <a:ext uri="{FF2B5EF4-FFF2-40B4-BE49-F238E27FC236}">
                <a16:creationId xmlns:a16="http://schemas.microsoft.com/office/drawing/2014/main" id="{7E915A53-7CB7-498F-9337-51FA16CE0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5081588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1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c7d8102636e4c52">
            <a:extLst>
              <a:ext uri="{96DAC541-7B7A-43D3-8B79-37D633B846F1}">
                <asvg:svgBlip xmlns:asvg="http://schemas.microsoft.com/office/drawing/2016/SVG/main" r:embed="Rd55ef0ca7a8e4bdb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5157788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43" name="action-title-2-1">
            <a:extLst xmlns:a="http://schemas.openxmlformats.org/drawingml/2006/main">
              <a:ext uri="{FF2B5EF4-FFF2-40B4-BE49-F238E27FC236}">
                <a16:creationId xmlns:a16="http://schemas.microsoft.com/office/drawing/2014/main" id="{8F1BC008-65A9-4FF2-A7C3-F0D1BAC52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5020570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自动分群</a:t>
            </a:r>
          </a:p>
        </p:txBody>
      </p:sp>
      <p:sp>
        <p:nvSpPr>
          <p:cNvPr id="44" name="action-body-2-1">
            <a:extLst xmlns:a="http://schemas.openxmlformats.org/drawingml/2006/main">
              <a:ext uri="{FF2B5EF4-FFF2-40B4-BE49-F238E27FC236}">
                <a16:creationId xmlns:a16="http://schemas.microsoft.com/office/drawing/2014/main" id="{15683C55-7D7A-4A65-934E-863E7FEDD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5249170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指导持续运营</a:t>
            </a:r>
          </a:p>
        </p:txBody>
      </p:sp>
      <p:sp>
        <p:nvSpPr>
          <p:cNvPr id="45" name="funnel-step-body-0">
            <a:extLst xmlns:a="http://schemas.openxmlformats.org/drawingml/2006/main">
              <a:ext uri="{FF2B5EF4-FFF2-40B4-BE49-F238E27FC236}">
                <a16:creationId xmlns:a16="http://schemas.microsoft.com/office/drawing/2014/main" id="{B97FC3E8-5B1C-4207-A1BC-575AC6DCA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52750" y="2514600"/>
            <a:ext cx="3331178" cy="807244"/>
          </a:xfrm>
          <a:custGeom xmlns:a="http://schemas.openxmlformats.org/drawingml/2006/main">
            <a:pathLst>
              <a:path w="3331178" h="807244">
                <a:moveTo>
                  <a:pt x="0" y="0"/>
                </a:moveTo>
                <a:lnTo>
                  <a:pt x="15011" y="27756"/>
                </a:lnTo>
                <a:lnTo>
                  <a:pt x="30032" y="55502"/>
                </a:lnTo>
                <a:lnTo>
                  <a:pt x="45044" y="83258"/>
                </a:lnTo>
                <a:lnTo>
                  <a:pt x="60065" y="111014"/>
                </a:lnTo>
                <a:lnTo>
                  <a:pt x="75076" y="138760"/>
                </a:lnTo>
                <a:lnTo>
                  <a:pt x="90087" y="166516"/>
                </a:lnTo>
                <a:lnTo>
                  <a:pt x="105108" y="194262"/>
                </a:lnTo>
                <a:lnTo>
                  <a:pt x="120120" y="222018"/>
                </a:lnTo>
                <a:lnTo>
                  <a:pt x="135141" y="249774"/>
                </a:lnTo>
                <a:lnTo>
                  <a:pt x="150152" y="277520"/>
                </a:lnTo>
                <a:lnTo>
                  <a:pt x="165164" y="305276"/>
                </a:lnTo>
                <a:lnTo>
                  <a:pt x="180184" y="333032"/>
                </a:lnTo>
                <a:lnTo>
                  <a:pt x="195196" y="360778"/>
                </a:lnTo>
                <a:lnTo>
                  <a:pt x="210217" y="388534"/>
                </a:lnTo>
                <a:lnTo>
                  <a:pt x="225228" y="416281"/>
                </a:lnTo>
                <a:lnTo>
                  <a:pt x="240249" y="444036"/>
                </a:lnTo>
                <a:lnTo>
                  <a:pt x="255260" y="471792"/>
                </a:lnTo>
                <a:lnTo>
                  <a:pt x="270272" y="499539"/>
                </a:lnTo>
                <a:lnTo>
                  <a:pt x="285293" y="527294"/>
                </a:lnTo>
                <a:lnTo>
                  <a:pt x="300304" y="555050"/>
                </a:lnTo>
                <a:lnTo>
                  <a:pt x="315325" y="582797"/>
                </a:lnTo>
                <a:lnTo>
                  <a:pt x="330337" y="610553"/>
                </a:lnTo>
                <a:lnTo>
                  <a:pt x="345348" y="638299"/>
                </a:lnTo>
                <a:lnTo>
                  <a:pt x="360369" y="666055"/>
                </a:lnTo>
                <a:lnTo>
                  <a:pt x="375380" y="693811"/>
                </a:lnTo>
                <a:lnTo>
                  <a:pt x="390401" y="721557"/>
                </a:lnTo>
                <a:lnTo>
                  <a:pt x="411366" y="743064"/>
                </a:lnTo>
                <a:lnTo>
                  <a:pt x="441579" y="752046"/>
                </a:lnTo>
                <a:lnTo>
                  <a:pt x="472526" y="758200"/>
                </a:lnTo>
                <a:lnTo>
                  <a:pt x="503701" y="763057"/>
                </a:lnTo>
                <a:lnTo>
                  <a:pt x="534991" y="767115"/>
                </a:lnTo>
                <a:lnTo>
                  <a:pt x="566347" y="770639"/>
                </a:lnTo>
                <a:lnTo>
                  <a:pt x="597741" y="773754"/>
                </a:lnTo>
                <a:lnTo>
                  <a:pt x="629174" y="776554"/>
                </a:lnTo>
                <a:lnTo>
                  <a:pt x="660625" y="779078"/>
                </a:lnTo>
                <a:lnTo>
                  <a:pt x="692096" y="781393"/>
                </a:lnTo>
                <a:lnTo>
                  <a:pt x="723576" y="783517"/>
                </a:lnTo>
                <a:lnTo>
                  <a:pt x="755075" y="785479"/>
                </a:lnTo>
                <a:lnTo>
                  <a:pt x="786575" y="787298"/>
                </a:lnTo>
                <a:lnTo>
                  <a:pt x="818083" y="788984"/>
                </a:lnTo>
                <a:lnTo>
                  <a:pt x="849592" y="790556"/>
                </a:lnTo>
                <a:lnTo>
                  <a:pt x="881120" y="792023"/>
                </a:lnTo>
                <a:lnTo>
                  <a:pt x="912638" y="793394"/>
                </a:lnTo>
                <a:lnTo>
                  <a:pt x="944166" y="794671"/>
                </a:lnTo>
                <a:lnTo>
                  <a:pt x="975703" y="795861"/>
                </a:lnTo>
                <a:lnTo>
                  <a:pt x="1007231" y="796985"/>
                </a:lnTo>
                <a:lnTo>
                  <a:pt x="1038768" y="798033"/>
                </a:lnTo>
                <a:lnTo>
                  <a:pt x="1070305" y="798995"/>
                </a:lnTo>
                <a:lnTo>
                  <a:pt x="1101852" y="799900"/>
                </a:lnTo>
                <a:lnTo>
                  <a:pt x="1133389" y="800748"/>
                </a:lnTo>
                <a:lnTo>
                  <a:pt x="1164936" y="801538"/>
                </a:lnTo>
                <a:lnTo>
                  <a:pt x="1196483" y="802262"/>
                </a:lnTo>
                <a:lnTo>
                  <a:pt x="1228030" y="802938"/>
                </a:lnTo>
                <a:lnTo>
                  <a:pt x="1259576" y="803548"/>
                </a:lnTo>
                <a:lnTo>
                  <a:pt x="1291123" y="804110"/>
                </a:lnTo>
                <a:lnTo>
                  <a:pt x="1322680" y="804624"/>
                </a:lnTo>
                <a:lnTo>
                  <a:pt x="1354226" y="805091"/>
                </a:lnTo>
                <a:lnTo>
                  <a:pt x="1385773" y="805510"/>
                </a:lnTo>
                <a:lnTo>
                  <a:pt x="1417330" y="805882"/>
                </a:lnTo>
                <a:lnTo>
                  <a:pt x="1448886" y="806206"/>
                </a:lnTo>
                <a:lnTo>
                  <a:pt x="1480433" y="806482"/>
                </a:lnTo>
                <a:lnTo>
                  <a:pt x="1511989" y="806720"/>
                </a:lnTo>
                <a:lnTo>
                  <a:pt x="1543545" y="806910"/>
                </a:lnTo>
                <a:lnTo>
                  <a:pt x="1575092" y="807063"/>
                </a:lnTo>
                <a:lnTo>
                  <a:pt x="1606648" y="807168"/>
                </a:lnTo>
                <a:lnTo>
                  <a:pt x="1638205" y="807225"/>
                </a:lnTo>
                <a:lnTo>
                  <a:pt x="1669752" y="807244"/>
                </a:lnTo>
                <a:lnTo>
                  <a:pt x="1701308" y="807215"/>
                </a:lnTo>
                <a:lnTo>
                  <a:pt x="1732864" y="807149"/>
                </a:lnTo>
                <a:lnTo>
                  <a:pt x="1764421" y="807034"/>
                </a:lnTo>
                <a:lnTo>
                  <a:pt x="1795967" y="806882"/>
                </a:lnTo>
                <a:lnTo>
                  <a:pt x="1827524" y="806682"/>
                </a:lnTo>
                <a:lnTo>
                  <a:pt x="1859080" y="806434"/>
                </a:lnTo>
                <a:lnTo>
                  <a:pt x="1890627" y="806148"/>
                </a:lnTo>
                <a:lnTo>
                  <a:pt x="1922183" y="805815"/>
                </a:lnTo>
                <a:lnTo>
                  <a:pt x="1953730" y="805434"/>
                </a:lnTo>
                <a:lnTo>
                  <a:pt x="1985286" y="805015"/>
                </a:lnTo>
                <a:lnTo>
                  <a:pt x="2016833" y="804539"/>
                </a:lnTo>
                <a:lnTo>
                  <a:pt x="2048380" y="804015"/>
                </a:lnTo>
                <a:lnTo>
                  <a:pt x="2079936" y="803443"/>
                </a:lnTo>
                <a:lnTo>
                  <a:pt x="2111483" y="802815"/>
                </a:lnTo>
                <a:lnTo>
                  <a:pt x="2143030" y="802129"/>
                </a:lnTo>
                <a:lnTo>
                  <a:pt x="2174577" y="801395"/>
                </a:lnTo>
                <a:lnTo>
                  <a:pt x="2206114" y="800595"/>
                </a:lnTo>
                <a:lnTo>
                  <a:pt x="2237661" y="799748"/>
                </a:lnTo>
                <a:lnTo>
                  <a:pt x="2269198" y="798833"/>
                </a:lnTo>
                <a:lnTo>
                  <a:pt x="2300735" y="797843"/>
                </a:lnTo>
                <a:lnTo>
                  <a:pt x="2332272" y="796785"/>
                </a:lnTo>
                <a:lnTo>
                  <a:pt x="2363810" y="795652"/>
                </a:lnTo>
                <a:lnTo>
                  <a:pt x="2395337" y="794442"/>
                </a:lnTo>
                <a:lnTo>
                  <a:pt x="2426865" y="793156"/>
                </a:lnTo>
                <a:lnTo>
                  <a:pt x="2458393" y="791766"/>
                </a:lnTo>
                <a:lnTo>
                  <a:pt x="2489911" y="790280"/>
                </a:lnTo>
                <a:lnTo>
                  <a:pt x="2521420" y="788689"/>
                </a:lnTo>
                <a:lnTo>
                  <a:pt x="2552929" y="786975"/>
                </a:lnTo>
                <a:lnTo>
                  <a:pt x="2584428" y="785136"/>
                </a:lnTo>
                <a:lnTo>
                  <a:pt x="2615917" y="783136"/>
                </a:lnTo>
                <a:lnTo>
                  <a:pt x="2647398" y="780993"/>
                </a:lnTo>
                <a:lnTo>
                  <a:pt x="2678868" y="778640"/>
                </a:lnTo>
                <a:lnTo>
                  <a:pt x="2710320" y="776059"/>
                </a:lnTo>
                <a:lnTo>
                  <a:pt x="2741743" y="773211"/>
                </a:lnTo>
                <a:lnTo>
                  <a:pt x="2773137" y="770030"/>
                </a:lnTo>
                <a:lnTo>
                  <a:pt x="2804484" y="766420"/>
                </a:lnTo>
                <a:lnTo>
                  <a:pt x="2835754" y="762238"/>
                </a:lnTo>
                <a:lnTo>
                  <a:pt x="2866901" y="757199"/>
                </a:lnTo>
                <a:lnTo>
                  <a:pt x="2897772" y="750703"/>
                </a:lnTo>
                <a:lnTo>
                  <a:pt x="2927652" y="740721"/>
                </a:lnTo>
                <a:lnTo>
                  <a:pt x="2946092" y="716490"/>
                </a:lnTo>
                <a:lnTo>
                  <a:pt x="2961113" y="688743"/>
                </a:lnTo>
                <a:lnTo>
                  <a:pt x="2976124" y="660987"/>
                </a:lnTo>
                <a:lnTo>
                  <a:pt x="2991145" y="633232"/>
                </a:lnTo>
                <a:lnTo>
                  <a:pt x="3006157" y="605485"/>
                </a:lnTo>
                <a:lnTo>
                  <a:pt x="3021168" y="577729"/>
                </a:lnTo>
                <a:lnTo>
                  <a:pt x="3036189" y="549983"/>
                </a:lnTo>
                <a:lnTo>
                  <a:pt x="3051200" y="522227"/>
                </a:lnTo>
                <a:lnTo>
                  <a:pt x="3066221" y="494471"/>
                </a:lnTo>
                <a:lnTo>
                  <a:pt x="3081233" y="466725"/>
                </a:lnTo>
                <a:lnTo>
                  <a:pt x="3096244" y="438969"/>
                </a:lnTo>
                <a:lnTo>
                  <a:pt x="3111265" y="411213"/>
                </a:lnTo>
                <a:lnTo>
                  <a:pt x="3126276" y="383467"/>
                </a:lnTo>
                <a:lnTo>
                  <a:pt x="3141297" y="355711"/>
                </a:lnTo>
                <a:lnTo>
                  <a:pt x="3156309" y="327965"/>
                </a:lnTo>
                <a:lnTo>
                  <a:pt x="3171320" y="300209"/>
                </a:lnTo>
                <a:lnTo>
                  <a:pt x="3186341" y="272453"/>
                </a:lnTo>
                <a:lnTo>
                  <a:pt x="3201353" y="244707"/>
                </a:lnTo>
                <a:lnTo>
                  <a:pt x="3216373" y="216951"/>
                </a:lnTo>
                <a:lnTo>
                  <a:pt x="3231385" y="189195"/>
                </a:lnTo>
                <a:lnTo>
                  <a:pt x="3246396" y="161449"/>
                </a:lnTo>
                <a:lnTo>
                  <a:pt x="3261417" y="133693"/>
                </a:lnTo>
                <a:lnTo>
                  <a:pt x="3276429" y="105937"/>
                </a:lnTo>
                <a:lnTo>
                  <a:pt x="3291449" y="78191"/>
                </a:lnTo>
                <a:lnTo>
                  <a:pt x="3306461" y="50435"/>
                </a:lnTo>
                <a:lnTo>
                  <a:pt x="3321472" y="22689"/>
                </a:lnTo>
                <a:lnTo>
                  <a:pt x="3331178" y="4982"/>
                </a:lnTo>
                <a:lnTo>
                  <a:pt x="3302260" y="16955"/>
                </a:lnTo>
                <a:lnTo>
                  <a:pt x="3271390" y="23451"/>
                </a:lnTo>
                <a:lnTo>
                  <a:pt x="3240224" y="28318"/>
                </a:lnTo>
                <a:lnTo>
                  <a:pt x="3208915" y="32309"/>
                </a:lnTo>
                <a:lnTo>
                  <a:pt x="3177550" y="35728"/>
                </a:lnTo>
                <a:lnTo>
                  <a:pt x="3146146" y="38757"/>
                </a:lnTo>
                <a:lnTo>
                  <a:pt x="3114704" y="41462"/>
                </a:lnTo>
                <a:lnTo>
                  <a:pt x="3083252" y="43920"/>
                </a:lnTo>
                <a:lnTo>
                  <a:pt x="3051772" y="46177"/>
                </a:lnTo>
                <a:lnTo>
                  <a:pt x="3020292" y="48254"/>
                </a:lnTo>
                <a:lnTo>
                  <a:pt x="2988793" y="50187"/>
                </a:lnTo>
                <a:lnTo>
                  <a:pt x="2957293" y="51978"/>
                </a:lnTo>
                <a:lnTo>
                  <a:pt x="2925785" y="53673"/>
                </a:lnTo>
                <a:lnTo>
                  <a:pt x="2894267" y="55255"/>
                </a:lnTo>
                <a:lnTo>
                  <a:pt x="2862748" y="56740"/>
                </a:lnTo>
                <a:lnTo>
                  <a:pt x="2831230" y="58150"/>
                </a:lnTo>
                <a:lnTo>
                  <a:pt x="2799702" y="59474"/>
                </a:lnTo>
                <a:lnTo>
                  <a:pt x="2768175" y="60731"/>
                </a:lnTo>
                <a:lnTo>
                  <a:pt x="2736647" y="61922"/>
                </a:lnTo>
                <a:lnTo>
                  <a:pt x="2705110" y="63046"/>
                </a:lnTo>
                <a:lnTo>
                  <a:pt x="2673572" y="64113"/>
                </a:lnTo>
                <a:lnTo>
                  <a:pt x="2642035" y="65132"/>
                </a:lnTo>
                <a:lnTo>
                  <a:pt x="2610498" y="66094"/>
                </a:lnTo>
                <a:lnTo>
                  <a:pt x="2578951" y="67008"/>
                </a:lnTo>
                <a:lnTo>
                  <a:pt x="2547414" y="67885"/>
                </a:lnTo>
                <a:lnTo>
                  <a:pt x="2515867" y="68704"/>
                </a:lnTo>
                <a:lnTo>
                  <a:pt x="2484330" y="69494"/>
                </a:lnTo>
                <a:lnTo>
                  <a:pt x="2452783" y="70237"/>
                </a:lnTo>
                <a:lnTo>
                  <a:pt x="2421236" y="70942"/>
                </a:lnTo>
                <a:lnTo>
                  <a:pt x="2389689" y="71609"/>
                </a:lnTo>
                <a:lnTo>
                  <a:pt x="2358142" y="72238"/>
                </a:lnTo>
                <a:lnTo>
                  <a:pt x="2326596" y="72828"/>
                </a:lnTo>
                <a:lnTo>
                  <a:pt x="2295039" y="73390"/>
                </a:lnTo>
                <a:lnTo>
                  <a:pt x="2263492" y="73924"/>
                </a:lnTo>
                <a:lnTo>
                  <a:pt x="2231946" y="74419"/>
                </a:lnTo>
                <a:lnTo>
                  <a:pt x="2200389" y="74886"/>
                </a:lnTo>
                <a:lnTo>
                  <a:pt x="2168843" y="75324"/>
                </a:lnTo>
                <a:lnTo>
                  <a:pt x="2137296" y="75724"/>
                </a:lnTo>
                <a:lnTo>
                  <a:pt x="2105739" y="76105"/>
                </a:lnTo>
                <a:lnTo>
                  <a:pt x="2074183" y="76457"/>
                </a:lnTo>
                <a:lnTo>
                  <a:pt x="2042636" y="76772"/>
                </a:lnTo>
                <a:lnTo>
                  <a:pt x="2011080" y="77067"/>
                </a:lnTo>
                <a:lnTo>
                  <a:pt x="1979533" y="77343"/>
                </a:lnTo>
                <a:lnTo>
                  <a:pt x="1947977" y="77572"/>
                </a:lnTo>
                <a:lnTo>
                  <a:pt x="1916420" y="77791"/>
                </a:lnTo>
                <a:lnTo>
                  <a:pt x="1884874" y="77972"/>
                </a:lnTo>
                <a:lnTo>
                  <a:pt x="1853317" y="78143"/>
                </a:lnTo>
                <a:lnTo>
                  <a:pt x="1821761" y="78276"/>
                </a:lnTo>
                <a:lnTo>
                  <a:pt x="1790214" y="78391"/>
                </a:lnTo>
                <a:lnTo>
                  <a:pt x="1758658" y="78467"/>
                </a:lnTo>
                <a:lnTo>
                  <a:pt x="1727102" y="78534"/>
                </a:lnTo>
                <a:lnTo>
                  <a:pt x="1695545" y="78572"/>
                </a:lnTo>
                <a:lnTo>
                  <a:pt x="1663998" y="78581"/>
                </a:lnTo>
                <a:lnTo>
                  <a:pt x="1632442" y="78562"/>
                </a:lnTo>
                <a:lnTo>
                  <a:pt x="1600886" y="78524"/>
                </a:lnTo>
                <a:lnTo>
                  <a:pt x="1569329" y="78457"/>
                </a:lnTo>
                <a:lnTo>
                  <a:pt x="1537783" y="78372"/>
                </a:lnTo>
                <a:lnTo>
                  <a:pt x="1506226" y="78257"/>
                </a:lnTo>
                <a:lnTo>
                  <a:pt x="1474670" y="78115"/>
                </a:lnTo>
                <a:lnTo>
                  <a:pt x="1443114" y="77943"/>
                </a:lnTo>
                <a:lnTo>
                  <a:pt x="1411567" y="77753"/>
                </a:lnTo>
                <a:lnTo>
                  <a:pt x="1380011" y="77534"/>
                </a:lnTo>
                <a:lnTo>
                  <a:pt x="1348454" y="77286"/>
                </a:lnTo>
                <a:lnTo>
                  <a:pt x="1316907" y="77019"/>
                </a:lnTo>
                <a:lnTo>
                  <a:pt x="1285351" y="76724"/>
                </a:lnTo>
                <a:lnTo>
                  <a:pt x="1253804" y="76391"/>
                </a:lnTo>
                <a:lnTo>
                  <a:pt x="1222248" y="76038"/>
                </a:lnTo>
                <a:lnTo>
                  <a:pt x="1190701" y="75657"/>
                </a:lnTo>
                <a:lnTo>
                  <a:pt x="1159145" y="75248"/>
                </a:lnTo>
                <a:lnTo>
                  <a:pt x="1127598" y="74809"/>
                </a:lnTo>
                <a:lnTo>
                  <a:pt x="1096042" y="74333"/>
                </a:lnTo>
                <a:lnTo>
                  <a:pt x="1064495" y="73828"/>
                </a:lnTo>
                <a:lnTo>
                  <a:pt x="1032948" y="73295"/>
                </a:lnTo>
                <a:lnTo>
                  <a:pt x="1001401" y="72723"/>
                </a:lnTo>
                <a:lnTo>
                  <a:pt x="969845" y="72123"/>
                </a:lnTo>
                <a:lnTo>
                  <a:pt x="938298" y="71485"/>
                </a:lnTo>
                <a:lnTo>
                  <a:pt x="906751" y="70809"/>
                </a:lnTo>
                <a:lnTo>
                  <a:pt x="875205" y="70104"/>
                </a:lnTo>
                <a:lnTo>
                  <a:pt x="843667" y="69352"/>
                </a:lnTo>
                <a:lnTo>
                  <a:pt x="812121" y="68561"/>
                </a:lnTo>
                <a:lnTo>
                  <a:pt x="780574" y="67723"/>
                </a:lnTo>
                <a:lnTo>
                  <a:pt x="749036" y="66846"/>
                </a:lnTo>
                <a:lnTo>
                  <a:pt x="717499" y="65923"/>
                </a:lnTo>
                <a:lnTo>
                  <a:pt x="685952" y="64951"/>
                </a:lnTo>
                <a:lnTo>
                  <a:pt x="654415" y="63922"/>
                </a:lnTo>
                <a:lnTo>
                  <a:pt x="622887" y="62846"/>
                </a:lnTo>
                <a:lnTo>
                  <a:pt x="591350" y="61703"/>
                </a:lnTo>
                <a:lnTo>
                  <a:pt x="559822" y="60503"/>
                </a:lnTo>
                <a:lnTo>
                  <a:pt x="528295" y="59236"/>
                </a:lnTo>
                <a:lnTo>
                  <a:pt x="496767" y="57902"/>
                </a:lnTo>
                <a:lnTo>
                  <a:pt x="465239" y="56483"/>
                </a:lnTo>
                <a:lnTo>
                  <a:pt x="433721" y="54978"/>
                </a:lnTo>
                <a:lnTo>
                  <a:pt x="402212" y="53369"/>
                </a:lnTo>
                <a:lnTo>
                  <a:pt x="370703" y="51664"/>
                </a:lnTo>
                <a:lnTo>
                  <a:pt x="339204" y="49844"/>
                </a:lnTo>
                <a:lnTo>
                  <a:pt x="307705" y="47892"/>
                </a:lnTo>
                <a:lnTo>
                  <a:pt x="276225" y="45777"/>
                </a:lnTo>
                <a:lnTo>
                  <a:pt x="244754" y="43491"/>
                </a:lnTo>
                <a:lnTo>
                  <a:pt x="213303" y="40986"/>
                </a:lnTo>
                <a:lnTo>
                  <a:pt x="181870" y="38224"/>
                </a:lnTo>
                <a:lnTo>
                  <a:pt x="150466" y="35147"/>
                </a:lnTo>
                <a:lnTo>
                  <a:pt x="119110" y="31633"/>
                </a:lnTo>
                <a:lnTo>
                  <a:pt x="87830" y="27499"/>
                </a:lnTo>
                <a:lnTo>
                  <a:pt x="56683" y="22422"/>
                </a:lnTo>
                <a:lnTo>
                  <a:pt x="25927" y="1544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46" name="funnel-step-cap-0">
            <a:extLst xmlns:a="http://schemas.openxmlformats.org/drawingml/2006/main">
              <a:ext uri="{FF2B5EF4-FFF2-40B4-BE49-F238E27FC236}">
                <a16:creationId xmlns:a16="http://schemas.microsoft.com/office/drawing/2014/main" id="{6F2AC740-57BE-4E1A-98B2-1FCF6973A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52750" y="2390775"/>
            <a:ext cx="33337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47" name="funnel-step-body-1">
            <a:extLst xmlns:a="http://schemas.openxmlformats.org/drawingml/2006/main">
              <a:ext uri="{FF2B5EF4-FFF2-40B4-BE49-F238E27FC236}">
                <a16:creationId xmlns:a16="http://schemas.microsoft.com/office/drawing/2014/main" id="{E9A61BAA-5B7B-4E9F-9A9E-75FFC0C31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346990" y="3424238"/>
            <a:ext cx="2543223" cy="807234"/>
          </a:xfrm>
          <a:custGeom xmlns:a="http://schemas.openxmlformats.org/drawingml/2006/main">
            <a:pathLst>
              <a:path w="2543223" h="807234">
                <a:moveTo>
                  <a:pt x="0" y="0"/>
                </a:moveTo>
                <a:lnTo>
                  <a:pt x="9735" y="23517"/>
                </a:lnTo>
                <a:lnTo>
                  <a:pt x="19479" y="47034"/>
                </a:lnTo>
                <a:lnTo>
                  <a:pt x="29213" y="70552"/>
                </a:lnTo>
                <a:lnTo>
                  <a:pt x="38957" y="94069"/>
                </a:lnTo>
                <a:lnTo>
                  <a:pt x="48692" y="117586"/>
                </a:lnTo>
                <a:lnTo>
                  <a:pt x="58436" y="141103"/>
                </a:lnTo>
                <a:lnTo>
                  <a:pt x="68170" y="164621"/>
                </a:lnTo>
                <a:lnTo>
                  <a:pt x="77915" y="188138"/>
                </a:lnTo>
                <a:lnTo>
                  <a:pt x="87649" y="211655"/>
                </a:lnTo>
                <a:lnTo>
                  <a:pt x="97393" y="235172"/>
                </a:lnTo>
                <a:lnTo>
                  <a:pt x="107128" y="258689"/>
                </a:lnTo>
                <a:lnTo>
                  <a:pt x="116872" y="282207"/>
                </a:lnTo>
                <a:lnTo>
                  <a:pt x="126606" y="305724"/>
                </a:lnTo>
                <a:lnTo>
                  <a:pt x="136341" y="329241"/>
                </a:lnTo>
                <a:lnTo>
                  <a:pt x="146085" y="352758"/>
                </a:lnTo>
                <a:lnTo>
                  <a:pt x="155819" y="376276"/>
                </a:lnTo>
                <a:lnTo>
                  <a:pt x="165564" y="399793"/>
                </a:lnTo>
                <a:lnTo>
                  <a:pt x="175298" y="423310"/>
                </a:lnTo>
                <a:lnTo>
                  <a:pt x="185042" y="446827"/>
                </a:lnTo>
                <a:lnTo>
                  <a:pt x="194777" y="470345"/>
                </a:lnTo>
                <a:lnTo>
                  <a:pt x="204521" y="493862"/>
                </a:lnTo>
                <a:lnTo>
                  <a:pt x="214255" y="517379"/>
                </a:lnTo>
                <a:lnTo>
                  <a:pt x="223999" y="540896"/>
                </a:lnTo>
                <a:lnTo>
                  <a:pt x="233734" y="564413"/>
                </a:lnTo>
                <a:lnTo>
                  <a:pt x="243478" y="587931"/>
                </a:lnTo>
                <a:lnTo>
                  <a:pt x="253213" y="611448"/>
                </a:lnTo>
                <a:lnTo>
                  <a:pt x="262947" y="634965"/>
                </a:lnTo>
                <a:lnTo>
                  <a:pt x="272691" y="658482"/>
                </a:lnTo>
                <a:lnTo>
                  <a:pt x="282426" y="682000"/>
                </a:lnTo>
                <a:lnTo>
                  <a:pt x="292170" y="705517"/>
                </a:lnTo>
                <a:lnTo>
                  <a:pt x="301762" y="729072"/>
                </a:lnTo>
                <a:lnTo>
                  <a:pt x="319764" y="745474"/>
                </a:lnTo>
                <a:lnTo>
                  <a:pt x="343805" y="753770"/>
                </a:lnTo>
                <a:lnTo>
                  <a:pt x="368541" y="759752"/>
                </a:lnTo>
                <a:lnTo>
                  <a:pt x="393544" y="764534"/>
                </a:lnTo>
                <a:lnTo>
                  <a:pt x="418671" y="768582"/>
                </a:lnTo>
                <a:lnTo>
                  <a:pt x="443884" y="772097"/>
                </a:lnTo>
                <a:lnTo>
                  <a:pt x="469144" y="775211"/>
                </a:lnTo>
                <a:lnTo>
                  <a:pt x="494443" y="778002"/>
                </a:lnTo>
                <a:lnTo>
                  <a:pt x="519770" y="780526"/>
                </a:lnTo>
                <a:lnTo>
                  <a:pt x="545125" y="782841"/>
                </a:lnTo>
                <a:lnTo>
                  <a:pt x="570490" y="784965"/>
                </a:lnTo>
                <a:lnTo>
                  <a:pt x="595865" y="786917"/>
                </a:lnTo>
                <a:lnTo>
                  <a:pt x="621259" y="788727"/>
                </a:lnTo>
                <a:lnTo>
                  <a:pt x="646652" y="790404"/>
                </a:lnTo>
                <a:lnTo>
                  <a:pt x="672065" y="791956"/>
                </a:lnTo>
                <a:lnTo>
                  <a:pt x="697478" y="793404"/>
                </a:lnTo>
                <a:lnTo>
                  <a:pt x="722890" y="794756"/>
                </a:lnTo>
                <a:lnTo>
                  <a:pt x="748313" y="796014"/>
                </a:lnTo>
                <a:lnTo>
                  <a:pt x="773744" y="797176"/>
                </a:lnTo>
                <a:lnTo>
                  <a:pt x="799176" y="798262"/>
                </a:lnTo>
                <a:lnTo>
                  <a:pt x="824608" y="799271"/>
                </a:lnTo>
                <a:lnTo>
                  <a:pt x="850049" y="800214"/>
                </a:lnTo>
                <a:lnTo>
                  <a:pt x="875481" y="801081"/>
                </a:lnTo>
                <a:lnTo>
                  <a:pt x="900922" y="801881"/>
                </a:lnTo>
                <a:lnTo>
                  <a:pt x="926373" y="802615"/>
                </a:lnTo>
                <a:lnTo>
                  <a:pt x="951814" y="803291"/>
                </a:lnTo>
                <a:lnTo>
                  <a:pt x="977265" y="803920"/>
                </a:lnTo>
                <a:lnTo>
                  <a:pt x="1002706" y="804481"/>
                </a:lnTo>
                <a:lnTo>
                  <a:pt x="1028157" y="804986"/>
                </a:lnTo>
                <a:lnTo>
                  <a:pt x="1053608" y="805434"/>
                </a:lnTo>
                <a:lnTo>
                  <a:pt x="1079059" y="805834"/>
                </a:lnTo>
                <a:lnTo>
                  <a:pt x="1104509" y="806186"/>
                </a:lnTo>
                <a:lnTo>
                  <a:pt x="1129960" y="806482"/>
                </a:lnTo>
                <a:lnTo>
                  <a:pt x="1155411" y="806729"/>
                </a:lnTo>
                <a:lnTo>
                  <a:pt x="1180871" y="806929"/>
                </a:lnTo>
                <a:lnTo>
                  <a:pt x="1206322" y="807082"/>
                </a:lnTo>
                <a:lnTo>
                  <a:pt x="1231773" y="807177"/>
                </a:lnTo>
                <a:lnTo>
                  <a:pt x="1257233" y="807234"/>
                </a:lnTo>
                <a:lnTo>
                  <a:pt x="1282684" y="807234"/>
                </a:lnTo>
                <a:lnTo>
                  <a:pt x="1308135" y="807196"/>
                </a:lnTo>
                <a:lnTo>
                  <a:pt x="1333595" y="807101"/>
                </a:lnTo>
                <a:lnTo>
                  <a:pt x="1359046" y="806968"/>
                </a:lnTo>
                <a:lnTo>
                  <a:pt x="1384497" y="806777"/>
                </a:lnTo>
                <a:lnTo>
                  <a:pt x="1409957" y="806539"/>
                </a:lnTo>
                <a:lnTo>
                  <a:pt x="1435408" y="806253"/>
                </a:lnTo>
                <a:lnTo>
                  <a:pt x="1460859" y="805910"/>
                </a:lnTo>
                <a:lnTo>
                  <a:pt x="1486310" y="805520"/>
                </a:lnTo>
                <a:lnTo>
                  <a:pt x="1511760" y="805082"/>
                </a:lnTo>
                <a:lnTo>
                  <a:pt x="1537211" y="804586"/>
                </a:lnTo>
                <a:lnTo>
                  <a:pt x="1562652" y="804043"/>
                </a:lnTo>
                <a:lnTo>
                  <a:pt x="1588103" y="803434"/>
                </a:lnTo>
                <a:lnTo>
                  <a:pt x="1613545" y="802767"/>
                </a:lnTo>
                <a:lnTo>
                  <a:pt x="1638995" y="802043"/>
                </a:lnTo>
                <a:lnTo>
                  <a:pt x="1664437" y="801253"/>
                </a:lnTo>
                <a:lnTo>
                  <a:pt x="1689878" y="800395"/>
                </a:lnTo>
                <a:lnTo>
                  <a:pt x="1715310" y="799481"/>
                </a:lnTo>
                <a:lnTo>
                  <a:pt x="1740741" y="798481"/>
                </a:lnTo>
                <a:lnTo>
                  <a:pt x="1766173" y="797414"/>
                </a:lnTo>
                <a:lnTo>
                  <a:pt x="1791605" y="796261"/>
                </a:lnTo>
                <a:lnTo>
                  <a:pt x="1817027" y="795023"/>
                </a:lnTo>
                <a:lnTo>
                  <a:pt x="1842449" y="793699"/>
                </a:lnTo>
                <a:lnTo>
                  <a:pt x="1867862" y="792270"/>
                </a:lnTo>
                <a:lnTo>
                  <a:pt x="1893275" y="790737"/>
                </a:lnTo>
                <a:lnTo>
                  <a:pt x="1918668" y="789089"/>
                </a:lnTo>
                <a:lnTo>
                  <a:pt x="1944062" y="787308"/>
                </a:lnTo>
                <a:lnTo>
                  <a:pt x="1969446" y="785384"/>
                </a:lnTo>
                <a:lnTo>
                  <a:pt x="1994811" y="783307"/>
                </a:lnTo>
                <a:lnTo>
                  <a:pt x="2020167" y="781040"/>
                </a:lnTo>
                <a:lnTo>
                  <a:pt x="2045494" y="778554"/>
                </a:lnTo>
                <a:lnTo>
                  <a:pt x="2070802" y="775821"/>
                </a:lnTo>
                <a:lnTo>
                  <a:pt x="2096081" y="772782"/>
                </a:lnTo>
                <a:lnTo>
                  <a:pt x="2121303" y="769363"/>
                </a:lnTo>
                <a:lnTo>
                  <a:pt x="2146449" y="765439"/>
                </a:lnTo>
                <a:lnTo>
                  <a:pt x="2171481" y="760828"/>
                </a:lnTo>
                <a:lnTo>
                  <a:pt x="2196294" y="755161"/>
                </a:lnTo>
                <a:lnTo>
                  <a:pt x="2220563" y="747532"/>
                </a:lnTo>
                <a:lnTo>
                  <a:pt x="2241756" y="734063"/>
                </a:lnTo>
                <a:lnTo>
                  <a:pt x="2251053" y="710470"/>
                </a:lnTo>
                <a:lnTo>
                  <a:pt x="2260797" y="686953"/>
                </a:lnTo>
                <a:lnTo>
                  <a:pt x="2270531" y="663435"/>
                </a:lnTo>
                <a:lnTo>
                  <a:pt x="2280266" y="639918"/>
                </a:lnTo>
                <a:lnTo>
                  <a:pt x="2290010" y="616401"/>
                </a:lnTo>
                <a:lnTo>
                  <a:pt x="2299745" y="592884"/>
                </a:lnTo>
                <a:lnTo>
                  <a:pt x="2309489" y="569366"/>
                </a:lnTo>
                <a:lnTo>
                  <a:pt x="2319223" y="545849"/>
                </a:lnTo>
                <a:lnTo>
                  <a:pt x="2328967" y="522332"/>
                </a:lnTo>
                <a:lnTo>
                  <a:pt x="2338702" y="498815"/>
                </a:lnTo>
                <a:lnTo>
                  <a:pt x="2348446" y="475298"/>
                </a:lnTo>
                <a:lnTo>
                  <a:pt x="2358180" y="451780"/>
                </a:lnTo>
                <a:lnTo>
                  <a:pt x="2367925" y="428263"/>
                </a:lnTo>
                <a:lnTo>
                  <a:pt x="2377659" y="404746"/>
                </a:lnTo>
                <a:lnTo>
                  <a:pt x="2387403" y="381229"/>
                </a:lnTo>
                <a:lnTo>
                  <a:pt x="2397138" y="357711"/>
                </a:lnTo>
                <a:lnTo>
                  <a:pt x="2406872" y="334194"/>
                </a:lnTo>
                <a:lnTo>
                  <a:pt x="2416616" y="310677"/>
                </a:lnTo>
                <a:lnTo>
                  <a:pt x="2426351" y="287160"/>
                </a:lnTo>
                <a:lnTo>
                  <a:pt x="2436095" y="263633"/>
                </a:lnTo>
                <a:lnTo>
                  <a:pt x="2445829" y="240125"/>
                </a:lnTo>
                <a:lnTo>
                  <a:pt x="2455574" y="216598"/>
                </a:lnTo>
                <a:lnTo>
                  <a:pt x="2465308" y="193081"/>
                </a:lnTo>
                <a:lnTo>
                  <a:pt x="2475052" y="169564"/>
                </a:lnTo>
                <a:lnTo>
                  <a:pt x="2484787" y="146047"/>
                </a:lnTo>
                <a:lnTo>
                  <a:pt x="2494531" y="122530"/>
                </a:lnTo>
                <a:lnTo>
                  <a:pt x="2504265" y="99012"/>
                </a:lnTo>
                <a:lnTo>
                  <a:pt x="2514009" y="75495"/>
                </a:lnTo>
                <a:lnTo>
                  <a:pt x="2523744" y="51978"/>
                </a:lnTo>
                <a:lnTo>
                  <a:pt x="2533479" y="28461"/>
                </a:lnTo>
                <a:lnTo>
                  <a:pt x="2543223" y="4943"/>
                </a:lnTo>
                <a:lnTo>
                  <a:pt x="2531259" y="13068"/>
                </a:lnTo>
                <a:lnTo>
                  <a:pt x="2507132" y="21117"/>
                </a:lnTo>
                <a:lnTo>
                  <a:pt x="2482310" y="26718"/>
                </a:lnTo>
                <a:lnTo>
                  <a:pt x="2457250" y="31156"/>
                </a:lnTo>
                <a:lnTo>
                  <a:pt x="2432075" y="34909"/>
                </a:lnTo>
                <a:lnTo>
                  <a:pt x="2406825" y="38176"/>
                </a:lnTo>
                <a:lnTo>
                  <a:pt x="2381545" y="41081"/>
                </a:lnTo>
                <a:lnTo>
                  <a:pt x="2356218" y="43701"/>
                </a:lnTo>
                <a:lnTo>
                  <a:pt x="2330882" y="46091"/>
                </a:lnTo>
                <a:lnTo>
                  <a:pt x="2305517" y="48292"/>
                </a:lnTo>
                <a:lnTo>
                  <a:pt x="2280152" y="50321"/>
                </a:lnTo>
                <a:lnTo>
                  <a:pt x="2254768" y="52207"/>
                </a:lnTo>
                <a:lnTo>
                  <a:pt x="2229374" y="53969"/>
                </a:lnTo>
                <a:lnTo>
                  <a:pt x="2203971" y="55616"/>
                </a:lnTo>
                <a:lnTo>
                  <a:pt x="2178568" y="57160"/>
                </a:lnTo>
                <a:lnTo>
                  <a:pt x="2153155" y="58617"/>
                </a:lnTo>
                <a:lnTo>
                  <a:pt x="2127733" y="59998"/>
                </a:lnTo>
                <a:lnTo>
                  <a:pt x="2102310" y="61293"/>
                </a:lnTo>
                <a:lnTo>
                  <a:pt x="2076888" y="62513"/>
                </a:lnTo>
                <a:lnTo>
                  <a:pt x="2051456" y="63675"/>
                </a:lnTo>
                <a:lnTo>
                  <a:pt x="2026034" y="64770"/>
                </a:lnTo>
                <a:lnTo>
                  <a:pt x="2000593" y="65799"/>
                </a:lnTo>
                <a:lnTo>
                  <a:pt x="1975161" y="66780"/>
                </a:lnTo>
                <a:lnTo>
                  <a:pt x="1949729" y="67713"/>
                </a:lnTo>
                <a:lnTo>
                  <a:pt x="1924288" y="68590"/>
                </a:lnTo>
                <a:lnTo>
                  <a:pt x="1898847" y="69428"/>
                </a:lnTo>
                <a:lnTo>
                  <a:pt x="1873406" y="70209"/>
                </a:lnTo>
                <a:lnTo>
                  <a:pt x="1847964" y="70961"/>
                </a:lnTo>
                <a:lnTo>
                  <a:pt x="1822514" y="71657"/>
                </a:lnTo>
                <a:lnTo>
                  <a:pt x="1797072" y="72323"/>
                </a:lnTo>
                <a:lnTo>
                  <a:pt x="1771621" y="72942"/>
                </a:lnTo>
                <a:lnTo>
                  <a:pt x="1746180" y="73523"/>
                </a:lnTo>
                <a:lnTo>
                  <a:pt x="1720729" y="74076"/>
                </a:lnTo>
                <a:lnTo>
                  <a:pt x="1695279" y="74590"/>
                </a:lnTo>
                <a:lnTo>
                  <a:pt x="1669828" y="75067"/>
                </a:lnTo>
                <a:lnTo>
                  <a:pt x="1644377" y="75514"/>
                </a:lnTo>
                <a:lnTo>
                  <a:pt x="1618926" y="75933"/>
                </a:lnTo>
                <a:lnTo>
                  <a:pt x="1593475" y="76314"/>
                </a:lnTo>
                <a:lnTo>
                  <a:pt x="1568025" y="76667"/>
                </a:lnTo>
                <a:lnTo>
                  <a:pt x="1542574" y="76991"/>
                </a:lnTo>
                <a:lnTo>
                  <a:pt x="1517123" y="77276"/>
                </a:lnTo>
                <a:lnTo>
                  <a:pt x="1491672" y="77534"/>
                </a:lnTo>
                <a:lnTo>
                  <a:pt x="1466212" y="77762"/>
                </a:lnTo>
                <a:lnTo>
                  <a:pt x="1440761" y="77962"/>
                </a:lnTo>
                <a:lnTo>
                  <a:pt x="1415310" y="78134"/>
                </a:lnTo>
                <a:lnTo>
                  <a:pt x="1389859" y="78286"/>
                </a:lnTo>
                <a:lnTo>
                  <a:pt x="1364399" y="78400"/>
                </a:lnTo>
                <a:lnTo>
                  <a:pt x="1338948" y="78486"/>
                </a:lnTo>
                <a:lnTo>
                  <a:pt x="1313498" y="78543"/>
                </a:lnTo>
                <a:lnTo>
                  <a:pt x="1288037" y="78572"/>
                </a:lnTo>
                <a:lnTo>
                  <a:pt x="1262586" y="78572"/>
                </a:lnTo>
                <a:lnTo>
                  <a:pt x="1237136" y="78553"/>
                </a:lnTo>
                <a:lnTo>
                  <a:pt x="1211675" y="78505"/>
                </a:lnTo>
                <a:lnTo>
                  <a:pt x="1186224" y="78419"/>
                </a:lnTo>
                <a:lnTo>
                  <a:pt x="1160774" y="78305"/>
                </a:lnTo>
                <a:lnTo>
                  <a:pt x="1135313" y="78172"/>
                </a:lnTo>
                <a:lnTo>
                  <a:pt x="1109863" y="78000"/>
                </a:lnTo>
                <a:lnTo>
                  <a:pt x="1084412" y="77810"/>
                </a:lnTo>
                <a:lnTo>
                  <a:pt x="1058951" y="77581"/>
                </a:lnTo>
                <a:lnTo>
                  <a:pt x="1033501" y="77333"/>
                </a:lnTo>
                <a:lnTo>
                  <a:pt x="1008050" y="77048"/>
                </a:lnTo>
                <a:lnTo>
                  <a:pt x="982599" y="76733"/>
                </a:lnTo>
                <a:lnTo>
                  <a:pt x="957148" y="76391"/>
                </a:lnTo>
                <a:lnTo>
                  <a:pt x="931697" y="76010"/>
                </a:lnTo>
                <a:lnTo>
                  <a:pt x="906247" y="75609"/>
                </a:lnTo>
                <a:lnTo>
                  <a:pt x="880796" y="75171"/>
                </a:lnTo>
                <a:lnTo>
                  <a:pt x="855345" y="74695"/>
                </a:lnTo>
                <a:lnTo>
                  <a:pt x="829894" y="74190"/>
                </a:lnTo>
                <a:lnTo>
                  <a:pt x="804443" y="73647"/>
                </a:lnTo>
                <a:lnTo>
                  <a:pt x="779002" y="73066"/>
                </a:lnTo>
                <a:lnTo>
                  <a:pt x="753551" y="72457"/>
                </a:lnTo>
                <a:lnTo>
                  <a:pt x="728110" y="71799"/>
                </a:lnTo>
                <a:lnTo>
                  <a:pt x="702659" y="71104"/>
                </a:lnTo>
                <a:lnTo>
                  <a:pt x="677218" y="70371"/>
                </a:lnTo>
                <a:lnTo>
                  <a:pt x="651777" y="69590"/>
                </a:lnTo>
                <a:lnTo>
                  <a:pt x="626335" y="68771"/>
                </a:lnTo>
                <a:lnTo>
                  <a:pt x="600894" y="67904"/>
                </a:lnTo>
                <a:lnTo>
                  <a:pt x="575462" y="66980"/>
                </a:lnTo>
                <a:lnTo>
                  <a:pt x="550021" y="66008"/>
                </a:lnTo>
                <a:lnTo>
                  <a:pt x="524589" y="64989"/>
                </a:lnTo>
                <a:lnTo>
                  <a:pt x="499158" y="63903"/>
                </a:lnTo>
                <a:lnTo>
                  <a:pt x="473726" y="62760"/>
                </a:lnTo>
                <a:lnTo>
                  <a:pt x="448304" y="61551"/>
                </a:lnTo>
                <a:lnTo>
                  <a:pt x="422881" y="60274"/>
                </a:lnTo>
                <a:lnTo>
                  <a:pt x="397469" y="58922"/>
                </a:lnTo>
                <a:lnTo>
                  <a:pt x="372056" y="57483"/>
                </a:lnTo>
                <a:lnTo>
                  <a:pt x="346643" y="55950"/>
                </a:lnTo>
                <a:lnTo>
                  <a:pt x="321240" y="54321"/>
                </a:lnTo>
                <a:lnTo>
                  <a:pt x="295847" y="52588"/>
                </a:lnTo>
                <a:lnTo>
                  <a:pt x="270462" y="50730"/>
                </a:lnTo>
                <a:lnTo>
                  <a:pt x="245088" y="48730"/>
                </a:lnTo>
                <a:lnTo>
                  <a:pt x="219723" y="46568"/>
                </a:lnTo>
                <a:lnTo>
                  <a:pt x="194377" y="44225"/>
                </a:lnTo>
                <a:lnTo>
                  <a:pt x="169050" y="41653"/>
                </a:lnTo>
                <a:lnTo>
                  <a:pt x="143761" y="38814"/>
                </a:lnTo>
                <a:lnTo>
                  <a:pt x="118501" y="35633"/>
                </a:lnTo>
                <a:lnTo>
                  <a:pt x="93316" y="31994"/>
                </a:lnTo>
                <a:lnTo>
                  <a:pt x="68218" y="27727"/>
                </a:lnTo>
                <a:lnTo>
                  <a:pt x="43329" y="22431"/>
                </a:lnTo>
                <a:lnTo>
                  <a:pt x="18955" y="15126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48" name="funnel-step-cap-1">
            <a:extLst xmlns:a="http://schemas.openxmlformats.org/drawingml/2006/main">
              <a:ext uri="{FF2B5EF4-FFF2-40B4-BE49-F238E27FC236}">
                <a16:creationId xmlns:a16="http://schemas.microsoft.com/office/drawing/2014/main" id="{B1E8CBF3-0B6A-4A3C-BF53-9B5170FC0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346999" y="3300413"/>
            <a:ext cx="2545261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7EAC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49" name="funnel-step-body-2">
            <a:extLst xmlns:a="http://schemas.openxmlformats.org/drawingml/2006/main">
              <a:ext uri="{FF2B5EF4-FFF2-40B4-BE49-F238E27FC236}">
                <a16:creationId xmlns:a16="http://schemas.microsoft.com/office/drawing/2014/main" id="{B8F44B74-E259-43E1-A1DB-22E4FEF65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648742" y="4333875"/>
            <a:ext cx="1938547" cy="807234"/>
          </a:xfrm>
          <a:custGeom xmlns:a="http://schemas.openxmlformats.org/drawingml/2006/main">
            <a:pathLst>
              <a:path w="1938547" h="807234">
                <a:moveTo>
                  <a:pt x="0" y="0"/>
                </a:moveTo>
                <a:lnTo>
                  <a:pt x="7268" y="19288"/>
                </a:lnTo>
                <a:lnTo>
                  <a:pt x="14535" y="38576"/>
                </a:lnTo>
                <a:lnTo>
                  <a:pt x="21803" y="57864"/>
                </a:lnTo>
                <a:lnTo>
                  <a:pt x="29061" y="77153"/>
                </a:lnTo>
                <a:lnTo>
                  <a:pt x="36328" y="96441"/>
                </a:lnTo>
                <a:lnTo>
                  <a:pt x="43596" y="115719"/>
                </a:lnTo>
                <a:lnTo>
                  <a:pt x="50864" y="135007"/>
                </a:lnTo>
                <a:lnTo>
                  <a:pt x="58131" y="154295"/>
                </a:lnTo>
                <a:lnTo>
                  <a:pt x="65399" y="173584"/>
                </a:lnTo>
                <a:lnTo>
                  <a:pt x="72657" y="192872"/>
                </a:lnTo>
                <a:lnTo>
                  <a:pt x="79924" y="212160"/>
                </a:lnTo>
                <a:lnTo>
                  <a:pt x="87192" y="231448"/>
                </a:lnTo>
                <a:lnTo>
                  <a:pt x="94459" y="250736"/>
                </a:lnTo>
                <a:lnTo>
                  <a:pt x="101727" y="270024"/>
                </a:lnTo>
                <a:lnTo>
                  <a:pt x="108995" y="289312"/>
                </a:lnTo>
                <a:lnTo>
                  <a:pt x="116262" y="308591"/>
                </a:lnTo>
                <a:lnTo>
                  <a:pt x="123520" y="327879"/>
                </a:lnTo>
                <a:lnTo>
                  <a:pt x="130788" y="347167"/>
                </a:lnTo>
                <a:lnTo>
                  <a:pt x="138055" y="366455"/>
                </a:lnTo>
                <a:lnTo>
                  <a:pt x="145323" y="385743"/>
                </a:lnTo>
                <a:lnTo>
                  <a:pt x="152591" y="405032"/>
                </a:lnTo>
                <a:lnTo>
                  <a:pt x="159858" y="424320"/>
                </a:lnTo>
                <a:lnTo>
                  <a:pt x="167116" y="443608"/>
                </a:lnTo>
                <a:lnTo>
                  <a:pt x="174384" y="462896"/>
                </a:lnTo>
                <a:lnTo>
                  <a:pt x="181651" y="482184"/>
                </a:lnTo>
                <a:lnTo>
                  <a:pt x="188919" y="501472"/>
                </a:lnTo>
                <a:lnTo>
                  <a:pt x="196186" y="520751"/>
                </a:lnTo>
                <a:lnTo>
                  <a:pt x="203454" y="540039"/>
                </a:lnTo>
                <a:lnTo>
                  <a:pt x="210722" y="559327"/>
                </a:lnTo>
                <a:lnTo>
                  <a:pt x="217980" y="578615"/>
                </a:lnTo>
                <a:lnTo>
                  <a:pt x="225247" y="597903"/>
                </a:lnTo>
                <a:lnTo>
                  <a:pt x="232515" y="617191"/>
                </a:lnTo>
                <a:lnTo>
                  <a:pt x="239782" y="636480"/>
                </a:lnTo>
                <a:lnTo>
                  <a:pt x="247050" y="655768"/>
                </a:lnTo>
                <a:lnTo>
                  <a:pt x="254318" y="675056"/>
                </a:lnTo>
                <a:lnTo>
                  <a:pt x="261576" y="694344"/>
                </a:lnTo>
                <a:lnTo>
                  <a:pt x="268843" y="713632"/>
                </a:lnTo>
                <a:lnTo>
                  <a:pt x="275358" y="733101"/>
                </a:lnTo>
                <a:lnTo>
                  <a:pt x="290046" y="747017"/>
                </a:lnTo>
                <a:lnTo>
                  <a:pt x="308877" y="755342"/>
                </a:lnTo>
                <a:lnTo>
                  <a:pt x="328536" y="761495"/>
                </a:lnTo>
                <a:lnTo>
                  <a:pt x="348539" y="766458"/>
                </a:lnTo>
                <a:lnTo>
                  <a:pt x="368722" y="770649"/>
                </a:lnTo>
                <a:lnTo>
                  <a:pt x="389011" y="774287"/>
                </a:lnTo>
                <a:lnTo>
                  <a:pt x="409365" y="777507"/>
                </a:lnTo>
                <a:lnTo>
                  <a:pt x="429768" y="780383"/>
                </a:lnTo>
                <a:lnTo>
                  <a:pt x="450218" y="782984"/>
                </a:lnTo>
                <a:lnTo>
                  <a:pt x="470697" y="785346"/>
                </a:lnTo>
                <a:lnTo>
                  <a:pt x="491185" y="787498"/>
                </a:lnTo>
                <a:lnTo>
                  <a:pt x="511702" y="789480"/>
                </a:lnTo>
                <a:lnTo>
                  <a:pt x="532238" y="791299"/>
                </a:lnTo>
                <a:lnTo>
                  <a:pt x="552774" y="792975"/>
                </a:lnTo>
                <a:lnTo>
                  <a:pt x="573329" y="794518"/>
                </a:lnTo>
                <a:lnTo>
                  <a:pt x="593893" y="795947"/>
                </a:lnTo>
                <a:lnTo>
                  <a:pt x="614458" y="797262"/>
                </a:lnTo>
                <a:lnTo>
                  <a:pt x="635032" y="798471"/>
                </a:lnTo>
                <a:lnTo>
                  <a:pt x="655615" y="799595"/>
                </a:lnTo>
                <a:lnTo>
                  <a:pt x="676199" y="800614"/>
                </a:lnTo>
                <a:lnTo>
                  <a:pt x="696792" y="801557"/>
                </a:lnTo>
                <a:lnTo>
                  <a:pt x="717385" y="802415"/>
                </a:lnTo>
                <a:lnTo>
                  <a:pt x="737978" y="803196"/>
                </a:lnTo>
                <a:lnTo>
                  <a:pt x="758571" y="803900"/>
                </a:lnTo>
                <a:lnTo>
                  <a:pt x="779174" y="804529"/>
                </a:lnTo>
                <a:lnTo>
                  <a:pt x="799776" y="805091"/>
                </a:lnTo>
                <a:lnTo>
                  <a:pt x="820379" y="805586"/>
                </a:lnTo>
                <a:lnTo>
                  <a:pt x="840991" y="806015"/>
                </a:lnTo>
                <a:lnTo>
                  <a:pt x="861593" y="806377"/>
                </a:lnTo>
                <a:lnTo>
                  <a:pt x="882206" y="806672"/>
                </a:lnTo>
                <a:lnTo>
                  <a:pt x="902818" y="806910"/>
                </a:lnTo>
                <a:lnTo>
                  <a:pt x="923420" y="807082"/>
                </a:lnTo>
                <a:lnTo>
                  <a:pt x="944032" y="807187"/>
                </a:lnTo>
                <a:lnTo>
                  <a:pt x="964644" y="807234"/>
                </a:lnTo>
                <a:lnTo>
                  <a:pt x="985256" y="807225"/>
                </a:lnTo>
                <a:lnTo>
                  <a:pt x="1005869" y="807149"/>
                </a:lnTo>
                <a:lnTo>
                  <a:pt x="1026471" y="807015"/>
                </a:lnTo>
                <a:lnTo>
                  <a:pt x="1047083" y="806825"/>
                </a:lnTo>
                <a:lnTo>
                  <a:pt x="1067695" y="806567"/>
                </a:lnTo>
                <a:lnTo>
                  <a:pt x="1088298" y="806244"/>
                </a:lnTo>
                <a:lnTo>
                  <a:pt x="1108910" y="805853"/>
                </a:lnTo>
                <a:lnTo>
                  <a:pt x="1129513" y="805396"/>
                </a:lnTo>
                <a:lnTo>
                  <a:pt x="1150115" y="804882"/>
                </a:lnTo>
                <a:lnTo>
                  <a:pt x="1170718" y="804291"/>
                </a:lnTo>
                <a:lnTo>
                  <a:pt x="1191320" y="803634"/>
                </a:lnTo>
                <a:lnTo>
                  <a:pt x="1211913" y="802900"/>
                </a:lnTo>
                <a:lnTo>
                  <a:pt x="1232516" y="802081"/>
                </a:lnTo>
                <a:lnTo>
                  <a:pt x="1253099" y="801195"/>
                </a:lnTo>
                <a:lnTo>
                  <a:pt x="1273693" y="800224"/>
                </a:lnTo>
                <a:lnTo>
                  <a:pt x="1294276" y="799167"/>
                </a:lnTo>
                <a:lnTo>
                  <a:pt x="1314850" y="798014"/>
                </a:lnTo>
                <a:lnTo>
                  <a:pt x="1335424" y="796757"/>
                </a:lnTo>
                <a:lnTo>
                  <a:pt x="1355989" y="795404"/>
                </a:lnTo>
                <a:lnTo>
                  <a:pt x="1376543" y="793928"/>
                </a:lnTo>
                <a:lnTo>
                  <a:pt x="1397098" y="792328"/>
                </a:lnTo>
                <a:lnTo>
                  <a:pt x="1417634" y="790594"/>
                </a:lnTo>
                <a:lnTo>
                  <a:pt x="1438161" y="788718"/>
                </a:lnTo>
                <a:lnTo>
                  <a:pt x="1458668" y="786670"/>
                </a:lnTo>
                <a:lnTo>
                  <a:pt x="1479156" y="784441"/>
                </a:lnTo>
                <a:lnTo>
                  <a:pt x="1499616" y="781983"/>
                </a:lnTo>
                <a:lnTo>
                  <a:pt x="1520057" y="779278"/>
                </a:lnTo>
                <a:lnTo>
                  <a:pt x="1540440" y="776278"/>
                </a:lnTo>
                <a:lnTo>
                  <a:pt x="1560776" y="772906"/>
                </a:lnTo>
                <a:lnTo>
                  <a:pt x="1581026" y="769068"/>
                </a:lnTo>
                <a:lnTo>
                  <a:pt x="1601143" y="764600"/>
                </a:lnTo>
                <a:lnTo>
                  <a:pt x="1621041" y="759247"/>
                </a:lnTo>
                <a:lnTo>
                  <a:pt x="1640481" y="752418"/>
                </a:lnTo>
                <a:lnTo>
                  <a:pt x="1658531" y="742579"/>
                </a:lnTo>
                <a:lnTo>
                  <a:pt x="1668523" y="725300"/>
                </a:lnTo>
                <a:lnTo>
                  <a:pt x="1675790" y="706012"/>
                </a:lnTo>
                <a:lnTo>
                  <a:pt x="1683058" y="686724"/>
                </a:lnTo>
                <a:lnTo>
                  <a:pt x="1690316" y="667445"/>
                </a:lnTo>
                <a:lnTo>
                  <a:pt x="1697584" y="648157"/>
                </a:lnTo>
                <a:lnTo>
                  <a:pt x="1704851" y="628869"/>
                </a:lnTo>
                <a:lnTo>
                  <a:pt x="1712119" y="609581"/>
                </a:lnTo>
                <a:lnTo>
                  <a:pt x="1719386" y="590293"/>
                </a:lnTo>
                <a:lnTo>
                  <a:pt x="1726654" y="571005"/>
                </a:lnTo>
                <a:lnTo>
                  <a:pt x="1733912" y="551717"/>
                </a:lnTo>
                <a:lnTo>
                  <a:pt x="1741180" y="532428"/>
                </a:lnTo>
                <a:lnTo>
                  <a:pt x="1748447" y="513140"/>
                </a:lnTo>
                <a:lnTo>
                  <a:pt x="1755715" y="493852"/>
                </a:lnTo>
                <a:lnTo>
                  <a:pt x="1762982" y="474574"/>
                </a:lnTo>
                <a:lnTo>
                  <a:pt x="1770250" y="455285"/>
                </a:lnTo>
                <a:lnTo>
                  <a:pt x="1777517" y="435997"/>
                </a:lnTo>
                <a:lnTo>
                  <a:pt x="1784775" y="416709"/>
                </a:lnTo>
                <a:lnTo>
                  <a:pt x="1792043" y="397421"/>
                </a:lnTo>
                <a:lnTo>
                  <a:pt x="1799311" y="378133"/>
                </a:lnTo>
                <a:lnTo>
                  <a:pt x="1806578" y="358845"/>
                </a:lnTo>
                <a:lnTo>
                  <a:pt x="1813846" y="339557"/>
                </a:lnTo>
                <a:lnTo>
                  <a:pt x="1821113" y="320269"/>
                </a:lnTo>
                <a:lnTo>
                  <a:pt x="1828381" y="300980"/>
                </a:lnTo>
                <a:lnTo>
                  <a:pt x="1835639" y="281692"/>
                </a:lnTo>
                <a:lnTo>
                  <a:pt x="1842907" y="262414"/>
                </a:lnTo>
                <a:lnTo>
                  <a:pt x="1850174" y="243126"/>
                </a:lnTo>
                <a:lnTo>
                  <a:pt x="1857442" y="223838"/>
                </a:lnTo>
                <a:lnTo>
                  <a:pt x="1864709" y="204549"/>
                </a:lnTo>
                <a:lnTo>
                  <a:pt x="1871977" y="185261"/>
                </a:lnTo>
                <a:lnTo>
                  <a:pt x="1879235" y="165973"/>
                </a:lnTo>
                <a:lnTo>
                  <a:pt x="1886502" y="146685"/>
                </a:lnTo>
                <a:lnTo>
                  <a:pt x="1893770" y="127397"/>
                </a:lnTo>
                <a:lnTo>
                  <a:pt x="1901038" y="108109"/>
                </a:lnTo>
                <a:lnTo>
                  <a:pt x="1908305" y="88821"/>
                </a:lnTo>
                <a:lnTo>
                  <a:pt x="1915573" y="69542"/>
                </a:lnTo>
                <a:lnTo>
                  <a:pt x="1922831" y="50254"/>
                </a:lnTo>
                <a:lnTo>
                  <a:pt x="1930098" y="30966"/>
                </a:lnTo>
                <a:lnTo>
                  <a:pt x="1937366" y="11678"/>
                </a:lnTo>
                <a:lnTo>
                  <a:pt x="1938547" y="7268"/>
                </a:lnTo>
                <a:lnTo>
                  <a:pt x="1921097" y="17945"/>
                </a:lnTo>
                <a:lnTo>
                  <a:pt x="1901600" y="24575"/>
                </a:lnTo>
                <a:lnTo>
                  <a:pt x="1881616" y="29632"/>
                </a:lnTo>
                <a:lnTo>
                  <a:pt x="1861433" y="33795"/>
                </a:lnTo>
                <a:lnTo>
                  <a:pt x="1841135" y="37367"/>
                </a:lnTo>
                <a:lnTo>
                  <a:pt x="1820770" y="40519"/>
                </a:lnTo>
                <a:lnTo>
                  <a:pt x="1800349" y="43339"/>
                </a:lnTo>
                <a:lnTo>
                  <a:pt x="1779899" y="45891"/>
                </a:lnTo>
                <a:lnTo>
                  <a:pt x="1759420" y="48225"/>
                </a:lnTo>
                <a:lnTo>
                  <a:pt x="1738922" y="50378"/>
                </a:lnTo>
                <a:lnTo>
                  <a:pt x="1718415" y="52378"/>
                </a:lnTo>
                <a:lnTo>
                  <a:pt x="1697888" y="54226"/>
                </a:lnTo>
                <a:lnTo>
                  <a:pt x="1677343" y="55950"/>
                </a:lnTo>
                <a:lnTo>
                  <a:pt x="1656798" y="57569"/>
                </a:lnTo>
                <a:lnTo>
                  <a:pt x="1636243" y="59084"/>
                </a:lnTo>
                <a:lnTo>
                  <a:pt x="1615688" y="60503"/>
                </a:lnTo>
                <a:lnTo>
                  <a:pt x="1595114" y="61846"/>
                </a:lnTo>
                <a:lnTo>
                  <a:pt x="1574549" y="63113"/>
                </a:lnTo>
                <a:lnTo>
                  <a:pt x="1553966" y="64303"/>
                </a:lnTo>
                <a:lnTo>
                  <a:pt x="1533392" y="65427"/>
                </a:lnTo>
                <a:lnTo>
                  <a:pt x="1512808" y="66494"/>
                </a:lnTo>
                <a:lnTo>
                  <a:pt x="1492225" y="67494"/>
                </a:lnTo>
                <a:lnTo>
                  <a:pt x="1471632" y="68437"/>
                </a:lnTo>
                <a:lnTo>
                  <a:pt x="1451039" y="69323"/>
                </a:lnTo>
                <a:lnTo>
                  <a:pt x="1430445" y="70161"/>
                </a:lnTo>
                <a:lnTo>
                  <a:pt x="1409852" y="70952"/>
                </a:lnTo>
                <a:lnTo>
                  <a:pt x="1389259" y="71695"/>
                </a:lnTo>
                <a:lnTo>
                  <a:pt x="1368657" y="72400"/>
                </a:lnTo>
                <a:lnTo>
                  <a:pt x="1348054" y="73057"/>
                </a:lnTo>
                <a:lnTo>
                  <a:pt x="1327452" y="73666"/>
                </a:lnTo>
                <a:lnTo>
                  <a:pt x="1306849" y="74238"/>
                </a:lnTo>
                <a:lnTo>
                  <a:pt x="1286246" y="74771"/>
                </a:lnTo>
                <a:lnTo>
                  <a:pt x="1265644" y="75267"/>
                </a:lnTo>
                <a:lnTo>
                  <a:pt x="1245041" y="75724"/>
                </a:lnTo>
                <a:lnTo>
                  <a:pt x="1224429" y="76143"/>
                </a:lnTo>
                <a:lnTo>
                  <a:pt x="1203827" y="76533"/>
                </a:lnTo>
                <a:lnTo>
                  <a:pt x="1183215" y="76886"/>
                </a:lnTo>
                <a:lnTo>
                  <a:pt x="1162612" y="77200"/>
                </a:lnTo>
                <a:lnTo>
                  <a:pt x="1142000" y="77486"/>
                </a:lnTo>
                <a:lnTo>
                  <a:pt x="1121388" y="77734"/>
                </a:lnTo>
                <a:lnTo>
                  <a:pt x="1100785" y="77953"/>
                </a:lnTo>
                <a:lnTo>
                  <a:pt x="1080173" y="78134"/>
                </a:lnTo>
                <a:lnTo>
                  <a:pt x="1059561" y="78286"/>
                </a:lnTo>
                <a:lnTo>
                  <a:pt x="1038949" y="78410"/>
                </a:lnTo>
                <a:lnTo>
                  <a:pt x="1018346" y="78496"/>
                </a:lnTo>
                <a:lnTo>
                  <a:pt x="997734" y="78553"/>
                </a:lnTo>
                <a:lnTo>
                  <a:pt x="977122" y="78572"/>
                </a:lnTo>
                <a:lnTo>
                  <a:pt x="956510" y="78572"/>
                </a:lnTo>
                <a:lnTo>
                  <a:pt x="935898" y="78534"/>
                </a:lnTo>
                <a:lnTo>
                  <a:pt x="915295" y="78457"/>
                </a:lnTo>
                <a:lnTo>
                  <a:pt x="894683" y="78362"/>
                </a:lnTo>
                <a:lnTo>
                  <a:pt x="874071" y="78229"/>
                </a:lnTo>
                <a:lnTo>
                  <a:pt x="853459" y="78067"/>
                </a:lnTo>
                <a:lnTo>
                  <a:pt x="832847" y="77867"/>
                </a:lnTo>
                <a:lnTo>
                  <a:pt x="812244" y="77638"/>
                </a:lnTo>
                <a:lnTo>
                  <a:pt x="791632" y="77381"/>
                </a:lnTo>
                <a:lnTo>
                  <a:pt x="771020" y="77076"/>
                </a:lnTo>
                <a:lnTo>
                  <a:pt x="750418" y="76752"/>
                </a:lnTo>
                <a:lnTo>
                  <a:pt x="729806" y="76381"/>
                </a:lnTo>
                <a:lnTo>
                  <a:pt x="709203" y="75981"/>
                </a:lnTo>
                <a:lnTo>
                  <a:pt x="688600" y="75543"/>
                </a:lnTo>
                <a:lnTo>
                  <a:pt x="667988" y="75076"/>
                </a:lnTo>
                <a:lnTo>
                  <a:pt x="647386" y="74562"/>
                </a:lnTo>
                <a:lnTo>
                  <a:pt x="626783" y="74019"/>
                </a:lnTo>
                <a:lnTo>
                  <a:pt x="606181" y="73428"/>
                </a:lnTo>
                <a:lnTo>
                  <a:pt x="585578" y="72800"/>
                </a:lnTo>
                <a:lnTo>
                  <a:pt x="564985" y="72123"/>
                </a:lnTo>
                <a:lnTo>
                  <a:pt x="544382" y="71409"/>
                </a:lnTo>
                <a:lnTo>
                  <a:pt x="523789" y="70647"/>
                </a:lnTo>
                <a:lnTo>
                  <a:pt x="503196" y="69837"/>
                </a:lnTo>
                <a:lnTo>
                  <a:pt x="482603" y="68980"/>
                </a:lnTo>
                <a:lnTo>
                  <a:pt x="462010" y="68066"/>
                </a:lnTo>
                <a:lnTo>
                  <a:pt x="441417" y="67094"/>
                </a:lnTo>
                <a:lnTo>
                  <a:pt x="420834" y="66075"/>
                </a:lnTo>
                <a:lnTo>
                  <a:pt x="400250" y="64989"/>
                </a:lnTo>
                <a:lnTo>
                  <a:pt x="379676" y="63837"/>
                </a:lnTo>
                <a:lnTo>
                  <a:pt x="359102" y="62627"/>
                </a:lnTo>
                <a:lnTo>
                  <a:pt x="338528" y="61331"/>
                </a:lnTo>
                <a:lnTo>
                  <a:pt x="317964" y="59960"/>
                </a:lnTo>
                <a:lnTo>
                  <a:pt x="297409" y="58493"/>
                </a:lnTo>
                <a:lnTo>
                  <a:pt x="276854" y="56940"/>
                </a:lnTo>
                <a:lnTo>
                  <a:pt x="256318" y="55283"/>
                </a:lnTo>
                <a:lnTo>
                  <a:pt x="235782" y="53511"/>
                </a:lnTo>
                <a:lnTo>
                  <a:pt x="215255" y="51606"/>
                </a:lnTo>
                <a:lnTo>
                  <a:pt x="194748" y="49549"/>
                </a:lnTo>
                <a:lnTo>
                  <a:pt x="174260" y="47330"/>
                </a:lnTo>
                <a:lnTo>
                  <a:pt x="153791" y="44910"/>
                </a:lnTo>
                <a:lnTo>
                  <a:pt x="133350" y="42262"/>
                </a:lnTo>
                <a:lnTo>
                  <a:pt x="112957" y="39319"/>
                </a:lnTo>
                <a:lnTo>
                  <a:pt x="92612" y="36014"/>
                </a:lnTo>
                <a:lnTo>
                  <a:pt x="72352" y="32233"/>
                </a:lnTo>
                <a:lnTo>
                  <a:pt x="52226" y="27765"/>
                </a:lnTo>
                <a:lnTo>
                  <a:pt x="32385" y="22212"/>
                </a:lnTo>
                <a:lnTo>
                  <a:pt x="13287" y="14526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78A8D5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50" name="funnel-step-cap-2">
            <a:extLst xmlns:a="http://schemas.openxmlformats.org/drawingml/2006/main">
              <a:ext uri="{FF2B5EF4-FFF2-40B4-BE49-F238E27FC236}">
                <a16:creationId xmlns:a16="http://schemas.microsoft.com/office/drawing/2014/main" id="{CE2580F2-8820-49AB-94E0-765CE664D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648751" y="4210050"/>
            <a:ext cx="1941747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8A8D5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51" name="funnel-step-body-3">
            <a:extLst xmlns:a="http://schemas.openxmlformats.org/drawingml/2006/main">
              <a:ext uri="{FF2B5EF4-FFF2-40B4-BE49-F238E27FC236}">
                <a16:creationId xmlns:a16="http://schemas.microsoft.com/office/drawing/2014/main" id="{DB4B8BDE-510D-467F-A6E8-1688CE1AA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23252" y="5243513"/>
            <a:ext cx="1390888" cy="807234"/>
          </a:xfrm>
          <a:custGeom xmlns:a="http://schemas.openxmlformats.org/drawingml/2006/main">
            <a:pathLst>
              <a:path w="1390888" h="807234">
                <a:moveTo>
                  <a:pt x="0" y="0"/>
                </a:moveTo>
                <a:lnTo>
                  <a:pt x="6363" y="17955"/>
                </a:lnTo>
                <a:lnTo>
                  <a:pt x="12725" y="35909"/>
                </a:lnTo>
                <a:lnTo>
                  <a:pt x="19088" y="53864"/>
                </a:lnTo>
                <a:lnTo>
                  <a:pt x="25451" y="71819"/>
                </a:lnTo>
                <a:lnTo>
                  <a:pt x="31814" y="89773"/>
                </a:lnTo>
                <a:lnTo>
                  <a:pt x="38176" y="107728"/>
                </a:lnTo>
                <a:lnTo>
                  <a:pt x="44539" y="125682"/>
                </a:lnTo>
                <a:lnTo>
                  <a:pt x="50902" y="143637"/>
                </a:lnTo>
                <a:lnTo>
                  <a:pt x="57264" y="161592"/>
                </a:lnTo>
                <a:lnTo>
                  <a:pt x="63627" y="179546"/>
                </a:lnTo>
                <a:lnTo>
                  <a:pt x="69990" y="197501"/>
                </a:lnTo>
                <a:lnTo>
                  <a:pt x="76352" y="215456"/>
                </a:lnTo>
                <a:lnTo>
                  <a:pt x="82715" y="233410"/>
                </a:lnTo>
                <a:lnTo>
                  <a:pt x="89078" y="251365"/>
                </a:lnTo>
                <a:lnTo>
                  <a:pt x="95441" y="269319"/>
                </a:lnTo>
                <a:lnTo>
                  <a:pt x="101803" y="287274"/>
                </a:lnTo>
                <a:lnTo>
                  <a:pt x="108166" y="305229"/>
                </a:lnTo>
                <a:lnTo>
                  <a:pt x="114529" y="323183"/>
                </a:lnTo>
                <a:lnTo>
                  <a:pt x="120891" y="341138"/>
                </a:lnTo>
                <a:lnTo>
                  <a:pt x="127254" y="359093"/>
                </a:lnTo>
                <a:lnTo>
                  <a:pt x="133617" y="377047"/>
                </a:lnTo>
                <a:lnTo>
                  <a:pt x="139979" y="395002"/>
                </a:lnTo>
                <a:lnTo>
                  <a:pt x="146342" y="412956"/>
                </a:lnTo>
                <a:lnTo>
                  <a:pt x="152705" y="430911"/>
                </a:lnTo>
                <a:lnTo>
                  <a:pt x="159068" y="448866"/>
                </a:lnTo>
                <a:lnTo>
                  <a:pt x="165430" y="466820"/>
                </a:lnTo>
                <a:lnTo>
                  <a:pt x="171793" y="484775"/>
                </a:lnTo>
                <a:lnTo>
                  <a:pt x="178156" y="502730"/>
                </a:lnTo>
                <a:lnTo>
                  <a:pt x="184518" y="520684"/>
                </a:lnTo>
                <a:lnTo>
                  <a:pt x="190881" y="538639"/>
                </a:lnTo>
                <a:lnTo>
                  <a:pt x="197244" y="556593"/>
                </a:lnTo>
                <a:lnTo>
                  <a:pt x="203606" y="574548"/>
                </a:lnTo>
                <a:lnTo>
                  <a:pt x="209969" y="592503"/>
                </a:lnTo>
                <a:lnTo>
                  <a:pt x="216332" y="610457"/>
                </a:lnTo>
                <a:lnTo>
                  <a:pt x="222695" y="628412"/>
                </a:lnTo>
                <a:lnTo>
                  <a:pt x="229057" y="646367"/>
                </a:lnTo>
                <a:lnTo>
                  <a:pt x="235420" y="664321"/>
                </a:lnTo>
                <a:lnTo>
                  <a:pt x="241783" y="682276"/>
                </a:lnTo>
                <a:lnTo>
                  <a:pt x="248145" y="700230"/>
                </a:lnTo>
                <a:lnTo>
                  <a:pt x="254508" y="718185"/>
                </a:lnTo>
                <a:lnTo>
                  <a:pt x="259861" y="736368"/>
                </a:lnTo>
                <a:lnTo>
                  <a:pt x="272310" y="750494"/>
                </a:lnTo>
                <a:lnTo>
                  <a:pt x="288808" y="759952"/>
                </a:lnTo>
                <a:lnTo>
                  <a:pt x="306476" y="767048"/>
                </a:lnTo>
                <a:lnTo>
                  <a:pt x="324650" y="772744"/>
                </a:lnTo>
                <a:lnTo>
                  <a:pt x="343091" y="777507"/>
                </a:lnTo>
                <a:lnTo>
                  <a:pt x="361693" y="781583"/>
                </a:lnTo>
                <a:lnTo>
                  <a:pt x="380409" y="785127"/>
                </a:lnTo>
                <a:lnTo>
                  <a:pt x="399202" y="788232"/>
                </a:lnTo>
                <a:lnTo>
                  <a:pt x="418052" y="790985"/>
                </a:lnTo>
                <a:lnTo>
                  <a:pt x="436950" y="793423"/>
                </a:lnTo>
                <a:lnTo>
                  <a:pt x="455867" y="795595"/>
                </a:lnTo>
                <a:lnTo>
                  <a:pt x="474821" y="797528"/>
                </a:lnTo>
                <a:lnTo>
                  <a:pt x="493795" y="799243"/>
                </a:lnTo>
                <a:lnTo>
                  <a:pt x="512778" y="800757"/>
                </a:lnTo>
                <a:lnTo>
                  <a:pt x="531781" y="802091"/>
                </a:lnTo>
                <a:lnTo>
                  <a:pt x="550793" y="803253"/>
                </a:lnTo>
                <a:lnTo>
                  <a:pt x="569814" y="804253"/>
                </a:lnTo>
                <a:lnTo>
                  <a:pt x="588845" y="805101"/>
                </a:lnTo>
                <a:lnTo>
                  <a:pt x="607886" y="805796"/>
                </a:lnTo>
                <a:lnTo>
                  <a:pt x="626926" y="806358"/>
                </a:lnTo>
                <a:lnTo>
                  <a:pt x="645966" y="806777"/>
                </a:lnTo>
                <a:lnTo>
                  <a:pt x="665016" y="807063"/>
                </a:lnTo>
                <a:lnTo>
                  <a:pt x="684066" y="807215"/>
                </a:lnTo>
                <a:lnTo>
                  <a:pt x="703107" y="807234"/>
                </a:lnTo>
                <a:lnTo>
                  <a:pt x="722157" y="807120"/>
                </a:lnTo>
                <a:lnTo>
                  <a:pt x="741207" y="806872"/>
                </a:lnTo>
                <a:lnTo>
                  <a:pt x="760247" y="806491"/>
                </a:lnTo>
                <a:lnTo>
                  <a:pt x="779288" y="805977"/>
                </a:lnTo>
                <a:lnTo>
                  <a:pt x="798328" y="805320"/>
                </a:lnTo>
                <a:lnTo>
                  <a:pt x="817359" y="804520"/>
                </a:lnTo>
                <a:lnTo>
                  <a:pt x="836390" y="803558"/>
                </a:lnTo>
                <a:lnTo>
                  <a:pt x="855402" y="802443"/>
                </a:lnTo>
                <a:lnTo>
                  <a:pt x="874405" y="801167"/>
                </a:lnTo>
                <a:lnTo>
                  <a:pt x="893397" y="799700"/>
                </a:lnTo>
                <a:lnTo>
                  <a:pt x="912381" y="798052"/>
                </a:lnTo>
                <a:lnTo>
                  <a:pt x="931335" y="796185"/>
                </a:lnTo>
                <a:lnTo>
                  <a:pt x="950262" y="794090"/>
                </a:lnTo>
                <a:lnTo>
                  <a:pt x="969169" y="791728"/>
                </a:lnTo>
                <a:lnTo>
                  <a:pt x="988028" y="789070"/>
                </a:lnTo>
                <a:lnTo>
                  <a:pt x="1006840" y="786079"/>
                </a:lnTo>
                <a:lnTo>
                  <a:pt x="1025585" y="782669"/>
                </a:lnTo>
                <a:lnTo>
                  <a:pt x="1044226" y="778764"/>
                </a:lnTo>
                <a:lnTo>
                  <a:pt x="1062723" y="774230"/>
                </a:lnTo>
                <a:lnTo>
                  <a:pt x="1080992" y="768829"/>
                </a:lnTo>
                <a:lnTo>
                  <a:pt x="1098852" y="762219"/>
                </a:lnTo>
                <a:lnTo>
                  <a:pt x="1115816" y="753608"/>
                </a:lnTo>
                <a:lnTo>
                  <a:pt x="1130103" y="741188"/>
                </a:lnTo>
                <a:lnTo>
                  <a:pt x="1136371" y="723433"/>
                </a:lnTo>
                <a:lnTo>
                  <a:pt x="1142733" y="705479"/>
                </a:lnTo>
                <a:lnTo>
                  <a:pt x="1149096" y="687524"/>
                </a:lnTo>
                <a:lnTo>
                  <a:pt x="1155459" y="669569"/>
                </a:lnTo>
                <a:lnTo>
                  <a:pt x="1161821" y="651615"/>
                </a:lnTo>
                <a:lnTo>
                  <a:pt x="1168184" y="633660"/>
                </a:lnTo>
                <a:lnTo>
                  <a:pt x="1174547" y="615706"/>
                </a:lnTo>
                <a:lnTo>
                  <a:pt x="1180910" y="597751"/>
                </a:lnTo>
                <a:lnTo>
                  <a:pt x="1187272" y="579796"/>
                </a:lnTo>
                <a:lnTo>
                  <a:pt x="1193635" y="561842"/>
                </a:lnTo>
                <a:lnTo>
                  <a:pt x="1199998" y="543887"/>
                </a:lnTo>
                <a:lnTo>
                  <a:pt x="1206360" y="525932"/>
                </a:lnTo>
                <a:lnTo>
                  <a:pt x="1212723" y="507978"/>
                </a:lnTo>
                <a:lnTo>
                  <a:pt x="1219086" y="490023"/>
                </a:lnTo>
                <a:lnTo>
                  <a:pt x="1225448" y="472069"/>
                </a:lnTo>
                <a:lnTo>
                  <a:pt x="1231811" y="454114"/>
                </a:lnTo>
                <a:lnTo>
                  <a:pt x="1238174" y="436159"/>
                </a:lnTo>
                <a:lnTo>
                  <a:pt x="1244537" y="418205"/>
                </a:lnTo>
                <a:lnTo>
                  <a:pt x="1250899" y="400250"/>
                </a:lnTo>
                <a:lnTo>
                  <a:pt x="1257262" y="382295"/>
                </a:lnTo>
                <a:lnTo>
                  <a:pt x="1263625" y="364341"/>
                </a:lnTo>
                <a:lnTo>
                  <a:pt x="1269987" y="346386"/>
                </a:lnTo>
                <a:lnTo>
                  <a:pt x="1276350" y="328432"/>
                </a:lnTo>
                <a:lnTo>
                  <a:pt x="1282713" y="310477"/>
                </a:lnTo>
                <a:lnTo>
                  <a:pt x="1289085" y="292522"/>
                </a:lnTo>
                <a:lnTo>
                  <a:pt x="1295448" y="274568"/>
                </a:lnTo>
                <a:lnTo>
                  <a:pt x="1301810" y="256613"/>
                </a:lnTo>
                <a:lnTo>
                  <a:pt x="1308173" y="238658"/>
                </a:lnTo>
                <a:lnTo>
                  <a:pt x="1314536" y="220704"/>
                </a:lnTo>
                <a:lnTo>
                  <a:pt x="1320898" y="202749"/>
                </a:lnTo>
                <a:lnTo>
                  <a:pt x="1327261" y="184795"/>
                </a:lnTo>
                <a:lnTo>
                  <a:pt x="1333624" y="166840"/>
                </a:lnTo>
                <a:lnTo>
                  <a:pt x="1339987" y="148885"/>
                </a:lnTo>
                <a:lnTo>
                  <a:pt x="1346349" y="130931"/>
                </a:lnTo>
                <a:lnTo>
                  <a:pt x="1352712" y="112976"/>
                </a:lnTo>
                <a:lnTo>
                  <a:pt x="1359075" y="95021"/>
                </a:lnTo>
                <a:lnTo>
                  <a:pt x="1365437" y="77067"/>
                </a:lnTo>
                <a:lnTo>
                  <a:pt x="1371800" y="59112"/>
                </a:lnTo>
                <a:lnTo>
                  <a:pt x="1378163" y="41158"/>
                </a:lnTo>
                <a:lnTo>
                  <a:pt x="1384525" y="23203"/>
                </a:lnTo>
                <a:lnTo>
                  <a:pt x="1390888" y="5248"/>
                </a:lnTo>
                <a:lnTo>
                  <a:pt x="1386716" y="11630"/>
                </a:lnTo>
                <a:lnTo>
                  <a:pt x="1370648" y="21698"/>
                </a:lnTo>
                <a:lnTo>
                  <a:pt x="1352893" y="28575"/>
                </a:lnTo>
                <a:lnTo>
                  <a:pt x="1334614" y="33928"/>
                </a:lnTo>
                <a:lnTo>
                  <a:pt x="1316088" y="38376"/>
                </a:lnTo>
                <a:lnTo>
                  <a:pt x="1297429" y="42196"/>
                </a:lnTo>
                <a:lnTo>
                  <a:pt x="1278684" y="45558"/>
                </a:lnTo>
                <a:lnTo>
                  <a:pt x="1259872" y="48549"/>
                </a:lnTo>
                <a:lnTo>
                  <a:pt x="1241012" y="51245"/>
                </a:lnTo>
                <a:lnTo>
                  <a:pt x="1222124" y="53702"/>
                </a:lnTo>
                <a:lnTo>
                  <a:pt x="1203208" y="55940"/>
                </a:lnTo>
                <a:lnTo>
                  <a:pt x="1184272" y="57998"/>
                </a:lnTo>
                <a:lnTo>
                  <a:pt x="1165317" y="59893"/>
                </a:lnTo>
                <a:lnTo>
                  <a:pt x="1146353" y="61646"/>
                </a:lnTo>
                <a:lnTo>
                  <a:pt x="1127369" y="63275"/>
                </a:lnTo>
                <a:lnTo>
                  <a:pt x="1108377" y="64789"/>
                </a:lnTo>
                <a:lnTo>
                  <a:pt x="1089384" y="66180"/>
                </a:lnTo>
                <a:lnTo>
                  <a:pt x="1070381" y="67485"/>
                </a:lnTo>
                <a:lnTo>
                  <a:pt x="1051370" y="68685"/>
                </a:lnTo>
                <a:lnTo>
                  <a:pt x="1032358" y="69809"/>
                </a:lnTo>
                <a:lnTo>
                  <a:pt x="1013336" y="70847"/>
                </a:lnTo>
                <a:lnTo>
                  <a:pt x="994305" y="71799"/>
                </a:lnTo>
                <a:lnTo>
                  <a:pt x="975284" y="72685"/>
                </a:lnTo>
                <a:lnTo>
                  <a:pt x="956253" y="73495"/>
                </a:lnTo>
                <a:lnTo>
                  <a:pt x="937212" y="74247"/>
                </a:lnTo>
                <a:lnTo>
                  <a:pt x="918181" y="74924"/>
                </a:lnTo>
                <a:lnTo>
                  <a:pt x="899141" y="75533"/>
                </a:lnTo>
                <a:lnTo>
                  <a:pt x="880100" y="76095"/>
                </a:lnTo>
                <a:lnTo>
                  <a:pt x="861060" y="76591"/>
                </a:lnTo>
                <a:lnTo>
                  <a:pt x="842010" y="77029"/>
                </a:lnTo>
                <a:lnTo>
                  <a:pt x="822970" y="77410"/>
                </a:lnTo>
                <a:lnTo>
                  <a:pt x="803920" y="77734"/>
                </a:lnTo>
                <a:lnTo>
                  <a:pt x="784879" y="78010"/>
                </a:lnTo>
                <a:lnTo>
                  <a:pt x="765829" y="78229"/>
                </a:lnTo>
                <a:lnTo>
                  <a:pt x="746779" y="78400"/>
                </a:lnTo>
                <a:lnTo>
                  <a:pt x="727729" y="78505"/>
                </a:lnTo>
                <a:lnTo>
                  <a:pt x="708679" y="78562"/>
                </a:lnTo>
                <a:lnTo>
                  <a:pt x="689639" y="78572"/>
                </a:lnTo>
                <a:lnTo>
                  <a:pt x="670589" y="78524"/>
                </a:lnTo>
                <a:lnTo>
                  <a:pt x="651539" y="78429"/>
                </a:lnTo>
                <a:lnTo>
                  <a:pt x="632489" y="78286"/>
                </a:lnTo>
                <a:lnTo>
                  <a:pt x="613439" y="78086"/>
                </a:lnTo>
                <a:lnTo>
                  <a:pt x="594398" y="77819"/>
                </a:lnTo>
                <a:lnTo>
                  <a:pt x="575348" y="77514"/>
                </a:lnTo>
                <a:lnTo>
                  <a:pt x="556308" y="77143"/>
                </a:lnTo>
                <a:lnTo>
                  <a:pt x="537258" y="76724"/>
                </a:lnTo>
                <a:lnTo>
                  <a:pt x="518217" y="76248"/>
                </a:lnTo>
                <a:lnTo>
                  <a:pt x="499177" y="75705"/>
                </a:lnTo>
                <a:lnTo>
                  <a:pt x="480136" y="75105"/>
                </a:lnTo>
                <a:lnTo>
                  <a:pt x="461096" y="74447"/>
                </a:lnTo>
                <a:lnTo>
                  <a:pt x="442065" y="73724"/>
                </a:lnTo>
                <a:lnTo>
                  <a:pt x="423034" y="72933"/>
                </a:lnTo>
                <a:lnTo>
                  <a:pt x="404003" y="72066"/>
                </a:lnTo>
                <a:lnTo>
                  <a:pt x="384981" y="71133"/>
                </a:lnTo>
                <a:lnTo>
                  <a:pt x="365960" y="70123"/>
                </a:lnTo>
                <a:lnTo>
                  <a:pt x="346939" y="69028"/>
                </a:lnTo>
                <a:lnTo>
                  <a:pt x="327927" y="67847"/>
                </a:lnTo>
                <a:lnTo>
                  <a:pt x="308924" y="66580"/>
                </a:lnTo>
                <a:lnTo>
                  <a:pt x="289922" y="65199"/>
                </a:lnTo>
                <a:lnTo>
                  <a:pt x="270929" y="63732"/>
                </a:lnTo>
                <a:lnTo>
                  <a:pt x="251946" y="62141"/>
                </a:lnTo>
                <a:lnTo>
                  <a:pt x="232982" y="60427"/>
                </a:lnTo>
                <a:lnTo>
                  <a:pt x="214017" y="58569"/>
                </a:lnTo>
                <a:lnTo>
                  <a:pt x="195072" y="56559"/>
                </a:lnTo>
                <a:lnTo>
                  <a:pt x="176155" y="54378"/>
                </a:lnTo>
                <a:lnTo>
                  <a:pt x="157258" y="51987"/>
                </a:lnTo>
                <a:lnTo>
                  <a:pt x="138389" y="49368"/>
                </a:lnTo>
                <a:lnTo>
                  <a:pt x="119558" y="46463"/>
                </a:lnTo>
                <a:lnTo>
                  <a:pt x="100794" y="43224"/>
                </a:lnTo>
                <a:lnTo>
                  <a:pt x="82096" y="39548"/>
                </a:lnTo>
                <a:lnTo>
                  <a:pt x="63532" y="35309"/>
                </a:lnTo>
                <a:lnTo>
                  <a:pt x="45168" y="30261"/>
                </a:lnTo>
                <a:lnTo>
                  <a:pt x="27203" y="23927"/>
                </a:lnTo>
                <a:lnTo>
                  <a:pt x="10363" y="15116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78A8D5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52" name="funnel-step-cap-3">
            <a:extLst xmlns:a="http://schemas.openxmlformats.org/drawingml/2006/main">
              <a:ext uri="{FF2B5EF4-FFF2-40B4-BE49-F238E27FC236}">
                <a16:creationId xmlns:a16="http://schemas.microsoft.com/office/drawing/2014/main" id="{91FFAFC2-33D0-4E6A-B2B9-79646DE9C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23271" y="5119688"/>
            <a:ext cx="1392707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8A8D5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53" name="funnel-flow-arrow">
            <a:extLst xmlns:a="http://schemas.openxmlformats.org/drawingml/2006/main">
              <a:ext uri="{FF2B5EF4-FFF2-40B4-BE49-F238E27FC236}">
                <a16:creationId xmlns:a16="http://schemas.microsoft.com/office/drawing/2014/main" id="{929E2B71-0A34-46BA-A99D-1F89EAA97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52850" y="2466975"/>
            <a:ext cx="1733550" cy="3631149"/>
          </a:xfrm>
          <a:custGeom xmlns:a="http://schemas.openxmlformats.org/drawingml/2006/main">
            <a:pathLst>
              <a:path w="1733550" h="3631149">
                <a:moveTo>
                  <a:pt x="0" y="0"/>
                </a:moveTo>
                <a:lnTo>
                  <a:pt x="0" y="42824"/>
                </a:lnTo>
                <a:lnTo>
                  <a:pt x="8630" y="84668"/>
                </a:lnTo>
                <a:lnTo>
                  <a:pt x="18345" y="126378"/>
                </a:lnTo>
                <a:lnTo>
                  <a:pt x="28061" y="168088"/>
                </a:lnTo>
                <a:lnTo>
                  <a:pt x="37776" y="209807"/>
                </a:lnTo>
                <a:lnTo>
                  <a:pt x="47492" y="251517"/>
                </a:lnTo>
                <a:lnTo>
                  <a:pt x="57207" y="293227"/>
                </a:lnTo>
                <a:lnTo>
                  <a:pt x="66923" y="334947"/>
                </a:lnTo>
                <a:lnTo>
                  <a:pt x="76638" y="376657"/>
                </a:lnTo>
                <a:lnTo>
                  <a:pt x="86354" y="418367"/>
                </a:lnTo>
                <a:lnTo>
                  <a:pt x="96069" y="460077"/>
                </a:lnTo>
                <a:lnTo>
                  <a:pt x="105785" y="501796"/>
                </a:lnTo>
                <a:lnTo>
                  <a:pt x="115500" y="543506"/>
                </a:lnTo>
                <a:lnTo>
                  <a:pt x="125216" y="585216"/>
                </a:lnTo>
                <a:lnTo>
                  <a:pt x="134931" y="626926"/>
                </a:lnTo>
                <a:lnTo>
                  <a:pt x="144647" y="668645"/>
                </a:lnTo>
                <a:lnTo>
                  <a:pt x="154362" y="710355"/>
                </a:lnTo>
                <a:lnTo>
                  <a:pt x="164078" y="752065"/>
                </a:lnTo>
                <a:lnTo>
                  <a:pt x="173793" y="793785"/>
                </a:lnTo>
                <a:lnTo>
                  <a:pt x="183509" y="835495"/>
                </a:lnTo>
                <a:lnTo>
                  <a:pt x="193224" y="877205"/>
                </a:lnTo>
                <a:lnTo>
                  <a:pt x="201378" y="919248"/>
                </a:lnTo>
                <a:lnTo>
                  <a:pt x="209312" y="961339"/>
                </a:lnTo>
                <a:lnTo>
                  <a:pt x="216751" y="1003516"/>
                </a:lnTo>
                <a:lnTo>
                  <a:pt x="224190" y="1045693"/>
                </a:lnTo>
                <a:lnTo>
                  <a:pt x="231629" y="1087869"/>
                </a:lnTo>
                <a:lnTo>
                  <a:pt x="239068" y="1130046"/>
                </a:lnTo>
                <a:lnTo>
                  <a:pt x="246507" y="1172223"/>
                </a:lnTo>
                <a:lnTo>
                  <a:pt x="253946" y="1214409"/>
                </a:lnTo>
                <a:lnTo>
                  <a:pt x="261385" y="1256586"/>
                </a:lnTo>
                <a:lnTo>
                  <a:pt x="268815" y="1298762"/>
                </a:lnTo>
                <a:lnTo>
                  <a:pt x="276254" y="1340939"/>
                </a:lnTo>
                <a:lnTo>
                  <a:pt x="283693" y="1383116"/>
                </a:lnTo>
                <a:lnTo>
                  <a:pt x="291132" y="1425292"/>
                </a:lnTo>
                <a:lnTo>
                  <a:pt x="298571" y="1467479"/>
                </a:lnTo>
                <a:lnTo>
                  <a:pt x="306010" y="1509655"/>
                </a:lnTo>
                <a:lnTo>
                  <a:pt x="313449" y="1551832"/>
                </a:lnTo>
                <a:lnTo>
                  <a:pt x="320888" y="1594009"/>
                </a:lnTo>
                <a:lnTo>
                  <a:pt x="328317" y="1636185"/>
                </a:lnTo>
                <a:lnTo>
                  <a:pt x="335756" y="1678362"/>
                </a:lnTo>
                <a:lnTo>
                  <a:pt x="343195" y="1720548"/>
                </a:lnTo>
                <a:lnTo>
                  <a:pt x="350634" y="1762725"/>
                </a:lnTo>
                <a:lnTo>
                  <a:pt x="357930" y="1804921"/>
                </a:lnTo>
                <a:lnTo>
                  <a:pt x="364960" y="1847174"/>
                </a:lnTo>
                <a:lnTo>
                  <a:pt x="371846" y="1889446"/>
                </a:lnTo>
                <a:lnTo>
                  <a:pt x="378619" y="1931737"/>
                </a:lnTo>
                <a:lnTo>
                  <a:pt x="385391" y="1974028"/>
                </a:lnTo>
                <a:lnTo>
                  <a:pt x="392163" y="2016319"/>
                </a:lnTo>
                <a:lnTo>
                  <a:pt x="398936" y="2058610"/>
                </a:lnTo>
                <a:lnTo>
                  <a:pt x="405698" y="2100901"/>
                </a:lnTo>
                <a:lnTo>
                  <a:pt x="412471" y="2143192"/>
                </a:lnTo>
                <a:lnTo>
                  <a:pt x="419243" y="2185483"/>
                </a:lnTo>
                <a:lnTo>
                  <a:pt x="426015" y="2227764"/>
                </a:lnTo>
                <a:lnTo>
                  <a:pt x="432787" y="2270055"/>
                </a:lnTo>
                <a:lnTo>
                  <a:pt x="439560" y="2312346"/>
                </a:lnTo>
                <a:lnTo>
                  <a:pt x="446332" y="2354637"/>
                </a:lnTo>
                <a:lnTo>
                  <a:pt x="453104" y="2396928"/>
                </a:lnTo>
                <a:lnTo>
                  <a:pt x="459877" y="2439219"/>
                </a:lnTo>
                <a:lnTo>
                  <a:pt x="466649" y="2481510"/>
                </a:lnTo>
                <a:lnTo>
                  <a:pt x="473412" y="2523801"/>
                </a:lnTo>
                <a:lnTo>
                  <a:pt x="480184" y="2566092"/>
                </a:lnTo>
                <a:lnTo>
                  <a:pt x="486956" y="2608383"/>
                </a:lnTo>
                <a:lnTo>
                  <a:pt x="493728" y="2650674"/>
                </a:lnTo>
                <a:lnTo>
                  <a:pt x="500501" y="2692965"/>
                </a:lnTo>
                <a:lnTo>
                  <a:pt x="507101" y="2735285"/>
                </a:lnTo>
                <a:lnTo>
                  <a:pt x="513655" y="2777604"/>
                </a:lnTo>
                <a:lnTo>
                  <a:pt x="520151" y="2819933"/>
                </a:lnTo>
                <a:lnTo>
                  <a:pt x="526656" y="2862272"/>
                </a:lnTo>
                <a:lnTo>
                  <a:pt x="533152" y="2904601"/>
                </a:lnTo>
                <a:lnTo>
                  <a:pt x="539648" y="2946940"/>
                </a:lnTo>
                <a:lnTo>
                  <a:pt x="503596" y="2952750"/>
                </a:lnTo>
                <a:lnTo>
                  <a:pt x="460762" y="2952750"/>
                </a:lnTo>
                <a:lnTo>
                  <a:pt x="417938" y="2952750"/>
                </a:lnTo>
                <a:lnTo>
                  <a:pt x="375104" y="2952750"/>
                </a:lnTo>
                <a:lnTo>
                  <a:pt x="332280" y="2952750"/>
                </a:lnTo>
                <a:lnTo>
                  <a:pt x="289446" y="2952750"/>
                </a:lnTo>
                <a:lnTo>
                  <a:pt x="246621" y="2952750"/>
                </a:lnTo>
                <a:lnTo>
                  <a:pt x="225571" y="2962113"/>
                </a:lnTo>
                <a:lnTo>
                  <a:pt x="255032" y="2993193"/>
                </a:lnTo>
                <a:lnTo>
                  <a:pt x="284502" y="3024283"/>
                </a:lnTo>
                <a:lnTo>
                  <a:pt x="313963" y="3055363"/>
                </a:lnTo>
                <a:lnTo>
                  <a:pt x="343424" y="3086443"/>
                </a:lnTo>
                <a:lnTo>
                  <a:pt x="372894" y="3117533"/>
                </a:lnTo>
                <a:lnTo>
                  <a:pt x="402355" y="3148613"/>
                </a:lnTo>
                <a:lnTo>
                  <a:pt x="431825" y="3179702"/>
                </a:lnTo>
                <a:lnTo>
                  <a:pt x="461286" y="3210782"/>
                </a:lnTo>
                <a:lnTo>
                  <a:pt x="490747" y="3241862"/>
                </a:lnTo>
                <a:lnTo>
                  <a:pt x="520217" y="3272952"/>
                </a:lnTo>
                <a:lnTo>
                  <a:pt x="549678" y="3304032"/>
                </a:lnTo>
                <a:lnTo>
                  <a:pt x="579139" y="3335112"/>
                </a:lnTo>
                <a:lnTo>
                  <a:pt x="608609" y="3366202"/>
                </a:lnTo>
                <a:lnTo>
                  <a:pt x="638070" y="3397282"/>
                </a:lnTo>
                <a:lnTo>
                  <a:pt x="667541" y="3428362"/>
                </a:lnTo>
                <a:lnTo>
                  <a:pt x="697001" y="3459451"/>
                </a:lnTo>
                <a:lnTo>
                  <a:pt x="726462" y="3490532"/>
                </a:lnTo>
                <a:lnTo>
                  <a:pt x="755933" y="3521612"/>
                </a:lnTo>
                <a:lnTo>
                  <a:pt x="785393" y="3552701"/>
                </a:lnTo>
                <a:lnTo>
                  <a:pt x="814854" y="3583781"/>
                </a:lnTo>
                <a:lnTo>
                  <a:pt x="844325" y="3614861"/>
                </a:lnTo>
                <a:lnTo>
                  <a:pt x="873785" y="3631149"/>
                </a:lnTo>
                <a:lnTo>
                  <a:pt x="903256" y="3600069"/>
                </a:lnTo>
                <a:lnTo>
                  <a:pt x="932717" y="3568989"/>
                </a:lnTo>
                <a:lnTo>
                  <a:pt x="962177" y="3537899"/>
                </a:lnTo>
                <a:lnTo>
                  <a:pt x="991648" y="3506819"/>
                </a:lnTo>
                <a:lnTo>
                  <a:pt x="1021109" y="3475739"/>
                </a:lnTo>
                <a:lnTo>
                  <a:pt x="1050579" y="3444650"/>
                </a:lnTo>
                <a:lnTo>
                  <a:pt x="1080040" y="3413570"/>
                </a:lnTo>
                <a:lnTo>
                  <a:pt x="1109501" y="3382480"/>
                </a:lnTo>
                <a:lnTo>
                  <a:pt x="1138971" y="3351400"/>
                </a:lnTo>
                <a:lnTo>
                  <a:pt x="1168432" y="3320320"/>
                </a:lnTo>
                <a:lnTo>
                  <a:pt x="1197893" y="3289230"/>
                </a:lnTo>
                <a:lnTo>
                  <a:pt x="1227363" y="3258150"/>
                </a:lnTo>
                <a:lnTo>
                  <a:pt x="1256824" y="3227070"/>
                </a:lnTo>
                <a:lnTo>
                  <a:pt x="1286294" y="3195980"/>
                </a:lnTo>
                <a:lnTo>
                  <a:pt x="1315755" y="3164900"/>
                </a:lnTo>
                <a:lnTo>
                  <a:pt x="1345216" y="3133820"/>
                </a:lnTo>
                <a:lnTo>
                  <a:pt x="1374686" y="3102731"/>
                </a:lnTo>
                <a:lnTo>
                  <a:pt x="1404147" y="3071651"/>
                </a:lnTo>
                <a:lnTo>
                  <a:pt x="1433608" y="3040571"/>
                </a:lnTo>
                <a:lnTo>
                  <a:pt x="1463078" y="3009481"/>
                </a:lnTo>
                <a:lnTo>
                  <a:pt x="1492539" y="2978401"/>
                </a:lnTo>
                <a:lnTo>
                  <a:pt x="1509370" y="2952750"/>
                </a:lnTo>
                <a:lnTo>
                  <a:pt x="1466545" y="2952750"/>
                </a:lnTo>
                <a:lnTo>
                  <a:pt x="1423711" y="2952750"/>
                </a:lnTo>
                <a:lnTo>
                  <a:pt x="1380887" y="2952750"/>
                </a:lnTo>
                <a:lnTo>
                  <a:pt x="1338053" y="2952750"/>
                </a:lnTo>
                <a:lnTo>
                  <a:pt x="1295229" y="2952750"/>
                </a:lnTo>
                <a:lnTo>
                  <a:pt x="1252395" y="2952750"/>
                </a:lnTo>
                <a:lnTo>
                  <a:pt x="1209570" y="2952750"/>
                </a:lnTo>
                <a:lnTo>
                  <a:pt x="1196988" y="2926785"/>
                </a:lnTo>
                <a:lnTo>
                  <a:pt x="1203493" y="2884456"/>
                </a:lnTo>
                <a:lnTo>
                  <a:pt x="1209989" y="2842117"/>
                </a:lnTo>
                <a:lnTo>
                  <a:pt x="1216485" y="2799788"/>
                </a:lnTo>
                <a:lnTo>
                  <a:pt x="1223010" y="2757459"/>
                </a:lnTo>
                <a:lnTo>
                  <a:pt x="1229573" y="2715130"/>
                </a:lnTo>
                <a:lnTo>
                  <a:pt x="1236269" y="2672829"/>
                </a:lnTo>
                <a:lnTo>
                  <a:pt x="1243041" y="2630538"/>
                </a:lnTo>
                <a:lnTo>
                  <a:pt x="1249813" y="2588247"/>
                </a:lnTo>
                <a:lnTo>
                  <a:pt x="1256586" y="2545956"/>
                </a:lnTo>
                <a:lnTo>
                  <a:pt x="1263358" y="2503675"/>
                </a:lnTo>
                <a:lnTo>
                  <a:pt x="1270130" y="2461384"/>
                </a:lnTo>
                <a:lnTo>
                  <a:pt x="1276902" y="2419093"/>
                </a:lnTo>
                <a:lnTo>
                  <a:pt x="1283675" y="2376802"/>
                </a:lnTo>
                <a:lnTo>
                  <a:pt x="1290447" y="2334511"/>
                </a:lnTo>
                <a:lnTo>
                  <a:pt x="1297210" y="2292220"/>
                </a:lnTo>
                <a:lnTo>
                  <a:pt x="1303982" y="2249929"/>
                </a:lnTo>
                <a:lnTo>
                  <a:pt x="1310754" y="2207638"/>
                </a:lnTo>
                <a:lnTo>
                  <a:pt x="1317527" y="2165347"/>
                </a:lnTo>
                <a:lnTo>
                  <a:pt x="1324299" y="2123056"/>
                </a:lnTo>
                <a:lnTo>
                  <a:pt x="1331071" y="2080765"/>
                </a:lnTo>
                <a:lnTo>
                  <a:pt x="1337843" y="2038474"/>
                </a:lnTo>
                <a:lnTo>
                  <a:pt x="1344616" y="1996183"/>
                </a:lnTo>
                <a:lnTo>
                  <a:pt x="1351388" y="1953892"/>
                </a:lnTo>
                <a:lnTo>
                  <a:pt x="1358160" y="1911601"/>
                </a:lnTo>
                <a:lnTo>
                  <a:pt x="1364923" y="1869310"/>
                </a:lnTo>
                <a:lnTo>
                  <a:pt x="1371933" y="1827066"/>
                </a:lnTo>
                <a:lnTo>
                  <a:pt x="1379020" y="1784823"/>
                </a:lnTo>
                <a:lnTo>
                  <a:pt x="1386459" y="1742646"/>
                </a:lnTo>
                <a:lnTo>
                  <a:pt x="1393898" y="1700470"/>
                </a:lnTo>
                <a:lnTo>
                  <a:pt x="1401328" y="1658293"/>
                </a:lnTo>
                <a:lnTo>
                  <a:pt x="1408767" y="1616107"/>
                </a:lnTo>
                <a:lnTo>
                  <a:pt x="1416206" y="1573930"/>
                </a:lnTo>
                <a:lnTo>
                  <a:pt x="1423645" y="1531753"/>
                </a:lnTo>
                <a:lnTo>
                  <a:pt x="1431084" y="1489577"/>
                </a:lnTo>
                <a:lnTo>
                  <a:pt x="1438523" y="1447400"/>
                </a:lnTo>
                <a:lnTo>
                  <a:pt x="1445962" y="1405214"/>
                </a:lnTo>
                <a:lnTo>
                  <a:pt x="1453401" y="1363037"/>
                </a:lnTo>
                <a:lnTo>
                  <a:pt x="1460830" y="1320860"/>
                </a:lnTo>
                <a:lnTo>
                  <a:pt x="1468269" y="1278684"/>
                </a:lnTo>
                <a:lnTo>
                  <a:pt x="1475708" y="1236507"/>
                </a:lnTo>
                <a:lnTo>
                  <a:pt x="1483147" y="1194330"/>
                </a:lnTo>
                <a:lnTo>
                  <a:pt x="1490586" y="1152144"/>
                </a:lnTo>
                <a:lnTo>
                  <a:pt x="1498025" y="1109967"/>
                </a:lnTo>
                <a:lnTo>
                  <a:pt x="1505464" y="1067791"/>
                </a:lnTo>
                <a:lnTo>
                  <a:pt x="1512903" y="1025614"/>
                </a:lnTo>
                <a:lnTo>
                  <a:pt x="1520333" y="983437"/>
                </a:lnTo>
                <a:lnTo>
                  <a:pt x="1527981" y="941299"/>
                </a:lnTo>
                <a:lnTo>
                  <a:pt x="1535982" y="899217"/>
                </a:lnTo>
                <a:lnTo>
                  <a:pt x="1544955" y="857355"/>
                </a:lnTo>
                <a:lnTo>
                  <a:pt x="1554671" y="815635"/>
                </a:lnTo>
                <a:lnTo>
                  <a:pt x="1564386" y="773925"/>
                </a:lnTo>
                <a:lnTo>
                  <a:pt x="1574102" y="732215"/>
                </a:lnTo>
                <a:lnTo>
                  <a:pt x="1583817" y="690496"/>
                </a:lnTo>
                <a:lnTo>
                  <a:pt x="1593533" y="648786"/>
                </a:lnTo>
                <a:lnTo>
                  <a:pt x="1603248" y="607076"/>
                </a:lnTo>
                <a:lnTo>
                  <a:pt x="1612964" y="565366"/>
                </a:lnTo>
                <a:lnTo>
                  <a:pt x="1622679" y="523646"/>
                </a:lnTo>
                <a:lnTo>
                  <a:pt x="1632395" y="481936"/>
                </a:lnTo>
                <a:lnTo>
                  <a:pt x="1642110" y="440226"/>
                </a:lnTo>
                <a:lnTo>
                  <a:pt x="1651825" y="398516"/>
                </a:lnTo>
                <a:lnTo>
                  <a:pt x="1661541" y="356797"/>
                </a:lnTo>
                <a:lnTo>
                  <a:pt x="1671257" y="315087"/>
                </a:lnTo>
                <a:lnTo>
                  <a:pt x="1680972" y="273377"/>
                </a:lnTo>
                <a:lnTo>
                  <a:pt x="1690688" y="231658"/>
                </a:lnTo>
                <a:lnTo>
                  <a:pt x="1700403" y="189948"/>
                </a:lnTo>
                <a:lnTo>
                  <a:pt x="1710119" y="148238"/>
                </a:lnTo>
                <a:lnTo>
                  <a:pt x="1719834" y="106528"/>
                </a:lnTo>
                <a:lnTo>
                  <a:pt x="1729550" y="64808"/>
                </a:lnTo>
                <a:lnTo>
                  <a:pt x="1733550" y="22441"/>
                </a:lnTo>
                <a:lnTo>
                  <a:pt x="1713167" y="0"/>
                </a:lnTo>
                <a:lnTo>
                  <a:pt x="1670333" y="0"/>
                </a:lnTo>
                <a:lnTo>
                  <a:pt x="1627508" y="0"/>
                </a:lnTo>
                <a:lnTo>
                  <a:pt x="1584674" y="0"/>
                </a:lnTo>
                <a:lnTo>
                  <a:pt x="1541850" y="0"/>
                </a:lnTo>
                <a:lnTo>
                  <a:pt x="1499016" y="0"/>
                </a:lnTo>
                <a:lnTo>
                  <a:pt x="1456192" y="0"/>
                </a:lnTo>
                <a:lnTo>
                  <a:pt x="1413358" y="0"/>
                </a:lnTo>
                <a:lnTo>
                  <a:pt x="1370533" y="0"/>
                </a:lnTo>
                <a:lnTo>
                  <a:pt x="1327699" y="0"/>
                </a:lnTo>
                <a:lnTo>
                  <a:pt x="1284875" y="0"/>
                </a:lnTo>
                <a:lnTo>
                  <a:pt x="1242041" y="0"/>
                </a:lnTo>
                <a:lnTo>
                  <a:pt x="1199217" y="0"/>
                </a:lnTo>
                <a:lnTo>
                  <a:pt x="1156383" y="0"/>
                </a:lnTo>
                <a:lnTo>
                  <a:pt x="1113558" y="0"/>
                </a:lnTo>
                <a:lnTo>
                  <a:pt x="1070724" y="0"/>
                </a:lnTo>
                <a:lnTo>
                  <a:pt x="1027900" y="0"/>
                </a:lnTo>
                <a:lnTo>
                  <a:pt x="985066" y="0"/>
                </a:lnTo>
                <a:lnTo>
                  <a:pt x="942242" y="0"/>
                </a:lnTo>
                <a:lnTo>
                  <a:pt x="899408" y="0"/>
                </a:lnTo>
                <a:lnTo>
                  <a:pt x="856583" y="0"/>
                </a:lnTo>
                <a:lnTo>
                  <a:pt x="813749" y="0"/>
                </a:lnTo>
                <a:lnTo>
                  <a:pt x="770925" y="0"/>
                </a:lnTo>
                <a:lnTo>
                  <a:pt x="728091" y="0"/>
                </a:lnTo>
                <a:lnTo>
                  <a:pt x="685267" y="0"/>
                </a:lnTo>
                <a:lnTo>
                  <a:pt x="642433" y="0"/>
                </a:lnTo>
                <a:lnTo>
                  <a:pt x="599608" y="0"/>
                </a:lnTo>
                <a:lnTo>
                  <a:pt x="556774" y="0"/>
                </a:lnTo>
                <a:lnTo>
                  <a:pt x="513950" y="0"/>
                </a:lnTo>
                <a:lnTo>
                  <a:pt x="471116" y="0"/>
                </a:lnTo>
                <a:lnTo>
                  <a:pt x="428292" y="0"/>
                </a:lnTo>
                <a:lnTo>
                  <a:pt x="385458" y="0"/>
                </a:lnTo>
                <a:lnTo>
                  <a:pt x="342633" y="0"/>
                </a:lnTo>
                <a:lnTo>
                  <a:pt x="299799" y="0"/>
                </a:lnTo>
                <a:lnTo>
                  <a:pt x="256975" y="0"/>
                </a:lnTo>
                <a:lnTo>
                  <a:pt x="214141" y="0"/>
                </a:lnTo>
                <a:lnTo>
                  <a:pt x="171317" y="0"/>
                </a:lnTo>
                <a:lnTo>
                  <a:pt x="128492" y="0"/>
                </a:lnTo>
                <a:lnTo>
                  <a:pt x="85658" y="0"/>
                </a:lnTo>
                <a:lnTo>
                  <a:pt x="42824" y="0"/>
                </a:lnTo>
                <a:lnTo>
                  <a:pt x="0" y="0"/>
                </a:lnTo>
                <a:close/>
              </a:path>
            </a:pathLst>
          </a:custGeom>
          <a:gradFill xmlns:a="http://schemas.openxmlformats.org/drawingml/2006/main">
            <a:gsLst>
              <a:gs pos="0">
                <a:srgbClr val="000000"/>
              </a:gs>
              <a:gs pos="42">
                <a:srgbClr val="B8D8F2">
                  <a:alpha val="16000"/>
                </a:srgbClr>
              </a:gs>
              <a:gs pos="76">
                <a:srgbClr val="8FC4EE">
                  <a:alpha val="32000"/>
                </a:srgbClr>
              </a:gs>
              <a:gs pos="100">
                <a:srgbClr val="72B3E8">
                  <a:alpha val="52000"/>
                </a:srgbClr>
              </a:gs>
            </a:gsLst>
            <a:lin ang="10800000"/>
          </a:gradFill>
          <a:ln xmlns:a="http://schemas.openxmlformats.org/drawingml/2006/main" w="9525">
            <a:noFill/>
            <a:prstDash val="solid"/>
          </a:ln>
        </p:spPr>
      </p:sp>
      <p:sp>
        <p:nvSpPr>
          <p:cNvPr id="54" name="phase-label-0">
            <a:extLst xmlns:a="http://schemas.openxmlformats.org/drawingml/2006/main">
              <a:ext uri="{FF2B5EF4-FFF2-40B4-BE49-F238E27FC236}">
                <a16:creationId xmlns:a16="http://schemas.microsoft.com/office/drawing/2014/main" id="{22A5178F-A6BA-4AC0-8D57-794544807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1638300"/>
            <a:ext cx="228600" cy="17478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阶段一</a:t>
            </a:r>
          </a:p>
        </p:txBody>
      </p:sp>
      <p:sp>
        <p:nvSpPr>
          <p:cNvPr id="55" name="phase-label-1">
            <a:extLst xmlns:a="http://schemas.openxmlformats.org/drawingml/2006/main">
              <a:ext uri="{FF2B5EF4-FFF2-40B4-BE49-F238E27FC236}">
                <a16:creationId xmlns:a16="http://schemas.microsoft.com/office/drawing/2014/main" id="{9BC21663-5265-496F-B735-808A926C2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3386138"/>
            <a:ext cx="228600" cy="9096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阶段二</a:t>
            </a:r>
          </a:p>
        </p:txBody>
      </p:sp>
      <p:sp>
        <p:nvSpPr>
          <p:cNvPr id="56" name="phase-label-2">
            <a:extLst xmlns:a="http://schemas.openxmlformats.org/drawingml/2006/main">
              <a:ext uri="{FF2B5EF4-FFF2-40B4-BE49-F238E27FC236}">
                <a16:creationId xmlns:a16="http://schemas.microsoft.com/office/drawing/2014/main" id="{B61A8A3D-3A68-4683-AA1B-47AC237E6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4295775"/>
            <a:ext cx="228600" cy="1914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阶段三</a:t>
            </a:r>
          </a:p>
        </p:txBody>
      </p:sp>
      <p:sp>
        <p:nvSpPr>
          <p:cNvPr id="57" name="funnel-step-title-0">
            <a:extLst xmlns:a="http://schemas.openxmlformats.org/drawingml/2006/main">
              <a:ext uri="{FF2B5EF4-FFF2-40B4-BE49-F238E27FC236}">
                <a16:creationId xmlns:a16="http://schemas.microsoft.com/office/drawing/2014/main" id="{AC3D0144-CDFF-4218-87FA-AADAF9DD7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423199" y="2793206"/>
            <a:ext cx="2392861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3600"/>
              </a:lnSpc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广泛触达</a:t>
            </a:r>
          </a:p>
        </p:txBody>
      </p:sp>
      <p:sp>
        <p:nvSpPr>
          <p:cNvPr id="58" name="funnel-step-title-1">
            <a:extLst xmlns:a="http://schemas.openxmlformats.org/drawingml/2006/main">
              <a:ext uri="{FF2B5EF4-FFF2-40B4-BE49-F238E27FC236}">
                <a16:creationId xmlns:a16="http://schemas.microsoft.com/office/drawing/2014/main" id="{EE6C8D76-D36D-4D94-95D5-4F3ED807F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25018" y="3702844"/>
            <a:ext cx="1789214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3600"/>
              </a:lnSpc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兴趣识别</a:t>
            </a:r>
          </a:p>
        </p:txBody>
      </p:sp>
      <p:sp>
        <p:nvSpPr>
          <p:cNvPr id="59" name="funnel-step-title-2">
            <a:extLst xmlns:a="http://schemas.openxmlformats.org/drawingml/2006/main">
              <a:ext uri="{FF2B5EF4-FFF2-40B4-BE49-F238E27FC236}">
                <a16:creationId xmlns:a16="http://schemas.microsoft.com/office/drawing/2014/main" id="{C92BBF0D-DDBB-4BE7-BB51-ADA5D3A07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99528" y="4612481"/>
            <a:ext cx="1240184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3600"/>
              </a:lnSpc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意向培育</a:t>
            </a:r>
          </a:p>
        </p:txBody>
      </p:sp>
      <p:sp>
        <p:nvSpPr>
          <p:cNvPr id="60" name="funnel-step-title-3">
            <a:extLst xmlns:a="http://schemas.openxmlformats.org/drawingml/2006/main">
              <a:ext uri="{FF2B5EF4-FFF2-40B4-BE49-F238E27FC236}">
                <a16:creationId xmlns:a16="http://schemas.microsoft.com/office/drawing/2014/main" id="{C4EE051D-1C6D-4B18-A2C1-6FA352AE8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200525" y="5522119"/>
            <a:ext cx="8382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行动转化</a:t>
            </a:r>
          </a:p>
        </p:txBody>
      </p:sp>
      <p:sp>
        <p:nvSpPr>
          <p:cNvPr id="61" name="input-core-0">
            <a:extLst xmlns:a="http://schemas.openxmlformats.org/drawingml/2006/main">
              <a:ext uri="{FF2B5EF4-FFF2-40B4-BE49-F238E27FC236}">
                <a16:creationId xmlns:a16="http://schemas.microsoft.com/office/drawing/2014/main" id="{3B1F4357-4C86-41E5-AC9F-8B3A51EAA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890838" y="194310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23"/>
          <a:fontRef xmlns:a="http://schemas.openxmlformats.org/drawingml/2006/main" idx="major"/>
        </p:style>
      </p:sp>
      <p:pic>
        <p:nvPicPr>
          <p:cNvPr id="13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055b698d3e94c31">
            <a:extLst>
              <a:ext uri="{96DAC541-7B7A-43D3-8B79-37D633B846F1}">
                <asvg:svgBlip xmlns:asvg="http://schemas.microsoft.com/office/drawing/2016/SVG/main" r:embed="R5f00554362ec4ba1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2986088" y="2038350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63" name="input-core-1">
            <a:extLst xmlns:a="http://schemas.openxmlformats.org/drawingml/2006/main">
              <a:ext uri="{FF2B5EF4-FFF2-40B4-BE49-F238E27FC236}">
                <a16:creationId xmlns:a16="http://schemas.microsoft.com/office/drawing/2014/main" id="{80C21907-E861-473F-A010-8E6B2520B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419475" y="1781175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23"/>
          <a:fontRef xmlns:a="http://schemas.openxmlformats.org/drawingml/2006/main" idx="major"/>
        </p:style>
      </p:sp>
      <p:pic>
        <p:nvPicPr>
          <p:cNvPr id="13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0c133e7ca2345e5">
            <a:extLst>
              <a:ext uri="{96DAC541-7B7A-43D3-8B79-37D633B846F1}">
                <asvg:svgBlip xmlns:asvg="http://schemas.microsoft.com/office/drawing/2016/SVG/main" r:embed="R9c93d3cd9dab4652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3514725" y="1876425"/>
            <a:ext cx="209550" cy="209550"/>
          </a:xfrm>
          <a:prstGeom xmlns:a="http://schemas.openxmlformats.org/drawingml/2006/main" prst="rect">
            <a:avLst/>
          </a:prstGeom>
        </p:spPr>
      </p:pic>
      <p:sp>
        <p:nvSpPr>
          <p:cNvPr id="65" name="input-core-2">
            <a:extLst xmlns:a="http://schemas.openxmlformats.org/drawingml/2006/main">
              <a:ext uri="{FF2B5EF4-FFF2-40B4-BE49-F238E27FC236}">
                <a16:creationId xmlns:a16="http://schemas.microsoft.com/office/drawing/2014/main" id="{9A15CA33-DAD1-48ED-9477-D0E406AEF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890963" y="163830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23"/>
          <a:fontRef xmlns:a="http://schemas.openxmlformats.org/drawingml/2006/main" idx="major"/>
        </p:style>
      </p:sp>
      <p:pic>
        <p:nvPicPr>
          <p:cNvPr id="14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a4ff83a5c0b4771">
            <a:extLst>
              <a:ext uri="{96DAC541-7B7A-43D3-8B79-37D633B846F1}">
                <asvg:svgBlip xmlns:asvg="http://schemas.microsoft.com/office/drawing/2016/SVG/main" r:embed="R3b3abaa0bfdc4195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3986213" y="1733550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67" name="input-core-3">
            <a:extLst xmlns:a="http://schemas.openxmlformats.org/drawingml/2006/main">
              <a:ext uri="{FF2B5EF4-FFF2-40B4-BE49-F238E27FC236}">
                <a16:creationId xmlns:a16="http://schemas.microsoft.com/office/drawing/2014/main" id="{FAC0F03C-DB2F-4E58-9AAE-22F60AD14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419600" y="1628775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23"/>
          <a:fontRef xmlns:a="http://schemas.openxmlformats.org/drawingml/2006/main" idx="major"/>
        </p:style>
      </p:sp>
      <p:pic>
        <p:nvPicPr>
          <p:cNvPr id="14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35b52b5d9c94f06">
            <a:extLst>
              <a:ext uri="{96DAC541-7B7A-43D3-8B79-37D633B846F1}">
                <asvg:svgBlip xmlns:asvg="http://schemas.microsoft.com/office/drawing/2016/SVG/main" r:embed="Rae4d49b0614f49f1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4514850" y="1724025"/>
            <a:ext cx="209550" cy="209550"/>
          </a:xfrm>
          <a:prstGeom xmlns:a="http://schemas.openxmlformats.org/drawingml/2006/main" prst="rect">
            <a:avLst/>
          </a:prstGeom>
        </p:spPr>
      </p:pic>
      <p:sp>
        <p:nvSpPr>
          <p:cNvPr id="69" name="input-core-4">
            <a:extLst xmlns:a="http://schemas.openxmlformats.org/drawingml/2006/main">
              <a:ext uri="{FF2B5EF4-FFF2-40B4-BE49-F238E27FC236}">
                <a16:creationId xmlns:a16="http://schemas.microsoft.com/office/drawing/2014/main" id="{5C8D6B24-ED8D-46DA-ADC3-9E3D311CD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891088" y="168592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23"/>
          <a:fontRef xmlns:a="http://schemas.openxmlformats.org/drawingml/2006/main" idx="major"/>
        </p:style>
      </p:sp>
      <p:pic>
        <p:nvPicPr>
          <p:cNvPr id="14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dc60856fc2e42ff">
            <a:extLst>
              <a:ext uri="{96DAC541-7B7A-43D3-8B79-37D633B846F1}">
                <asvg:svgBlip xmlns:asvg="http://schemas.microsoft.com/office/drawing/2016/SVG/main" r:embed="R7308b746fc3a4de4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4986338" y="1781175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71" name="input-core-5">
            <a:extLst xmlns:a="http://schemas.openxmlformats.org/drawingml/2006/main">
              <a:ext uri="{FF2B5EF4-FFF2-40B4-BE49-F238E27FC236}">
                <a16:creationId xmlns:a16="http://schemas.microsoft.com/office/drawing/2014/main" id="{BCEEF026-22A9-4E84-BC8B-64E55E413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419725" y="1857375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23"/>
          <a:fontRef xmlns:a="http://schemas.openxmlformats.org/drawingml/2006/main" idx="major"/>
        </p:style>
      </p:sp>
      <p:pic>
        <p:nvPicPr>
          <p:cNvPr id="14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c793938117048b7">
            <a:extLst>
              <a:ext uri="{96DAC541-7B7A-43D3-8B79-37D633B846F1}">
                <asvg:svgBlip xmlns:asvg="http://schemas.microsoft.com/office/drawing/2016/SVG/main" r:embed="Re633c97284154caa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5514975" y="1952625"/>
            <a:ext cx="209550" cy="209550"/>
          </a:xfrm>
          <a:prstGeom xmlns:a="http://schemas.openxmlformats.org/drawingml/2006/main" prst="rect">
            <a:avLst/>
          </a:prstGeom>
        </p:spPr>
      </p:pic>
      <p:sp>
        <p:nvSpPr>
          <p:cNvPr id="73" name="input-core-6">
            <a:extLst xmlns:a="http://schemas.openxmlformats.org/drawingml/2006/main">
              <a:ext uri="{FF2B5EF4-FFF2-40B4-BE49-F238E27FC236}">
                <a16:creationId xmlns:a16="http://schemas.microsoft.com/office/drawing/2014/main" id="{918A6276-0610-449D-9F76-3F15DEDEF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891213" y="193357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23"/>
          <a:fontRef xmlns:a="http://schemas.openxmlformats.org/drawingml/2006/main" idx="major"/>
        </p:style>
      </p:sp>
      <p:pic>
        <p:nvPicPr>
          <p:cNvPr id="14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c8abd2a0df641fa">
            <a:extLst>
              <a:ext uri="{96DAC541-7B7A-43D3-8B79-37D633B846F1}">
                <asvg:svgBlip xmlns:asvg="http://schemas.microsoft.com/office/drawing/2016/SVG/main" r:embed="Re0a1e5cf9a3d459d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5986463" y="2028825"/>
            <a:ext cx="266700" cy="2667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8526494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phase-band-0">
            <a:extLst xmlns:a="http://schemas.openxmlformats.org/drawingml/2006/main">
              <a:ext uri="{FF2B5EF4-FFF2-40B4-BE49-F238E27FC236}">
                <a16:creationId xmlns:a16="http://schemas.microsoft.com/office/drawing/2014/main" id="{5CF0960A-7E52-4A8B-9159-8B428C749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1638300"/>
            <a:ext cx="11144250" cy="18782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phase-band-1">
            <a:extLst xmlns:a="http://schemas.openxmlformats.org/drawingml/2006/main">
              <a:ext uri="{FF2B5EF4-FFF2-40B4-BE49-F238E27FC236}">
                <a16:creationId xmlns:a16="http://schemas.microsoft.com/office/drawing/2014/main" id="{F52AFEED-CE9A-4D49-9FB1-99B33571A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3516516"/>
            <a:ext cx="11144250" cy="269364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38100">
            <a:solidFill>
              <a:srgbClr val="FFFFFF"/>
            </a:solidFill>
            <a:prstDash val="solid"/>
          </a:ln>
        </p:spPr>
      </p:sp>
      <p:sp>
        <p:nvSpPr>
          <p:cNvPr id="3" name="phase-rail-0">
            <a:extLst xmlns:a="http://schemas.openxmlformats.org/drawingml/2006/main">
              <a:ext uri="{FF2B5EF4-FFF2-40B4-BE49-F238E27FC236}">
                <a16:creationId xmlns:a16="http://schemas.microsoft.com/office/drawing/2014/main" id="{78B47479-ABFB-4F31-A18F-EED9EAAA9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1638300"/>
            <a:ext cx="514350" cy="1873625"/>
          </a:xfrm>
          <a:custGeom xmlns:a="http://schemas.openxmlformats.org/drawingml/2006/main">
            <a:pathLst>
              <a:path w="514350" h="1873625">
                <a:moveTo>
                  <a:pt x="0" y="0"/>
                </a:moveTo>
                <a:lnTo>
                  <a:pt x="19060" y="0"/>
                </a:lnTo>
                <a:lnTo>
                  <a:pt x="38110" y="0"/>
                </a:lnTo>
                <a:lnTo>
                  <a:pt x="57169" y="0"/>
                </a:lnTo>
                <a:lnTo>
                  <a:pt x="76229" y="0"/>
                </a:lnTo>
                <a:lnTo>
                  <a:pt x="95288" y="0"/>
                </a:lnTo>
                <a:lnTo>
                  <a:pt x="114338" y="0"/>
                </a:lnTo>
                <a:lnTo>
                  <a:pt x="133398" y="0"/>
                </a:lnTo>
                <a:lnTo>
                  <a:pt x="152457" y="0"/>
                </a:lnTo>
                <a:lnTo>
                  <a:pt x="171517" y="0"/>
                </a:lnTo>
                <a:lnTo>
                  <a:pt x="190567" y="0"/>
                </a:lnTo>
                <a:lnTo>
                  <a:pt x="209626" y="0"/>
                </a:lnTo>
                <a:lnTo>
                  <a:pt x="228686" y="0"/>
                </a:lnTo>
                <a:lnTo>
                  <a:pt x="247736" y="0"/>
                </a:lnTo>
                <a:lnTo>
                  <a:pt x="266795" y="0"/>
                </a:lnTo>
                <a:lnTo>
                  <a:pt x="285855" y="0"/>
                </a:lnTo>
                <a:lnTo>
                  <a:pt x="304914" y="0"/>
                </a:lnTo>
                <a:lnTo>
                  <a:pt x="323964" y="0"/>
                </a:lnTo>
                <a:lnTo>
                  <a:pt x="343024" y="0"/>
                </a:lnTo>
                <a:lnTo>
                  <a:pt x="362083" y="0"/>
                </a:lnTo>
                <a:lnTo>
                  <a:pt x="381133" y="0"/>
                </a:lnTo>
                <a:lnTo>
                  <a:pt x="400193" y="0"/>
                </a:lnTo>
                <a:lnTo>
                  <a:pt x="419252" y="0"/>
                </a:lnTo>
                <a:lnTo>
                  <a:pt x="438312" y="0"/>
                </a:lnTo>
                <a:lnTo>
                  <a:pt x="457362" y="0"/>
                </a:lnTo>
                <a:lnTo>
                  <a:pt x="476421" y="0"/>
                </a:lnTo>
                <a:lnTo>
                  <a:pt x="495481" y="0"/>
                </a:lnTo>
                <a:lnTo>
                  <a:pt x="514350" y="191"/>
                </a:lnTo>
                <a:lnTo>
                  <a:pt x="514350" y="19241"/>
                </a:lnTo>
                <a:lnTo>
                  <a:pt x="514350" y="38300"/>
                </a:lnTo>
                <a:lnTo>
                  <a:pt x="514350" y="57350"/>
                </a:lnTo>
                <a:lnTo>
                  <a:pt x="514350" y="76410"/>
                </a:lnTo>
                <a:lnTo>
                  <a:pt x="514350" y="95469"/>
                </a:lnTo>
                <a:lnTo>
                  <a:pt x="514350" y="114519"/>
                </a:lnTo>
                <a:lnTo>
                  <a:pt x="514350" y="133579"/>
                </a:lnTo>
                <a:lnTo>
                  <a:pt x="514350" y="152629"/>
                </a:lnTo>
                <a:lnTo>
                  <a:pt x="514350" y="171688"/>
                </a:lnTo>
                <a:lnTo>
                  <a:pt x="514350" y="190748"/>
                </a:lnTo>
                <a:lnTo>
                  <a:pt x="514350" y="209798"/>
                </a:lnTo>
                <a:lnTo>
                  <a:pt x="514350" y="228857"/>
                </a:lnTo>
                <a:lnTo>
                  <a:pt x="514350" y="247907"/>
                </a:lnTo>
                <a:lnTo>
                  <a:pt x="514350" y="266967"/>
                </a:lnTo>
                <a:lnTo>
                  <a:pt x="514350" y="286026"/>
                </a:lnTo>
                <a:lnTo>
                  <a:pt x="514350" y="305076"/>
                </a:lnTo>
                <a:lnTo>
                  <a:pt x="514350" y="324136"/>
                </a:lnTo>
                <a:lnTo>
                  <a:pt x="514350" y="343186"/>
                </a:lnTo>
                <a:lnTo>
                  <a:pt x="514350" y="362245"/>
                </a:lnTo>
                <a:lnTo>
                  <a:pt x="514350" y="381295"/>
                </a:lnTo>
                <a:lnTo>
                  <a:pt x="514350" y="400355"/>
                </a:lnTo>
                <a:lnTo>
                  <a:pt x="514350" y="419414"/>
                </a:lnTo>
                <a:lnTo>
                  <a:pt x="514350" y="438464"/>
                </a:lnTo>
                <a:lnTo>
                  <a:pt x="514350" y="457524"/>
                </a:lnTo>
                <a:lnTo>
                  <a:pt x="514350" y="476574"/>
                </a:lnTo>
                <a:lnTo>
                  <a:pt x="514350" y="495633"/>
                </a:lnTo>
                <a:lnTo>
                  <a:pt x="514350" y="514693"/>
                </a:lnTo>
                <a:lnTo>
                  <a:pt x="514350" y="533743"/>
                </a:lnTo>
                <a:lnTo>
                  <a:pt x="514350" y="552802"/>
                </a:lnTo>
                <a:lnTo>
                  <a:pt x="514350" y="571852"/>
                </a:lnTo>
                <a:lnTo>
                  <a:pt x="514350" y="590912"/>
                </a:lnTo>
                <a:lnTo>
                  <a:pt x="514350" y="609971"/>
                </a:lnTo>
                <a:lnTo>
                  <a:pt x="514350" y="629021"/>
                </a:lnTo>
                <a:lnTo>
                  <a:pt x="514350" y="648081"/>
                </a:lnTo>
                <a:lnTo>
                  <a:pt x="514350" y="667131"/>
                </a:lnTo>
                <a:lnTo>
                  <a:pt x="514350" y="686191"/>
                </a:lnTo>
                <a:lnTo>
                  <a:pt x="514350" y="705250"/>
                </a:lnTo>
                <a:lnTo>
                  <a:pt x="514350" y="724300"/>
                </a:lnTo>
                <a:lnTo>
                  <a:pt x="514350" y="743360"/>
                </a:lnTo>
                <a:lnTo>
                  <a:pt x="514350" y="762410"/>
                </a:lnTo>
                <a:lnTo>
                  <a:pt x="514350" y="781469"/>
                </a:lnTo>
                <a:lnTo>
                  <a:pt x="514350" y="800529"/>
                </a:lnTo>
                <a:lnTo>
                  <a:pt x="514350" y="819579"/>
                </a:lnTo>
                <a:lnTo>
                  <a:pt x="514350" y="838638"/>
                </a:lnTo>
                <a:lnTo>
                  <a:pt x="514350" y="857688"/>
                </a:lnTo>
                <a:lnTo>
                  <a:pt x="514350" y="876748"/>
                </a:lnTo>
                <a:lnTo>
                  <a:pt x="514350" y="895807"/>
                </a:lnTo>
                <a:lnTo>
                  <a:pt x="514350" y="914857"/>
                </a:lnTo>
                <a:lnTo>
                  <a:pt x="514350" y="933917"/>
                </a:lnTo>
                <a:lnTo>
                  <a:pt x="514350" y="952967"/>
                </a:lnTo>
                <a:lnTo>
                  <a:pt x="514350" y="972026"/>
                </a:lnTo>
                <a:lnTo>
                  <a:pt x="514350" y="991086"/>
                </a:lnTo>
                <a:lnTo>
                  <a:pt x="514350" y="1010136"/>
                </a:lnTo>
                <a:lnTo>
                  <a:pt x="514350" y="1029195"/>
                </a:lnTo>
                <a:lnTo>
                  <a:pt x="514350" y="1048245"/>
                </a:lnTo>
                <a:lnTo>
                  <a:pt x="514350" y="1067305"/>
                </a:lnTo>
                <a:lnTo>
                  <a:pt x="514350" y="1086364"/>
                </a:lnTo>
                <a:lnTo>
                  <a:pt x="514350" y="1105414"/>
                </a:lnTo>
                <a:lnTo>
                  <a:pt x="514350" y="1124474"/>
                </a:lnTo>
                <a:lnTo>
                  <a:pt x="514350" y="1143524"/>
                </a:lnTo>
                <a:lnTo>
                  <a:pt x="514350" y="1162583"/>
                </a:lnTo>
                <a:lnTo>
                  <a:pt x="514350" y="1181643"/>
                </a:lnTo>
                <a:lnTo>
                  <a:pt x="514350" y="1200693"/>
                </a:lnTo>
                <a:lnTo>
                  <a:pt x="514350" y="1219752"/>
                </a:lnTo>
                <a:lnTo>
                  <a:pt x="514350" y="1238802"/>
                </a:lnTo>
                <a:lnTo>
                  <a:pt x="514350" y="1257862"/>
                </a:lnTo>
                <a:lnTo>
                  <a:pt x="514350" y="1276922"/>
                </a:lnTo>
                <a:lnTo>
                  <a:pt x="514350" y="1295972"/>
                </a:lnTo>
                <a:lnTo>
                  <a:pt x="514350" y="1315031"/>
                </a:lnTo>
                <a:lnTo>
                  <a:pt x="514350" y="1334081"/>
                </a:lnTo>
                <a:lnTo>
                  <a:pt x="514350" y="1353141"/>
                </a:lnTo>
                <a:lnTo>
                  <a:pt x="514350" y="1372200"/>
                </a:lnTo>
                <a:lnTo>
                  <a:pt x="514350" y="1391250"/>
                </a:lnTo>
                <a:lnTo>
                  <a:pt x="514350" y="1410310"/>
                </a:lnTo>
                <a:lnTo>
                  <a:pt x="514350" y="1429360"/>
                </a:lnTo>
                <a:lnTo>
                  <a:pt x="514350" y="1448419"/>
                </a:lnTo>
                <a:lnTo>
                  <a:pt x="514350" y="1467479"/>
                </a:lnTo>
                <a:lnTo>
                  <a:pt x="514350" y="1486529"/>
                </a:lnTo>
                <a:lnTo>
                  <a:pt x="514350" y="1505588"/>
                </a:lnTo>
                <a:lnTo>
                  <a:pt x="514350" y="1524638"/>
                </a:lnTo>
                <a:lnTo>
                  <a:pt x="514350" y="1543698"/>
                </a:lnTo>
                <a:lnTo>
                  <a:pt x="514350" y="1562757"/>
                </a:lnTo>
                <a:lnTo>
                  <a:pt x="514350" y="1581807"/>
                </a:lnTo>
                <a:lnTo>
                  <a:pt x="514350" y="1600867"/>
                </a:lnTo>
                <a:lnTo>
                  <a:pt x="514350" y="1619917"/>
                </a:lnTo>
                <a:lnTo>
                  <a:pt x="514350" y="1638976"/>
                </a:lnTo>
                <a:lnTo>
                  <a:pt x="514350" y="1658036"/>
                </a:lnTo>
                <a:lnTo>
                  <a:pt x="514350" y="1677086"/>
                </a:lnTo>
                <a:lnTo>
                  <a:pt x="514350" y="1696145"/>
                </a:lnTo>
                <a:lnTo>
                  <a:pt x="514350" y="1715195"/>
                </a:lnTo>
                <a:lnTo>
                  <a:pt x="514350" y="1734255"/>
                </a:lnTo>
                <a:lnTo>
                  <a:pt x="498643" y="1744066"/>
                </a:lnTo>
                <a:lnTo>
                  <a:pt x="481984" y="1753324"/>
                </a:lnTo>
                <a:lnTo>
                  <a:pt x="465325" y="1762582"/>
                </a:lnTo>
                <a:lnTo>
                  <a:pt x="448666" y="1771831"/>
                </a:lnTo>
                <a:lnTo>
                  <a:pt x="432006" y="1781089"/>
                </a:lnTo>
                <a:lnTo>
                  <a:pt x="415347" y="1790338"/>
                </a:lnTo>
                <a:lnTo>
                  <a:pt x="398697" y="1799596"/>
                </a:lnTo>
                <a:lnTo>
                  <a:pt x="382038" y="1808845"/>
                </a:lnTo>
                <a:lnTo>
                  <a:pt x="365379" y="1818103"/>
                </a:lnTo>
                <a:lnTo>
                  <a:pt x="348720" y="1827362"/>
                </a:lnTo>
                <a:lnTo>
                  <a:pt x="332061" y="1836611"/>
                </a:lnTo>
                <a:lnTo>
                  <a:pt x="315401" y="1845869"/>
                </a:lnTo>
                <a:lnTo>
                  <a:pt x="298742" y="1855118"/>
                </a:lnTo>
                <a:lnTo>
                  <a:pt x="282083" y="1864376"/>
                </a:lnTo>
                <a:lnTo>
                  <a:pt x="265424" y="1873625"/>
                </a:lnTo>
                <a:lnTo>
                  <a:pt x="248764" y="1873539"/>
                </a:lnTo>
                <a:lnTo>
                  <a:pt x="232105" y="1864281"/>
                </a:lnTo>
                <a:lnTo>
                  <a:pt x="215446" y="1855032"/>
                </a:lnTo>
                <a:lnTo>
                  <a:pt x="198787" y="1845774"/>
                </a:lnTo>
                <a:lnTo>
                  <a:pt x="182128" y="1836525"/>
                </a:lnTo>
                <a:lnTo>
                  <a:pt x="165468" y="1827266"/>
                </a:lnTo>
                <a:lnTo>
                  <a:pt x="148809" y="1818018"/>
                </a:lnTo>
                <a:lnTo>
                  <a:pt x="132150" y="1808759"/>
                </a:lnTo>
                <a:lnTo>
                  <a:pt x="115491" y="1799501"/>
                </a:lnTo>
                <a:lnTo>
                  <a:pt x="98831" y="1790252"/>
                </a:lnTo>
                <a:lnTo>
                  <a:pt x="82182" y="1780994"/>
                </a:lnTo>
                <a:lnTo>
                  <a:pt x="65522" y="1771745"/>
                </a:lnTo>
                <a:lnTo>
                  <a:pt x="48863" y="1762487"/>
                </a:lnTo>
                <a:lnTo>
                  <a:pt x="32204" y="1753229"/>
                </a:lnTo>
                <a:lnTo>
                  <a:pt x="15545" y="1743980"/>
                </a:lnTo>
                <a:lnTo>
                  <a:pt x="0" y="1734064"/>
                </a:lnTo>
                <a:lnTo>
                  <a:pt x="0" y="1715014"/>
                </a:lnTo>
                <a:lnTo>
                  <a:pt x="0" y="1695955"/>
                </a:lnTo>
                <a:lnTo>
                  <a:pt x="0" y="1676905"/>
                </a:lnTo>
                <a:lnTo>
                  <a:pt x="0" y="1657845"/>
                </a:lnTo>
                <a:lnTo>
                  <a:pt x="0" y="1638786"/>
                </a:lnTo>
                <a:lnTo>
                  <a:pt x="0" y="1619736"/>
                </a:lnTo>
                <a:lnTo>
                  <a:pt x="0" y="1600676"/>
                </a:lnTo>
                <a:lnTo>
                  <a:pt x="0" y="1581626"/>
                </a:lnTo>
                <a:lnTo>
                  <a:pt x="0" y="1562567"/>
                </a:lnTo>
                <a:lnTo>
                  <a:pt x="0" y="1543507"/>
                </a:lnTo>
                <a:lnTo>
                  <a:pt x="0" y="1524457"/>
                </a:lnTo>
                <a:lnTo>
                  <a:pt x="0" y="1505398"/>
                </a:lnTo>
                <a:lnTo>
                  <a:pt x="0" y="1486348"/>
                </a:lnTo>
                <a:lnTo>
                  <a:pt x="0" y="1467288"/>
                </a:lnTo>
                <a:lnTo>
                  <a:pt x="0" y="1448229"/>
                </a:lnTo>
                <a:lnTo>
                  <a:pt x="0" y="1429179"/>
                </a:lnTo>
                <a:lnTo>
                  <a:pt x="0" y="1410119"/>
                </a:lnTo>
                <a:lnTo>
                  <a:pt x="0" y="1391069"/>
                </a:lnTo>
                <a:lnTo>
                  <a:pt x="0" y="1372010"/>
                </a:lnTo>
                <a:lnTo>
                  <a:pt x="0" y="1352950"/>
                </a:lnTo>
                <a:lnTo>
                  <a:pt x="0" y="1333900"/>
                </a:lnTo>
                <a:lnTo>
                  <a:pt x="0" y="1314841"/>
                </a:lnTo>
                <a:lnTo>
                  <a:pt x="0" y="1295791"/>
                </a:lnTo>
                <a:lnTo>
                  <a:pt x="0" y="1276731"/>
                </a:lnTo>
                <a:lnTo>
                  <a:pt x="0" y="1257671"/>
                </a:lnTo>
                <a:lnTo>
                  <a:pt x="0" y="1238621"/>
                </a:lnTo>
                <a:lnTo>
                  <a:pt x="0" y="1219562"/>
                </a:lnTo>
                <a:lnTo>
                  <a:pt x="0" y="1200512"/>
                </a:lnTo>
                <a:lnTo>
                  <a:pt x="0" y="1181452"/>
                </a:lnTo>
                <a:lnTo>
                  <a:pt x="0" y="1162393"/>
                </a:lnTo>
                <a:lnTo>
                  <a:pt x="0" y="1143343"/>
                </a:lnTo>
                <a:lnTo>
                  <a:pt x="0" y="1124283"/>
                </a:lnTo>
                <a:lnTo>
                  <a:pt x="0" y="1105233"/>
                </a:lnTo>
                <a:lnTo>
                  <a:pt x="0" y="1086174"/>
                </a:lnTo>
                <a:lnTo>
                  <a:pt x="0" y="1067114"/>
                </a:lnTo>
                <a:lnTo>
                  <a:pt x="0" y="1048064"/>
                </a:lnTo>
                <a:lnTo>
                  <a:pt x="0" y="1029005"/>
                </a:lnTo>
                <a:lnTo>
                  <a:pt x="0" y="1009955"/>
                </a:lnTo>
                <a:lnTo>
                  <a:pt x="0" y="990895"/>
                </a:lnTo>
                <a:lnTo>
                  <a:pt x="0" y="971836"/>
                </a:lnTo>
                <a:lnTo>
                  <a:pt x="0" y="952786"/>
                </a:lnTo>
                <a:lnTo>
                  <a:pt x="0" y="933726"/>
                </a:lnTo>
                <a:lnTo>
                  <a:pt x="0" y="914676"/>
                </a:lnTo>
                <a:lnTo>
                  <a:pt x="0" y="895617"/>
                </a:lnTo>
                <a:lnTo>
                  <a:pt x="0" y="876557"/>
                </a:lnTo>
                <a:lnTo>
                  <a:pt x="0" y="857507"/>
                </a:lnTo>
                <a:lnTo>
                  <a:pt x="0" y="838448"/>
                </a:lnTo>
                <a:lnTo>
                  <a:pt x="0" y="819398"/>
                </a:lnTo>
                <a:lnTo>
                  <a:pt x="0" y="800338"/>
                </a:lnTo>
                <a:lnTo>
                  <a:pt x="0" y="781279"/>
                </a:lnTo>
                <a:lnTo>
                  <a:pt x="0" y="762229"/>
                </a:lnTo>
                <a:lnTo>
                  <a:pt x="0" y="743169"/>
                </a:lnTo>
                <a:lnTo>
                  <a:pt x="0" y="724119"/>
                </a:lnTo>
                <a:lnTo>
                  <a:pt x="0" y="705060"/>
                </a:lnTo>
                <a:lnTo>
                  <a:pt x="0" y="686000"/>
                </a:lnTo>
                <a:lnTo>
                  <a:pt x="0" y="666950"/>
                </a:lnTo>
                <a:lnTo>
                  <a:pt x="0" y="647891"/>
                </a:lnTo>
                <a:lnTo>
                  <a:pt x="0" y="628841"/>
                </a:lnTo>
                <a:lnTo>
                  <a:pt x="0" y="609781"/>
                </a:lnTo>
                <a:lnTo>
                  <a:pt x="0" y="590721"/>
                </a:lnTo>
                <a:lnTo>
                  <a:pt x="0" y="571671"/>
                </a:lnTo>
                <a:lnTo>
                  <a:pt x="0" y="552612"/>
                </a:lnTo>
                <a:lnTo>
                  <a:pt x="0" y="533562"/>
                </a:lnTo>
                <a:lnTo>
                  <a:pt x="0" y="514502"/>
                </a:lnTo>
                <a:lnTo>
                  <a:pt x="0" y="495452"/>
                </a:lnTo>
                <a:lnTo>
                  <a:pt x="0" y="476393"/>
                </a:lnTo>
                <a:lnTo>
                  <a:pt x="0" y="457333"/>
                </a:lnTo>
                <a:lnTo>
                  <a:pt x="0" y="438283"/>
                </a:lnTo>
                <a:lnTo>
                  <a:pt x="0" y="419224"/>
                </a:lnTo>
                <a:lnTo>
                  <a:pt x="0" y="400174"/>
                </a:lnTo>
                <a:lnTo>
                  <a:pt x="0" y="381114"/>
                </a:lnTo>
                <a:lnTo>
                  <a:pt x="0" y="362055"/>
                </a:lnTo>
                <a:lnTo>
                  <a:pt x="0" y="343005"/>
                </a:lnTo>
                <a:lnTo>
                  <a:pt x="0" y="323945"/>
                </a:lnTo>
                <a:lnTo>
                  <a:pt x="0" y="304895"/>
                </a:lnTo>
                <a:lnTo>
                  <a:pt x="0" y="285836"/>
                </a:lnTo>
                <a:lnTo>
                  <a:pt x="0" y="266776"/>
                </a:lnTo>
                <a:lnTo>
                  <a:pt x="0" y="247726"/>
                </a:lnTo>
                <a:lnTo>
                  <a:pt x="0" y="228667"/>
                </a:lnTo>
                <a:lnTo>
                  <a:pt x="0" y="209617"/>
                </a:lnTo>
                <a:lnTo>
                  <a:pt x="0" y="190557"/>
                </a:lnTo>
                <a:lnTo>
                  <a:pt x="0" y="171498"/>
                </a:lnTo>
                <a:lnTo>
                  <a:pt x="0" y="152448"/>
                </a:lnTo>
                <a:lnTo>
                  <a:pt x="0" y="133388"/>
                </a:lnTo>
                <a:lnTo>
                  <a:pt x="0" y="114338"/>
                </a:lnTo>
                <a:lnTo>
                  <a:pt x="0" y="95279"/>
                </a:lnTo>
                <a:lnTo>
                  <a:pt x="0" y="76219"/>
                </a:lnTo>
                <a:lnTo>
                  <a:pt x="0" y="57169"/>
                </a:lnTo>
                <a:lnTo>
                  <a:pt x="0" y="38110"/>
                </a:lnTo>
                <a:lnTo>
                  <a:pt x="0" y="1906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4" name="phase-rail-1">
            <a:extLst xmlns:a="http://schemas.openxmlformats.org/drawingml/2006/main">
              <a:ext uri="{FF2B5EF4-FFF2-40B4-BE49-F238E27FC236}">
                <a16:creationId xmlns:a16="http://schemas.microsoft.com/office/drawing/2014/main" id="{4A10CAD4-5FF8-4E89-89C8-DBDDF9D0A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3516516"/>
            <a:ext cx="514350" cy="2690517"/>
          </a:xfrm>
          <a:custGeom xmlns:a="http://schemas.openxmlformats.org/drawingml/2006/main">
            <a:pathLst>
              <a:path w="514350" h="2690517">
                <a:moveTo>
                  <a:pt x="0" y="0"/>
                </a:moveTo>
                <a:lnTo>
                  <a:pt x="22870" y="12706"/>
                </a:lnTo>
                <a:lnTo>
                  <a:pt x="45739" y="25413"/>
                </a:lnTo>
                <a:lnTo>
                  <a:pt x="68599" y="38110"/>
                </a:lnTo>
                <a:lnTo>
                  <a:pt x="91469" y="50816"/>
                </a:lnTo>
                <a:lnTo>
                  <a:pt x="114338" y="63522"/>
                </a:lnTo>
                <a:lnTo>
                  <a:pt x="137208" y="76229"/>
                </a:lnTo>
                <a:lnTo>
                  <a:pt x="160077" y="88925"/>
                </a:lnTo>
                <a:lnTo>
                  <a:pt x="182947" y="101632"/>
                </a:lnTo>
                <a:lnTo>
                  <a:pt x="205807" y="114338"/>
                </a:lnTo>
                <a:lnTo>
                  <a:pt x="228676" y="127044"/>
                </a:lnTo>
                <a:lnTo>
                  <a:pt x="251546" y="139751"/>
                </a:lnTo>
                <a:lnTo>
                  <a:pt x="274415" y="133293"/>
                </a:lnTo>
                <a:lnTo>
                  <a:pt x="297285" y="120596"/>
                </a:lnTo>
                <a:lnTo>
                  <a:pt x="320154" y="107890"/>
                </a:lnTo>
                <a:lnTo>
                  <a:pt x="343014" y="95183"/>
                </a:lnTo>
                <a:lnTo>
                  <a:pt x="365884" y="82477"/>
                </a:lnTo>
                <a:lnTo>
                  <a:pt x="388753" y="69771"/>
                </a:lnTo>
                <a:lnTo>
                  <a:pt x="411623" y="57074"/>
                </a:lnTo>
                <a:lnTo>
                  <a:pt x="434492" y="44367"/>
                </a:lnTo>
                <a:lnTo>
                  <a:pt x="457362" y="31661"/>
                </a:lnTo>
                <a:lnTo>
                  <a:pt x="480222" y="18955"/>
                </a:lnTo>
                <a:lnTo>
                  <a:pt x="503091" y="6258"/>
                </a:lnTo>
                <a:lnTo>
                  <a:pt x="514350" y="13287"/>
                </a:lnTo>
                <a:lnTo>
                  <a:pt x="514350" y="39443"/>
                </a:lnTo>
                <a:lnTo>
                  <a:pt x="514350" y="65599"/>
                </a:lnTo>
                <a:lnTo>
                  <a:pt x="514350" y="91764"/>
                </a:lnTo>
                <a:lnTo>
                  <a:pt x="514350" y="117920"/>
                </a:lnTo>
                <a:lnTo>
                  <a:pt x="514350" y="144085"/>
                </a:lnTo>
                <a:lnTo>
                  <a:pt x="514350" y="170240"/>
                </a:lnTo>
                <a:lnTo>
                  <a:pt x="514350" y="196396"/>
                </a:lnTo>
                <a:lnTo>
                  <a:pt x="514350" y="222561"/>
                </a:lnTo>
                <a:lnTo>
                  <a:pt x="514350" y="248717"/>
                </a:lnTo>
                <a:lnTo>
                  <a:pt x="514350" y="274882"/>
                </a:lnTo>
                <a:lnTo>
                  <a:pt x="514350" y="301038"/>
                </a:lnTo>
                <a:lnTo>
                  <a:pt x="514350" y="327203"/>
                </a:lnTo>
                <a:lnTo>
                  <a:pt x="514350" y="353358"/>
                </a:lnTo>
                <a:lnTo>
                  <a:pt x="514350" y="379514"/>
                </a:lnTo>
                <a:lnTo>
                  <a:pt x="514350" y="405679"/>
                </a:lnTo>
                <a:lnTo>
                  <a:pt x="514350" y="431835"/>
                </a:lnTo>
                <a:lnTo>
                  <a:pt x="514350" y="458000"/>
                </a:lnTo>
                <a:lnTo>
                  <a:pt x="514350" y="484156"/>
                </a:lnTo>
                <a:lnTo>
                  <a:pt x="514350" y="510311"/>
                </a:lnTo>
                <a:lnTo>
                  <a:pt x="514350" y="536477"/>
                </a:lnTo>
                <a:lnTo>
                  <a:pt x="514350" y="562632"/>
                </a:lnTo>
                <a:lnTo>
                  <a:pt x="514350" y="588797"/>
                </a:lnTo>
                <a:lnTo>
                  <a:pt x="514350" y="614953"/>
                </a:lnTo>
                <a:lnTo>
                  <a:pt x="514350" y="641118"/>
                </a:lnTo>
                <a:lnTo>
                  <a:pt x="514350" y="667274"/>
                </a:lnTo>
                <a:lnTo>
                  <a:pt x="514350" y="693430"/>
                </a:lnTo>
                <a:lnTo>
                  <a:pt x="514350" y="719595"/>
                </a:lnTo>
                <a:lnTo>
                  <a:pt x="514350" y="745750"/>
                </a:lnTo>
                <a:lnTo>
                  <a:pt x="514350" y="771916"/>
                </a:lnTo>
                <a:lnTo>
                  <a:pt x="514350" y="798071"/>
                </a:lnTo>
                <a:lnTo>
                  <a:pt x="514350" y="824227"/>
                </a:lnTo>
                <a:lnTo>
                  <a:pt x="514350" y="850392"/>
                </a:lnTo>
                <a:lnTo>
                  <a:pt x="514350" y="876548"/>
                </a:lnTo>
                <a:lnTo>
                  <a:pt x="514350" y="902713"/>
                </a:lnTo>
                <a:lnTo>
                  <a:pt x="514350" y="928868"/>
                </a:lnTo>
                <a:lnTo>
                  <a:pt x="514350" y="955034"/>
                </a:lnTo>
                <a:lnTo>
                  <a:pt x="514350" y="981189"/>
                </a:lnTo>
                <a:lnTo>
                  <a:pt x="514350" y="1007345"/>
                </a:lnTo>
                <a:lnTo>
                  <a:pt x="514350" y="1033510"/>
                </a:lnTo>
                <a:lnTo>
                  <a:pt x="514350" y="1059666"/>
                </a:lnTo>
                <a:lnTo>
                  <a:pt x="514350" y="1085831"/>
                </a:lnTo>
                <a:lnTo>
                  <a:pt x="514350" y="1111987"/>
                </a:lnTo>
                <a:lnTo>
                  <a:pt x="514350" y="1138142"/>
                </a:lnTo>
                <a:lnTo>
                  <a:pt x="514350" y="1164307"/>
                </a:lnTo>
                <a:lnTo>
                  <a:pt x="514350" y="1190463"/>
                </a:lnTo>
                <a:lnTo>
                  <a:pt x="514350" y="1216628"/>
                </a:lnTo>
                <a:lnTo>
                  <a:pt x="514350" y="1242784"/>
                </a:lnTo>
                <a:lnTo>
                  <a:pt x="514350" y="1268949"/>
                </a:lnTo>
                <a:lnTo>
                  <a:pt x="514350" y="1295105"/>
                </a:lnTo>
                <a:lnTo>
                  <a:pt x="514350" y="1321260"/>
                </a:lnTo>
                <a:lnTo>
                  <a:pt x="514350" y="1347426"/>
                </a:lnTo>
                <a:lnTo>
                  <a:pt x="514350" y="1373581"/>
                </a:lnTo>
                <a:lnTo>
                  <a:pt x="514350" y="1399746"/>
                </a:lnTo>
                <a:lnTo>
                  <a:pt x="514350" y="1425902"/>
                </a:lnTo>
                <a:lnTo>
                  <a:pt x="514350" y="1452067"/>
                </a:lnTo>
                <a:lnTo>
                  <a:pt x="514350" y="1478223"/>
                </a:lnTo>
                <a:lnTo>
                  <a:pt x="514350" y="1504379"/>
                </a:lnTo>
                <a:lnTo>
                  <a:pt x="514350" y="1530544"/>
                </a:lnTo>
                <a:lnTo>
                  <a:pt x="514350" y="1556699"/>
                </a:lnTo>
                <a:lnTo>
                  <a:pt x="514350" y="1582865"/>
                </a:lnTo>
                <a:lnTo>
                  <a:pt x="514350" y="1609020"/>
                </a:lnTo>
                <a:lnTo>
                  <a:pt x="514350" y="1635176"/>
                </a:lnTo>
                <a:lnTo>
                  <a:pt x="514350" y="1661341"/>
                </a:lnTo>
                <a:lnTo>
                  <a:pt x="514350" y="1687497"/>
                </a:lnTo>
                <a:lnTo>
                  <a:pt x="514350" y="1713662"/>
                </a:lnTo>
                <a:lnTo>
                  <a:pt x="514350" y="1739817"/>
                </a:lnTo>
                <a:lnTo>
                  <a:pt x="514350" y="1765983"/>
                </a:lnTo>
                <a:lnTo>
                  <a:pt x="514350" y="1792138"/>
                </a:lnTo>
                <a:lnTo>
                  <a:pt x="514350" y="1818294"/>
                </a:lnTo>
                <a:lnTo>
                  <a:pt x="514350" y="1844459"/>
                </a:lnTo>
                <a:lnTo>
                  <a:pt x="514350" y="1870615"/>
                </a:lnTo>
                <a:lnTo>
                  <a:pt x="514350" y="1896780"/>
                </a:lnTo>
                <a:lnTo>
                  <a:pt x="514350" y="1922936"/>
                </a:lnTo>
                <a:lnTo>
                  <a:pt x="514350" y="1949091"/>
                </a:lnTo>
                <a:lnTo>
                  <a:pt x="514350" y="1975256"/>
                </a:lnTo>
                <a:lnTo>
                  <a:pt x="514350" y="2001412"/>
                </a:lnTo>
                <a:lnTo>
                  <a:pt x="514350" y="2027577"/>
                </a:lnTo>
                <a:lnTo>
                  <a:pt x="514350" y="2053733"/>
                </a:lnTo>
                <a:lnTo>
                  <a:pt x="514350" y="2079898"/>
                </a:lnTo>
                <a:lnTo>
                  <a:pt x="514350" y="2106054"/>
                </a:lnTo>
                <a:lnTo>
                  <a:pt x="514350" y="2132209"/>
                </a:lnTo>
                <a:lnTo>
                  <a:pt x="514350" y="2158375"/>
                </a:lnTo>
                <a:lnTo>
                  <a:pt x="514350" y="2184530"/>
                </a:lnTo>
                <a:lnTo>
                  <a:pt x="514350" y="2210695"/>
                </a:lnTo>
                <a:lnTo>
                  <a:pt x="514350" y="2236851"/>
                </a:lnTo>
                <a:lnTo>
                  <a:pt x="514350" y="2263007"/>
                </a:lnTo>
                <a:lnTo>
                  <a:pt x="514350" y="2289172"/>
                </a:lnTo>
                <a:lnTo>
                  <a:pt x="514350" y="2315327"/>
                </a:lnTo>
                <a:lnTo>
                  <a:pt x="514350" y="2341493"/>
                </a:lnTo>
                <a:lnTo>
                  <a:pt x="514350" y="2367648"/>
                </a:lnTo>
                <a:lnTo>
                  <a:pt x="514350" y="2393813"/>
                </a:lnTo>
                <a:lnTo>
                  <a:pt x="514350" y="2419969"/>
                </a:lnTo>
                <a:lnTo>
                  <a:pt x="514350" y="2446125"/>
                </a:lnTo>
                <a:lnTo>
                  <a:pt x="514350" y="2472290"/>
                </a:lnTo>
                <a:lnTo>
                  <a:pt x="514350" y="2498446"/>
                </a:lnTo>
                <a:lnTo>
                  <a:pt x="514350" y="2524611"/>
                </a:lnTo>
                <a:lnTo>
                  <a:pt x="514350" y="2550766"/>
                </a:lnTo>
                <a:lnTo>
                  <a:pt x="491480" y="2563473"/>
                </a:lnTo>
                <a:lnTo>
                  <a:pt x="468611" y="2576179"/>
                </a:lnTo>
                <a:lnTo>
                  <a:pt x="445741" y="2588876"/>
                </a:lnTo>
                <a:lnTo>
                  <a:pt x="422881" y="2601582"/>
                </a:lnTo>
                <a:lnTo>
                  <a:pt x="400012" y="2614289"/>
                </a:lnTo>
                <a:lnTo>
                  <a:pt x="377142" y="2626995"/>
                </a:lnTo>
                <a:lnTo>
                  <a:pt x="354273" y="2639692"/>
                </a:lnTo>
                <a:lnTo>
                  <a:pt x="331403" y="2652398"/>
                </a:lnTo>
                <a:lnTo>
                  <a:pt x="308543" y="2665105"/>
                </a:lnTo>
                <a:lnTo>
                  <a:pt x="285674" y="2677811"/>
                </a:lnTo>
                <a:lnTo>
                  <a:pt x="262804" y="2690517"/>
                </a:lnTo>
                <a:lnTo>
                  <a:pt x="239935" y="2684059"/>
                </a:lnTo>
                <a:lnTo>
                  <a:pt x="217065" y="2671362"/>
                </a:lnTo>
                <a:lnTo>
                  <a:pt x="194196" y="2658656"/>
                </a:lnTo>
                <a:lnTo>
                  <a:pt x="171336" y="2645950"/>
                </a:lnTo>
                <a:lnTo>
                  <a:pt x="148466" y="2633243"/>
                </a:lnTo>
                <a:lnTo>
                  <a:pt x="125597" y="2620537"/>
                </a:lnTo>
                <a:lnTo>
                  <a:pt x="102727" y="2607840"/>
                </a:lnTo>
                <a:lnTo>
                  <a:pt x="79858" y="2595134"/>
                </a:lnTo>
                <a:lnTo>
                  <a:pt x="56988" y="2582428"/>
                </a:lnTo>
                <a:lnTo>
                  <a:pt x="34128" y="2569721"/>
                </a:lnTo>
                <a:lnTo>
                  <a:pt x="11259" y="2557024"/>
                </a:lnTo>
                <a:lnTo>
                  <a:pt x="0" y="2537489"/>
                </a:lnTo>
                <a:lnTo>
                  <a:pt x="0" y="2511323"/>
                </a:lnTo>
                <a:lnTo>
                  <a:pt x="0" y="2485168"/>
                </a:lnTo>
                <a:lnTo>
                  <a:pt x="0" y="2459003"/>
                </a:lnTo>
                <a:lnTo>
                  <a:pt x="0" y="2432847"/>
                </a:lnTo>
                <a:lnTo>
                  <a:pt x="0" y="2406682"/>
                </a:lnTo>
                <a:lnTo>
                  <a:pt x="0" y="2380526"/>
                </a:lnTo>
                <a:lnTo>
                  <a:pt x="0" y="2354370"/>
                </a:lnTo>
                <a:lnTo>
                  <a:pt x="0" y="2328205"/>
                </a:lnTo>
                <a:lnTo>
                  <a:pt x="0" y="2302050"/>
                </a:lnTo>
                <a:lnTo>
                  <a:pt x="0" y="2275884"/>
                </a:lnTo>
                <a:lnTo>
                  <a:pt x="0" y="2249729"/>
                </a:lnTo>
                <a:lnTo>
                  <a:pt x="0" y="2223573"/>
                </a:lnTo>
                <a:lnTo>
                  <a:pt x="0" y="2197408"/>
                </a:lnTo>
                <a:lnTo>
                  <a:pt x="0" y="2171252"/>
                </a:lnTo>
                <a:lnTo>
                  <a:pt x="0" y="2145087"/>
                </a:lnTo>
                <a:lnTo>
                  <a:pt x="0" y="2118932"/>
                </a:lnTo>
                <a:lnTo>
                  <a:pt x="0" y="2092766"/>
                </a:lnTo>
                <a:lnTo>
                  <a:pt x="0" y="2066611"/>
                </a:lnTo>
                <a:lnTo>
                  <a:pt x="0" y="2040455"/>
                </a:lnTo>
                <a:lnTo>
                  <a:pt x="0" y="2014290"/>
                </a:lnTo>
                <a:lnTo>
                  <a:pt x="0" y="1988134"/>
                </a:lnTo>
                <a:lnTo>
                  <a:pt x="0" y="1961969"/>
                </a:lnTo>
                <a:lnTo>
                  <a:pt x="0" y="1935813"/>
                </a:lnTo>
                <a:lnTo>
                  <a:pt x="0" y="1909658"/>
                </a:lnTo>
                <a:lnTo>
                  <a:pt x="0" y="1883493"/>
                </a:lnTo>
                <a:lnTo>
                  <a:pt x="0" y="1857337"/>
                </a:lnTo>
                <a:lnTo>
                  <a:pt x="0" y="1831172"/>
                </a:lnTo>
                <a:lnTo>
                  <a:pt x="0" y="1805016"/>
                </a:lnTo>
                <a:lnTo>
                  <a:pt x="0" y="1778851"/>
                </a:lnTo>
                <a:lnTo>
                  <a:pt x="0" y="1752695"/>
                </a:lnTo>
                <a:lnTo>
                  <a:pt x="0" y="1726540"/>
                </a:lnTo>
                <a:lnTo>
                  <a:pt x="0" y="1700374"/>
                </a:lnTo>
                <a:lnTo>
                  <a:pt x="0" y="1674219"/>
                </a:lnTo>
                <a:lnTo>
                  <a:pt x="0" y="1648054"/>
                </a:lnTo>
                <a:lnTo>
                  <a:pt x="0" y="1621898"/>
                </a:lnTo>
                <a:lnTo>
                  <a:pt x="0" y="1595742"/>
                </a:lnTo>
                <a:lnTo>
                  <a:pt x="0" y="1569577"/>
                </a:lnTo>
                <a:lnTo>
                  <a:pt x="0" y="1543421"/>
                </a:lnTo>
                <a:lnTo>
                  <a:pt x="0" y="1517256"/>
                </a:lnTo>
                <a:lnTo>
                  <a:pt x="0" y="1491101"/>
                </a:lnTo>
                <a:lnTo>
                  <a:pt x="0" y="1464935"/>
                </a:lnTo>
                <a:lnTo>
                  <a:pt x="0" y="1438780"/>
                </a:lnTo>
                <a:lnTo>
                  <a:pt x="0" y="1412624"/>
                </a:lnTo>
                <a:lnTo>
                  <a:pt x="0" y="1386459"/>
                </a:lnTo>
                <a:lnTo>
                  <a:pt x="0" y="1360303"/>
                </a:lnTo>
                <a:lnTo>
                  <a:pt x="0" y="1334138"/>
                </a:lnTo>
                <a:lnTo>
                  <a:pt x="0" y="1307983"/>
                </a:lnTo>
                <a:lnTo>
                  <a:pt x="0" y="1281827"/>
                </a:lnTo>
                <a:lnTo>
                  <a:pt x="0" y="1255662"/>
                </a:lnTo>
                <a:lnTo>
                  <a:pt x="0" y="1229506"/>
                </a:lnTo>
                <a:lnTo>
                  <a:pt x="0" y="1203341"/>
                </a:lnTo>
                <a:lnTo>
                  <a:pt x="0" y="1177185"/>
                </a:lnTo>
                <a:lnTo>
                  <a:pt x="0" y="1151020"/>
                </a:lnTo>
                <a:lnTo>
                  <a:pt x="0" y="1124864"/>
                </a:lnTo>
                <a:lnTo>
                  <a:pt x="0" y="1098709"/>
                </a:lnTo>
                <a:lnTo>
                  <a:pt x="0" y="1072544"/>
                </a:lnTo>
                <a:lnTo>
                  <a:pt x="0" y="1046388"/>
                </a:lnTo>
                <a:lnTo>
                  <a:pt x="0" y="1020223"/>
                </a:lnTo>
                <a:lnTo>
                  <a:pt x="0" y="994067"/>
                </a:lnTo>
                <a:lnTo>
                  <a:pt x="0" y="967902"/>
                </a:lnTo>
                <a:lnTo>
                  <a:pt x="0" y="941746"/>
                </a:lnTo>
                <a:lnTo>
                  <a:pt x="0" y="915591"/>
                </a:lnTo>
                <a:lnTo>
                  <a:pt x="0" y="889425"/>
                </a:lnTo>
                <a:lnTo>
                  <a:pt x="0" y="863270"/>
                </a:lnTo>
                <a:lnTo>
                  <a:pt x="0" y="837105"/>
                </a:lnTo>
                <a:lnTo>
                  <a:pt x="0" y="810949"/>
                </a:lnTo>
                <a:lnTo>
                  <a:pt x="0" y="784793"/>
                </a:lnTo>
                <a:lnTo>
                  <a:pt x="0" y="758628"/>
                </a:lnTo>
                <a:lnTo>
                  <a:pt x="0" y="732473"/>
                </a:lnTo>
                <a:lnTo>
                  <a:pt x="0" y="706307"/>
                </a:lnTo>
                <a:lnTo>
                  <a:pt x="0" y="680152"/>
                </a:lnTo>
                <a:lnTo>
                  <a:pt x="0" y="653987"/>
                </a:lnTo>
                <a:lnTo>
                  <a:pt x="0" y="627831"/>
                </a:lnTo>
                <a:lnTo>
                  <a:pt x="0" y="601675"/>
                </a:lnTo>
                <a:lnTo>
                  <a:pt x="0" y="575510"/>
                </a:lnTo>
                <a:lnTo>
                  <a:pt x="0" y="549354"/>
                </a:lnTo>
                <a:lnTo>
                  <a:pt x="0" y="523189"/>
                </a:lnTo>
                <a:lnTo>
                  <a:pt x="0" y="497034"/>
                </a:lnTo>
                <a:lnTo>
                  <a:pt x="0" y="470878"/>
                </a:lnTo>
                <a:lnTo>
                  <a:pt x="0" y="444713"/>
                </a:lnTo>
                <a:lnTo>
                  <a:pt x="0" y="418557"/>
                </a:lnTo>
                <a:lnTo>
                  <a:pt x="0" y="392392"/>
                </a:lnTo>
                <a:lnTo>
                  <a:pt x="0" y="366236"/>
                </a:lnTo>
                <a:lnTo>
                  <a:pt x="0" y="340071"/>
                </a:lnTo>
                <a:lnTo>
                  <a:pt x="0" y="313915"/>
                </a:lnTo>
                <a:lnTo>
                  <a:pt x="0" y="287760"/>
                </a:lnTo>
                <a:lnTo>
                  <a:pt x="0" y="261595"/>
                </a:lnTo>
                <a:lnTo>
                  <a:pt x="0" y="235439"/>
                </a:lnTo>
                <a:lnTo>
                  <a:pt x="0" y="209274"/>
                </a:lnTo>
                <a:lnTo>
                  <a:pt x="0" y="183118"/>
                </a:lnTo>
                <a:lnTo>
                  <a:pt x="0" y="156962"/>
                </a:lnTo>
                <a:lnTo>
                  <a:pt x="0" y="130797"/>
                </a:lnTo>
                <a:lnTo>
                  <a:pt x="0" y="104642"/>
                </a:lnTo>
                <a:lnTo>
                  <a:pt x="0" y="78476"/>
                </a:lnTo>
                <a:lnTo>
                  <a:pt x="0" y="52321"/>
                </a:lnTo>
                <a:lnTo>
                  <a:pt x="0" y="26156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5" name="funnel-step-body-0">
            <a:extLst xmlns:a="http://schemas.openxmlformats.org/drawingml/2006/main">
              <a:ext uri="{FF2B5EF4-FFF2-40B4-BE49-F238E27FC236}">
                <a16:creationId xmlns:a16="http://schemas.microsoft.com/office/drawing/2014/main" id="{39432BCD-1B59-4F88-9382-C67A46B3E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714625" y="1847850"/>
            <a:ext cx="3328140" cy="751037"/>
          </a:xfrm>
          <a:custGeom xmlns:a="http://schemas.openxmlformats.org/drawingml/2006/main">
            <a:pathLst>
              <a:path w="3328140" h="751037">
                <a:moveTo>
                  <a:pt x="0" y="0"/>
                </a:moveTo>
                <a:lnTo>
                  <a:pt x="13792" y="28242"/>
                </a:lnTo>
                <a:lnTo>
                  <a:pt x="27584" y="56493"/>
                </a:lnTo>
                <a:lnTo>
                  <a:pt x="41377" y="84734"/>
                </a:lnTo>
                <a:lnTo>
                  <a:pt x="55159" y="112986"/>
                </a:lnTo>
                <a:lnTo>
                  <a:pt x="68951" y="141227"/>
                </a:lnTo>
                <a:lnTo>
                  <a:pt x="82744" y="169478"/>
                </a:lnTo>
                <a:lnTo>
                  <a:pt x="96536" y="197720"/>
                </a:lnTo>
                <a:lnTo>
                  <a:pt x="110328" y="225962"/>
                </a:lnTo>
                <a:lnTo>
                  <a:pt x="124120" y="254213"/>
                </a:lnTo>
                <a:lnTo>
                  <a:pt x="137903" y="282454"/>
                </a:lnTo>
                <a:lnTo>
                  <a:pt x="151695" y="310706"/>
                </a:lnTo>
                <a:lnTo>
                  <a:pt x="165487" y="338947"/>
                </a:lnTo>
                <a:lnTo>
                  <a:pt x="179280" y="367189"/>
                </a:lnTo>
                <a:lnTo>
                  <a:pt x="193072" y="395440"/>
                </a:lnTo>
                <a:lnTo>
                  <a:pt x="206864" y="423682"/>
                </a:lnTo>
                <a:lnTo>
                  <a:pt x="220656" y="451933"/>
                </a:lnTo>
                <a:lnTo>
                  <a:pt x="234439" y="480174"/>
                </a:lnTo>
                <a:lnTo>
                  <a:pt x="248231" y="508425"/>
                </a:lnTo>
                <a:lnTo>
                  <a:pt x="262023" y="536667"/>
                </a:lnTo>
                <a:lnTo>
                  <a:pt x="275815" y="564909"/>
                </a:lnTo>
                <a:lnTo>
                  <a:pt x="289608" y="593160"/>
                </a:lnTo>
                <a:lnTo>
                  <a:pt x="303400" y="621401"/>
                </a:lnTo>
                <a:lnTo>
                  <a:pt x="317183" y="649653"/>
                </a:lnTo>
                <a:lnTo>
                  <a:pt x="330746" y="677856"/>
                </a:lnTo>
                <a:lnTo>
                  <a:pt x="358940" y="691039"/>
                </a:lnTo>
                <a:lnTo>
                  <a:pt x="389525" y="698221"/>
                </a:lnTo>
                <a:lnTo>
                  <a:pt x="420500" y="703564"/>
                </a:lnTo>
                <a:lnTo>
                  <a:pt x="451628" y="707927"/>
                </a:lnTo>
                <a:lnTo>
                  <a:pt x="482841" y="711651"/>
                </a:lnTo>
                <a:lnTo>
                  <a:pt x="514102" y="714918"/>
                </a:lnTo>
                <a:lnTo>
                  <a:pt x="545402" y="717823"/>
                </a:lnTo>
                <a:lnTo>
                  <a:pt x="576720" y="720452"/>
                </a:lnTo>
                <a:lnTo>
                  <a:pt x="608057" y="722852"/>
                </a:lnTo>
                <a:lnTo>
                  <a:pt x="639413" y="725053"/>
                </a:lnTo>
                <a:lnTo>
                  <a:pt x="670779" y="727072"/>
                </a:lnTo>
                <a:lnTo>
                  <a:pt x="702154" y="728958"/>
                </a:lnTo>
                <a:lnTo>
                  <a:pt x="733539" y="730701"/>
                </a:lnTo>
                <a:lnTo>
                  <a:pt x="764934" y="732330"/>
                </a:lnTo>
                <a:lnTo>
                  <a:pt x="796328" y="733854"/>
                </a:lnTo>
                <a:lnTo>
                  <a:pt x="827732" y="735273"/>
                </a:lnTo>
                <a:lnTo>
                  <a:pt x="859136" y="736606"/>
                </a:lnTo>
                <a:lnTo>
                  <a:pt x="890540" y="737864"/>
                </a:lnTo>
                <a:lnTo>
                  <a:pt x="921953" y="739035"/>
                </a:lnTo>
                <a:lnTo>
                  <a:pt x="953367" y="740131"/>
                </a:lnTo>
                <a:lnTo>
                  <a:pt x="984780" y="741159"/>
                </a:lnTo>
                <a:lnTo>
                  <a:pt x="1016194" y="742131"/>
                </a:lnTo>
                <a:lnTo>
                  <a:pt x="1047617" y="743026"/>
                </a:lnTo>
                <a:lnTo>
                  <a:pt x="1079040" y="743874"/>
                </a:lnTo>
                <a:lnTo>
                  <a:pt x="1110463" y="744665"/>
                </a:lnTo>
                <a:lnTo>
                  <a:pt x="1141886" y="745407"/>
                </a:lnTo>
                <a:lnTo>
                  <a:pt x="1173309" y="746093"/>
                </a:lnTo>
                <a:lnTo>
                  <a:pt x="1204732" y="746722"/>
                </a:lnTo>
                <a:lnTo>
                  <a:pt x="1236164" y="747312"/>
                </a:lnTo>
                <a:lnTo>
                  <a:pt x="1267587" y="747855"/>
                </a:lnTo>
                <a:lnTo>
                  <a:pt x="1299020" y="748341"/>
                </a:lnTo>
                <a:lnTo>
                  <a:pt x="1330452" y="748798"/>
                </a:lnTo>
                <a:lnTo>
                  <a:pt x="1361875" y="749198"/>
                </a:lnTo>
                <a:lnTo>
                  <a:pt x="1393307" y="749570"/>
                </a:lnTo>
                <a:lnTo>
                  <a:pt x="1424740" y="749884"/>
                </a:lnTo>
                <a:lnTo>
                  <a:pt x="1456172" y="750170"/>
                </a:lnTo>
                <a:lnTo>
                  <a:pt x="1487605" y="750408"/>
                </a:lnTo>
                <a:lnTo>
                  <a:pt x="1519037" y="750618"/>
                </a:lnTo>
                <a:lnTo>
                  <a:pt x="1550470" y="750780"/>
                </a:lnTo>
                <a:lnTo>
                  <a:pt x="1581893" y="750903"/>
                </a:lnTo>
                <a:lnTo>
                  <a:pt x="1613335" y="750989"/>
                </a:lnTo>
                <a:lnTo>
                  <a:pt x="1644758" y="751037"/>
                </a:lnTo>
                <a:lnTo>
                  <a:pt x="1676190" y="751037"/>
                </a:lnTo>
                <a:lnTo>
                  <a:pt x="1707623" y="751008"/>
                </a:lnTo>
                <a:lnTo>
                  <a:pt x="1739055" y="750941"/>
                </a:lnTo>
                <a:lnTo>
                  <a:pt x="1770488" y="750837"/>
                </a:lnTo>
                <a:lnTo>
                  <a:pt x="1801920" y="750684"/>
                </a:lnTo>
                <a:lnTo>
                  <a:pt x="1833353" y="750503"/>
                </a:lnTo>
                <a:lnTo>
                  <a:pt x="1864785" y="750275"/>
                </a:lnTo>
                <a:lnTo>
                  <a:pt x="1896218" y="750008"/>
                </a:lnTo>
                <a:lnTo>
                  <a:pt x="1927650" y="749703"/>
                </a:lnTo>
                <a:lnTo>
                  <a:pt x="1959083" y="749351"/>
                </a:lnTo>
                <a:lnTo>
                  <a:pt x="1990515" y="748960"/>
                </a:lnTo>
                <a:lnTo>
                  <a:pt x="2021938" y="748532"/>
                </a:lnTo>
                <a:lnTo>
                  <a:pt x="2053371" y="748055"/>
                </a:lnTo>
                <a:lnTo>
                  <a:pt x="2084794" y="747532"/>
                </a:lnTo>
                <a:lnTo>
                  <a:pt x="2116226" y="746970"/>
                </a:lnTo>
                <a:lnTo>
                  <a:pt x="2147649" y="746350"/>
                </a:lnTo>
                <a:lnTo>
                  <a:pt x="2179072" y="745684"/>
                </a:lnTo>
                <a:lnTo>
                  <a:pt x="2210505" y="744969"/>
                </a:lnTo>
                <a:lnTo>
                  <a:pt x="2241928" y="744207"/>
                </a:lnTo>
                <a:lnTo>
                  <a:pt x="2273341" y="743388"/>
                </a:lnTo>
                <a:lnTo>
                  <a:pt x="2304764" y="742502"/>
                </a:lnTo>
                <a:lnTo>
                  <a:pt x="2336187" y="741559"/>
                </a:lnTo>
                <a:lnTo>
                  <a:pt x="2367601" y="740559"/>
                </a:lnTo>
                <a:lnTo>
                  <a:pt x="2399014" y="739483"/>
                </a:lnTo>
                <a:lnTo>
                  <a:pt x="2430428" y="738349"/>
                </a:lnTo>
                <a:lnTo>
                  <a:pt x="2461832" y="737130"/>
                </a:lnTo>
                <a:lnTo>
                  <a:pt x="2493245" y="735835"/>
                </a:lnTo>
                <a:lnTo>
                  <a:pt x="2524639" y="734444"/>
                </a:lnTo>
                <a:lnTo>
                  <a:pt x="2556043" y="732958"/>
                </a:lnTo>
                <a:lnTo>
                  <a:pt x="2587438" y="731387"/>
                </a:lnTo>
                <a:lnTo>
                  <a:pt x="2618823" y="729682"/>
                </a:lnTo>
                <a:lnTo>
                  <a:pt x="2650198" y="727853"/>
                </a:lnTo>
                <a:lnTo>
                  <a:pt x="2681573" y="725891"/>
                </a:lnTo>
                <a:lnTo>
                  <a:pt x="2712930" y="723767"/>
                </a:lnTo>
                <a:lnTo>
                  <a:pt x="2744276" y="721452"/>
                </a:lnTo>
                <a:lnTo>
                  <a:pt x="2775604" y="718928"/>
                </a:lnTo>
                <a:lnTo>
                  <a:pt x="2806913" y="716137"/>
                </a:lnTo>
                <a:lnTo>
                  <a:pt x="2838193" y="713032"/>
                </a:lnTo>
                <a:lnTo>
                  <a:pt x="2869425" y="709508"/>
                </a:lnTo>
                <a:lnTo>
                  <a:pt x="2900591" y="705431"/>
                </a:lnTo>
                <a:lnTo>
                  <a:pt x="2931643" y="700545"/>
                </a:lnTo>
                <a:lnTo>
                  <a:pt x="2962437" y="694287"/>
                </a:lnTo>
                <a:lnTo>
                  <a:pt x="2992355" y="684790"/>
                </a:lnTo>
                <a:lnTo>
                  <a:pt x="3010948" y="661149"/>
                </a:lnTo>
                <a:lnTo>
                  <a:pt x="3024740" y="632898"/>
                </a:lnTo>
                <a:lnTo>
                  <a:pt x="3038532" y="604657"/>
                </a:lnTo>
                <a:lnTo>
                  <a:pt x="3052324" y="576405"/>
                </a:lnTo>
                <a:lnTo>
                  <a:pt x="3066117" y="548164"/>
                </a:lnTo>
                <a:lnTo>
                  <a:pt x="3079899" y="519922"/>
                </a:lnTo>
                <a:lnTo>
                  <a:pt x="3093691" y="491671"/>
                </a:lnTo>
                <a:lnTo>
                  <a:pt x="3107484" y="463429"/>
                </a:lnTo>
                <a:lnTo>
                  <a:pt x="3121276" y="435178"/>
                </a:lnTo>
                <a:lnTo>
                  <a:pt x="3135068" y="406937"/>
                </a:lnTo>
                <a:lnTo>
                  <a:pt x="3148860" y="378685"/>
                </a:lnTo>
                <a:lnTo>
                  <a:pt x="3162652" y="350444"/>
                </a:lnTo>
                <a:lnTo>
                  <a:pt x="3176435" y="322202"/>
                </a:lnTo>
                <a:lnTo>
                  <a:pt x="3190227" y="293951"/>
                </a:lnTo>
                <a:lnTo>
                  <a:pt x="3204020" y="265709"/>
                </a:lnTo>
                <a:lnTo>
                  <a:pt x="3217812" y="237458"/>
                </a:lnTo>
                <a:lnTo>
                  <a:pt x="3231604" y="209217"/>
                </a:lnTo>
                <a:lnTo>
                  <a:pt x="3245396" y="180965"/>
                </a:lnTo>
                <a:lnTo>
                  <a:pt x="3259179" y="152724"/>
                </a:lnTo>
                <a:lnTo>
                  <a:pt x="3272971" y="124482"/>
                </a:lnTo>
                <a:lnTo>
                  <a:pt x="3286763" y="96231"/>
                </a:lnTo>
                <a:lnTo>
                  <a:pt x="3300555" y="67989"/>
                </a:lnTo>
                <a:lnTo>
                  <a:pt x="3314348" y="39738"/>
                </a:lnTo>
                <a:lnTo>
                  <a:pt x="3328140" y="11497"/>
                </a:lnTo>
                <a:lnTo>
                  <a:pt x="3320063" y="11335"/>
                </a:lnTo>
                <a:lnTo>
                  <a:pt x="3289849" y="19869"/>
                </a:lnTo>
                <a:lnTo>
                  <a:pt x="3258931" y="25527"/>
                </a:lnTo>
                <a:lnTo>
                  <a:pt x="3227822" y="29975"/>
                </a:lnTo>
                <a:lnTo>
                  <a:pt x="3196609" y="33709"/>
                </a:lnTo>
                <a:lnTo>
                  <a:pt x="3165348" y="36947"/>
                </a:lnTo>
                <a:lnTo>
                  <a:pt x="3134049" y="39834"/>
                </a:lnTo>
                <a:lnTo>
                  <a:pt x="3102721" y="42424"/>
                </a:lnTo>
                <a:lnTo>
                  <a:pt x="3071374" y="44796"/>
                </a:lnTo>
                <a:lnTo>
                  <a:pt x="3040018" y="46968"/>
                </a:lnTo>
                <a:lnTo>
                  <a:pt x="3008652" y="48987"/>
                </a:lnTo>
                <a:lnTo>
                  <a:pt x="2977277" y="50864"/>
                </a:lnTo>
                <a:lnTo>
                  <a:pt x="2945892" y="52607"/>
                </a:lnTo>
                <a:lnTo>
                  <a:pt x="2914498" y="54245"/>
                </a:lnTo>
                <a:lnTo>
                  <a:pt x="2883103" y="55788"/>
                </a:lnTo>
                <a:lnTo>
                  <a:pt x="2851709" y="57245"/>
                </a:lnTo>
                <a:lnTo>
                  <a:pt x="2820305" y="58617"/>
                </a:lnTo>
                <a:lnTo>
                  <a:pt x="2788901" y="59912"/>
                </a:lnTo>
                <a:lnTo>
                  <a:pt x="2757488" y="61141"/>
                </a:lnTo>
                <a:lnTo>
                  <a:pt x="2726084" y="62303"/>
                </a:lnTo>
                <a:lnTo>
                  <a:pt x="2694670" y="63408"/>
                </a:lnTo>
                <a:lnTo>
                  <a:pt x="2663257" y="64456"/>
                </a:lnTo>
                <a:lnTo>
                  <a:pt x="2631834" y="65456"/>
                </a:lnTo>
                <a:lnTo>
                  <a:pt x="2600420" y="66399"/>
                </a:lnTo>
                <a:lnTo>
                  <a:pt x="2568997" y="67294"/>
                </a:lnTo>
                <a:lnTo>
                  <a:pt x="2537574" y="68142"/>
                </a:lnTo>
                <a:lnTo>
                  <a:pt x="2506151" y="68951"/>
                </a:lnTo>
                <a:lnTo>
                  <a:pt x="2474728" y="69723"/>
                </a:lnTo>
                <a:lnTo>
                  <a:pt x="2443305" y="70447"/>
                </a:lnTo>
                <a:lnTo>
                  <a:pt x="2411882" y="71142"/>
                </a:lnTo>
                <a:lnTo>
                  <a:pt x="2380459" y="71790"/>
                </a:lnTo>
                <a:lnTo>
                  <a:pt x="2349027" y="72409"/>
                </a:lnTo>
                <a:lnTo>
                  <a:pt x="2317604" y="73000"/>
                </a:lnTo>
                <a:lnTo>
                  <a:pt x="2286171" y="73543"/>
                </a:lnTo>
                <a:lnTo>
                  <a:pt x="2254748" y="74057"/>
                </a:lnTo>
                <a:lnTo>
                  <a:pt x="2223316" y="74543"/>
                </a:lnTo>
                <a:lnTo>
                  <a:pt x="2191893" y="75000"/>
                </a:lnTo>
                <a:lnTo>
                  <a:pt x="2160461" y="75428"/>
                </a:lnTo>
                <a:lnTo>
                  <a:pt x="2129028" y="75829"/>
                </a:lnTo>
                <a:lnTo>
                  <a:pt x="2097605" y="76200"/>
                </a:lnTo>
                <a:lnTo>
                  <a:pt x="2066173" y="76533"/>
                </a:lnTo>
                <a:lnTo>
                  <a:pt x="2034740" y="76848"/>
                </a:lnTo>
                <a:lnTo>
                  <a:pt x="2003308" y="77133"/>
                </a:lnTo>
                <a:lnTo>
                  <a:pt x="1971875" y="77400"/>
                </a:lnTo>
                <a:lnTo>
                  <a:pt x="1940443" y="77629"/>
                </a:lnTo>
                <a:lnTo>
                  <a:pt x="1909010" y="77838"/>
                </a:lnTo>
                <a:lnTo>
                  <a:pt x="1877578" y="78019"/>
                </a:lnTo>
                <a:lnTo>
                  <a:pt x="1846145" y="78172"/>
                </a:lnTo>
                <a:lnTo>
                  <a:pt x="1814722" y="78305"/>
                </a:lnTo>
                <a:lnTo>
                  <a:pt x="1783290" y="78410"/>
                </a:lnTo>
                <a:lnTo>
                  <a:pt x="1751857" y="78486"/>
                </a:lnTo>
                <a:lnTo>
                  <a:pt x="1720415" y="78543"/>
                </a:lnTo>
                <a:lnTo>
                  <a:pt x="1688992" y="78572"/>
                </a:lnTo>
                <a:lnTo>
                  <a:pt x="1657560" y="78581"/>
                </a:lnTo>
                <a:lnTo>
                  <a:pt x="1626127" y="78562"/>
                </a:lnTo>
                <a:lnTo>
                  <a:pt x="1594695" y="78515"/>
                </a:lnTo>
                <a:lnTo>
                  <a:pt x="1563262" y="78438"/>
                </a:lnTo>
                <a:lnTo>
                  <a:pt x="1531830" y="78343"/>
                </a:lnTo>
                <a:lnTo>
                  <a:pt x="1500397" y="78229"/>
                </a:lnTo>
                <a:lnTo>
                  <a:pt x="1468965" y="78086"/>
                </a:lnTo>
                <a:lnTo>
                  <a:pt x="1437532" y="77915"/>
                </a:lnTo>
                <a:lnTo>
                  <a:pt x="1406100" y="77714"/>
                </a:lnTo>
                <a:lnTo>
                  <a:pt x="1374667" y="77495"/>
                </a:lnTo>
                <a:lnTo>
                  <a:pt x="1343235" y="77248"/>
                </a:lnTo>
                <a:lnTo>
                  <a:pt x="1311802" y="76972"/>
                </a:lnTo>
                <a:lnTo>
                  <a:pt x="1280370" y="76676"/>
                </a:lnTo>
                <a:lnTo>
                  <a:pt x="1248937" y="76343"/>
                </a:lnTo>
                <a:lnTo>
                  <a:pt x="1217514" y="75981"/>
                </a:lnTo>
                <a:lnTo>
                  <a:pt x="1186082" y="75600"/>
                </a:lnTo>
                <a:lnTo>
                  <a:pt x="1154649" y="75181"/>
                </a:lnTo>
                <a:lnTo>
                  <a:pt x="1123226" y="74743"/>
                </a:lnTo>
                <a:lnTo>
                  <a:pt x="1091794" y="74266"/>
                </a:lnTo>
                <a:lnTo>
                  <a:pt x="1060361" y="73762"/>
                </a:lnTo>
                <a:lnTo>
                  <a:pt x="1028938" y="73219"/>
                </a:lnTo>
                <a:lnTo>
                  <a:pt x="997506" y="72647"/>
                </a:lnTo>
                <a:lnTo>
                  <a:pt x="966083" y="72047"/>
                </a:lnTo>
                <a:lnTo>
                  <a:pt x="934660" y="71409"/>
                </a:lnTo>
                <a:lnTo>
                  <a:pt x="903227" y="70733"/>
                </a:lnTo>
                <a:lnTo>
                  <a:pt x="871804" y="70028"/>
                </a:lnTo>
                <a:lnTo>
                  <a:pt x="840381" y="69275"/>
                </a:lnTo>
                <a:lnTo>
                  <a:pt x="808958" y="68485"/>
                </a:lnTo>
                <a:lnTo>
                  <a:pt x="777535" y="67647"/>
                </a:lnTo>
                <a:lnTo>
                  <a:pt x="746122" y="66770"/>
                </a:lnTo>
                <a:lnTo>
                  <a:pt x="714699" y="65837"/>
                </a:lnTo>
                <a:lnTo>
                  <a:pt x="683285" y="64865"/>
                </a:lnTo>
                <a:lnTo>
                  <a:pt x="651872" y="63846"/>
                </a:lnTo>
                <a:lnTo>
                  <a:pt x="620459" y="62760"/>
                </a:lnTo>
                <a:lnTo>
                  <a:pt x="589045" y="61627"/>
                </a:lnTo>
                <a:lnTo>
                  <a:pt x="557632" y="60417"/>
                </a:lnTo>
                <a:lnTo>
                  <a:pt x="526228" y="59150"/>
                </a:lnTo>
                <a:lnTo>
                  <a:pt x="494824" y="57817"/>
                </a:lnTo>
                <a:lnTo>
                  <a:pt x="463420" y="56398"/>
                </a:lnTo>
                <a:lnTo>
                  <a:pt x="432025" y="54893"/>
                </a:lnTo>
                <a:lnTo>
                  <a:pt x="400631" y="53283"/>
                </a:lnTo>
                <a:lnTo>
                  <a:pt x="369246" y="51578"/>
                </a:lnTo>
                <a:lnTo>
                  <a:pt x="337871" y="49759"/>
                </a:lnTo>
                <a:lnTo>
                  <a:pt x="306495" y="47806"/>
                </a:lnTo>
                <a:lnTo>
                  <a:pt x="275139" y="45701"/>
                </a:lnTo>
                <a:lnTo>
                  <a:pt x="243783" y="43415"/>
                </a:lnTo>
                <a:lnTo>
                  <a:pt x="212455" y="40919"/>
                </a:lnTo>
                <a:lnTo>
                  <a:pt x="181137" y="38157"/>
                </a:lnTo>
                <a:lnTo>
                  <a:pt x="149857" y="35081"/>
                </a:lnTo>
                <a:lnTo>
                  <a:pt x="118624" y="31566"/>
                </a:lnTo>
                <a:lnTo>
                  <a:pt x="87468" y="27451"/>
                </a:lnTo>
                <a:lnTo>
                  <a:pt x="56445" y="22374"/>
                </a:lnTo>
                <a:lnTo>
                  <a:pt x="25813" y="15411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6" name="funnel-step-cap-0">
            <a:extLst xmlns:a="http://schemas.openxmlformats.org/drawingml/2006/main">
              <a:ext uri="{FF2B5EF4-FFF2-40B4-BE49-F238E27FC236}">
                <a16:creationId xmlns:a16="http://schemas.microsoft.com/office/drawing/2014/main" id="{7794B25C-4815-4BAD-A0F7-F8286C160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714625" y="1724025"/>
            <a:ext cx="33337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7" name="funnel-step-body-1">
            <a:extLst xmlns:a="http://schemas.openxmlformats.org/drawingml/2006/main">
              <a:ext uri="{FF2B5EF4-FFF2-40B4-BE49-F238E27FC236}">
                <a16:creationId xmlns:a16="http://schemas.microsoft.com/office/drawing/2014/main" id="{495029C6-86FE-45BC-B6D6-308140532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042952" y="2701290"/>
            <a:ext cx="2674306" cy="751046"/>
          </a:xfrm>
          <a:custGeom xmlns:a="http://schemas.openxmlformats.org/drawingml/2006/main">
            <a:pathLst>
              <a:path w="2674306" h="751046">
                <a:moveTo>
                  <a:pt x="0" y="0"/>
                </a:moveTo>
                <a:lnTo>
                  <a:pt x="9230" y="24708"/>
                </a:lnTo>
                <a:lnTo>
                  <a:pt x="18459" y="49406"/>
                </a:lnTo>
                <a:lnTo>
                  <a:pt x="27689" y="74114"/>
                </a:lnTo>
                <a:lnTo>
                  <a:pt x="36928" y="98822"/>
                </a:lnTo>
                <a:lnTo>
                  <a:pt x="46158" y="123520"/>
                </a:lnTo>
                <a:lnTo>
                  <a:pt x="55388" y="148228"/>
                </a:lnTo>
                <a:lnTo>
                  <a:pt x="64618" y="172936"/>
                </a:lnTo>
                <a:lnTo>
                  <a:pt x="73847" y="197634"/>
                </a:lnTo>
                <a:lnTo>
                  <a:pt x="83077" y="222342"/>
                </a:lnTo>
                <a:lnTo>
                  <a:pt x="92307" y="247050"/>
                </a:lnTo>
                <a:lnTo>
                  <a:pt x="101537" y="271748"/>
                </a:lnTo>
                <a:lnTo>
                  <a:pt x="110776" y="296456"/>
                </a:lnTo>
                <a:lnTo>
                  <a:pt x="120005" y="321164"/>
                </a:lnTo>
                <a:lnTo>
                  <a:pt x="129235" y="345862"/>
                </a:lnTo>
                <a:lnTo>
                  <a:pt x="138465" y="370570"/>
                </a:lnTo>
                <a:lnTo>
                  <a:pt x="147695" y="395278"/>
                </a:lnTo>
                <a:lnTo>
                  <a:pt x="156924" y="419976"/>
                </a:lnTo>
                <a:lnTo>
                  <a:pt x="166154" y="444684"/>
                </a:lnTo>
                <a:lnTo>
                  <a:pt x="175393" y="469392"/>
                </a:lnTo>
                <a:lnTo>
                  <a:pt x="184623" y="494090"/>
                </a:lnTo>
                <a:lnTo>
                  <a:pt x="193853" y="518798"/>
                </a:lnTo>
                <a:lnTo>
                  <a:pt x="203083" y="543506"/>
                </a:lnTo>
                <a:lnTo>
                  <a:pt x="212312" y="568204"/>
                </a:lnTo>
                <a:lnTo>
                  <a:pt x="221542" y="592912"/>
                </a:lnTo>
                <a:lnTo>
                  <a:pt x="230772" y="617620"/>
                </a:lnTo>
                <a:lnTo>
                  <a:pt x="240011" y="642318"/>
                </a:lnTo>
                <a:lnTo>
                  <a:pt x="249241" y="667026"/>
                </a:lnTo>
                <a:lnTo>
                  <a:pt x="265033" y="686448"/>
                </a:lnTo>
                <a:lnTo>
                  <a:pt x="289836" y="695335"/>
                </a:lnTo>
                <a:lnTo>
                  <a:pt x="315478" y="701450"/>
                </a:lnTo>
                <a:lnTo>
                  <a:pt x="341405" y="706288"/>
                </a:lnTo>
                <a:lnTo>
                  <a:pt x="367465" y="710346"/>
                </a:lnTo>
                <a:lnTo>
                  <a:pt x="393602" y="713861"/>
                </a:lnTo>
                <a:lnTo>
                  <a:pt x="419786" y="716966"/>
                </a:lnTo>
                <a:lnTo>
                  <a:pt x="446018" y="719757"/>
                </a:lnTo>
                <a:lnTo>
                  <a:pt x="472269" y="722281"/>
                </a:lnTo>
                <a:lnTo>
                  <a:pt x="498539" y="724595"/>
                </a:lnTo>
                <a:lnTo>
                  <a:pt x="524828" y="726719"/>
                </a:lnTo>
                <a:lnTo>
                  <a:pt x="551126" y="728691"/>
                </a:lnTo>
                <a:lnTo>
                  <a:pt x="577434" y="730501"/>
                </a:lnTo>
                <a:lnTo>
                  <a:pt x="603752" y="732196"/>
                </a:lnTo>
                <a:lnTo>
                  <a:pt x="630079" y="733777"/>
                </a:lnTo>
                <a:lnTo>
                  <a:pt x="656406" y="735244"/>
                </a:lnTo>
                <a:lnTo>
                  <a:pt x="682742" y="736625"/>
                </a:lnTo>
                <a:lnTo>
                  <a:pt x="709089" y="737911"/>
                </a:lnTo>
                <a:lnTo>
                  <a:pt x="735435" y="739121"/>
                </a:lnTo>
                <a:lnTo>
                  <a:pt x="761781" y="740245"/>
                </a:lnTo>
                <a:lnTo>
                  <a:pt x="788137" y="741302"/>
                </a:lnTo>
                <a:lnTo>
                  <a:pt x="814492" y="742293"/>
                </a:lnTo>
                <a:lnTo>
                  <a:pt x="840848" y="743217"/>
                </a:lnTo>
                <a:lnTo>
                  <a:pt x="867204" y="744074"/>
                </a:lnTo>
                <a:lnTo>
                  <a:pt x="893569" y="744874"/>
                </a:lnTo>
                <a:lnTo>
                  <a:pt x="919925" y="745617"/>
                </a:lnTo>
                <a:lnTo>
                  <a:pt x="946290" y="746312"/>
                </a:lnTo>
                <a:lnTo>
                  <a:pt x="972655" y="746941"/>
                </a:lnTo>
                <a:lnTo>
                  <a:pt x="999020" y="747532"/>
                </a:lnTo>
                <a:lnTo>
                  <a:pt x="1025385" y="748065"/>
                </a:lnTo>
                <a:lnTo>
                  <a:pt x="1051760" y="748560"/>
                </a:lnTo>
                <a:lnTo>
                  <a:pt x="1078125" y="749008"/>
                </a:lnTo>
                <a:lnTo>
                  <a:pt x="1104500" y="749398"/>
                </a:lnTo>
                <a:lnTo>
                  <a:pt x="1130865" y="749751"/>
                </a:lnTo>
                <a:lnTo>
                  <a:pt x="1157240" y="750065"/>
                </a:lnTo>
                <a:lnTo>
                  <a:pt x="1183615" y="750332"/>
                </a:lnTo>
                <a:lnTo>
                  <a:pt x="1209980" y="750551"/>
                </a:lnTo>
                <a:lnTo>
                  <a:pt x="1236355" y="750732"/>
                </a:lnTo>
                <a:lnTo>
                  <a:pt x="1262729" y="750875"/>
                </a:lnTo>
                <a:lnTo>
                  <a:pt x="1289104" y="750970"/>
                </a:lnTo>
                <a:lnTo>
                  <a:pt x="1315469" y="751027"/>
                </a:lnTo>
                <a:lnTo>
                  <a:pt x="1341844" y="751046"/>
                </a:lnTo>
                <a:lnTo>
                  <a:pt x="1368219" y="751018"/>
                </a:lnTo>
                <a:lnTo>
                  <a:pt x="1394593" y="750951"/>
                </a:lnTo>
                <a:lnTo>
                  <a:pt x="1420968" y="750846"/>
                </a:lnTo>
                <a:lnTo>
                  <a:pt x="1447333" y="750694"/>
                </a:lnTo>
                <a:lnTo>
                  <a:pt x="1473708" y="750503"/>
                </a:lnTo>
                <a:lnTo>
                  <a:pt x="1500083" y="750265"/>
                </a:lnTo>
                <a:lnTo>
                  <a:pt x="1526457" y="749989"/>
                </a:lnTo>
                <a:lnTo>
                  <a:pt x="1552823" y="749665"/>
                </a:lnTo>
                <a:lnTo>
                  <a:pt x="1579197" y="749303"/>
                </a:lnTo>
                <a:lnTo>
                  <a:pt x="1605563" y="748894"/>
                </a:lnTo>
                <a:lnTo>
                  <a:pt x="1631937" y="748446"/>
                </a:lnTo>
                <a:lnTo>
                  <a:pt x="1658303" y="747941"/>
                </a:lnTo>
                <a:lnTo>
                  <a:pt x="1684668" y="747389"/>
                </a:lnTo>
                <a:lnTo>
                  <a:pt x="1711033" y="746789"/>
                </a:lnTo>
                <a:lnTo>
                  <a:pt x="1737398" y="746141"/>
                </a:lnTo>
                <a:lnTo>
                  <a:pt x="1763763" y="745436"/>
                </a:lnTo>
                <a:lnTo>
                  <a:pt x="1790129" y="744684"/>
                </a:lnTo>
                <a:lnTo>
                  <a:pt x="1816484" y="743864"/>
                </a:lnTo>
                <a:lnTo>
                  <a:pt x="1842840" y="742988"/>
                </a:lnTo>
                <a:lnTo>
                  <a:pt x="1869196" y="742045"/>
                </a:lnTo>
                <a:lnTo>
                  <a:pt x="1895551" y="741045"/>
                </a:lnTo>
                <a:lnTo>
                  <a:pt x="1921907" y="739978"/>
                </a:lnTo>
                <a:lnTo>
                  <a:pt x="1948253" y="738826"/>
                </a:lnTo>
                <a:lnTo>
                  <a:pt x="1974599" y="737597"/>
                </a:lnTo>
                <a:lnTo>
                  <a:pt x="2000936" y="736292"/>
                </a:lnTo>
                <a:lnTo>
                  <a:pt x="2027272" y="734892"/>
                </a:lnTo>
                <a:lnTo>
                  <a:pt x="2053600" y="733387"/>
                </a:lnTo>
                <a:lnTo>
                  <a:pt x="2079927" y="731787"/>
                </a:lnTo>
                <a:lnTo>
                  <a:pt x="2106244" y="730063"/>
                </a:lnTo>
                <a:lnTo>
                  <a:pt x="2132552" y="728215"/>
                </a:lnTo>
                <a:lnTo>
                  <a:pt x="2158851" y="726205"/>
                </a:lnTo>
                <a:lnTo>
                  <a:pt x="2185130" y="724043"/>
                </a:lnTo>
                <a:lnTo>
                  <a:pt x="2211400" y="721671"/>
                </a:lnTo>
                <a:lnTo>
                  <a:pt x="2237642" y="719080"/>
                </a:lnTo>
                <a:lnTo>
                  <a:pt x="2263864" y="716223"/>
                </a:lnTo>
                <a:lnTo>
                  <a:pt x="2290039" y="713022"/>
                </a:lnTo>
                <a:lnTo>
                  <a:pt x="2316156" y="709393"/>
                </a:lnTo>
                <a:lnTo>
                  <a:pt x="2342188" y="705164"/>
                </a:lnTo>
                <a:lnTo>
                  <a:pt x="2368067" y="700068"/>
                </a:lnTo>
                <a:lnTo>
                  <a:pt x="2393594" y="693477"/>
                </a:lnTo>
                <a:lnTo>
                  <a:pt x="2417807" y="683219"/>
                </a:lnTo>
                <a:lnTo>
                  <a:pt x="2430170" y="660845"/>
                </a:lnTo>
                <a:lnTo>
                  <a:pt x="2439400" y="636146"/>
                </a:lnTo>
                <a:lnTo>
                  <a:pt x="2448630" y="611438"/>
                </a:lnTo>
                <a:lnTo>
                  <a:pt x="2457860" y="586730"/>
                </a:lnTo>
                <a:lnTo>
                  <a:pt x="2467089" y="562032"/>
                </a:lnTo>
                <a:lnTo>
                  <a:pt x="2476319" y="537324"/>
                </a:lnTo>
                <a:lnTo>
                  <a:pt x="2485558" y="512616"/>
                </a:lnTo>
                <a:lnTo>
                  <a:pt x="2494788" y="487918"/>
                </a:lnTo>
                <a:lnTo>
                  <a:pt x="2504018" y="463210"/>
                </a:lnTo>
                <a:lnTo>
                  <a:pt x="2513247" y="438502"/>
                </a:lnTo>
                <a:lnTo>
                  <a:pt x="2522477" y="413804"/>
                </a:lnTo>
                <a:lnTo>
                  <a:pt x="2531707" y="389096"/>
                </a:lnTo>
                <a:lnTo>
                  <a:pt x="2540937" y="364388"/>
                </a:lnTo>
                <a:lnTo>
                  <a:pt x="2550166" y="339690"/>
                </a:lnTo>
                <a:lnTo>
                  <a:pt x="2559406" y="314982"/>
                </a:lnTo>
                <a:lnTo>
                  <a:pt x="2568635" y="290274"/>
                </a:lnTo>
                <a:lnTo>
                  <a:pt x="2577865" y="265576"/>
                </a:lnTo>
                <a:lnTo>
                  <a:pt x="2587095" y="240868"/>
                </a:lnTo>
                <a:lnTo>
                  <a:pt x="2596325" y="216160"/>
                </a:lnTo>
                <a:lnTo>
                  <a:pt x="2605554" y="191462"/>
                </a:lnTo>
                <a:lnTo>
                  <a:pt x="2614784" y="166754"/>
                </a:lnTo>
                <a:lnTo>
                  <a:pt x="2624023" y="142046"/>
                </a:lnTo>
                <a:lnTo>
                  <a:pt x="2633253" y="117348"/>
                </a:lnTo>
                <a:lnTo>
                  <a:pt x="2642483" y="92640"/>
                </a:lnTo>
                <a:lnTo>
                  <a:pt x="2651712" y="67932"/>
                </a:lnTo>
                <a:lnTo>
                  <a:pt x="2660942" y="43234"/>
                </a:lnTo>
                <a:lnTo>
                  <a:pt x="2670172" y="18526"/>
                </a:lnTo>
                <a:lnTo>
                  <a:pt x="2674306" y="5791"/>
                </a:lnTo>
                <a:lnTo>
                  <a:pt x="2650798" y="17278"/>
                </a:lnTo>
                <a:lnTo>
                  <a:pt x="2625261" y="23832"/>
                </a:lnTo>
                <a:lnTo>
                  <a:pt x="2599363" y="28766"/>
                </a:lnTo>
                <a:lnTo>
                  <a:pt x="2573303" y="32823"/>
                </a:lnTo>
                <a:lnTo>
                  <a:pt x="2547156" y="36300"/>
                </a:lnTo>
                <a:lnTo>
                  <a:pt x="2520963" y="39367"/>
                </a:lnTo>
                <a:lnTo>
                  <a:pt x="2494740" y="42110"/>
                </a:lnTo>
                <a:lnTo>
                  <a:pt x="2468480" y="44606"/>
                </a:lnTo>
                <a:lnTo>
                  <a:pt x="2442210" y="46892"/>
                </a:lnTo>
                <a:lnTo>
                  <a:pt x="2415921" y="48997"/>
                </a:lnTo>
                <a:lnTo>
                  <a:pt x="2389622" y="50949"/>
                </a:lnTo>
                <a:lnTo>
                  <a:pt x="2363305" y="52769"/>
                </a:lnTo>
                <a:lnTo>
                  <a:pt x="2336987" y="54464"/>
                </a:lnTo>
                <a:lnTo>
                  <a:pt x="2310670" y="56055"/>
                </a:lnTo>
                <a:lnTo>
                  <a:pt x="2284333" y="57560"/>
                </a:lnTo>
                <a:lnTo>
                  <a:pt x="2258006" y="58979"/>
                </a:lnTo>
                <a:lnTo>
                  <a:pt x="2231660" y="60303"/>
                </a:lnTo>
                <a:lnTo>
                  <a:pt x="2205323" y="61570"/>
                </a:lnTo>
                <a:lnTo>
                  <a:pt x="2178977" y="62760"/>
                </a:lnTo>
                <a:lnTo>
                  <a:pt x="2152621" y="63884"/>
                </a:lnTo>
                <a:lnTo>
                  <a:pt x="2126275" y="64951"/>
                </a:lnTo>
                <a:lnTo>
                  <a:pt x="2099920" y="65961"/>
                </a:lnTo>
                <a:lnTo>
                  <a:pt x="2073564" y="66923"/>
                </a:lnTo>
                <a:lnTo>
                  <a:pt x="2047208" y="67828"/>
                </a:lnTo>
                <a:lnTo>
                  <a:pt x="2020853" y="68694"/>
                </a:lnTo>
                <a:lnTo>
                  <a:pt x="1994487" y="69504"/>
                </a:lnTo>
                <a:lnTo>
                  <a:pt x="1968122" y="70275"/>
                </a:lnTo>
                <a:lnTo>
                  <a:pt x="1941767" y="71009"/>
                </a:lnTo>
                <a:lnTo>
                  <a:pt x="1915401" y="71695"/>
                </a:lnTo>
                <a:lnTo>
                  <a:pt x="1889036" y="72352"/>
                </a:lnTo>
                <a:lnTo>
                  <a:pt x="1862671" y="72962"/>
                </a:lnTo>
                <a:lnTo>
                  <a:pt x="1836306" y="73533"/>
                </a:lnTo>
                <a:lnTo>
                  <a:pt x="1809931" y="74076"/>
                </a:lnTo>
                <a:lnTo>
                  <a:pt x="1783566" y="74581"/>
                </a:lnTo>
                <a:lnTo>
                  <a:pt x="1757201" y="75057"/>
                </a:lnTo>
                <a:lnTo>
                  <a:pt x="1730826" y="75495"/>
                </a:lnTo>
                <a:lnTo>
                  <a:pt x="1704461" y="75905"/>
                </a:lnTo>
                <a:lnTo>
                  <a:pt x="1678086" y="76286"/>
                </a:lnTo>
                <a:lnTo>
                  <a:pt x="1651721" y="76638"/>
                </a:lnTo>
                <a:lnTo>
                  <a:pt x="1625346" y="76952"/>
                </a:lnTo>
                <a:lnTo>
                  <a:pt x="1598971" y="77238"/>
                </a:lnTo>
                <a:lnTo>
                  <a:pt x="1572606" y="77495"/>
                </a:lnTo>
                <a:lnTo>
                  <a:pt x="1546231" y="77734"/>
                </a:lnTo>
                <a:lnTo>
                  <a:pt x="1519857" y="77934"/>
                </a:lnTo>
                <a:lnTo>
                  <a:pt x="1493491" y="78115"/>
                </a:lnTo>
                <a:lnTo>
                  <a:pt x="1467117" y="78257"/>
                </a:lnTo>
                <a:lnTo>
                  <a:pt x="1440742" y="78372"/>
                </a:lnTo>
                <a:lnTo>
                  <a:pt x="1414367" y="78467"/>
                </a:lnTo>
                <a:lnTo>
                  <a:pt x="1387993" y="78534"/>
                </a:lnTo>
                <a:lnTo>
                  <a:pt x="1361627" y="78572"/>
                </a:lnTo>
                <a:lnTo>
                  <a:pt x="1335253" y="78581"/>
                </a:lnTo>
                <a:lnTo>
                  <a:pt x="1308878" y="78562"/>
                </a:lnTo>
                <a:lnTo>
                  <a:pt x="1282503" y="78515"/>
                </a:lnTo>
                <a:lnTo>
                  <a:pt x="1256128" y="78448"/>
                </a:lnTo>
                <a:lnTo>
                  <a:pt x="1229763" y="78343"/>
                </a:lnTo>
                <a:lnTo>
                  <a:pt x="1203389" y="78219"/>
                </a:lnTo>
                <a:lnTo>
                  <a:pt x="1177014" y="78067"/>
                </a:lnTo>
                <a:lnTo>
                  <a:pt x="1150639" y="77886"/>
                </a:lnTo>
                <a:lnTo>
                  <a:pt x="1124274" y="77676"/>
                </a:lnTo>
                <a:lnTo>
                  <a:pt x="1097899" y="77438"/>
                </a:lnTo>
                <a:lnTo>
                  <a:pt x="1071524" y="77172"/>
                </a:lnTo>
                <a:lnTo>
                  <a:pt x="1045159" y="76876"/>
                </a:lnTo>
                <a:lnTo>
                  <a:pt x="1018784" y="76552"/>
                </a:lnTo>
                <a:lnTo>
                  <a:pt x="992410" y="76200"/>
                </a:lnTo>
                <a:lnTo>
                  <a:pt x="966045" y="75809"/>
                </a:lnTo>
                <a:lnTo>
                  <a:pt x="939670" y="75390"/>
                </a:lnTo>
                <a:lnTo>
                  <a:pt x="913305" y="74943"/>
                </a:lnTo>
                <a:lnTo>
                  <a:pt x="886939" y="74457"/>
                </a:lnTo>
                <a:lnTo>
                  <a:pt x="860565" y="73943"/>
                </a:lnTo>
                <a:lnTo>
                  <a:pt x="834200" y="73390"/>
                </a:lnTo>
                <a:lnTo>
                  <a:pt x="807834" y="72809"/>
                </a:lnTo>
                <a:lnTo>
                  <a:pt x="781469" y="72190"/>
                </a:lnTo>
                <a:lnTo>
                  <a:pt x="755104" y="71523"/>
                </a:lnTo>
                <a:lnTo>
                  <a:pt x="728739" y="70828"/>
                </a:lnTo>
                <a:lnTo>
                  <a:pt x="702374" y="70094"/>
                </a:lnTo>
                <a:lnTo>
                  <a:pt x="676018" y="69313"/>
                </a:lnTo>
                <a:lnTo>
                  <a:pt x="649653" y="68485"/>
                </a:lnTo>
                <a:lnTo>
                  <a:pt x="623297" y="67608"/>
                </a:lnTo>
                <a:lnTo>
                  <a:pt x="596941" y="66694"/>
                </a:lnTo>
                <a:lnTo>
                  <a:pt x="570586" y="65713"/>
                </a:lnTo>
                <a:lnTo>
                  <a:pt x="544230" y="64694"/>
                </a:lnTo>
                <a:lnTo>
                  <a:pt x="517884" y="63608"/>
                </a:lnTo>
                <a:lnTo>
                  <a:pt x="491538" y="62465"/>
                </a:lnTo>
                <a:lnTo>
                  <a:pt x="465191" y="61265"/>
                </a:lnTo>
                <a:lnTo>
                  <a:pt x="438845" y="59979"/>
                </a:lnTo>
                <a:lnTo>
                  <a:pt x="412509" y="58626"/>
                </a:lnTo>
                <a:lnTo>
                  <a:pt x="386172" y="57188"/>
                </a:lnTo>
                <a:lnTo>
                  <a:pt x="359845" y="55664"/>
                </a:lnTo>
                <a:lnTo>
                  <a:pt x="333518" y="54045"/>
                </a:lnTo>
                <a:lnTo>
                  <a:pt x="307210" y="52321"/>
                </a:lnTo>
                <a:lnTo>
                  <a:pt x="280902" y="50473"/>
                </a:lnTo>
                <a:lnTo>
                  <a:pt x="254603" y="48482"/>
                </a:lnTo>
                <a:lnTo>
                  <a:pt x="228314" y="46339"/>
                </a:lnTo>
                <a:lnTo>
                  <a:pt x="202044" y="44006"/>
                </a:lnTo>
                <a:lnTo>
                  <a:pt x="175793" y="41453"/>
                </a:lnTo>
                <a:lnTo>
                  <a:pt x="149571" y="38633"/>
                </a:lnTo>
                <a:lnTo>
                  <a:pt x="123387" y="35471"/>
                </a:lnTo>
                <a:lnTo>
                  <a:pt x="97269" y="31871"/>
                </a:lnTo>
                <a:lnTo>
                  <a:pt x="71237" y="27632"/>
                </a:lnTo>
                <a:lnTo>
                  <a:pt x="45396" y="22393"/>
                </a:lnTo>
                <a:lnTo>
                  <a:pt x="20050" y="15164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8" name="funnel-step-cap-1">
            <a:extLst xmlns:a="http://schemas.openxmlformats.org/drawingml/2006/main">
              <a:ext uri="{FF2B5EF4-FFF2-40B4-BE49-F238E27FC236}">
                <a16:creationId xmlns:a16="http://schemas.microsoft.com/office/drawing/2014/main" id="{E6CA62DA-3DC8-428A-A2D6-A13B1F6E1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042942" y="2577465"/>
            <a:ext cx="2677106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9" name="funnel-step-body-2">
            <a:extLst xmlns:a="http://schemas.openxmlformats.org/drawingml/2006/main">
              <a:ext uri="{FF2B5EF4-FFF2-40B4-BE49-F238E27FC236}">
                <a16:creationId xmlns:a16="http://schemas.microsoft.com/office/drawing/2014/main" id="{09FA5436-E0B1-406E-B0CD-03EA01C60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294221" y="3554730"/>
            <a:ext cx="2171281" cy="751046"/>
          </a:xfrm>
          <a:custGeom xmlns:a="http://schemas.openxmlformats.org/drawingml/2006/main">
            <a:pathLst>
              <a:path w="2171281" h="751046">
                <a:moveTo>
                  <a:pt x="0" y="0"/>
                </a:moveTo>
                <a:lnTo>
                  <a:pt x="7191" y="21155"/>
                </a:lnTo>
                <a:lnTo>
                  <a:pt x="14383" y="42301"/>
                </a:lnTo>
                <a:lnTo>
                  <a:pt x="21574" y="63456"/>
                </a:lnTo>
                <a:lnTo>
                  <a:pt x="28756" y="84601"/>
                </a:lnTo>
                <a:lnTo>
                  <a:pt x="35947" y="105756"/>
                </a:lnTo>
                <a:lnTo>
                  <a:pt x="43139" y="126902"/>
                </a:lnTo>
                <a:lnTo>
                  <a:pt x="50330" y="148057"/>
                </a:lnTo>
                <a:lnTo>
                  <a:pt x="57521" y="169202"/>
                </a:lnTo>
                <a:lnTo>
                  <a:pt x="64713" y="190357"/>
                </a:lnTo>
                <a:lnTo>
                  <a:pt x="71904" y="211503"/>
                </a:lnTo>
                <a:lnTo>
                  <a:pt x="79086" y="232658"/>
                </a:lnTo>
                <a:lnTo>
                  <a:pt x="86277" y="253813"/>
                </a:lnTo>
                <a:lnTo>
                  <a:pt x="93469" y="274958"/>
                </a:lnTo>
                <a:lnTo>
                  <a:pt x="100660" y="296113"/>
                </a:lnTo>
                <a:lnTo>
                  <a:pt x="107852" y="317259"/>
                </a:lnTo>
                <a:lnTo>
                  <a:pt x="115043" y="338414"/>
                </a:lnTo>
                <a:lnTo>
                  <a:pt x="122234" y="359559"/>
                </a:lnTo>
                <a:lnTo>
                  <a:pt x="129416" y="380714"/>
                </a:lnTo>
                <a:lnTo>
                  <a:pt x="136608" y="401860"/>
                </a:lnTo>
                <a:lnTo>
                  <a:pt x="143799" y="423015"/>
                </a:lnTo>
                <a:lnTo>
                  <a:pt x="150990" y="444160"/>
                </a:lnTo>
                <a:lnTo>
                  <a:pt x="158182" y="465315"/>
                </a:lnTo>
                <a:lnTo>
                  <a:pt x="165373" y="486461"/>
                </a:lnTo>
                <a:lnTo>
                  <a:pt x="172564" y="507616"/>
                </a:lnTo>
                <a:lnTo>
                  <a:pt x="179746" y="528771"/>
                </a:lnTo>
                <a:lnTo>
                  <a:pt x="186938" y="549916"/>
                </a:lnTo>
                <a:lnTo>
                  <a:pt x="194129" y="571071"/>
                </a:lnTo>
                <a:lnTo>
                  <a:pt x="201320" y="592217"/>
                </a:lnTo>
                <a:lnTo>
                  <a:pt x="208512" y="613372"/>
                </a:lnTo>
                <a:lnTo>
                  <a:pt x="215703" y="634517"/>
                </a:lnTo>
                <a:lnTo>
                  <a:pt x="222895" y="655672"/>
                </a:lnTo>
                <a:lnTo>
                  <a:pt x="229648" y="676904"/>
                </a:lnTo>
                <a:lnTo>
                  <a:pt x="246936" y="690439"/>
                </a:lnTo>
                <a:lnTo>
                  <a:pt x="267853" y="698221"/>
                </a:lnTo>
                <a:lnTo>
                  <a:pt x="289436" y="703974"/>
                </a:lnTo>
                <a:lnTo>
                  <a:pt x="311287" y="708641"/>
                </a:lnTo>
                <a:lnTo>
                  <a:pt x="333270" y="712594"/>
                </a:lnTo>
                <a:lnTo>
                  <a:pt x="355340" y="716051"/>
                </a:lnTo>
                <a:lnTo>
                  <a:pt x="377466" y="719118"/>
                </a:lnTo>
                <a:lnTo>
                  <a:pt x="399631" y="721881"/>
                </a:lnTo>
                <a:lnTo>
                  <a:pt x="421834" y="724376"/>
                </a:lnTo>
                <a:lnTo>
                  <a:pt x="444056" y="726662"/>
                </a:lnTo>
                <a:lnTo>
                  <a:pt x="466296" y="728767"/>
                </a:lnTo>
                <a:lnTo>
                  <a:pt x="488547" y="730701"/>
                </a:lnTo>
                <a:lnTo>
                  <a:pt x="510816" y="732501"/>
                </a:lnTo>
                <a:lnTo>
                  <a:pt x="533095" y="734158"/>
                </a:lnTo>
                <a:lnTo>
                  <a:pt x="555374" y="735711"/>
                </a:lnTo>
                <a:lnTo>
                  <a:pt x="577672" y="737159"/>
                </a:lnTo>
                <a:lnTo>
                  <a:pt x="599970" y="738492"/>
                </a:lnTo>
                <a:lnTo>
                  <a:pt x="622278" y="739740"/>
                </a:lnTo>
                <a:lnTo>
                  <a:pt x="644585" y="740912"/>
                </a:lnTo>
                <a:lnTo>
                  <a:pt x="666893" y="741988"/>
                </a:lnTo>
                <a:lnTo>
                  <a:pt x="689210" y="742998"/>
                </a:lnTo>
                <a:lnTo>
                  <a:pt x="711537" y="743931"/>
                </a:lnTo>
                <a:lnTo>
                  <a:pt x="733854" y="744807"/>
                </a:lnTo>
                <a:lnTo>
                  <a:pt x="756180" y="745598"/>
                </a:lnTo>
                <a:lnTo>
                  <a:pt x="778507" y="746341"/>
                </a:lnTo>
                <a:lnTo>
                  <a:pt x="800833" y="747017"/>
                </a:lnTo>
                <a:lnTo>
                  <a:pt x="823170" y="747636"/>
                </a:lnTo>
                <a:lnTo>
                  <a:pt x="845496" y="748208"/>
                </a:lnTo>
                <a:lnTo>
                  <a:pt x="867832" y="748722"/>
                </a:lnTo>
                <a:lnTo>
                  <a:pt x="890168" y="749170"/>
                </a:lnTo>
                <a:lnTo>
                  <a:pt x="912505" y="749579"/>
                </a:lnTo>
                <a:lnTo>
                  <a:pt x="934841" y="749932"/>
                </a:lnTo>
                <a:lnTo>
                  <a:pt x="957177" y="750237"/>
                </a:lnTo>
                <a:lnTo>
                  <a:pt x="979513" y="750484"/>
                </a:lnTo>
                <a:lnTo>
                  <a:pt x="1001859" y="750694"/>
                </a:lnTo>
                <a:lnTo>
                  <a:pt x="1024195" y="750856"/>
                </a:lnTo>
                <a:lnTo>
                  <a:pt x="1046531" y="750970"/>
                </a:lnTo>
                <a:lnTo>
                  <a:pt x="1068867" y="751027"/>
                </a:lnTo>
                <a:lnTo>
                  <a:pt x="1091213" y="751046"/>
                </a:lnTo>
                <a:lnTo>
                  <a:pt x="1113549" y="751008"/>
                </a:lnTo>
                <a:lnTo>
                  <a:pt x="1135885" y="750932"/>
                </a:lnTo>
                <a:lnTo>
                  <a:pt x="1158230" y="750799"/>
                </a:lnTo>
                <a:lnTo>
                  <a:pt x="1180567" y="750627"/>
                </a:lnTo>
                <a:lnTo>
                  <a:pt x="1202903" y="750408"/>
                </a:lnTo>
                <a:lnTo>
                  <a:pt x="1225239" y="750132"/>
                </a:lnTo>
                <a:lnTo>
                  <a:pt x="1247575" y="749818"/>
                </a:lnTo>
                <a:lnTo>
                  <a:pt x="1269921" y="749446"/>
                </a:lnTo>
                <a:lnTo>
                  <a:pt x="1292247" y="749017"/>
                </a:lnTo>
                <a:lnTo>
                  <a:pt x="1314583" y="748541"/>
                </a:lnTo>
                <a:lnTo>
                  <a:pt x="1336919" y="748008"/>
                </a:lnTo>
                <a:lnTo>
                  <a:pt x="1359246" y="747427"/>
                </a:lnTo>
                <a:lnTo>
                  <a:pt x="1381582" y="746789"/>
                </a:lnTo>
                <a:lnTo>
                  <a:pt x="1403909" y="746093"/>
                </a:lnTo>
                <a:lnTo>
                  <a:pt x="1426235" y="745322"/>
                </a:lnTo>
                <a:lnTo>
                  <a:pt x="1448562" y="744503"/>
                </a:lnTo>
                <a:lnTo>
                  <a:pt x="1470879" y="743607"/>
                </a:lnTo>
                <a:lnTo>
                  <a:pt x="1493196" y="742655"/>
                </a:lnTo>
                <a:lnTo>
                  <a:pt x="1515513" y="741617"/>
                </a:lnTo>
                <a:lnTo>
                  <a:pt x="1537830" y="740502"/>
                </a:lnTo>
                <a:lnTo>
                  <a:pt x="1560138" y="739311"/>
                </a:lnTo>
                <a:lnTo>
                  <a:pt x="1582436" y="738035"/>
                </a:lnTo>
                <a:lnTo>
                  <a:pt x="1604734" y="736654"/>
                </a:lnTo>
                <a:lnTo>
                  <a:pt x="1627022" y="735178"/>
                </a:lnTo>
                <a:lnTo>
                  <a:pt x="1649311" y="733596"/>
                </a:lnTo>
                <a:lnTo>
                  <a:pt x="1671580" y="731882"/>
                </a:lnTo>
                <a:lnTo>
                  <a:pt x="1693840" y="730044"/>
                </a:lnTo>
                <a:lnTo>
                  <a:pt x="1716091" y="728043"/>
                </a:lnTo>
                <a:lnTo>
                  <a:pt x="1738332" y="725881"/>
                </a:lnTo>
                <a:lnTo>
                  <a:pt x="1760544" y="723519"/>
                </a:lnTo>
                <a:lnTo>
                  <a:pt x="1782728" y="720938"/>
                </a:lnTo>
                <a:lnTo>
                  <a:pt x="1804883" y="718080"/>
                </a:lnTo>
                <a:lnTo>
                  <a:pt x="1827000" y="714880"/>
                </a:lnTo>
                <a:lnTo>
                  <a:pt x="1849041" y="711270"/>
                </a:lnTo>
                <a:lnTo>
                  <a:pt x="1870986" y="707088"/>
                </a:lnTo>
                <a:lnTo>
                  <a:pt x="1892760" y="702097"/>
                </a:lnTo>
                <a:lnTo>
                  <a:pt x="1914182" y="695792"/>
                </a:lnTo>
                <a:lnTo>
                  <a:pt x="1934575" y="686762"/>
                </a:lnTo>
                <a:lnTo>
                  <a:pt x="1947005" y="669379"/>
                </a:lnTo>
                <a:lnTo>
                  <a:pt x="1954197" y="648224"/>
                </a:lnTo>
                <a:lnTo>
                  <a:pt x="1961388" y="627078"/>
                </a:lnTo>
                <a:lnTo>
                  <a:pt x="1968579" y="605923"/>
                </a:lnTo>
                <a:lnTo>
                  <a:pt x="1975771" y="584768"/>
                </a:lnTo>
                <a:lnTo>
                  <a:pt x="1982962" y="563623"/>
                </a:lnTo>
                <a:lnTo>
                  <a:pt x="1990144" y="542468"/>
                </a:lnTo>
                <a:lnTo>
                  <a:pt x="1997335" y="521322"/>
                </a:lnTo>
                <a:lnTo>
                  <a:pt x="2004527" y="500167"/>
                </a:lnTo>
                <a:lnTo>
                  <a:pt x="2011718" y="479022"/>
                </a:lnTo>
                <a:lnTo>
                  <a:pt x="2018909" y="457867"/>
                </a:lnTo>
                <a:lnTo>
                  <a:pt x="2026101" y="436721"/>
                </a:lnTo>
                <a:lnTo>
                  <a:pt x="2033292" y="415566"/>
                </a:lnTo>
                <a:lnTo>
                  <a:pt x="2040474" y="394421"/>
                </a:lnTo>
                <a:lnTo>
                  <a:pt x="2047665" y="373266"/>
                </a:lnTo>
                <a:lnTo>
                  <a:pt x="2054857" y="352120"/>
                </a:lnTo>
                <a:lnTo>
                  <a:pt x="2062048" y="330965"/>
                </a:lnTo>
                <a:lnTo>
                  <a:pt x="2069240" y="309810"/>
                </a:lnTo>
                <a:lnTo>
                  <a:pt x="2076431" y="288665"/>
                </a:lnTo>
                <a:lnTo>
                  <a:pt x="2083622" y="267510"/>
                </a:lnTo>
                <a:lnTo>
                  <a:pt x="2090804" y="246364"/>
                </a:lnTo>
                <a:lnTo>
                  <a:pt x="2097996" y="225209"/>
                </a:lnTo>
                <a:lnTo>
                  <a:pt x="2105187" y="204064"/>
                </a:lnTo>
                <a:lnTo>
                  <a:pt x="2112378" y="182909"/>
                </a:lnTo>
                <a:lnTo>
                  <a:pt x="2119570" y="161763"/>
                </a:lnTo>
                <a:lnTo>
                  <a:pt x="2126761" y="140608"/>
                </a:lnTo>
                <a:lnTo>
                  <a:pt x="2133952" y="119463"/>
                </a:lnTo>
                <a:lnTo>
                  <a:pt x="2141134" y="98308"/>
                </a:lnTo>
                <a:lnTo>
                  <a:pt x="2148326" y="77153"/>
                </a:lnTo>
                <a:lnTo>
                  <a:pt x="2155517" y="56007"/>
                </a:lnTo>
                <a:lnTo>
                  <a:pt x="2162708" y="34852"/>
                </a:lnTo>
                <a:lnTo>
                  <a:pt x="2169900" y="13706"/>
                </a:lnTo>
                <a:lnTo>
                  <a:pt x="2171281" y="6934"/>
                </a:lnTo>
                <a:lnTo>
                  <a:pt x="2151926" y="17755"/>
                </a:lnTo>
                <a:lnTo>
                  <a:pt x="2130581" y="24317"/>
                </a:lnTo>
                <a:lnTo>
                  <a:pt x="2108806" y="29308"/>
                </a:lnTo>
                <a:lnTo>
                  <a:pt x="2086851" y="33414"/>
                </a:lnTo>
                <a:lnTo>
                  <a:pt x="2064791" y="36938"/>
                </a:lnTo>
                <a:lnTo>
                  <a:pt x="2042674" y="40043"/>
                </a:lnTo>
                <a:lnTo>
                  <a:pt x="2020510" y="42824"/>
                </a:lnTo>
                <a:lnTo>
                  <a:pt x="1998307" y="45358"/>
                </a:lnTo>
                <a:lnTo>
                  <a:pt x="1976095" y="47663"/>
                </a:lnTo>
                <a:lnTo>
                  <a:pt x="1953854" y="49797"/>
                </a:lnTo>
                <a:lnTo>
                  <a:pt x="1931603" y="51768"/>
                </a:lnTo>
                <a:lnTo>
                  <a:pt x="1909343" y="53607"/>
                </a:lnTo>
                <a:lnTo>
                  <a:pt x="1887064" y="55321"/>
                </a:lnTo>
                <a:lnTo>
                  <a:pt x="1864785" y="56921"/>
                </a:lnTo>
                <a:lnTo>
                  <a:pt x="1842497" y="58426"/>
                </a:lnTo>
                <a:lnTo>
                  <a:pt x="1820199" y="59846"/>
                </a:lnTo>
                <a:lnTo>
                  <a:pt x="1797901" y="61189"/>
                </a:lnTo>
                <a:lnTo>
                  <a:pt x="1775603" y="62455"/>
                </a:lnTo>
                <a:lnTo>
                  <a:pt x="1753295" y="63646"/>
                </a:lnTo>
                <a:lnTo>
                  <a:pt x="1730978" y="64760"/>
                </a:lnTo>
                <a:lnTo>
                  <a:pt x="1708661" y="65827"/>
                </a:lnTo>
                <a:lnTo>
                  <a:pt x="1686344" y="66837"/>
                </a:lnTo>
                <a:lnTo>
                  <a:pt x="1664027" y="67780"/>
                </a:lnTo>
                <a:lnTo>
                  <a:pt x="1641710" y="68685"/>
                </a:lnTo>
                <a:lnTo>
                  <a:pt x="1619383" y="69533"/>
                </a:lnTo>
                <a:lnTo>
                  <a:pt x="1597057" y="70333"/>
                </a:lnTo>
                <a:lnTo>
                  <a:pt x="1574730" y="71085"/>
                </a:lnTo>
                <a:lnTo>
                  <a:pt x="1552404" y="71799"/>
                </a:lnTo>
                <a:lnTo>
                  <a:pt x="1530077" y="72476"/>
                </a:lnTo>
                <a:lnTo>
                  <a:pt x="1507750" y="73104"/>
                </a:lnTo>
                <a:lnTo>
                  <a:pt x="1485414" y="73695"/>
                </a:lnTo>
                <a:lnTo>
                  <a:pt x="1463078" y="74247"/>
                </a:lnTo>
                <a:lnTo>
                  <a:pt x="1440752" y="74762"/>
                </a:lnTo>
                <a:lnTo>
                  <a:pt x="1418415" y="75248"/>
                </a:lnTo>
                <a:lnTo>
                  <a:pt x="1396079" y="75686"/>
                </a:lnTo>
                <a:lnTo>
                  <a:pt x="1373743" y="76105"/>
                </a:lnTo>
                <a:lnTo>
                  <a:pt x="1351407" y="76476"/>
                </a:lnTo>
                <a:lnTo>
                  <a:pt x="1329071" y="76819"/>
                </a:lnTo>
                <a:lnTo>
                  <a:pt x="1306735" y="77133"/>
                </a:lnTo>
                <a:lnTo>
                  <a:pt x="1284399" y="77419"/>
                </a:lnTo>
                <a:lnTo>
                  <a:pt x="1262063" y="77667"/>
                </a:lnTo>
                <a:lnTo>
                  <a:pt x="1239717" y="77895"/>
                </a:lnTo>
                <a:lnTo>
                  <a:pt x="1217381" y="78076"/>
                </a:lnTo>
                <a:lnTo>
                  <a:pt x="1195045" y="78238"/>
                </a:lnTo>
                <a:lnTo>
                  <a:pt x="1172699" y="78362"/>
                </a:lnTo>
                <a:lnTo>
                  <a:pt x="1150363" y="78457"/>
                </a:lnTo>
                <a:lnTo>
                  <a:pt x="1128027" y="78524"/>
                </a:lnTo>
                <a:lnTo>
                  <a:pt x="1105691" y="78572"/>
                </a:lnTo>
                <a:lnTo>
                  <a:pt x="1083345" y="78581"/>
                </a:lnTo>
                <a:lnTo>
                  <a:pt x="1061009" y="78562"/>
                </a:lnTo>
                <a:lnTo>
                  <a:pt x="1038673" y="78505"/>
                </a:lnTo>
                <a:lnTo>
                  <a:pt x="1016327" y="78429"/>
                </a:lnTo>
                <a:lnTo>
                  <a:pt x="993991" y="78324"/>
                </a:lnTo>
                <a:lnTo>
                  <a:pt x="971655" y="78181"/>
                </a:lnTo>
                <a:lnTo>
                  <a:pt x="949309" y="78010"/>
                </a:lnTo>
                <a:lnTo>
                  <a:pt x="926973" y="77810"/>
                </a:lnTo>
                <a:lnTo>
                  <a:pt x="904637" y="77581"/>
                </a:lnTo>
                <a:lnTo>
                  <a:pt x="882301" y="77324"/>
                </a:lnTo>
                <a:lnTo>
                  <a:pt x="859965" y="77038"/>
                </a:lnTo>
                <a:lnTo>
                  <a:pt x="837619" y="76705"/>
                </a:lnTo>
                <a:lnTo>
                  <a:pt x="815283" y="76352"/>
                </a:lnTo>
                <a:lnTo>
                  <a:pt x="792947" y="75962"/>
                </a:lnTo>
                <a:lnTo>
                  <a:pt x="770620" y="75533"/>
                </a:lnTo>
                <a:lnTo>
                  <a:pt x="748284" y="75076"/>
                </a:lnTo>
                <a:lnTo>
                  <a:pt x="725948" y="74581"/>
                </a:lnTo>
                <a:lnTo>
                  <a:pt x="703612" y="74057"/>
                </a:lnTo>
                <a:lnTo>
                  <a:pt x="681285" y="73485"/>
                </a:lnTo>
                <a:lnTo>
                  <a:pt x="658949" y="72885"/>
                </a:lnTo>
                <a:lnTo>
                  <a:pt x="636622" y="72238"/>
                </a:lnTo>
                <a:lnTo>
                  <a:pt x="614296" y="71561"/>
                </a:lnTo>
                <a:lnTo>
                  <a:pt x="591960" y="70828"/>
                </a:lnTo>
                <a:lnTo>
                  <a:pt x="569643" y="70056"/>
                </a:lnTo>
                <a:lnTo>
                  <a:pt x="547316" y="69237"/>
                </a:lnTo>
                <a:lnTo>
                  <a:pt x="524989" y="68370"/>
                </a:lnTo>
                <a:lnTo>
                  <a:pt x="502672" y="67456"/>
                </a:lnTo>
                <a:lnTo>
                  <a:pt x="480355" y="66485"/>
                </a:lnTo>
                <a:lnTo>
                  <a:pt x="458038" y="65465"/>
                </a:lnTo>
                <a:lnTo>
                  <a:pt x="435721" y="64379"/>
                </a:lnTo>
                <a:lnTo>
                  <a:pt x="413414" y="63227"/>
                </a:lnTo>
                <a:lnTo>
                  <a:pt x="391106" y="62008"/>
                </a:lnTo>
                <a:lnTo>
                  <a:pt x="368808" y="60722"/>
                </a:lnTo>
                <a:lnTo>
                  <a:pt x="346510" y="59360"/>
                </a:lnTo>
                <a:lnTo>
                  <a:pt x="324212" y="57912"/>
                </a:lnTo>
                <a:lnTo>
                  <a:pt x="301933" y="56369"/>
                </a:lnTo>
                <a:lnTo>
                  <a:pt x="279654" y="54731"/>
                </a:lnTo>
                <a:lnTo>
                  <a:pt x="257385" y="52969"/>
                </a:lnTo>
                <a:lnTo>
                  <a:pt x="235125" y="51092"/>
                </a:lnTo>
                <a:lnTo>
                  <a:pt x="212874" y="49063"/>
                </a:lnTo>
                <a:lnTo>
                  <a:pt x="190643" y="46873"/>
                </a:lnTo>
                <a:lnTo>
                  <a:pt x="168431" y="44491"/>
                </a:lnTo>
                <a:lnTo>
                  <a:pt x="146247" y="41881"/>
                </a:lnTo>
                <a:lnTo>
                  <a:pt x="124092" y="38995"/>
                </a:lnTo>
                <a:lnTo>
                  <a:pt x="101994" y="35747"/>
                </a:lnTo>
                <a:lnTo>
                  <a:pt x="79962" y="32042"/>
                </a:lnTo>
                <a:lnTo>
                  <a:pt x="58055" y="27670"/>
                </a:lnTo>
                <a:lnTo>
                  <a:pt x="36386" y="22250"/>
                </a:lnTo>
                <a:lnTo>
                  <a:pt x="15364" y="14745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10" name="funnel-step-cap-2">
            <a:extLst xmlns:a="http://schemas.openxmlformats.org/drawingml/2006/main">
              <a:ext uri="{FF2B5EF4-FFF2-40B4-BE49-F238E27FC236}">
                <a16:creationId xmlns:a16="http://schemas.microsoft.com/office/drawing/2014/main" id="{6E943B33-8B8C-48DF-96EA-C58E21277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294250" y="3430905"/>
            <a:ext cx="217451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7EAC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11" name="funnel-step-body-3">
            <a:extLst xmlns:a="http://schemas.openxmlformats.org/drawingml/2006/main">
              <a:ext uri="{FF2B5EF4-FFF2-40B4-BE49-F238E27FC236}">
                <a16:creationId xmlns:a16="http://schemas.microsoft.com/office/drawing/2014/main" id="{3480E33C-EC85-4402-BC9A-EE1F2C64F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522821" y="4408170"/>
            <a:ext cx="1714891" cy="751037"/>
          </a:xfrm>
          <a:custGeom xmlns:a="http://schemas.openxmlformats.org/drawingml/2006/main">
            <a:pathLst>
              <a:path w="1714891" h="751037">
                <a:moveTo>
                  <a:pt x="0" y="0"/>
                </a:moveTo>
                <a:lnTo>
                  <a:pt x="5801" y="18136"/>
                </a:lnTo>
                <a:lnTo>
                  <a:pt x="11601" y="36271"/>
                </a:lnTo>
                <a:lnTo>
                  <a:pt x="17402" y="54416"/>
                </a:lnTo>
                <a:lnTo>
                  <a:pt x="23203" y="72552"/>
                </a:lnTo>
                <a:lnTo>
                  <a:pt x="29004" y="90688"/>
                </a:lnTo>
                <a:lnTo>
                  <a:pt x="34804" y="108823"/>
                </a:lnTo>
                <a:lnTo>
                  <a:pt x="40605" y="126959"/>
                </a:lnTo>
                <a:lnTo>
                  <a:pt x="46406" y="145094"/>
                </a:lnTo>
                <a:lnTo>
                  <a:pt x="52207" y="163239"/>
                </a:lnTo>
                <a:lnTo>
                  <a:pt x="58007" y="181375"/>
                </a:lnTo>
                <a:lnTo>
                  <a:pt x="63808" y="199511"/>
                </a:lnTo>
                <a:lnTo>
                  <a:pt x="69609" y="217646"/>
                </a:lnTo>
                <a:lnTo>
                  <a:pt x="75409" y="235782"/>
                </a:lnTo>
                <a:lnTo>
                  <a:pt x="81210" y="253927"/>
                </a:lnTo>
                <a:lnTo>
                  <a:pt x="87011" y="272063"/>
                </a:lnTo>
                <a:lnTo>
                  <a:pt x="92812" y="290198"/>
                </a:lnTo>
                <a:lnTo>
                  <a:pt x="98612" y="308334"/>
                </a:lnTo>
                <a:lnTo>
                  <a:pt x="104413" y="326469"/>
                </a:lnTo>
                <a:lnTo>
                  <a:pt x="110214" y="344605"/>
                </a:lnTo>
                <a:lnTo>
                  <a:pt x="116015" y="362750"/>
                </a:lnTo>
                <a:lnTo>
                  <a:pt x="121815" y="380886"/>
                </a:lnTo>
                <a:lnTo>
                  <a:pt x="127616" y="399021"/>
                </a:lnTo>
                <a:lnTo>
                  <a:pt x="133417" y="417157"/>
                </a:lnTo>
                <a:lnTo>
                  <a:pt x="139217" y="435293"/>
                </a:lnTo>
                <a:lnTo>
                  <a:pt x="145018" y="453438"/>
                </a:lnTo>
                <a:lnTo>
                  <a:pt x="150819" y="471573"/>
                </a:lnTo>
                <a:lnTo>
                  <a:pt x="156620" y="489709"/>
                </a:lnTo>
                <a:lnTo>
                  <a:pt x="162420" y="507844"/>
                </a:lnTo>
                <a:lnTo>
                  <a:pt x="168221" y="525980"/>
                </a:lnTo>
                <a:lnTo>
                  <a:pt x="174022" y="544116"/>
                </a:lnTo>
                <a:lnTo>
                  <a:pt x="179822" y="562261"/>
                </a:lnTo>
                <a:lnTo>
                  <a:pt x="185623" y="580396"/>
                </a:lnTo>
                <a:lnTo>
                  <a:pt x="191424" y="598532"/>
                </a:lnTo>
                <a:lnTo>
                  <a:pt x="197225" y="616668"/>
                </a:lnTo>
                <a:lnTo>
                  <a:pt x="203025" y="634803"/>
                </a:lnTo>
                <a:lnTo>
                  <a:pt x="208826" y="652948"/>
                </a:lnTo>
                <a:lnTo>
                  <a:pt x="214636" y="671084"/>
                </a:lnTo>
                <a:lnTo>
                  <a:pt x="223895" y="686991"/>
                </a:lnTo>
                <a:lnTo>
                  <a:pt x="240354" y="696458"/>
                </a:lnTo>
                <a:lnTo>
                  <a:pt x="258166" y="703174"/>
                </a:lnTo>
                <a:lnTo>
                  <a:pt x="276454" y="708479"/>
                </a:lnTo>
                <a:lnTo>
                  <a:pt x="294970" y="712918"/>
                </a:lnTo>
                <a:lnTo>
                  <a:pt x="313620" y="716737"/>
                </a:lnTo>
                <a:lnTo>
                  <a:pt x="332365" y="720100"/>
                </a:lnTo>
                <a:lnTo>
                  <a:pt x="351168" y="723090"/>
                </a:lnTo>
                <a:lnTo>
                  <a:pt x="370027" y="725786"/>
                </a:lnTo>
                <a:lnTo>
                  <a:pt x="388906" y="728243"/>
                </a:lnTo>
                <a:lnTo>
                  <a:pt x="407822" y="730472"/>
                </a:lnTo>
                <a:lnTo>
                  <a:pt x="426749" y="732520"/>
                </a:lnTo>
                <a:lnTo>
                  <a:pt x="445703" y="734387"/>
                </a:lnTo>
                <a:lnTo>
                  <a:pt x="464668" y="736130"/>
                </a:lnTo>
                <a:lnTo>
                  <a:pt x="483641" y="737721"/>
                </a:lnTo>
                <a:lnTo>
                  <a:pt x="502625" y="739197"/>
                </a:lnTo>
                <a:lnTo>
                  <a:pt x="521618" y="740550"/>
                </a:lnTo>
                <a:lnTo>
                  <a:pt x="540620" y="741807"/>
                </a:lnTo>
                <a:lnTo>
                  <a:pt x="559622" y="742960"/>
                </a:lnTo>
                <a:lnTo>
                  <a:pt x="578634" y="744017"/>
                </a:lnTo>
                <a:lnTo>
                  <a:pt x="597656" y="744988"/>
                </a:lnTo>
                <a:lnTo>
                  <a:pt x="616677" y="745884"/>
                </a:lnTo>
                <a:lnTo>
                  <a:pt x="635699" y="746693"/>
                </a:lnTo>
                <a:lnTo>
                  <a:pt x="654729" y="747427"/>
                </a:lnTo>
                <a:lnTo>
                  <a:pt x="673760" y="748084"/>
                </a:lnTo>
                <a:lnTo>
                  <a:pt x="692791" y="748675"/>
                </a:lnTo>
                <a:lnTo>
                  <a:pt x="711832" y="749198"/>
                </a:lnTo>
                <a:lnTo>
                  <a:pt x="730863" y="749646"/>
                </a:lnTo>
                <a:lnTo>
                  <a:pt x="749903" y="750037"/>
                </a:lnTo>
                <a:lnTo>
                  <a:pt x="768944" y="750360"/>
                </a:lnTo>
                <a:lnTo>
                  <a:pt x="787984" y="750618"/>
                </a:lnTo>
                <a:lnTo>
                  <a:pt x="807025" y="750818"/>
                </a:lnTo>
                <a:lnTo>
                  <a:pt x="826065" y="750951"/>
                </a:lnTo>
                <a:lnTo>
                  <a:pt x="845115" y="751027"/>
                </a:lnTo>
                <a:lnTo>
                  <a:pt x="864156" y="751037"/>
                </a:lnTo>
                <a:lnTo>
                  <a:pt x="883196" y="750989"/>
                </a:lnTo>
                <a:lnTo>
                  <a:pt x="902237" y="750884"/>
                </a:lnTo>
                <a:lnTo>
                  <a:pt x="921277" y="750713"/>
                </a:lnTo>
                <a:lnTo>
                  <a:pt x="940318" y="750475"/>
                </a:lnTo>
                <a:lnTo>
                  <a:pt x="959358" y="750179"/>
                </a:lnTo>
                <a:lnTo>
                  <a:pt x="978398" y="749827"/>
                </a:lnTo>
                <a:lnTo>
                  <a:pt x="997439" y="749398"/>
                </a:lnTo>
                <a:lnTo>
                  <a:pt x="1016470" y="748903"/>
                </a:lnTo>
                <a:lnTo>
                  <a:pt x="1035510" y="748351"/>
                </a:lnTo>
                <a:lnTo>
                  <a:pt x="1054541" y="747713"/>
                </a:lnTo>
                <a:lnTo>
                  <a:pt x="1073572" y="747008"/>
                </a:lnTo>
                <a:lnTo>
                  <a:pt x="1092594" y="746236"/>
                </a:lnTo>
                <a:lnTo>
                  <a:pt x="1111615" y="745379"/>
                </a:lnTo>
                <a:lnTo>
                  <a:pt x="1130637" y="744436"/>
                </a:lnTo>
                <a:lnTo>
                  <a:pt x="1149648" y="743417"/>
                </a:lnTo>
                <a:lnTo>
                  <a:pt x="1168660" y="742302"/>
                </a:lnTo>
                <a:lnTo>
                  <a:pt x="1187663" y="741093"/>
                </a:lnTo>
                <a:lnTo>
                  <a:pt x="1206665" y="739778"/>
                </a:lnTo>
                <a:lnTo>
                  <a:pt x="1225648" y="738359"/>
                </a:lnTo>
                <a:lnTo>
                  <a:pt x="1244632" y="736816"/>
                </a:lnTo>
                <a:lnTo>
                  <a:pt x="1263606" y="735149"/>
                </a:lnTo>
                <a:lnTo>
                  <a:pt x="1282560" y="733330"/>
                </a:lnTo>
                <a:lnTo>
                  <a:pt x="1301496" y="731368"/>
                </a:lnTo>
                <a:lnTo>
                  <a:pt x="1320413" y="729215"/>
                </a:lnTo>
                <a:lnTo>
                  <a:pt x="1339310" y="726862"/>
                </a:lnTo>
                <a:lnTo>
                  <a:pt x="1358179" y="724271"/>
                </a:lnTo>
                <a:lnTo>
                  <a:pt x="1377001" y="721414"/>
                </a:lnTo>
                <a:lnTo>
                  <a:pt x="1395774" y="718214"/>
                </a:lnTo>
                <a:lnTo>
                  <a:pt x="1414472" y="714604"/>
                </a:lnTo>
                <a:lnTo>
                  <a:pt x="1433055" y="710460"/>
                </a:lnTo>
                <a:lnTo>
                  <a:pt x="1451458" y="705555"/>
                </a:lnTo>
                <a:lnTo>
                  <a:pt x="1469517" y="699535"/>
                </a:lnTo>
                <a:lnTo>
                  <a:pt x="1486767" y="691515"/>
                </a:lnTo>
                <a:lnTo>
                  <a:pt x="1500654" y="678837"/>
                </a:lnTo>
                <a:lnTo>
                  <a:pt x="1506064" y="660654"/>
                </a:lnTo>
                <a:lnTo>
                  <a:pt x="1511865" y="642518"/>
                </a:lnTo>
                <a:lnTo>
                  <a:pt x="1517666" y="624373"/>
                </a:lnTo>
                <a:lnTo>
                  <a:pt x="1523467" y="606238"/>
                </a:lnTo>
                <a:lnTo>
                  <a:pt x="1529267" y="588102"/>
                </a:lnTo>
                <a:lnTo>
                  <a:pt x="1535068" y="569966"/>
                </a:lnTo>
                <a:lnTo>
                  <a:pt x="1540869" y="551831"/>
                </a:lnTo>
                <a:lnTo>
                  <a:pt x="1546670" y="533686"/>
                </a:lnTo>
                <a:lnTo>
                  <a:pt x="1552470" y="515550"/>
                </a:lnTo>
                <a:lnTo>
                  <a:pt x="1558271" y="497415"/>
                </a:lnTo>
                <a:lnTo>
                  <a:pt x="1564072" y="479279"/>
                </a:lnTo>
                <a:lnTo>
                  <a:pt x="1569872" y="461143"/>
                </a:lnTo>
                <a:lnTo>
                  <a:pt x="1575673" y="443008"/>
                </a:lnTo>
                <a:lnTo>
                  <a:pt x="1581474" y="424863"/>
                </a:lnTo>
                <a:lnTo>
                  <a:pt x="1587275" y="406727"/>
                </a:lnTo>
                <a:lnTo>
                  <a:pt x="1593075" y="388591"/>
                </a:lnTo>
                <a:lnTo>
                  <a:pt x="1598876" y="370456"/>
                </a:lnTo>
                <a:lnTo>
                  <a:pt x="1604677" y="352320"/>
                </a:lnTo>
                <a:lnTo>
                  <a:pt x="1610477" y="334175"/>
                </a:lnTo>
                <a:lnTo>
                  <a:pt x="1616278" y="316040"/>
                </a:lnTo>
                <a:lnTo>
                  <a:pt x="1622079" y="297904"/>
                </a:lnTo>
                <a:lnTo>
                  <a:pt x="1627880" y="279768"/>
                </a:lnTo>
                <a:lnTo>
                  <a:pt x="1633680" y="261633"/>
                </a:lnTo>
                <a:lnTo>
                  <a:pt x="1639481" y="243497"/>
                </a:lnTo>
                <a:lnTo>
                  <a:pt x="1645282" y="225352"/>
                </a:lnTo>
                <a:lnTo>
                  <a:pt x="1651083" y="207216"/>
                </a:lnTo>
                <a:lnTo>
                  <a:pt x="1656883" y="189081"/>
                </a:lnTo>
                <a:lnTo>
                  <a:pt x="1662684" y="170945"/>
                </a:lnTo>
                <a:lnTo>
                  <a:pt x="1668485" y="152810"/>
                </a:lnTo>
                <a:lnTo>
                  <a:pt x="1674285" y="134664"/>
                </a:lnTo>
                <a:lnTo>
                  <a:pt x="1680086" y="116529"/>
                </a:lnTo>
                <a:lnTo>
                  <a:pt x="1685887" y="98393"/>
                </a:lnTo>
                <a:lnTo>
                  <a:pt x="1691688" y="80258"/>
                </a:lnTo>
                <a:lnTo>
                  <a:pt x="1697488" y="62122"/>
                </a:lnTo>
                <a:lnTo>
                  <a:pt x="1703289" y="43986"/>
                </a:lnTo>
                <a:lnTo>
                  <a:pt x="1709090" y="25841"/>
                </a:lnTo>
                <a:lnTo>
                  <a:pt x="1714891" y="7706"/>
                </a:lnTo>
                <a:lnTo>
                  <a:pt x="1712481" y="9468"/>
                </a:lnTo>
                <a:lnTo>
                  <a:pt x="1696241" y="19231"/>
                </a:lnTo>
                <a:lnTo>
                  <a:pt x="1678334" y="25679"/>
                </a:lnTo>
                <a:lnTo>
                  <a:pt x="1659969" y="30680"/>
                </a:lnTo>
                <a:lnTo>
                  <a:pt x="1641377" y="34823"/>
                </a:lnTo>
                <a:lnTo>
                  <a:pt x="1622679" y="38405"/>
                </a:lnTo>
                <a:lnTo>
                  <a:pt x="1603896" y="41558"/>
                </a:lnTo>
                <a:lnTo>
                  <a:pt x="1585065" y="44387"/>
                </a:lnTo>
                <a:lnTo>
                  <a:pt x="1566196" y="46949"/>
                </a:lnTo>
                <a:lnTo>
                  <a:pt x="1547298" y="49292"/>
                </a:lnTo>
                <a:lnTo>
                  <a:pt x="1528382" y="51454"/>
                </a:lnTo>
                <a:lnTo>
                  <a:pt x="1509446" y="53445"/>
                </a:lnTo>
                <a:lnTo>
                  <a:pt x="1490491" y="55302"/>
                </a:lnTo>
                <a:lnTo>
                  <a:pt x="1471527" y="57026"/>
                </a:lnTo>
                <a:lnTo>
                  <a:pt x="1452553" y="58645"/>
                </a:lnTo>
                <a:lnTo>
                  <a:pt x="1433570" y="60160"/>
                </a:lnTo>
                <a:lnTo>
                  <a:pt x="1414586" y="61579"/>
                </a:lnTo>
                <a:lnTo>
                  <a:pt x="1395584" y="62903"/>
                </a:lnTo>
                <a:lnTo>
                  <a:pt x="1376582" y="64160"/>
                </a:lnTo>
                <a:lnTo>
                  <a:pt x="1357579" y="65342"/>
                </a:lnTo>
                <a:lnTo>
                  <a:pt x="1338567" y="66456"/>
                </a:lnTo>
                <a:lnTo>
                  <a:pt x="1319555" y="67504"/>
                </a:lnTo>
                <a:lnTo>
                  <a:pt x="1300544" y="68485"/>
                </a:lnTo>
                <a:lnTo>
                  <a:pt x="1281522" y="69409"/>
                </a:lnTo>
                <a:lnTo>
                  <a:pt x="1262501" y="70275"/>
                </a:lnTo>
                <a:lnTo>
                  <a:pt x="1243470" y="71095"/>
                </a:lnTo>
                <a:lnTo>
                  <a:pt x="1224448" y="71866"/>
                </a:lnTo>
                <a:lnTo>
                  <a:pt x="1205417" y="72581"/>
                </a:lnTo>
                <a:lnTo>
                  <a:pt x="1186386" y="73247"/>
                </a:lnTo>
                <a:lnTo>
                  <a:pt x="1167355" y="73876"/>
                </a:lnTo>
                <a:lnTo>
                  <a:pt x="1148324" y="74457"/>
                </a:lnTo>
                <a:lnTo>
                  <a:pt x="1129284" y="75000"/>
                </a:lnTo>
                <a:lnTo>
                  <a:pt x="1110253" y="75495"/>
                </a:lnTo>
                <a:lnTo>
                  <a:pt x="1091213" y="75962"/>
                </a:lnTo>
                <a:lnTo>
                  <a:pt x="1072172" y="76381"/>
                </a:lnTo>
                <a:lnTo>
                  <a:pt x="1053141" y="76762"/>
                </a:lnTo>
                <a:lnTo>
                  <a:pt x="1034101" y="77105"/>
                </a:lnTo>
                <a:lnTo>
                  <a:pt x="1015060" y="77410"/>
                </a:lnTo>
                <a:lnTo>
                  <a:pt x="996020" y="77676"/>
                </a:lnTo>
                <a:lnTo>
                  <a:pt x="976979" y="77915"/>
                </a:lnTo>
                <a:lnTo>
                  <a:pt x="957939" y="78115"/>
                </a:lnTo>
                <a:lnTo>
                  <a:pt x="938898" y="78276"/>
                </a:lnTo>
                <a:lnTo>
                  <a:pt x="919848" y="78400"/>
                </a:lnTo>
                <a:lnTo>
                  <a:pt x="900808" y="78496"/>
                </a:lnTo>
                <a:lnTo>
                  <a:pt x="881767" y="78553"/>
                </a:lnTo>
                <a:lnTo>
                  <a:pt x="862727" y="78581"/>
                </a:lnTo>
                <a:lnTo>
                  <a:pt x="843686" y="78572"/>
                </a:lnTo>
                <a:lnTo>
                  <a:pt x="824636" y="78524"/>
                </a:lnTo>
                <a:lnTo>
                  <a:pt x="805596" y="78448"/>
                </a:lnTo>
                <a:lnTo>
                  <a:pt x="786555" y="78334"/>
                </a:lnTo>
                <a:lnTo>
                  <a:pt x="767515" y="78181"/>
                </a:lnTo>
                <a:lnTo>
                  <a:pt x="748475" y="78000"/>
                </a:lnTo>
                <a:lnTo>
                  <a:pt x="729434" y="77781"/>
                </a:lnTo>
                <a:lnTo>
                  <a:pt x="710394" y="77524"/>
                </a:lnTo>
                <a:lnTo>
                  <a:pt x="691353" y="77238"/>
                </a:lnTo>
                <a:lnTo>
                  <a:pt x="672313" y="76905"/>
                </a:lnTo>
                <a:lnTo>
                  <a:pt x="653272" y="76543"/>
                </a:lnTo>
                <a:lnTo>
                  <a:pt x="634232" y="76143"/>
                </a:lnTo>
                <a:lnTo>
                  <a:pt x="615201" y="75695"/>
                </a:lnTo>
                <a:lnTo>
                  <a:pt x="596160" y="75219"/>
                </a:lnTo>
                <a:lnTo>
                  <a:pt x="577129" y="74695"/>
                </a:lnTo>
                <a:lnTo>
                  <a:pt x="558089" y="74133"/>
                </a:lnTo>
                <a:lnTo>
                  <a:pt x="539058" y="73523"/>
                </a:lnTo>
                <a:lnTo>
                  <a:pt x="520027" y="72876"/>
                </a:lnTo>
                <a:lnTo>
                  <a:pt x="500996" y="72171"/>
                </a:lnTo>
                <a:lnTo>
                  <a:pt x="481975" y="71428"/>
                </a:lnTo>
                <a:lnTo>
                  <a:pt x="462944" y="70628"/>
                </a:lnTo>
                <a:lnTo>
                  <a:pt x="443922" y="69780"/>
                </a:lnTo>
                <a:lnTo>
                  <a:pt x="424901" y="68885"/>
                </a:lnTo>
                <a:lnTo>
                  <a:pt x="405879" y="67923"/>
                </a:lnTo>
                <a:lnTo>
                  <a:pt x="386867" y="66904"/>
                </a:lnTo>
                <a:lnTo>
                  <a:pt x="367856" y="65827"/>
                </a:lnTo>
                <a:lnTo>
                  <a:pt x="348844" y="64675"/>
                </a:lnTo>
                <a:lnTo>
                  <a:pt x="329841" y="63456"/>
                </a:lnTo>
                <a:lnTo>
                  <a:pt x="310848" y="62151"/>
                </a:lnTo>
                <a:lnTo>
                  <a:pt x="291856" y="60770"/>
                </a:lnTo>
                <a:lnTo>
                  <a:pt x="272872" y="59293"/>
                </a:lnTo>
                <a:lnTo>
                  <a:pt x="253889" y="57731"/>
                </a:lnTo>
                <a:lnTo>
                  <a:pt x="234925" y="56045"/>
                </a:lnTo>
                <a:lnTo>
                  <a:pt x="215970" y="54254"/>
                </a:lnTo>
                <a:lnTo>
                  <a:pt x="197025" y="52321"/>
                </a:lnTo>
                <a:lnTo>
                  <a:pt x="178098" y="50235"/>
                </a:lnTo>
                <a:lnTo>
                  <a:pt x="159182" y="47968"/>
                </a:lnTo>
                <a:lnTo>
                  <a:pt x="140303" y="45510"/>
                </a:lnTo>
                <a:lnTo>
                  <a:pt x="121453" y="42796"/>
                </a:lnTo>
                <a:lnTo>
                  <a:pt x="102651" y="39795"/>
                </a:lnTo>
                <a:lnTo>
                  <a:pt x="83915" y="36405"/>
                </a:lnTo>
                <a:lnTo>
                  <a:pt x="65275" y="32528"/>
                </a:lnTo>
                <a:lnTo>
                  <a:pt x="46796" y="27937"/>
                </a:lnTo>
                <a:lnTo>
                  <a:pt x="28632" y="22212"/>
                </a:lnTo>
                <a:lnTo>
                  <a:pt x="11354" y="14278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12" name="funnel-step-cap-3">
            <a:extLst xmlns:a="http://schemas.openxmlformats.org/drawingml/2006/main">
              <a:ext uri="{FF2B5EF4-FFF2-40B4-BE49-F238E27FC236}">
                <a16:creationId xmlns:a16="http://schemas.microsoft.com/office/drawing/2014/main" id="{4FBC852A-507E-4926-A74C-E633CA149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522859" y="4284345"/>
            <a:ext cx="1717272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7EAC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13" name="funnel-step-body-4">
            <a:extLst xmlns:a="http://schemas.openxmlformats.org/drawingml/2006/main">
              <a:ext uri="{FF2B5EF4-FFF2-40B4-BE49-F238E27FC236}">
                <a16:creationId xmlns:a16="http://schemas.microsoft.com/office/drawing/2014/main" id="{554F7844-60F8-4EA8-A24E-4B6A15872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37896" y="5261610"/>
            <a:ext cx="1284656" cy="751037"/>
          </a:xfrm>
          <a:custGeom xmlns:a="http://schemas.openxmlformats.org/drawingml/2006/main">
            <a:pathLst>
              <a:path w="1284656" h="751037">
                <a:moveTo>
                  <a:pt x="0" y="0"/>
                </a:moveTo>
                <a:lnTo>
                  <a:pt x="5544" y="18145"/>
                </a:lnTo>
                <a:lnTo>
                  <a:pt x="11087" y="36281"/>
                </a:lnTo>
                <a:lnTo>
                  <a:pt x="16631" y="54426"/>
                </a:lnTo>
                <a:lnTo>
                  <a:pt x="22174" y="72571"/>
                </a:lnTo>
                <a:lnTo>
                  <a:pt x="27718" y="90707"/>
                </a:lnTo>
                <a:lnTo>
                  <a:pt x="33252" y="108852"/>
                </a:lnTo>
                <a:lnTo>
                  <a:pt x="38795" y="126987"/>
                </a:lnTo>
                <a:lnTo>
                  <a:pt x="44339" y="145132"/>
                </a:lnTo>
                <a:lnTo>
                  <a:pt x="49882" y="163278"/>
                </a:lnTo>
                <a:lnTo>
                  <a:pt x="55426" y="181413"/>
                </a:lnTo>
                <a:lnTo>
                  <a:pt x="60970" y="199558"/>
                </a:lnTo>
                <a:lnTo>
                  <a:pt x="66513" y="217703"/>
                </a:lnTo>
                <a:lnTo>
                  <a:pt x="72057" y="235839"/>
                </a:lnTo>
                <a:lnTo>
                  <a:pt x="77600" y="253984"/>
                </a:lnTo>
                <a:lnTo>
                  <a:pt x="83144" y="272129"/>
                </a:lnTo>
                <a:lnTo>
                  <a:pt x="88687" y="290265"/>
                </a:lnTo>
                <a:lnTo>
                  <a:pt x="94221" y="308410"/>
                </a:lnTo>
                <a:lnTo>
                  <a:pt x="99765" y="326546"/>
                </a:lnTo>
                <a:lnTo>
                  <a:pt x="105308" y="344691"/>
                </a:lnTo>
                <a:lnTo>
                  <a:pt x="110852" y="362836"/>
                </a:lnTo>
                <a:lnTo>
                  <a:pt x="116396" y="380971"/>
                </a:lnTo>
                <a:lnTo>
                  <a:pt x="121939" y="399117"/>
                </a:lnTo>
                <a:lnTo>
                  <a:pt x="127483" y="417262"/>
                </a:lnTo>
                <a:lnTo>
                  <a:pt x="133026" y="435397"/>
                </a:lnTo>
                <a:lnTo>
                  <a:pt x="138570" y="453542"/>
                </a:lnTo>
                <a:lnTo>
                  <a:pt x="144113" y="471678"/>
                </a:lnTo>
                <a:lnTo>
                  <a:pt x="149657" y="489823"/>
                </a:lnTo>
                <a:lnTo>
                  <a:pt x="155200" y="507968"/>
                </a:lnTo>
                <a:lnTo>
                  <a:pt x="160734" y="526104"/>
                </a:lnTo>
                <a:lnTo>
                  <a:pt x="166278" y="544249"/>
                </a:lnTo>
                <a:lnTo>
                  <a:pt x="171821" y="562394"/>
                </a:lnTo>
                <a:lnTo>
                  <a:pt x="177365" y="580530"/>
                </a:lnTo>
                <a:lnTo>
                  <a:pt x="182909" y="598675"/>
                </a:lnTo>
                <a:lnTo>
                  <a:pt x="188452" y="616820"/>
                </a:lnTo>
                <a:lnTo>
                  <a:pt x="193996" y="634956"/>
                </a:lnTo>
                <a:lnTo>
                  <a:pt x="199539" y="653101"/>
                </a:lnTo>
                <a:lnTo>
                  <a:pt x="205083" y="671236"/>
                </a:lnTo>
                <a:lnTo>
                  <a:pt x="212541" y="688200"/>
                </a:lnTo>
                <a:lnTo>
                  <a:pt x="227695" y="699497"/>
                </a:lnTo>
                <a:lnTo>
                  <a:pt x="244850" y="707546"/>
                </a:lnTo>
                <a:lnTo>
                  <a:pt x="262747" y="713842"/>
                </a:lnTo>
                <a:lnTo>
                  <a:pt x="280997" y="719004"/>
                </a:lnTo>
                <a:lnTo>
                  <a:pt x="299447" y="723386"/>
                </a:lnTo>
                <a:lnTo>
                  <a:pt x="318040" y="727167"/>
                </a:lnTo>
                <a:lnTo>
                  <a:pt x="336718" y="730482"/>
                </a:lnTo>
                <a:lnTo>
                  <a:pt x="355463" y="733396"/>
                </a:lnTo>
                <a:lnTo>
                  <a:pt x="374247" y="735987"/>
                </a:lnTo>
                <a:lnTo>
                  <a:pt x="393078" y="738283"/>
                </a:lnTo>
                <a:lnTo>
                  <a:pt x="411937" y="740321"/>
                </a:lnTo>
                <a:lnTo>
                  <a:pt x="430825" y="742140"/>
                </a:lnTo>
                <a:lnTo>
                  <a:pt x="449723" y="743760"/>
                </a:lnTo>
                <a:lnTo>
                  <a:pt x="468640" y="745188"/>
                </a:lnTo>
                <a:lnTo>
                  <a:pt x="487566" y="746436"/>
                </a:lnTo>
                <a:lnTo>
                  <a:pt x="506501" y="747512"/>
                </a:lnTo>
                <a:lnTo>
                  <a:pt x="525447" y="748446"/>
                </a:lnTo>
                <a:lnTo>
                  <a:pt x="544401" y="749227"/>
                </a:lnTo>
                <a:lnTo>
                  <a:pt x="563366" y="749865"/>
                </a:lnTo>
                <a:lnTo>
                  <a:pt x="582330" y="750360"/>
                </a:lnTo>
                <a:lnTo>
                  <a:pt x="601294" y="750713"/>
                </a:lnTo>
                <a:lnTo>
                  <a:pt x="620258" y="750941"/>
                </a:lnTo>
                <a:lnTo>
                  <a:pt x="639232" y="751037"/>
                </a:lnTo>
                <a:lnTo>
                  <a:pt x="658197" y="750999"/>
                </a:lnTo>
                <a:lnTo>
                  <a:pt x="677170" y="750837"/>
                </a:lnTo>
                <a:lnTo>
                  <a:pt x="696135" y="750541"/>
                </a:lnTo>
                <a:lnTo>
                  <a:pt x="715099" y="750113"/>
                </a:lnTo>
                <a:lnTo>
                  <a:pt x="734063" y="749532"/>
                </a:lnTo>
                <a:lnTo>
                  <a:pt x="753018" y="748827"/>
                </a:lnTo>
                <a:lnTo>
                  <a:pt x="771963" y="747960"/>
                </a:lnTo>
                <a:lnTo>
                  <a:pt x="790908" y="746951"/>
                </a:lnTo>
                <a:lnTo>
                  <a:pt x="809844" y="745779"/>
                </a:lnTo>
                <a:lnTo>
                  <a:pt x="828761" y="744436"/>
                </a:lnTo>
                <a:lnTo>
                  <a:pt x="847668" y="742912"/>
                </a:lnTo>
                <a:lnTo>
                  <a:pt x="866565" y="741188"/>
                </a:lnTo>
                <a:lnTo>
                  <a:pt x="885434" y="739254"/>
                </a:lnTo>
                <a:lnTo>
                  <a:pt x="904275" y="737083"/>
                </a:lnTo>
                <a:lnTo>
                  <a:pt x="923087" y="734625"/>
                </a:lnTo>
                <a:lnTo>
                  <a:pt x="941851" y="731872"/>
                </a:lnTo>
                <a:lnTo>
                  <a:pt x="960568" y="728748"/>
                </a:lnTo>
                <a:lnTo>
                  <a:pt x="979199" y="725195"/>
                </a:lnTo>
                <a:lnTo>
                  <a:pt x="997725" y="721119"/>
                </a:lnTo>
                <a:lnTo>
                  <a:pt x="1016079" y="716337"/>
                </a:lnTo>
                <a:lnTo>
                  <a:pt x="1034158" y="710622"/>
                </a:lnTo>
                <a:lnTo>
                  <a:pt x="1051731" y="703497"/>
                </a:lnTo>
                <a:lnTo>
                  <a:pt x="1068105" y="693972"/>
                </a:lnTo>
                <a:lnTo>
                  <a:pt x="1080297" y="679742"/>
                </a:lnTo>
                <a:lnTo>
                  <a:pt x="1085117" y="661464"/>
                </a:lnTo>
                <a:lnTo>
                  <a:pt x="1090660" y="643328"/>
                </a:lnTo>
                <a:lnTo>
                  <a:pt x="1096204" y="625183"/>
                </a:lnTo>
                <a:lnTo>
                  <a:pt x="1101738" y="607047"/>
                </a:lnTo>
                <a:lnTo>
                  <a:pt x="1107281" y="588902"/>
                </a:lnTo>
                <a:lnTo>
                  <a:pt x="1112825" y="570757"/>
                </a:lnTo>
                <a:lnTo>
                  <a:pt x="1118368" y="552621"/>
                </a:lnTo>
                <a:lnTo>
                  <a:pt x="1123912" y="534476"/>
                </a:lnTo>
                <a:lnTo>
                  <a:pt x="1129455" y="516331"/>
                </a:lnTo>
                <a:lnTo>
                  <a:pt x="1134999" y="498196"/>
                </a:lnTo>
                <a:lnTo>
                  <a:pt x="1140543" y="480050"/>
                </a:lnTo>
                <a:lnTo>
                  <a:pt x="1146086" y="461905"/>
                </a:lnTo>
                <a:lnTo>
                  <a:pt x="1151630" y="443770"/>
                </a:lnTo>
                <a:lnTo>
                  <a:pt x="1157173" y="425625"/>
                </a:lnTo>
                <a:lnTo>
                  <a:pt x="1162717" y="407489"/>
                </a:lnTo>
                <a:lnTo>
                  <a:pt x="1168251" y="389344"/>
                </a:lnTo>
                <a:lnTo>
                  <a:pt x="1173794" y="371199"/>
                </a:lnTo>
                <a:lnTo>
                  <a:pt x="1179338" y="353063"/>
                </a:lnTo>
                <a:lnTo>
                  <a:pt x="1184881" y="334918"/>
                </a:lnTo>
                <a:lnTo>
                  <a:pt x="1190425" y="316773"/>
                </a:lnTo>
                <a:lnTo>
                  <a:pt x="1195969" y="298637"/>
                </a:lnTo>
                <a:lnTo>
                  <a:pt x="1201512" y="280492"/>
                </a:lnTo>
                <a:lnTo>
                  <a:pt x="1207056" y="262347"/>
                </a:lnTo>
                <a:lnTo>
                  <a:pt x="1212599" y="244211"/>
                </a:lnTo>
                <a:lnTo>
                  <a:pt x="1218143" y="226066"/>
                </a:lnTo>
                <a:lnTo>
                  <a:pt x="1223686" y="207931"/>
                </a:lnTo>
                <a:lnTo>
                  <a:pt x="1229220" y="189786"/>
                </a:lnTo>
                <a:lnTo>
                  <a:pt x="1234764" y="171641"/>
                </a:lnTo>
                <a:lnTo>
                  <a:pt x="1240307" y="153505"/>
                </a:lnTo>
                <a:lnTo>
                  <a:pt x="1245851" y="135360"/>
                </a:lnTo>
                <a:lnTo>
                  <a:pt x="1251395" y="117215"/>
                </a:lnTo>
                <a:lnTo>
                  <a:pt x="1256938" y="99079"/>
                </a:lnTo>
                <a:lnTo>
                  <a:pt x="1262482" y="80934"/>
                </a:lnTo>
                <a:lnTo>
                  <a:pt x="1268025" y="62798"/>
                </a:lnTo>
                <a:lnTo>
                  <a:pt x="1273569" y="44653"/>
                </a:lnTo>
                <a:lnTo>
                  <a:pt x="1279112" y="26508"/>
                </a:lnTo>
                <a:lnTo>
                  <a:pt x="1284656" y="8372"/>
                </a:lnTo>
                <a:lnTo>
                  <a:pt x="1283627" y="9363"/>
                </a:lnTo>
                <a:lnTo>
                  <a:pt x="1268625" y="20755"/>
                </a:lnTo>
                <a:lnTo>
                  <a:pt x="1251223" y="28270"/>
                </a:lnTo>
                <a:lnTo>
                  <a:pt x="1233154" y="34023"/>
                </a:lnTo>
                <a:lnTo>
                  <a:pt x="1214780" y="38748"/>
                </a:lnTo>
                <a:lnTo>
                  <a:pt x="1196245" y="42786"/>
                </a:lnTo>
                <a:lnTo>
                  <a:pt x="1177614" y="46301"/>
                </a:lnTo>
                <a:lnTo>
                  <a:pt x="1158897" y="49425"/>
                </a:lnTo>
                <a:lnTo>
                  <a:pt x="1140143" y="52235"/>
                </a:lnTo>
                <a:lnTo>
                  <a:pt x="1121340" y="54769"/>
                </a:lnTo>
                <a:lnTo>
                  <a:pt x="1102509" y="57083"/>
                </a:lnTo>
                <a:lnTo>
                  <a:pt x="1083659" y="59198"/>
                </a:lnTo>
                <a:lnTo>
                  <a:pt x="1064790" y="61131"/>
                </a:lnTo>
                <a:lnTo>
                  <a:pt x="1045902" y="62922"/>
                </a:lnTo>
                <a:lnTo>
                  <a:pt x="1027005" y="64570"/>
                </a:lnTo>
                <a:lnTo>
                  <a:pt x="1008097" y="66084"/>
                </a:lnTo>
                <a:lnTo>
                  <a:pt x="989181" y="67494"/>
                </a:lnTo>
                <a:lnTo>
                  <a:pt x="970255" y="68780"/>
                </a:lnTo>
                <a:lnTo>
                  <a:pt x="951328" y="69980"/>
                </a:lnTo>
                <a:lnTo>
                  <a:pt x="932383" y="71076"/>
                </a:lnTo>
                <a:lnTo>
                  <a:pt x="913448" y="72085"/>
                </a:lnTo>
                <a:lnTo>
                  <a:pt x="894502" y="73009"/>
                </a:lnTo>
                <a:lnTo>
                  <a:pt x="875548" y="73857"/>
                </a:lnTo>
                <a:lnTo>
                  <a:pt x="856593" y="74619"/>
                </a:lnTo>
                <a:lnTo>
                  <a:pt x="837638" y="75314"/>
                </a:lnTo>
                <a:lnTo>
                  <a:pt x="818674" y="75933"/>
                </a:lnTo>
                <a:lnTo>
                  <a:pt x="799719" y="76486"/>
                </a:lnTo>
                <a:lnTo>
                  <a:pt x="780755" y="76972"/>
                </a:lnTo>
                <a:lnTo>
                  <a:pt x="761790" y="77391"/>
                </a:lnTo>
                <a:lnTo>
                  <a:pt x="742826" y="77743"/>
                </a:lnTo>
                <a:lnTo>
                  <a:pt x="723852" y="78029"/>
                </a:lnTo>
                <a:lnTo>
                  <a:pt x="704888" y="78267"/>
                </a:lnTo>
                <a:lnTo>
                  <a:pt x="685914" y="78429"/>
                </a:lnTo>
                <a:lnTo>
                  <a:pt x="666950" y="78534"/>
                </a:lnTo>
                <a:lnTo>
                  <a:pt x="647976" y="78572"/>
                </a:lnTo>
                <a:lnTo>
                  <a:pt x="629012" y="78562"/>
                </a:lnTo>
                <a:lnTo>
                  <a:pt x="610038" y="78486"/>
                </a:lnTo>
                <a:lnTo>
                  <a:pt x="591074" y="78343"/>
                </a:lnTo>
                <a:lnTo>
                  <a:pt x="572100" y="78143"/>
                </a:lnTo>
                <a:lnTo>
                  <a:pt x="553136" y="77886"/>
                </a:lnTo>
                <a:lnTo>
                  <a:pt x="534172" y="77562"/>
                </a:lnTo>
                <a:lnTo>
                  <a:pt x="515207" y="77172"/>
                </a:lnTo>
                <a:lnTo>
                  <a:pt x="496243" y="76714"/>
                </a:lnTo>
                <a:lnTo>
                  <a:pt x="477279" y="76200"/>
                </a:lnTo>
                <a:lnTo>
                  <a:pt x="458314" y="75609"/>
                </a:lnTo>
                <a:lnTo>
                  <a:pt x="439360" y="74952"/>
                </a:lnTo>
                <a:lnTo>
                  <a:pt x="420405" y="74219"/>
                </a:lnTo>
                <a:lnTo>
                  <a:pt x="401450" y="73409"/>
                </a:lnTo>
                <a:lnTo>
                  <a:pt x="382505" y="72523"/>
                </a:lnTo>
                <a:lnTo>
                  <a:pt x="363560" y="71552"/>
                </a:lnTo>
                <a:lnTo>
                  <a:pt x="344615" y="70495"/>
                </a:lnTo>
                <a:lnTo>
                  <a:pt x="325679" y="69352"/>
                </a:lnTo>
                <a:lnTo>
                  <a:pt x="306753" y="68094"/>
                </a:lnTo>
                <a:lnTo>
                  <a:pt x="287836" y="66751"/>
                </a:lnTo>
                <a:lnTo>
                  <a:pt x="268919" y="65284"/>
                </a:lnTo>
                <a:lnTo>
                  <a:pt x="250022" y="63694"/>
                </a:lnTo>
                <a:lnTo>
                  <a:pt x="231124" y="61970"/>
                </a:lnTo>
                <a:lnTo>
                  <a:pt x="212246" y="60112"/>
                </a:lnTo>
                <a:lnTo>
                  <a:pt x="193386" y="58083"/>
                </a:lnTo>
                <a:lnTo>
                  <a:pt x="174555" y="55864"/>
                </a:lnTo>
                <a:lnTo>
                  <a:pt x="155734" y="53435"/>
                </a:lnTo>
                <a:lnTo>
                  <a:pt x="136960" y="50759"/>
                </a:lnTo>
                <a:lnTo>
                  <a:pt x="118224" y="47787"/>
                </a:lnTo>
                <a:lnTo>
                  <a:pt x="99546" y="44463"/>
                </a:lnTo>
                <a:lnTo>
                  <a:pt x="80963" y="40681"/>
                </a:lnTo>
                <a:lnTo>
                  <a:pt x="62503" y="36309"/>
                </a:lnTo>
                <a:lnTo>
                  <a:pt x="44272" y="31080"/>
                </a:lnTo>
                <a:lnTo>
                  <a:pt x="26479" y="24517"/>
                </a:lnTo>
                <a:lnTo>
                  <a:pt x="9906" y="15364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14" name="funnel-step-cap-4">
            <a:extLst xmlns:a="http://schemas.openxmlformats.org/drawingml/2006/main">
              <a:ext uri="{FF2B5EF4-FFF2-40B4-BE49-F238E27FC236}">
                <a16:creationId xmlns:a16="http://schemas.microsoft.com/office/drawing/2014/main" id="{90B94A01-4B6D-48AB-98EB-DF3C25DE7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37896" y="5137785"/>
            <a:ext cx="1287218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7EAC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15" name="funnel-flow-arrow">
            <a:extLst xmlns:a="http://schemas.openxmlformats.org/drawingml/2006/main">
              <a:ext uri="{FF2B5EF4-FFF2-40B4-BE49-F238E27FC236}">
                <a16:creationId xmlns:a16="http://schemas.microsoft.com/office/drawing/2014/main" id="{358BAE30-FA33-4AF8-8537-4A8F2FC76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514725" y="1800225"/>
            <a:ext cx="1733550" cy="4264219"/>
          </a:xfrm>
          <a:custGeom xmlns:a="http://schemas.openxmlformats.org/drawingml/2006/main">
            <a:pathLst>
              <a:path w="1733550" h="4264219">
                <a:moveTo>
                  <a:pt x="0" y="0"/>
                </a:moveTo>
                <a:lnTo>
                  <a:pt x="57" y="47920"/>
                </a:lnTo>
                <a:lnTo>
                  <a:pt x="9754" y="94859"/>
                </a:lnTo>
                <a:lnTo>
                  <a:pt x="19450" y="141799"/>
                </a:lnTo>
                <a:lnTo>
                  <a:pt x="29137" y="188738"/>
                </a:lnTo>
                <a:lnTo>
                  <a:pt x="38833" y="235677"/>
                </a:lnTo>
                <a:lnTo>
                  <a:pt x="48520" y="282616"/>
                </a:lnTo>
                <a:lnTo>
                  <a:pt x="58217" y="329555"/>
                </a:lnTo>
                <a:lnTo>
                  <a:pt x="67913" y="376495"/>
                </a:lnTo>
                <a:lnTo>
                  <a:pt x="77600" y="423434"/>
                </a:lnTo>
                <a:lnTo>
                  <a:pt x="87297" y="470364"/>
                </a:lnTo>
                <a:lnTo>
                  <a:pt x="96984" y="517303"/>
                </a:lnTo>
                <a:lnTo>
                  <a:pt x="106680" y="564242"/>
                </a:lnTo>
                <a:lnTo>
                  <a:pt x="116376" y="611181"/>
                </a:lnTo>
                <a:lnTo>
                  <a:pt x="126063" y="658120"/>
                </a:lnTo>
                <a:lnTo>
                  <a:pt x="135760" y="705060"/>
                </a:lnTo>
                <a:lnTo>
                  <a:pt x="145447" y="751999"/>
                </a:lnTo>
                <a:lnTo>
                  <a:pt x="155143" y="798938"/>
                </a:lnTo>
                <a:lnTo>
                  <a:pt x="164040" y="846020"/>
                </a:lnTo>
                <a:lnTo>
                  <a:pt x="171955" y="893293"/>
                </a:lnTo>
                <a:lnTo>
                  <a:pt x="179441" y="940632"/>
                </a:lnTo>
                <a:lnTo>
                  <a:pt x="186833" y="987990"/>
                </a:lnTo>
                <a:lnTo>
                  <a:pt x="194224" y="1035348"/>
                </a:lnTo>
                <a:lnTo>
                  <a:pt x="201616" y="1082697"/>
                </a:lnTo>
                <a:lnTo>
                  <a:pt x="209007" y="1130056"/>
                </a:lnTo>
                <a:lnTo>
                  <a:pt x="216408" y="1177414"/>
                </a:lnTo>
                <a:lnTo>
                  <a:pt x="223799" y="1224763"/>
                </a:lnTo>
                <a:lnTo>
                  <a:pt x="231191" y="1272121"/>
                </a:lnTo>
                <a:lnTo>
                  <a:pt x="238582" y="1319479"/>
                </a:lnTo>
                <a:lnTo>
                  <a:pt x="245983" y="1366828"/>
                </a:lnTo>
                <a:lnTo>
                  <a:pt x="253375" y="1414186"/>
                </a:lnTo>
                <a:lnTo>
                  <a:pt x="260766" y="1461545"/>
                </a:lnTo>
                <a:lnTo>
                  <a:pt x="268157" y="1508893"/>
                </a:lnTo>
                <a:lnTo>
                  <a:pt x="275549" y="1556252"/>
                </a:lnTo>
                <a:lnTo>
                  <a:pt x="282950" y="1603610"/>
                </a:lnTo>
                <a:lnTo>
                  <a:pt x="290341" y="1650959"/>
                </a:lnTo>
                <a:lnTo>
                  <a:pt x="297561" y="1698346"/>
                </a:lnTo>
                <a:lnTo>
                  <a:pt x="304562" y="1745761"/>
                </a:lnTo>
                <a:lnTo>
                  <a:pt x="311344" y="1793205"/>
                </a:lnTo>
                <a:lnTo>
                  <a:pt x="318078" y="1840659"/>
                </a:lnTo>
                <a:lnTo>
                  <a:pt x="324812" y="1888112"/>
                </a:lnTo>
                <a:lnTo>
                  <a:pt x="331546" y="1935566"/>
                </a:lnTo>
                <a:lnTo>
                  <a:pt x="338280" y="1983019"/>
                </a:lnTo>
                <a:lnTo>
                  <a:pt x="345015" y="2030473"/>
                </a:lnTo>
                <a:lnTo>
                  <a:pt x="351749" y="2077926"/>
                </a:lnTo>
                <a:lnTo>
                  <a:pt x="358483" y="2125380"/>
                </a:lnTo>
                <a:lnTo>
                  <a:pt x="365217" y="2172833"/>
                </a:lnTo>
                <a:lnTo>
                  <a:pt x="371951" y="2220287"/>
                </a:lnTo>
                <a:lnTo>
                  <a:pt x="378685" y="2267741"/>
                </a:lnTo>
                <a:lnTo>
                  <a:pt x="385420" y="2315194"/>
                </a:lnTo>
                <a:lnTo>
                  <a:pt x="392154" y="2362648"/>
                </a:lnTo>
                <a:lnTo>
                  <a:pt x="398888" y="2410101"/>
                </a:lnTo>
                <a:lnTo>
                  <a:pt x="405622" y="2457545"/>
                </a:lnTo>
                <a:lnTo>
                  <a:pt x="412356" y="2504999"/>
                </a:lnTo>
                <a:lnTo>
                  <a:pt x="418976" y="2552471"/>
                </a:lnTo>
                <a:lnTo>
                  <a:pt x="425444" y="2599963"/>
                </a:lnTo>
                <a:lnTo>
                  <a:pt x="431797" y="2647464"/>
                </a:lnTo>
                <a:lnTo>
                  <a:pt x="438131" y="2694975"/>
                </a:lnTo>
                <a:lnTo>
                  <a:pt x="444465" y="2742486"/>
                </a:lnTo>
                <a:lnTo>
                  <a:pt x="450799" y="2789996"/>
                </a:lnTo>
                <a:lnTo>
                  <a:pt x="457133" y="2837498"/>
                </a:lnTo>
                <a:lnTo>
                  <a:pt x="463467" y="2885008"/>
                </a:lnTo>
                <a:lnTo>
                  <a:pt x="469802" y="2932519"/>
                </a:lnTo>
                <a:lnTo>
                  <a:pt x="476136" y="2980030"/>
                </a:lnTo>
                <a:lnTo>
                  <a:pt x="482479" y="3027531"/>
                </a:lnTo>
                <a:lnTo>
                  <a:pt x="488813" y="3075041"/>
                </a:lnTo>
                <a:lnTo>
                  <a:pt x="495148" y="3122552"/>
                </a:lnTo>
                <a:lnTo>
                  <a:pt x="501482" y="3170063"/>
                </a:lnTo>
                <a:lnTo>
                  <a:pt x="507816" y="3217564"/>
                </a:lnTo>
                <a:lnTo>
                  <a:pt x="514150" y="3265075"/>
                </a:lnTo>
                <a:lnTo>
                  <a:pt x="520484" y="3312585"/>
                </a:lnTo>
                <a:lnTo>
                  <a:pt x="526818" y="3360096"/>
                </a:lnTo>
                <a:lnTo>
                  <a:pt x="533048" y="3407616"/>
                </a:lnTo>
                <a:lnTo>
                  <a:pt x="539172" y="3455146"/>
                </a:lnTo>
                <a:lnTo>
                  <a:pt x="545316" y="3502685"/>
                </a:lnTo>
                <a:lnTo>
                  <a:pt x="551459" y="3550215"/>
                </a:lnTo>
                <a:lnTo>
                  <a:pt x="539010" y="3581400"/>
                </a:lnTo>
                <a:lnTo>
                  <a:pt x="491080" y="3581400"/>
                </a:lnTo>
                <a:lnTo>
                  <a:pt x="443160" y="3581400"/>
                </a:lnTo>
                <a:lnTo>
                  <a:pt x="395230" y="3581400"/>
                </a:lnTo>
                <a:lnTo>
                  <a:pt x="347301" y="3581400"/>
                </a:lnTo>
                <a:lnTo>
                  <a:pt x="299371" y="3581400"/>
                </a:lnTo>
                <a:lnTo>
                  <a:pt x="251441" y="3581400"/>
                </a:lnTo>
                <a:lnTo>
                  <a:pt x="250765" y="3602041"/>
                </a:lnTo>
                <a:lnTo>
                  <a:pt x="283331" y="3637207"/>
                </a:lnTo>
                <a:lnTo>
                  <a:pt x="315897" y="3672373"/>
                </a:lnTo>
                <a:lnTo>
                  <a:pt x="348463" y="3707540"/>
                </a:lnTo>
                <a:lnTo>
                  <a:pt x="381029" y="3742706"/>
                </a:lnTo>
                <a:lnTo>
                  <a:pt x="413595" y="3777872"/>
                </a:lnTo>
                <a:lnTo>
                  <a:pt x="446170" y="3813029"/>
                </a:lnTo>
                <a:lnTo>
                  <a:pt x="478736" y="3848195"/>
                </a:lnTo>
                <a:lnTo>
                  <a:pt x="511302" y="3883362"/>
                </a:lnTo>
                <a:lnTo>
                  <a:pt x="543868" y="3918528"/>
                </a:lnTo>
                <a:lnTo>
                  <a:pt x="576434" y="3953694"/>
                </a:lnTo>
                <a:lnTo>
                  <a:pt x="609000" y="3988860"/>
                </a:lnTo>
                <a:lnTo>
                  <a:pt x="641566" y="4024027"/>
                </a:lnTo>
                <a:lnTo>
                  <a:pt x="674132" y="4059184"/>
                </a:lnTo>
                <a:lnTo>
                  <a:pt x="706698" y="4094350"/>
                </a:lnTo>
                <a:lnTo>
                  <a:pt x="739264" y="4129516"/>
                </a:lnTo>
                <a:lnTo>
                  <a:pt x="771830" y="4164682"/>
                </a:lnTo>
                <a:lnTo>
                  <a:pt x="804396" y="4199849"/>
                </a:lnTo>
                <a:lnTo>
                  <a:pt x="836962" y="4235015"/>
                </a:lnTo>
                <a:lnTo>
                  <a:pt x="869528" y="4264219"/>
                </a:lnTo>
                <a:lnTo>
                  <a:pt x="902103" y="4229062"/>
                </a:lnTo>
                <a:lnTo>
                  <a:pt x="934669" y="4193896"/>
                </a:lnTo>
                <a:lnTo>
                  <a:pt x="967235" y="4158729"/>
                </a:lnTo>
                <a:lnTo>
                  <a:pt x="999801" y="4123563"/>
                </a:lnTo>
                <a:lnTo>
                  <a:pt x="1032367" y="4088397"/>
                </a:lnTo>
                <a:lnTo>
                  <a:pt x="1064933" y="4053230"/>
                </a:lnTo>
                <a:lnTo>
                  <a:pt x="1097499" y="4018064"/>
                </a:lnTo>
                <a:lnTo>
                  <a:pt x="1130065" y="3982898"/>
                </a:lnTo>
                <a:lnTo>
                  <a:pt x="1162631" y="3947741"/>
                </a:lnTo>
                <a:lnTo>
                  <a:pt x="1195197" y="3912575"/>
                </a:lnTo>
                <a:lnTo>
                  <a:pt x="1227763" y="3877408"/>
                </a:lnTo>
                <a:lnTo>
                  <a:pt x="1260329" y="3842242"/>
                </a:lnTo>
                <a:lnTo>
                  <a:pt x="1292895" y="3807076"/>
                </a:lnTo>
                <a:lnTo>
                  <a:pt x="1325461" y="3771910"/>
                </a:lnTo>
                <a:lnTo>
                  <a:pt x="1358036" y="3736743"/>
                </a:lnTo>
                <a:lnTo>
                  <a:pt x="1390602" y="3701586"/>
                </a:lnTo>
                <a:lnTo>
                  <a:pt x="1423168" y="3666420"/>
                </a:lnTo>
                <a:lnTo>
                  <a:pt x="1455734" y="3631254"/>
                </a:lnTo>
                <a:lnTo>
                  <a:pt x="1488300" y="3596088"/>
                </a:lnTo>
                <a:lnTo>
                  <a:pt x="1473994" y="3581400"/>
                </a:lnTo>
                <a:lnTo>
                  <a:pt x="1426064" y="3581400"/>
                </a:lnTo>
                <a:lnTo>
                  <a:pt x="1378134" y="3581400"/>
                </a:lnTo>
                <a:lnTo>
                  <a:pt x="1330204" y="3581400"/>
                </a:lnTo>
                <a:lnTo>
                  <a:pt x="1282275" y="3581400"/>
                </a:lnTo>
                <a:lnTo>
                  <a:pt x="1234345" y="3581400"/>
                </a:lnTo>
                <a:lnTo>
                  <a:pt x="1186424" y="3581400"/>
                </a:lnTo>
                <a:lnTo>
                  <a:pt x="1183129" y="3542167"/>
                </a:lnTo>
                <a:lnTo>
                  <a:pt x="1189272" y="3494637"/>
                </a:lnTo>
                <a:lnTo>
                  <a:pt x="1195416" y="3447098"/>
                </a:lnTo>
                <a:lnTo>
                  <a:pt x="1201541" y="3399568"/>
                </a:lnTo>
                <a:lnTo>
                  <a:pt x="1207808" y="3352048"/>
                </a:lnTo>
                <a:lnTo>
                  <a:pt x="1214142" y="3304537"/>
                </a:lnTo>
                <a:lnTo>
                  <a:pt x="1220476" y="3257026"/>
                </a:lnTo>
                <a:lnTo>
                  <a:pt x="1226810" y="3209525"/>
                </a:lnTo>
                <a:lnTo>
                  <a:pt x="1233145" y="3162014"/>
                </a:lnTo>
                <a:lnTo>
                  <a:pt x="1239479" y="3114504"/>
                </a:lnTo>
                <a:lnTo>
                  <a:pt x="1245813" y="3067002"/>
                </a:lnTo>
                <a:lnTo>
                  <a:pt x="1252147" y="3019492"/>
                </a:lnTo>
                <a:lnTo>
                  <a:pt x="1258481" y="2971981"/>
                </a:lnTo>
                <a:lnTo>
                  <a:pt x="1264815" y="2924470"/>
                </a:lnTo>
                <a:lnTo>
                  <a:pt x="1271149" y="2876969"/>
                </a:lnTo>
                <a:lnTo>
                  <a:pt x="1277483" y="2829458"/>
                </a:lnTo>
                <a:lnTo>
                  <a:pt x="1283818" y="2781948"/>
                </a:lnTo>
                <a:lnTo>
                  <a:pt x="1290152" y="2734437"/>
                </a:lnTo>
                <a:lnTo>
                  <a:pt x="1296486" y="2686926"/>
                </a:lnTo>
                <a:lnTo>
                  <a:pt x="1302820" y="2639425"/>
                </a:lnTo>
                <a:lnTo>
                  <a:pt x="1309202" y="2591924"/>
                </a:lnTo>
                <a:lnTo>
                  <a:pt x="1315679" y="2544432"/>
                </a:lnTo>
                <a:lnTo>
                  <a:pt x="1322337" y="2496969"/>
                </a:lnTo>
                <a:lnTo>
                  <a:pt x="1329071" y="2449516"/>
                </a:lnTo>
                <a:lnTo>
                  <a:pt x="1335805" y="2402062"/>
                </a:lnTo>
                <a:lnTo>
                  <a:pt x="1342539" y="2354609"/>
                </a:lnTo>
                <a:lnTo>
                  <a:pt x="1349273" y="2307155"/>
                </a:lnTo>
                <a:lnTo>
                  <a:pt x="1356008" y="2259701"/>
                </a:lnTo>
                <a:lnTo>
                  <a:pt x="1362742" y="2212248"/>
                </a:lnTo>
                <a:lnTo>
                  <a:pt x="1369476" y="2164794"/>
                </a:lnTo>
                <a:lnTo>
                  <a:pt x="1376210" y="2117341"/>
                </a:lnTo>
                <a:lnTo>
                  <a:pt x="1382944" y="2069887"/>
                </a:lnTo>
                <a:lnTo>
                  <a:pt x="1389678" y="2022434"/>
                </a:lnTo>
                <a:lnTo>
                  <a:pt x="1396413" y="1974980"/>
                </a:lnTo>
                <a:lnTo>
                  <a:pt x="1403147" y="1927527"/>
                </a:lnTo>
                <a:lnTo>
                  <a:pt x="1409881" y="1880073"/>
                </a:lnTo>
                <a:lnTo>
                  <a:pt x="1416615" y="1832620"/>
                </a:lnTo>
                <a:lnTo>
                  <a:pt x="1423349" y="1785166"/>
                </a:lnTo>
                <a:lnTo>
                  <a:pt x="1430179" y="1737731"/>
                </a:lnTo>
                <a:lnTo>
                  <a:pt x="1437170" y="1690316"/>
                </a:lnTo>
                <a:lnTo>
                  <a:pt x="1444466" y="1642939"/>
                </a:lnTo>
                <a:lnTo>
                  <a:pt x="1451858" y="1595590"/>
                </a:lnTo>
                <a:lnTo>
                  <a:pt x="1459249" y="1548232"/>
                </a:lnTo>
                <a:lnTo>
                  <a:pt x="1466640" y="1500873"/>
                </a:lnTo>
                <a:lnTo>
                  <a:pt x="1474032" y="1453525"/>
                </a:lnTo>
                <a:lnTo>
                  <a:pt x="1481433" y="1406166"/>
                </a:lnTo>
                <a:lnTo>
                  <a:pt x="1488824" y="1358808"/>
                </a:lnTo>
                <a:lnTo>
                  <a:pt x="1496216" y="1311459"/>
                </a:lnTo>
                <a:lnTo>
                  <a:pt x="1503607" y="1264101"/>
                </a:lnTo>
                <a:lnTo>
                  <a:pt x="1511008" y="1216743"/>
                </a:lnTo>
                <a:lnTo>
                  <a:pt x="1518399" y="1169394"/>
                </a:lnTo>
                <a:lnTo>
                  <a:pt x="1525791" y="1122035"/>
                </a:lnTo>
                <a:lnTo>
                  <a:pt x="1533182" y="1074687"/>
                </a:lnTo>
                <a:lnTo>
                  <a:pt x="1540574" y="1027328"/>
                </a:lnTo>
                <a:lnTo>
                  <a:pt x="1547974" y="979970"/>
                </a:lnTo>
                <a:lnTo>
                  <a:pt x="1555366" y="932621"/>
                </a:lnTo>
                <a:lnTo>
                  <a:pt x="1562929" y="885292"/>
                </a:lnTo>
                <a:lnTo>
                  <a:pt x="1570853" y="838019"/>
                </a:lnTo>
                <a:lnTo>
                  <a:pt x="1580045" y="790985"/>
                </a:lnTo>
                <a:lnTo>
                  <a:pt x="1589742" y="744055"/>
                </a:lnTo>
                <a:lnTo>
                  <a:pt x="1599438" y="697116"/>
                </a:lnTo>
                <a:lnTo>
                  <a:pt x="1609125" y="650177"/>
                </a:lnTo>
                <a:lnTo>
                  <a:pt x="1618821" y="603237"/>
                </a:lnTo>
                <a:lnTo>
                  <a:pt x="1628508" y="556298"/>
                </a:lnTo>
                <a:lnTo>
                  <a:pt x="1638205" y="509359"/>
                </a:lnTo>
                <a:lnTo>
                  <a:pt x="1647901" y="462420"/>
                </a:lnTo>
                <a:lnTo>
                  <a:pt x="1657588" y="415481"/>
                </a:lnTo>
                <a:lnTo>
                  <a:pt x="1667285" y="368541"/>
                </a:lnTo>
                <a:lnTo>
                  <a:pt x="1676972" y="321602"/>
                </a:lnTo>
                <a:lnTo>
                  <a:pt x="1686668" y="274663"/>
                </a:lnTo>
                <a:lnTo>
                  <a:pt x="1696355" y="227724"/>
                </a:lnTo>
                <a:lnTo>
                  <a:pt x="1706051" y="180785"/>
                </a:lnTo>
                <a:lnTo>
                  <a:pt x="1715748" y="133855"/>
                </a:lnTo>
                <a:lnTo>
                  <a:pt x="1725435" y="86916"/>
                </a:lnTo>
                <a:lnTo>
                  <a:pt x="1733550" y="39815"/>
                </a:lnTo>
                <a:lnTo>
                  <a:pt x="1725435" y="0"/>
                </a:lnTo>
                <a:lnTo>
                  <a:pt x="1677505" y="0"/>
                </a:lnTo>
                <a:lnTo>
                  <a:pt x="1629575" y="0"/>
                </a:lnTo>
                <a:lnTo>
                  <a:pt x="1581645" y="0"/>
                </a:lnTo>
                <a:lnTo>
                  <a:pt x="1533716" y="0"/>
                </a:lnTo>
                <a:lnTo>
                  <a:pt x="1485795" y="0"/>
                </a:lnTo>
                <a:lnTo>
                  <a:pt x="1437865" y="0"/>
                </a:lnTo>
                <a:lnTo>
                  <a:pt x="1389936" y="0"/>
                </a:lnTo>
                <a:lnTo>
                  <a:pt x="1342006" y="0"/>
                </a:lnTo>
                <a:lnTo>
                  <a:pt x="1294076" y="0"/>
                </a:lnTo>
                <a:lnTo>
                  <a:pt x="1246146" y="0"/>
                </a:lnTo>
                <a:lnTo>
                  <a:pt x="1198216" y="0"/>
                </a:lnTo>
                <a:lnTo>
                  <a:pt x="1150287" y="0"/>
                </a:lnTo>
                <a:lnTo>
                  <a:pt x="1102357" y="0"/>
                </a:lnTo>
                <a:lnTo>
                  <a:pt x="1054437" y="0"/>
                </a:lnTo>
                <a:lnTo>
                  <a:pt x="1006507" y="0"/>
                </a:lnTo>
                <a:lnTo>
                  <a:pt x="958577" y="0"/>
                </a:lnTo>
                <a:lnTo>
                  <a:pt x="910647" y="0"/>
                </a:lnTo>
                <a:lnTo>
                  <a:pt x="862717" y="0"/>
                </a:lnTo>
                <a:lnTo>
                  <a:pt x="814788" y="0"/>
                </a:lnTo>
                <a:lnTo>
                  <a:pt x="766858" y="0"/>
                </a:lnTo>
                <a:lnTo>
                  <a:pt x="718928" y="0"/>
                </a:lnTo>
                <a:lnTo>
                  <a:pt x="670998" y="0"/>
                </a:lnTo>
                <a:lnTo>
                  <a:pt x="623078" y="0"/>
                </a:lnTo>
                <a:lnTo>
                  <a:pt x="575148" y="0"/>
                </a:lnTo>
                <a:lnTo>
                  <a:pt x="527218" y="0"/>
                </a:lnTo>
                <a:lnTo>
                  <a:pt x="479288" y="0"/>
                </a:lnTo>
                <a:lnTo>
                  <a:pt x="431359" y="0"/>
                </a:lnTo>
                <a:lnTo>
                  <a:pt x="383429" y="0"/>
                </a:lnTo>
                <a:lnTo>
                  <a:pt x="335499" y="0"/>
                </a:lnTo>
                <a:lnTo>
                  <a:pt x="287569" y="0"/>
                </a:lnTo>
                <a:lnTo>
                  <a:pt x="239639" y="0"/>
                </a:lnTo>
                <a:lnTo>
                  <a:pt x="191719" y="0"/>
                </a:lnTo>
                <a:lnTo>
                  <a:pt x="143789" y="0"/>
                </a:lnTo>
                <a:lnTo>
                  <a:pt x="95860" y="0"/>
                </a:lnTo>
                <a:lnTo>
                  <a:pt x="47930" y="0"/>
                </a:lnTo>
                <a:lnTo>
                  <a:pt x="0" y="0"/>
                </a:lnTo>
                <a:close/>
              </a:path>
            </a:pathLst>
          </a:custGeom>
          <a:gradFill xmlns:a="http://schemas.openxmlformats.org/drawingml/2006/main">
            <a:gsLst>
              <a:gs pos="0">
                <a:srgbClr val="000000"/>
              </a:gs>
              <a:gs pos="42">
                <a:srgbClr val="B8D8F2">
                  <a:alpha val="16000"/>
                </a:srgbClr>
              </a:gs>
              <a:gs pos="76">
                <a:srgbClr val="8FC4EE">
                  <a:alpha val="32000"/>
                </a:srgbClr>
              </a:gs>
              <a:gs pos="100">
                <a:srgbClr val="72B3E8">
                  <a:alpha val="52000"/>
                </a:srgbClr>
              </a:gs>
            </a:gsLst>
            <a:lin ang="10800000"/>
          </a:gradFill>
          <a:ln xmlns:a="http://schemas.openxmlformats.org/drawingml/2006/main" w="9525">
            <a:noFill/>
            <a:prstDash val="solid"/>
          </a:ln>
        </p:spPr>
      </p:sp>
      <p:sp>
        <p:nvSpPr>
          <p:cNvPr id="16" name="phase-label-0">
            <a:extLst xmlns:a="http://schemas.openxmlformats.org/drawingml/2006/main">
              <a:ext uri="{FF2B5EF4-FFF2-40B4-BE49-F238E27FC236}">
                <a16:creationId xmlns:a16="http://schemas.microsoft.com/office/drawing/2014/main" id="{66DBEE5B-90AC-4862-9B81-A64A3505D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1638300"/>
            <a:ext cx="228600" cy="18782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阶段一</a:t>
            </a:r>
          </a:p>
        </p:txBody>
      </p:sp>
      <p:sp>
        <p:nvSpPr>
          <p:cNvPr id="17" name="phase-guide-0">
            <a:extLst xmlns:a="http://schemas.openxmlformats.org/drawingml/2006/main">
              <a:ext uri="{FF2B5EF4-FFF2-40B4-BE49-F238E27FC236}">
                <a16:creationId xmlns:a16="http://schemas.microsoft.com/office/drawing/2014/main" id="{B1A0BE35-7F22-43DE-9A76-FCE7B96FA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476875" y="2577408"/>
            <a:ext cx="1123950" cy="9525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78A8D5">
                  <a:alpha val="8000"/>
                </a:srgbClr>
              </a:gs>
              <a:gs pos="100000">
                <a:srgbClr val="78A8D5">
                  <a:alpha val="75000"/>
                </a:srgbClr>
              </a:gs>
            </a:gsLst>
            <a:lin ang="5400000"/>
          </a:gradFill>
          <a:ln xmlns:a="http://schemas.openxmlformats.org/drawingml/2006/main" w="0">
            <a:noFill/>
            <a:prstDash val="solid"/>
          </a:ln>
        </p:spPr>
      </p:sp>
      <p:sp>
        <p:nvSpPr>
          <p:cNvPr id="18" name="phase-divider-0">
            <a:extLst xmlns:a="http://schemas.openxmlformats.org/drawingml/2006/main">
              <a:ext uri="{FF2B5EF4-FFF2-40B4-BE49-F238E27FC236}">
                <a16:creationId xmlns:a16="http://schemas.microsoft.com/office/drawing/2014/main" id="{4C976576-06B2-4952-9FFE-A6FEAF128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753350" y="1920030"/>
            <a:ext cx="28575" cy="1314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phase-index-0">
            <a:extLst xmlns:a="http://schemas.openxmlformats.org/drawingml/2006/main">
              <a:ext uri="{FF2B5EF4-FFF2-40B4-BE49-F238E27FC236}">
                <a16:creationId xmlns:a16="http://schemas.microsoft.com/office/drawing/2014/main" id="{37E0F062-45F4-4F92-9E8D-EFBEE6FC4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58000" y="2272608"/>
            <a:ext cx="8953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800" b="1" i="0">
                <a:solidFill>
                  <a:srgbClr val="2F5EA8">
                    <a:alpha val="18000"/>
                  </a:srgbClr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800" b="1" i="0">
                <a:solidFill>
                  <a:srgbClr val="2F5EA8">
                    <a:alpha val="18000"/>
                  </a:srgbClr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20" name="phase-content-title-0">
            <a:extLst xmlns:a="http://schemas.openxmlformats.org/drawingml/2006/main">
              <a:ext uri="{FF2B5EF4-FFF2-40B4-BE49-F238E27FC236}">
                <a16:creationId xmlns:a16="http://schemas.microsoft.com/office/drawing/2014/main" id="{76D7F4F5-28B1-43C4-8584-B3884FC32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867650" y="2262188"/>
            <a:ext cx="34004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900"/>
              </a:lnSpc>
              <a:buNone/>
              <a:defRPr sz="23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获取与识别</a:t>
            </a:r>
          </a:p>
        </p:txBody>
      </p:sp>
      <p:sp>
        <p:nvSpPr>
          <p:cNvPr id="21" name="phase-content-body-0">
            <a:extLst xmlns:a="http://schemas.openxmlformats.org/drawingml/2006/main">
              <a:ext uri="{FF2B5EF4-FFF2-40B4-BE49-F238E27FC236}">
                <a16:creationId xmlns:a16="http://schemas.microsoft.com/office/drawing/2014/main" id="{F8F93350-E45A-474C-B957-14898D634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867650" y="2586038"/>
            <a:ext cx="3400425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42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让目标对象进入并形成意向</a:t>
            </a:r>
          </a:p>
        </p:txBody>
      </p:sp>
      <p:sp>
        <p:nvSpPr>
          <p:cNvPr id="22" name="phase-label-1">
            <a:extLst xmlns:a="http://schemas.openxmlformats.org/drawingml/2006/main">
              <a:ext uri="{FF2B5EF4-FFF2-40B4-BE49-F238E27FC236}">
                <a16:creationId xmlns:a16="http://schemas.microsoft.com/office/drawing/2014/main" id="{326F6459-B654-4386-9DDA-F0CAAFD8E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3516516"/>
            <a:ext cx="228600" cy="269364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阶段二</a:t>
            </a:r>
          </a:p>
        </p:txBody>
      </p:sp>
      <p:sp>
        <p:nvSpPr>
          <p:cNvPr id="23" name="phase-guide-1">
            <a:extLst xmlns:a="http://schemas.openxmlformats.org/drawingml/2006/main">
              <a:ext uri="{FF2B5EF4-FFF2-40B4-BE49-F238E27FC236}">
                <a16:creationId xmlns:a16="http://schemas.microsoft.com/office/drawing/2014/main" id="{436F8D50-1AE6-4AC4-8E6A-9F8DC5FA0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476875" y="4863255"/>
            <a:ext cx="1123950" cy="9525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78A8D5">
                  <a:alpha val="8000"/>
                </a:srgbClr>
              </a:gs>
              <a:gs pos="100000">
                <a:srgbClr val="78A8D5">
                  <a:alpha val="75000"/>
                </a:srgbClr>
              </a:gs>
            </a:gsLst>
            <a:lin ang="5400000"/>
          </a:gradFill>
          <a:ln xmlns:a="http://schemas.openxmlformats.org/drawingml/2006/main" w="0">
            <a:noFill/>
            <a:prstDash val="solid"/>
          </a:ln>
        </p:spPr>
      </p:sp>
      <p:sp>
        <p:nvSpPr>
          <p:cNvPr id="24" name="phase-divider-1">
            <a:extLst xmlns:a="http://schemas.openxmlformats.org/drawingml/2006/main">
              <a:ext uri="{FF2B5EF4-FFF2-40B4-BE49-F238E27FC236}">
                <a16:creationId xmlns:a16="http://schemas.microsoft.com/office/drawing/2014/main" id="{D819969A-3017-4888-B9EC-A76EBE64C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753350" y="3920433"/>
            <a:ext cx="28575" cy="188550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F7EA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phase-index-1">
            <a:extLst xmlns:a="http://schemas.openxmlformats.org/drawingml/2006/main">
              <a:ext uri="{FF2B5EF4-FFF2-40B4-BE49-F238E27FC236}">
                <a16:creationId xmlns:a16="http://schemas.microsoft.com/office/drawing/2014/main" id="{F281C023-0A8F-41EE-8EF9-F5B82F0F2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58000" y="4558455"/>
            <a:ext cx="8953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800" b="1" i="0">
                <a:solidFill>
                  <a:srgbClr val="2F5EA8">
                    <a:alpha val="18000"/>
                  </a:srgbClr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800" b="1" i="0">
                <a:solidFill>
                  <a:srgbClr val="2F5EA8">
                    <a:alpha val="18000"/>
                  </a:srgbClr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26" name="phase-content-title-1">
            <a:extLst xmlns:a="http://schemas.openxmlformats.org/drawingml/2006/main">
              <a:ext uri="{FF2B5EF4-FFF2-40B4-BE49-F238E27FC236}">
                <a16:creationId xmlns:a16="http://schemas.microsoft.com/office/drawing/2014/main" id="{B7FFC4A4-1596-46BD-84E7-14F7E2E32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867650" y="4548035"/>
            <a:ext cx="34004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900"/>
              </a:lnSpc>
              <a:buNone/>
              <a:defRPr sz="23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培育与转化</a:t>
            </a:r>
          </a:p>
        </p:txBody>
      </p:sp>
      <p:sp>
        <p:nvSpPr>
          <p:cNvPr id="27" name="phase-content-body-1">
            <a:extLst xmlns:a="http://schemas.openxmlformats.org/drawingml/2006/main">
              <a:ext uri="{FF2B5EF4-FFF2-40B4-BE49-F238E27FC236}">
                <a16:creationId xmlns:a16="http://schemas.microsoft.com/office/drawing/2014/main" id="{A1DC7521-C296-4792-BDDB-1B4A50914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867650" y="4871885"/>
            <a:ext cx="3400425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42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让有效意向沉淀为长期价值</a:t>
            </a:r>
          </a:p>
        </p:txBody>
      </p:sp>
      <p:sp>
        <p:nvSpPr>
          <p:cNvPr id="28" name="funnel-step-title-0">
            <a:extLst xmlns:a="http://schemas.openxmlformats.org/drawingml/2006/main">
              <a:ext uri="{FF2B5EF4-FFF2-40B4-BE49-F238E27FC236}">
                <a16:creationId xmlns:a16="http://schemas.microsoft.com/office/drawing/2014/main" id="{2F93C11F-4789-40CA-A5D4-62F080BC1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357343" y="2098329"/>
            <a:ext cx="2524573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3600"/>
              </a:lnSpc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广泛触达</a:t>
            </a:r>
          </a:p>
        </p:txBody>
      </p:sp>
      <p:sp>
        <p:nvSpPr>
          <p:cNvPr id="29" name="funnel-step-title-1">
            <a:extLst xmlns:a="http://schemas.openxmlformats.org/drawingml/2006/main">
              <a:ext uri="{FF2B5EF4-FFF2-40B4-BE49-F238E27FC236}">
                <a16:creationId xmlns:a16="http://schemas.microsoft.com/office/drawing/2014/main" id="{A23AF073-98CD-4AAB-BF9E-376924A2C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608632" y="2951712"/>
            <a:ext cx="2021977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3600"/>
              </a:lnSpc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兴趣识别</a:t>
            </a:r>
          </a:p>
        </p:txBody>
      </p:sp>
      <p:sp>
        <p:nvSpPr>
          <p:cNvPr id="30" name="funnel-step-title-2">
            <a:extLst xmlns:a="http://schemas.openxmlformats.org/drawingml/2006/main">
              <a:ext uri="{FF2B5EF4-FFF2-40B4-BE49-F238E27FC236}">
                <a16:creationId xmlns:a16="http://schemas.microsoft.com/office/drawing/2014/main" id="{012BD533-268B-475F-871E-CDE61ED68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837232" y="3805238"/>
            <a:ext cx="1564777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3600"/>
              </a:lnSpc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意向培育</a:t>
            </a:r>
          </a:p>
        </p:txBody>
      </p:sp>
      <p:sp>
        <p:nvSpPr>
          <p:cNvPr id="31" name="funnel-step-title-3">
            <a:extLst xmlns:a="http://schemas.openxmlformats.org/drawingml/2006/main">
              <a:ext uri="{FF2B5EF4-FFF2-40B4-BE49-F238E27FC236}">
                <a16:creationId xmlns:a16="http://schemas.microsoft.com/office/drawing/2014/main" id="{DCBF2BE1-B98F-4AD6-A95D-802332961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52221" y="4658620"/>
            <a:ext cx="1134818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3600"/>
              </a:lnSpc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行动转化</a:t>
            </a:r>
          </a:p>
        </p:txBody>
      </p:sp>
      <p:sp>
        <p:nvSpPr>
          <p:cNvPr id="32" name="funnel-step-title-4">
            <a:extLst xmlns:a="http://schemas.openxmlformats.org/drawingml/2006/main">
              <a:ext uri="{FF2B5EF4-FFF2-40B4-BE49-F238E27FC236}">
                <a16:creationId xmlns:a16="http://schemas.microsoft.com/office/drawing/2014/main" id="{E3CDCF84-E561-4B4D-A751-4B9087361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200525" y="5512003"/>
            <a:ext cx="8382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持续留存</a:t>
            </a:r>
          </a:p>
        </p:txBody>
      </p:sp>
    </p:spTree>
    <p:extLst>
      <p:ext uri="{BB962C8B-B14F-4D97-AF65-F5344CB8AC3E}">
        <p14:creationId xmlns:p14="http://schemas.microsoft.com/office/powerpoint/2010/main" val="662360794"/>
      </p:ext>
    </p:extLst>
  </p:cSld>
</p:sld>
</file>

<file path=ppt/slides/slide3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3" name="phase-band-0">
            <a:extLst xmlns:a="http://schemas.openxmlformats.org/drawingml/2006/main">
              <a:ext uri="{FF2B5EF4-FFF2-40B4-BE49-F238E27FC236}">
                <a16:creationId xmlns:a16="http://schemas.microsoft.com/office/drawing/2014/main" id="{B05C2506-5CBD-4CA5-80D2-41C80638C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1638300"/>
            <a:ext cx="11144250" cy="229359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phase-band-1">
            <a:extLst xmlns:a="http://schemas.openxmlformats.org/drawingml/2006/main">
              <a:ext uri="{FF2B5EF4-FFF2-40B4-BE49-F238E27FC236}">
                <a16:creationId xmlns:a16="http://schemas.microsoft.com/office/drawing/2014/main" id="{23FA8C4D-57F3-40E8-8DFA-ADD58CED0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3931891"/>
            <a:ext cx="11144250" cy="227826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38100">
            <a:solidFill>
              <a:srgbClr val="FFFFFF"/>
            </a:solidFill>
            <a:prstDash val="solid"/>
          </a:ln>
        </p:spPr>
      </p:sp>
      <p:sp>
        <p:nvSpPr>
          <p:cNvPr id="3" name="phase-rail-0">
            <a:extLst xmlns:a="http://schemas.openxmlformats.org/drawingml/2006/main">
              <a:ext uri="{FF2B5EF4-FFF2-40B4-BE49-F238E27FC236}">
                <a16:creationId xmlns:a16="http://schemas.microsoft.com/office/drawing/2014/main" id="{AD99B5F7-82A8-4796-9404-0CFB94556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1638300"/>
            <a:ext cx="514350" cy="2288981"/>
          </a:xfrm>
          <a:custGeom xmlns:a="http://schemas.openxmlformats.org/drawingml/2006/main">
            <a:pathLst>
              <a:path w="514350" h="2288981">
                <a:moveTo>
                  <a:pt x="0" y="0"/>
                </a:moveTo>
                <a:lnTo>
                  <a:pt x="22517" y="0"/>
                </a:lnTo>
                <a:lnTo>
                  <a:pt x="45034" y="0"/>
                </a:lnTo>
                <a:lnTo>
                  <a:pt x="67551" y="0"/>
                </a:lnTo>
                <a:lnTo>
                  <a:pt x="90068" y="0"/>
                </a:lnTo>
                <a:lnTo>
                  <a:pt x="112586" y="0"/>
                </a:lnTo>
                <a:lnTo>
                  <a:pt x="135103" y="0"/>
                </a:lnTo>
                <a:lnTo>
                  <a:pt x="157620" y="0"/>
                </a:lnTo>
                <a:lnTo>
                  <a:pt x="180137" y="0"/>
                </a:lnTo>
                <a:lnTo>
                  <a:pt x="202663" y="0"/>
                </a:lnTo>
                <a:lnTo>
                  <a:pt x="225181" y="0"/>
                </a:lnTo>
                <a:lnTo>
                  <a:pt x="247698" y="0"/>
                </a:lnTo>
                <a:lnTo>
                  <a:pt x="270215" y="0"/>
                </a:lnTo>
                <a:lnTo>
                  <a:pt x="292732" y="0"/>
                </a:lnTo>
                <a:lnTo>
                  <a:pt x="315249" y="0"/>
                </a:lnTo>
                <a:lnTo>
                  <a:pt x="337766" y="0"/>
                </a:lnTo>
                <a:lnTo>
                  <a:pt x="360283" y="0"/>
                </a:lnTo>
                <a:lnTo>
                  <a:pt x="382800" y="0"/>
                </a:lnTo>
                <a:lnTo>
                  <a:pt x="405317" y="0"/>
                </a:lnTo>
                <a:lnTo>
                  <a:pt x="427834" y="0"/>
                </a:lnTo>
                <a:lnTo>
                  <a:pt x="450352" y="0"/>
                </a:lnTo>
                <a:lnTo>
                  <a:pt x="472869" y="0"/>
                </a:lnTo>
                <a:lnTo>
                  <a:pt x="495386" y="0"/>
                </a:lnTo>
                <a:lnTo>
                  <a:pt x="514350" y="3553"/>
                </a:lnTo>
                <a:lnTo>
                  <a:pt x="514350" y="26070"/>
                </a:lnTo>
                <a:lnTo>
                  <a:pt x="514350" y="48587"/>
                </a:lnTo>
                <a:lnTo>
                  <a:pt x="514350" y="71104"/>
                </a:lnTo>
                <a:lnTo>
                  <a:pt x="514350" y="93621"/>
                </a:lnTo>
                <a:lnTo>
                  <a:pt x="514350" y="116138"/>
                </a:lnTo>
                <a:lnTo>
                  <a:pt x="514350" y="138655"/>
                </a:lnTo>
                <a:lnTo>
                  <a:pt x="514350" y="161182"/>
                </a:lnTo>
                <a:lnTo>
                  <a:pt x="514350" y="183699"/>
                </a:lnTo>
                <a:lnTo>
                  <a:pt x="514350" y="206216"/>
                </a:lnTo>
                <a:lnTo>
                  <a:pt x="514350" y="228733"/>
                </a:lnTo>
                <a:lnTo>
                  <a:pt x="514350" y="251250"/>
                </a:lnTo>
                <a:lnTo>
                  <a:pt x="514350" y="273768"/>
                </a:lnTo>
                <a:lnTo>
                  <a:pt x="514350" y="296285"/>
                </a:lnTo>
                <a:lnTo>
                  <a:pt x="514350" y="318802"/>
                </a:lnTo>
                <a:lnTo>
                  <a:pt x="514350" y="341319"/>
                </a:lnTo>
                <a:lnTo>
                  <a:pt x="514350" y="363836"/>
                </a:lnTo>
                <a:lnTo>
                  <a:pt x="514350" y="386353"/>
                </a:lnTo>
                <a:lnTo>
                  <a:pt x="514350" y="408870"/>
                </a:lnTo>
                <a:lnTo>
                  <a:pt x="514350" y="431387"/>
                </a:lnTo>
                <a:lnTo>
                  <a:pt x="514350" y="453904"/>
                </a:lnTo>
                <a:lnTo>
                  <a:pt x="514350" y="476421"/>
                </a:lnTo>
                <a:lnTo>
                  <a:pt x="514350" y="498939"/>
                </a:lnTo>
                <a:lnTo>
                  <a:pt x="514350" y="521456"/>
                </a:lnTo>
                <a:lnTo>
                  <a:pt x="514350" y="543973"/>
                </a:lnTo>
                <a:lnTo>
                  <a:pt x="514350" y="566490"/>
                </a:lnTo>
                <a:lnTo>
                  <a:pt x="514350" y="589007"/>
                </a:lnTo>
                <a:lnTo>
                  <a:pt x="514350" y="611524"/>
                </a:lnTo>
                <a:lnTo>
                  <a:pt x="514350" y="634041"/>
                </a:lnTo>
                <a:lnTo>
                  <a:pt x="514350" y="656558"/>
                </a:lnTo>
                <a:lnTo>
                  <a:pt x="514350" y="679075"/>
                </a:lnTo>
                <a:lnTo>
                  <a:pt x="514350" y="701592"/>
                </a:lnTo>
                <a:lnTo>
                  <a:pt x="514350" y="724110"/>
                </a:lnTo>
                <a:lnTo>
                  <a:pt x="514350" y="746627"/>
                </a:lnTo>
                <a:lnTo>
                  <a:pt x="514350" y="769144"/>
                </a:lnTo>
                <a:lnTo>
                  <a:pt x="514350" y="791661"/>
                </a:lnTo>
                <a:lnTo>
                  <a:pt x="514350" y="814178"/>
                </a:lnTo>
                <a:lnTo>
                  <a:pt x="514350" y="836695"/>
                </a:lnTo>
                <a:lnTo>
                  <a:pt x="514350" y="859212"/>
                </a:lnTo>
                <a:lnTo>
                  <a:pt x="514350" y="881729"/>
                </a:lnTo>
                <a:lnTo>
                  <a:pt x="514350" y="904246"/>
                </a:lnTo>
                <a:lnTo>
                  <a:pt x="514350" y="926763"/>
                </a:lnTo>
                <a:lnTo>
                  <a:pt x="514350" y="949281"/>
                </a:lnTo>
                <a:lnTo>
                  <a:pt x="514350" y="971798"/>
                </a:lnTo>
                <a:lnTo>
                  <a:pt x="514350" y="994324"/>
                </a:lnTo>
                <a:lnTo>
                  <a:pt x="514350" y="1016841"/>
                </a:lnTo>
                <a:lnTo>
                  <a:pt x="514350" y="1039358"/>
                </a:lnTo>
                <a:lnTo>
                  <a:pt x="514350" y="1061876"/>
                </a:lnTo>
                <a:lnTo>
                  <a:pt x="514350" y="1084393"/>
                </a:lnTo>
                <a:lnTo>
                  <a:pt x="514350" y="1106910"/>
                </a:lnTo>
                <a:lnTo>
                  <a:pt x="514350" y="1129427"/>
                </a:lnTo>
                <a:lnTo>
                  <a:pt x="514350" y="1151944"/>
                </a:lnTo>
                <a:lnTo>
                  <a:pt x="514350" y="1174461"/>
                </a:lnTo>
                <a:lnTo>
                  <a:pt x="514350" y="1196978"/>
                </a:lnTo>
                <a:lnTo>
                  <a:pt x="514350" y="1219495"/>
                </a:lnTo>
                <a:lnTo>
                  <a:pt x="514350" y="1242012"/>
                </a:lnTo>
                <a:lnTo>
                  <a:pt x="514350" y="1264529"/>
                </a:lnTo>
                <a:lnTo>
                  <a:pt x="514350" y="1287047"/>
                </a:lnTo>
                <a:lnTo>
                  <a:pt x="514350" y="1309564"/>
                </a:lnTo>
                <a:lnTo>
                  <a:pt x="514350" y="1332081"/>
                </a:lnTo>
                <a:lnTo>
                  <a:pt x="514350" y="1354598"/>
                </a:lnTo>
                <a:lnTo>
                  <a:pt x="514350" y="1377115"/>
                </a:lnTo>
                <a:lnTo>
                  <a:pt x="514350" y="1399632"/>
                </a:lnTo>
                <a:lnTo>
                  <a:pt x="514350" y="1422149"/>
                </a:lnTo>
                <a:lnTo>
                  <a:pt x="514350" y="1444666"/>
                </a:lnTo>
                <a:lnTo>
                  <a:pt x="514350" y="1467183"/>
                </a:lnTo>
                <a:lnTo>
                  <a:pt x="514350" y="1489700"/>
                </a:lnTo>
                <a:lnTo>
                  <a:pt x="514350" y="1512218"/>
                </a:lnTo>
                <a:lnTo>
                  <a:pt x="514350" y="1534735"/>
                </a:lnTo>
                <a:lnTo>
                  <a:pt x="514350" y="1557252"/>
                </a:lnTo>
                <a:lnTo>
                  <a:pt x="514350" y="1579769"/>
                </a:lnTo>
                <a:lnTo>
                  <a:pt x="514350" y="1602286"/>
                </a:lnTo>
                <a:lnTo>
                  <a:pt x="514350" y="1624803"/>
                </a:lnTo>
                <a:lnTo>
                  <a:pt x="514350" y="1647320"/>
                </a:lnTo>
                <a:lnTo>
                  <a:pt x="514350" y="1669837"/>
                </a:lnTo>
                <a:lnTo>
                  <a:pt x="514350" y="1692354"/>
                </a:lnTo>
                <a:lnTo>
                  <a:pt x="514350" y="1714871"/>
                </a:lnTo>
                <a:lnTo>
                  <a:pt x="514350" y="1737389"/>
                </a:lnTo>
                <a:lnTo>
                  <a:pt x="514350" y="1759906"/>
                </a:lnTo>
                <a:lnTo>
                  <a:pt x="514350" y="1782423"/>
                </a:lnTo>
                <a:lnTo>
                  <a:pt x="514350" y="1804940"/>
                </a:lnTo>
                <a:lnTo>
                  <a:pt x="514350" y="1827457"/>
                </a:lnTo>
                <a:lnTo>
                  <a:pt x="514350" y="1849984"/>
                </a:lnTo>
                <a:lnTo>
                  <a:pt x="514350" y="1872501"/>
                </a:lnTo>
                <a:lnTo>
                  <a:pt x="514350" y="1895018"/>
                </a:lnTo>
                <a:lnTo>
                  <a:pt x="514350" y="1917535"/>
                </a:lnTo>
                <a:lnTo>
                  <a:pt x="514350" y="1940052"/>
                </a:lnTo>
                <a:lnTo>
                  <a:pt x="514350" y="1962569"/>
                </a:lnTo>
                <a:lnTo>
                  <a:pt x="514350" y="1985086"/>
                </a:lnTo>
                <a:lnTo>
                  <a:pt x="514350" y="2007603"/>
                </a:lnTo>
                <a:lnTo>
                  <a:pt x="514350" y="2030120"/>
                </a:lnTo>
                <a:lnTo>
                  <a:pt x="514350" y="2052638"/>
                </a:lnTo>
                <a:lnTo>
                  <a:pt x="514350" y="2075155"/>
                </a:lnTo>
                <a:lnTo>
                  <a:pt x="514350" y="2097672"/>
                </a:lnTo>
                <a:lnTo>
                  <a:pt x="514350" y="2120189"/>
                </a:lnTo>
                <a:lnTo>
                  <a:pt x="514350" y="2142706"/>
                </a:lnTo>
                <a:lnTo>
                  <a:pt x="501672" y="2157765"/>
                </a:lnTo>
                <a:lnTo>
                  <a:pt x="481984" y="2168700"/>
                </a:lnTo>
                <a:lnTo>
                  <a:pt x="462305" y="2179634"/>
                </a:lnTo>
                <a:lnTo>
                  <a:pt x="442617" y="2190569"/>
                </a:lnTo>
                <a:lnTo>
                  <a:pt x="422939" y="2201504"/>
                </a:lnTo>
                <a:lnTo>
                  <a:pt x="403250" y="2212438"/>
                </a:lnTo>
                <a:lnTo>
                  <a:pt x="383562" y="2223373"/>
                </a:lnTo>
                <a:lnTo>
                  <a:pt x="363884" y="2234308"/>
                </a:lnTo>
                <a:lnTo>
                  <a:pt x="344195" y="2245243"/>
                </a:lnTo>
                <a:lnTo>
                  <a:pt x="324517" y="2256177"/>
                </a:lnTo>
                <a:lnTo>
                  <a:pt x="304829" y="2267112"/>
                </a:lnTo>
                <a:lnTo>
                  <a:pt x="285150" y="2278047"/>
                </a:lnTo>
                <a:lnTo>
                  <a:pt x="265462" y="2288981"/>
                </a:lnTo>
                <a:lnTo>
                  <a:pt x="245783" y="2287257"/>
                </a:lnTo>
                <a:lnTo>
                  <a:pt x="226095" y="2276323"/>
                </a:lnTo>
                <a:lnTo>
                  <a:pt x="206407" y="2265388"/>
                </a:lnTo>
                <a:lnTo>
                  <a:pt x="186728" y="2254453"/>
                </a:lnTo>
                <a:lnTo>
                  <a:pt x="167040" y="2243519"/>
                </a:lnTo>
                <a:lnTo>
                  <a:pt x="147361" y="2232584"/>
                </a:lnTo>
                <a:lnTo>
                  <a:pt x="127673" y="2221649"/>
                </a:lnTo>
                <a:lnTo>
                  <a:pt x="107994" y="2210714"/>
                </a:lnTo>
                <a:lnTo>
                  <a:pt x="88306" y="2199780"/>
                </a:lnTo>
                <a:lnTo>
                  <a:pt x="68628" y="2188845"/>
                </a:lnTo>
                <a:lnTo>
                  <a:pt x="48939" y="2177901"/>
                </a:lnTo>
                <a:lnTo>
                  <a:pt x="29251" y="2166966"/>
                </a:lnTo>
                <a:lnTo>
                  <a:pt x="9573" y="2156031"/>
                </a:lnTo>
                <a:lnTo>
                  <a:pt x="0" y="2139153"/>
                </a:lnTo>
                <a:lnTo>
                  <a:pt x="0" y="2116636"/>
                </a:lnTo>
                <a:lnTo>
                  <a:pt x="0" y="2094109"/>
                </a:lnTo>
                <a:lnTo>
                  <a:pt x="0" y="2071592"/>
                </a:lnTo>
                <a:lnTo>
                  <a:pt x="0" y="2049075"/>
                </a:lnTo>
                <a:lnTo>
                  <a:pt x="0" y="2026558"/>
                </a:lnTo>
                <a:lnTo>
                  <a:pt x="0" y="2004041"/>
                </a:lnTo>
                <a:lnTo>
                  <a:pt x="0" y="1981524"/>
                </a:lnTo>
                <a:lnTo>
                  <a:pt x="0" y="1959007"/>
                </a:lnTo>
                <a:lnTo>
                  <a:pt x="0" y="1936490"/>
                </a:lnTo>
                <a:lnTo>
                  <a:pt x="0" y="1913973"/>
                </a:lnTo>
                <a:lnTo>
                  <a:pt x="0" y="1891455"/>
                </a:lnTo>
                <a:lnTo>
                  <a:pt x="0" y="1868938"/>
                </a:lnTo>
                <a:lnTo>
                  <a:pt x="0" y="1846421"/>
                </a:lnTo>
                <a:lnTo>
                  <a:pt x="0" y="1823904"/>
                </a:lnTo>
                <a:lnTo>
                  <a:pt x="0" y="1801387"/>
                </a:lnTo>
                <a:lnTo>
                  <a:pt x="0" y="1778870"/>
                </a:lnTo>
                <a:lnTo>
                  <a:pt x="0" y="1756353"/>
                </a:lnTo>
                <a:lnTo>
                  <a:pt x="0" y="1733836"/>
                </a:lnTo>
                <a:lnTo>
                  <a:pt x="0" y="1711319"/>
                </a:lnTo>
                <a:lnTo>
                  <a:pt x="0" y="1688802"/>
                </a:lnTo>
                <a:lnTo>
                  <a:pt x="0" y="1666284"/>
                </a:lnTo>
                <a:lnTo>
                  <a:pt x="0" y="1643767"/>
                </a:lnTo>
                <a:lnTo>
                  <a:pt x="0" y="1621250"/>
                </a:lnTo>
                <a:lnTo>
                  <a:pt x="0" y="1598733"/>
                </a:lnTo>
                <a:lnTo>
                  <a:pt x="0" y="1576216"/>
                </a:lnTo>
                <a:lnTo>
                  <a:pt x="0" y="1553699"/>
                </a:lnTo>
                <a:lnTo>
                  <a:pt x="0" y="1531182"/>
                </a:lnTo>
                <a:lnTo>
                  <a:pt x="0" y="1508665"/>
                </a:lnTo>
                <a:lnTo>
                  <a:pt x="0" y="1486148"/>
                </a:lnTo>
                <a:lnTo>
                  <a:pt x="0" y="1463631"/>
                </a:lnTo>
                <a:lnTo>
                  <a:pt x="0" y="1441113"/>
                </a:lnTo>
                <a:lnTo>
                  <a:pt x="0" y="1418596"/>
                </a:lnTo>
                <a:lnTo>
                  <a:pt x="0" y="1396079"/>
                </a:lnTo>
                <a:lnTo>
                  <a:pt x="0" y="1373562"/>
                </a:lnTo>
                <a:lnTo>
                  <a:pt x="0" y="1351045"/>
                </a:lnTo>
                <a:lnTo>
                  <a:pt x="0" y="1328528"/>
                </a:lnTo>
                <a:lnTo>
                  <a:pt x="0" y="1306011"/>
                </a:lnTo>
                <a:lnTo>
                  <a:pt x="0" y="1283494"/>
                </a:lnTo>
                <a:lnTo>
                  <a:pt x="0" y="1260967"/>
                </a:lnTo>
                <a:lnTo>
                  <a:pt x="0" y="1238450"/>
                </a:lnTo>
                <a:lnTo>
                  <a:pt x="0" y="1215933"/>
                </a:lnTo>
                <a:lnTo>
                  <a:pt x="0" y="1193416"/>
                </a:lnTo>
                <a:lnTo>
                  <a:pt x="0" y="1170899"/>
                </a:lnTo>
                <a:lnTo>
                  <a:pt x="0" y="1148382"/>
                </a:lnTo>
                <a:lnTo>
                  <a:pt x="0" y="1125865"/>
                </a:lnTo>
                <a:lnTo>
                  <a:pt x="0" y="1103347"/>
                </a:lnTo>
                <a:lnTo>
                  <a:pt x="0" y="1080830"/>
                </a:lnTo>
                <a:lnTo>
                  <a:pt x="0" y="1058313"/>
                </a:lnTo>
                <a:lnTo>
                  <a:pt x="0" y="1035796"/>
                </a:lnTo>
                <a:lnTo>
                  <a:pt x="0" y="1013279"/>
                </a:lnTo>
                <a:lnTo>
                  <a:pt x="0" y="990762"/>
                </a:lnTo>
                <a:lnTo>
                  <a:pt x="0" y="968245"/>
                </a:lnTo>
                <a:lnTo>
                  <a:pt x="0" y="945728"/>
                </a:lnTo>
                <a:lnTo>
                  <a:pt x="0" y="923211"/>
                </a:lnTo>
                <a:lnTo>
                  <a:pt x="0" y="900694"/>
                </a:lnTo>
                <a:lnTo>
                  <a:pt x="0" y="878176"/>
                </a:lnTo>
                <a:lnTo>
                  <a:pt x="0" y="855659"/>
                </a:lnTo>
                <a:lnTo>
                  <a:pt x="0" y="833142"/>
                </a:lnTo>
                <a:lnTo>
                  <a:pt x="0" y="810625"/>
                </a:lnTo>
                <a:lnTo>
                  <a:pt x="0" y="788108"/>
                </a:lnTo>
                <a:lnTo>
                  <a:pt x="0" y="765591"/>
                </a:lnTo>
                <a:lnTo>
                  <a:pt x="0" y="743074"/>
                </a:lnTo>
                <a:lnTo>
                  <a:pt x="0" y="720557"/>
                </a:lnTo>
                <a:lnTo>
                  <a:pt x="0" y="698040"/>
                </a:lnTo>
                <a:lnTo>
                  <a:pt x="0" y="675523"/>
                </a:lnTo>
                <a:lnTo>
                  <a:pt x="0" y="653005"/>
                </a:lnTo>
                <a:lnTo>
                  <a:pt x="0" y="630488"/>
                </a:lnTo>
                <a:lnTo>
                  <a:pt x="0" y="607971"/>
                </a:lnTo>
                <a:lnTo>
                  <a:pt x="0" y="585454"/>
                </a:lnTo>
                <a:lnTo>
                  <a:pt x="0" y="562937"/>
                </a:lnTo>
                <a:lnTo>
                  <a:pt x="0" y="540420"/>
                </a:lnTo>
                <a:lnTo>
                  <a:pt x="0" y="517903"/>
                </a:lnTo>
                <a:lnTo>
                  <a:pt x="0" y="495386"/>
                </a:lnTo>
                <a:lnTo>
                  <a:pt x="0" y="472869"/>
                </a:lnTo>
                <a:lnTo>
                  <a:pt x="0" y="450352"/>
                </a:lnTo>
                <a:lnTo>
                  <a:pt x="0" y="427834"/>
                </a:lnTo>
                <a:lnTo>
                  <a:pt x="0" y="405308"/>
                </a:lnTo>
                <a:lnTo>
                  <a:pt x="0" y="382791"/>
                </a:lnTo>
                <a:lnTo>
                  <a:pt x="0" y="360274"/>
                </a:lnTo>
                <a:lnTo>
                  <a:pt x="0" y="337757"/>
                </a:lnTo>
                <a:lnTo>
                  <a:pt x="0" y="315239"/>
                </a:lnTo>
                <a:lnTo>
                  <a:pt x="0" y="292722"/>
                </a:lnTo>
                <a:lnTo>
                  <a:pt x="0" y="270205"/>
                </a:lnTo>
                <a:lnTo>
                  <a:pt x="0" y="247688"/>
                </a:lnTo>
                <a:lnTo>
                  <a:pt x="0" y="225171"/>
                </a:lnTo>
                <a:lnTo>
                  <a:pt x="0" y="202654"/>
                </a:lnTo>
                <a:lnTo>
                  <a:pt x="0" y="180137"/>
                </a:lnTo>
                <a:lnTo>
                  <a:pt x="0" y="157620"/>
                </a:lnTo>
                <a:lnTo>
                  <a:pt x="0" y="135103"/>
                </a:lnTo>
                <a:lnTo>
                  <a:pt x="0" y="112586"/>
                </a:lnTo>
                <a:lnTo>
                  <a:pt x="0" y="90068"/>
                </a:lnTo>
                <a:lnTo>
                  <a:pt x="0" y="67551"/>
                </a:lnTo>
                <a:lnTo>
                  <a:pt x="0" y="45034"/>
                </a:lnTo>
                <a:lnTo>
                  <a:pt x="0" y="22517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4" name="phase-title-0">
            <a:extLst xmlns:a="http://schemas.openxmlformats.org/drawingml/2006/main">
              <a:ext uri="{FF2B5EF4-FFF2-40B4-BE49-F238E27FC236}">
                <a16:creationId xmlns:a16="http://schemas.microsoft.com/office/drawing/2014/main" id="{ED9B59EF-2AC2-4774-925F-C97B15CDD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2314280"/>
            <a:ext cx="1428750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获取与识别</a:t>
            </a:r>
          </a:p>
        </p:txBody>
      </p:sp>
      <p:sp>
        <p:nvSpPr>
          <p:cNvPr id="5" name="phase-body-0">
            <a:extLst xmlns:a="http://schemas.openxmlformats.org/drawingml/2006/main">
              <a:ext uri="{FF2B5EF4-FFF2-40B4-BE49-F238E27FC236}">
                <a16:creationId xmlns:a16="http://schemas.microsoft.com/office/drawing/2014/main" id="{BD17E6D0-8899-4AFE-B4EC-FCA704391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2668486"/>
            <a:ext cx="1428750" cy="587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让目标对象进</a:t>
            </a:r>
          </a:p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入并形成意向</a:t>
            </a:r>
          </a:p>
        </p:txBody>
      </p:sp>
      <p:sp>
        <p:nvSpPr>
          <p:cNvPr id="6" name="action-icon-shell-0-0">
            <a:extLst xmlns:a="http://schemas.openxmlformats.org/drawingml/2006/main">
              <a:ext uri="{FF2B5EF4-FFF2-40B4-BE49-F238E27FC236}">
                <a16:creationId xmlns:a16="http://schemas.microsoft.com/office/drawing/2014/main" id="{3DD6A965-D0C7-4C5A-AC11-A03E9306F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2308774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5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095ab77eb554b9c">
            <a:extLst>
              <a:ext uri="{96DAC541-7B7A-43D3-8B79-37D633B846F1}">
                <asvg:svgBlip xmlns:asvg="http://schemas.microsoft.com/office/drawing/2016/SVG/main" r:embed="R3cc28e20a4f84553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2384974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8" name="action-title-0-0">
            <a:extLst xmlns:a="http://schemas.openxmlformats.org/drawingml/2006/main">
              <a:ext uri="{FF2B5EF4-FFF2-40B4-BE49-F238E27FC236}">
                <a16:creationId xmlns:a16="http://schemas.microsoft.com/office/drawing/2014/main" id="{87BB0937-93E0-41AE-A075-5C92F3D00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247748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标签体系</a:t>
            </a:r>
          </a:p>
        </p:txBody>
      </p:sp>
      <p:sp>
        <p:nvSpPr>
          <p:cNvPr id="9" name="action-body-0-0">
            <a:extLst xmlns:a="http://schemas.openxmlformats.org/drawingml/2006/main">
              <a:ext uri="{FF2B5EF4-FFF2-40B4-BE49-F238E27FC236}">
                <a16:creationId xmlns:a16="http://schemas.microsoft.com/office/drawing/2014/main" id="{0AF3989A-945D-4AF8-8EB5-1DB942BD4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476348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形成可识别对象</a:t>
            </a:r>
          </a:p>
        </p:txBody>
      </p:sp>
      <p:sp>
        <p:nvSpPr>
          <p:cNvPr id="10" name="action-icon-shell-0-1">
            <a:extLst xmlns:a="http://schemas.openxmlformats.org/drawingml/2006/main">
              <a:ext uri="{FF2B5EF4-FFF2-40B4-BE49-F238E27FC236}">
                <a16:creationId xmlns:a16="http://schemas.microsoft.com/office/drawing/2014/main" id="{9D46EB8A-6AE6-4C7F-9AB8-50179E3A3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2308774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6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eef31443304484e">
            <a:extLst>
              <a:ext uri="{96DAC541-7B7A-43D3-8B79-37D633B846F1}">
                <asvg:svgBlip xmlns:asvg="http://schemas.microsoft.com/office/drawing/2016/SVG/main" r:embed="Rcf14af3c737c4d21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2384974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12" name="action-title-0-1">
            <a:extLst xmlns:a="http://schemas.openxmlformats.org/drawingml/2006/main">
              <a:ext uri="{FF2B5EF4-FFF2-40B4-BE49-F238E27FC236}">
                <a16:creationId xmlns:a16="http://schemas.microsoft.com/office/drawing/2014/main" id="{295F9EE6-5B10-428D-94FD-4EF1AF049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247748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渠道连接</a:t>
            </a:r>
          </a:p>
        </p:txBody>
      </p:sp>
      <p:sp>
        <p:nvSpPr>
          <p:cNvPr id="13" name="action-body-0-1">
            <a:extLst xmlns:a="http://schemas.openxmlformats.org/drawingml/2006/main">
              <a:ext uri="{FF2B5EF4-FFF2-40B4-BE49-F238E27FC236}">
                <a16:creationId xmlns:a16="http://schemas.microsoft.com/office/drawing/2014/main" id="{3E4E57AB-B42C-4623-8C22-66BB6D8E2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476348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连接主要触点</a:t>
            </a:r>
          </a:p>
        </p:txBody>
      </p:sp>
      <p:sp>
        <p:nvSpPr>
          <p:cNvPr id="14" name="action-icon-shell-0-2">
            <a:extLst xmlns:a="http://schemas.openxmlformats.org/drawingml/2006/main">
              <a:ext uri="{FF2B5EF4-FFF2-40B4-BE49-F238E27FC236}">
                <a16:creationId xmlns:a16="http://schemas.microsoft.com/office/drawing/2014/main" id="{093E0312-3D46-44A5-8F24-6BE604CC7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2918374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6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c1b8e9083fd4149">
            <a:extLst>
              <a:ext uri="{96DAC541-7B7A-43D3-8B79-37D633B846F1}">
                <asvg:svgBlip xmlns:asvg="http://schemas.microsoft.com/office/drawing/2016/SVG/main" r:embed="R1a94110e1e0442f7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2994574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16" name="action-title-0-2">
            <a:extLst xmlns:a="http://schemas.openxmlformats.org/drawingml/2006/main">
              <a:ext uri="{FF2B5EF4-FFF2-40B4-BE49-F238E27FC236}">
                <a16:creationId xmlns:a16="http://schemas.microsoft.com/office/drawing/2014/main" id="{F6CE141D-434D-4D75-99BA-9A0665AA5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857348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内容优化</a:t>
            </a:r>
          </a:p>
        </p:txBody>
      </p:sp>
      <p:sp>
        <p:nvSpPr>
          <p:cNvPr id="17" name="action-body-0-2">
            <a:extLst xmlns:a="http://schemas.openxmlformats.org/drawingml/2006/main">
              <a:ext uri="{FF2B5EF4-FFF2-40B4-BE49-F238E27FC236}">
                <a16:creationId xmlns:a16="http://schemas.microsoft.com/office/drawing/2014/main" id="{7B76616B-59F9-4093-AEFD-618913782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3085948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提高触达质量</a:t>
            </a:r>
          </a:p>
        </p:txBody>
      </p:sp>
      <p:sp>
        <p:nvSpPr>
          <p:cNvPr id="18" name="action-icon-shell-0-3">
            <a:extLst xmlns:a="http://schemas.openxmlformats.org/drawingml/2006/main">
              <a:ext uri="{FF2B5EF4-FFF2-40B4-BE49-F238E27FC236}">
                <a16:creationId xmlns:a16="http://schemas.microsoft.com/office/drawing/2014/main" id="{DDBACDB7-1548-4423-B8A9-F1159EDAB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2918374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7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ec7ed81001e4d08">
            <a:extLst>
              <a:ext uri="{96DAC541-7B7A-43D3-8B79-37D633B846F1}">
                <asvg:svgBlip xmlns:asvg="http://schemas.microsoft.com/office/drawing/2016/SVG/main" r:embed="R6506ab1ad74a4550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2994574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20" name="action-title-0-3">
            <a:extLst xmlns:a="http://schemas.openxmlformats.org/drawingml/2006/main">
              <a:ext uri="{FF2B5EF4-FFF2-40B4-BE49-F238E27FC236}">
                <a16:creationId xmlns:a16="http://schemas.microsoft.com/office/drawing/2014/main" id="{BEF97FAF-6A62-492E-96A9-BAD4661AE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857348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行为追踪</a:t>
            </a:r>
          </a:p>
        </p:txBody>
      </p:sp>
      <p:sp>
        <p:nvSpPr>
          <p:cNvPr id="21" name="action-body-0-3">
            <a:extLst xmlns:a="http://schemas.openxmlformats.org/drawingml/2006/main">
              <a:ext uri="{FF2B5EF4-FFF2-40B4-BE49-F238E27FC236}">
                <a16:creationId xmlns:a16="http://schemas.microsoft.com/office/drawing/2014/main" id="{C3864EE3-4927-4C04-8067-69650C125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3085948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记录关键反馈</a:t>
            </a:r>
          </a:p>
        </p:txBody>
      </p:sp>
      <p:sp>
        <p:nvSpPr>
          <p:cNvPr id="22" name="phase-rail-1">
            <a:extLst xmlns:a="http://schemas.openxmlformats.org/drawingml/2006/main">
              <a:ext uri="{FF2B5EF4-FFF2-40B4-BE49-F238E27FC236}">
                <a16:creationId xmlns:a16="http://schemas.microsoft.com/office/drawing/2014/main" id="{7094C9F9-F1F1-4B7B-95CE-DDBFDB9A4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3931891"/>
            <a:ext cx="514350" cy="2277828"/>
          </a:xfrm>
          <a:custGeom xmlns:a="http://schemas.openxmlformats.org/drawingml/2006/main">
            <a:pathLst>
              <a:path w="514350" h="2277828">
                <a:moveTo>
                  <a:pt x="0" y="0"/>
                </a:moveTo>
                <a:lnTo>
                  <a:pt x="19841" y="11020"/>
                </a:lnTo>
                <a:lnTo>
                  <a:pt x="39681" y="22050"/>
                </a:lnTo>
                <a:lnTo>
                  <a:pt x="59531" y="33071"/>
                </a:lnTo>
                <a:lnTo>
                  <a:pt x="79372" y="44091"/>
                </a:lnTo>
                <a:lnTo>
                  <a:pt x="99212" y="55112"/>
                </a:lnTo>
                <a:lnTo>
                  <a:pt x="119053" y="66142"/>
                </a:lnTo>
                <a:lnTo>
                  <a:pt x="138903" y="77162"/>
                </a:lnTo>
                <a:lnTo>
                  <a:pt x="158744" y="88182"/>
                </a:lnTo>
                <a:lnTo>
                  <a:pt x="178584" y="99212"/>
                </a:lnTo>
                <a:lnTo>
                  <a:pt x="198425" y="110233"/>
                </a:lnTo>
                <a:lnTo>
                  <a:pt x="218265" y="121253"/>
                </a:lnTo>
                <a:lnTo>
                  <a:pt x="238115" y="132274"/>
                </a:lnTo>
                <a:lnTo>
                  <a:pt x="257956" y="142437"/>
                </a:lnTo>
                <a:lnTo>
                  <a:pt x="277797" y="131407"/>
                </a:lnTo>
                <a:lnTo>
                  <a:pt x="297637" y="120386"/>
                </a:lnTo>
                <a:lnTo>
                  <a:pt x="317478" y="109366"/>
                </a:lnTo>
                <a:lnTo>
                  <a:pt x="337328" y="98346"/>
                </a:lnTo>
                <a:lnTo>
                  <a:pt x="357168" y="87316"/>
                </a:lnTo>
                <a:lnTo>
                  <a:pt x="377009" y="76295"/>
                </a:lnTo>
                <a:lnTo>
                  <a:pt x="396850" y="65275"/>
                </a:lnTo>
                <a:lnTo>
                  <a:pt x="416700" y="54254"/>
                </a:lnTo>
                <a:lnTo>
                  <a:pt x="436540" y="43224"/>
                </a:lnTo>
                <a:lnTo>
                  <a:pt x="456381" y="32204"/>
                </a:lnTo>
                <a:lnTo>
                  <a:pt x="476221" y="21184"/>
                </a:lnTo>
                <a:lnTo>
                  <a:pt x="496062" y="10154"/>
                </a:lnTo>
                <a:lnTo>
                  <a:pt x="514350" y="1781"/>
                </a:lnTo>
                <a:lnTo>
                  <a:pt x="514350" y="24479"/>
                </a:lnTo>
                <a:lnTo>
                  <a:pt x="514350" y="47177"/>
                </a:lnTo>
                <a:lnTo>
                  <a:pt x="514350" y="69875"/>
                </a:lnTo>
                <a:lnTo>
                  <a:pt x="514350" y="92573"/>
                </a:lnTo>
                <a:lnTo>
                  <a:pt x="514350" y="115272"/>
                </a:lnTo>
                <a:lnTo>
                  <a:pt x="514350" y="137970"/>
                </a:lnTo>
                <a:lnTo>
                  <a:pt x="514350" y="160668"/>
                </a:lnTo>
                <a:lnTo>
                  <a:pt x="514350" y="183366"/>
                </a:lnTo>
                <a:lnTo>
                  <a:pt x="514350" y="206064"/>
                </a:lnTo>
                <a:lnTo>
                  <a:pt x="514350" y="228762"/>
                </a:lnTo>
                <a:lnTo>
                  <a:pt x="514350" y="251460"/>
                </a:lnTo>
                <a:lnTo>
                  <a:pt x="514350" y="274158"/>
                </a:lnTo>
                <a:lnTo>
                  <a:pt x="514350" y="296856"/>
                </a:lnTo>
                <a:lnTo>
                  <a:pt x="514350" y="319554"/>
                </a:lnTo>
                <a:lnTo>
                  <a:pt x="514350" y="342252"/>
                </a:lnTo>
                <a:lnTo>
                  <a:pt x="514350" y="364950"/>
                </a:lnTo>
                <a:lnTo>
                  <a:pt x="514350" y="387648"/>
                </a:lnTo>
                <a:lnTo>
                  <a:pt x="514350" y="410347"/>
                </a:lnTo>
                <a:lnTo>
                  <a:pt x="514350" y="433045"/>
                </a:lnTo>
                <a:lnTo>
                  <a:pt x="514350" y="455743"/>
                </a:lnTo>
                <a:lnTo>
                  <a:pt x="514350" y="478441"/>
                </a:lnTo>
                <a:lnTo>
                  <a:pt x="514350" y="501139"/>
                </a:lnTo>
                <a:lnTo>
                  <a:pt x="514350" y="523837"/>
                </a:lnTo>
                <a:lnTo>
                  <a:pt x="514350" y="546535"/>
                </a:lnTo>
                <a:lnTo>
                  <a:pt x="514350" y="569233"/>
                </a:lnTo>
                <a:lnTo>
                  <a:pt x="514350" y="591931"/>
                </a:lnTo>
                <a:lnTo>
                  <a:pt x="514350" y="614629"/>
                </a:lnTo>
                <a:lnTo>
                  <a:pt x="514350" y="637327"/>
                </a:lnTo>
                <a:lnTo>
                  <a:pt x="514350" y="660025"/>
                </a:lnTo>
                <a:lnTo>
                  <a:pt x="514350" y="682723"/>
                </a:lnTo>
                <a:lnTo>
                  <a:pt x="514350" y="705422"/>
                </a:lnTo>
                <a:lnTo>
                  <a:pt x="514350" y="728120"/>
                </a:lnTo>
                <a:lnTo>
                  <a:pt x="514350" y="750818"/>
                </a:lnTo>
                <a:lnTo>
                  <a:pt x="514350" y="773516"/>
                </a:lnTo>
                <a:lnTo>
                  <a:pt x="514350" y="796214"/>
                </a:lnTo>
                <a:lnTo>
                  <a:pt x="514350" y="818912"/>
                </a:lnTo>
                <a:lnTo>
                  <a:pt x="514350" y="841610"/>
                </a:lnTo>
                <a:lnTo>
                  <a:pt x="514350" y="864308"/>
                </a:lnTo>
                <a:lnTo>
                  <a:pt x="514350" y="887006"/>
                </a:lnTo>
                <a:lnTo>
                  <a:pt x="514350" y="909704"/>
                </a:lnTo>
                <a:lnTo>
                  <a:pt x="514350" y="932402"/>
                </a:lnTo>
                <a:lnTo>
                  <a:pt x="514350" y="955100"/>
                </a:lnTo>
                <a:lnTo>
                  <a:pt x="514350" y="977798"/>
                </a:lnTo>
                <a:lnTo>
                  <a:pt x="514350" y="1000496"/>
                </a:lnTo>
                <a:lnTo>
                  <a:pt x="514350" y="1023195"/>
                </a:lnTo>
                <a:lnTo>
                  <a:pt x="514350" y="1045893"/>
                </a:lnTo>
                <a:lnTo>
                  <a:pt x="514350" y="1068591"/>
                </a:lnTo>
                <a:lnTo>
                  <a:pt x="514350" y="1091289"/>
                </a:lnTo>
                <a:lnTo>
                  <a:pt x="514350" y="1113987"/>
                </a:lnTo>
                <a:lnTo>
                  <a:pt x="514350" y="1136685"/>
                </a:lnTo>
                <a:lnTo>
                  <a:pt x="514350" y="1159383"/>
                </a:lnTo>
                <a:lnTo>
                  <a:pt x="514350" y="1182081"/>
                </a:lnTo>
                <a:lnTo>
                  <a:pt x="514350" y="1204779"/>
                </a:lnTo>
                <a:lnTo>
                  <a:pt x="514350" y="1227477"/>
                </a:lnTo>
                <a:lnTo>
                  <a:pt x="514350" y="1250175"/>
                </a:lnTo>
                <a:lnTo>
                  <a:pt x="514350" y="1272873"/>
                </a:lnTo>
                <a:lnTo>
                  <a:pt x="514350" y="1295571"/>
                </a:lnTo>
                <a:lnTo>
                  <a:pt x="514350" y="1318270"/>
                </a:lnTo>
                <a:lnTo>
                  <a:pt x="514350" y="1340968"/>
                </a:lnTo>
                <a:lnTo>
                  <a:pt x="514350" y="1363666"/>
                </a:lnTo>
                <a:lnTo>
                  <a:pt x="514350" y="1386364"/>
                </a:lnTo>
                <a:lnTo>
                  <a:pt x="514350" y="1409062"/>
                </a:lnTo>
                <a:lnTo>
                  <a:pt x="514350" y="1431760"/>
                </a:lnTo>
                <a:lnTo>
                  <a:pt x="514350" y="1454458"/>
                </a:lnTo>
                <a:lnTo>
                  <a:pt x="514350" y="1477156"/>
                </a:lnTo>
                <a:lnTo>
                  <a:pt x="514350" y="1499854"/>
                </a:lnTo>
                <a:lnTo>
                  <a:pt x="514350" y="1522552"/>
                </a:lnTo>
                <a:lnTo>
                  <a:pt x="514350" y="1545250"/>
                </a:lnTo>
                <a:lnTo>
                  <a:pt x="514350" y="1567948"/>
                </a:lnTo>
                <a:lnTo>
                  <a:pt x="514350" y="1590646"/>
                </a:lnTo>
                <a:lnTo>
                  <a:pt x="514350" y="1613345"/>
                </a:lnTo>
                <a:lnTo>
                  <a:pt x="514350" y="1636033"/>
                </a:lnTo>
                <a:lnTo>
                  <a:pt x="514350" y="1658731"/>
                </a:lnTo>
                <a:lnTo>
                  <a:pt x="514350" y="1681429"/>
                </a:lnTo>
                <a:lnTo>
                  <a:pt x="514350" y="1704127"/>
                </a:lnTo>
                <a:lnTo>
                  <a:pt x="514350" y="1726825"/>
                </a:lnTo>
                <a:lnTo>
                  <a:pt x="514350" y="1749523"/>
                </a:lnTo>
                <a:lnTo>
                  <a:pt x="514350" y="1772222"/>
                </a:lnTo>
                <a:lnTo>
                  <a:pt x="514350" y="1794920"/>
                </a:lnTo>
                <a:lnTo>
                  <a:pt x="514350" y="1817618"/>
                </a:lnTo>
                <a:lnTo>
                  <a:pt x="514350" y="1840316"/>
                </a:lnTo>
                <a:lnTo>
                  <a:pt x="514350" y="1863014"/>
                </a:lnTo>
                <a:lnTo>
                  <a:pt x="514350" y="1885712"/>
                </a:lnTo>
                <a:lnTo>
                  <a:pt x="514350" y="1908410"/>
                </a:lnTo>
                <a:lnTo>
                  <a:pt x="514350" y="1931108"/>
                </a:lnTo>
                <a:lnTo>
                  <a:pt x="514350" y="1953806"/>
                </a:lnTo>
                <a:lnTo>
                  <a:pt x="514350" y="1976504"/>
                </a:lnTo>
                <a:lnTo>
                  <a:pt x="514350" y="1999202"/>
                </a:lnTo>
                <a:lnTo>
                  <a:pt x="514350" y="2021900"/>
                </a:lnTo>
                <a:lnTo>
                  <a:pt x="514350" y="2044598"/>
                </a:lnTo>
                <a:lnTo>
                  <a:pt x="514350" y="2067296"/>
                </a:lnTo>
                <a:lnTo>
                  <a:pt x="514350" y="2089995"/>
                </a:lnTo>
                <a:lnTo>
                  <a:pt x="514350" y="2112693"/>
                </a:lnTo>
                <a:lnTo>
                  <a:pt x="514350" y="2135391"/>
                </a:lnTo>
                <a:lnTo>
                  <a:pt x="494509" y="2146421"/>
                </a:lnTo>
                <a:lnTo>
                  <a:pt x="474669" y="2157441"/>
                </a:lnTo>
                <a:lnTo>
                  <a:pt x="454819" y="2168462"/>
                </a:lnTo>
                <a:lnTo>
                  <a:pt x="434978" y="2179482"/>
                </a:lnTo>
                <a:lnTo>
                  <a:pt x="415138" y="2190512"/>
                </a:lnTo>
                <a:lnTo>
                  <a:pt x="395297" y="2201532"/>
                </a:lnTo>
                <a:lnTo>
                  <a:pt x="375447" y="2212553"/>
                </a:lnTo>
                <a:lnTo>
                  <a:pt x="355606" y="2223583"/>
                </a:lnTo>
                <a:lnTo>
                  <a:pt x="335766" y="2234603"/>
                </a:lnTo>
                <a:lnTo>
                  <a:pt x="315925" y="2245624"/>
                </a:lnTo>
                <a:lnTo>
                  <a:pt x="296085" y="2256644"/>
                </a:lnTo>
                <a:lnTo>
                  <a:pt x="276235" y="2267674"/>
                </a:lnTo>
                <a:lnTo>
                  <a:pt x="256394" y="2277828"/>
                </a:lnTo>
                <a:lnTo>
                  <a:pt x="236553" y="2266807"/>
                </a:lnTo>
                <a:lnTo>
                  <a:pt x="216713" y="2255777"/>
                </a:lnTo>
                <a:lnTo>
                  <a:pt x="196872" y="2244757"/>
                </a:lnTo>
                <a:lnTo>
                  <a:pt x="177022" y="2233736"/>
                </a:lnTo>
                <a:lnTo>
                  <a:pt x="157182" y="2222716"/>
                </a:lnTo>
                <a:lnTo>
                  <a:pt x="137341" y="2211686"/>
                </a:lnTo>
                <a:lnTo>
                  <a:pt x="117500" y="2200666"/>
                </a:lnTo>
                <a:lnTo>
                  <a:pt x="97650" y="2189645"/>
                </a:lnTo>
                <a:lnTo>
                  <a:pt x="77810" y="2178625"/>
                </a:lnTo>
                <a:lnTo>
                  <a:pt x="57969" y="2167595"/>
                </a:lnTo>
                <a:lnTo>
                  <a:pt x="38129" y="2156574"/>
                </a:lnTo>
                <a:lnTo>
                  <a:pt x="18288" y="2145554"/>
                </a:lnTo>
                <a:lnTo>
                  <a:pt x="0" y="2133610"/>
                </a:lnTo>
                <a:lnTo>
                  <a:pt x="0" y="2110911"/>
                </a:lnTo>
                <a:lnTo>
                  <a:pt x="0" y="2088213"/>
                </a:lnTo>
                <a:lnTo>
                  <a:pt x="0" y="2065515"/>
                </a:lnTo>
                <a:lnTo>
                  <a:pt x="0" y="2042817"/>
                </a:lnTo>
                <a:lnTo>
                  <a:pt x="0" y="2020119"/>
                </a:lnTo>
                <a:lnTo>
                  <a:pt x="0" y="1997421"/>
                </a:lnTo>
                <a:lnTo>
                  <a:pt x="0" y="1974723"/>
                </a:lnTo>
                <a:lnTo>
                  <a:pt x="0" y="1952025"/>
                </a:lnTo>
                <a:lnTo>
                  <a:pt x="0" y="1929327"/>
                </a:lnTo>
                <a:lnTo>
                  <a:pt x="0" y="1906629"/>
                </a:lnTo>
                <a:lnTo>
                  <a:pt x="0" y="1883931"/>
                </a:lnTo>
                <a:lnTo>
                  <a:pt x="0" y="1861233"/>
                </a:lnTo>
                <a:lnTo>
                  <a:pt x="0" y="1838535"/>
                </a:lnTo>
                <a:lnTo>
                  <a:pt x="0" y="1815836"/>
                </a:lnTo>
                <a:lnTo>
                  <a:pt x="0" y="1793138"/>
                </a:lnTo>
                <a:lnTo>
                  <a:pt x="0" y="1770440"/>
                </a:lnTo>
                <a:lnTo>
                  <a:pt x="0" y="1747742"/>
                </a:lnTo>
                <a:lnTo>
                  <a:pt x="0" y="1725044"/>
                </a:lnTo>
                <a:lnTo>
                  <a:pt x="0" y="1702346"/>
                </a:lnTo>
                <a:lnTo>
                  <a:pt x="0" y="1679648"/>
                </a:lnTo>
                <a:lnTo>
                  <a:pt x="0" y="1656950"/>
                </a:lnTo>
                <a:lnTo>
                  <a:pt x="0" y="1634252"/>
                </a:lnTo>
                <a:lnTo>
                  <a:pt x="0" y="1611554"/>
                </a:lnTo>
                <a:lnTo>
                  <a:pt x="0" y="1588856"/>
                </a:lnTo>
                <a:lnTo>
                  <a:pt x="0" y="1566158"/>
                </a:lnTo>
                <a:lnTo>
                  <a:pt x="0" y="1543460"/>
                </a:lnTo>
                <a:lnTo>
                  <a:pt x="0" y="1520762"/>
                </a:lnTo>
                <a:lnTo>
                  <a:pt x="0" y="1498063"/>
                </a:lnTo>
                <a:lnTo>
                  <a:pt x="0" y="1475365"/>
                </a:lnTo>
                <a:lnTo>
                  <a:pt x="0" y="1452667"/>
                </a:lnTo>
                <a:lnTo>
                  <a:pt x="0" y="1429969"/>
                </a:lnTo>
                <a:lnTo>
                  <a:pt x="0" y="1407271"/>
                </a:lnTo>
                <a:lnTo>
                  <a:pt x="0" y="1384573"/>
                </a:lnTo>
                <a:lnTo>
                  <a:pt x="0" y="1361875"/>
                </a:lnTo>
                <a:lnTo>
                  <a:pt x="0" y="1339177"/>
                </a:lnTo>
                <a:lnTo>
                  <a:pt x="0" y="1316479"/>
                </a:lnTo>
                <a:lnTo>
                  <a:pt x="0" y="1293781"/>
                </a:lnTo>
                <a:lnTo>
                  <a:pt x="0" y="1271083"/>
                </a:lnTo>
                <a:lnTo>
                  <a:pt x="0" y="1248385"/>
                </a:lnTo>
                <a:lnTo>
                  <a:pt x="0" y="1225687"/>
                </a:lnTo>
                <a:lnTo>
                  <a:pt x="0" y="1202988"/>
                </a:lnTo>
                <a:lnTo>
                  <a:pt x="0" y="1180290"/>
                </a:lnTo>
                <a:lnTo>
                  <a:pt x="0" y="1157592"/>
                </a:lnTo>
                <a:lnTo>
                  <a:pt x="0" y="1134904"/>
                </a:lnTo>
                <a:lnTo>
                  <a:pt x="0" y="1112206"/>
                </a:lnTo>
                <a:lnTo>
                  <a:pt x="0" y="1089508"/>
                </a:lnTo>
                <a:lnTo>
                  <a:pt x="0" y="1066810"/>
                </a:lnTo>
                <a:lnTo>
                  <a:pt x="0" y="1044111"/>
                </a:lnTo>
                <a:lnTo>
                  <a:pt x="0" y="1021413"/>
                </a:lnTo>
                <a:lnTo>
                  <a:pt x="0" y="998715"/>
                </a:lnTo>
                <a:lnTo>
                  <a:pt x="0" y="976017"/>
                </a:lnTo>
                <a:lnTo>
                  <a:pt x="0" y="953319"/>
                </a:lnTo>
                <a:lnTo>
                  <a:pt x="0" y="930621"/>
                </a:lnTo>
                <a:lnTo>
                  <a:pt x="0" y="907923"/>
                </a:lnTo>
                <a:lnTo>
                  <a:pt x="0" y="885225"/>
                </a:lnTo>
                <a:lnTo>
                  <a:pt x="0" y="862527"/>
                </a:lnTo>
                <a:lnTo>
                  <a:pt x="0" y="839829"/>
                </a:lnTo>
                <a:lnTo>
                  <a:pt x="0" y="817131"/>
                </a:lnTo>
                <a:lnTo>
                  <a:pt x="0" y="794433"/>
                </a:lnTo>
                <a:lnTo>
                  <a:pt x="0" y="771735"/>
                </a:lnTo>
                <a:lnTo>
                  <a:pt x="0" y="749036"/>
                </a:lnTo>
                <a:lnTo>
                  <a:pt x="0" y="726338"/>
                </a:lnTo>
                <a:lnTo>
                  <a:pt x="0" y="703640"/>
                </a:lnTo>
                <a:lnTo>
                  <a:pt x="0" y="680942"/>
                </a:lnTo>
                <a:lnTo>
                  <a:pt x="0" y="658244"/>
                </a:lnTo>
                <a:lnTo>
                  <a:pt x="0" y="635546"/>
                </a:lnTo>
                <a:lnTo>
                  <a:pt x="0" y="612848"/>
                </a:lnTo>
                <a:lnTo>
                  <a:pt x="0" y="590150"/>
                </a:lnTo>
                <a:lnTo>
                  <a:pt x="0" y="567452"/>
                </a:lnTo>
                <a:lnTo>
                  <a:pt x="0" y="544754"/>
                </a:lnTo>
                <a:lnTo>
                  <a:pt x="0" y="522056"/>
                </a:lnTo>
                <a:lnTo>
                  <a:pt x="0" y="499358"/>
                </a:lnTo>
                <a:lnTo>
                  <a:pt x="0" y="476660"/>
                </a:lnTo>
                <a:lnTo>
                  <a:pt x="0" y="453961"/>
                </a:lnTo>
                <a:lnTo>
                  <a:pt x="0" y="431263"/>
                </a:lnTo>
                <a:lnTo>
                  <a:pt x="0" y="408565"/>
                </a:lnTo>
                <a:lnTo>
                  <a:pt x="0" y="385867"/>
                </a:lnTo>
                <a:lnTo>
                  <a:pt x="0" y="363169"/>
                </a:lnTo>
                <a:lnTo>
                  <a:pt x="0" y="340471"/>
                </a:lnTo>
                <a:lnTo>
                  <a:pt x="0" y="317773"/>
                </a:lnTo>
                <a:lnTo>
                  <a:pt x="0" y="295075"/>
                </a:lnTo>
                <a:lnTo>
                  <a:pt x="0" y="272377"/>
                </a:lnTo>
                <a:lnTo>
                  <a:pt x="0" y="249679"/>
                </a:lnTo>
                <a:lnTo>
                  <a:pt x="0" y="226981"/>
                </a:lnTo>
                <a:lnTo>
                  <a:pt x="0" y="204283"/>
                </a:lnTo>
                <a:lnTo>
                  <a:pt x="0" y="181585"/>
                </a:lnTo>
                <a:lnTo>
                  <a:pt x="0" y="158887"/>
                </a:lnTo>
                <a:lnTo>
                  <a:pt x="0" y="136188"/>
                </a:lnTo>
                <a:lnTo>
                  <a:pt x="0" y="113490"/>
                </a:lnTo>
                <a:lnTo>
                  <a:pt x="0" y="90792"/>
                </a:lnTo>
                <a:lnTo>
                  <a:pt x="0" y="68094"/>
                </a:lnTo>
                <a:lnTo>
                  <a:pt x="0" y="45396"/>
                </a:lnTo>
                <a:lnTo>
                  <a:pt x="0" y="22698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23" name="phase-title-1">
            <a:extLst xmlns:a="http://schemas.openxmlformats.org/drawingml/2006/main">
              <a:ext uri="{FF2B5EF4-FFF2-40B4-BE49-F238E27FC236}">
                <a16:creationId xmlns:a16="http://schemas.microsoft.com/office/drawing/2014/main" id="{77703CFF-1AEB-436B-BAD3-2E1E250C7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4600280"/>
            <a:ext cx="1428750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培育与转化</a:t>
            </a:r>
          </a:p>
        </p:txBody>
      </p:sp>
      <p:sp>
        <p:nvSpPr>
          <p:cNvPr id="24" name="phase-body-1">
            <a:extLst xmlns:a="http://schemas.openxmlformats.org/drawingml/2006/main">
              <a:ext uri="{FF2B5EF4-FFF2-40B4-BE49-F238E27FC236}">
                <a16:creationId xmlns:a16="http://schemas.microsoft.com/office/drawing/2014/main" id="{87ABDD7A-5BCC-4EE8-9EFC-D39D20188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4954486"/>
            <a:ext cx="1428750" cy="587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让有效意向沉</a:t>
            </a:r>
          </a:p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淀为长期价值</a:t>
            </a:r>
          </a:p>
        </p:txBody>
      </p:sp>
      <p:sp>
        <p:nvSpPr>
          <p:cNvPr id="25" name="action-icon-shell-1-0">
            <a:extLst xmlns:a="http://schemas.openxmlformats.org/drawingml/2006/main">
              <a:ext uri="{FF2B5EF4-FFF2-40B4-BE49-F238E27FC236}">
                <a16:creationId xmlns:a16="http://schemas.microsoft.com/office/drawing/2014/main" id="{DE3BE2C9-1F07-49E9-A8E0-62DD47D37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4899574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7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efcce8444ae4693">
            <a:extLst>
              <a:ext uri="{96DAC541-7B7A-43D3-8B79-37D633B846F1}">
                <asvg:svgBlip xmlns:asvg="http://schemas.microsoft.com/office/drawing/2016/SVG/main" r:embed="Ra335ad865b1a4089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4975774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27" name="action-title-1-0">
            <a:extLst xmlns:a="http://schemas.openxmlformats.org/drawingml/2006/main">
              <a:ext uri="{FF2B5EF4-FFF2-40B4-BE49-F238E27FC236}">
                <a16:creationId xmlns:a16="http://schemas.microsoft.com/office/drawing/2014/main" id="{2598F278-E275-4408-A24B-AEF821BD1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4838548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数据打通</a:t>
            </a:r>
          </a:p>
        </p:txBody>
      </p:sp>
      <p:sp>
        <p:nvSpPr>
          <p:cNvPr id="28" name="action-body-1-0">
            <a:extLst xmlns:a="http://schemas.openxmlformats.org/drawingml/2006/main">
              <a:ext uri="{FF2B5EF4-FFF2-40B4-BE49-F238E27FC236}">
                <a16:creationId xmlns:a16="http://schemas.microsoft.com/office/drawing/2014/main" id="{12BFD6B3-F48E-47B7-9747-114BC7F12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5067148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统一分析对象</a:t>
            </a:r>
          </a:p>
        </p:txBody>
      </p:sp>
      <p:sp>
        <p:nvSpPr>
          <p:cNvPr id="29" name="action-icon-shell-1-1">
            <a:extLst xmlns:a="http://schemas.openxmlformats.org/drawingml/2006/main">
              <a:ext uri="{FF2B5EF4-FFF2-40B4-BE49-F238E27FC236}">
                <a16:creationId xmlns:a16="http://schemas.microsoft.com/office/drawing/2014/main" id="{F5A4AF6B-B75F-4800-9EEA-809A681B3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4899574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8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53495b8a64f4a0a">
            <a:extLst>
              <a:ext uri="{96DAC541-7B7A-43D3-8B79-37D633B846F1}">
                <asvg:svgBlip xmlns:asvg="http://schemas.microsoft.com/office/drawing/2016/SVG/main" r:embed="R50974c1b46d84fe9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4975774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31" name="action-title-1-1">
            <a:extLst xmlns:a="http://schemas.openxmlformats.org/drawingml/2006/main">
              <a:ext uri="{FF2B5EF4-FFF2-40B4-BE49-F238E27FC236}">
                <a16:creationId xmlns:a16="http://schemas.microsoft.com/office/drawing/2014/main" id="{72B20C19-0577-47E5-8001-CE42C753D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4838548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自动分群</a:t>
            </a:r>
          </a:p>
        </p:txBody>
      </p:sp>
      <p:sp>
        <p:nvSpPr>
          <p:cNvPr id="32" name="action-body-1-1">
            <a:extLst xmlns:a="http://schemas.openxmlformats.org/drawingml/2006/main">
              <a:ext uri="{FF2B5EF4-FFF2-40B4-BE49-F238E27FC236}">
                <a16:creationId xmlns:a16="http://schemas.microsoft.com/office/drawing/2014/main" id="{46DF2D6E-BE3B-48B6-84B0-18F81BBFC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5067148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指导持续运营</a:t>
            </a:r>
          </a:p>
        </p:txBody>
      </p:sp>
      <p:sp>
        <p:nvSpPr>
          <p:cNvPr id="33" name="funnel-step-body-0">
            <a:extLst xmlns:a="http://schemas.openxmlformats.org/drawingml/2006/main">
              <a:ext uri="{FF2B5EF4-FFF2-40B4-BE49-F238E27FC236}">
                <a16:creationId xmlns:a16="http://schemas.microsoft.com/office/drawing/2014/main" id="{50737330-3644-4B82-835E-12C8C3422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52750" y="2514600"/>
            <a:ext cx="3327997" cy="627078"/>
          </a:xfrm>
          <a:custGeom xmlns:a="http://schemas.openxmlformats.org/drawingml/2006/main">
            <a:pathLst>
              <a:path w="3327997" h="627078">
                <a:moveTo>
                  <a:pt x="0" y="0"/>
                </a:moveTo>
                <a:lnTo>
                  <a:pt x="15573" y="26270"/>
                </a:lnTo>
                <a:lnTo>
                  <a:pt x="31156" y="52549"/>
                </a:lnTo>
                <a:lnTo>
                  <a:pt x="46730" y="78819"/>
                </a:lnTo>
                <a:lnTo>
                  <a:pt x="62313" y="105099"/>
                </a:lnTo>
                <a:lnTo>
                  <a:pt x="77886" y="131369"/>
                </a:lnTo>
                <a:lnTo>
                  <a:pt x="93459" y="157639"/>
                </a:lnTo>
                <a:lnTo>
                  <a:pt x="109042" y="183918"/>
                </a:lnTo>
                <a:lnTo>
                  <a:pt x="124616" y="210188"/>
                </a:lnTo>
                <a:lnTo>
                  <a:pt x="140198" y="236468"/>
                </a:lnTo>
                <a:lnTo>
                  <a:pt x="155772" y="262738"/>
                </a:lnTo>
                <a:lnTo>
                  <a:pt x="171345" y="289008"/>
                </a:lnTo>
                <a:lnTo>
                  <a:pt x="186928" y="315287"/>
                </a:lnTo>
                <a:lnTo>
                  <a:pt x="202502" y="341557"/>
                </a:lnTo>
                <a:lnTo>
                  <a:pt x="218084" y="367836"/>
                </a:lnTo>
                <a:lnTo>
                  <a:pt x="233658" y="394106"/>
                </a:lnTo>
                <a:lnTo>
                  <a:pt x="249231" y="420376"/>
                </a:lnTo>
                <a:lnTo>
                  <a:pt x="264814" y="446656"/>
                </a:lnTo>
                <a:lnTo>
                  <a:pt x="280387" y="472926"/>
                </a:lnTo>
                <a:lnTo>
                  <a:pt x="295970" y="499205"/>
                </a:lnTo>
                <a:lnTo>
                  <a:pt x="311544" y="525475"/>
                </a:lnTo>
                <a:lnTo>
                  <a:pt x="327117" y="551745"/>
                </a:lnTo>
                <a:lnTo>
                  <a:pt x="350701" y="568690"/>
                </a:lnTo>
                <a:lnTo>
                  <a:pt x="380333" y="576043"/>
                </a:lnTo>
                <a:lnTo>
                  <a:pt x="410423" y="581292"/>
                </a:lnTo>
                <a:lnTo>
                  <a:pt x="440674" y="585511"/>
                </a:lnTo>
                <a:lnTo>
                  <a:pt x="471011" y="589074"/>
                </a:lnTo>
                <a:lnTo>
                  <a:pt x="501396" y="592188"/>
                </a:lnTo>
                <a:lnTo>
                  <a:pt x="531809" y="594951"/>
                </a:lnTo>
                <a:lnTo>
                  <a:pt x="562251" y="597446"/>
                </a:lnTo>
                <a:lnTo>
                  <a:pt x="592712" y="599713"/>
                </a:lnTo>
                <a:lnTo>
                  <a:pt x="623192" y="601780"/>
                </a:lnTo>
                <a:lnTo>
                  <a:pt x="653672" y="603704"/>
                </a:lnTo>
                <a:lnTo>
                  <a:pt x="684162" y="605485"/>
                </a:lnTo>
                <a:lnTo>
                  <a:pt x="714661" y="607133"/>
                </a:lnTo>
                <a:lnTo>
                  <a:pt x="745169" y="608686"/>
                </a:lnTo>
                <a:lnTo>
                  <a:pt x="775678" y="610124"/>
                </a:lnTo>
                <a:lnTo>
                  <a:pt x="806196" y="611467"/>
                </a:lnTo>
                <a:lnTo>
                  <a:pt x="836714" y="612734"/>
                </a:lnTo>
                <a:lnTo>
                  <a:pt x="867232" y="613924"/>
                </a:lnTo>
                <a:lnTo>
                  <a:pt x="897760" y="615039"/>
                </a:lnTo>
                <a:lnTo>
                  <a:pt x="928287" y="616087"/>
                </a:lnTo>
                <a:lnTo>
                  <a:pt x="958815" y="617068"/>
                </a:lnTo>
                <a:lnTo>
                  <a:pt x="989343" y="617992"/>
                </a:lnTo>
                <a:lnTo>
                  <a:pt x="1019870" y="618858"/>
                </a:lnTo>
                <a:lnTo>
                  <a:pt x="1050407" y="619677"/>
                </a:lnTo>
                <a:lnTo>
                  <a:pt x="1080945" y="620439"/>
                </a:lnTo>
                <a:lnTo>
                  <a:pt x="1111482" y="621154"/>
                </a:lnTo>
                <a:lnTo>
                  <a:pt x="1142019" y="621821"/>
                </a:lnTo>
                <a:lnTo>
                  <a:pt x="1172556" y="622440"/>
                </a:lnTo>
                <a:lnTo>
                  <a:pt x="1203093" y="623021"/>
                </a:lnTo>
                <a:lnTo>
                  <a:pt x="1233630" y="623554"/>
                </a:lnTo>
                <a:lnTo>
                  <a:pt x="1264177" y="624049"/>
                </a:lnTo>
                <a:lnTo>
                  <a:pt x="1294714" y="624497"/>
                </a:lnTo>
                <a:lnTo>
                  <a:pt x="1325251" y="624916"/>
                </a:lnTo>
                <a:lnTo>
                  <a:pt x="1355798" y="625288"/>
                </a:lnTo>
                <a:lnTo>
                  <a:pt x="1386335" y="625631"/>
                </a:lnTo>
                <a:lnTo>
                  <a:pt x="1416882" y="625926"/>
                </a:lnTo>
                <a:lnTo>
                  <a:pt x="1447429" y="626193"/>
                </a:lnTo>
                <a:lnTo>
                  <a:pt x="1477966" y="626421"/>
                </a:lnTo>
                <a:lnTo>
                  <a:pt x="1508512" y="626621"/>
                </a:lnTo>
                <a:lnTo>
                  <a:pt x="1539059" y="626783"/>
                </a:lnTo>
                <a:lnTo>
                  <a:pt x="1569606" y="626907"/>
                </a:lnTo>
                <a:lnTo>
                  <a:pt x="1600143" y="626993"/>
                </a:lnTo>
                <a:lnTo>
                  <a:pt x="1630690" y="627050"/>
                </a:lnTo>
                <a:lnTo>
                  <a:pt x="1661236" y="627078"/>
                </a:lnTo>
                <a:lnTo>
                  <a:pt x="1691783" y="627059"/>
                </a:lnTo>
                <a:lnTo>
                  <a:pt x="1722320" y="627021"/>
                </a:lnTo>
                <a:lnTo>
                  <a:pt x="1752867" y="626945"/>
                </a:lnTo>
                <a:lnTo>
                  <a:pt x="1783413" y="626831"/>
                </a:lnTo>
                <a:lnTo>
                  <a:pt x="1813951" y="626678"/>
                </a:lnTo>
                <a:lnTo>
                  <a:pt x="1844497" y="626497"/>
                </a:lnTo>
                <a:lnTo>
                  <a:pt x="1875044" y="626278"/>
                </a:lnTo>
                <a:lnTo>
                  <a:pt x="1905581" y="626031"/>
                </a:lnTo>
                <a:lnTo>
                  <a:pt x="1936128" y="625735"/>
                </a:lnTo>
                <a:lnTo>
                  <a:pt x="1966674" y="625412"/>
                </a:lnTo>
                <a:lnTo>
                  <a:pt x="1997212" y="625050"/>
                </a:lnTo>
                <a:lnTo>
                  <a:pt x="2027758" y="624650"/>
                </a:lnTo>
                <a:lnTo>
                  <a:pt x="2058295" y="624211"/>
                </a:lnTo>
                <a:lnTo>
                  <a:pt x="2088833" y="623735"/>
                </a:lnTo>
                <a:lnTo>
                  <a:pt x="2119379" y="623221"/>
                </a:lnTo>
                <a:lnTo>
                  <a:pt x="2149916" y="622659"/>
                </a:lnTo>
                <a:lnTo>
                  <a:pt x="2180453" y="622049"/>
                </a:lnTo>
                <a:lnTo>
                  <a:pt x="2210991" y="621401"/>
                </a:lnTo>
                <a:lnTo>
                  <a:pt x="2241528" y="620706"/>
                </a:lnTo>
                <a:lnTo>
                  <a:pt x="2272065" y="619963"/>
                </a:lnTo>
                <a:lnTo>
                  <a:pt x="2302593" y="619173"/>
                </a:lnTo>
                <a:lnTo>
                  <a:pt x="2333130" y="618325"/>
                </a:lnTo>
                <a:lnTo>
                  <a:pt x="2363657" y="617420"/>
                </a:lnTo>
                <a:lnTo>
                  <a:pt x="2394194" y="616458"/>
                </a:lnTo>
                <a:lnTo>
                  <a:pt x="2424713" y="615429"/>
                </a:lnTo>
                <a:lnTo>
                  <a:pt x="2455240" y="614343"/>
                </a:lnTo>
                <a:lnTo>
                  <a:pt x="2485768" y="613181"/>
                </a:lnTo>
                <a:lnTo>
                  <a:pt x="2516286" y="611953"/>
                </a:lnTo>
                <a:lnTo>
                  <a:pt x="2546795" y="610629"/>
                </a:lnTo>
                <a:lnTo>
                  <a:pt x="2577313" y="609219"/>
                </a:lnTo>
                <a:lnTo>
                  <a:pt x="2607821" y="607724"/>
                </a:lnTo>
                <a:lnTo>
                  <a:pt x="2638320" y="606104"/>
                </a:lnTo>
                <a:lnTo>
                  <a:pt x="2668819" y="604371"/>
                </a:lnTo>
                <a:lnTo>
                  <a:pt x="2699299" y="602513"/>
                </a:lnTo>
                <a:lnTo>
                  <a:pt x="2729779" y="600504"/>
                </a:lnTo>
                <a:lnTo>
                  <a:pt x="2760250" y="598303"/>
                </a:lnTo>
                <a:lnTo>
                  <a:pt x="2790692" y="595903"/>
                </a:lnTo>
                <a:lnTo>
                  <a:pt x="2821124" y="593246"/>
                </a:lnTo>
                <a:lnTo>
                  <a:pt x="2851518" y="590274"/>
                </a:lnTo>
                <a:lnTo>
                  <a:pt x="2881874" y="586892"/>
                </a:lnTo>
                <a:lnTo>
                  <a:pt x="2912164" y="582940"/>
                </a:lnTo>
                <a:lnTo>
                  <a:pt x="2942330" y="578148"/>
                </a:lnTo>
                <a:lnTo>
                  <a:pt x="2972200" y="571795"/>
                </a:lnTo>
                <a:lnTo>
                  <a:pt x="3000566" y="560870"/>
                </a:lnTo>
                <a:lnTo>
                  <a:pt x="3016453" y="535181"/>
                </a:lnTo>
                <a:lnTo>
                  <a:pt x="3032027" y="508911"/>
                </a:lnTo>
                <a:lnTo>
                  <a:pt x="3047609" y="482632"/>
                </a:lnTo>
                <a:lnTo>
                  <a:pt x="3063183" y="456362"/>
                </a:lnTo>
                <a:lnTo>
                  <a:pt x="3078756" y="430092"/>
                </a:lnTo>
                <a:lnTo>
                  <a:pt x="3094339" y="403812"/>
                </a:lnTo>
                <a:lnTo>
                  <a:pt x="3109913" y="377542"/>
                </a:lnTo>
                <a:lnTo>
                  <a:pt x="3125495" y="351263"/>
                </a:lnTo>
                <a:lnTo>
                  <a:pt x="3141069" y="324993"/>
                </a:lnTo>
                <a:lnTo>
                  <a:pt x="3156642" y="298714"/>
                </a:lnTo>
                <a:lnTo>
                  <a:pt x="3172225" y="272444"/>
                </a:lnTo>
                <a:lnTo>
                  <a:pt x="3187798" y="246174"/>
                </a:lnTo>
                <a:lnTo>
                  <a:pt x="3203381" y="219894"/>
                </a:lnTo>
                <a:lnTo>
                  <a:pt x="3218955" y="193624"/>
                </a:lnTo>
                <a:lnTo>
                  <a:pt x="3234528" y="167354"/>
                </a:lnTo>
                <a:lnTo>
                  <a:pt x="3250111" y="141075"/>
                </a:lnTo>
                <a:lnTo>
                  <a:pt x="3265684" y="114805"/>
                </a:lnTo>
                <a:lnTo>
                  <a:pt x="3281267" y="88525"/>
                </a:lnTo>
                <a:lnTo>
                  <a:pt x="3296841" y="62255"/>
                </a:lnTo>
                <a:lnTo>
                  <a:pt x="3312414" y="35985"/>
                </a:lnTo>
                <a:lnTo>
                  <a:pt x="3327997" y="9706"/>
                </a:lnTo>
                <a:lnTo>
                  <a:pt x="3319005" y="10963"/>
                </a:lnTo>
                <a:lnTo>
                  <a:pt x="3289468" y="18612"/>
                </a:lnTo>
                <a:lnTo>
                  <a:pt x="3259360" y="23746"/>
                </a:lnTo>
                <a:lnTo>
                  <a:pt x="3229089" y="27813"/>
                </a:lnTo>
                <a:lnTo>
                  <a:pt x="3198733" y="31223"/>
                </a:lnTo>
                <a:lnTo>
                  <a:pt x="3168329" y="34195"/>
                </a:lnTo>
                <a:lnTo>
                  <a:pt x="3137906" y="36833"/>
                </a:lnTo>
                <a:lnTo>
                  <a:pt x="3107455" y="39224"/>
                </a:lnTo>
                <a:lnTo>
                  <a:pt x="3076985" y="41396"/>
                </a:lnTo>
                <a:lnTo>
                  <a:pt x="3046505" y="43405"/>
                </a:lnTo>
                <a:lnTo>
                  <a:pt x="3016025" y="45263"/>
                </a:lnTo>
                <a:lnTo>
                  <a:pt x="2985526" y="46987"/>
                </a:lnTo>
                <a:lnTo>
                  <a:pt x="2955026" y="48606"/>
                </a:lnTo>
                <a:lnTo>
                  <a:pt x="2924518" y="50121"/>
                </a:lnTo>
                <a:lnTo>
                  <a:pt x="2894009" y="51549"/>
                </a:lnTo>
                <a:lnTo>
                  <a:pt x="2863491" y="52892"/>
                </a:lnTo>
                <a:lnTo>
                  <a:pt x="2832973" y="54169"/>
                </a:lnTo>
                <a:lnTo>
                  <a:pt x="2802455" y="55369"/>
                </a:lnTo>
                <a:lnTo>
                  <a:pt x="2771927" y="56512"/>
                </a:lnTo>
                <a:lnTo>
                  <a:pt x="2741409" y="57588"/>
                </a:lnTo>
                <a:lnTo>
                  <a:pt x="2710882" y="58617"/>
                </a:lnTo>
                <a:lnTo>
                  <a:pt x="2680354" y="59598"/>
                </a:lnTo>
                <a:lnTo>
                  <a:pt x="2649817" y="60522"/>
                </a:lnTo>
                <a:lnTo>
                  <a:pt x="2619289" y="61408"/>
                </a:lnTo>
                <a:lnTo>
                  <a:pt x="2588752" y="62246"/>
                </a:lnTo>
                <a:lnTo>
                  <a:pt x="2558225" y="63046"/>
                </a:lnTo>
                <a:lnTo>
                  <a:pt x="2527687" y="63808"/>
                </a:lnTo>
                <a:lnTo>
                  <a:pt x="2497150" y="64522"/>
                </a:lnTo>
                <a:lnTo>
                  <a:pt x="2466613" y="65208"/>
                </a:lnTo>
                <a:lnTo>
                  <a:pt x="2436076" y="65856"/>
                </a:lnTo>
                <a:lnTo>
                  <a:pt x="2405539" y="66475"/>
                </a:lnTo>
                <a:lnTo>
                  <a:pt x="2375002" y="67066"/>
                </a:lnTo>
                <a:lnTo>
                  <a:pt x="2344464" y="67618"/>
                </a:lnTo>
                <a:lnTo>
                  <a:pt x="2313918" y="68151"/>
                </a:lnTo>
                <a:lnTo>
                  <a:pt x="2283381" y="68647"/>
                </a:lnTo>
                <a:lnTo>
                  <a:pt x="2252843" y="69104"/>
                </a:lnTo>
                <a:lnTo>
                  <a:pt x="2222297" y="69552"/>
                </a:lnTo>
                <a:lnTo>
                  <a:pt x="2191760" y="69961"/>
                </a:lnTo>
                <a:lnTo>
                  <a:pt x="2161213" y="70352"/>
                </a:lnTo>
                <a:lnTo>
                  <a:pt x="2130676" y="70714"/>
                </a:lnTo>
                <a:lnTo>
                  <a:pt x="2100129" y="71047"/>
                </a:lnTo>
                <a:lnTo>
                  <a:pt x="2069592" y="71352"/>
                </a:lnTo>
                <a:lnTo>
                  <a:pt x="2039045" y="71638"/>
                </a:lnTo>
                <a:lnTo>
                  <a:pt x="2008499" y="71904"/>
                </a:lnTo>
                <a:lnTo>
                  <a:pt x="1977962" y="72152"/>
                </a:lnTo>
                <a:lnTo>
                  <a:pt x="1947415" y="72361"/>
                </a:lnTo>
                <a:lnTo>
                  <a:pt x="1916868" y="72552"/>
                </a:lnTo>
                <a:lnTo>
                  <a:pt x="1886331" y="72714"/>
                </a:lnTo>
                <a:lnTo>
                  <a:pt x="1855784" y="72857"/>
                </a:lnTo>
                <a:lnTo>
                  <a:pt x="1825238" y="73000"/>
                </a:lnTo>
                <a:lnTo>
                  <a:pt x="1794691" y="73085"/>
                </a:lnTo>
                <a:lnTo>
                  <a:pt x="1764154" y="73171"/>
                </a:lnTo>
                <a:lnTo>
                  <a:pt x="1733607" y="73238"/>
                </a:lnTo>
                <a:lnTo>
                  <a:pt x="1703060" y="73266"/>
                </a:lnTo>
                <a:lnTo>
                  <a:pt x="1672514" y="73285"/>
                </a:lnTo>
                <a:lnTo>
                  <a:pt x="1641977" y="73276"/>
                </a:lnTo>
                <a:lnTo>
                  <a:pt x="1611430" y="73247"/>
                </a:lnTo>
                <a:lnTo>
                  <a:pt x="1580883" y="73200"/>
                </a:lnTo>
                <a:lnTo>
                  <a:pt x="1550337" y="73114"/>
                </a:lnTo>
                <a:lnTo>
                  <a:pt x="1519799" y="73038"/>
                </a:lnTo>
                <a:lnTo>
                  <a:pt x="1489253" y="72914"/>
                </a:lnTo>
                <a:lnTo>
                  <a:pt x="1458706" y="72771"/>
                </a:lnTo>
                <a:lnTo>
                  <a:pt x="1428159" y="72619"/>
                </a:lnTo>
                <a:lnTo>
                  <a:pt x="1397622" y="72438"/>
                </a:lnTo>
                <a:lnTo>
                  <a:pt x="1367076" y="72228"/>
                </a:lnTo>
                <a:lnTo>
                  <a:pt x="1336529" y="71999"/>
                </a:lnTo>
                <a:lnTo>
                  <a:pt x="1305992" y="71742"/>
                </a:lnTo>
                <a:lnTo>
                  <a:pt x="1275445" y="71466"/>
                </a:lnTo>
                <a:lnTo>
                  <a:pt x="1244908" y="71161"/>
                </a:lnTo>
                <a:lnTo>
                  <a:pt x="1214361" y="70837"/>
                </a:lnTo>
                <a:lnTo>
                  <a:pt x="1183815" y="70485"/>
                </a:lnTo>
                <a:lnTo>
                  <a:pt x="1153277" y="70104"/>
                </a:lnTo>
                <a:lnTo>
                  <a:pt x="1122731" y="69704"/>
                </a:lnTo>
                <a:lnTo>
                  <a:pt x="1092194" y="69275"/>
                </a:lnTo>
                <a:lnTo>
                  <a:pt x="1061657" y="68818"/>
                </a:lnTo>
                <a:lnTo>
                  <a:pt x="1031110" y="68332"/>
                </a:lnTo>
                <a:lnTo>
                  <a:pt x="1000573" y="67818"/>
                </a:lnTo>
                <a:lnTo>
                  <a:pt x="970036" y="67275"/>
                </a:lnTo>
                <a:lnTo>
                  <a:pt x="939498" y="66704"/>
                </a:lnTo>
                <a:lnTo>
                  <a:pt x="908952" y="66094"/>
                </a:lnTo>
                <a:lnTo>
                  <a:pt x="878415" y="65456"/>
                </a:lnTo>
                <a:lnTo>
                  <a:pt x="847877" y="64780"/>
                </a:lnTo>
                <a:lnTo>
                  <a:pt x="817340" y="64075"/>
                </a:lnTo>
                <a:lnTo>
                  <a:pt x="786813" y="63322"/>
                </a:lnTo>
                <a:lnTo>
                  <a:pt x="756275" y="62541"/>
                </a:lnTo>
                <a:lnTo>
                  <a:pt x="725738" y="61722"/>
                </a:lnTo>
                <a:lnTo>
                  <a:pt x="695211" y="60855"/>
                </a:lnTo>
                <a:lnTo>
                  <a:pt x="664683" y="59941"/>
                </a:lnTo>
                <a:lnTo>
                  <a:pt x="634146" y="58988"/>
                </a:lnTo>
                <a:lnTo>
                  <a:pt x="603618" y="57979"/>
                </a:lnTo>
                <a:lnTo>
                  <a:pt x="573100" y="56912"/>
                </a:lnTo>
                <a:lnTo>
                  <a:pt x="542573" y="55797"/>
                </a:lnTo>
                <a:lnTo>
                  <a:pt x="512054" y="54616"/>
                </a:lnTo>
                <a:lnTo>
                  <a:pt x="481536" y="53369"/>
                </a:lnTo>
                <a:lnTo>
                  <a:pt x="451018" y="52054"/>
                </a:lnTo>
                <a:lnTo>
                  <a:pt x="420500" y="50654"/>
                </a:lnTo>
                <a:lnTo>
                  <a:pt x="389992" y="49178"/>
                </a:lnTo>
                <a:lnTo>
                  <a:pt x="359493" y="47596"/>
                </a:lnTo>
                <a:lnTo>
                  <a:pt x="328994" y="45911"/>
                </a:lnTo>
                <a:lnTo>
                  <a:pt x="298504" y="44110"/>
                </a:lnTo>
                <a:lnTo>
                  <a:pt x="268024" y="42158"/>
                </a:lnTo>
                <a:lnTo>
                  <a:pt x="237554" y="40043"/>
                </a:lnTo>
                <a:lnTo>
                  <a:pt x="207093" y="37748"/>
                </a:lnTo>
                <a:lnTo>
                  <a:pt x="176651" y="35204"/>
                </a:lnTo>
                <a:lnTo>
                  <a:pt x="146247" y="32366"/>
                </a:lnTo>
                <a:lnTo>
                  <a:pt x="115872" y="29127"/>
                </a:lnTo>
                <a:lnTo>
                  <a:pt x="85563" y="25337"/>
                </a:lnTo>
                <a:lnTo>
                  <a:pt x="55378" y="20679"/>
                </a:lnTo>
                <a:lnTo>
                  <a:pt x="25517" y="14297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34" name="funnel-step-cap-0">
            <a:extLst xmlns:a="http://schemas.openxmlformats.org/drawingml/2006/main">
              <a:ext uri="{FF2B5EF4-FFF2-40B4-BE49-F238E27FC236}">
                <a16:creationId xmlns:a16="http://schemas.microsoft.com/office/drawing/2014/main" id="{53C9FA74-700F-46D6-843D-B1B2FFE38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52750" y="2410358"/>
            <a:ext cx="3333750" cy="2084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35" name="funnel-step-body-1">
            <a:extLst xmlns:a="http://schemas.openxmlformats.org/drawingml/2006/main">
              <a:ext uri="{FF2B5EF4-FFF2-40B4-BE49-F238E27FC236}">
                <a16:creationId xmlns:a16="http://schemas.microsoft.com/office/drawing/2014/main" id="{61743F6C-93CF-43EA-A787-C7544D55B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281077" y="3242310"/>
            <a:ext cx="2676249" cy="627078"/>
          </a:xfrm>
          <a:custGeom xmlns:a="http://schemas.openxmlformats.org/drawingml/2006/main">
            <a:pathLst>
              <a:path w="2676249" h="627078">
                <a:moveTo>
                  <a:pt x="0" y="0"/>
                </a:moveTo>
                <a:lnTo>
                  <a:pt x="10516" y="23165"/>
                </a:lnTo>
                <a:lnTo>
                  <a:pt x="21022" y="46330"/>
                </a:lnTo>
                <a:lnTo>
                  <a:pt x="31537" y="69494"/>
                </a:lnTo>
                <a:lnTo>
                  <a:pt x="42043" y="92659"/>
                </a:lnTo>
                <a:lnTo>
                  <a:pt x="52559" y="115824"/>
                </a:lnTo>
                <a:lnTo>
                  <a:pt x="63065" y="138998"/>
                </a:lnTo>
                <a:lnTo>
                  <a:pt x="73581" y="162163"/>
                </a:lnTo>
                <a:lnTo>
                  <a:pt x="84087" y="185328"/>
                </a:lnTo>
                <a:lnTo>
                  <a:pt x="94602" y="208493"/>
                </a:lnTo>
                <a:lnTo>
                  <a:pt x="105108" y="231658"/>
                </a:lnTo>
                <a:lnTo>
                  <a:pt x="115624" y="254822"/>
                </a:lnTo>
                <a:lnTo>
                  <a:pt x="126130" y="277987"/>
                </a:lnTo>
                <a:lnTo>
                  <a:pt x="136646" y="301152"/>
                </a:lnTo>
                <a:lnTo>
                  <a:pt x="147152" y="324317"/>
                </a:lnTo>
                <a:lnTo>
                  <a:pt x="157667" y="347482"/>
                </a:lnTo>
                <a:lnTo>
                  <a:pt x="168173" y="370656"/>
                </a:lnTo>
                <a:lnTo>
                  <a:pt x="178689" y="393821"/>
                </a:lnTo>
                <a:lnTo>
                  <a:pt x="189195" y="416985"/>
                </a:lnTo>
                <a:lnTo>
                  <a:pt x="199711" y="440150"/>
                </a:lnTo>
                <a:lnTo>
                  <a:pt x="210217" y="463315"/>
                </a:lnTo>
                <a:lnTo>
                  <a:pt x="220732" y="486480"/>
                </a:lnTo>
                <a:lnTo>
                  <a:pt x="231238" y="509645"/>
                </a:lnTo>
                <a:lnTo>
                  <a:pt x="241754" y="532809"/>
                </a:lnTo>
                <a:lnTo>
                  <a:pt x="251698" y="556146"/>
                </a:lnTo>
                <a:lnTo>
                  <a:pt x="272405" y="569814"/>
                </a:lnTo>
                <a:lnTo>
                  <a:pt x="296847" y="576853"/>
                </a:lnTo>
                <a:lnTo>
                  <a:pt x="321755" y="581997"/>
                </a:lnTo>
                <a:lnTo>
                  <a:pt x="346843" y="586169"/>
                </a:lnTo>
                <a:lnTo>
                  <a:pt x="372037" y="589721"/>
                </a:lnTo>
                <a:lnTo>
                  <a:pt x="397278" y="592817"/>
                </a:lnTo>
                <a:lnTo>
                  <a:pt x="422567" y="595579"/>
                </a:lnTo>
                <a:lnTo>
                  <a:pt x="447885" y="598065"/>
                </a:lnTo>
                <a:lnTo>
                  <a:pt x="473221" y="600332"/>
                </a:lnTo>
                <a:lnTo>
                  <a:pt x="498577" y="602409"/>
                </a:lnTo>
                <a:lnTo>
                  <a:pt x="523942" y="604323"/>
                </a:lnTo>
                <a:lnTo>
                  <a:pt x="549326" y="606095"/>
                </a:lnTo>
                <a:lnTo>
                  <a:pt x="574710" y="607752"/>
                </a:lnTo>
                <a:lnTo>
                  <a:pt x="600104" y="609286"/>
                </a:lnTo>
                <a:lnTo>
                  <a:pt x="625497" y="610724"/>
                </a:lnTo>
                <a:lnTo>
                  <a:pt x="650900" y="612067"/>
                </a:lnTo>
                <a:lnTo>
                  <a:pt x="676313" y="613324"/>
                </a:lnTo>
                <a:lnTo>
                  <a:pt x="701726" y="614496"/>
                </a:lnTo>
                <a:lnTo>
                  <a:pt x="727139" y="615610"/>
                </a:lnTo>
                <a:lnTo>
                  <a:pt x="752551" y="616649"/>
                </a:lnTo>
                <a:lnTo>
                  <a:pt x="777973" y="617620"/>
                </a:lnTo>
                <a:lnTo>
                  <a:pt x="803396" y="618534"/>
                </a:lnTo>
                <a:lnTo>
                  <a:pt x="828818" y="619382"/>
                </a:lnTo>
                <a:lnTo>
                  <a:pt x="854250" y="620182"/>
                </a:lnTo>
                <a:lnTo>
                  <a:pt x="879672" y="620935"/>
                </a:lnTo>
                <a:lnTo>
                  <a:pt x="905104" y="621630"/>
                </a:lnTo>
                <a:lnTo>
                  <a:pt x="930535" y="622278"/>
                </a:lnTo>
                <a:lnTo>
                  <a:pt x="955967" y="622887"/>
                </a:lnTo>
                <a:lnTo>
                  <a:pt x="981399" y="623440"/>
                </a:lnTo>
                <a:lnTo>
                  <a:pt x="1006831" y="623954"/>
                </a:lnTo>
                <a:lnTo>
                  <a:pt x="1032262" y="624430"/>
                </a:lnTo>
                <a:lnTo>
                  <a:pt x="1057704" y="624859"/>
                </a:lnTo>
                <a:lnTo>
                  <a:pt x="1083135" y="625250"/>
                </a:lnTo>
                <a:lnTo>
                  <a:pt x="1108577" y="625602"/>
                </a:lnTo>
                <a:lnTo>
                  <a:pt x="1134008" y="625916"/>
                </a:lnTo>
                <a:lnTo>
                  <a:pt x="1159450" y="626183"/>
                </a:lnTo>
                <a:lnTo>
                  <a:pt x="1184881" y="626421"/>
                </a:lnTo>
                <a:lnTo>
                  <a:pt x="1210323" y="626621"/>
                </a:lnTo>
                <a:lnTo>
                  <a:pt x="1235764" y="626783"/>
                </a:lnTo>
                <a:lnTo>
                  <a:pt x="1261205" y="626916"/>
                </a:lnTo>
                <a:lnTo>
                  <a:pt x="1286637" y="627002"/>
                </a:lnTo>
                <a:lnTo>
                  <a:pt x="1312078" y="627059"/>
                </a:lnTo>
                <a:lnTo>
                  <a:pt x="1337520" y="627078"/>
                </a:lnTo>
                <a:lnTo>
                  <a:pt x="1362951" y="627059"/>
                </a:lnTo>
                <a:lnTo>
                  <a:pt x="1388393" y="627012"/>
                </a:lnTo>
                <a:lnTo>
                  <a:pt x="1413834" y="626926"/>
                </a:lnTo>
                <a:lnTo>
                  <a:pt x="1439275" y="626802"/>
                </a:lnTo>
                <a:lnTo>
                  <a:pt x="1464707" y="626640"/>
                </a:lnTo>
                <a:lnTo>
                  <a:pt x="1490148" y="626440"/>
                </a:lnTo>
                <a:lnTo>
                  <a:pt x="1515589" y="626212"/>
                </a:lnTo>
                <a:lnTo>
                  <a:pt x="1541021" y="625935"/>
                </a:lnTo>
                <a:lnTo>
                  <a:pt x="1566462" y="625631"/>
                </a:lnTo>
                <a:lnTo>
                  <a:pt x="1591894" y="625278"/>
                </a:lnTo>
                <a:lnTo>
                  <a:pt x="1617335" y="624897"/>
                </a:lnTo>
                <a:lnTo>
                  <a:pt x="1642767" y="624469"/>
                </a:lnTo>
                <a:lnTo>
                  <a:pt x="1668199" y="623992"/>
                </a:lnTo>
                <a:lnTo>
                  <a:pt x="1693640" y="623487"/>
                </a:lnTo>
                <a:lnTo>
                  <a:pt x="1719072" y="622935"/>
                </a:lnTo>
                <a:lnTo>
                  <a:pt x="1744504" y="622335"/>
                </a:lnTo>
                <a:lnTo>
                  <a:pt x="1769936" y="621687"/>
                </a:lnTo>
                <a:lnTo>
                  <a:pt x="1795358" y="620992"/>
                </a:lnTo>
                <a:lnTo>
                  <a:pt x="1820789" y="620249"/>
                </a:lnTo>
                <a:lnTo>
                  <a:pt x="1846212" y="619449"/>
                </a:lnTo>
                <a:lnTo>
                  <a:pt x="1871643" y="618601"/>
                </a:lnTo>
                <a:lnTo>
                  <a:pt x="1897066" y="617696"/>
                </a:lnTo>
                <a:lnTo>
                  <a:pt x="1922478" y="616734"/>
                </a:lnTo>
                <a:lnTo>
                  <a:pt x="1947901" y="615696"/>
                </a:lnTo>
                <a:lnTo>
                  <a:pt x="1973313" y="614591"/>
                </a:lnTo>
                <a:lnTo>
                  <a:pt x="1998726" y="613420"/>
                </a:lnTo>
                <a:lnTo>
                  <a:pt x="2024139" y="612172"/>
                </a:lnTo>
                <a:lnTo>
                  <a:pt x="2049542" y="610838"/>
                </a:lnTo>
                <a:lnTo>
                  <a:pt x="2074936" y="609400"/>
                </a:lnTo>
                <a:lnTo>
                  <a:pt x="2100329" y="607876"/>
                </a:lnTo>
                <a:lnTo>
                  <a:pt x="2125713" y="606238"/>
                </a:lnTo>
                <a:lnTo>
                  <a:pt x="2151097" y="604466"/>
                </a:lnTo>
                <a:lnTo>
                  <a:pt x="2176463" y="602571"/>
                </a:lnTo>
                <a:lnTo>
                  <a:pt x="2201818" y="600513"/>
                </a:lnTo>
                <a:lnTo>
                  <a:pt x="2227155" y="598256"/>
                </a:lnTo>
                <a:lnTo>
                  <a:pt x="2252472" y="595789"/>
                </a:lnTo>
                <a:lnTo>
                  <a:pt x="2277761" y="593055"/>
                </a:lnTo>
                <a:lnTo>
                  <a:pt x="2303021" y="589988"/>
                </a:lnTo>
                <a:lnTo>
                  <a:pt x="2328215" y="586483"/>
                </a:lnTo>
                <a:lnTo>
                  <a:pt x="2353313" y="582368"/>
                </a:lnTo>
                <a:lnTo>
                  <a:pt x="2378250" y="577320"/>
                </a:lnTo>
                <a:lnTo>
                  <a:pt x="2402748" y="570509"/>
                </a:lnTo>
                <a:lnTo>
                  <a:pt x="2424465" y="557975"/>
                </a:lnTo>
                <a:lnTo>
                  <a:pt x="2434495" y="534686"/>
                </a:lnTo>
                <a:lnTo>
                  <a:pt x="2445001" y="511521"/>
                </a:lnTo>
                <a:lnTo>
                  <a:pt x="2455516" y="488356"/>
                </a:lnTo>
                <a:lnTo>
                  <a:pt x="2466023" y="465191"/>
                </a:lnTo>
                <a:lnTo>
                  <a:pt x="2476538" y="442027"/>
                </a:lnTo>
                <a:lnTo>
                  <a:pt x="2487044" y="418862"/>
                </a:lnTo>
                <a:lnTo>
                  <a:pt x="2497560" y="395697"/>
                </a:lnTo>
                <a:lnTo>
                  <a:pt x="2508066" y="372532"/>
                </a:lnTo>
                <a:lnTo>
                  <a:pt x="2518581" y="349367"/>
                </a:lnTo>
                <a:lnTo>
                  <a:pt x="2529088" y="326203"/>
                </a:lnTo>
                <a:lnTo>
                  <a:pt x="2539603" y="303028"/>
                </a:lnTo>
                <a:lnTo>
                  <a:pt x="2550109" y="279864"/>
                </a:lnTo>
                <a:lnTo>
                  <a:pt x="2560625" y="256699"/>
                </a:lnTo>
                <a:lnTo>
                  <a:pt x="2571131" y="233534"/>
                </a:lnTo>
                <a:lnTo>
                  <a:pt x="2581646" y="210369"/>
                </a:lnTo>
                <a:lnTo>
                  <a:pt x="2592153" y="187204"/>
                </a:lnTo>
                <a:lnTo>
                  <a:pt x="2602668" y="164040"/>
                </a:lnTo>
                <a:lnTo>
                  <a:pt x="2613174" y="140875"/>
                </a:lnTo>
                <a:lnTo>
                  <a:pt x="2623690" y="117710"/>
                </a:lnTo>
                <a:lnTo>
                  <a:pt x="2634196" y="94545"/>
                </a:lnTo>
                <a:lnTo>
                  <a:pt x="2644712" y="71371"/>
                </a:lnTo>
                <a:lnTo>
                  <a:pt x="2655227" y="48206"/>
                </a:lnTo>
                <a:lnTo>
                  <a:pt x="2665733" y="25041"/>
                </a:lnTo>
                <a:lnTo>
                  <a:pt x="2676249" y="1876"/>
                </a:lnTo>
                <a:lnTo>
                  <a:pt x="2659266" y="13364"/>
                </a:lnTo>
                <a:lnTo>
                  <a:pt x="2634777" y="20203"/>
                </a:lnTo>
                <a:lnTo>
                  <a:pt x="2609821" y="25098"/>
                </a:lnTo>
                <a:lnTo>
                  <a:pt x="2584685" y="29042"/>
                </a:lnTo>
                <a:lnTo>
                  <a:pt x="2559472" y="32385"/>
                </a:lnTo>
                <a:lnTo>
                  <a:pt x="2534202" y="35319"/>
                </a:lnTo>
                <a:lnTo>
                  <a:pt x="2508895" y="37929"/>
                </a:lnTo>
                <a:lnTo>
                  <a:pt x="2483568" y="40300"/>
                </a:lnTo>
                <a:lnTo>
                  <a:pt x="2458222" y="42462"/>
                </a:lnTo>
                <a:lnTo>
                  <a:pt x="2432866" y="44453"/>
                </a:lnTo>
                <a:lnTo>
                  <a:pt x="2407491" y="46292"/>
                </a:lnTo>
                <a:lnTo>
                  <a:pt x="2382107" y="48006"/>
                </a:lnTo>
                <a:lnTo>
                  <a:pt x="2356723" y="49616"/>
                </a:lnTo>
                <a:lnTo>
                  <a:pt x="2331329" y="51130"/>
                </a:lnTo>
                <a:lnTo>
                  <a:pt x="2305926" y="52549"/>
                </a:lnTo>
                <a:lnTo>
                  <a:pt x="2280523" y="53883"/>
                </a:lnTo>
                <a:lnTo>
                  <a:pt x="2255120" y="55150"/>
                </a:lnTo>
                <a:lnTo>
                  <a:pt x="2229707" y="56340"/>
                </a:lnTo>
                <a:lnTo>
                  <a:pt x="2204295" y="57464"/>
                </a:lnTo>
                <a:lnTo>
                  <a:pt x="2178872" y="58541"/>
                </a:lnTo>
                <a:lnTo>
                  <a:pt x="2153460" y="59550"/>
                </a:lnTo>
                <a:lnTo>
                  <a:pt x="2128037" y="60512"/>
                </a:lnTo>
                <a:lnTo>
                  <a:pt x="2102615" y="61436"/>
                </a:lnTo>
                <a:lnTo>
                  <a:pt x="2077193" y="62303"/>
                </a:lnTo>
                <a:lnTo>
                  <a:pt x="2051761" y="63122"/>
                </a:lnTo>
                <a:lnTo>
                  <a:pt x="2026339" y="63913"/>
                </a:lnTo>
                <a:lnTo>
                  <a:pt x="2000907" y="64656"/>
                </a:lnTo>
                <a:lnTo>
                  <a:pt x="1975485" y="65351"/>
                </a:lnTo>
                <a:lnTo>
                  <a:pt x="1950053" y="66018"/>
                </a:lnTo>
                <a:lnTo>
                  <a:pt x="1924622" y="66646"/>
                </a:lnTo>
                <a:lnTo>
                  <a:pt x="1899190" y="67247"/>
                </a:lnTo>
                <a:lnTo>
                  <a:pt x="1873758" y="67808"/>
                </a:lnTo>
                <a:lnTo>
                  <a:pt x="1848326" y="68342"/>
                </a:lnTo>
                <a:lnTo>
                  <a:pt x="1822885" y="68847"/>
                </a:lnTo>
                <a:lnTo>
                  <a:pt x="1797453" y="69323"/>
                </a:lnTo>
                <a:lnTo>
                  <a:pt x="1772021" y="69761"/>
                </a:lnTo>
                <a:lnTo>
                  <a:pt x="1746580" y="70180"/>
                </a:lnTo>
                <a:lnTo>
                  <a:pt x="1721148" y="70561"/>
                </a:lnTo>
                <a:lnTo>
                  <a:pt x="1695707" y="70923"/>
                </a:lnTo>
                <a:lnTo>
                  <a:pt x="1670275" y="71257"/>
                </a:lnTo>
                <a:lnTo>
                  <a:pt x="1644834" y="71561"/>
                </a:lnTo>
                <a:lnTo>
                  <a:pt x="1619402" y="71838"/>
                </a:lnTo>
                <a:lnTo>
                  <a:pt x="1593961" y="72095"/>
                </a:lnTo>
                <a:lnTo>
                  <a:pt x="1568529" y="72323"/>
                </a:lnTo>
                <a:lnTo>
                  <a:pt x="1543088" y="72523"/>
                </a:lnTo>
                <a:lnTo>
                  <a:pt x="1517647" y="72704"/>
                </a:lnTo>
                <a:lnTo>
                  <a:pt x="1492215" y="72866"/>
                </a:lnTo>
                <a:lnTo>
                  <a:pt x="1466774" y="72990"/>
                </a:lnTo>
                <a:lnTo>
                  <a:pt x="1441333" y="73095"/>
                </a:lnTo>
                <a:lnTo>
                  <a:pt x="1415891" y="73181"/>
                </a:lnTo>
                <a:lnTo>
                  <a:pt x="1390460" y="73238"/>
                </a:lnTo>
                <a:lnTo>
                  <a:pt x="1365018" y="73276"/>
                </a:lnTo>
                <a:lnTo>
                  <a:pt x="1339577" y="73295"/>
                </a:lnTo>
                <a:lnTo>
                  <a:pt x="1314136" y="73285"/>
                </a:lnTo>
                <a:lnTo>
                  <a:pt x="1288704" y="73247"/>
                </a:lnTo>
                <a:lnTo>
                  <a:pt x="1263263" y="73190"/>
                </a:lnTo>
                <a:lnTo>
                  <a:pt x="1237821" y="73104"/>
                </a:lnTo>
                <a:lnTo>
                  <a:pt x="1212390" y="73009"/>
                </a:lnTo>
                <a:lnTo>
                  <a:pt x="1186948" y="72876"/>
                </a:lnTo>
                <a:lnTo>
                  <a:pt x="1161507" y="72714"/>
                </a:lnTo>
                <a:lnTo>
                  <a:pt x="1136066" y="72542"/>
                </a:lnTo>
                <a:lnTo>
                  <a:pt x="1110634" y="72342"/>
                </a:lnTo>
                <a:lnTo>
                  <a:pt x="1085193" y="72114"/>
                </a:lnTo>
                <a:lnTo>
                  <a:pt x="1059752" y="71866"/>
                </a:lnTo>
                <a:lnTo>
                  <a:pt x="1034320" y="71580"/>
                </a:lnTo>
                <a:lnTo>
                  <a:pt x="1008878" y="71276"/>
                </a:lnTo>
                <a:lnTo>
                  <a:pt x="983447" y="70952"/>
                </a:lnTo>
                <a:lnTo>
                  <a:pt x="958005" y="70590"/>
                </a:lnTo>
                <a:lnTo>
                  <a:pt x="932574" y="70209"/>
                </a:lnTo>
                <a:lnTo>
                  <a:pt x="907142" y="69799"/>
                </a:lnTo>
                <a:lnTo>
                  <a:pt x="881701" y="69361"/>
                </a:lnTo>
                <a:lnTo>
                  <a:pt x="856269" y="68885"/>
                </a:lnTo>
                <a:lnTo>
                  <a:pt x="830837" y="68390"/>
                </a:lnTo>
                <a:lnTo>
                  <a:pt x="805405" y="67856"/>
                </a:lnTo>
                <a:lnTo>
                  <a:pt x="779964" y="67294"/>
                </a:lnTo>
                <a:lnTo>
                  <a:pt x="754532" y="66704"/>
                </a:lnTo>
                <a:lnTo>
                  <a:pt x="729101" y="66075"/>
                </a:lnTo>
                <a:lnTo>
                  <a:pt x="703678" y="65408"/>
                </a:lnTo>
                <a:lnTo>
                  <a:pt x="678247" y="64713"/>
                </a:lnTo>
                <a:lnTo>
                  <a:pt x="652815" y="63970"/>
                </a:lnTo>
                <a:lnTo>
                  <a:pt x="627393" y="63189"/>
                </a:lnTo>
                <a:lnTo>
                  <a:pt x="601970" y="62370"/>
                </a:lnTo>
                <a:lnTo>
                  <a:pt x="576539" y="61503"/>
                </a:lnTo>
                <a:lnTo>
                  <a:pt x="551117" y="60589"/>
                </a:lnTo>
                <a:lnTo>
                  <a:pt x="525694" y="59636"/>
                </a:lnTo>
                <a:lnTo>
                  <a:pt x="500282" y="58617"/>
                </a:lnTo>
                <a:lnTo>
                  <a:pt x="474859" y="57560"/>
                </a:lnTo>
                <a:lnTo>
                  <a:pt x="449447" y="56426"/>
                </a:lnTo>
                <a:lnTo>
                  <a:pt x="424034" y="55245"/>
                </a:lnTo>
                <a:lnTo>
                  <a:pt x="398631" y="53988"/>
                </a:lnTo>
                <a:lnTo>
                  <a:pt x="373228" y="52664"/>
                </a:lnTo>
                <a:lnTo>
                  <a:pt x="347824" y="51245"/>
                </a:lnTo>
                <a:lnTo>
                  <a:pt x="322431" y="49740"/>
                </a:lnTo>
                <a:lnTo>
                  <a:pt x="297047" y="48139"/>
                </a:lnTo>
                <a:lnTo>
                  <a:pt x="271663" y="46444"/>
                </a:lnTo>
                <a:lnTo>
                  <a:pt x="246288" y="44606"/>
                </a:lnTo>
                <a:lnTo>
                  <a:pt x="220932" y="42624"/>
                </a:lnTo>
                <a:lnTo>
                  <a:pt x="195577" y="40481"/>
                </a:lnTo>
                <a:lnTo>
                  <a:pt x="170250" y="38129"/>
                </a:lnTo>
                <a:lnTo>
                  <a:pt x="144942" y="35538"/>
                </a:lnTo>
                <a:lnTo>
                  <a:pt x="119672" y="32633"/>
                </a:lnTo>
                <a:lnTo>
                  <a:pt x="94450" y="29327"/>
                </a:lnTo>
                <a:lnTo>
                  <a:pt x="69313" y="25451"/>
                </a:lnTo>
                <a:lnTo>
                  <a:pt x="44329" y="20650"/>
                </a:lnTo>
                <a:lnTo>
                  <a:pt x="19774" y="14049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36" name="funnel-step-cap-1">
            <a:extLst xmlns:a="http://schemas.openxmlformats.org/drawingml/2006/main">
              <a:ext uri="{FF2B5EF4-FFF2-40B4-BE49-F238E27FC236}">
                <a16:creationId xmlns:a16="http://schemas.microsoft.com/office/drawing/2014/main" id="{BA033A0F-089F-4517-82BC-EDA3C86CC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281067" y="3138068"/>
            <a:ext cx="2677106" cy="2084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37" name="funnel-step-body-2">
            <a:extLst xmlns:a="http://schemas.openxmlformats.org/drawingml/2006/main">
              <a:ext uri="{FF2B5EF4-FFF2-40B4-BE49-F238E27FC236}">
                <a16:creationId xmlns:a16="http://schemas.microsoft.com/office/drawing/2014/main" id="{1FFFD427-E5DA-4552-80A5-8995724ED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532346" y="3970020"/>
            <a:ext cx="2171271" cy="627069"/>
          </a:xfrm>
          <a:custGeom xmlns:a="http://schemas.openxmlformats.org/drawingml/2006/main">
            <a:pathLst>
              <a:path w="2171271" h="627069">
                <a:moveTo>
                  <a:pt x="0" y="0"/>
                </a:moveTo>
                <a:lnTo>
                  <a:pt x="8163" y="19774"/>
                </a:lnTo>
                <a:lnTo>
                  <a:pt x="16326" y="39548"/>
                </a:lnTo>
                <a:lnTo>
                  <a:pt x="24489" y="59312"/>
                </a:lnTo>
                <a:lnTo>
                  <a:pt x="32652" y="79086"/>
                </a:lnTo>
                <a:lnTo>
                  <a:pt x="40805" y="98860"/>
                </a:lnTo>
                <a:lnTo>
                  <a:pt x="48968" y="118634"/>
                </a:lnTo>
                <a:lnTo>
                  <a:pt x="57131" y="138408"/>
                </a:lnTo>
                <a:lnTo>
                  <a:pt x="65294" y="158182"/>
                </a:lnTo>
                <a:lnTo>
                  <a:pt x="73457" y="177946"/>
                </a:lnTo>
                <a:lnTo>
                  <a:pt x="81620" y="197720"/>
                </a:lnTo>
                <a:lnTo>
                  <a:pt x="89783" y="217494"/>
                </a:lnTo>
                <a:lnTo>
                  <a:pt x="97946" y="237268"/>
                </a:lnTo>
                <a:lnTo>
                  <a:pt x="106109" y="257042"/>
                </a:lnTo>
                <a:lnTo>
                  <a:pt x="114271" y="276816"/>
                </a:lnTo>
                <a:lnTo>
                  <a:pt x="122425" y="296580"/>
                </a:lnTo>
                <a:lnTo>
                  <a:pt x="130588" y="316354"/>
                </a:lnTo>
                <a:lnTo>
                  <a:pt x="138751" y="336128"/>
                </a:lnTo>
                <a:lnTo>
                  <a:pt x="146914" y="355902"/>
                </a:lnTo>
                <a:lnTo>
                  <a:pt x="155077" y="375676"/>
                </a:lnTo>
                <a:lnTo>
                  <a:pt x="163239" y="395449"/>
                </a:lnTo>
                <a:lnTo>
                  <a:pt x="171402" y="415214"/>
                </a:lnTo>
                <a:lnTo>
                  <a:pt x="179565" y="434988"/>
                </a:lnTo>
                <a:lnTo>
                  <a:pt x="187728" y="454762"/>
                </a:lnTo>
                <a:lnTo>
                  <a:pt x="195882" y="474536"/>
                </a:lnTo>
                <a:lnTo>
                  <a:pt x="204045" y="494309"/>
                </a:lnTo>
                <a:lnTo>
                  <a:pt x="212207" y="514083"/>
                </a:lnTo>
                <a:lnTo>
                  <a:pt x="220370" y="533848"/>
                </a:lnTo>
                <a:lnTo>
                  <a:pt x="228533" y="553622"/>
                </a:lnTo>
                <a:lnTo>
                  <a:pt x="242526" y="568481"/>
                </a:lnTo>
                <a:lnTo>
                  <a:pt x="262452" y="576196"/>
                </a:lnTo>
                <a:lnTo>
                  <a:pt x="283112" y="581730"/>
                </a:lnTo>
                <a:lnTo>
                  <a:pt x="304038" y="586169"/>
                </a:lnTo>
                <a:lnTo>
                  <a:pt x="325098" y="589902"/>
                </a:lnTo>
                <a:lnTo>
                  <a:pt x="346234" y="593160"/>
                </a:lnTo>
                <a:lnTo>
                  <a:pt x="367436" y="596036"/>
                </a:lnTo>
                <a:lnTo>
                  <a:pt x="388668" y="598627"/>
                </a:lnTo>
                <a:lnTo>
                  <a:pt x="409927" y="600980"/>
                </a:lnTo>
                <a:lnTo>
                  <a:pt x="431206" y="603123"/>
                </a:lnTo>
                <a:lnTo>
                  <a:pt x="452504" y="605104"/>
                </a:lnTo>
                <a:lnTo>
                  <a:pt x="473821" y="606923"/>
                </a:lnTo>
                <a:lnTo>
                  <a:pt x="495148" y="608619"/>
                </a:lnTo>
                <a:lnTo>
                  <a:pt x="516474" y="610181"/>
                </a:lnTo>
                <a:lnTo>
                  <a:pt x="537820" y="611648"/>
                </a:lnTo>
                <a:lnTo>
                  <a:pt x="559165" y="613010"/>
                </a:lnTo>
                <a:lnTo>
                  <a:pt x="580520" y="614286"/>
                </a:lnTo>
                <a:lnTo>
                  <a:pt x="601875" y="615467"/>
                </a:lnTo>
                <a:lnTo>
                  <a:pt x="623240" y="616582"/>
                </a:lnTo>
                <a:lnTo>
                  <a:pt x="644604" y="617630"/>
                </a:lnTo>
                <a:lnTo>
                  <a:pt x="665969" y="618592"/>
                </a:lnTo>
                <a:lnTo>
                  <a:pt x="687343" y="619496"/>
                </a:lnTo>
                <a:lnTo>
                  <a:pt x="708717" y="620335"/>
                </a:lnTo>
                <a:lnTo>
                  <a:pt x="730091" y="621116"/>
                </a:lnTo>
                <a:lnTo>
                  <a:pt x="751475" y="621849"/>
                </a:lnTo>
                <a:lnTo>
                  <a:pt x="772849" y="622525"/>
                </a:lnTo>
                <a:lnTo>
                  <a:pt x="794233" y="623145"/>
                </a:lnTo>
                <a:lnTo>
                  <a:pt x="815616" y="623716"/>
                </a:lnTo>
                <a:lnTo>
                  <a:pt x="837000" y="624230"/>
                </a:lnTo>
                <a:lnTo>
                  <a:pt x="858383" y="624707"/>
                </a:lnTo>
                <a:lnTo>
                  <a:pt x="879777" y="625135"/>
                </a:lnTo>
                <a:lnTo>
                  <a:pt x="901160" y="625526"/>
                </a:lnTo>
                <a:lnTo>
                  <a:pt x="922544" y="625859"/>
                </a:lnTo>
                <a:lnTo>
                  <a:pt x="943937" y="626164"/>
                </a:lnTo>
                <a:lnTo>
                  <a:pt x="965321" y="626412"/>
                </a:lnTo>
                <a:lnTo>
                  <a:pt x="986714" y="626631"/>
                </a:lnTo>
                <a:lnTo>
                  <a:pt x="1008107" y="626802"/>
                </a:lnTo>
                <a:lnTo>
                  <a:pt x="1029491" y="626926"/>
                </a:lnTo>
                <a:lnTo>
                  <a:pt x="1050884" y="627021"/>
                </a:lnTo>
                <a:lnTo>
                  <a:pt x="1072277" y="627069"/>
                </a:lnTo>
                <a:lnTo>
                  <a:pt x="1093670" y="627069"/>
                </a:lnTo>
                <a:lnTo>
                  <a:pt x="1115054" y="627040"/>
                </a:lnTo>
                <a:lnTo>
                  <a:pt x="1136447" y="626964"/>
                </a:lnTo>
                <a:lnTo>
                  <a:pt x="1157840" y="626850"/>
                </a:lnTo>
                <a:lnTo>
                  <a:pt x="1179224" y="626697"/>
                </a:lnTo>
                <a:lnTo>
                  <a:pt x="1200617" y="626507"/>
                </a:lnTo>
                <a:lnTo>
                  <a:pt x="1222010" y="626269"/>
                </a:lnTo>
                <a:lnTo>
                  <a:pt x="1243394" y="625993"/>
                </a:lnTo>
                <a:lnTo>
                  <a:pt x="1264787" y="625669"/>
                </a:lnTo>
                <a:lnTo>
                  <a:pt x="1286170" y="625297"/>
                </a:lnTo>
                <a:lnTo>
                  <a:pt x="1307554" y="624888"/>
                </a:lnTo>
                <a:lnTo>
                  <a:pt x="1328947" y="624430"/>
                </a:lnTo>
                <a:lnTo>
                  <a:pt x="1350331" y="623926"/>
                </a:lnTo>
                <a:lnTo>
                  <a:pt x="1371714" y="623373"/>
                </a:lnTo>
                <a:lnTo>
                  <a:pt x="1393098" y="622773"/>
                </a:lnTo>
                <a:lnTo>
                  <a:pt x="1414472" y="622125"/>
                </a:lnTo>
                <a:lnTo>
                  <a:pt x="1435856" y="621421"/>
                </a:lnTo>
                <a:lnTo>
                  <a:pt x="1457230" y="620659"/>
                </a:lnTo>
                <a:lnTo>
                  <a:pt x="1478604" y="619839"/>
                </a:lnTo>
                <a:lnTo>
                  <a:pt x="1499978" y="618963"/>
                </a:lnTo>
                <a:lnTo>
                  <a:pt x="1521352" y="618020"/>
                </a:lnTo>
                <a:lnTo>
                  <a:pt x="1542717" y="617010"/>
                </a:lnTo>
                <a:lnTo>
                  <a:pt x="1564081" y="615934"/>
                </a:lnTo>
                <a:lnTo>
                  <a:pt x="1585436" y="614772"/>
                </a:lnTo>
                <a:lnTo>
                  <a:pt x="1606791" y="613534"/>
                </a:lnTo>
                <a:lnTo>
                  <a:pt x="1628146" y="612210"/>
                </a:lnTo>
                <a:lnTo>
                  <a:pt x="1649482" y="610791"/>
                </a:lnTo>
                <a:lnTo>
                  <a:pt x="1670818" y="609257"/>
                </a:lnTo>
                <a:lnTo>
                  <a:pt x="1692145" y="607619"/>
                </a:lnTo>
                <a:lnTo>
                  <a:pt x="1713462" y="605847"/>
                </a:lnTo>
                <a:lnTo>
                  <a:pt x="1734769" y="603942"/>
                </a:lnTo>
                <a:lnTo>
                  <a:pt x="1756058" y="601866"/>
                </a:lnTo>
                <a:lnTo>
                  <a:pt x="1777327" y="599599"/>
                </a:lnTo>
                <a:lnTo>
                  <a:pt x="1798577" y="597113"/>
                </a:lnTo>
                <a:lnTo>
                  <a:pt x="1819789" y="594360"/>
                </a:lnTo>
                <a:lnTo>
                  <a:pt x="1840954" y="591264"/>
                </a:lnTo>
                <a:lnTo>
                  <a:pt x="1862052" y="587740"/>
                </a:lnTo>
                <a:lnTo>
                  <a:pt x="1883045" y="583616"/>
                </a:lnTo>
                <a:lnTo>
                  <a:pt x="1903828" y="578606"/>
                </a:lnTo>
                <a:lnTo>
                  <a:pt x="1924164" y="571995"/>
                </a:lnTo>
                <a:lnTo>
                  <a:pt x="1942490" y="561251"/>
                </a:lnTo>
                <a:lnTo>
                  <a:pt x="1950901" y="541811"/>
                </a:lnTo>
                <a:lnTo>
                  <a:pt x="1959064" y="522046"/>
                </a:lnTo>
                <a:lnTo>
                  <a:pt x="1967227" y="502272"/>
                </a:lnTo>
                <a:lnTo>
                  <a:pt x="1975380" y="482498"/>
                </a:lnTo>
                <a:lnTo>
                  <a:pt x="1983543" y="462725"/>
                </a:lnTo>
                <a:lnTo>
                  <a:pt x="1991706" y="442951"/>
                </a:lnTo>
                <a:lnTo>
                  <a:pt x="1999869" y="423177"/>
                </a:lnTo>
                <a:lnTo>
                  <a:pt x="2008032" y="403412"/>
                </a:lnTo>
                <a:lnTo>
                  <a:pt x="2016195" y="383638"/>
                </a:lnTo>
                <a:lnTo>
                  <a:pt x="2024358" y="363865"/>
                </a:lnTo>
                <a:lnTo>
                  <a:pt x="2032521" y="344091"/>
                </a:lnTo>
                <a:lnTo>
                  <a:pt x="2040684" y="324317"/>
                </a:lnTo>
                <a:lnTo>
                  <a:pt x="2048837" y="304543"/>
                </a:lnTo>
                <a:lnTo>
                  <a:pt x="2057000" y="284778"/>
                </a:lnTo>
                <a:lnTo>
                  <a:pt x="2065163" y="265005"/>
                </a:lnTo>
                <a:lnTo>
                  <a:pt x="2073326" y="245231"/>
                </a:lnTo>
                <a:lnTo>
                  <a:pt x="2081489" y="225457"/>
                </a:lnTo>
                <a:lnTo>
                  <a:pt x="2089652" y="205683"/>
                </a:lnTo>
                <a:lnTo>
                  <a:pt x="2097815" y="185918"/>
                </a:lnTo>
                <a:lnTo>
                  <a:pt x="2105978" y="166145"/>
                </a:lnTo>
                <a:lnTo>
                  <a:pt x="2114140" y="146371"/>
                </a:lnTo>
                <a:lnTo>
                  <a:pt x="2122303" y="126597"/>
                </a:lnTo>
                <a:lnTo>
                  <a:pt x="2130457" y="106823"/>
                </a:lnTo>
                <a:lnTo>
                  <a:pt x="2138620" y="87049"/>
                </a:lnTo>
                <a:lnTo>
                  <a:pt x="2146783" y="67285"/>
                </a:lnTo>
                <a:lnTo>
                  <a:pt x="2154946" y="47511"/>
                </a:lnTo>
                <a:lnTo>
                  <a:pt x="2163108" y="27737"/>
                </a:lnTo>
                <a:lnTo>
                  <a:pt x="2171271" y="7963"/>
                </a:lnTo>
                <a:lnTo>
                  <a:pt x="2167071" y="9706"/>
                </a:lnTo>
                <a:lnTo>
                  <a:pt x="2147430" y="18059"/>
                </a:lnTo>
                <a:lnTo>
                  <a:pt x="2126780" y="23584"/>
                </a:lnTo>
                <a:lnTo>
                  <a:pt x="2105825" y="27889"/>
                </a:lnTo>
                <a:lnTo>
                  <a:pt x="2084746" y="31499"/>
                </a:lnTo>
                <a:lnTo>
                  <a:pt x="2063582" y="34623"/>
                </a:lnTo>
                <a:lnTo>
                  <a:pt x="2042370" y="37386"/>
                </a:lnTo>
                <a:lnTo>
                  <a:pt x="2021129" y="39881"/>
                </a:lnTo>
                <a:lnTo>
                  <a:pt x="1999859" y="42148"/>
                </a:lnTo>
                <a:lnTo>
                  <a:pt x="1978562" y="44225"/>
                </a:lnTo>
                <a:lnTo>
                  <a:pt x="1957264" y="46149"/>
                </a:lnTo>
                <a:lnTo>
                  <a:pt x="1935947" y="47939"/>
                </a:lnTo>
                <a:lnTo>
                  <a:pt x="1914620" y="49597"/>
                </a:lnTo>
                <a:lnTo>
                  <a:pt x="1893284" y="51159"/>
                </a:lnTo>
                <a:lnTo>
                  <a:pt x="1871948" y="52626"/>
                </a:lnTo>
                <a:lnTo>
                  <a:pt x="1850603" y="53997"/>
                </a:lnTo>
                <a:lnTo>
                  <a:pt x="1829248" y="55293"/>
                </a:lnTo>
                <a:lnTo>
                  <a:pt x="1807893" y="56521"/>
                </a:lnTo>
                <a:lnTo>
                  <a:pt x="1786538" y="57674"/>
                </a:lnTo>
                <a:lnTo>
                  <a:pt x="1765173" y="58769"/>
                </a:lnTo>
                <a:lnTo>
                  <a:pt x="1743808" y="59807"/>
                </a:lnTo>
                <a:lnTo>
                  <a:pt x="1722434" y="60789"/>
                </a:lnTo>
                <a:lnTo>
                  <a:pt x="1701070" y="61722"/>
                </a:lnTo>
                <a:lnTo>
                  <a:pt x="1679696" y="62608"/>
                </a:lnTo>
                <a:lnTo>
                  <a:pt x="1658322" y="63446"/>
                </a:lnTo>
                <a:lnTo>
                  <a:pt x="1636947" y="64237"/>
                </a:lnTo>
                <a:lnTo>
                  <a:pt x="1615564" y="64980"/>
                </a:lnTo>
                <a:lnTo>
                  <a:pt x="1594190" y="65694"/>
                </a:lnTo>
                <a:lnTo>
                  <a:pt x="1572806" y="66361"/>
                </a:lnTo>
                <a:lnTo>
                  <a:pt x="1551432" y="66999"/>
                </a:lnTo>
                <a:lnTo>
                  <a:pt x="1530048" y="67599"/>
                </a:lnTo>
                <a:lnTo>
                  <a:pt x="1508665" y="68161"/>
                </a:lnTo>
                <a:lnTo>
                  <a:pt x="1487281" y="68694"/>
                </a:lnTo>
                <a:lnTo>
                  <a:pt x="1465898" y="69190"/>
                </a:lnTo>
                <a:lnTo>
                  <a:pt x="1444504" y="69656"/>
                </a:lnTo>
                <a:lnTo>
                  <a:pt x="1423121" y="70094"/>
                </a:lnTo>
                <a:lnTo>
                  <a:pt x="1401737" y="70495"/>
                </a:lnTo>
                <a:lnTo>
                  <a:pt x="1380344" y="70876"/>
                </a:lnTo>
                <a:lnTo>
                  <a:pt x="1358960" y="71218"/>
                </a:lnTo>
                <a:lnTo>
                  <a:pt x="1337567" y="71542"/>
                </a:lnTo>
                <a:lnTo>
                  <a:pt x="1316184" y="71828"/>
                </a:lnTo>
                <a:lnTo>
                  <a:pt x="1294790" y="72095"/>
                </a:lnTo>
                <a:lnTo>
                  <a:pt x="1273407" y="72323"/>
                </a:lnTo>
                <a:lnTo>
                  <a:pt x="1252014" y="72533"/>
                </a:lnTo>
                <a:lnTo>
                  <a:pt x="1230620" y="72723"/>
                </a:lnTo>
                <a:lnTo>
                  <a:pt x="1209237" y="72885"/>
                </a:lnTo>
                <a:lnTo>
                  <a:pt x="1187844" y="73019"/>
                </a:lnTo>
                <a:lnTo>
                  <a:pt x="1166451" y="73123"/>
                </a:lnTo>
                <a:lnTo>
                  <a:pt x="1145067" y="73200"/>
                </a:lnTo>
                <a:lnTo>
                  <a:pt x="1123674" y="73257"/>
                </a:lnTo>
                <a:lnTo>
                  <a:pt x="1102281" y="73285"/>
                </a:lnTo>
                <a:lnTo>
                  <a:pt x="1080887" y="73295"/>
                </a:lnTo>
                <a:lnTo>
                  <a:pt x="1059504" y="73276"/>
                </a:lnTo>
                <a:lnTo>
                  <a:pt x="1038111" y="73228"/>
                </a:lnTo>
                <a:lnTo>
                  <a:pt x="1016718" y="73152"/>
                </a:lnTo>
                <a:lnTo>
                  <a:pt x="995324" y="73057"/>
                </a:lnTo>
                <a:lnTo>
                  <a:pt x="973941" y="72933"/>
                </a:lnTo>
                <a:lnTo>
                  <a:pt x="952548" y="72790"/>
                </a:lnTo>
                <a:lnTo>
                  <a:pt x="931154" y="72619"/>
                </a:lnTo>
                <a:lnTo>
                  <a:pt x="909771" y="72419"/>
                </a:lnTo>
                <a:lnTo>
                  <a:pt x="888378" y="72190"/>
                </a:lnTo>
                <a:lnTo>
                  <a:pt x="866994" y="71933"/>
                </a:lnTo>
                <a:lnTo>
                  <a:pt x="845601" y="71657"/>
                </a:lnTo>
                <a:lnTo>
                  <a:pt x="824217" y="71352"/>
                </a:lnTo>
                <a:lnTo>
                  <a:pt x="802824" y="71018"/>
                </a:lnTo>
                <a:lnTo>
                  <a:pt x="781441" y="70656"/>
                </a:lnTo>
                <a:lnTo>
                  <a:pt x="760047" y="70266"/>
                </a:lnTo>
                <a:lnTo>
                  <a:pt x="738664" y="69837"/>
                </a:lnTo>
                <a:lnTo>
                  <a:pt x="717280" y="69380"/>
                </a:lnTo>
                <a:lnTo>
                  <a:pt x="695897" y="68894"/>
                </a:lnTo>
                <a:lnTo>
                  <a:pt x="674513" y="68380"/>
                </a:lnTo>
                <a:lnTo>
                  <a:pt x="653129" y="67828"/>
                </a:lnTo>
                <a:lnTo>
                  <a:pt x="631746" y="67247"/>
                </a:lnTo>
                <a:lnTo>
                  <a:pt x="610362" y="66627"/>
                </a:lnTo>
                <a:lnTo>
                  <a:pt x="588978" y="65970"/>
                </a:lnTo>
                <a:lnTo>
                  <a:pt x="567604" y="65275"/>
                </a:lnTo>
                <a:lnTo>
                  <a:pt x="546221" y="64541"/>
                </a:lnTo>
                <a:lnTo>
                  <a:pt x="524847" y="63770"/>
                </a:lnTo>
                <a:lnTo>
                  <a:pt x="503472" y="62951"/>
                </a:lnTo>
                <a:lnTo>
                  <a:pt x="482098" y="62093"/>
                </a:lnTo>
                <a:lnTo>
                  <a:pt x="460724" y="61179"/>
                </a:lnTo>
                <a:lnTo>
                  <a:pt x="439360" y="60217"/>
                </a:lnTo>
                <a:lnTo>
                  <a:pt x="417995" y="59198"/>
                </a:lnTo>
                <a:lnTo>
                  <a:pt x="396631" y="58131"/>
                </a:lnTo>
                <a:lnTo>
                  <a:pt x="375266" y="56998"/>
                </a:lnTo>
                <a:lnTo>
                  <a:pt x="353911" y="55797"/>
                </a:lnTo>
                <a:lnTo>
                  <a:pt x="332556" y="54531"/>
                </a:lnTo>
                <a:lnTo>
                  <a:pt x="311210" y="53178"/>
                </a:lnTo>
                <a:lnTo>
                  <a:pt x="289865" y="51759"/>
                </a:lnTo>
                <a:lnTo>
                  <a:pt x="268529" y="50235"/>
                </a:lnTo>
                <a:lnTo>
                  <a:pt x="247202" y="48616"/>
                </a:lnTo>
                <a:lnTo>
                  <a:pt x="225876" y="46882"/>
                </a:lnTo>
                <a:lnTo>
                  <a:pt x="204568" y="45015"/>
                </a:lnTo>
                <a:lnTo>
                  <a:pt x="183271" y="43005"/>
                </a:lnTo>
                <a:lnTo>
                  <a:pt x="162001" y="40815"/>
                </a:lnTo>
                <a:lnTo>
                  <a:pt x="140741" y="38424"/>
                </a:lnTo>
                <a:lnTo>
                  <a:pt x="119520" y="35776"/>
                </a:lnTo>
                <a:lnTo>
                  <a:pt x="98327" y="32804"/>
                </a:lnTo>
                <a:lnTo>
                  <a:pt x="77210" y="29413"/>
                </a:lnTo>
                <a:lnTo>
                  <a:pt x="56198" y="25422"/>
                </a:lnTo>
                <a:lnTo>
                  <a:pt x="35385" y="20479"/>
                </a:lnTo>
                <a:lnTo>
                  <a:pt x="15135" y="13659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38" name="funnel-step-cap-2">
            <a:extLst xmlns:a="http://schemas.openxmlformats.org/drawingml/2006/main">
              <a:ext uri="{FF2B5EF4-FFF2-40B4-BE49-F238E27FC236}">
                <a16:creationId xmlns:a16="http://schemas.microsoft.com/office/drawing/2014/main" id="{C2D9857E-2141-4131-8CEF-BB8C15C8F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532375" y="3865778"/>
            <a:ext cx="2174510" cy="2084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7EAC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39" name="funnel-step-body-3">
            <a:extLst xmlns:a="http://schemas.openxmlformats.org/drawingml/2006/main">
              <a:ext uri="{FF2B5EF4-FFF2-40B4-BE49-F238E27FC236}">
                <a16:creationId xmlns:a16="http://schemas.microsoft.com/office/drawing/2014/main" id="{82F97BCC-AFD4-46A9-9552-15D06EE98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60946" y="4697730"/>
            <a:ext cx="1713681" cy="627069"/>
          </a:xfrm>
          <a:custGeom xmlns:a="http://schemas.openxmlformats.org/drawingml/2006/main">
            <a:pathLst>
              <a:path w="1713681" h="627069">
                <a:moveTo>
                  <a:pt x="0" y="0"/>
                </a:moveTo>
                <a:lnTo>
                  <a:pt x="6887" y="17745"/>
                </a:lnTo>
                <a:lnTo>
                  <a:pt x="13783" y="35490"/>
                </a:lnTo>
                <a:lnTo>
                  <a:pt x="20669" y="53235"/>
                </a:lnTo>
                <a:lnTo>
                  <a:pt x="27565" y="70971"/>
                </a:lnTo>
                <a:lnTo>
                  <a:pt x="34452" y="88716"/>
                </a:lnTo>
                <a:lnTo>
                  <a:pt x="41348" y="106461"/>
                </a:lnTo>
                <a:lnTo>
                  <a:pt x="48235" y="124206"/>
                </a:lnTo>
                <a:lnTo>
                  <a:pt x="55131" y="141951"/>
                </a:lnTo>
                <a:lnTo>
                  <a:pt x="62017" y="159696"/>
                </a:lnTo>
                <a:lnTo>
                  <a:pt x="68913" y="177432"/>
                </a:lnTo>
                <a:lnTo>
                  <a:pt x="75800" y="195177"/>
                </a:lnTo>
                <a:lnTo>
                  <a:pt x="82696" y="212922"/>
                </a:lnTo>
                <a:lnTo>
                  <a:pt x="89583" y="230667"/>
                </a:lnTo>
                <a:lnTo>
                  <a:pt x="96479" y="248412"/>
                </a:lnTo>
                <a:lnTo>
                  <a:pt x="103365" y="266157"/>
                </a:lnTo>
                <a:lnTo>
                  <a:pt x="110261" y="283893"/>
                </a:lnTo>
                <a:lnTo>
                  <a:pt x="117148" y="301638"/>
                </a:lnTo>
                <a:lnTo>
                  <a:pt x="124044" y="319383"/>
                </a:lnTo>
                <a:lnTo>
                  <a:pt x="130931" y="337128"/>
                </a:lnTo>
                <a:lnTo>
                  <a:pt x="137827" y="354873"/>
                </a:lnTo>
                <a:lnTo>
                  <a:pt x="144713" y="372618"/>
                </a:lnTo>
                <a:lnTo>
                  <a:pt x="151600" y="390354"/>
                </a:lnTo>
                <a:lnTo>
                  <a:pt x="158496" y="408099"/>
                </a:lnTo>
                <a:lnTo>
                  <a:pt x="165383" y="425844"/>
                </a:lnTo>
                <a:lnTo>
                  <a:pt x="172279" y="443589"/>
                </a:lnTo>
                <a:lnTo>
                  <a:pt x="179165" y="461334"/>
                </a:lnTo>
                <a:lnTo>
                  <a:pt x="186061" y="479079"/>
                </a:lnTo>
                <a:lnTo>
                  <a:pt x="192948" y="496824"/>
                </a:lnTo>
                <a:lnTo>
                  <a:pt x="199844" y="514560"/>
                </a:lnTo>
                <a:lnTo>
                  <a:pt x="206731" y="532305"/>
                </a:lnTo>
                <a:lnTo>
                  <a:pt x="213627" y="550050"/>
                </a:lnTo>
                <a:lnTo>
                  <a:pt x="222514" y="566261"/>
                </a:lnTo>
                <a:lnTo>
                  <a:pt x="239030" y="575605"/>
                </a:lnTo>
                <a:lnTo>
                  <a:pt x="256937" y="582044"/>
                </a:lnTo>
                <a:lnTo>
                  <a:pt x="275292" y="587092"/>
                </a:lnTo>
                <a:lnTo>
                  <a:pt x="293856" y="591283"/>
                </a:lnTo>
                <a:lnTo>
                  <a:pt x="312544" y="594884"/>
                </a:lnTo>
                <a:lnTo>
                  <a:pt x="331318" y="598046"/>
                </a:lnTo>
                <a:lnTo>
                  <a:pt x="350139" y="600856"/>
                </a:lnTo>
                <a:lnTo>
                  <a:pt x="369008" y="603390"/>
                </a:lnTo>
                <a:lnTo>
                  <a:pt x="387896" y="605685"/>
                </a:lnTo>
                <a:lnTo>
                  <a:pt x="406822" y="607781"/>
                </a:lnTo>
                <a:lnTo>
                  <a:pt x="425758" y="609695"/>
                </a:lnTo>
                <a:lnTo>
                  <a:pt x="444713" y="611457"/>
                </a:lnTo>
                <a:lnTo>
                  <a:pt x="463677" y="613086"/>
                </a:lnTo>
                <a:lnTo>
                  <a:pt x="482651" y="614572"/>
                </a:lnTo>
                <a:lnTo>
                  <a:pt x="501634" y="615953"/>
                </a:lnTo>
                <a:lnTo>
                  <a:pt x="520627" y="617220"/>
                </a:lnTo>
                <a:lnTo>
                  <a:pt x="539629" y="618401"/>
                </a:lnTo>
                <a:lnTo>
                  <a:pt x="558632" y="619477"/>
                </a:lnTo>
                <a:lnTo>
                  <a:pt x="577644" y="620478"/>
                </a:lnTo>
                <a:lnTo>
                  <a:pt x="596656" y="621382"/>
                </a:lnTo>
                <a:lnTo>
                  <a:pt x="615667" y="622221"/>
                </a:lnTo>
                <a:lnTo>
                  <a:pt x="634689" y="622983"/>
                </a:lnTo>
                <a:lnTo>
                  <a:pt x="653710" y="623668"/>
                </a:lnTo>
                <a:lnTo>
                  <a:pt x="672732" y="624288"/>
                </a:lnTo>
                <a:lnTo>
                  <a:pt x="691763" y="624840"/>
                </a:lnTo>
                <a:lnTo>
                  <a:pt x="710794" y="625326"/>
                </a:lnTo>
                <a:lnTo>
                  <a:pt x="729825" y="625754"/>
                </a:lnTo>
                <a:lnTo>
                  <a:pt x="748856" y="626116"/>
                </a:lnTo>
                <a:lnTo>
                  <a:pt x="767886" y="626421"/>
                </a:lnTo>
                <a:lnTo>
                  <a:pt x="786917" y="626669"/>
                </a:lnTo>
                <a:lnTo>
                  <a:pt x="805948" y="626859"/>
                </a:lnTo>
                <a:lnTo>
                  <a:pt x="824989" y="626983"/>
                </a:lnTo>
                <a:lnTo>
                  <a:pt x="844020" y="627059"/>
                </a:lnTo>
                <a:lnTo>
                  <a:pt x="863051" y="627069"/>
                </a:lnTo>
                <a:lnTo>
                  <a:pt x="882091" y="627031"/>
                </a:lnTo>
                <a:lnTo>
                  <a:pt x="901122" y="626935"/>
                </a:lnTo>
                <a:lnTo>
                  <a:pt x="920153" y="626783"/>
                </a:lnTo>
                <a:lnTo>
                  <a:pt x="939194" y="626564"/>
                </a:lnTo>
                <a:lnTo>
                  <a:pt x="958225" y="626288"/>
                </a:lnTo>
                <a:lnTo>
                  <a:pt x="977255" y="625964"/>
                </a:lnTo>
                <a:lnTo>
                  <a:pt x="996286" y="625564"/>
                </a:lnTo>
                <a:lnTo>
                  <a:pt x="1015317" y="625107"/>
                </a:lnTo>
                <a:lnTo>
                  <a:pt x="1034339" y="624592"/>
                </a:lnTo>
                <a:lnTo>
                  <a:pt x="1053370" y="624011"/>
                </a:lnTo>
                <a:lnTo>
                  <a:pt x="1072391" y="623354"/>
                </a:lnTo>
                <a:lnTo>
                  <a:pt x="1091413" y="622640"/>
                </a:lnTo>
                <a:lnTo>
                  <a:pt x="1110434" y="621849"/>
                </a:lnTo>
                <a:lnTo>
                  <a:pt x="1129446" y="620973"/>
                </a:lnTo>
                <a:lnTo>
                  <a:pt x="1148458" y="620030"/>
                </a:lnTo>
                <a:lnTo>
                  <a:pt x="1167460" y="618992"/>
                </a:lnTo>
                <a:lnTo>
                  <a:pt x="1186463" y="617868"/>
                </a:lnTo>
                <a:lnTo>
                  <a:pt x="1205465" y="616658"/>
                </a:lnTo>
                <a:lnTo>
                  <a:pt x="1224448" y="615334"/>
                </a:lnTo>
                <a:lnTo>
                  <a:pt x="1243432" y="613905"/>
                </a:lnTo>
                <a:lnTo>
                  <a:pt x="1262405" y="612353"/>
                </a:lnTo>
                <a:lnTo>
                  <a:pt x="1281360" y="610667"/>
                </a:lnTo>
                <a:lnTo>
                  <a:pt x="1300305" y="608838"/>
                </a:lnTo>
                <a:lnTo>
                  <a:pt x="1319241" y="606847"/>
                </a:lnTo>
                <a:lnTo>
                  <a:pt x="1338148" y="604657"/>
                </a:lnTo>
                <a:lnTo>
                  <a:pt x="1357027" y="602256"/>
                </a:lnTo>
                <a:lnTo>
                  <a:pt x="1375877" y="599608"/>
                </a:lnTo>
                <a:lnTo>
                  <a:pt x="1394679" y="596636"/>
                </a:lnTo>
                <a:lnTo>
                  <a:pt x="1413415" y="593293"/>
                </a:lnTo>
                <a:lnTo>
                  <a:pt x="1432055" y="589436"/>
                </a:lnTo>
                <a:lnTo>
                  <a:pt x="1450543" y="584902"/>
                </a:lnTo>
                <a:lnTo>
                  <a:pt x="1468736" y="579311"/>
                </a:lnTo>
                <a:lnTo>
                  <a:pt x="1486224" y="571843"/>
                </a:lnTo>
                <a:lnTo>
                  <a:pt x="1500626" y="559765"/>
                </a:lnTo>
                <a:lnTo>
                  <a:pt x="1506903" y="541896"/>
                </a:lnTo>
                <a:lnTo>
                  <a:pt x="1513789" y="524151"/>
                </a:lnTo>
                <a:lnTo>
                  <a:pt x="1520685" y="506406"/>
                </a:lnTo>
                <a:lnTo>
                  <a:pt x="1527572" y="488661"/>
                </a:lnTo>
                <a:lnTo>
                  <a:pt x="1534468" y="470916"/>
                </a:lnTo>
                <a:lnTo>
                  <a:pt x="1541355" y="453171"/>
                </a:lnTo>
                <a:lnTo>
                  <a:pt x="1548251" y="435435"/>
                </a:lnTo>
                <a:lnTo>
                  <a:pt x="1555137" y="417690"/>
                </a:lnTo>
                <a:lnTo>
                  <a:pt x="1562033" y="399945"/>
                </a:lnTo>
                <a:lnTo>
                  <a:pt x="1568920" y="382200"/>
                </a:lnTo>
                <a:lnTo>
                  <a:pt x="1575816" y="364455"/>
                </a:lnTo>
                <a:lnTo>
                  <a:pt x="1582703" y="346710"/>
                </a:lnTo>
                <a:lnTo>
                  <a:pt x="1589599" y="328974"/>
                </a:lnTo>
                <a:lnTo>
                  <a:pt x="1596485" y="311229"/>
                </a:lnTo>
                <a:lnTo>
                  <a:pt x="1603372" y="293484"/>
                </a:lnTo>
                <a:lnTo>
                  <a:pt x="1610268" y="275739"/>
                </a:lnTo>
                <a:lnTo>
                  <a:pt x="1617155" y="257994"/>
                </a:lnTo>
                <a:lnTo>
                  <a:pt x="1624051" y="240249"/>
                </a:lnTo>
                <a:lnTo>
                  <a:pt x="1630937" y="222514"/>
                </a:lnTo>
                <a:lnTo>
                  <a:pt x="1637833" y="204768"/>
                </a:lnTo>
                <a:lnTo>
                  <a:pt x="1644720" y="187023"/>
                </a:lnTo>
                <a:lnTo>
                  <a:pt x="1651616" y="169278"/>
                </a:lnTo>
                <a:lnTo>
                  <a:pt x="1658503" y="151533"/>
                </a:lnTo>
                <a:lnTo>
                  <a:pt x="1665399" y="133788"/>
                </a:lnTo>
                <a:lnTo>
                  <a:pt x="1672285" y="116043"/>
                </a:lnTo>
                <a:lnTo>
                  <a:pt x="1679181" y="98308"/>
                </a:lnTo>
                <a:lnTo>
                  <a:pt x="1686068" y="80562"/>
                </a:lnTo>
                <a:lnTo>
                  <a:pt x="1692964" y="62817"/>
                </a:lnTo>
                <a:lnTo>
                  <a:pt x="1699851" y="45072"/>
                </a:lnTo>
                <a:lnTo>
                  <a:pt x="1706747" y="27327"/>
                </a:lnTo>
                <a:lnTo>
                  <a:pt x="1713633" y="9582"/>
                </a:lnTo>
                <a:lnTo>
                  <a:pt x="1713681" y="7696"/>
                </a:lnTo>
                <a:lnTo>
                  <a:pt x="1697460" y="17431"/>
                </a:lnTo>
                <a:lnTo>
                  <a:pt x="1679467" y="23622"/>
                </a:lnTo>
                <a:lnTo>
                  <a:pt x="1661036" y="28365"/>
                </a:lnTo>
                <a:lnTo>
                  <a:pt x="1642415" y="32290"/>
                </a:lnTo>
                <a:lnTo>
                  <a:pt x="1623679" y="35652"/>
                </a:lnTo>
                <a:lnTo>
                  <a:pt x="1604877" y="38624"/>
                </a:lnTo>
                <a:lnTo>
                  <a:pt x="1586027" y="41272"/>
                </a:lnTo>
                <a:lnTo>
                  <a:pt x="1567148" y="43672"/>
                </a:lnTo>
                <a:lnTo>
                  <a:pt x="1548241" y="45872"/>
                </a:lnTo>
                <a:lnTo>
                  <a:pt x="1529315" y="47892"/>
                </a:lnTo>
                <a:lnTo>
                  <a:pt x="1510370" y="49759"/>
                </a:lnTo>
                <a:lnTo>
                  <a:pt x="1491415" y="51502"/>
                </a:lnTo>
                <a:lnTo>
                  <a:pt x="1472451" y="53111"/>
                </a:lnTo>
                <a:lnTo>
                  <a:pt x="1453477" y="54626"/>
                </a:lnTo>
                <a:lnTo>
                  <a:pt x="1434494" y="56045"/>
                </a:lnTo>
                <a:lnTo>
                  <a:pt x="1415501" y="57369"/>
                </a:lnTo>
                <a:lnTo>
                  <a:pt x="1396508" y="58617"/>
                </a:lnTo>
                <a:lnTo>
                  <a:pt x="1377515" y="59788"/>
                </a:lnTo>
                <a:lnTo>
                  <a:pt x="1358513" y="60893"/>
                </a:lnTo>
                <a:lnTo>
                  <a:pt x="1339501" y="61932"/>
                </a:lnTo>
                <a:lnTo>
                  <a:pt x="1320489" y="62913"/>
                </a:lnTo>
                <a:lnTo>
                  <a:pt x="1301477" y="63837"/>
                </a:lnTo>
                <a:lnTo>
                  <a:pt x="1282465" y="64703"/>
                </a:lnTo>
                <a:lnTo>
                  <a:pt x="1263444" y="65513"/>
                </a:lnTo>
                <a:lnTo>
                  <a:pt x="1244432" y="66275"/>
                </a:lnTo>
                <a:lnTo>
                  <a:pt x="1225410" y="66999"/>
                </a:lnTo>
                <a:lnTo>
                  <a:pt x="1206379" y="67666"/>
                </a:lnTo>
                <a:lnTo>
                  <a:pt x="1187358" y="68294"/>
                </a:lnTo>
                <a:lnTo>
                  <a:pt x="1168337" y="68875"/>
                </a:lnTo>
                <a:lnTo>
                  <a:pt x="1149306" y="69428"/>
                </a:lnTo>
                <a:lnTo>
                  <a:pt x="1130275" y="69933"/>
                </a:lnTo>
                <a:lnTo>
                  <a:pt x="1111253" y="70399"/>
                </a:lnTo>
                <a:lnTo>
                  <a:pt x="1092222" y="70828"/>
                </a:lnTo>
                <a:lnTo>
                  <a:pt x="1073191" y="71218"/>
                </a:lnTo>
                <a:lnTo>
                  <a:pt x="1054160" y="71580"/>
                </a:lnTo>
                <a:lnTo>
                  <a:pt x="1035129" y="71895"/>
                </a:lnTo>
                <a:lnTo>
                  <a:pt x="1016098" y="72190"/>
                </a:lnTo>
                <a:lnTo>
                  <a:pt x="997058" y="72438"/>
                </a:lnTo>
                <a:lnTo>
                  <a:pt x="978027" y="72657"/>
                </a:lnTo>
                <a:lnTo>
                  <a:pt x="958996" y="72847"/>
                </a:lnTo>
                <a:lnTo>
                  <a:pt x="939956" y="73000"/>
                </a:lnTo>
                <a:lnTo>
                  <a:pt x="920925" y="73123"/>
                </a:lnTo>
                <a:lnTo>
                  <a:pt x="901894" y="73209"/>
                </a:lnTo>
                <a:lnTo>
                  <a:pt x="882853" y="73266"/>
                </a:lnTo>
                <a:lnTo>
                  <a:pt x="863822" y="73295"/>
                </a:lnTo>
                <a:lnTo>
                  <a:pt x="844782" y="73285"/>
                </a:lnTo>
                <a:lnTo>
                  <a:pt x="825751" y="73247"/>
                </a:lnTo>
                <a:lnTo>
                  <a:pt x="806720" y="73171"/>
                </a:lnTo>
                <a:lnTo>
                  <a:pt x="787679" y="73066"/>
                </a:lnTo>
                <a:lnTo>
                  <a:pt x="768648" y="72933"/>
                </a:lnTo>
                <a:lnTo>
                  <a:pt x="749618" y="72761"/>
                </a:lnTo>
                <a:lnTo>
                  <a:pt x="730577" y="72561"/>
                </a:lnTo>
                <a:lnTo>
                  <a:pt x="711546" y="72323"/>
                </a:lnTo>
                <a:lnTo>
                  <a:pt x="692515" y="72057"/>
                </a:lnTo>
                <a:lnTo>
                  <a:pt x="673484" y="71752"/>
                </a:lnTo>
                <a:lnTo>
                  <a:pt x="654453" y="71418"/>
                </a:lnTo>
                <a:lnTo>
                  <a:pt x="635422" y="71047"/>
                </a:lnTo>
                <a:lnTo>
                  <a:pt x="616391" y="70637"/>
                </a:lnTo>
                <a:lnTo>
                  <a:pt x="597360" y="70190"/>
                </a:lnTo>
                <a:lnTo>
                  <a:pt x="578329" y="69704"/>
                </a:lnTo>
                <a:lnTo>
                  <a:pt x="559308" y="69180"/>
                </a:lnTo>
                <a:lnTo>
                  <a:pt x="540277" y="68618"/>
                </a:lnTo>
                <a:lnTo>
                  <a:pt x="521256" y="68009"/>
                </a:lnTo>
                <a:lnTo>
                  <a:pt x="502225" y="67361"/>
                </a:lnTo>
                <a:lnTo>
                  <a:pt x="483203" y="66665"/>
                </a:lnTo>
                <a:lnTo>
                  <a:pt x="464182" y="65932"/>
                </a:lnTo>
                <a:lnTo>
                  <a:pt x="445170" y="65141"/>
                </a:lnTo>
                <a:lnTo>
                  <a:pt x="426149" y="64303"/>
                </a:lnTo>
                <a:lnTo>
                  <a:pt x="407137" y="63417"/>
                </a:lnTo>
                <a:lnTo>
                  <a:pt x="388125" y="62465"/>
                </a:lnTo>
                <a:lnTo>
                  <a:pt x="369122" y="61465"/>
                </a:lnTo>
                <a:lnTo>
                  <a:pt x="350110" y="60398"/>
                </a:lnTo>
                <a:lnTo>
                  <a:pt x="331108" y="59265"/>
                </a:lnTo>
                <a:lnTo>
                  <a:pt x="312115" y="58055"/>
                </a:lnTo>
                <a:lnTo>
                  <a:pt x="293122" y="56769"/>
                </a:lnTo>
                <a:lnTo>
                  <a:pt x="274139" y="55397"/>
                </a:lnTo>
                <a:lnTo>
                  <a:pt x="255165" y="53950"/>
                </a:lnTo>
                <a:lnTo>
                  <a:pt x="236191" y="52388"/>
                </a:lnTo>
                <a:lnTo>
                  <a:pt x="217227" y="50721"/>
                </a:lnTo>
                <a:lnTo>
                  <a:pt x="198282" y="48920"/>
                </a:lnTo>
                <a:lnTo>
                  <a:pt x="179346" y="46987"/>
                </a:lnTo>
                <a:lnTo>
                  <a:pt x="160420" y="44891"/>
                </a:lnTo>
                <a:lnTo>
                  <a:pt x="141532" y="42605"/>
                </a:lnTo>
                <a:lnTo>
                  <a:pt x="122663" y="40091"/>
                </a:lnTo>
                <a:lnTo>
                  <a:pt x="103832" y="37300"/>
                </a:lnTo>
                <a:lnTo>
                  <a:pt x="85058" y="34166"/>
                </a:lnTo>
                <a:lnTo>
                  <a:pt x="66361" y="30566"/>
                </a:lnTo>
                <a:lnTo>
                  <a:pt x="47815" y="26318"/>
                </a:lnTo>
                <a:lnTo>
                  <a:pt x="29537" y="21022"/>
                </a:lnTo>
                <a:lnTo>
                  <a:pt x="12002" y="13678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40" name="funnel-step-cap-3">
            <a:extLst xmlns:a="http://schemas.openxmlformats.org/drawingml/2006/main">
              <a:ext uri="{FF2B5EF4-FFF2-40B4-BE49-F238E27FC236}">
                <a16:creationId xmlns:a16="http://schemas.microsoft.com/office/drawing/2014/main" id="{5003D414-54E5-4B72-8CE6-03BD689C3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60984" y="4593488"/>
            <a:ext cx="1717272" cy="2084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7EAC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41" name="funnel-step-body-4">
            <a:extLst xmlns:a="http://schemas.openxmlformats.org/drawingml/2006/main">
              <a:ext uri="{FF2B5EF4-FFF2-40B4-BE49-F238E27FC236}">
                <a16:creationId xmlns:a16="http://schemas.microsoft.com/office/drawing/2014/main" id="{EA4045C7-F7AC-46C4-9C11-05CC4FCFF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76021" y="5425440"/>
            <a:ext cx="1287123" cy="627078"/>
          </a:xfrm>
          <a:custGeom xmlns:a="http://schemas.openxmlformats.org/drawingml/2006/main">
            <a:pathLst>
              <a:path w="1287123" h="627078">
                <a:moveTo>
                  <a:pt x="0" y="0"/>
                </a:moveTo>
                <a:lnTo>
                  <a:pt x="6629" y="17859"/>
                </a:lnTo>
                <a:lnTo>
                  <a:pt x="13249" y="35719"/>
                </a:lnTo>
                <a:lnTo>
                  <a:pt x="19879" y="53578"/>
                </a:lnTo>
                <a:lnTo>
                  <a:pt x="26499" y="71428"/>
                </a:lnTo>
                <a:lnTo>
                  <a:pt x="33128" y="89287"/>
                </a:lnTo>
                <a:lnTo>
                  <a:pt x="39748" y="107147"/>
                </a:lnTo>
                <a:lnTo>
                  <a:pt x="46377" y="125006"/>
                </a:lnTo>
                <a:lnTo>
                  <a:pt x="53007" y="142865"/>
                </a:lnTo>
                <a:lnTo>
                  <a:pt x="59627" y="160725"/>
                </a:lnTo>
                <a:lnTo>
                  <a:pt x="66256" y="178575"/>
                </a:lnTo>
                <a:lnTo>
                  <a:pt x="72876" y="196434"/>
                </a:lnTo>
                <a:lnTo>
                  <a:pt x="79505" y="214293"/>
                </a:lnTo>
                <a:lnTo>
                  <a:pt x="86125" y="232153"/>
                </a:lnTo>
                <a:lnTo>
                  <a:pt x="92754" y="250012"/>
                </a:lnTo>
                <a:lnTo>
                  <a:pt x="99384" y="267872"/>
                </a:lnTo>
                <a:lnTo>
                  <a:pt x="106004" y="285731"/>
                </a:lnTo>
                <a:lnTo>
                  <a:pt x="112633" y="303581"/>
                </a:lnTo>
                <a:lnTo>
                  <a:pt x="119253" y="321440"/>
                </a:lnTo>
                <a:lnTo>
                  <a:pt x="125882" y="339300"/>
                </a:lnTo>
                <a:lnTo>
                  <a:pt x="132502" y="357159"/>
                </a:lnTo>
                <a:lnTo>
                  <a:pt x="139132" y="375018"/>
                </a:lnTo>
                <a:lnTo>
                  <a:pt x="145761" y="392878"/>
                </a:lnTo>
                <a:lnTo>
                  <a:pt x="152381" y="410737"/>
                </a:lnTo>
                <a:lnTo>
                  <a:pt x="159010" y="428587"/>
                </a:lnTo>
                <a:lnTo>
                  <a:pt x="165630" y="446446"/>
                </a:lnTo>
                <a:lnTo>
                  <a:pt x="172260" y="464306"/>
                </a:lnTo>
                <a:lnTo>
                  <a:pt x="178880" y="482165"/>
                </a:lnTo>
                <a:lnTo>
                  <a:pt x="185509" y="500024"/>
                </a:lnTo>
                <a:lnTo>
                  <a:pt x="192138" y="517884"/>
                </a:lnTo>
                <a:lnTo>
                  <a:pt x="198758" y="535734"/>
                </a:lnTo>
                <a:lnTo>
                  <a:pt x="205388" y="553593"/>
                </a:lnTo>
                <a:lnTo>
                  <a:pt x="214074" y="569909"/>
                </a:lnTo>
                <a:lnTo>
                  <a:pt x="230038" y="580187"/>
                </a:lnTo>
                <a:lnTo>
                  <a:pt x="247612" y="587512"/>
                </a:lnTo>
                <a:lnTo>
                  <a:pt x="265767" y="593246"/>
                </a:lnTo>
                <a:lnTo>
                  <a:pt x="284226" y="597960"/>
                </a:lnTo>
                <a:lnTo>
                  <a:pt x="302838" y="601961"/>
                </a:lnTo>
                <a:lnTo>
                  <a:pt x="321574" y="605428"/>
                </a:lnTo>
                <a:lnTo>
                  <a:pt x="340376" y="608457"/>
                </a:lnTo>
                <a:lnTo>
                  <a:pt x="359235" y="611124"/>
                </a:lnTo>
                <a:lnTo>
                  <a:pt x="378133" y="613486"/>
                </a:lnTo>
                <a:lnTo>
                  <a:pt x="397069" y="615591"/>
                </a:lnTo>
                <a:lnTo>
                  <a:pt x="416023" y="617468"/>
                </a:lnTo>
                <a:lnTo>
                  <a:pt x="434997" y="619125"/>
                </a:lnTo>
                <a:lnTo>
                  <a:pt x="453981" y="620601"/>
                </a:lnTo>
                <a:lnTo>
                  <a:pt x="472992" y="621897"/>
                </a:lnTo>
                <a:lnTo>
                  <a:pt x="492004" y="623030"/>
                </a:lnTo>
                <a:lnTo>
                  <a:pt x="511026" y="624011"/>
                </a:lnTo>
                <a:lnTo>
                  <a:pt x="530057" y="624840"/>
                </a:lnTo>
                <a:lnTo>
                  <a:pt x="549088" y="625535"/>
                </a:lnTo>
                <a:lnTo>
                  <a:pt x="568128" y="626097"/>
                </a:lnTo>
                <a:lnTo>
                  <a:pt x="587169" y="626526"/>
                </a:lnTo>
                <a:lnTo>
                  <a:pt x="606209" y="626840"/>
                </a:lnTo>
                <a:lnTo>
                  <a:pt x="625259" y="627021"/>
                </a:lnTo>
                <a:lnTo>
                  <a:pt x="644309" y="627078"/>
                </a:lnTo>
                <a:lnTo>
                  <a:pt x="663350" y="627012"/>
                </a:lnTo>
                <a:lnTo>
                  <a:pt x="682400" y="626821"/>
                </a:lnTo>
                <a:lnTo>
                  <a:pt x="701450" y="626507"/>
                </a:lnTo>
                <a:lnTo>
                  <a:pt x="720490" y="626059"/>
                </a:lnTo>
                <a:lnTo>
                  <a:pt x="739521" y="625488"/>
                </a:lnTo>
                <a:lnTo>
                  <a:pt x="758561" y="624783"/>
                </a:lnTo>
                <a:lnTo>
                  <a:pt x="777592" y="623945"/>
                </a:lnTo>
                <a:lnTo>
                  <a:pt x="796614" y="622954"/>
                </a:lnTo>
                <a:lnTo>
                  <a:pt x="815626" y="621802"/>
                </a:lnTo>
                <a:lnTo>
                  <a:pt x="834628" y="620497"/>
                </a:lnTo>
                <a:lnTo>
                  <a:pt x="853611" y="619011"/>
                </a:lnTo>
                <a:lnTo>
                  <a:pt x="872585" y="617334"/>
                </a:lnTo>
                <a:lnTo>
                  <a:pt x="891540" y="615448"/>
                </a:lnTo>
                <a:lnTo>
                  <a:pt x="910466" y="613324"/>
                </a:lnTo>
                <a:lnTo>
                  <a:pt x="929364" y="610943"/>
                </a:lnTo>
                <a:lnTo>
                  <a:pt x="948223" y="608247"/>
                </a:lnTo>
                <a:lnTo>
                  <a:pt x="967026" y="605190"/>
                </a:lnTo>
                <a:lnTo>
                  <a:pt x="985742" y="601685"/>
                </a:lnTo>
                <a:lnTo>
                  <a:pt x="1004354" y="597637"/>
                </a:lnTo>
                <a:lnTo>
                  <a:pt x="1022795" y="592855"/>
                </a:lnTo>
                <a:lnTo>
                  <a:pt x="1040921" y="587035"/>
                </a:lnTo>
                <a:lnTo>
                  <a:pt x="1058428" y="579558"/>
                </a:lnTo>
                <a:lnTo>
                  <a:pt x="1074172" y="568947"/>
                </a:lnTo>
                <a:lnTo>
                  <a:pt x="1082316" y="552279"/>
                </a:lnTo>
                <a:lnTo>
                  <a:pt x="1088936" y="534419"/>
                </a:lnTo>
                <a:lnTo>
                  <a:pt x="1095566" y="516560"/>
                </a:lnTo>
                <a:lnTo>
                  <a:pt x="1102185" y="498700"/>
                </a:lnTo>
                <a:lnTo>
                  <a:pt x="1108815" y="480851"/>
                </a:lnTo>
                <a:lnTo>
                  <a:pt x="1115435" y="462991"/>
                </a:lnTo>
                <a:lnTo>
                  <a:pt x="1122064" y="445132"/>
                </a:lnTo>
                <a:lnTo>
                  <a:pt x="1128693" y="427272"/>
                </a:lnTo>
                <a:lnTo>
                  <a:pt x="1135313" y="409413"/>
                </a:lnTo>
                <a:lnTo>
                  <a:pt x="1141943" y="391554"/>
                </a:lnTo>
                <a:lnTo>
                  <a:pt x="1148563" y="373694"/>
                </a:lnTo>
                <a:lnTo>
                  <a:pt x="1155192" y="355844"/>
                </a:lnTo>
                <a:lnTo>
                  <a:pt x="1161812" y="337985"/>
                </a:lnTo>
                <a:lnTo>
                  <a:pt x="1168441" y="320126"/>
                </a:lnTo>
                <a:lnTo>
                  <a:pt x="1175071" y="302266"/>
                </a:lnTo>
                <a:lnTo>
                  <a:pt x="1181691" y="284407"/>
                </a:lnTo>
                <a:lnTo>
                  <a:pt x="1188320" y="266548"/>
                </a:lnTo>
                <a:lnTo>
                  <a:pt x="1194940" y="248698"/>
                </a:lnTo>
                <a:lnTo>
                  <a:pt x="1201569" y="230838"/>
                </a:lnTo>
                <a:lnTo>
                  <a:pt x="1208189" y="212979"/>
                </a:lnTo>
                <a:lnTo>
                  <a:pt x="1214819" y="195120"/>
                </a:lnTo>
                <a:lnTo>
                  <a:pt x="1221448" y="177260"/>
                </a:lnTo>
                <a:lnTo>
                  <a:pt x="1228068" y="159401"/>
                </a:lnTo>
                <a:lnTo>
                  <a:pt x="1234697" y="141542"/>
                </a:lnTo>
                <a:lnTo>
                  <a:pt x="1241317" y="123692"/>
                </a:lnTo>
                <a:lnTo>
                  <a:pt x="1247946" y="105832"/>
                </a:lnTo>
                <a:lnTo>
                  <a:pt x="1254566" y="87973"/>
                </a:lnTo>
                <a:lnTo>
                  <a:pt x="1261196" y="70114"/>
                </a:lnTo>
                <a:lnTo>
                  <a:pt x="1267825" y="52254"/>
                </a:lnTo>
                <a:lnTo>
                  <a:pt x="1274445" y="34395"/>
                </a:lnTo>
                <a:lnTo>
                  <a:pt x="1281074" y="16545"/>
                </a:lnTo>
                <a:lnTo>
                  <a:pt x="1287123" y="1400"/>
                </a:lnTo>
                <a:lnTo>
                  <a:pt x="1275350" y="15621"/>
                </a:lnTo>
                <a:lnTo>
                  <a:pt x="1258214" y="23860"/>
                </a:lnTo>
                <a:lnTo>
                  <a:pt x="1240126" y="29813"/>
                </a:lnTo>
                <a:lnTo>
                  <a:pt x="1221686" y="34585"/>
                </a:lnTo>
                <a:lnTo>
                  <a:pt x="1203065" y="38586"/>
                </a:lnTo>
                <a:lnTo>
                  <a:pt x="1184339" y="42053"/>
                </a:lnTo>
                <a:lnTo>
                  <a:pt x="1165536" y="45110"/>
                </a:lnTo>
                <a:lnTo>
                  <a:pt x="1146686" y="47835"/>
                </a:lnTo>
                <a:lnTo>
                  <a:pt x="1127798" y="50302"/>
                </a:lnTo>
                <a:lnTo>
                  <a:pt x="1108881" y="52530"/>
                </a:lnTo>
                <a:lnTo>
                  <a:pt x="1089946" y="54569"/>
                </a:lnTo>
                <a:lnTo>
                  <a:pt x="1070991" y="56445"/>
                </a:lnTo>
                <a:lnTo>
                  <a:pt x="1052017" y="58169"/>
                </a:lnTo>
                <a:lnTo>
                  <a:pt x="1033043" y="59741"/>
                </a:lnTo>
                <a:lnTo>
                  <a:pt x="1014051" y="61208"/>
                </a:lnTo>
                <a:lnTo>
                  <a:pt x="995048" y="62551"/>
                </a:lnTo>
                <a:lnTo>
                  <a:pt x="976046" y="63798"/>
                </a:lnTo>
                <a:lnTo>
                  <a:pt x="957024" y="64941"/>
                </a:lnTo>
                <a:lnTo>
                  <a:pt x="938012" y="65999"/>
                </a:lnTo>
                <a:lnTo>
                  <a:pt x="918991" y="66970"/>
                </a:lnTo>
                <a:lnTo>
                  <a:pt x="899960" y="67856"/>
                </a:lnTo>
                <a:lnTo>
                  <a:pt x="880929" y="68675"/>
                </a:lnTo>
                <a:lnTo>
                  <a:pt x="861898" y="69409"/>
                </a:lnTo>
                <a:lnTo>
                  <a:pt x="842867" y="70075"/>
                </a:lnTo>
                <a:lnTo>
                  <a:pt x="823827" y="70676"/>
                </a:lnTo>
                <a:lnTo>
                  <a:pt x="804786" y="71209"/>
                </a:lnTo>
                <a:lnTo>
                  <a:pt x="785746" y="71676"/>
                </a:lnTo>
                <a:lnTo>
                  <a:pt x="766705" y="72085"/>
                </a:lnTo>
                <a:lnTo>
                  <a:pt x="747655" y="72438"/>
                </a:lnTo>
                <a:lnTo>
                  <a:pt x="728615" y="72723"/>
                </a:lnTo>
                <a:lnTo>
                  <a:pt x="709565" y="72952"/>
                </a:lnTo>
                <a:lnTo>
                  <a:pt x="690515" y="73123"/>
                </a:lnTo>
                <a:lnTo>
                  <a:pt x="671474" y="73228"/>
                </a:lnTo>
                <a:lnTo>
                  <a:pt x="652424" y="73285"/>
                </a:lnTo>
                <a:lnTo>
                  <a:pt x="633374" y="73285"/>
                </a:lnTo>
                <a:lnTo>
                  <a:pt x="614334" y="73228"/>
                </a:lnTo>
                <a:lnTo>
                  <a:pt x="595284" y="73104"/>
                </a:lnTo>
                <a:lnTo>
                  <a:pt x="576234" y="72933"/>
                </a:lnTo>
                <a:lnTo>
                  <a:pt x="557193" y="72704"/>
                </a:lnTo>
                <a:lnTo>
                  <a:pt x="538143" y="72409"/>
                </a:lnTo>
                <a:lnTo>
                  <a:pt x="519103" y="72057"/>
                </a:lnTo>
                <a:lnTo>
                  <a:pt x="500063" y="71647"/>
                </a:lnTo>
                <a:lnTo>
                  <a:pt x="481022" y="71171"/>
                </a:lnTo>
                <a:lnTo>
                  <a:pt x="461982" y="70637"/>
                </a:lnTo>
                <a:lnTo>
                  <a:pt x="442941" y="70028"/>
                </a:lnTo>
                <a:lnTo>
                  <a:pt x="423901" y="69361"/>
                </a:lnTo>
                <a:lnTo>
                  <a:pt x="404870" y="68609"/>
                </a:lnTo>
                <a:lnTo>
                  <a:pt x="385839" y="67789"/>
                </a:lnTo>
                <a:lnTo>
                  <a:pt x="366817" y="66904"/>
                </a:lnTo>
                <a:lnTo>
                  <a:pt x="347796" y="65923"/>
                </a:lnTo>
                <a:lnTo>
                  <a:pt x="328774" y="64865"/>
                </a:lnTo>
                <a:lnTo>
                  <a:pt x="309763" y="63713"/>
                </a:lnTo>
                <a:lnTo>
                  <a:pt x="290760" y="62455"/>
                </a:lnTo>
                <a:lnTo>
                  <a:pt x="271758" y="61103"/>
                </a:lnTo>
                <a:lnTo>
                  <a:pt x="252765" y="59636"/>
                </a:lnTo>
                <a:lnTo>
                  <a:pt x="233791" y="58045"/>
                </a:lnTo>
                <a:lnTo>
                  <a:pt x="214817" y="56312"/>
                </a:lnTo>
                <a:lnTo>
                  <a:pt x="195863" y="54426"/>
                </a:lnTo>
                <a:lnTo>
                  <a:pt x="176927" y="52378"/>
                </a:lnTo>
                <a:lnTo>
                  <a:pt x="158020" y="50130"/>
                </a:lnTo>
                <a:lnTo>
                  <a:pt x="139132" y="47644"/>
                </a:lnTo>
                <a:lnTo>
                  <a:pt x="120282" y="44891"/>
                </a:lnTo>
                <a:lnTo>
                  <a:pt x="101489" y="41815"/>
                </a:lnTo>
                <a:lnTo>
                  <a:pt x="82763" y="38310"/>
                </a:lnTo>
                <a:lnTo>
                  <a:pt x="64151" y="34261"/>
                </a:lnTo>
                <a:lnTo>
                  <a:pt x="45730" y="29423"/>
                </a:lnTo>
                <a:lnTo>
                  <a:pt x="27689" y="23346"/>
                </a:lnTo>
                <a:lnTo>
                  <a:pt x="10678" y="14859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42" name="funnel-step-cap-4">
            <a:extLst xmlns:a="http://schemas.openxmlformats.org/drawingml/2006/main">
              <a:ext uri="{FF2B5EF4-FFF2-40B4-BE49-F238E27FC236}">
                <a16:creationId xmlns:a16="http://schemas.microsoft.com/office/drawing/2014/main" id="{E8066F94-4C2D-41E7-A49D-8F7F6BEAD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76021" y="5321198"/>
            <a:ext cx="1287218" cy="2084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7EAC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43" name="funnel-flow-arrow">
            <a:extLst xmlns:a="http://schemas.openxmlformats.org/drawingml/2006/main">
              <a:ext uri="{FF2B5EF4-FFF2-40B4-BE49-F238E27FC236}">
                <a16:creationId xmlns:a16="http://schemas.microsoft.com/office/drawing/2014/main" id="{D42CF94A-1794-4FA0-8218-A63598114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52850" y="2466975"/>
            <a:ext cx="1733550" cy="3631168"/>
          </a:xfrm>
          <a:custGeom xmlns:a="http://schemas.openxmlformats.org/drawingml/2006/main">
            <a:pathLst>
              <a:path w="1733550" h="3631168">
                <a:moveTo>
                  <a:pt x="0" y="0"/>
                </a:moveTo>
                <a:lnTo>
                  <a:pt x="0" y="42834"/>
                </a:lnTo>
                <a:lnTo>
                  <a:pt x="9001" y="84582"/>
                </a:lnTo>
                <a:lnTo>
                  <a:pt x="19136" y="126197"/>
                </a:lnTo>
                <a:lnTo>
                  <a:pt x="29270" y="167811"/>
                </a:lnTo>
                <a:lnTo>
                  <a:pt x="39405" y="209426"/>
                </a:lnTo>
                <a:lnTo>
                  <a:pt x="49540" y="251031"/>
                </a:lnTo>
                <a:lnTo>
                  <a:pt x="59684" y="292646"/>
                </a:lnTo>
                <a:lnTo>
                  <a:pt x="69818" y="334261"/>
                </a:lnTo>
                <a:lnTo>
                  <a:pt x="79953" y="375876"/>
                </a:lnTo>
                <a:lnTo>
                  <a:pt x="90087" y="417490"/>
                </a:lnTo>
                <a:lnTo>
                  <a:pt x="100222" y="459105"/>
                </a:lnTo>
                <a:lnTo>
                  <a:pt x="110357" y="500720"/>
                </a:lnTo>
                <a:lnTo>
                  <a:pt x="120491" y="542334"/>
                </a:lnTo>
                <a:lnTo>
                  <a:pt x="130626" y="583949"/>
                </a:lnTo>
                <a:lnTo>
                  <a:pt x="140770" y="625564"/>
                </a:lnTo>
                <a:lnTo>
                  <a:pt x="150905" y="667179"/>
                </a:lnTo>
                <a:lnTo>
                  <a:pt x="160611" y="708879"/>
                </a:lnTo>
                <a:lnTo>
                  <a:pt x="168907" y="750903"/>
                </a:lnTo>
                <a:lnTo>
                  <a:pt x="176974" y="792966"/>
                </a:lnTo>
                <a:lnTo>
                  <a:pt x="184718" y="835085"/>
                </a:lnTo>
                <a:lnTo>
                  <a:pt x="192462" y="877214"/>
                </a:lnTo>
                <a:lnTo>
                  <a:pt x="200196" y="919343"/>
                </a:lnTo>
                <a:lnTo>
                  <a:pt x="207940" y="961463"/>
                </a:lnTo>
                <a:lnTo>
                  <a:pt x="215684" y="1003592"/>
                </a:lnTo>
                <a:lnTo>
                  <a:pt x="223428" y="1045712"/>
                </a:lnTo>
                <a:lnTo>
                  <a:pt x="231162" y="1087841"/>
                </a:lnTo>
                <a:lnTo>
                  <a:pt x="238906" y="1129960"/>
                </a:lnTo>
                <a:lnTo>
                  <a:pt x="246650" y="1172089"/>
                </a:lnTo>
                <a:lnTo>
                  <a:pt x="254394" y="1214218"/>
                </a:lnTo>
                <a:lnTo>
                  <a:pt x="262128" y="1256338"/>
                </a:lnTo>
                <a:lnTo>
                  <a:pt x="269872" y="1298467"/>
                </a:lnTo>
                <a:lnTo>
                  <a:pt x="277616" y="1340587"/>
                </a:lnTo>
                <a:lnTo>
                  <a:pt x="285359" y="1382716"/>
                </a:lnTo>
                <a:lnTo>
                  <a:pt x="293094" y="1424835"/>
                </a:lnTo>
                <a:lnTo>
                  <a:pt x="300447" y="1467031"/>
                </a:lnTo>
                <a:lnTo>
                  <a:pt x="307734" y="1509236"/>
                </a:lnTo>
                <a:lnTo>
                  <a:pt x="314782" y="1551489"/>
                </a:lnTo>
                <a:lnTo>
                  <a:pt x="321831" y="1593733"/>
                </a:lnTo>
                <a:lnTo>
                  <a:pt x="328879" y="1635976"/>
                </a:lnTo>
                <a:lnTo>
                  <a:pt x="335928" y="1678229"/>
                </a:lnTo>
                <a:lnTo>
                  <a:pt x="342976" y="1720472"/>
                </a:lnTo>
                <a:lnTo>
                  <a:pt x="350025" y="1762716"/>
                </a:lnTo>
                <a:lnTo>
                  <a:pt x="357073" y="1804968"/>
                </a:lnTo>
                <a:lnTo>
                  <a:pt x="364112" y="1847212"/>
                </a:lnTo>
                <a:lnTo>
                  <a:pt x="371161" y="1889455"/>
                </a:lnTo>
                <a:lnTo>
                  <a:pt x="378209" y="1931708"/>
                </a:lnTo>
                <a:lnTo>
                  <a:pt x="385258" y="1973951"/>
                </a:lnTo>
                <a:lnTo>
                  <a:pt x="392306" y="2016195"/>
                </a:lnTo>
                <a:lnTo>
                  <a:pt x="399355" y="2058448"/>
                </a:lnTo>
                <a:lnTo>
                  <a:pt x="406403" y="2100691"/>
                </a:lnTo>
                <a:lnTo>
                  <a:pt x="413452" y="2142935"/>
                </a:lnTo>
                <a:lnTo>
                  <a:pt x="420329" y="2185216"/>
                </a:lnTo>
                <a:lnTo>
                  <a:pt x="427149" y="2227497"/>
                </a:lnTo>
                <a:lnTo>
                  <a:pt x="433797" y="2269808"/>
                </a:lnTo>
                <a:lnTo>
                  <a:pt x="440426" y="2312127"/>
                </a:lnTo>
                <a:lnTo>
                  <a:pt x="447056" y="2354437"/>
                </a:lnTo>
                <a:lnTo>
                  <a:pt x="453685" y="2396747"/>
                </a:lnTo>
                <a:lnTo>
                  <a:pt x="460324" y="2439067"/>
                </a:lnTo>
                <a:lnTo>
                  <a:pt x="466954" y="2481377"/>
                </a:lnTo>
                <a:lnTo>
                  <a:pt x="473583" y="2523696"/>
                </a:lnTo>
                <a:lnTo>
                  <a:pt x="480212" y="2566006"/>
                </a:lnTo>
                <a:lnTo>
                  <a:pt x="486842" y="2608316"/>
                </a:lnTo>
                <a:lnTo>
                  <a:pt x="493481" y="2650636"/>
                </a:lnTo>
                <a:lnTo>
                  <a:pt x="500110" y="2692946"/>
                </a:lnTo>
                <a:lnTo>
                  <a:pt x="506740" y="2735266"/>
                </a:lnTo>
                <a:lnTo>
                  <a:pt x="513369" y="2777576"/>
                </a:lnTo>
                <a:lnTo>
                  <a:pt x="520008" y="2819886"/>
                </a:lnTo>
                <a:lnTo>
                  <a:pt x="526637" y="2862205"/>
                </a:lnTo>
                <a:lnTo>
                  <a:pt x="533181" y="2904534"/>
                </a:lnTo>
                <a:lnTo>
                  <a:pt x="539648" y="2946873"/>
                </a:lnTo>
                <a:lnTo>
                  <a:pt x="503663" y="2952750"/>
                </a:lnTo>
                <a:lnTo>
                  <a:pt x="460829" y="2952750"/>
                </a:lnTo>
                <a:lnTo>
                  <a:pt x="418005" y="2952750"/>
                </a:lnTo>
                <a:lnTo>
                  <a:pt x="375171" y="2952750"/>
                </a:lnTo>
                <a:lnTo>
                  <a:pt x="332337" y="2952750"/>
                </a:lnTo>
                <a:lnTo>
                  <a:pt x="289512" y="2952750"/>
                </a:lnTo>
                <a:lnTo>
                  <a:pt x="246678" y="2952750"/>
                </a:lnTo>
                <a:lnTo>
                  <a:pt x="225533" y="2962075"/>
                </a:lnTo>
                <a:lnTo>
                  <a:pt x="254994" y="2993155"/>
                </a:lnTo>
                <a:lnTo>
                  <a:pt x="284464" y="3024245"/>
                </a:lnTo>
                <a:lnTo>
                  <a:pt x="313925" y="3055325"/>
                </a:lnTo>
                <a:lnTo>
                  <a:pt x="343395" y="3086414"/>
                </a:lnTo>
                <a:lnTo>
                  <a:pt x="372856" y="3117494"/>
                </a:lnTo>
                <a:lnTo>
                  <a:pt x="402326" y="3148574"/>
                </a:lnTo>
                <a:lnTo>
                  <a:pt x="431787" y="3179664"/>
                </a:lnTo>
                <a:lnTo>
                  <a:pt x="461258" y="3210744"/>
                </a:lnTo>
                <a:lnTo>
                  <a:pt x="490718" y="3241834"/>
                </a:lnTo>
                <a:lnTo>
                  <a:pt x="520189" y="3272914"/>
                </a:lnTo>
                <a:lnTo>
                  <a:pt x="549650" y="3304003"/>
                </a:lnTo>
                <a:lnTo>
                  <a:pt x="579110" y="3335084"/>
                </a:lnTo>
                <a:lnTo>
                  <a:pt x="608581" y="3366173"/>
                </a:lnTo>
                <a:lnTo>
                  <a:pt x="638042" y="3397253"/>
                </a:lnTo>
                <a:lnTo>
                  <a:pt x="667512" y="3428333"/>
                </a:lnTo>
                <a:lnTo>
                  <a:pt x="696973" y="3459423"/>
                </a:lnTo>
                <a:lnTo>
                  <a:pt x="726443" y="3490503"/>
                </a:lnTo>
                <a:lnTo>
                  <a:pt x="755904" y="3521593"/>
                </a:lnTo>
                <a:lnTo>
                  <a:pt x="785374" y="3552673"/>
                </a:lnTo>
                <a:lnTo>
                  <a:pt x="814835" y="3583762"/>
                </a:lnTo>
                <a:lnTo>
                  <a:pt x="844306" y="3614842"/>
                </a:lnTo>
                <a:lnTo>
                  <a:pt x="873766" y="3631168"/>
                </a:lnTo>
                <a:lnTo>
                  <a:pt x="903237" y="3600088"/>
                </a:lnTo>
                <a:lnTo>
                  <a:pt x="932698" y="3568998"/>
                </a:lnTo>
                <a:lnTo>
                  <a:pt x="962168" y="3537918"/>
                </a:lnTo>
                <a:lnTo>
                  <a:pt x="991629" y="3506838"/>
                </a:lnTo>
                <a:lnTo>
                  <a:pt x="1021099" y="3475749"/>
                </a:lnTo>
                <a:lnTo>
                  <a:pt x="1050560" y="3444669"/>
                </a:lnTo>
                <a:lnTo>
                  <a:pt x="1080030" y="3413579"/>
                </a:lnTo>
                <a:lnTo>
                  <a:pt x="1109491" y="3382499"/>
                </a:lnTo>
                <a:lnTo>
                  <a:pt x="1138961" y="3351409"/>
                </a:lnTo>
                <a:lnTo>
                  <a:pt x="1168422" y="3320329"/>
                </a:lnTo>
                <a:lnTo>
                  <a:pt x="1197893" y="3289240"/>
                </a:lnTo>
                <a:lnTo>
                  <a:pt x="1227353" y="3258160"/>
                </a:lnTo>
                <a:lnTo>
                  <a:pt x="1256814" y="3227080"/>
                </a:lnTo>
                <a:lnTo>
                  <a:pt x="1286285" y="3195990"/>
                </a:lnTo>
                <a:lnTo>
                  <a:pt x="1315745" y="3164910"/>
                </a:lnTo>
                <a:lnTo>
                  <a:pt x="1345216" y="3133820"/>
                </a:lnTo>
                <a:lnTo>
                  <a:pt x="1374677" y="3102740"/>
                </a:lnTo>
                <a:lnTo>
                  <a:pt x="1404147" y="3071651"/>
                </a:lnTo>
                <a:lnTo>
                  <a:pt x="1433608" y="3040571"/>
                </a:lnTo>
                <a:lnTo>
                  <a:pt x="1463078" y="3009481"/>
                </a:lnTo>
                <a:lnTo>
                  <a:pt x="1492539" y="2978401"/>
                </a:lnTo>
                <a:lnTo>
                  <a:pt x="1509370" y="2952750"/>
                </a:lnTo>
                <a:lnTo>
                  <a:pt x="1466536" y="2952750"/>
                </a:lnTo>
                <a:lnTo>
                  <a:pt x="1423711" y="2952750"/>
                </a:lnTo>
                <a:lnTo>
                  <a:pt x="1380877" y="2952750"/>
                </a:lnTo>
                <a:lnTo>
                  <a:pt x="1338043" y="2952750"/>
                </a:lnTo>
                <a:lnTo>
                  <a:pt x="1295219" y="2952750"/>
                </a:lnTo>
                <a:lnTo>
                  <a:pt x="1252385" y="2952750"/>
                </a:lnTo>
                <a:lnTo>
                  <a:pt x="1209561" y="2952750"/>
                </a:lnTo>
                <a:lnTo>
                  <a:pt x="1196978" y="2926775"/>
                </a:lnTo>
                <a:lnTo>
                  <a:pt x="1203436" y="2884427"/>
                </a:lnTo>
                <a:lnTo>
                  <a:pt x="1210066" y="2842117"/>
                </a:lnTo>
                <a:lnTo>
                  <a:pt x="1216695" y="2799798"/>
                </a:lnTo>
                <a:lnTo>
                  <a:pt x="1223324" y="2757488"/>
                </a:lnTo>
                <a:lnTo>
                  <a:pt x="1229954" y="2715177"/>
                </a:lnTo>
                <a:lnTo>
                  <a:pt x="1236593" y="2672858"/>
                </a:lnTo>
                <a:lnTo>
                  <a:pt x="1243222" y="2630548"/>
                </a:lnTo>
                <a:lnTo>
                  <a:pt x="1249851" y="2588228"/>
                </a:lnTo>
                <a:lnTo>
                  <a:pt x="1256481" y="2545918"/>
                </a:lnTo>
                <a:lnTo>
                  <a:pt x="1263120" y="2503608"/>
                </a:lnTo>
                <a:lnTo>
                  <a:pt x="1269749" y="2461289"/>
                </a:lnTo>
                <a:lnTo>
                  <a:pt x="1276379" y="2418979"/>
                </a:lnTo>
                <a:lnTo>
                  <a:pt x="1283008" y="2376659"/>
                </a:lnTo>
                <a:lnTo>
                  <a:pt x="1289637" y="2334349"/>
                </a:lnTo>
                <a:lnTo>
                  <a:pt x="1296276" y="2292039"/>
                </a:lnTo>
                <a:lnTo>
                  <a:pt x="1302906" y="2249719"/>
                </a:lnTo>
                <a:lnTo>
                  <a:pt x="1309640" y="2207428"/>
                </a:lnTo>
                <a:lnTo>
                  <a:pt x="1316460" y="2165137"/>
                </a:lnTo>
                <a:lnTo>
                  <a:pt x="1323451" y="2122884"/>
                </a:lnTo>
                <a:lnTo>
                  <a:pt x="1330500" y="2080641"/>
                </a:lnTo>
                <a:lnTo>
                  <a:pt x="1337539" y="2038388"/>
                </a:lnTo>
                <a:lnTo>
                  <a:pt x="1344587" y="1996145"/>
                </a:lnTo>
                <a:lnTo>
                  <a:pt x="1351636" y="1953901"/>
                </a:lnTo>
                <a:lnTo>
                  <a:pt x="1358684" y="1911648"/>
                </a:lnTo>
                <a:lnTo>
                  <a:pt x="1365733" y="1869405"/>
                </a:lnTo>
                <a:lnTo>
                  <a:pt x="1372781" y="1827162"/>
                </a:lnTo>
                <a:lnTo>
                  <a:pt x="1379830" y="1784909"/>
                </a:lnTo>
                <a:lnTo>
                  <a:pt x="1386878" y="1742665"/>
                </a:lnTo>
                <a:lnTo>
                  <a:pt x="1393917" y="1700413"/>
                </a:lnTo>
                <a:lnTo>
                  <a:pt x="1400966" y="1658169"/>
                </a:lnTo>
                <a:lnTo>
                  <a:pt x="1408014" y="1615926"/>
                </a:lnTo>
                <a:lnTo>
                  <a:pt x="1415063" y="1573673"/>
                </a:lnTo>
                <a:lnTo>
                  <a:pt x="1422111" y="1531430"/>
                </a:lnTo>
                <a:lnTo>
                  <a:pt x="1429255" y="1489196"/>
                </a:lnTo>
                <a:lnTo>
                  <a:pt x="1436580" y="1447000"/>
                </a:lnTo>
                <a:lnTo>
                  <a:pt x="1444133" y="1404842"/>
                </a:lnTo>
                <a:lnTo>
                  <a:pt x="1451867" y="1362713"/>
                </a:lnTo>
                <a:lnTo>
                  <a:pt x="1459611" y="1320594"/>
                </a:lnTo>
                <a:lnTo>
                  <a:pt x="1467355" y="1278465"/>
                </a:lnTo>
                <a:lnTo>
                  <a:pt x="1475099" y="1236345"/>
                </a:lnTo>
                <a:lnTo>
                  <a:pt x="1482833" y="1194216"/>
                </a:lnTo>
                <a:lnTo>
                  <a:pt x="1490577" y="1152087"/>
                </a:lnTo>
                <a:lnTo>
                  <a:pt x="1498321" y="1109967"/>
                </a:lnTo>
                <a:lnTo>
                  <a:pt x="1506055" y="1067838"/>
                </a:lnTo>
                <a:lnTo>
                  <a:pt x="1513799" y="1025719"/>
                </a:lnTo>
                <a:lnTo>
                  <a:pt x="1521543" y="983590"/>
                </a:lnTo>
                <a:lnTo>
                  <a:pt x="1529286" y="941470"/>
                </a:lnTo>
                <a:lnTo>
                  <a:pt x="1537021" y="899341"/>
                </a:lnTo>
                <a:lnTo>
                  <a:pt x="1544765" y="857212"/>
                </a:lnTo>
                <a:lnTo>
                  <a:pt x="1552508" y="815092"/>
                </a:lnTo>
                <a:lnTo>
                  <a:pt x="1560281" y="772973"/>
                </a:lnTo>
                <a:lnTo>
                  <a:pt x="1568577" y="730949"/>
                </a:lnTo>
                <a:lnTo>
                  <a:pt x="1577321" y="689029"/>
                </a:lnTo>
                <a:lnTo>
                  <a:pt x="1587456" y="647424"/>
                </a:lnTo>
                <a:lnTo>
                  <a:pt x="1597600" y="605809"/>
                </a:lnTo>
                <a:lnTo>
                  <a:pt x="1607734" y="564194"/>
                </a:lnTo>
                <a:lnTo>
                  <a:pt x="1617869" y="522580"/>
                </a:lnTo>
                <a:lnTo>
                  <a:pt x="1628003" y="480965"/>
                </a:lnTo>
                <a:lnTo>
                  <a:pt x="1638138" y="439350"/>
                </a:lnTo>
                <a:lnTo>
                  <a:pt x="1648273" y="397735"/>
                </a:lnTo>
                <a:lnTo>
                  <a:pt x="1658407" y="356121"/>
                </a:lnTo>
                <a:lnTo>
                  <a:pt x="1668542" y="314506"/>
                </a:lnTo>
                <a:lnTo>
                  <a:pt x="1678686" y="272891"/>
                </a:lnTo>
                <a:lnTo>
                  <a:pt x="1688821" y="231277"/>
                </a:lnTo>
                <a:lnTo>
                  <a:pt x="1698955" y="189671"/>
                </a:lnTo>
                <a:lnTo>
                  <a:pt x="1709090" y="148057"/>
                </a:lnTo>
                <a:lnTo>
                  <a:pt x="1719224" y="106442"/>
                </a:lnTo>
                <a:lnTo>
                  <a:pt x="1729359" y="64827"/>
                </a:lnTo>
                <a:lnTo>
                  <a:pt x="1733550" y="22498"/>
                </a:lnTo>
                <a:lnTo>
                  <a:pt x="1713214" y="0"/>
                </a:lnTo>
                <a:lnTo>
                  <a:pt x="1670390" y="0"/>
                </a:lnTo>
                <a:lnTo>
                  <a:pt x="1627556" y="0"/>
                </a:lnTo>
                <a:lnTo>
                  <a:pt x="1584722" y="0"/>
                </a:lnTo>
                <a:lnTo>
                  <a:pt x="1541897" y="0"/>
                </a:lnTo>
                <a:lnTo>
                  <a:pt x="1499064" y="0"/>
                </a:lnTo>
                <a:lnTo>
                  <a:pt x="1456230" y="0"/>
                </a:lnTo>
                <a:lnTo>
                  <a:pt x="1413405" y="0"/>
                </a:lnTo>
                <a:lnTo>
                  <a:pt x="1370571" y="0"/>
                </a:lnTo>
                <a:lnTo>
                  <a:pt x="1327747" y="0"/>
                </a:lnTo>
                <a:lnTo>
                  <a:pt x="1284913" y="0"/>
                </a:lnTo>
                <a:lnTo>
                  <a:pt x="1242079" y="0"/>
                </a:lnTo>
                <a:lnTo>
                  <a:pt x="1199255" y="0"/>
                </a:lnTo>
                <a:lnTo>
                  <a:pt x="1156421" y="0"/>
                </a:lnTo>
                <a:lnTo>
                  <a:pt x="1113587" y="0"/>
                </a:lnTo>
                <a:lnTo>
                  <a:pt x="1070762" y="0"/>
                </a:lnTo>
                <a:lnTo>
                  <a:pt x="1027928" y="0"/>
                </a:lnTo>
                <a:lnTo>
                  <a:pt x="985104" y="0"/>
                </a:lnTo>
                <a:lnTo>
                  <a:pt x="942270" y="0"/>
                </a:lnTo>
                <a:lnTo>
                  <a:pt x="899436" y="0"/>
                </a:lnTo>
                <a:lnTo>
                  <a:pt x="856612" y="0"/>
                </a:lnTo>
                <a:lnTo>
                  <a:pt x="813778" y="0"/>
                </a:lnTo>
                <a:lnTo>
                  <a:pt x="770944" y="0"/>
                </a:lnTo>
                <a:lnTo>
                  <a:pt x="728120" y="0"/>
                </a:lnTo>
                <a:lnTo>
                  <a:pt x="685286" y="0"/>
                </a:lnTo>
                <a:lnTo>
                  <a:pt x="642452" y="0"/>
                </a:lnTo>
                <a:lnTo>
                  <a:pt x="599627" y="0"/>
                </a:lnTo>
                <a:lnTo>
                  <a:pt x="556793" y="0"/>
                </a:lnTo>
                <a:lnTo>
                  <a:pt x="513969" y="0"/>
                </a:lnTo>
                <a:lnTo>
                  <a:pt x="471135" y="0"/>
                </a:lnTo>
                <a:lnTo>
                  <a:pt x="428301" y="0"/>
                </a:lnTo>
                <a:lnTo>
                  <a:pt x="385477" y="0"/>
                </a:lnTo>
                <a:lnTo>
                  <a:pt x="342643" y="0"/>
                </a:lnTo>
                <a:lnTo>
                  <a:pt x="299809" y="0"/>
                </a:lnTo>
                <a:lnTo>
                  <a:pt x="256985" y="0"/>
                </a:lnTo>
                <a:lnTo>
                  <a:pt x="214151" y="0"/>
                </a:lnTo>
                <a:lnTo>
                  <a:pt x="171326" y="0"/>
                </a:lnTo>
                <a:lnTo>
                  <a:pt x="128492" y="0"/>
                </a:lnTo>
                <a:lnTo>
                  <a:pt x="85658" y="0"/>
                </a:lnTo>
                <a:lnTo>
                  <a:pt x="42834" y="0"/>
                </a:lnTo>
                <a:lnTo>
                  <a:pt x="0" y="0"/>
                </a:lnTo>
                <a:close/>
              </a:path>
            </a:pathLst>
          </a:custGeom>
          <a:gradFill xmlns:a="http://schemas.openxmlformats.org/drawingml/2006/main">
            <a:gsLst>
              <a:gs pos="0">
                <a:srgbClr val="000000"/>
              </a:gs>
              <a:gs pos="42">
                <a:srgbClr val="B8D8F2">
                  <a:alpha val="16000"/>
                </a:srgbClr>
              </a:gs>
              <a:gs pos="76">
                <a:srgbClr val="8FC4EE">
                  <a:alpha val="32000"/>
                </a:srgbClr>
              </a:gs>
              <a:gs pos="100">
                <a:srgbClr val="72B3E8">
                  <a:alpha val="52000"/>
                </a:srgbClr>
              </a:gs>
            </a:gsLst>
            <a:lin ang="10800000"/>
          </a:gradFill>
          <a:ln xmlns:a="http://schemas.openxmlformats.org/drawingml/2006/main" w="9525">
            <a:noFill/>
            <a:prstDash val="solid"/>
          </a:ln>
        </p:spPr>
      </p:sp>
      <p:sp>
        <p:nvSpPr>
          <p:cNvPr id="44" name="phase-label-0">
            <a:extLst xmlns:a="http://schemas.openxmlformats.org/drawingml/2006/main">
              <a:ext uri="{FF2B5EF4-FFF2-40B4-BE49-F238E27FC236}">
                <a16:creationId xmlns:a16="http://schemas.microsoft.com/office/drawing/2014/main" id="{9EC4A9D0-494D-4827-919F-372ACAE63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1638300"/>
            <a:ext cx="228600" cy="2293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阶段一</a:t>
            </a:r>
          </a:p>
        </p:txBody>
      </p:sp>
      <p:sp>
        <p:nvSpPr>
          <p:cNvPr id="45" name="phase-label-1">
            <a:extLst xmlns:a="http://schemas.openxmlformats.org/drawingml/2006/main">
              <a:ext uri="{FF2B5EF4-FFF2-40B4-BE49-F238E27FC236}">
                <a16:creationId xmlns:a16="http://schemas.microsoft.com/office/drawing/2014/main" id="{D7C47281-BD89-43CA-A006-993856215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3931891"/>
            <a:ext cx="228600" cy="227826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阶段二</a:t>
            </a:r>
          </a:p>
        </p:txBody>
      </p:sp>
      <p:sp>
        <p:nvSpPr>
          <p:cNvPr id="46" name="funnel-step-title-0">
            <a:extLst xmlns:a="http://schemas.openxmlformats.org/drawingml/2006/main">
              <a:ext uri="{FF2B5EF4-FFF2-40B4-BE49-F238E27FC236}">
                <a16:creationId xmlns:a16="http://schemas.microsoft.com/office/drawing/2014/main" id="{A2743DD9-5D95-4DCE-96FD-A556B36FA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357343" y="2702128"/>
            <a:ext cx="2524573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3600"/>
              </a:lnSpc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广泛触达</a:t>
            </a:r>
          </a:p>
        </p:txBody>
      </p:sp>
      <p:sp>
        <p:nvSpPr>
          <p:cNvPr id="47" name="funnel-step-title-1">
            <a:extLst xmlns:a="http://schemas.openxmlformats.org/drawingml/2006/main">
              <a:ext uri="{FF2B5EF4-FFF2-40B4-BE49-F238E27FC236}">
                <a16:creationId xmlns:a16="http://schemas.microsoft.com/office/drawing/2014/main" id="{2C374F9A-CCA6-4186-9DD2-DFDEA3F3D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608632" y="3429895"/>
            <a:ext cx="2021977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3600"/>
              </a:lnSpc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兴趣识别</a:t>
            </a:r>
          </a:p>
        </p:txBody>
      </p:sp>
      <p:sp>
        <p:nvSpPr>
          <p:cNvPr id="48" name="funnel-step-title-2">
            <a:extLst xmlns:a="http://schemas.openxmlformats.org/drawingml/2006/main">
              <a:ext uri="{FF2B5EF4-FFF2-40B4-BE49-F238E27FC236}">
                <a16:creationId xmlns:a16="http://schemas.microsoft.com/office/drawing/2014/main" id="{5DC61F28-ABD9-4BEE-B6B8-16CB5A4B4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837232" y="4157663"/>
            <a:ext cx="1564777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3600"/>
              </a:lnSpc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意向培育</a:t>
            </a:r>
          </a:p>
        </p:txBody>
      </p:sp>
      <p:sp>
        <p:nvSpPr>
          <p:cNvPr id="49" name="funnel-step-title-3">
            <a:extLst xmlns:a="http://schemas.openxmlformats.org/drawingml/2006/main">
              <a:ext uri="{FF2B5EF4-FFF2-40B4-BE49-F238E27FC236}">
                <a16:creationId xmlns:a16="http://schemas.microsoft.com/office/drawing/2014/main" id="{AF80213E-9222-4486-9761-487435D78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52221" y="4885287"/>
            <a:ext cx="1134818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3600"/>
              </a:lnSpc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行动转化</a:t>
            </a:r>
          </a:p>
        </p:txBody>
      </p:sp>
      <p:sp>
        <p:nvSpPr>
          <p:cNvPr id="50" name="funnel-step-title-4">
            <a:extLst xmlns:a="http://schemas.openxmlformats.org/drawingml/2006/main">
              <a:ext uri="{FF2B5EF4-FFF2-40B4-BE49-F238E27FC236}">
                <a16:creationId xmlns:a16="http://schemas.microsoft.com/office/drawing/2014/main" id="{A0F79D99-3EAB-412A-AB34-BA84580D6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200525" y="5613054"/>
            <a:ext cx="8382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持续留存</a:t>
            </a:r>
          </a:p>
        </p:txBody>
      </p:sp>
      <p:sp>
        <p:nvSpPr>
          <p:cNvPr id="51" name="input-core-0">
            <a:extLst xmlns:a="http://schemas.openxmlformats.org/drawingml/2006/main">
              <a:ext uri="{FF2B5EF4-FFF2-40B4-BE49-F238E27FC236}">
                <a16:creationId xmlns:a16="http://schemas.microsoft.com/office/drawing/2014/main" id="{179B48D4-859B-4EED-A58D-14FB6B275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391025" y="187642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23"/>
          <a:fontRef xmlns:a="http://schemas.openxmlformats.org/drawingml/2006/main" idx="major"/>
        </p:style>
      </p:sp>
      <p:pic>
        <p:nvPicPr>
          <p:cNvPr id="10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ca1b45563214161">
            <a:extLst>
              <a:ext uri="{96DAC541-7B7A-43D3-8B79-37D633B846F1}">
                <asvg:svgBlip xmlns:asvg="http://schemas.microsoft.com/office/drawing/2016/SVG/main" r:embed="R9bb1ea708c404cbc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4486275" y="1971675"/>
            <a:ext cx="266700" cy="2667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3438858"/>
      </p:ext>
    </p:extLst>
  </p:cSld>
</p:sld>
</file>

<file path=ppt/slides/slide3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5" name="phase-band-0">
            <a:extLst xmlns:a="http://schemas.openxmlformats.org/drawingml/2006/main">
              <a:ext uri="{FF2B5EF4-FFF2-40B4-BE49-F238E27FC236}">
                <a16:creationId xmlns:a16="http://schemas.microsoft.com/office/drawing/2014/main" id="{A158C0D9-9748-476B-8631-D0A92151C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1638300"/>
            <a:ext cx="11144250" cy="229359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phase-band-1">
            <a:extLst xmlns:a="http://schemas.openxmlformats.org/drawingml/2006/main">
              <a:ext uri="{FF2B5EF4-FFF2-40B4-BE49-F238E27FC236}">
                <a16:creationId xmlns:a16="http://schemas.microsoft.com/office/drawing/2014/main" id="{A9F36620-6AE5-436E-B2B9-405354151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3931891"/>
            <a:ext cx="11144250" cy="227826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38100">
            <a:solidFill>
              <a:srgbClr val="FFFFFF"/>
            </a:solidFill>
            <a:prstDash val="solid"/>
          </a:ln>
        </p:spPr>
      </p:sp>
      <p:sp>
        <p:nvSpPr>
          <p:cNvPr id="3" name="phase-rail-0">
            <a:extLst xmlns:a="http://schemas.openxmlformats.org/drawingml/2006/main">
              <a:ext uri="{FF2B5EF4-FFF2-40B4-BE49-F238E27FC236}">
                <a16:creationId xmlns:a16="http://schemas.microsoft.com/office/drawing/2014/main" id="{CB31AA9A-A8CE-4918-A98C-9BABC2994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1638300"/>
            <a:ext cx="514350" cy="2288981"/>
          </a:xfrm>
          <a:custGeom xmlns:a="http://schemas.openxmlformats.org/drawingml/2006/main">
            <a:pathLst>
              <a:path w="514350" h="2288981">
                <a:moveTo>
                  <a:pt x="0" y="0"/>
                </a:moveTo>
                <a:lnTo>
                  <a:pt x="22517" y="0"/>
                </a:lnTo>
                <a:lnTo>
                  <a:pt x="45034" y="0"/>
                </a:lnTo>
                <a:lnTo>
                  <a:pt x="67551" y="0"/>
                </a:lnTo>
                <a:lnTo>
                  <a:pt x="90068" y="0"/>
                </a:lnTo>
                <a:lnTo>
                  <a:pt x="112586" y="0"/>
                </a:lnTo>
                <a:lnTo>
                  <a:pt x="135103" y="0"/>
                </a:lnTo>
                <a:lnTo>
                  <a:pt x="157620" y="0"/>
                </a:lnTo>
                <a:lnTo>
                  <a:pt x="180137" y="0"/>
                </a:lnTo>
                <a:lnTo>
                  <a:pt x="202663" y="0"/>
                </a:lnTo>
                <a:lnTo>
                  <a:pt x="225181" y="0"/>
                </a:lnTo>
                <a:lnTo>
                  <a:pt x="247698" y="0"/>
                </a:lnTo>
                <a:lnTo>
                  <a:pt x="270215" y="0"/>
                </a:lnTo>
                <a:lnTo>
                  <a:pt x="292732" y="0"/>
                </a:lnTo>
                <a:lnTo>
                  <a:pt x="315249" y="0"/>
                </a:lnTo>
                <a:lnTo>
                  <a:pt x="337766" y="0"/>
                </a:lnTo>
                <a:lnTo>
                  <a:pt x="360283" y="0"/>
                </a:lnTo>
                <a:lnTo>
                  <a:pt x="382800" y="0"/>
                </a:lnTo>
                <a:lnTo>
                  <a:pt x="405317" y="0"/>
                </a:lnTo>
                <a:lnTo>
                  <a:pt x="427834" y="0"/>
                </a:lnTo>
                <a:lnTo>
                  <a:pt x="450352" y="0"/>
                </a:lnTo>
                <a:lnTo>
                  <a:pt x="472869" y="0"/>
                </a:lnTo>
                <a:lnTo>
                  <a:pt x="495386" y="0"/>
                </a:lnTo>
                <a:lnTo>
                  <a:pt x="514350" y="3553"/>
                </a:lnTo>
                <a:lnTo>
                  <a:pt x="514350" y="26070"/>
                </a:lnTo>
                <a:lnTo>
                  <a:pt x="514350" y="48587"/>
                </a:lnTo>
                <a:lnTo>
                  <a:pt x="514350" y="71104"/>
                </a:lnTo>
                <a:lnTo>
                  <a:pt x="514350" y="93621"/>
                </a:lnTo>
                <a:lnTo>
                  <a:pt x="514350" y="116138"/>
                </a:lnTo>
                <a:lnTo>
                  <a:pt x="514350" y="138655"/>
                </a:lnTo>
                <a:lnTo>
                  <a:pt x="514350" y="161182"/>
                </a:lnTo>
                <a:lnTo>
                  <a:pt x="514350" y="183699"/>
                </a:lnTo>
                <a:lnTo>
                  <a:pt x="514350" y="206216"/>
                </a:lnTo>
                <a:lnTo>
                  <a:pt x="514350" y="228733"/>
                </a:lnTo>
                <a:lnTo>
                  <a:pt x="514350" y="251250"/>
                </a:lnTo>
                <a:lnTo>
                  <a:pt x="514350" y="273768"/>
                </a:lnTo>
                <a:lnTo>
                  <a:pt x="514350" y="296285"/>
                </a:lnTo>
                <a:lnTo>
                  <a:pt x="514350" y="318802"/>
                </a:lnTo>
                <a:lnTo>
                  <a:pt x="514350" y="341319"/>
                </a:lnTo>
                <a:lnTo>
                  <a:pt x="514350" y="363836"/>
                </a:lnTo>
                <a:lnTo>
                  <a:pt x="514350" y="386353"/>
                </a:lnTo>
                <a:lnTo>
                  <a:pt x="514350" y="408870"/>
                </a:lnTo>
                <a:lnTo>
                  <a:pt x="514350" y="431387"/>
                </a:lnTo>
                <a:lnTo>
                  <a:pt x="514350" y="453904"/>
                </a:lnTo>
                <a:lnTo>
                  <a:pt x="514350" y="476421"/>
                </a:lnTo>
                <a:lnTo>
                  <a:pt x="514350" y="498939"/>
                </a:lnTo>
                <a:lnTo>
                  <a:pt x="514350" y="521456"/>
                </a:lnTo>
                <a:lnTo>
                  <a:pt x="514350" y="543973"/>
                </a:lnTo>
                <a:lnTo>
                  <a:pt x="514350" y="566490"/>
                </a:lnTo>
                <a:lnTo>
                  <a:pt x="514350" y="589007"/>
                </a:lnTo>
                <a:lnTo>
                  <a:pt x="514350" y="611524"/>
                </a:lnTo>
                <a:lnTo>
                  <a:pt x="514350" y="634041"/>
                </a:lnTo>
                <a:lnTo>
                  <a:pt x="514350" y="656558"/>
                </a:lnTo>
                <a:lnTo>
                  <a:pt x="514350" y="679075"/>
                </a:lnTo>
                <a:lnTo>
                  <a:pt x="514350" y="701592"/>
                </a:lnTo>
                <a:lnTo>
                  <a:pt x="514350" y="724110"/>
                </a:lnTo>
                <a:lnTo>
                  <a:pt x="514350" y="746627"/>
                </a:lnTo>
                <a:lnTo>
                  <a:pt x="514350" y="769144"/>
                </a:lnTo>
                <a:lnTo>
                  <a:pt x="514350" y="791661"/>
                </a:lnTo>
                <a:lnTo>
                  <a:pt x="514350" y="814178"/>
                </a:lnTo>
                <a:lnTo>
                  <a:pt x="514350" y="836695"/>
                </a:lnTo>
                <a:lnTo>
                  <a:pt x="514350" y="859212"/>
                </a:lnTo>
                <a:lnTo>
                  <a:pt x="514350" y="881729"/>
                </a:lnTo>
                <a:lnTo>
                  <a:pt x="514350" y="904246"/>
                </a:lnTo>
                <a:lnTo>
                  <a:pt x="514350" y="926763"/>
                </a:lnTo>
                <a:lnTo>
                  <a:pt x="514350" y="949281"/>
                </a:lnTo>
                <a:lnTo>
                  <a:pt x="514350" y="971798"/>
                </a:lnTo>
                <a:lnTo>
                  <a:pt x="514350" y="994324"/>
                </a:lnTo>
                <a:lnTo>
                  <a:pt x="514350" y="1016841"/>
                </a:lnTo>
                <a:lnTo>
                  <a:pt x="514350" y="1039358"/>
                </a:lnTo>
                <a:lnTo>
                  <a:pt x="514350" y="1061876"/>
                </a:lnTo>
                <a:lnTo>
                  <a:pt x="514350" y="1084393"/>
                </a:lnTo>
                <a:lnTo>
                  <a:pt x="514350" y="1106910"/>
                </a:lnTo>
                <a:lnTo>
                  <a:pt x="514350" y="1129427"/>
                </a:lnTo>
                <a:lnTo>
                  <a:pt x="514350" y="1151944"/>
                </a:lnTo>
                <a:lnTo>
                  <a:pt x="514350" y="1174461"/>
                </a:lnTo>
                <a:lnTo>
                  <a:pt x="514350" y="1196978"/>
                </a:lnTo>
                <a:lnTo>
                  <a:pt x="514350" y="1219495"/>
                </a:lnTo>
                <a:lnTo>
                  <a:pt x="514350" y="1242012"/>
                </a:lnTo>
                <a:lnTo>
                  <a:pt x="514350" y="1264529"/>
                </a:lnTo>
                <a:lnTo>
                  <a:pt x="514350" y="1287047"/>
                </a:lnTo>
                <a:lnTo>
                  <a:pt x="514350" y="1309564"/>
                </a:lnTo>
                <a:lnTo>
                  <a:pt x="514350" y="1332081"/>
                </a:lnTo>
                <a:lnTo>
                  <a:pt x="514350" y="1354598"/>
                </a:lnTo>
                <a:lnTo>
                  <a:pt x="514350" y="1377115"/>
                </a:lnTo>
                <a:lnTo>
                  <a:pt x="514350" y="1399632"/>
                </a:lnTo>
                <a:lnTo>
                  <a:pt x="514350" y="1422149"/>
                </a:lnTo>
                <a:lnTo>
                  <a:pt x="514350" y="1444666"/>
                </a:lnTo>
                <a:lnTo>
                  <a:pt x="514350" y="1467183"/>
                </a:lnTo>
                <a:lnTo>
                  <a:pt x="514350" y="1489700"/>
                </a:lnTo>
                <a:lnTo>
                  <a:pt x="514350" y="1512218"/>
                </a:lnTo>
                <a:lnTo>
                  <a:pt x="514350" y="1534735"/>
                </a:lnTo>
                <a:lnTo>
                  <a:pt x="514350" y="1557252"/>
                </a:lnTo>
                <a:lnTo>
                  <a:pt x="514350" y="1579769"/>
                </a:lnTo>
                <a:lnTo>
                  <a:pt x="514350" y="1602286"/>
                </a:lnTo>
                <a:lnTo>
                  <a:pt x="514350" y="1624803"/>
                </a:lnTo>
                <a:lnTo>
                  <a:pt x="514350" y="1647320"/>
                </a:lnTo>
                <a:lnTo>
                  <a:pt x="514350" y="1669837"/>
                </a:lnTo>
                <a:lnTo>
                  <a:pt x="514350" y="1692354"/>
                </a:lnTo>
                <a:lnTo>
                  <a:pt x="514350" y="1714871"/>
                </a:lnTo>
                <a:lnTo>
                  <a:pt x="514350" y="1737389"/>
                </a:lnTo>
                <a:lnTo>
                  <a:pt x="514350" y="1759906"/>
                </a:lnTo>
                <a:lnTo>
                  <a:pt x="514350" y="1782423"/>
                </a:lnTo>
                <a:lnTo>
                  <a:pt x="514350" y="1804940"/>
                </a:lnTo>
                <a:lnTo>
                  <a:pt x="514350" y="1827457"/>
                </a:lnTo>
                <a:lnTo>
                  <a:pt x="514350" y="1849984"/>
                </a:lnTo>
                <a:lnTo>
                  <a:pt x="514350" y="1872501"/>
                </a:lnTo>
                <a:lnTo>
                  <a:pt x="514350" y="1895018"/>
                </a:lnTo>
                <a:lnTo>
                  <a:pt x="514350" y="1917535"/>
                </a:lnTo>
                <a:lnTo>
                  <a:pt x="514350" y="1940052"/>
                </a:lnTo>
                <a:lnTo>
                  <a:pt x="514350" y="1962569"/>
                </a:lnTo>
                <a:lnTo>
                  <a:pt x="514350" y="1985086"/>
                </a:lnTo>
                <a:lnTo>
                  <a:pt x="514350" y="2007603"/>
                </a:lnTo>
                <a:lnTo>
                  <a:pt x="514350" y="2030120"/>
                </a:lnTo>
                <a:lnTo>
                  <a:pt x="514350" y="2052638"/>
                </a:lnTo>
                <a:lnTo>
                  <a:pt x="514350" y="2075155"/>
                </a:lnTo>
                <a:lnTo>
                  <a:pt x="514350" y="2097672"/>
                </a:lnTo>
                <a:lnTo>
                  <a:pt x="514350" y="2120189"/>
                </a:lnTo>
                <a:lnTo>
                  <a:pt x="514350" y="2142706"/>
                </a:lnTo>
                <a:lnTo>
                  <a:pt x="501672" y="2157765"/>
                </a:lnTo>
                <a:lnTo>
                  <a:pt x="481984" y="2168700"/>
                </a:lnTo>
                <a:lnTo>
                  <a:pt x="462305" y="2179634"/>
                </a:lnTo>
                <a:lnTo>
                  <a:pt x="442617" y="2190569"/>
                </a:lnTo>
                <a:lnTo>
                  <a:pt x="422939" y="2201504"/>
                </a:lnTo>
                <a:lnTo>
                  <a:pt x="403250" y="2212438"/>
                </a:lnTo>
                <a:lnTo>
                  <a:pt x="383562" y="2223373"/>
                </a:lnTo>
                <a:lnTo>
                  <a:pt x="363884" y="2234308"/>
                </a:lnTo>
                <a:lnTo>
                  <a:pt x="344195" y="2245243"/>
                </a:lnTo>
                <a:lnTo>
                  <a:pt x="324517" y="2256177"/>
                </a:lnTo>
                <a:lnTo>
                  <a:pt x="304829" y="2267112"/>
                </a:lnTo>
                <a:lnTo>
                  <a:pt x="285150" y="2278047"/>
                </a:lnTo>
                <a:lnTo>
                  <a:pt x="265462" y="2288981"/>
                </a:lnTo>
                <a:lnTo>
                  <a:pt x="245783" y="2287257"/>
                </a:lnTo>
                <a:lnTo>
                  <a:pt x="226095" y="2276323"/>
                </a:lnTo>
                <a:lnTo>
                  <a:pt x="206407" y="2265388"/>
                </a:lnTo>
                <a:lnTo>
                  <a:pt x="186728" y="2254453"/>
                </a:lnTo>
                <a:lnTo>
                  <a:pt x="167040" y="2243519"/>
                </a:lnTo>
                <a:lnTo>
                  <a:pt x="147361" y="2232584"/>
                </a:lnTo>
                <a:lnTo>
                  <a:pt x="127673" y="2221649"/>
                </a:lnTo>
                <a:lnTo>
                  <a:pt x="107994" y="2210714"/>
                </a:lnTo>
                <a:lnTo>
                  <a:pt x="88306" y="2199780"/>
                </a:lnTo>
                <a:lnTo>
                  <a:pt x="68628" y="2188845"/>
                </a:lnTo>
                <a:lnTo>
                  <a:pt x="48939" y="2177901"/>
                </a:lnTo>
                <a:lnTo>
                  <a:pt x="29251" y="2166966"/>
                </a:lnTo>
                <a:lnTo>
                  <a:pt x="9573" y="2156031"/>
                </a:lnTo>
                <a:lnTo>
                  <a:pt x="0" y="2139153"/>
                </a:lnTo>
                <a:lnTo>
                  <a:pt x="0" y="2116636"/>
                </a:lnTo>
                <a:lnTo>
                  <a:pt x="0" y="2094109"/>
                </a:lnTo>
                <a:lnTo>
                  <a:pt x="0" y="2071592"/>
                </a:lnTo>
                <a:lnTo>
                  <a:pt x="0" y="2049075"/>
                </a:lnTo>
                <a:lnTo>
                  <a:pt x="0" y="2026558"/>
                </a:lnTo>
                <a:lnTo>
                  <a:pt x="0" y="2004041"/>
                </a:lnTo>
                <a:lnTo>
                  <a:pt x="0" y="1981524"/>
                </a:lnTo>
                <a:lnTo>
                  <a:pt x="0" y="1959007"/>
                </a:lnTo>
                <a:lnTo>
                  <a:pt x="0" y="1936490"/>
                </a:lnTo>
                <a:lnTo>
                  <a:pt x="0" y="1913973"/>
                </a:lnTo>
                <a:lnTo>
                  <a:pt x="0" y="1891455"/>
                </a:lnTo>
                <a:lnTo>
                  <a:pt x="0" y="1868938"/>
                </a:lnTo>
                <a:lnTo>
                  <a:pt x="0" y="1846421"/>
                </a:lnTo>
                <a:lnTo>
                  <a:pt x="0" y="1823904"/>
                </a:lnTo>
                <a:lnTo>
                  <a:pt x="0" y="1801387"/>
                </a:lnTo>
                <a:lnTo>
                  <a:pt x="0" y="1778870"/>
                </a:lnTo>
                <a:lnTo>
                  <a:pt x="0" y="1756353"/>
                </a:lnTo>
                <a:lnTo>
                  <a:pt x="0" y="1733836"/>
                </a:lnTo>
                <a:lnTo>
                  <a:pt x="0" y="1711319"/>
                </a:lnTo>
                <a:lnTo>
                  <a:pt x="0" y="1688802"/>
                </a:lnTo>
                <a:lnTo>
                  <a:pt x="0" y="1666284"/>
                </a:lnTo>
                <a:lnTo>
                  <a:pt x="0" y="1643767"/>
                </a:lnTo>
                <a:lnTo>
                  <a:pt x="0" y="1621250"/>
                </a:lnTo>
                <a:lnTo>
                  <a:pt x="0" y="1598733"/>
                </a:lnTo>
                <a:lnTo>
                  <a:pt x="0" y="1576216"/>
                </a:lnTo>
                <a:lnTo>
                  <a:pt x="0" y="1553699"/>
                </a:lnTo>
                <a:lnTo>
                  <a:pt x="0" y="1531182"/>
                </a:lnTo>
                <a:lnTo>
                  <a:pt x="0" y="1508665"/>
                </a:lnTo>
                <a:lnTo>
                  <a:pt x="0" y="1486148"/>
                </a:lnTo>
                <a:lnTo>
                  <a:pt x="0" y="1463631"/>
                </a:lnTo>
                <a:lnTo>
                  <a:pt x="0" y="1441113"/>
                </a:lnTo>
                <a:lnTo>
                  <a:pt x="0" y="1418596"/>
                </a:lnTo>
                <a:lnTo>
                  <a:pt x="0" y="1396079"/>
                </a:lnTo>
                <a:lnTo>
                  <a:pt x="0" y="1373562"/>
                </a:lnTo>
                <a:lnTo>
                  <a:pt x="0" y="1351045"/>
                </a:lnTo>
                <a:lnTo>
                  <a:pt x="0" y="1328528"/>
                </a:lnTo>
                <a:lnTo>
                  <a:pt x="0" y="1306011"/>
                </a:lnTo>
                <a:lnTo>
                  <a:pt x="0" y="1283494"/>
                </a:lnTo>
                <a:lnTo>
                  <a:pt x="0" y="1260967"/>
                </a:lnTo>
                <a:lnTo>
                  <a:pt x="0" y="1238450"/>
                </a:lnTo>
                <a:lnTo>
                  <a:pt x="0" y="1215933"/>
                </a:lnTo>
                <a:lnTo>
                  <a:pt x="0" y="1193416"/>
                </a:lnTo>
                <a:lnTo>
                  <a:pt x="0" y="1170899"/>
                </a:lnTo>
                <a:lnTo>
                  <a:pt x="0" y="1148382"/>
                </a:lnTo>
                <a:lnTo>
                  <a:pt x="0" y="1125865"/>
                </a:lnTo>
                <a:lnTo>
                  <a:pt x="0" y="1103347"/>
                </a:lnTo>
                <a:lnTo>
                  <a:pt x="0" y="1080830"/>
                </a:lnTo>
                <a:lnTo>
                  <a:pt x="0" y="1058313"/>
                </a:lnTo>
                <a:lnTo>
                  <a:pt x="0" y="1035796"/>
                </a:lnTo>
                <a:lnTo>
                  <a:pt x="0" y="1013279"/>
                </a:lnTo>
                <a:lnTo>
                  <a:pt x="0" y="990762"/>
                </a:lnTo>
                <a:lnTo>
                  <a:pt x="0" y="968245"/>
                </a:lnTo>
                <a:lnTo>
                  <a:pt x="0" y="945728"/>
                </a:lnTo>
                <a:lnTo>
                  <a:pt x="0" y="923211"/>
                </a:lnTo>
                <a:lnTo>
                  <a:pt x="0" y="900694"/>
                </a:lnTo>
                <a:lnTo>
                  <a:pt x="0" y="878176"/>
                </a:lnTo>
                <a:lnTo>
                  <a:pt x="0" y="855659"/>
                </a:lnTo>
                <a:lnTo>
                  <a:pt x="0" y="833142"/>
                </a:lnTo>
                <a:lnTo>
                  <a:pt x="0" y="810625"/>
                </a:lnTo>
                <a:lnTo>
                  <a:pt x="0" y="788108"/>
                </a:lnTo>
                <a:lnTo>
                  <a:pt x="0" y="765591"/>
                </a:lnTo>
                <a:lnTo>
                  <a:pt x="0" y="743074"/>
                </a:lnTo>
                <a:lnTo>
                  <a:pt x="0" y="720557"/>
                </a:lnTo>
                <a:lnTo>
                  <a:pt x="0" y="698040"/>
                </a:lnTo>
                <a:lnTo>
                  <a:pt x="0" y="675523"/>
                </a:lnTo>
                <a:lnTo>
                  <a:pt x="0" y="653005"/>
                </a:lnTo>
                <a:lnTo>
                  <a:pt x="0" y="630488"/>
                </a:lnTo>
                <a:lnTo>
                  <a:pt x="0" y="607971"/>
                </a:lnTo>
                <a:lnTo>
                  <a:pt x="0" y="585454"/>
                </a:lnTo>
                <a:lnTo>
                  <a:pt x="0" y="562937"/>
                </a:lnTo>
                <a:lnTo>
                  <a:pt x="0" y="540420"/>
                </a:lnTo>
                <a:lnTo>
                  <a:pt x="0" y="517903"/>
                </a:lnTo>
                <a:lnTo>
                  <a:pt x="0" y="495386"/>
                </a:lnTo>
                <a:lnTo>
                  <a:pt x="0" y="472869"/>
                </a:lnTo>
                <a:lnTo>
                  <a:pt x="0" y="450352"/>
                </a:lnTo>
                <a:lnTo>
                  <a:pt x="0" y="427834"/>
                </a:lnTo>
                <a:lnTo>
                  <a:pt x="0" y="405308"/>
                </a:lnTo>
                <a:lnTo>
                  <a:pt x="0" y="382791"/>
                </a:lnTo>
                <a:lnTo>
                  <a:pt x="0" y="360274"/>
                </a:lnTo>
                <a:lnTo>
                  <a:pt x="0" y="337757"/>
                </a:lnTo>
                <a:lnTo>
                  <a:pt x="0" y="315239"/>
                </a:lnTo>
                <a:lnTo>
                  <a:pt x="0" y="292722"/>
                </a:lnTo>
                <a:lnTo>
                  <a:pt x="0" y="270205"/>
                </a:lnTo>
                <a:lnTo>
                  <a:pt x="0" y="247688"/>
                </a:lnTo>
                <a:lnTo>
                  <a:pt x="0" y="225171"/>
                </a:lnTo>
                <a:lnTo>
                  <a:pt x="0" y="202654"/>
                </a:lnTo>
                <a:lnTo>
                  <a:pt x="0" y="180137"/>
                </a:lnTo>
                <a:lnTo>
                  <a:pt x="0" y="157620"/>
                </a:lnTo>
                <a:lnTo>
                  <a:pt x="0" y="135103"/>
                </a:lnTo>
                <a:lnTo>
                  <a:pt x="0" y="112586"/>
                </a:lnTo>
                <a:lnTo>
                  <a:pt x="0" y="90068"/>
                </a:lnTo>
                <a:lnTo>
                  <a:pt x="0" y="67551"/>
                </a:lnTo>
                <a:lnTo>
                  <a:pt x="0" y="45034"/>
                </a:lnTo>
                <a:lnTo>
                  <a:pt x="0" y="22517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4" name="phase-title-0">
            <a:extLst xmlns:a="http://schemas.openxmlformats.org/drawingml/2006/main">
              <a:ext uri="{FF2B5EF4-FFF2-40B4-BE49-F238E27FC236}">
                <a16:creationId xmlns:a16="http://schemas.microsoft.com/office/drawing/2014/main" id="{36A8DE55-EAE3-4CA8-B7D1-51EB29155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2314280"/>
            <a:ext cx="1428750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获取与识别</a:t>
            </a:r>
          </a:p>
        </p:txBody>
      </p:sp>
      <p:sp>
        <p:nvSpPr>
          <p:cNvPr id="5" name="phase-body-0">
            <a:extLst xmlns:a="http://schemas.openxmlformats.org/drawingml/2006/main">
              <a:ext uri="{FF2B5EF4-FFF2-40B4-BE49-F238E27FC236}">
                <a16:creationId xmlns:a16="http://schemas.microsoft.com/office/drawing/2014/main" id="{D50FB7C4-4C71-4846-91CE-F337EC903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2668486"/>
            <a:ext cx="1428750" cy="587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让目标对象进</a:t>
            </a:r>
          </a:p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入并形成意向</a:t>
            </a:r>
          </a:p>
        </p:txBody>
      </p:sp>
      <p:sp>
        <p:nvSpPr>
          <p:cNvPr id="6" name="action-icon-shell-0-0">
            <a:extLst xmlns:a="http://schemas.openxmlformats.org/drawingml/2006/main">
              <a:ext uri="{FF2B5EF4-FFF2-40B4-BE49-F238E27FC236}">
                <a16:creationId xmlns:a16="http://schemas.microsoft.com/office/drawing/2014/main" id="{C5CCB912-E103-4B00-9381-41535D4D2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2308774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6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96fa68931954932">
            <a:extLst>
              <a:ext uri="{96DAC541-7B7A-43D3-8B79-37D633B846F1}">
                <asvg:svgBlip xmlns:asvg="http://schemas.microsoft.com/office/drawing/2016/SVG/main" r:embed="Rbdc7547500a5436c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2384974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8" name="action-title-0-0">
            <a:extLst xmlns:a="http://schemas.openxmlformats.org/drawingml/2006/main">
              <a:ext uri="{FF2B5EF4-FFF2-40B4-BE49-F238E27FC236}">
                <a16:creationId xmlns:a16="http://schemas.microsoft.com/office/drawing/2014/main" id="{9AF6A068-D5C9-468B-AB71-37CD7141A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247748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标签体系</a:t>
            </a:r>
          </a:p>
        </p:txBody>
      </p:sp>
      <p:sp>
        <p:nvSpPr>
          <p:cNvPr id="9" name="action-body-0-0">
            <a:extLst xmlns:a="http://schemas.openxmlformats.org/drawingml/2006/main">
              <a:ext uri="{FF2B5EF4-FFF2-40B4-BE49-F238E27FC236}">
                <a16:creationId xmlns:a16="http://schemas.microsoft.com/office/drawing/2014/main" id="{E88CD9E0-6EDA-42B7-9B7C-B970F9835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476348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形成可识别对象</a:t>
            </a:r>
          </a:p>
        </p:txBody>
      </p:sp>
      <p:sp>
        <p:nvSpPr>
          <p:cNvPr id="10" name="action-icon-shell-0-1">
            <a:extLst xmlns:a="http://schemas.openxmlformats.org/drawingml/2006/main">
              <a:ext uri="{FF2B5EF4-FFF2-40B4-BE49-F238E27FC236}">
                <a16:creationId xmlns:a16="http://schemas.microsoft.com/office/drawing/2014/main" id="{29C52721-EE77-44DB-AFC7-C215D06E0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2308774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6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1e66d31d8c94d47">
            <a:extLst>
              <a:ext uri="{96DAC541-7B7A-43D3-8B79-37D633B846F1}">
                <asvg:svgBlip xmlns:asvg="http://schemas.microsoft.com/office/drawing/2016/SVG/main" r:embed="R72eae6989be14737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2384974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12" name="action-title-0-1">
            <a:extLst xmlns:a="http://schemas.openxmlformats.org/drawingml/2006/main">
              <a:ext uri="{FF2B5EF4-FFF2-40B4-BE49-F238E27FC236}">
                <a16:creationId xmlns:a16="http://schemas.microsoft.com/office/drawing/2014/main" id="{5AF83FF3-41C9-4004-953D-E0ECA097C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247748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渠道连接</a:t>
            </a:r>
          </a:p>
        </p:txBody>
      </p:sp>
      <p:sp>
        <p:nvSpPr>
          <p:cNvPr id="13" name="action-body-0-1">
            <a:extLst xmlns:a="http://schemas.openxmlformats.org/drawingml/2006/main">
              <a:ext uri="{FF2B5EF4-FFF2-40B4-BE49-F238E27FC236}">
                <a16:creationId xmlns:a16="http://schemas.microsoft.com/office/drawing/2014/main" id="{9DEFA8B0-718F-4245-8FD2-6EBDC7AC5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476348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连接主要触点</a:t>
            </a:r>
          </a:p>
        </p:txBody>
      </p:sp>
      <p:sp>
        <p:nvSpPr>
          <p:cNvPr id="14" name="action-icon-shell-0-2">
            <a:extLst xmlns:a="http://schemas.openxmlformats.org/drawingml/2006/main">
              <a:ext uri="{FF2B5EF4-FFF2-40B4-BE49-F238E27FC236}">
                <a16:creationId xmlns:a16="http://schemas.microsoft.com/office/drawing/2014/main" id="{E7DE482D-8FA9-4DD2-BCA4-10ED2BC18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2918374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6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c9a18be9eb14d99">
            <a:extLst>
              <a:ext uri="{96DAC541-7B7A-43D3-8B79-37D633B846F1}">
                <asvg:svgBlip xmlns:asvg="http://schemas.microsoft.com/office/drawing/2016/SVG/main" r:embed="R445f790b477d45fe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2994574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16" name="action-title-0-2">
            <a:extLst xmlns:a="http://schemas.openxmlformats.org/drawingml/2006/main">
              <a:ext uri="{FF2B5EF4-FFF2-40B4-BE49-F238E27FC236}">
                <a16:creationId xmlns:a16="http://schemas.microsoft.com/office/drawing/2014/main" id="{23590667-650E-451C-8885-A9CBF494E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857348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内容优化</a:t>
            </a:r>
          </a:p>
        </p:txBody>
      </p:sp>
      <p:sp>
        <p:nvSpPr>
          <p:cNvPr id="17" name="action-body-0-2">
            <a:extLst xmlns:a="http://schemas.openxmlformats.org/drawingml/2006/main">
              <a:ext uri="{FF2B5EF4-FFF2-40B4-BE49-F238E27FC236}">
                <a16:creationId xmlns:a16="http://schemas.microsoft.com/office/drawing/2014/main" id="{C09FCAA7-061D-4317-B247-A233EB4F2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3085948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提高触达质量</a:t>
            </a:r>
          </a:p>
        </p:txBody>
      </p:sp>
      <p:sp>
        <p:nvSpPr>
          <p:cNvPr id="18" name="action-icon-shell-0-3">
            <a:extLst xmlns:a="http://schemas.openxmlformats.org/drawingml/2006/main">
              <a:ext uri="{FF2B5EF4-FFF2-40B4-BE49-F238E27FC236}">
                <a16:creationId xmlns:a16="http://schemas.microsoft.com/office/drawing/2014/main" id="{766D92CF-5EB8-47B7-ACD7-01F298D09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2918374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7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4c0d3b84cce4046">
            <a:extLst>
              <a:ext uri="{96DAC541-7B7A-43D3-8B79-37D633B846F1}">
                <asvg:svgBlip xmlns:asvg="http://schemas.microsoft.com/office/drawing/2016/SVG/main" r:embed="R3e4f8ecb5caf415e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2994574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20" name="action-title-0-3">
            <a:extLst xmlns:a="http://schemas.openxmlformats.org/drawingml/2006/main">
              <a:ext uri="{FF2B5EF4-FFF2-40B4-BE49-F238E27FC236}">
                <a16:creationId xmlns:a16="http://schemas.microsoft.com/office/drawing/2014/main" id="{1DD4A1B9-6742-451B-954D-66716E00D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857348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行为追踪</a:t>
            </a:r>
          </a:p>
        </p:txBody>
      </p:sp>
      <p:sp>
        <p:nvSpPr>
          <p:cNvPr id="21" name="action-body-0-3">
            <a:extLst xmlns:a="http://schemas.openxmlformats.org/drawingml/2006/main">
              <a:ext uri="{FF2B5EF4-FFF2-40B4-BE49-F238E27FC236}">
                <a16:creationId xmlns:a16="http://schemas.microsoft.com/office/drawing/2014/main" id="{6D4F55BB-56BB-4A73-95E5-5B7F0789A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3085948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记录关键反馈</a:t>
            </a:r>
          </a:p>
        </p:txBody>
      </p:sp>
      <p:sp>
        <p:nvSpPr>
          <p:cNvPr id="22" name="phase-rail-1">
            <a:extLst xmlns:a="http://schemas.openxmlformats.org/drawingml/2006/main">
              <a:ext uri="{FF2B5EF4-FFF2-40B4-BE49-F238E27FC236}">
                <a16:creationId xmlns:a16="http://schemas.microsoft.com/office/drawing/2014/main" id="{06260139-0944-4C85-B77A-3A6A4DC57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3931891"/>
            <a:ext cx="514350" cy="2277828"/>
          </a:xfrm>
          <a:custGeom xmlns:a="http://schemas.openxmlformats.org/drawingml/2006/main">
            <a:pathLst>
              <a:path w="514350" h="2277828">
                <a:moveTo>
                  <a:pt x="0" y="0"/>
                </a:moveTo>
                <a:lnTo>
                  <a:pt x="19841" y="11020"/>
                </a:lnTo>
                <a:lnTo>
                  <a:pt x="39681" y="22050"/>
                </a:lnTo>
                <a:lnTo>
                  <a:pt x="59531" y="33071"/>
                </a:lnTo>
                <a:lnTo>
                  <a:pt x="79372" y="44091"/>
                </a:lnTo>
                <a:lnTo>
                  <a:pt x="99212" y="55112"/>
                </a:lnTo>
                <a:lnTo>
                  <a:pt x="119053" y="66142"/>
                </a:lnTo>
                <a:lnTo>
                  <a:pt x="138903" y="77162"/>
                </a:lnTo>
                <a:lnTo>
                  <a:pt x="158744" y="88182"/>
                </a:lnTo>
                <a:lnTo>
                  <a:pt x="178584" y="99212"/>
                </a:lnTo>
                <a:lnTo>
                  <a:pt x="198425" y="110233"/>
                </a:lnTo>
                <a:lnTo>
                  <a:pt x="218265" y="121253"/>
                </a:lnTo>
                <a:lnTo>
                  <a:pt x="238115" y="132274"/>
                </a:lnTo>
                <a:lnTo>
                  <a:pt x="257956" y="142437"/>
                </a:lnTo>
                <a:lnTo>
                  <a:pt x="277797" y="131407"/>
                </a:lnTo>
                <a:lnTo>
                  <a:pt x="297637" y="120386"/>
                </a:lnTo>
                <a:lnTo>
                  <a:pt x="317478" y="109366"/>
                </a:lnTo>
                <a:lnTo>
                  <a:pt x="337328" y="98346"/>
                </a:lnTo>
                <a:lnTo>
                  <a:pt x="357168" y="87316"/>
                </a:lnTo>
                <a:lnTo>
                  <a:pt x="377009" y="76295"/>
                </a:lnTo>
                <a:lnTo>
                  <a:pt x="396850" y="65275"/>
                </a:lnTo>
                <a:lnTo>
                  <a:pt x="416700" y="54254"/>
                </a:lnTo>
                <a:lnTo>
                  <a:pt x="436540" y="43224"/>
                </a:lnTo>
                <a:lnTo>
                  <a:pt x="456381" y="32204"/>
                </a:lnTo>
                <a:lnTo>
                  <a:pt x="476221" y="21184"/>
                </a:lnTo>
                <a:lnTo>
                  <a:pt x="496062" y="10154"/>
                </a:lnTo>
                <a:lnTo>
                  <a:pt x="514350" y="1781"/>
                </a:lnTo>
                <a:lnTo>
                  <a:pt x="514350" y="24479"/>
                </a:lnTo>
                <a:lnTo>
                  <a:pt x="514350" y="47177"/>
                </a:lnTo>
                <a:lnTo>
                  <a:pt x="514350" y="69875"/>
                </a:lnTo>
                <a:lnTo>
                  <a:pt x="514350" y="92573"/>
                </a:lnTo>
                <a:lnTo>
                  <a:pt x="514350" y="115272"/>
                </a:lnTo>
                <a:lnTo>
                  <a:pt x="514350" y="137970"/>
                </a:lnTo>
                <a:lnTo>
                  <a:pt x="514350" y="160668"/>
                </a:lnTo>
                <a:lnTo>
                  <a:pt x="514350" y="183366"/>
                </a:lnTo>
                <a:lnTo>
                  <a:pt x="514350" y="206064"/>
                </a:lnTo>
                <a:lnTo>
                  <a:pt x="514350" y="228762"/>
                </a:lnTo>
                <a:lnTo>
                  <a:pt x="514350" y="251460"/>
                </a:lnTo>
                <a:lnTo>
                  <a:pt x="514350" y="274158"/>
                </a:lnTo>
                <a:lnTo>
                  <a:pt x="514350" y="296856"/>
                </a:lnTo>
                <a:lnTo>
                  <a:pt x="514350" y="319554"/>
                </a:lnTo>
                <a:lnTo>
                  <a:pt x="514350" y="342252"/>
                </a:lnTo>
                <a:lnTo>
                  <a:pt x="514350" y="364950"/>
                </a:lnTo>
                <a:lnTo>
                  <a:pt x="514350" y="387648"/>
                </a:lnTo>
                <a:lnTo>
                  <a:pt x="514350" y="410347"/>
                </a:lnTo>
                <a:lnTo>
                  <a:pt x="514350" y="433045"/>
                </a:lnTo>
                <a:lnTo>
                  <a:pt x="514350" y="455743"/>
                </a:lnTo>
                <a:lnTo>
                  <a:pt x="514350" y="478441"/>
                </a:lnTo>
                <a:lnTo>
                  <a:pt x="514350" y="501139"/>
                </a:lnTo>
                <a:lnTo>
                  <a:pt x="514350" y="523837"/>
                </a:lnTo>
                <a:lnTo>
                  <a:pt x="514350" y="546535"/>
                </a:lnTo>
                <a:lnTo>
                  <a:pt x="514350" y="569233"/>
                </a:lnTo>
                <a:lnTo>
                  <a:pt x="514350" y="591931"/>
                </a:lnTo>
                <a:lnTo>
                  <a:pt x="514350" y="614629"/>
                </a:lnTo>
                <a:lnTo>
                  <a:pt x="514350" y="637327"/>
                </a:lnTo>
                <a:lnTo>
                  <a:pt x="514350" y="660025"/>
                </a:lnTo>
                <a:lnTo>
                  <a:pt x="514350" y="682723"/>
                </a:lnTo>
                <a:lnTo>
                  <a:pt x="514350" y="705422"/>
                </a:lnTo>
                <a:lnTo>
                  <a:pt x="514350" y="728120"/>
                </a:lnTo>
                <a:lnTo>
                  <a:pt x="514350" y="750818"/>
                </a:lnTo>
                <a:lnTo>
                  <a:pt x="514350" y="773516"/>
                </a:lnTo>
                <a:lnTo>
                  <a:pt x="514350" y="796214"/>
                </a:lnTo>
                <a:lnTo>
                  <a:pt x="514350" y="818912"/>
                </a:lnTo>
                <a:lnTo>
                  <a:pt x="514350" y="841610"/>
                </a:lnTo>
                <a:lnTo>
                  <a:pt x="514350" y="864308"/>
                </a:lnTo>
                <a:lnTo>
                  <a:pt x="514350" y="887006"/>
                </a:lnTo>
                <a:lnTo>
                  <a:pt x="514350" y="909704"/>
                </a:lnTo>
                <a:lnTo>
                  <a:pt x="514350" y="932402"/>
                </a:lnTo>
                <a:lnTo>
                  <a:pt x="514350" y="955100"/>
                </a:lnTo>
                <a:lnTo>
                  <a:pt x="514350" y="977798"/>
                </a:lnTo>
                <a:lnTo>
                  <a:pt x="514350" y="1000496"/>
                </a:lnTo>
                <a:lnTo>
                  <a:pt x="514350" y="1023195"/>
                </a:lnTo>
                <a:lnTo>
                  <a:pt x="514350" y="1045893"/>
                </a:lnTo>
                <a:lnTo>
                  <a:pt x="514350" y="1068591"/>
                </a:lnTo>
                <a:lnTo>
                  <a:pt x="514350" y="1091289"/>
                </a:lnTo>
                <a:lnTo>
                  <a:pt x="514350" y="1113987"/>
                </a:lnTo>
                <a:lnTo>
                  <a:pt x="514350" y="1136685"/>
                </a:lnTo>
                <a:lnTo>
                  <a:pt x="514350" y="1159383"/>
                </a:lnTo>
                <a:lnTo>
                  <a:pt x="514350" y="1182081"/>
                </a:lnTo>
                <a:lnTo>
                  <a:pt x="514350" y="1204779"/>
                </a:lnTo>
                <a:lnTo>
                  <a:pt x="514350" y="1227477"/>
                </a:lnTo>
                <a:lnTo>
                  <a:pt x="514350" y="1250175"/>
                </a:lnTo>
                <a:lnTo>
                  <a:pt x="514350" y="1272873"/>
                </a:lnTo>
                <a:lnTo>
                  <a:pt x="514350" y="1295571"/>
                </a:lnTo>
                <a:lnTo>
                  <a:pt x="514350" y="1318270"/>
                </a:lnTo>
                <a:lnTo>
                  <a:pt x="514350" y="1340968"/>
                </a:lnTo>
                <a:lnTo>
                  <a:pt x="514350" y="1363666"/>
                </a:lnTo>
                <a:lnTo>
                  <a:pt x="514350" y="1386364"/>
                </a:lnTo>
                <a:lnTo>
                  <a:pt x="514350" y="1409062"/>
                </a:lnTo>
                <a:lnTo>
                  <a:pt x="514350" y="1431760"/>
                </a:lnTo>
                <a:lnTo>
                  <a:pt x="514350" y="1454458"/>
                </a:lnTo>
                <a:lnTo>
                  <a:pt x="514350" y="1477156"/>
                </a:lnTo>
                <a:lnTo>
                  <a:pt x="514350" y="1499854"/>
                </a:lnTo>
                <a:lnTo>
                  <a:pt x="514350" y="1522552"/>
                </a:lnTo>
                <a:lnTo>
                  <a:pt x="514350" y="1545250"/>
                </a:lnTo>
                <a:lnTo>
                  <a:pt x="514350" y="1567948"/>
                </a:lnTo>
                <a:lnTo>
                  <a:pt x="514350" y="1590646"/>
                </a:lnTo>
                <a:lnTo>
                  <a:pt x="514350" y="1613345"/>
                </a:lnTo>
                <a:lnTo>
                  <a:pt x="514350" y="1636033"/>
                </a:lnTo>
                <a:lnTo>
                  <a:pt x="514350" y="1658731"/>
                </a:lnTo>
                <a:lnTo>
                  <a:pt x="514350" y="1681429"/>
                </a:lnTo>
                <a:lnTo>
                  <a:pt x="514350" y="1704127"/>
                </a:lnTo>
                <a:lnTo>
                  <a:pt x="514350" y="1726825"/>
                </a:lnTo>
                <a:lnTo>
                  <a:pt x="514350" y="1749523"/>
                </a:lnTo>
                <a:lnTo>
                  <a:pt x="514350" y="1772222"/>
                </a:lnTo>
                <a:lnTo>
                  <a:pt x="514350" y="1794920"/>
                </a:lnTo>
                <a:lnTo>
                  <a:pt x="514350" y="1817618"/>
                </a:lnTo>
                <a:lnTo>
                  <a:pt x="514350" y="1840316"/>
                </a:lnTo>
                <a:lnTo>
                  <a:pt x="514350" y="1863014"/>
                </a:lnTo>
                <a:lnTo>
                  <a:pt x="514350" y="1885712"/>
                </a:lnTo>
                <a:lnTo>
                  <a:pt x="514350" y="1908410"/>
                </a:lnTo>
                <a:lnTo>
                  <a:pt x="514350" y="1931108"/>
                </a:lnTo>
                <a:lnTo>
                  <a:pt x="514350" y="1953806"/>
                </a:lnTo>
                <a:lnTo>
                  <a:pt x="514350" y="1976504"/>
                </a:lnTo>
                <a:lnTo>
                  <a:pt x="514350" y="1999202"/>
                </a:lnTo>
                <a:lnTo>
                  <a:pt x="514350" y="2021900"/>
                </a:lnTo>
                <a:lnTo>
                  <a:pt x="514350" y="2044598"/>
                </a:lnTo>
                <a:lnTo>
                  <a:pt x="514350" y="2067296"/>
                </a:lnTo>
                <a:lnTo>
                  <a:pt x="514350" y="2089995"/>
                </a:lnTo>
                <a:lnTo>
                  <a:pt x="514350" y="2112693"/>
                </a:lnTo>
                <a:lnTo>
                  <a:pt x="514350" y="2135391"/>
                </a:lnTo>
                <a:lnTo>
                  <a:pt x="494509" y="2146421"/>
                </a:lnTo>
                <a:lnTo>
                  <a:pt x="474669" y="2157441"/>
                </a:lnTo>
                <a:lnTo>
                  <a:pt x="454819" y="2168462"/>
                </a:lnTo>
                <a:lnTo>
                  <a:pt x="434978" y="2179482"/>
                </a:lnTo>
                <a:lnTo>
                  <a:pt x="415138" y="2190512"/>
                </a:lnTo>
                <a:lnTo>
                  <a:pt x="395297" y="2201532"/>
                </a:lnTo>
                <a:lnTo>
                  <a:pt x="375447" y="2212553"/>
                </a:lnTo>
                <a:lnTo>
                  <a:pt x="355606" y="2223583"/>
                </a:lnTo>
                <a:lnTo>
                  <a:pt x="335766" y="2234603"/>
                </a:lnTo>
                <a:lnTo>
                  <a:pt x="315925" y="2245624"/>
                </a:lnTo>
                <a:lnTo>
                  <a:pt x="296085" y="2256644"/>
                </a:lnTo>
                <a:lnTo>
                  <a:pt x="276235" y="2267674"/>
                </a:lnTo>
                <a:lnTo>
                  <a:pt x="256394" y="2277828"/>
                </a:lnTo>
                <a:lnTo>
                  <a:pt x="236553" y="2266807"/>
                </a:lnTo>
                <a:lnTo>
                  <a:pt x="216713" y="2255777"/>
                </a:lnTo>
                <a:lnTo>
                  <a:pt x="196872" y="2244757"/>
                </a:lnTo>
                <a:lnTo>
                  <a:pt x="177022" y="2233736"/>
                </a:lnTo>
                <a:lnTo>
                  <a:pt x="157182" y="2222716"/>
                </a:lnTo>
                <a:lnTo>
                  <a:pt x="137341" y="2211686"/>
                </a:lnTo>
                <a:lnTo>
                  <a:pt x="117500" y="2200666"/>
                </a:lnTo>
                <a:lnTo>
                  <a:pt x="97650" y="2189645"/>
                </a:lnTo>
                <a:lnTo>
                  <a:pt x="77810" y="2178625"/>
                </a:lnTo>
                <a:lnTo>
                  <a:pt x="57969" y="2167595"/>
                </a:lnTo>
                <a:lnTo>
                  <a:pt x="38129" y="2156574"/>
                </a:lnTo>
                <a:lnTo>
                  <a:pt x="18288" y="2145554"/>
                </a:lnTo>
                <a:lnTo>
                  <a:pt x="0" y="2133610"/>
                </a:lnTo>
                <a:lnTo>
                  <a:pt x="0" y="2110911"/>
                </a:lnTo>
                <a:lnTo>
                  <a:pt x="0" y="2088213"/>
                </a:lnTo>
                <a:lnTo>
                  <a:pt x="0" y="2065515"/>
                </a:lnTo>
                <a:lnTo>
                  <a:pt x="0" y="2042817"/>
                </a:lnTo>
                <a:lnTo>
                  <a:pt x="0" y="2020119"/>
                </a:lnTo>
                <a:lnTo>
                  <a:pt x="0" y="1997421"/>
                </a:lnTo>
                <a:lnTo>
                  <a:pt x="0" y="1974723"/>
                </a:lnTo>
                <a:lnTo>
                  <a:pt x="0" y="1952025"/>
                </a:lnTo>
                <a:lnTo>
                  <a:pt x="0" y="1929327"/>
                </a:lnTo>
                <a:lnTo>
                  <a:pt x="0" y="1906629"/>
                </a:lnTo>
                <a:lnTo>
                  <a:pt x="0" y="1883931"/>
                </a:lnTo>
                <a:lnTo>
                  <a:pt x="0" y="1861233"/>
                </a:lnTo>
                <a:lnTo>
                  <a:pt x="0" y="1838535"/>
                </a:lnTo>
                <a:lnTo>
                  <a:pt x="0" y="1815836"/>
                </a:lnTo>
                <a:lnTo>
                  <a:pt x="0" y="1793138"/>
                </a:lnTo>
                <a:lnTo>
                  <a:pt x="0" y="1770440"/>
                </a:lnTo>
                <a:lnTo>
                  <a:pt x="0" y="1747742"/>
                </a:lnTo>
                <a:lnTo>
                  <a:pt x="0" y="1725044"/>
                </a:lnTo>
                <a:lnTo>
                  <a:pt x="0" y="1702346"/>
                </a:lnTo>
                <a:lnTo>
                  <a:pt x="0" y="1679648"/>
                </a:lnTo>
                <a:lnTo>
                  <a:pt x="0" y="1656950"/>
                </a:lnTo>
                <a:lnTo>
                  <a:pt x="0" y="1634252"/>
                </a:lnTo>
                <a:lnTo>
                  <a:pt x="0" y="1611554"/>
                </a:lnTo>
                <a:lnTo>
                  <a:pt x="0" y="1588856"/>
                </a:lnTo>
                <a:lnTo>
                  <a:pt x="0" y="1566158"/>
                </a:lnTo>
                <a:lnTo>
                  <a:pt x="0" y="1543460"/>
                </a:lnTo>
                <a:lnTo>
                  <a:pt x="0" y="1520762"/>
                </a:lnTo>
                <a:lnTo>
                  <a:pt x="0" y="1498063"/>
                </a:lnTo>
                <a:lnTo>
                  <a:pt x="0" y="1475365"/>
                </a:lnTo>
                <a:lnTo>
                  <a:pt x="0" y="1452667"/>
                </a:lnTo>
                <a:lnTo>
                  <a:pt x="0" y="1429969"/>
                </a:lnTo>
                <a:lnTo>
                  <a:pt x="0" y="1407271"/>
                </a:lnTo>
                <a:lnTo>
                  <a:pt x="0" y="1384573"/>
                </a:lnTo>
                <a:lnTo>
                  <a:pt x="0" y="1361875"/>
                </a:lnTo>
                <a:lnTo>
                  <a:pt x="0" y="1339177"/>
                </a:lnTo>
                <a:lnTo>
                  <a:pt x="0" y="1316479"/>
                </a:lnTo>
                <a:lnTo>
                  <a:pt x="0" y="1293781"/>
                </a:lnTo>
                <a:lnTo>
                  <a:pt x="0" y="1271083"/>
                </a:lnTo>
                <a:lnTo>
                  <a:pt x="0" y="1248385"/>
                </a:lnTo>
                <a:lnTo>
                  <a:pt x="0" y="1225687"/>
                </a:lnTo>
                <a:lnTo>
                  <a:pt x="0" y="1202988"/>
                </a:lnTo>
                <a:lnTo>
                  <a:pt x="0" y="1180290"/>
                </a:lnTo>
                <a:lnTo>
                  <a:pt x="0" y="1157592"/>
                </a:lnTo>
                <a:lnTo>
                  <a:pt x="0" y="1134904"/>
                </a:lnTo>
                <a:lnTo>
                  <a:pt x="0" y="1112206"/>
                </a:lnTo>
                <a:lnTo>
                  <a:pt x="0" y="1089508"/>
                </a:lnTo>
                <a:lnTo>
                  <a:pt x="0" y="1066810"/>
                </a:lnTo>
                <a:lnTo>
                  <a:pt x="0" y="1044111"/>
                </a:lnTo>
                <a:lnTo>
                  <a:pt x="0" y="1021413"/>
                </a:lnTo>
                <a:lnTo>
                  <a:pt x="0" y="998715"/>
                </a:lnTo>
                <a:lnTo>
                  <a:pt x="0" y="976017"/>
                </a:lnTo>
                <a:lnTo>
                  <a:pt x="0" y="953319"/>
                </a:lnTo>
                <a:lnTo>
                  <a:pt x="0" y="930621"/>
                </a:lnTo>
                <a:lnTo>
                  <a:pt x="0" y="907923"/>
                </a:lnTo>
                <a:lnTo>
                  <a:pt x="0" y="885225"/>
                </a:lnTo>
                <a:lnTo>
                  <a:pt x="0" y="862527"/>
                </a:lnTo>
                <a:lnTo>
                  <a:pt x="0" y="839829"/>
                </a:lnTo>
                <a:lnTo>
                  <a:pt x="0" y="817131"/>
                </a:lnTo>
                <a:lnTo>
                  <a:pt x="0" y="794433"/>
                </a:lnTo>
                <a:lnTo>
                  <a:pt x="0" y="771735"/>
                </a:lnTo>
                <a:lnTo>
                  <a:pt x="0" y="749036"/>
                </a:lnTo>
                <a:lnTo>
                  <a:pt x="0" y="726338"/>
                </a:lnTo>
                <a:lnTo>
                  <a:pt x="0" y="703640"/>
                </a:lnTo>
                <a:lnTo>
                  <a:pt x="0" y="680942"/>
                </a:lnTo>
                <a:lnTo>
                  <a:pt x="0" y="658244"/>
                </a:lnTo>
                <a:lnTo>
                  <a:pt x="0" y="635546"/>
                </a:lnTo>
                <a:lnTo>
                  <a:pt x="0" y="612848"/>
                </a:lnTo>
                <a:lnTo>
                  <a:pt x="0" y="590150"/>
                </a:lnTo>
                <a:lnTo>
                  <a:pt x="0" y="567452"/>
                </a:lnTo>
                <a:lnTo>
                  <a:pt x="0" y="544754"/>
                </a:lnTo>
                <a:lnTo>
                  <a:pt x="0" y="522056"/>
                </a:lnTo>
                <a:lnTo>
                  <a:pt x="0" y="499358"/>
                </a:lnTo>
                <a:lnTo>
                  <a:pt x="0" y="476660"/>
                </a:lnTo>
                <a:lnTo>
                  <a:pt x="0" y="453961"/>
                </a:lnTo>
                <a:lnTo>
                  <a:pt x="0" y="431263"/>
                </a:lnTo>
                <a:lnTo>
                  <a:pt x="0" y="408565"/>
                </a:lnTo>
                <a:lnTo>
                  <a:pt x="0" y="385867"/>
                </a:lnTo>
                <a:lnTo>
                  <a:pt x="0" y="363169"/>
                </a:lnTo>
                <a:lnTo>
                  <a:pt x="0" y="340471"/>
                </a:lnTo>
                <a:lnTo>
                  <a:pt x="0" y="317773"/>
                </a:lnTo>
                <a:lnTo>
                  <a:pt x="0" y="295075"/>
                </a:lnTo>
                <a:lnTo>
                  <a:pt x="0" y="272377"/>
                </a:lnTo>
                <a:lnTo>
                  <a:pt x="0" y="249679"/>
                </a:lnTo>
                <a:lnTo>
                  <a:pt x="0" y="226981"/>
                </a:lnTo>
                <a:lnTo>
                  <a:pt x="0" y="204283"/>
                </a:lnTo>
                <a:lnTo>
                  <a:pt x="0" y="181585"/>
                </a:lnTo>
                <a:lnTo>
                  <a:pt x="0" y="158887"/>
                </a:lnTo>
                <a:lnTo>
                  <a:pt x="0" y="136188"/>
                </a:lnTo>
                <a:lnTo>
                  <a:pt x="0" y="113490"/>
                </a:lnTo>
                <a:lnTo>
                  <a:pt x="0" y="90792"/>
                </a:lnTo>
                <a:lnTo>
                  <a:pt x="0" y="68094"/>
                </a:lnTo>
                <a:lnTo>
                  <a:pt x="0" y="45396"/>
                </a:lnTo>
                <a:lnTo>
                  <a:pt x="0" y="22698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23" name="phase-title-1">
            <a:extLst xmlns:a="http://schemas.openxmlformats.org/drawingml/2006/main">
              <a:ext uri="{FF2B5EF4-FFF2-40B4-BE49-F238E27FC236}">
                <a16:creationId xmlns:a16="http://schemas.microsoft.com/office/drawing/2014/main" id="{A4E2592E-DE46-43C5-8954-11C411FD9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4600280"/>
            <a:ext cx="1428750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培育与转化</a:t>
            </a:r>
          </a:p>
        </p:txBody>
      </p:sp>
      <p:sp>
        <p:nvSpPr>
          <p:cNvPr id="24" name="phase-body-1">
            <a:extLst xmlns:a="http://schemas.openxmlformats.org/drawingml/2006/main">
              <a:ext uri="{FF2B5EF4-FFF2-40B4-BE49-F238E27FC236}">
                <a16:creationId xmlns:a16="http://schemas.microsoft.com/office/drawing/2014/main" id="{283B9901-8D77-43A0-9FA1-9280DBA11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4954486"/>
            <a:ext cx="1428750" cy="587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让有效意向沉</a:t>
            </a:r>
          </a:p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淀为长期价值</a:t>
            </a:r>
          </a:p>
        </p:txBody>
      </p:sp>
      <p:sp>
        <p:nvSpPr>
          <p:cNvPr id="25" name="action-icon-shell-1-0">
            <a:extLst xmlns:a="http://schemas.openxmlformats.org/drawingml/2006/main">
              <a:ext uri="{FF2B5EF4-FFF2-40B4-BE49-F238E27FC236}">
                <a16:creationId xmlns:a16="http://schemas.microsoft.com/office/drawing/2014/main" id="{40054518-11A8-4D57-B260-CA1F74BFF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4899574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8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2efceb96ae848e2">
            <a:extLst>
              <a:ext uri="{96DAC541-7B7A-43D3-8B79-37D633B846F1}">
                <asvg:svgBlip xmlns:asvg="http://schemas.microsoft.com/office/drawing/2016/SVG/main" r:embed="R2e853aa93eca4c47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4975774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27" name="action-title-1-0">
            <a:extLst xmlns:a="http://schemas.openxmlformats.org/drawingml/2006/main">
              <a:ext uri="{FF2B5EF4-FFF2-40B4-BE49-F238E27FC236}">
                <a16:creationId xmlns:a16="http://schemas.microsoft.com/office/drawing/2014/main" id="{A19CB54F-9505-40A5-86D3-ED9B7CE5F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4838548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数据打通</a:t>
            </a:r>
          </a:p>
        </p:txBody>
      </p:sp>
      <p:sp>
        <p:nvSpPr>
          <p:cNvPr id="28" name="action-body-1-0">
            <a:extLst xmlns:a="http://schemas.openxmlformats.org/drawingml/2006/main">
              <a:ext uri="{FF2B5EF4-FFF2-40B4-BE49-F238E27FC236}">
                <a16:creationId xmlns:a16="http://schemas.microsoft.com/office/drawing/2014/main" id="{D5B18AE6-75F2-4400-9BB9-2B4BFA205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5067148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统一分析对象</a:t>
            </a:r>
          </a:p>
        </p:txBody>
      </p:sp>
      <p:sp>
        <p:nvSpPr>
          <p:cNvPr id="29" name="action-icon-shell-1-1">
            <a:extLst xmlns:a="http://schemas.openxmlformats.org/drawingml/2006/main">
              <a:ext uri="{FF2B5EF4-FFF2-40B4-BE49-F238E27FC236}">
                <a16:creationId xmlns:a16="http://schemas.microsoft.com/office/drawing/2014/main" id="{B8EC4DA8-A93D-4AE3-A3DB-EE12EAFD3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4899574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8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5de136e4de54fd0">
            <a:extLst>
              <a:ext uri="{96DAC541-7B7A-43D3-8B79-37D633B846F1}">
                <asvg:svgBlip xmlns:asvg="http://schemas.microsoft.com/office/drawing/2016/SVG/main" r:embed="R8a8c0cc41f5d4d10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4975774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31" name="action-title-1-1">
            <a:extLst xmlns:a="http://schemas.openxmlformats.org/drawingml/2006/main">
              <a:ext uri="{FF2B5EF4-FFF2-40B4-BE49-F238E27FC236}">
                <a16:creationId xmlns:a16="http://schemas.microsoft.com/office/drawing/2014/main" id="{C372076D-8566-4166-A792-E8D00195B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4838548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自动分群</a:t>
            </a:r>
          </a:p>
        </p:txBody>
      </p:sp>
      <p:sp>
        <p:nvSpPr>
          <p:cNvPr id="32" name="action-body-1-1">
            <a:extLst xmlns:a="http://schemas.openxmlformats.org/drawingml/2006/main">
              <a:ext uri="{FF2B5EF4-FFF2-40B4-BE49-F238E27FC236}">
                <a16:creationId xmlns:a16="http://schemas.microsoft.com/office/drawing/2014/main" id="{F412036D-1F15-449D-9244-A05878021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5067148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指导持续运营</a:t>
            </a:r>
          </a:p>
        </p:txBody>
      </p:sp>
      <p:sp>
        <p:nvSpPr>
          <p:cNvPr id="33" name="funnel-step-body-0">
            <a:extLst xmlns:a="http://schemas.openxmlformats.org/drawingml/2006/main">
              <a:ext uri="{FF2B5EF4-FFF2-40B4-BE49-F238E27FC236}">
                <a16:creationId xmlns:a16="http://schemas.microsoft.com/office/drawing/2014/main" id="{FE595A54-796D-401F-A3F0-8F90A2D0D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52750" y="2514600"/>
            <a:ext cx="3327997" cy="627078"/>
          </a:xfrm>
          <a:custGeom xmlns:a="http://schemas.openxmlformats.org/drawingml/2006/main">
            <a:pathLst>
              <a:path w="3327997" h="627078">
                <a:moveTo>
                  <a:pt x="0" y="0"/>
                </a:moveTo>
                <a:lnTo>
                  <a:pt x="15573" y="26270"/>
                </a:lnTo>
                <a:lnTo>
                  <a:pt x="31156" y="52549"/>
                </a:lnTo>
                <a:lnTo>
                  <a:pt x="46730" y="78819"/>
                </a:lnTo>
                <a:lnTo>
                  <a:pt x="62313" y="105099"/>
                </a:lnTo>
                <a:lnTo>
                  <a:pt x="77886" y="131369"/>
                </a:lnTo>
                <a:lnTo>
                  <a:pt x="93459" y="157639"/>
                </a:lnTo>
                <a:lnTo>
                  <a:pt x="109042" y="183918"/>
                </a:lnTo>
                <a:lnTo>
                  <a:pt x="124616" y="210188"/>
                </a:lnTo>
                <a:lnTo>
                  <a:pt x="140198" y="236468"/>
                </a:lnTo>
                <a:lnTo>
                  <a:pt x="155772" y="262738"/>
                </a:lnTo>
                <a:lnTo>
                  <a:pt x="171345" y="289008"/>
                </a:lnTo>
                <a:lnTo>
                  <a:pt x="186928" y="315287"/>
                </a:lnTo>
                <a:lnTo>
                  <a:pt x="202502" y="341557"/>
                </a:lnTo>
                <a:lnTo>
                  <a:pt x="218084" y="367836"/>
                </a:lnTo>
                <a:lnTo>
                  <a:pt x="233658" y="394106"/>
                </a:lnTo>
                <a:lnTo>
                  <a:pt x="249231" y="420376"/>
                </a:lnTo>
                <a:lnTo>
                  <a:pt x="264814" y="446656"/>
                </a:lnTo>
                <a:lnTo>
                  <a:pt x="280387" y="472926"/>
                </a:lnTo>
                <a:lnTo>
                  <a:pt x="295970" y="499205"/>
                </a:lnTo>
                <a:lnTo>
                  <a:pt x="311544" y="525475"/>
                </a:lnTo>
                <a:lnTo>
                  <a:pt x="327117" y="551745"/>
                </a:lnTo>
                <a:lnTo>
                  <a:pt x="350701" y="568690"/>
                </a:lnTo>
                <a:lnTo>
                  <a:pt x="380333" y="576043"/>
                </a:lnTo>
                <a:lnTo>
                  <a:pt x="410423" y="581292"/>
                </a:lnTo>
                <a:lnTo>
                  <a:pt x="440674" y="585511"/>
                </a:lnTo>
                <a:lnTo>
                  <a:pt x="471011" y="589074"/>
                </a:lnTo>
                <a:lnTo>
                  <a:pt x="501396" y="592188"/>
                </a:lnTo>
                <a:lnTo>
                  <a:pt x="531809" y="594951"/>
                </a:lnTo>
                <a:lnTo>
                  <a:pt x="562251" y="597446"/>
                </a:lnTo>
                <a:lnTo>
                  <a:pt x="592712" y="599713"/>
                </a:lnTo>
                <a:lnTo>
                  <a:pt x="623192" y="601780"/>
                </a:lnTo>
                <a:lnTo>
                  <a:pt x="653672" y="603704"/>
                </a:lnTo>
                <a:lnTo>
                  <a:pt x="684162" y="605485"/>
                </a:lnTo>
                <a:lnTo>
                  <a:pt x="714661" y="607133"/>
                </a:lnTo>
                <a:lnTo>
                  <a:pt x="745169" y="608686"/>
                </a:lnTo>
                <a:lnTo>
                  <a:pt x="775678" y="610124"/>
                </a:lnTo>
                <a:lnTo>
                  <a:pt x="806196" y="611467"/>
                </a:lnTo>
                <a:lnTo>
                  <a:pt x="836714" y="612734"/>
                </a:lnTo>
                <a:lnTo>
                  <a:pt x="867232" y="613924"/>
                </a:lnTo>
                <a:lnTo>
                  <a:pt x="897760" y="615039"/>
                </a:lnTo>
                <a:lnTo>
                  <a:pt x="928287" y="616087"/>
                </a:lnTo>
                <a:lnTo>
                  <a:pt x="958815" y="617068"/>
                </a:lnTo>
                <a:lnTo>
                  <a:pt x="989343" y="617992"/>
                </a:lnTo>
                <a:lnTo>
                  <a:pt x="1019870" y="618858"/>
                </a:lnTo>
                <a:lnTo>
                  <a:pt x="1050407" y="619677"/>
                </a:lnTo>
                <a:lnTo>
                  <a:pt x="1080945" y="620439"/>
                </a:lnTo>
                <a:lnTo>
                  <a:pt x="1111482" y="621154"/>
                </a:lnTo>
                <a:lnTo>
                  <a:pt x="1142019" y="621821"/>
                </a:lnTo>
                <a:lnTo>
                  <a:pt x="1172556" y="622440"/>
                </a:lnTo>
                <a:lnTo>
                  <a:pt x="1203093" y="623021"/>
                </a:lnTo>
                <a:lnTo>
                  <a:pt x="1233630" y="623554"/>
                </a:lnTo>
                <a:lnTo>
                  <a:pt x="1264177" y="624049"/>
                </a:lnTo>
                <a:lnTo>
                  <a:pt x="1294714" y="624497"/>
                </a:lnTo>
                <a:lnTo>
                  <a:pt x="1325251" y="624916"/>
                </a:lnTo>
                <a:lnTo>
                  <a:pt x="1355798" y="625288"/>
                </a:lnTo>
                <a:lnTo>
                  <a:pt x="1386335" y="625631"/>
                </a:lnTo>
                <a:lnTo>
                  <a:pt x="1416882" y="625926"/>
                </a:lnTo>
                <a:lnTo>
                  <a:pt x="1447429" y="626193"/>
                </a:lnTo>
                <a:lnTo>
                  <a:pt x="1477966" y="626421"/>
                </a:lnTo>
                <a:lnTo>
                  <a:pt x="1508512" y="626621"/>
                </a:lnTo>
                <a:lnTo>
                  <a:pt x="1539059" y="626783"/>
                </a:lnTo>
                <a:lnTo>
                  <a:pt x="1569606" y="626907"/>
                </a:lnTo>
                <a:lnTo>
                  <a:pt x="1600143" y="626993"/>
                </a:lnTo>
                <a:lnTo>
                  <a:pt x="1630690" y="627050"/>
                </a:lnTo>
                <a:lnTo>
                  <a:pt x="1661236" y="627078"/>
                </a:lnTo>
                <a:lnTo>
                  <a:pt x="1691783" y="627059"/>
                </a:lnTo>
                <a:lnTo>
                  <a:pt x="1722320" y="627021"/>
                </a:lnTo>
                <a:lnTo>
                  <a:pt x="1752867" y="626945"/>
                </a:lnTo>
                <a:lnTo>
                  <a:pt x="1783413" y="626831"/>
                </a:lnTo>
                <a:lnTo>
                  <a:pt x="1813951" y="626678"/>
                </a:lnTo>
                <a:lnTo>
                  <a:pt x="1844497" y="626497"/>
                </a:lnTo>
                <a:lnTo>
                  <a:pt x="1875044" y="626278"/>
                </a:lnTo>
                <a:lnTo>
                  <a:pt x="1905581" y="626031"/>
                </a:lnTo>
                <a:lnTo>
                  <a:pt x="1936128" y="625735"/>
                </a:lnTo>
                <a:lnTo>
                  <a:pt x="1966674" y="625412"/>
                </a:lnTo>
                <a:lnTo>
                  <a:pt x="1997212" y="625050"/>
                </a:lnTo>
                <a:lnTo>
                  <a:pt x="2027758" y="624650"/>
                </a:lnTo>
                <a:lnTo>
                  <a:pt x="2058295" y="624211"/>
                </a:lnTo>
                <a:lnTo>
                  <a:pt x="2088833" y="623735"/>
                </a:lnTo>
                <a:lnTo>
                  <a:pt x="2119379" y="623221"/>
                </a:lnTo>
                <a:lnTo>
                  <a:pt x="2149916" y="622659"/>
                </a:lnTo>
                <a:lnTo>
                  <a:pt x="2180453" y="622049"/>
                </a:lnTo>
                <a:lnTo>
                  <a:pt x="2210991" y="621401"/>
                </a:lnTo>
                <a:lnTo>
                  <a:pt x="2241528" y="620706"/>
                </a:lnTo>
                <a:lnTo>
                  <a:pt x="2272065" y="619963"/>
                </a:lnTo>
                <a:lnTo>
                  <a:pt x="2302593" y="619173"/>
                </a:lnTo>
                <a:lnTo>
                  <a:pt x="2333130" y="618325"/>
                </a:lnTo>
                <a:lnTo>
                  <a:pt x="2363657" y="617420"/>
                </a:lnTo>
                <a:lnTo>
                  <a:pt x="2394194" y="616458"/>
                </a:lnTo>
                <a:lnTo>
                  <a:pt x="2424713" y="615429"/>
                </a:lnTo>
                <a:lnTo>
                  <a:pt x="2455240" y="614343"/>
                </a:lnTo>
                <a:lnTo>
                  <a:pt x="2485768" y="613181"/>
                </a:lnTo>
                <a:lnTo>
                  <a:pt x="2516286" y="611953"/>
                </a:lnTo>
                <a:lnTo>
                  <a:pt x="2546795" y="610629"/>
                </a:lnTo>
                <a:lnTo>
                  <a:pt x="2577313" y="609219"/>
                </a:lnTo>
                <a:lnTo>
                  <a:pt x="2607821" y="607724"/>
                </a:lnTo>
                <a:lnTo>
                  <a:pt x="2638320" y="606104"/>
                </a:lnTo>
                <a:lnTo>
                  <a:pt x="2668819" y="604371"/>
                </a:lnTo>
                <a:lnTo>
                  <a:pt x="2699299" y="602513"/>
                </a:lnTo>
                <a:lnTo>
                  <a:pt x="2729779" y="600504"/>
                </a:lnTo>
                <a:lnTo>
                  <a:pt x="2760250" y="598303"/>
                </a:lnTo>
                <a:lnTo>
                  <a:pt x="2790692" y="595903"/>
                </a:lnTo>
                <a:lnTo>
                  <a:pt x="2821124" y="593246"/>
                </a:lnTo>
                <a:lnTo>
                  <a:pt x="2851518" y="590274"/>
                </a:lnTo>
                <a:lnTo>
                  <a:pt x="2881874" y="586892"/>
                </a:lnTo>
                <a:lnTo>
                  <a:pt x="2912164" y="582940"/>
                </a:lnTo>
                <a:lnTo>
                  <a:pt x="2942330" y="578148"/>
                </a:lnTo>
                <a:lnTo>
                  <a:pt x="2972200" y="571795"/>
                </a:lnTo>
                <a:lnTo>
                  <a:pt x="3000566" y="560870"/>
                </a:lnTo>
                <a:lnTo>
                  <a:pt x="3016453" y="535181"/>
                </a:lnTo>
                <a:lnTo>
                  <a:pt x="3032027" y="508911"/>
                </a:lnTo>
                <a:lnTo>
                  <a:pt x="3047609" y="482632"/>
                </a:lnTo>
                <a:lnTo>
                  <a:pt x="3063183" y="456362"/>
                </a:lnTo>
                <a:lnTo>
                  <a:pt x="3078756" y="430092"/>
                </a:lnTo>
                <a:lnTo>
                  <a:pt x="3094339" y="403812"/>
                </a:lnTo>
                <a:lnTo>
                  <a:pt x="3109913" y="377542"/>
                </a:lnTo>
                <a:lnTo>
                  <a:pt x="3125495" y="351263"/>
                </a:lnTo>
                <a:lnTo>
                  <a:pt x="3141069" y="324993"/>
                </a:lnTo>
                <a:lnTo>
                  <a:pt x="3156642" y="298714"/>
                </a:lnTo>
                <a:lnTo>
                  <a:pt x="3172225" y="272444"/>
                </a:lnTo>
                <a:lnTo>
                  <a:pt x="3187798" y="246174"/>
                </a:lnTo>
                <a:lnTo>
                  <a:pt x="3203381" y="219894"/>
                </a:lnTo>
                <a:lnTo>
                  <a:pt x="3218955" y="193624"/>
                </a:lnTo>
                <a:lnTo>
                  <a:pt x="3234528" y="167354"/>
                </a:lnTo>
                <a:lnTo>
                  <a:pt x="3250111" y="141075"/>
                </a:lnTo>
                <a:lnTo>
                  <a:pt x="3265684" y="114805"/>
                </a:lnTo>
                <a:lnTo>
                  <a:pt x="3281267" y="88525"/>
                </a:lnTo>
                <a:lnTo>
                  <a:pt x="3296841" y="62255"/>
                </a:lnTo>
                <a:lnTo>
                  <a:pt x="3312414" y="35985"/>
                </a:lnTo>
                <a:lnTo>
                  <a:pt x="3327997" y="9706"/>
                </a:lnTo>
                <a:lnTo>
                  <a:pt x="3319005" y="10963"/>
                </a:lnTo>
                <a:lnTo>
                  <a:pt x="3289468" y="18612"/>
                </a:lnTo>
                <a:lnTo>
                  <a:pt x="3259360" y="23746"/>
                </a:lnTo>
                <a:lnTo>
                  <a:pt x="3229089" y="27813"/>
                </a:lnTo>
                <a:lnTo>
                  <a:pt x="3198733" y="31223"/>
                </a:lnTo>
                <a:lnTo>
                  <a:pt x="3168329" y="34195"/>
                </a:lnTo>
                <a:lnTo>
                  <a:pt x="3137906" y="36833"/>
                </a:lnTo>
                <a:lnTo>
                  <a:pt x="3107455" y="39224"/>
                </a:lnTo>
                <a:lnTo>
                  <a:pt x="3076985" y="41396"/>
                </a:lnTo>
                <a:lnTo>
                  <a:pt x="3046505" y="43405"/>
                </a:lnTo>
                <a:lnTo>
                  <a:pt x="3016025" y="45263"/>
                </a:lnTo>
                <a:lnTo>
                  <a:pt x="2985526" y="46987"/>
                </a:lnTo>
                <a:lnTo>
                  <a:pt x="2955026" y="48606"/>
                </a:lnTo>
                <a:lnTo>
                  <a:pt x="2924518" y="50121"/>
                </a:lnTo>
                <a:lnTo>
                  <a:pt x="2894009" y="51549"/>
                </a:lnTo>
                <a:lnTo>
                  <a:pt x="2863491" y="52892"/>
                </a:lnTo>
                <a:lnTo>
                  <a:pt x="2832973" y="54169"/>
                </a:lnTo>
                <a:lnTo>
                  <a:pt x="2802455" y="55369"/>
                </a:lnTo>
                <a:lnTo>
                  <a:pt x="2771927" y="56512"/>
                </a:lnTo>
                <a:lnTo>
                  <a:pt x="2741409" y="57588"/>
                </a:lnTo>
                <a:lnTo>
                  <a:pt x="2710882" y="58617"/>
                </a:lnTo>
                <a:lnTo>
                  <a:pt x="2680354" y="59598"/>
                </a:lnTo>
                <a:lnTo>
                  <a:pt x="2649817" y="60522"/>
                </a:lnTo>
                <a:lnTo>
                  <a:pt x="2619289" y="61408"/>
                </a:lnTo>
                <a:lnTo>
                  <a:pt x="2588752" y="62246"/>
                </a:lnTo>
                <a:lnTo>
                  <a:pt x="2558225" y="63046"/>
                </a:lnTo>
                <a:lnTo>
                  <a:pt x="2527687" y="63808"/>
                </a:lnTo>
                <a:lnTo>
                  <a:pt x="2497150" y="64522"/>
                </a:lnTo>
                <a:lnTo>
                  <a:pt x="2466613" y="65208"/>
                </a:lnTo>
                <a:lnTo>
                  <a:pt x="2436076" y="65856"/>
                </a:lnTo>
                <a:lnTo>
                  <a:pt x="2405539" y="66475"/>
                </a:lnTo>
                <a:lnTo>
                  <a:pt x="2375002" y="67066"/>
                </a:lnTo>
                <a:lnTo>
                  <a:pt x="2344464" y="67618"/>
                </a:lnTo>
                <a:lnTo>
                  <a:pt x="2313918" y="68151"/>
                </a:lnTo>
                <a:lnTo>
                  <a:pt x="2283381" y="68647"/>
                </a:lnTo>
                <a:lnTo>
                  <a:pt x="2252843" y="69104"/>
                </a:lnTo>
                <a:lnTo>
                  <a:pt x="2222297" y="69552"/>
                </a:lnTo>
                <a:lnTo>
                  <a:pt x="2191760" y="69961"/>
                </a:lnTo>
                <a:lnTo>
                  <a:pt x="2161213" y="70352"/>
                </a:lnTo>
                <a:lnTo>
                  <a:pt x="2130676" y="70714"/>
                </a:lnTo>
                <a:lnTo>
                  <a:pt x="2100129" y="71047"/>
                </a:lnTo>
                <a:lnTo>
                  <a:pt x="2069592" y="71352"/>
                </a:lnTo>
                <a:lnTo>
                  <a:pt x="2039045" y="71638"/>
                </a:lnTo>
                <a:lnTo>
                  <a:pt x="2008499" y="71904"/>
                </a:lnTo>
                <a:lnTo>
                  <a:pt x="1977962" y="72152"/>
                </a:lnTo>
                <a:lnTo>
                  <a:pt x="1947415" y="72361"/>
                </a:lnTo>
                <a:lnTo>
                  <a:pt x="1916868" y="72552"/>
                </a:lnTo>
                <a:lnTo>
                  <a:pt x="1886331" y="72714"/>
                </a:lnTo>
                <a:lnTo>
                  <a:pt x="1855784" y="72857"/>
                </a:lnTo>
                <a:lnTo>
                  <a:pt x="1825238" y="73000"/>
                </a:lnTo>
                <a:lnTo>
                  <a:pt x="1794691" y="73085"/>
                </a:lnTo>
                <a:lnTo>
                  <a:pt x="1764154" y="73171"/>
                </a:lnTo>
                <a:lnTo>
                  <a:pt x="1733607" y="73238"/>
                </a:lnTo>
                <a:lnTo>
                  <a:pt x="1703060" y="73266"/>
                </a:lnTo>
                <a:lnTo>
                  <a:pt x="1672514" y="73285"/>
                </a:lnTo>
                <a:lnTo>
                  <a:pt x="1641977" y="73276"/>
                </a:lnTo>
                <a:lnTo>
                  <a:pt x="1611430" y="73247"/>
                </a:lnTo>
                <a:lnTo>
                  <a:pt x="1580883" y="73200"/>
                </a:lnTo>
                <a:lnTo>
                  <a:pt x="1550337" y="73114"/>
                </a:lnTo>
                <a:lnTo>
                  <a:pt x="1519799" y="73038"/>
                </a:lnTo>
                <a:lnTo>
                  <a:pt x="1489253" y="72914"/>
                </a:lnTo>
                <a:lnTo>
                  <a:pt x="1458706" y="72771"/>
                </a:lnTo>
                <a:lnTo>
                  <a:pt x="1428159" y="72619"/>
                </a:lnTo>
                <a:lnTo>
                  <a:pt x="1397622" y="72438"/>
                </a:lnTo>
                <a:lnTo>
                  <a:pt x="1367076" y="72228"/>
                </a:lnTo>
                <a:lnTo>
                  <a:pt x="1336529" y="71999"/>
                </a:lnTo>
                <a:lnTo>
                  <a:pt x="1305992" y="71742"/>
                </a:lnTo>
                <a:lnTo>
                  <a:pt x="1275445" y="71466"/>
                </a:lnTo>
                <a:lnTo>
                  <a:pt x="1244908" y="71161"/>
                </a:lnTo>
                <a:lnTo>
                  <a:pt x="1214361" y="70837"/>
                </a:lnTo>
                <a:lnTo>
                  <a:pt x="1183815" y="70485"/>
                </a:lnTo>
                <a:lnTo>
                  <a:pt x="1153277" y="70104"/>
                </a:lnTo>
                <a:lnTo>
                  <a:pt x="1122731" y="69704"/>
                </a:lnTo>
                <a:lnTo>
                  <a:pt x="1092194" y="69275"/>
                </a:lnTo>
                <a:lnTo>
                  <a:pt x="1061657" y="68818"/>
                </a:lnTo>
                <a:lnTo>
                  <a:pt x="1031110" y="68332"/>
                </a:lnTo>
                <a:lnTo>
                  <a:pt x="1000573" y="67818"/>
                </a:lnTo>
                <a:lnTo>
                  <a:pt x="970036" y="67275"/>
                </a:lnTo>
                <a:lnTo>
                  <a:pt x="939498" y="66704"/>
                </a:lnTo>
                <a:lnTo>
                  <a:pt x="908952" y="66094"/>
                </a:lnTo>
                <a:lnTo>
                  <a:pt x="878415" y="65456"/>
                </a:lnTo>
                <a:lnTo>
                  <a:pt x="847877" y="64780"/>
                </a:lnTo>
                <a:lnTo>
                  <a:pt x="817340" y="64075"/>
                </a:lnTo>
                <a:lnTo>
                  <a:pt x="786813" y="63322"/>
                </a:lnTo>
                <a:lnTo>
                  <a:pt x="756275" y="62541"/>
                </a:lnTo>
                <a:lnTo>
                  <a:pt x="725738" y="61722"/>
                </a:lnTo>
                <a:lnTo>
                  <a:pt x="695211" y="60855"/>
                </a:lnTo>
                <a:lnTo>
                  <a:pt x="664683" y="59941"/>
                </a:lnTo>
                <a:lnTo>
                  <a:pt x="634146" y="58988"/>
                </a:lnTo>
                <a:lnTo>
                  <a:pt x="603618" y="57979"/>
                </a:lnTo>
                <a:lnTo>
                  <a:pt x="573100" y="56912"/>
                </a:lnTo>
                <a:lnTo>
                  <a:pt x="542573" y="55797"/>
                </a:lnTo>
                <a:lnTo>
                  <a:pt x="512054" y="54616"/>
                </a:lnTo>
                <a:lnTo>
                  <a:pt x="481536" y="53369"/>
                </a:lnTo>
                <a:lnTo>
                  <a:pt x="451018" y="52054"/>
                </a:lnTo>
                <a:lnTo>
                  <a:pt x="420500" y="50654"/>
                </a:lnTo>
                <a:lnTo>
                  <a:pt x="389992" y="49178"/>
                </a:lnTo>
                <a:lnTo>
                  <a:pt x="359493" y="47596"/>
                </a:lnTo>
                <a:lnTo>
                  <a:pt x="328994" y="45911"/>
                </a:lnTo>
                <a:lnTo>
                  <a:pt x="298504" y="44110"/>
                </a:lnTo>
                <a:lnTo>
                  <a:pt x="268024" y="42158"/>
                </a:lnTo>
                <a:lnTo>
                  <a:pt x="237554" y="40043"/>
                </a:lnTo>
                <a:lnTo>
                  <a:pt x="207093" y="37748"/>
                </a:lnTo>
                <a:lnTo>
                  <a:pt x="176651" y="35204"/>
                </a:lnTo>
                <a:lnTo>
                  <a:pt x="146247" y="32366"/>
                </a:lnTo>
                <a:lnTo>
                  <a:pt x="115872" y="29127"/>
                </a:lnTo>
                <a:lnTo>
                  <a:pt x="85563" y="25337"/>
                </a:lnTo>
                <a:lnTo>
                  <a:pt x="55378" y="20679"/>
                </a:lnTo>
                <a:lnTo>
                  <a:pt x="25517" y="14297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34" name="funnel-step-cap-0">
            <a:extLst xmlns:a="http://schemas.openxmlformats.org/drawingml/2006/main">
              <a:ext uri="{FF2B5EF4-FFF2-40B4-BE49-F238E27FC236}">
                <a16:creationId xmlns:a16="http://schemas.microsoft.com/office/drawing/2014/main" id="{EF2F109D-5B94-4039-AB14-C3567BCC4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52750" y="2410358"/>
            <a:ext cx="3333750" cy="2084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35" name="funnel-step-body-1">
            <a:extLst xmlns:a="http://schemas.openxmlformats.org/drawingml/2006/main">
              <a:ext uri="{FF2B5EF4-FFF2-40B4-BE49-F238E27FC236}">
                <a16:creationId xmlns:a16="http://schemas.microsoft.com/office/drawing/2014/main" id="{86B97F64-812F-4454-BCA2-A884517D1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281077" y="3242310"/>
            <a:ext cx="2676249" cy="627078"/>
          </a:xfrm>
          <a:custGeom xmlns:a="http://schemas.openxmlformats.org/drawingml/2006/main">
            <a:pathLst>
              <a:path w="2676249" h="627078">
                <a:moveTo>
                  <a:pt x="0" y="0"/>
                </a:moveTo>
                <a:lnTo>
                  <a:pt x="10516" y="23165"/>
                </a:lnTo>
                <a:lnTo>
                  <a:pt x="21022" y="46330"/>
                </a:lnTo>
                <a:lnTo>
                  <a:pt x="31537" y="69494"/>
                </a:lnTo>
                <a:lnTo>
                  <a:pt x="42043" y="92659"/>
                </a:lnTo>
                <a:lnTo>
                  <a:pt x="52559" y="115824"/>
                </a:lnTo>
                <a:lnTo>
                  <a:pt x="63065" y="138998"/>
                </a:lnTo>
                <a:lnTo>
                  <a:pt x="73581" y="162163"/>
                </a:lnTo>
                <a:lnTo>
                  <a:pt x="84087" y="185328"/>
                </a:lnTo>
                <a:lnTo>
                  <a:pt x="94602" y="208493"/>
                </a:lnTo>
                <a:lnTo>
                  <a:pt x="105108" y="231658"/>
                </a:lnTo>
                <a:lnTo>
                  <a:pt x="115624" y="254822"/>
                </a:lnTo>
                <a:lnTo>
                  <a:pt x="126130" y="277987"/>
                </a:lnTo>
                <a:lnTo>
                  <a:pt x="136646" y="301152"/>
                </a:lnTo>
                <a:lnTo>
                  <a:pt x="147152" y="324317"/>
                </a:lnTo>
                <a:lnTo>
                  <a:pt x="157667" y="347482"/>
                </a:lnTo>
                <a:lnTo>
                  <a:pt x="168173" y="370656"/>
                </a:lnTo>
                <a:lnTo>
                  <a:pt x="178689" y="393821"/>
                </a:lnTo>
                <a:lnTo>
                  <a:pt x="189195" y="416985"/>
                </a:lnTo>
                <a:lnTo>
                  <a:pt x="199711" y="440150"/>
                </a:lnTo>
                <a:lnTo>
                  <a:pt x="210217" y="463315"/>
                </a:lnTo>
                <a:lnTo>
                  <a:pt x="220732" y="486480"/>
                </a:lnTo>
                <a:lnTo>
                  <a:pt x="231238" y="509645"/>
                </a:lnTo>
                <a:lnTo>
                  <a:pt x="241754" y="532809"/>
                </a:lnTo>
                <a:lnTo>
                  <a:pt x="251698" y="556146"/>
                </a:lnTo>
                <a:lnTo>
                  <a:pt x="272405" y="569814"/>
                </a:lnTo>
                <a:lnTo>
                  <a:pt x="296847" y="576853"/>
                </a:lnTo>
                <a:lnTo>
                  <a:pt x="321755" y="581997"/>
                </a:lnTo>
                <a:lnTo>
                  <a:pt x="346843" y="586169"/>
                </a:lnTo>
                <a:lnTo>
                  <a:pt x="372037" y="589721"/>
                </a:lnTo>
                <a:lnTo>
                  <a:pt x="397278" y="592817"/>
                </a:lnTo>
                <a:lnTo>
                  <a:pt x="422567" y="595579"/>
                </a:lnTo>
                <a:lnTo>
                  <a:pt x="447885" y="598065"/>
                </a:lnTo>
                <a:lnTo>
                  <a:pt x="473221" y="600332"/>
                </a:lnTo>
                <a:lnTo>
                  <a:pt x="498577" y="602409"/>
                </a:lnTo>
                <a:lnTo>
                  <a:pt x="523942" y="604323"/>
                </a:lnTo>
                <a:lnTo>
                  <a:pt x="549326" y="606095"/>
                </a:lnTo>
                <a:lnTo>
                  <a:pt x="574710" y="607752"/>
                </a:lnTo>
                <a:lnTo>
                  <a:pt x="600104" y="609286"/>
                </a:lnTo>
                <a:lnTo>
                  <a:pt x="625497" y="610724"/>
                </a:lnTo>
                <a:lnTo>
                  <a:pt x="650900" y="612067"/>
                </a:lnTo>
                <a:lnTo>
                  <a:pt x="676313" y="613324"/>
                </a:lnTo>
                <a:lnTo>
                  <a:pt x="701726" y="614496"/>
                </a:lnTo>
                <a:lnTo>
                  <a:pt x="727139" y="615610"/>
                </a:lnTo>
                <a:lnTo>
                  <a:pt x="752551" y="616649"/>
                </a:lnTo>
                <a:lnTo>
                  <a:pt x="777973" y="617620"/>
                </a:lnTo>
                <a:lnTo>
                  <a:pt x="803396" y="618534"/>
                </a:lnTo>
                <a:lnTo>
                  <a:pt x="828818" y="619382"/>
                </a:lnTo>
                <a:lnTo>
                  <a:pt x="854250" y="620182"/>
                </a:lnTo>
                <a:lnTo>
                  <a:pt x="879672" y="620935"/>
                </a:lnTo>
                <a:lnTo>
                  <a:pt x="905104" y="621630"/>
                </a:lnTo>
                <a:lnTo>
                  <a:pt x="930535" y="622278"/>
                </a:lnTo>
                <a:lnTo>
                  <a:pt x="955967" y="622887"/>
                </a:lnTo>
                <a:lnTo>
                  <a:pt x="981399" y="623440"/>
                </a:lnTo>
                <a:lnTo>
                  <a:pt x="1006831" y="623954"/>
                </a:lnTo>
                <a:lnTo>
                  <a:pt x="1032262" y="624430"/>
                </a:lnTo>
                <a:lnTo>
                  <a:pt x="1057704" y="624859"/>
                </a:lnTo>
                <a:lnTo>
                  <a:pt x="1083135" y="625250"/>
                </a:lnTo>
                <a:lnTo>
                  <a:pt x="1108577" y="625602"/>
                </a:lnTo>
                <a:lnTo>
                  <a:pt x="1134008" y="625916"/>
                </a:lnTo>
                <a:lnTo>
                  <a:pt x="1159450" y="626183"/>
                </a:lnTo>
                <a:lnTo>
                  <a:pt x="1184881" y="626421"/>
                </a:lnTo>
                <a:lnTo>
                  <a:pt x="1210323" y="626621"/>
                </a:lnTo>
                <a:lnTo>
                  <a:pt x="1235764" y="626783"/>
                </a:lnTo>
                <a:lnTo>
                  <a:pt x="1261205" y="626916"/>
                </a:lnTo>
                <a:lnTo>
                  <a:pt x="1286637" y="627002"/>
                </a:lnTo>
                <a:lnTo>
                  <a:pt x="1312078" y="627059"/>
                </a:lnTo>
                <a:lnTo>
                  <a:pt x="1337520" y="627078"/>
                </a:lnTo>
                <a:lnTo>
                  <a:pt x="1362951" y="627059"/>
                </a:lnTo>
                <a:lnTo>
                  <a:pt x="1388393" y="627012"/>
                </a:lnTo>
                <a:lnTo>
                  <a:pt x="1413834" y="626926"/>
                </a:lnTo>
                <a:lnTo>
                  <a:pt x="1439275" y="626802"/>
                </a:lnTo>
                <a:lnTo>
                  <a:pt x="1464707" y="626640"/>
                </a:lnTo>
                <a:lnTo>
                  <a:pt x="1490148" y="626440"/>
                </a:lnTo>
                <a:lnTo>
                  <a:pt x="1515589" y="626212"/>
                </a:lnTo>
                <a:lnTo>
                  <a:pt x="1541021" y="625935"/>
                </a:lnTo>
                <a:lnTo>
                  <a:pt x="1566462" y="625631"/>
                </a:lnTo>
                <a:lnTo>
                  <a:pt x="1591894" y="625278"/>
                </a:lnTo>
                <a:lnTo>
                  <a:pt x="1617335" y="624897"/>
                </a:lnTo>
                <a:lnTo>
                  <a:pt x="1642767" y="624469"/>
                </a:lnTo>
                <a:lnTo>
                  <a:pt x="1668199" y="623992"/>
                </a:lnTo>
                <a:lnTo>
                  <a:pt x="1693640" y="623487"/>
                </a:lnTo>
                <a:lnTo>
                  <a:pt x="1719072" y="622935"/>
                </a:lnTo>
                <a:lnTo>
                  <a:pt x="1744504" y="622335"/>
                </a:lnTo>
                <a:lnTo>
                  <a:pt x="1769936" y="621687"/>
                </a:lnTo>
                <a:lnTo>
                  <a:pt x="1795358" y="620992"/>
                </a:lnTo>
                <a:lnTo>
                  <a:pt x="1820789" y="620249"/>
                </a:lnTo>
                <a:lnTo>
                  <a:pt x="1846212" y="619449"/>
                </a:lnTo>
                <a:lnTo>
                  <a:pt x="1871643" y="618601"/>
                </a:lnTo>
                <a:lnTo>
                  <a:pt x="1897066" y="617696"/>
                </a:lnTo>
                <a:lnTo>
                  <a:pt x="1922478" y="616734"/>
                </a:lnTo>
                <a:lnTo>
                  <a:pt x="1947901" y="615696"/>
                </a:lnTo>
                <a:lnTo>
                  <a:pt x="1973313" y="614591"/>
                </a:lnTo>
                <a:lnTo>
                  <a:pt x="1998726" y="613420"/>
                </a:lnTo>
                <a:lnTo>
                  <a:pt x="2024139" y="612172"/>
                </a:lnTo>
                <a:lnTo>
                  <a:pt x="2049542" y="610838"/>
                </a:lnTo>
                <a:lnTo>
                  <a:pt x="2074936" y="609400"/>
                </a:lnTo>
                <a:lnTo>
                  <a:pt x="2100329" y="607876"/>
                </a:lnTo>
                <a:lnTo>
                  <a:pt x="2125713" y="606238"/>
                </a:lnTo>
                <a:lnTo>
                  <a:pt x="2151097" y="604466"/>
                </a:lnTo>
                <a:lnTo>
                  <a:pt x="2176463" y="602571"/>
                </a:lnTo>
                <a:lnTo>
                  <a:pt x="2201818" y="600513"/>
                </a:lnTo>
                <a:lnTo>
                  <a:pt x="2227155" y="598256"/>
                </a:lnTo>
                <a:lnTo>
                  <a:pt x="2252472" y="595789"/>
                </a:lnTo>
                <a:lnTo>
                  <a:pt x="2277761" y="593055"/>
                </a:lnTo>
                <a:lnTo>
                  <a:pt x="2303021" y="589988"/>
                </a:lnTo>
                <a:lnTo>
                  <a:pt x="2328215" y="586483"/>
                </a:lnTo>
                <a:lnTo>
                  <a:pt x="2353313" y="582368"/>
                </a:lnTo>
                <a:lnTo>
                  <a:pt x="2378250" y="577320"/>
                </a:lnTo>
                <a:lnTo>
                  <a:pt x="2402748" y="570509"/>
                </a:lnTo>
                <a:lnTo>
                  <a:pt x="2424465" y="557975"/>
                </a:lnTo>
                <a:lnTo>
                  <a:pt x="2434495" y="534686"/>
                </a:lnTo>
                <a:lnTo>
                  <a:pt x="2445001" y="511521"/>
                </a:lnTo>
                <a:lnTo>
                  <a:pt x="2455516" y="488356"/>
                </a:lnTo>
                <a:lnTo>
                  <a:pt x="2466023" y="465191"/>
                </a:lnTo>
                <a:lnTo>
                  <a:pt x="2476538" y="442027"/>
                </a:lnTo>
                <a:lnTo>
                  <a:pt x="2487044" y="418862"/>
                </a:lnTo>
                <a:lnTo>
                  <a:pt x="2497560" y="395697"/>
                </a:lnTo>
                <a:lnTo>
                  <a:pt x="2508066" y="372532"/>
                </a:lnTo>
                <a:lnTo>
                  <a:pt x="2518581" y="349367"/>
                </a:lnTo>
                <a:lnTo>
                  <a:pt x="2529088" y="326203"/>
                </a:lnTo>
                <a:lnTo>
                  <a:pt x="2539603" y="303028"/>
                </a:lnTo>
                <a:lnTo>
                  <a:pt x="2550109" y="279864"/>
                </a:lnTo>
                <a:lnTo>
                  <a:pt x="2560625" y="256699"/>
                </a:lnTo>
                <a:lnTo>
                  <a:pt x="2571131" y="233534"/>
                </a:lnTo>
                <a:lnTo>
                  <a:pt x="2581646" y="210369"/>
                </a:lnTo>
                <a:lnTo>
                  <a:pt x="2592153" y="187204"/>
                </a:lnTo>
                <a:lnTo>
                  <a:pt x="2602668" y="164040"/>
                </a:lnTo>
                <a:lnTo>
                  <a:pt x="2613174" y="140875"/>
                </a:lnTo>
                <a:lnTo>
                  <a:pt x="2623690" y="117710"/>
                </a:lnTo>
                <a:lnTo>
                  <a:pt x="2634196" y="94545"/>
                </a:lnTo>
                <a:lnTo>
                  <a:pt x="2644712" y="71371"/>
                </a:lnTo>
                <a:lnTo>
                  <a:pt x="2655227" y="48206"/>
                </a:lnTo>
                <a:lnTo>
                  <a:pt x="2665733" y="25041"/>
                </a:lnTo>
                <a:lnTo>
                  <a:pt x="2676249" y="1876"/>
                </a:lnTo>
                <a:lnTo>
                  <a:pt x="2659266" y="13364"/>
                </a:lnTo>
                <a:lnTo>
                  <a:pt x="2634777" y="20203"/>
                </a:lnTo>
                <a:lnTo>
                  <a:pt x="2609821" y="25098"/>
                </a:lnTo>
                <a:lnTo>
                  <a:pt x="2584685" y="29042"/>
                </a:lnTo>
                <a:lnTo>
                  <a:pt x="2559472" y="32385"/>
                </a:lnTo>
                <a:lnTo>
                  <a:pt x="2534202" y="35319"/>
                </a:lnTo>
                <a:lnTo>
                  <a:pt x="2508895" y="37929"/>
                </a:lnTo>
                <a:lnTo>
                  <a:pt x="2483568" y="40300"/>
                </a:lnTo>
                <a:lnTo>
                  <a:pt x="2458222" y="42462"/>
                </a:lnTo>
                <a:lnTo>
                  <a:pt x="2432866" y="44453"/>
                </a:lnTo>
                <a:lnTo>
                  <a:pt x="2407491" y="46292"/>
                </a:lnTo>
                <a:lnTo>
                  <a:pt x="2382107" y="48006"/>
                </a:lnTo>
                <a:lnTo>
                  <a:pt x="2356723" y="49616"/>
                </a:lnTo>
                <a:lnTo>
                  <a:pt x="2331329" y="51130"/>
                </a:lnTo>
                <a:lnTo>
                  <a:pt x="2305926" y="52549"/>
                </a:lnTo>
                <a:lnTo>
                  <a:pt x="2280523" y="53883"/>
                </a:lnTo>
                <a:lnTo>
                  <a:pt x="2255120" y="55150"/>
                </a:lnTo>
                <a:lnTo>
                  <a:pt x="2229707" y="56340"/>
                </a:lnTo>
                <a:lnTo>
                  <a:pt x="2204295" y="57464"/>
                </a:lnTo>
                <a:lnTo>
                  <a:pt x="2178872" y="58541"/>
                </a:lnTo>
                <a:lnTo>
                  <a:pt x="2153460" y="59550"/>
                </a:lnTo>
                <a:lnTo>
                  <a:pt x="2128037" y="60512"/>
                </a:lnTo>
                <a:lnTo>
                  <a:pt x="2102615" y="61436"/>
                </a:lnTo>
                <a:lnTo>
                  <a:pt x="2077193" y="62303"/>
                </a:lnTo>
                <a:lnTo>
                  <a:pt x="2051761" y="63122"/>
                </a:lnTo>
                <a:lnTo>
                  <a:pt x="2026339" y="63913"/>
                </a:lnTo>
                <a:lnTo>
                  <a:pt x="2000907" y="64656"/>
                </a:lnTo>
                <a:lnTo>
                  <a:pt x="1975485" y="65351"/>
                </a:lnTo>
                <a:lnTo>
                  <a:pt x="1950053" y="66018"/>
                </a:lnTo>
                <a:lnTo>
                  <a:pt x="1924622" y="66646"/>
                </a:lnTo>
                <a:lnTo>
                  <a:pt x="1899190" y="67247"/>
                </a:lnTo>
                <a:lnTo>
                  <a:pt x="1873758" y="67808"/>
                </a:lnTo>
                <a:lnTo>
                  <a:pt x="1848326" y="68342"/>
                </a:lnTo>
                <a:lnTo>
                  <a:pt x="1822885" y="68847"/>
                </a:lnTo>
                <a:lnTo>
                  <a:pt x="1797453" y="69323"/>
                </a:lnTo>
                <a:lnTo>
                  <a:pt x="1772021" y="69761"/>
                </a:lnTo>
                <a:lnTo>
                  <a:pt x="1746580" y="70180"/>
                </a:lnTo>
                <a:lnTo>
                  <a:pt x="1721148" y="70561"/>
                </a:lnTo>
                <a:lnTo>
                  <a:pt x="1695707" y="70923"/>
                </a:lnTo>
                <a:lnTo>
                  <a:pt x="1670275" y="71257"/>
                </a:lnTo>
                <a:lnTo>
                  <a:pt x="1644834" y="71561"/>
                </a:lnTo>
                <a:lnTo>
                  <a:pt x="1619402" y="71838"/>
                </a:lnTo>
                <a:lnTo>
                  <a:pt x="1593961" y="72095"/>
                </a:lnTo>
                <a:lnTo>
                  <a:pt x="1568529" y="72323"/>
                </a:lnTo>
                <a:lnTo>
                  <a:pt x="1543088" y="72523"/>
                </a:lnTo>
                <a:lnTo>
                  <a:pt x="1517647" y="72704"/>
                </a:lnTo>
                <a:lnTo>
                  <a:pt x="1492215" y="72866"/>
                </a:lnTo>
                <a:lnTo>
                  <a:pt x="1466774" y="72990"/>
                </a:lnTo>
                <a:lnTo>
                  <a:pt x="1441333" y="73095"/>
                </a:lnTo>
                <a:lnTo>
                  <a:pt x="1415891" y="73181"/>
                </a:lnTo>
                <a:lnTo>
                  <a:pt x="1390460" y="73238"/>
                </a:lnTo>
                <a:lnTo>
                  <a:pt x="1365018" y="73276"/>
                </a:lnTo>
                <a:lnTo>
                  <a:pt x="1339577" y="73295"/>
                </a:lnTo>
                <a:lnTo>
                  <a:pt x="1314136" y="73285"/>
                </a:lnTo>
                <a:lnTo>
                  <a:pt x="1288704" y="73247"/>
                </a:lnTo>
                <a:lnTo>
                  <a:pt x="1263263" y="73190"/>
                </a:lnTo>
                <a:lnTo>
                  <a:pt x="1237821" y="73104"/>
                </a:lnTo>
                <a:lnTo>
                  <a:pt x="1212390" y="73009"/>
                </a:lnTo>
                <a:lnTo>
                  <a:pt x="1186948" y="72876"/>
                </a:lnTo>
                <a:lnTo>
                  <a:pt x="1161507" y="72714"/>
                </a:lnTo>
                <a:lnTo>
                  <a:pt x="1136066" y="72542"/>
                </a:lnTo>
                <a:lnTo>
                  <a:pt x="1110634" y="72342"/>
                </a:lnTo>
                <a:lnTo>
                  <a:pt x="1085193" y="72114"/>
                </a:lnTo>
                <a:lnTo>
                  <a:pt x="1059752" y="71866"/>
                </a:lnTo>
                <a:lnTo>
                  <a:pt x="1034320" y="71580"/>
                </a:lnTo>
                <a:lnTo>
                  <a:pt x="1008878" y="71276"/>
                </a:lnTo>
                <a:lnTo>
                  <a:pt x="983447" y="70952"/>
                </a:lnTo>
                <a:lnTo>
                  <a:pt x="958005" y="70590"/>
                </a:lnTo>
                <a:lnTo>
                  <a:pt x="932574" y="70209"/>
                </a:lnTo>
                <a:lnTo>
                  <a:pt x="907142" y="69799"/>
                </a:lnTo>
                <a:lnTo>
                  <a:pt x="881701" y="69361"/>
                </a:lnTo>
                <a:lnTo>
                  <a:pt x="856269" y="68885"/>
                </a:lnTo>
                <a:lnTo>
                  <a:pt x="830837" y="68390"/>
                </a:lnTo>
                <a:lnTo>
                  <a:pt x="805405" y="67856"/>
                </a:lnTo>
                <a:lnTo>
                  <a:pt x="779964" y="67294"/>
                </a:lnTo>
                <a:lnTo>
                  <a:pt x="754532" y="66704"/>
                </a:lnTo>
                <a:lnTo>
                  <a:pt x="729101" y="66075"/>
                </a:lnTo>
                <a:lnTo>
                  <a:pt x="703678" y="65408"/>
                </a:lnTo>
                <a:lnTo>
                  <a:pt x="678247" y="64713"/>
                </a:lnTo>
                <a:lnTo>
                  <a:pt x="652815" y="63970"/>
                </a:lnTo>
                <a:lnTo>
                  <a:pt x="627393" y="63189"/>
                </a:lnTo>
                <a:lnTo>
                  <a:pt x="601970" y="62370"/>
                </a:lnTo>
                <a:lnTo>
                  <a:pt x="576539" y="61503"/>
                </a:lnTo>
                <a:lnTo>
                  <a:pt x="551117" y="60589"/>
                </a:lnTo>
                <a:lnTo>
                  <a:pt x="525694" y="59636"/>
                </a:lnTo>
                <a:lnTo>
                  <a:pt x="500282" y="58617"/>
                </a:lnTo>
                <a:lnTo>
                  <a:pt x="474859" y="57560"/>
                </a:lnTo>
                <a:lnTo>
                  <a:pt x="449447" y="56426"/>
                </a:lnTo>
                <a:lnTo>
                  <a:pt x="424034" y="55245"/>
                </a:lnTo>
                <a:lnTo>
                  <a:pt x="398631" y="53988"/>
                </a:lnTo>
                <a:lnTo>
                  <a:pt x="373228" y="52664"/>
                </a:lnTo>
                <a:lnTo>
                  <a:pt x="347824" y="51245"/>
                </a:lnTo>
                <a:lnTo>
                  <a:pt x="322431" y="49740"/>
                </a:lnTo>
                <a:lnTo>
                  <a:pt x="297047" y="48139"/>
                </a:lnTo>
                <a:lnTo>
                  <a:pt x="271663" y="46444"/>
                </a:lnTo>
                <a:lnTo>
                  <a:pt x="246288" y="44606"/>
                </a:lnTo>
                <a:lnTo>
                  <a:pt x="220932" y="42624"/>
                </a:lnTo>
                <a:lnTo>
                  <a:pt x="195577" y="40481"/>
                </a:lnTo>
                <a:lnTo>
                  <a:pt x="170250" y="38129"/>
                </a:lnTo>
                <a:lnTo>
                  <a:pt x="144942" y="35538"/>
                </a:lnTo>
                <a:lnTo>
                  <a:pt x="119672" y="32633"/>
                </a:lnTo>
                <a:lnTo>
                  <a:pt x="94450" y="29327"/>
                </a:lnTo>
                <a:lnTo>
                  <a:pt x="69313" y="25451"/>
                </a:lnTo>
                <a:lnTo>
                  <a:pt x="44329" y="20650"/>
                </a:lnTo>
                <a:lnTo>
                  <a:pt x="19774" y="14049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36" name="funnel-step-cap-1">
            <a:extLst xmlns:a="http://schemas.openxmlformats.org/drawingml/2006/main">
              <a:ext uri="{FF2B5EF4-FFF2-40B4-BE49-F238E27FC236}">
                <a16:creationId xmlns:a16="http://schemas.microsoft.com/office/drawing/2014/main" id="{8A5FDCE3-FFEB-45CD-947F-FC00D9891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281067" y="3138068"/>
            <a:ext cx="2677106" cy="2084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37" name="funnel-step-body-2">
            <a:extLst xmlns:a="http://schemas.openxmlformats.org/drawingml/2006/main">
              <a:ext uri="{FF2B5EF4-FFF2-40B4-BE49-F238E27FC236}">
                <a16:creationId xmlns:a16="http://schemas.microsoft.com/office/drawing/2014/main" id="{ADC9907D-E657-48FF-9544-873139A39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532346" y="3970020"/>
            <a:ext cx="2171271" cy="627069"/>
          </a:xfrm>
          <a:custGeom xmlns:a="http://schemas.openxmlformats.org/drawingml/2006/main">
            <a:pathLst>
              <a:path w="2171271" h="627069">
                <a:moveTo>
                  <a:pt x="0" y="0"/>
                </a:moveTo>
                <a:lnTo>
                  <a:pt x="8163" y="19774"/>
                </a:lnTo>
                <a:lnTo>
                  <a:pt x="16326" y="39548"/>
                </a:lnTo>
                <a:lnTo>
                  <a:pt x="24489" y="59312"/>
                </a:lnTo>
                <a:lnTo>
                  <a:pt x="32652" y="79086"/>
                </a:lnTo>
                <a:lnTo>
                  <a:pt x="40805" y="98860"/>
                </a:lnTo>
                <a:lnTo>
                  <a:pt x="48968" y="118634"/>
                </a:lnTo>
                <a:lnTo>
                  <a:pt x="57131" y="138408"/>
                </a:lnTo>
                <a:lnTo>
                  <a:pt x="65294" y="158182"/>
                </a:lnTo>
                <a:lnTo>
                  <a:pt x="73457" y="177946"/>
                </a:lnTo>
                <a:lnTo>
                  <a:pt x="81620" y="197720"/>
                </a:lnTo>
                <a:lnTo>
                  <a:pt x="89783" y="217494"/>
                </a:lnTo>
                <a:lnTo>
                  <a:pt x="97946" y="237268"/>
                </a:lnTo>
                <a:lnTo>
                  <a:pt x="106109" y="257042"/>
                </a:lnTo>
                <a:lnTo>
                  <a:pt x="114271" y="276816"/>
                </a:lnTo>
                <a:lnTo>
                  <a:pt x="122425" y="296580"/>
                </a:lnTo>
                <a:lnTo>
                  <a:pt x="130588" y="316354"/>
                </a:lnTo>
                <a:lnTo>
                  <a:pt x="138751" y="336128"/>
                </a:lnTo>
                <a:lnTo>
                  <a:pt x="146914" y="355902"/>
                </a:lnTo>
                <a:lnTo>
                  <a:pt x="155077" y="375676"/>
                </a:lnTo>
                <a:lnTo>
                  <a:pt x="163239" y="395449"/>
                </a:lnTo>
                <a:lnTo>
                  <a:pt x="171402" y="415214"/>
                </a:lnTo>
                <a:lnTo>
                  <a:pt x="179565" y="434988"/>
                </a:lnTo>
                <a:lnTo>
                  <a:pt x="187728" y="454762"/>
                </a:lnTo>
                <a:lnTo>
                  <a:pt x="195882" y="474536"/>
                </a:lnTo>
                <a:lnTo>
                  <a:pt x="204045" y="494309"/>
                </a:lnTo>
                <a:lnTo>
                  <a:pt x="212207" y="514083"/>
                </a:lnTo>
                <a:lnTo>
                  <a:pt x="220370" y="533848"/>
                </a:lnTo>
                <a:lnTo>
                  <a:pt x="228533" y="553622"/>
                </a:lnTo>
                <a:lnTo>
                  <a:pt x="242526" y="568481"/>
                </a:lnTo>
                <a:lnTo>
                  <a:pt x="262452" y="576196"/>
                </a:lnTo>
                <a:lnTo>
                  <a:pt x="283112" y="581730"/>
                </a:lnTo>
                <a:lnTo>
                  <a:pt x="304038" y="586169"/>
                </a:lnTo>
                <a:lnTo>
                  <a:pt x="325098" y="589902"/>
                </a:lnTo>
                <a:lnTo>
                  <a:pt x="346234" y="593160"/>
                </a:lnTo>
                <a:lnTo>
                  <a:pt x="367436" y="596036"/>
                </a:lnTo>
                <a:lnTo>
                  <a:pt x="388668" y="598627"/>
                </a:lnTo>
                <a:lnTo>
                  <a:pt x="409927" y="600980"/>
                </a:lnTo>
                <a:lnTo>
                  <a:pt x="431206" y="603123"/>
                </a:lnTo>
                <a:lnTo>
                  <a:pt x="452504" y="605104"/>
                </a:lnTo>
                <a:lnTo>
                  <a:pt x="473821" y="606923"/>
                </a:lnTo>
                <a:lnTo>
                  <a:pt x="495148" y="608619"/>
                </a:lnTo>
                <a:lnTo>
                  <a:pt x="516474" y="610181"/>
                </a:lnTo>
                <a:lnTo>
                  <a:pt x="537820" y="611648"/>
                </a:lnTo>
                <a:lnTo>
                  <a:pt x="559165" y="613010"/>
                </a:lnTo>
                <a:lnTo>
                  <a:pt x="580520" y="614286"/>
                </a:lnTo>
                <a:lnTo>
                  <a:pt x="601875" y="615467"/>
                </a:lnTo>
                <a:lnTo>
                  <a:pt x="623240" y="616582"/>
                </a:lnTo>
                <a:lnTo>
                  <a:pt x="644604" y="617630"/>
                </a:lnTo>
                <a:lnTo>
                  <a:pt x="665969" y="618592"/>
                </a:lnTo>
                <a:lnTo>
                  <a:pt x="687343" y="619496"/>
                </a:lnTo>
                <a:lnTo>
                  <a:pt x="708717" y="620335"/>
                </a:lnTo>
                <a:lnTo>
                  <a:pt x="730091" y="621116"/>
                </a:lnTo>
                <a:lnTo>
                  <a:pt x="751475" y="621849"/>
                </a:lnTo>
                <a:lnTo>
                  <a:pt x="772849" y="622525"/>
                </a:lnTo>
                <a:lnTo>
                  <a:pt x="794233" y="623145"/>
                </a:lnTo>
                <a:lnTo>
                  <a:pt x="815616" y="623716"/>
                </a:lnTo>
                <a:lnTo>
                  <a:pt x="837000" y="624230"/>
                </a:lnTo>
                <a:lnTo>
                  <a:pt x="858383" y="624707"/>
                </a:lnTo>
                <a:lnTo>
                  <a:pt x="879777" y="625135"/>
                </a:lnTo>
                <a:lnTo>
                  <a:pt x="901160" y="625526"/>
                </a:lnTo>
                <a:lnTo>
                  <a:pt x="922544" y="625859"/>
                </a:lnTo>
                <a:lnTo>
                  <a:pt x="943937" y="626164"/>
                </a:lnTo>
                <a:lnTo>
                  <a:pt x="965321" y="626412"/>
                </a:lnTo>
                <a:lnTo>
                  <a:pt x="986714" y="626631"/>
                </a:lnTo>
                <a:lnTo>
                  <a:pt x="1008107" y="626802"/>
                </a:lnTo>
                <a:lnTo>
                  <a:pt x="1029491" y="626926"/>
                </a:lnTo>
                <a:lnTo>
                  <a:pt x="1050884" y="627021"/>
                </a:lnTo>
                <a:lnTo>
                  <a:pt x="1072277" y="627069"/>
                </a:lnTo>
                <a:lnTo>
                  <a:pt x="1093670" y="627069"/>
                </a:lnTo>
                <a:lnTo>
                  <a:pt x="1115054" y="627040"/>
                </a:lnTo>
                <a:lnTo>
                  <a:pt x="1136447" y="626964"/>
                </a:lnTo>
                <a:lnTo>
                  <a:pt x="1157840" y="626850"/>
                </a:lnTo>
                <a:lnTo>
                  <a:pt x="1179224" y="626697"/>
                </a:lnTo>
                <a:lnTo>
                  <a:pt x="1200617" y="626507"/>
                </a:lnTo>
                <a:lnTo>
                  <a:pt x="1222010" y="626269"/>
                </a:lnTo>
                <a:lnTo>
                  <a:pt x="1243394" y="625993"/>
                </a:lnTo>
                <a:lnTo>
                  <a:pt x="1264787" y="625669"/>
                </a:lnTo>
                <a:lnTo>
                  <a:pt x="1286170" y="625297"/>
                </a:lnTo>
                <a:lnTo>
                  <a:pt x="1307554" y="624888"/>
                </a:lnTo>
                <a:lnTo>
                  <a:pt x="1328947" y="624430"/>
                </a:lnTo>
                <a:lnTo>
                  <a:pt x="1350331" y="623926"/>
                </a:lnTo>
                <a:lnTo>
                  <a:pt x="1371714" y="623373"/>
                </a:lnTo>
                <a:lnTo>
                  <a:pt x="1393098" y="622773"/>
                </a:lnTo>
                <a:lnTo>
                  <a:pt x="1414472" y="622125"/>
                </a:lnTo>
                <a:lnTo>
                  <a:pt x="1435856" y="621421"/>
                </a:lnTo>
                <a:lnTo>
                  <a:pt x="1457230" y="620659"/>
                </a:lnTo>
                <a:lnTo>
                  <a:pt x="1478604" y="619839"/>
                </a:lnTo>
                <a:lnTo>
                  <a:pt x="1499978" y="618963"/>
                </a:lnTo>
                <a:lnTo>
                  <a:pt x="1521352" y="618020"/>
                </a:lnTo>
                <a:lnTo>
                  <a:pt x="1542717" y="617010"/>
                </a:lnTo>
                <a:lnTo>
                  <a:pt x="1564081" y="615934"/>
                </a:lnTo>
                <a:lnTo>
                  <a:pt x="1585436" y="614772"/>
                </a:lnTo>
                <a:lnTo>
                  <a:pt x="1606791" y="613534"/>
                </a:lnTo>
                <a:lnTo>
                  <a:pt x="1628146" y="612210"/>
                </a:lnTo>
                <a:lnTo>
                  <a:pt x="1649482" y="610791"/>
                </a:lnTo>
                <a:lnTo>
                  <a:pt x="1670818" y="609257"/>
                </a:lnTo>
                <a:lnTo>
                  <a:pt x="1692145" y="607619"/>
                </a:lnTo>
                <a:lnTo>
                  <a:pt x="1713462" y="605847"/>
                </a:lnTo>
                <a:lnTo>
                  <a:pt x="1734769" y="603942"/>
                </a:lnTo>
                <a:lnTo>
                  <a:pt x="1756058" y="601866"/>
                </a:lnTo>
                <a:lnTo>
                  <a:pt x="1777327" y="599599"/>
                </a:lnTo>
                <a:lnTo>
                  <a:pt x="1798577" y="597113"/>
                </a:lnTo>
                <a:lnTo>
                  <a:pt x="1819789" y="594360"/>
                </a:lnTo>
                <a:lnTo>
                  <a:pt x="1840954" y="591264"/>
                </a:lnTo>
                <a:lnTo>
                  <a:pt x="1862052" y="587740"/>
                </a:lnTo>
                <a:lnTo>
                  <a:pt x="1883045" y="583616"/>
                </a:lnTo>
                <a:lnTo>
                  <a:pt x="1903828" y="578606"/>
                </a:lnTo>
                <a:lnTo>
                  <a:pt x="1924164" y="571995"/>
                </a:lnTo>
                <a:lnTo>
                  <a:pt x="1942490" y="561251"/>
                </a:lnTo>
                <a:lnTo>
                  <a:pt x="1950901" y="541811"/>
                </a:lnTo>
                <a:lnTo>
                  <a:pt x="1959064" y="522046"/>
                </a:lnTo>
                <a:lnTo>
                  <a:pt x="1967227" y="502272"/>
                </a:lnTo>
                <a:lnTo>
                  <a:pt x="1975380" y="482498"/>
                </a:lnTo>
                <a:lnTo>
                  <a:pt x="1983543" y="462725"/>
                </a:lnTo>
                <a:lnTo>
                  <a:pt x="1991706" y="442951"/>
                </a:lnTo>
                <a:lnTo>
                  <a:pt x="1999869" y="423177"/>
                </a:lnTo>
                <a:lnTo>
                  <a:pt x="2008032" y="403412"/>
                </a:lnTo>
                <a:lnTo>
                  <a:pt x="2016195" y="383638"/>
                </a:lnTo>
                <a:lnTo>
                  <a:pt x="2024358" y="363865"/>
                </a:lnTo>
                <a:lnTo>
                  <a:pt x="2032521" y="344091"/>
                </a:lnTo>
                <a:lnTo>
                  <a:pt x="2040684" y="324317"/>
                </a:lnTo>
                <a:lnTo>
                  <a:pt x="2048837" y="304543"/>
                </a:lnTo>
                <a:lnTo>
                  <a:pt x="2057000" y="284778"/>
                </a:lnTo>
                <a:lnTo>
                  <a:pt x="2065163" y="265005"/>
                </a:lnTo>
                <a:lnTo>
                  <a:pt x="2073326" y="245231"/>
                </a:lnTo>
                <a:lnTo>
                  <a:pt x="2081489" y="225457"/>
                </a:lnTo>
                <a:lnTo>
                  <a:pt x="2089652" y="205683"/>
                </a:lnTo>
                <a:lnTo>
                  <a:pt x="2097815" y="185918"/>
                </a:lnTo>
                <a:lnTo>
                  <a:pt x="2105978" y="166145"/>
                </a:lnTo>
                <a:lnTo>
                  <a:pt x="2114140" y="146371"/>
                </a:lnTo>
                <a:lnTo>
                  <a:pt x="2122303" y="126597"/>
                </a:lnTo>
                <a:lnTo>
                  <a:pt x="2130457" y="106823"/>
                </a:lnTo>
                <a:lnTo>
                  <a:pt x="2138620" y="87049"/>
                </a:lnTo>
                <a:lnTo>
                  <a:pt x="2146783" y="67285"/>
                </a:lnTo>
                <a:lnTo>
                  <a:pt x="2154946" y="47511"/>
                </a:lnTo>
                <a:lnTo>
                  <a:pt x="2163108" y="27737"/>
                </a:lnTo>
                <a:lnTo>
                  <a:pt x="2171271" y="7963"/>
                </a:lnTo>
                <a:lnTo>
                  <a:pt x="2167071" y="9706"/>
                </a:lnTo>
                <a:lnTo>
                  <a:pt x="2147430" y="18059"/>
                </a:lnTo>
                <a:lnTo>
                  <a:pt x="2126780" y="23584"/>
                </a:lnTo>
                <a:lnTo>
                  <a:pt x="2105825" y="27889"/>
                </a:lnTo>
                <a:lnTo>
                  <a:pt x="2084746" y="31499"/>
                </a:lnTo>
                <a:lnTo>
                  <a:pt x="2063582" y="34623"/>
                </a:lnTo>
                <a:lnTo>
                  <a:pt x="2042370" y="37386"/>
                </a:lnTo>
                <a:lnTo>
                  <a:pt x="2021129" y="39881"/>
                </a:lnTo>
                <a:lnTo>
                  <a:pt x="1999859" y="42148"/>
                </a:lnTo>
                <a:lnTo>
                  <a:pt x="1978562" y="44225"/>
                </a:lnTo>
                <a:lnTo>
                  <a:pt x="1957264" y="46149"/>
                </a:lnTo>
                <a:lnTo>
                  <a:pt x="1935947" y="47939"/>
                </a:lnTo>
                <a:lnTo>
                  <a:pt x="1914620" y="49597"/>
                </a:lnTo>
                <a:lnTo>
                  <a:pt x="1893284" y="51159"/>
                </a:lnTo>
                <a:lnTo>
                  <a:pt x="1871948" y="52626"/>
                </a:lnTo>
                <a:lnTo>
                  <a:pt x="1850603" y="53997"/>
                </a:lnTo>
                <a:lnTo>
                  <a:pt x="1829248" y="55293"/>
                </a:lnTo>
                <a:lnTo>
                  <a:pt x="1807893" y="56521"/>
                </a:lnTo>
                <a:lnTo>
                  <a:pt x="1786538" y="57674"/>
                </a:lnTo>
                <a:lnTo>
                  <a:pt x="1765173" y="58769"/>
                </a:lnTo>
                <a:lnTo>
                  <a:pt x="1743808" y="59807"/>
                </a:lnTo>
                <a:lnTo>
                  <a:pt x="1722434" y="60789"/>
                </a:lnTo>
                <a:lnTo>
                  <a:pt x="1701070" y="61722"/>
                </a:lnTo>
                <a:lnTo>
                  <a:pt x="1679696" y="62608"/>
                </a:lnTo>
                <a:lnTo>
                  <a:pt x="1658322" y="63446"/>
                </a:lnTo>
                <a:lnTo>
                  <a:pt x="1636947" y="64237"/>
                </a:lnTo>
                <a:lnTo>
                  <a:pt x="1615564" y="64980"/>
                </a:lnTo>
                <a:lnTo>
                  <a:pt x="1594190" y="65694"/>
                </a:lnTo>
                <a:lnTo>
                  <a:pt x="1572806" y="66361"/>
                </a:lnTo>
                <a:lnTo>
                  <a:pt x="1551432" y="66999"/>
                </a:lnTo>
                <a:lnTo>
                  <a:pt x="1530048" y="67599"/>
                </a:lnTo>
                <a:lnTo>
                  <a:pt x="1508665" y="68161"/>
                </a:lnTo>
                <a:lnTo>
                  <a:pt x="1487281" y="68694"/>
                </a:lnTo>
                <a:lnTo>
                  <a:pt x="1465898" y="69190"/>
                </a:lnTo>
                <a:lnTo>
                  <a:pt x="1444504" y="69656"/>
                </a:lnTo>
                <a:lnTo>
                  <a:pt x="1423121" y="70094"/>
                </a:lnTo>
                <a:lnTo>
                  <a:pt x="1401737" y="70495"/>
                </a:lnTo>
                <a:lnTo>
                  <a:pt x="1380344" y="70876"/>
                </a:lnTo>
                <a:lnTo>
                  <a:pt x="1358960" y="71218"/>
                </a:lnTo>
                <a:lnTo>
                  <a:pt x="1337567" y="71542"/>
                </a:lnTo>
                <a:lnTo>
                  <a:pt x="1316184" y="71828"/>
                </a:lnTo>
                <a:lnTo>
                  <a:pt x="1294790" y="72095"/>
                </a:lnTo>
                <a:lnTo>
                  <a:pt x="1273407" y="72323"/>
                </a:lnTo>
                <a:lnTo>
                  <a:pt x="1252014" y="72533"/>
                </a:lnTo>
                <a:lnTo>
                  <a:pt x="1230620" y="72723"/>
                </a:lnTo>
                <a:lnTo>
                  <a:pt x="1209237" y="72885"/>
                </a:lnTo>
                <a:lnTo>
                  <a:pt x="1187844" y="73019"/>
                </a:lnTo>
                <a:lnTo>
                  <a:pt x="1166451" y="73123"/>
                </a:lnTo>
                <a:lnTo>
                  <a:pt x="1145067" y="73200"/>
                </a:lnTo>
                <a:lnTo>
                  <a:pt x="1123674" y="73257"/>
                </a:lnTo>
                <a:lnTo>
                  <a:pt x="1102281" y="73285"/>
                </a:lnTo>
                <a:lnTo>
                  <a:pt x="1080887" y="73295"/>
                </a:lnTo>
                <a:lnTo>
                  <a:pt x="1059504" y="73276"/>
                </a:lnTo>
                <a:lnTo>
                  <a:pt x="1038111" y="73228"/>
                </a:lnTo>
                <a:lnTo>
                  <a:pt x="1016718" y="73152"/>
                </a:lnTo>
                <a:lnTo>
                  <a:pt x="995324" y="73057"/>
                </a:lnTo>
                <a:lnTo>
                  <a:pt x="973941" y="72933"/>
                </a:lnTo>
                <a:lnTo>
                  <a:pt x="952548" y="72790"/>
                </a:lnTo>
                <a:lnTo>
                  <a:pt x="931154" y="72619"/>
                </a:lnTo>
                <a:lnTo>
                  <a:pt x="909771" y="72419"/>
                </a:lnTo>
                <a:lnTo>
                  <a:pt x="888378" y="72190"/>
                </a:lnTo>
                <a:lnTo>
                  <a:pt x="866994" y="71933"/>
                </a:lnTo>
                <a:lnTo>
                  <a:pt x="845601" y="71657"/>
                </a:lnTo>
                <a:lnTo>
                  <a:pt x="824217" y="71352"/>
                </a:lnTo>
                <a:lnTo>
                  <a:pt x="802824" y="71018"/>
                </a:lnTo>
                <a:lnTo>
                  <a:pt x="781441" y="70656"/>
                </a:lnTo>
                <a:lnTo>
                  <a:pt x="760047" y="70266"/>
                </a:lnTo>
                <a:lnTo>
                  <a:pt x="738664" y="69837"/>
                </a:lnTo>
                <a:lnTo>
                  <a:pt x="717280" y="69380"/>
                </a:lnTo>
                <a:lnTo>
                  <a:pt x="695897" y="68894"/>
                </a:lnTo>
                <a:lnTo>
                  <a:pt x="674513" y="68380"/>
                </a:lnTo>
                <a:lnTo>
                  <a:pt x="653129" y="67828"/>
                </a:lnTo>
                <a:lnTo>
                  <a:pt x="631746" y="67247"/>
                </a:lnTo>
                <a:lnTo>
                  <a:pt x="610362" y="66627"/>
                </a:lnTo>
                <a:lnTo>
                  <a:pt x="588978" y="65970"/>
                </a:lnTo>
                <a:lnTo>
                  <a:pt x="567604" y="65275"/>
                </a:lnTo>
                <a:lnTo>
                  <a:pt x="546221" y="64541"/>
                </a:lnTo>
                <a:lnTo>
                  <a:pt x="524847" y="63770"/>
                </a:lnTo>
                <a:lnTo>
                  <a:pt x="503472" y="62951"/>
                </a:lnTo>
                <a:lnTo>
                  <a:pt x="482098" y="62093"/>
                </a:lnTo>
                <a:lnTo>
                  <a:pt x="460724" y="61179"/>
                </a:lnTo>
                <a:lnTo>
                  <a:pt x="439360" y="60217"/>
                </a:lnTo>
                <a:lnTo>
                  <a:pt x="417995" y="59198"/>
                </a:lnTo>
                <a:lnTo>
                  <a:pt x="396631" y="58131"/>
                </a:lnTo>
                <a:lnTo>
                  <a:pt x="375266" y="56998"/>
                </a:lnTo>
                <a:lnTo>
                  <a:pt x="353911" y="55797"/>
                </a:lnTo>
                <a:lnTo>
                  <a:pt x="332556" y="54531"/>
                </a:lnTo>
                <a:lnTo>
                  <a:pt x="311210" y="53178"/>
                </a:lnTo>
                <a:lnTo>
                  <a:pt x="289865" y="51759"/>
                </a:lnTo>
                <a:lnTo>
                  <a:pt x="268529" y="50235"/>
                </a:lnTo>
                <a:lnTo>
                  <a:pt x="247202" y="48616"/>
                </a:lnTo>
                <a:lnTo>
                  <a:pt x="225876" y="46882"/>
                </a:lnTo>
                <a:lnTo>
                  <a:pt x="204568" y="45015"/>
                </a:lnTo>
                <a:lnTo>
                  <a:pt x="183271" y="43005"/>
                </a:lnTo>
                <a:lnTo>
                  <a:pt x="162001" y="40815"/>
                </a:lnTo>
                <a:lnTo>
                  <a:pt x="140741" y="38424"/>
                </a:lnTo>
                <a:lnTo>
                  <a:pt x="119520" y="35776"/>
                </a:lnTo>
                <a:lnTo>
                  <a:pt x="98327" y="32804"/>
                </a:lnTo>
                <a:lnTo>
                  <a:pt x="77210" y="29413"/>
                </a:lnTo>
                <a:lnTo>
                  <a:pt x="56198" y="25422"/>
                </a:lnTo>
                <a:lnTo>
                  <a:pt x="35385" y="20479"/>
                </a:lnTo>
                <a:lnTo>
                  <a:pt x="15135" y="13659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38" name="funnel-step-cap-2">
            <a:extLst xmlns:a="http://schemas.openxmlformats.org/drawingml/2006/main">
              <a:ext uri="{FF2B5EF4-FFF2-40B4-BE49-F238E27FC236}">
                <a16:creationId xmlns:a16="http://schemas.microsoft.com/office/drawing/2014/main" id="{F0F5817D-6D42-44FC-BF4D-512261EA2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532375" y="3865778"/>
            <a:ext cx="2174510" cy="2084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7EAC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39" name="funnel-step-body-3">
            <a:extLst xmlns:a="http://schemas.openxmlformats.org/drawingml/2006/main">
              <a:ext uri="{FF2B5EF4-FFF2-40B4-BE49-F238E27FC236}">
                <a16:creationId xmlns:a16="http://schemas.microsoft.com/office/drawing/2014/main" id="{0E1581A4-641D-4950-BC3D-C7A016823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60946" y="4697730"/>
            <a:ext cx="1713681" cy="627069"/>
          </a:xfrm>
          <a:custGeom xmlns:a="http://schemas.openxmlformats.org/drawingml/2006/main">
            <a:pathLst>
              <a:path w="1713681" h="627069">
                <a:moveTo>
                  <a:pt x="0" y="0"/>
                </a:moveTo>
                <a:lnTo>
                  <a:pt x="6887" y="17745"/>
                </a:lnTo>
                <a:lnTo>
                  <a:pt x="13783" y="35490"/>
                </a:lnTo>
                <a:lnTo>
                  <a:pt x="20669" y="53235"/>
                </a:lnTo>
                <a:lnTo>
                  <a:pt x="27565" y="70971"/>
                </a:lnTo>
                <a:lnTo>
                  <a:pt x="34452" y="88716"/>
                </a:lnTo>
                <a:lnTo>
                  <a:pt x="41348" y="106461"/>
                </a:lnTo>
                <a:lnTo>
                  <a:pt x="48235" y="124206"/>
                </a:lnTo>
                <a:lnTo>
                  <a:pt x="55131" y="141951"/>
                </a:lnTo>
                <a:lnTo>
                  <a:pt x="62017" y="159696"/>
                </a:lnTo>
                <a:lnTo>
                  <a:pt x="68913" y="177432"/>
                </a:lnTo>
                <a:lnTo>
                  <a:pt x="75800" y="195177"/>
                </a:lnTo>
                <a:lnTo>
                  <a:pt x="82696" y="212922"/>
                </a:lnTo>
                <a:lnTo>
                  <a:pt x="89583" y="230667"/>
                </a:lnTo>
                <a:lnTo>
                  <a:pt x="96479" y="248412"/>
                </a:lnTo>
                <a:lnTo>
                  <a:pt x="103365" y="266157"/>
                </a:lnTo>
                <a:lnTo>
                  <a:pt x="110261" y="283893"/>
                </a:lnTo>
                <a:lnTo>
                  <a:pt x="117148" y="301638"/>
                </a:lnTo>
                <a:lnTo>
                  <a:pt x="124044" y="319383"/>
                </a:lnTo>
                <a:lnTo>
                  <a:pt x="130931" y="337128"/>
                </a:lnTo>
                <a:lnTo>
                  <a:pt x="137827" y="354873"/>
                </a:lnTo>
                <a:lnTo>
                  <a:pt x="144713" y="372618"/>
                </a:lnTo>
                <a:lnTo>
                  <a:pt x="151600" y="390354"/>
                </a:lnTo>
                <a:lnTo>
                  <a:pt x="158496" y="408099"/>
                </a:lnTo>
                <a:lnTo>
                  <a:pt x="165383" y="425844"/>
                </a:lnTo>
                <a:lnTo>
                  <a:pt x="172279" y="443589"/>
                </a:lnTo>
                <a:lnTo>
                  <a:pt x="179165" y="461334"/>
                </a:lnTo>
                <a:lnTo>
                  <a:pt x="186061" y="479079"/>
                </a:lnTo>
                <a:lnTo>
                  <a:pt x="192948" y="496824"/>
                </a:lnTo>
                <a:lnTo>
                  <a:pt x="199844" y="514560"/>
                </a:lnTo>
                <a:lnTo>
                  <a:pt x="206731" y="532305"/>
                </a:lnTo>
                <a:lnTo>
                  <a:pt x="213627" y="550050"/>
                </a:lnTo>
                <a:lnTo>
                  <a:pt x="222514" y="566261"/>
                </a:lnTo>
                <a:lnTo>
                  <a:pt x="239030" y="575605"/>
                </a:lnTo>
                <a:lnTo>
                  <a:pt x="256937" y="582044"/>
                </a:lnTo>
                <a:lnTo>
                  <a:pt x="275292" y="587092"/>
                </a:lnTo>
                <a:lnTo>
                  <a:pt x="293856" y="591283"/>
                </a:lnTo>
                <a:lnTo>
                  <a:pt x="312544" y="594884"/>
                </a:lnTo>
                <a:lnTo>
                  <a:pt x="331318" y="598046"/>
                </a:lnTo>
                <a:lnTo>
                  <a:pt x="350139" y="600856"/>
                </a:lnTo>
                <a:lnTo>
                  <a:pt x="369008" y="603390"/>
                </a:lnTo>
                <a:lnTo>
                  <a:pt x="387896" y="605685"/>
                </a:lnTo>
                <a:lnTo>
                  <a:pt x="406822" y="607781"/>
                </a:lnTo>
                <a:lnTo>
                  <a:pt x="425758" y="609695"/>
                </a:lnTo>
                <a:lnTo>
                  <a:pt x="444713" y="611457"/>
                </a:lnTo>
                <a:lnTo>
                  <a:pt x="463677" y="613086"/>
                </a:lnTo>
                <a:lnTo>
                  <a:pt x="482651" y="614572"/>
                </a:lnTo>
                <a:lnTo>
                  <a:pt x="501634" y="615953"/>
                </a:lnTo>
                <a:lnTo>
                  <a:pt x="520627" y="617220"/>
                </a:lnTo>
                <a:lnTo>
                  <a:pt x="539629" y="618401"/>
                </a:lnTo>
                <a:lnTo>
                  <a:pt x="558632" y="619477"/>
                </a:lnTo>
                <a:lnTo>
                  <a:pt x="577644" y="620478"/>
                </a:lnTo>
                <a:lnTo>
                  <a:pt x="596656" y="621382"/>
                </a:lnTo>
                <a:lnTo>
                  <a:pt x="615667" y="622221"/>
                </a:lnTo>
                <a:lnTo>
                  <a:pt x="634689" y="622983"/>
                </a:lnTo>
                <a:lnTo>
                  <a:pt x="653710" y="623668"/>
                </a:lnTo>
                <a:lnTo>
                  <a:pt x="672732" y="624288"/>
                </a:lnTo>
                <a:lnTo>
                  <a:pt x="691763" y="624840"/>
                </a:lnTo>
                <a:lnTo>
                  <a:pt x="710794" y="625326"/>
                </a:lnTo>
                <a:lnTo>
                  <a:pt x="729825" y="625754"/>
                </a:lnTo>
                <a:lnTo>
                  <a:pt x="748856" y="626116"/>
                </a:lnTo>
                <a:lnTo>
                  <a:pt x="767886" y="626421"/>
                </a:lnTo>
                <a:lnTo>
                  <a:pt x="786917" y="626669"/>
                </a:lnTo>
                <a:lnTo>
                  <a:pt x="805948" y="626859"/>
                </a:lnTo>
                <a:lnTo>
                  <a:pt x="824989" y="626983"/>
                </a:lnTo>
                <a:lnTo>
                  <a:pt x="844020" y="627059"/>
                </a:lnTo>
                <a:lnTo>
                  <a:pt x="863051" y="627069"/>
                </a:lnTo>
                <a:lnTo>
                  <a:pt x="882091" y="627031"/>
                </a:lnTo>
                <a:lnTo>
                  <a:pt x="901122" y="626935"/>
                </a:lnTo>
                <a:lnTo>
                  <a:pt x="920153" y="626783"/>
                </a:lnTo>
                <a:lnTo>
                  <a:pt x="939194" y="626564"/>
                </a:lnTo>
                <a:lnTo>
                  <a:pt x="958225" y="626288"/>
                </a:lnTo>
                <a:lnTo>
                  <a:pt x="977255" y="625964"/>
                </a:lnTo>
                <a:lnTo>
                  <a:pt x="996286" y="625564"/>
                </a:lnTo>
                <a:lnTo>
                  <a:pt x="1015317" y="625107"/>
                </a:lnTo>
                <a:lnTo>
                  <a:pt x="1034339" y="624592"/>
                </a:lnTo>
                <a:lnTo>
                  <a:pt x="1053370" y="624011"/>
                </a:lnTo>
                <a:lnTo>
                  <a:pt x="1072391" y="623354"/>
                </a:lnTo>
                <a:lnTo>
                  <a:pt x="1091413" y="622640"/>
                </a:lnTo>
                <a:lnTo>
                  <a:pt x="1110434" y="621849"/>
                </a:lnTo>
                <a:lnTo>
                  <a:pt x="1129446" y="620973"/>
                </a:lnTo>
                <a:lnTo>
                  <a:pt x="1148458" y="620030"/>
                </a:lnTo>
                <a:lnTo>
                  <a:pt x="1167460" y="618992"/>
                </a:lnTo>
                <a:lnTo>
                  <a:pt x="1186463" y="617868"/>
                </a:lnTo>
                <a:lnTo>
                  <a:pt x="1205465" y="616658"/>
                </a:lnTo>
                <a:lnTo>
                  <a:pt x="1224448" y="615334"/>
                </a:lnTo>
                <a:lnTo>
                  <a:pt x="1243432" y="613905"/>
                </a:lnTo>
                <a:lnTo>
                  <a:pt x="1262405" y="612353"/>
                </a:lnTo>
                <a:lnTo>
                  <a:pt x="1281360" y="610667"/>
                </a:lnTo>
                <a:lnTo>
                  <a:pt x="1300305" y="608838"/>
                </a:lnTo>
                <a:lnTo>
                  <a:pt x="1319241" y="606847"/>
                </a:lnTo>
                <a:lnTo>
                  <a:pt x="1338148" y="604657"/>
                </a:lnTo>
                <a:lnTo>
                  <a:pt x="1357027" y="602256"/>
                </a:lnTo>
                <a:lnTo>
                  <a:pt x="1375877" y="599608"/>
                </a:lnTo>
                <a:lnTo>
                  <a:pt x="1394679" y="596636"/>
                </a:lnTo>
                <a:lnTo>
                  <a:pt x="1413415" y="593293"/>
                </a:lnTo>
                <a:lnTo>
                  <a:pt x="1432055" y="589436"/>
                </a:lnTo>
                <a:lnTo>
                  <a:pt x="1450543" y="584902"/>
                </a:lnTo>
                <a:lnTo>
                  <a:pt x="1468736" y="579311"/>
                </a:lnTo>
                <a:lnTo>
                  <a:pt x="1486224" y="571843"/>
                </a:lnTo>
                <a:lnTo>
                  <a:pt x="1500626" y="559765"/>
                </a:lnTo>
                <a:lnTo>
                  <a:pt x="1506903" y="541896"/>
                </a:lnTo>
                <a:lnTo>
                  <a:pt x="1513789" y="524151"/>
                </a:lnTo>
                <a:lnTo>
                  <a:pt x="1520685" y="506406"/>
                </a:lnTo>
                <a:lnTo>
                  <a:pt x="1527572" y="488661"/>
                </a:lnTo>
                <a:lnTo>
                  <a:pt x="1534468" y="470916"/>
                </a:lnTo>
                <a:lnTo>
                  <a:pt x="1541355" y="453171"/>
                </a:lnTo>
                <a:lnTo>
                  <a:pt x="1548251" y="435435"/>
                </a:lnTo>
                <a:lnTo>
                  <a:pt x="1555137" y="417690"/>
                </a:lnTo>
                <a:lnTo>
                  <a:pt x="1562033" y="399945"/>
                </a:lnTo>
                <a:lnTo>
                  <a:pt x="1568920" y="382200"/>
                </a:lnTo>
                <a:lnTo>
                  <a:pt x="1575816" y="364455"/>
                </a:lnTo>
                <a:lnTo>
                  <a:pt x="1582703" y="346710"/>
                </a:lnTo>
                <a:lnTo>
                  <a:pt x="1589599" y="328974"/>
                </a:lnTo>
                <a:lnTo>
                  <a:pt x="1596485" y="311229"/>
                </a:lnTo>
                <a:lnTo>
                  <a:pt x="1603372" y="293484"/>
                </a:lnTo>
                <a:lnTo>
                  <a:pt x="1610268" y="275739"/>
                </a:lnTo>
                <a:lnTo>
                  <a:pt x="1617155" y="257994"/>
                </a:lnTo>
                <a:lnTo>
                  <a:pt x="1624051" y="240249"/>
                </a:lnTo>
                <a:lnTo>
                  <a:pt x="1630937" y="222514"/>
                </a:lnTo>
                <a:lnTo>
                  <a:pt x="1637833" y="204768"/>
                </a:lnTo>
                <a:lnTo>
                  <a:pt x="1644720" y="187023"/>
                </a:lnTo>
                <a:lnTo>
                  <a:pt x="1651616" y="169278"/>
                </a:lnTo>
                <a:lnTo>
                  <a:pt x="1658503" y="151533"/>
                </a:lnTo>
                <a:lnTo>
                  <a:pt x="1665399" y="133788"/>
                </a:lnTo>
                <a:lnTo>
                  <a:pt x="1672285" y="116043"/>
                </a:lnTo>
                <a:lnTo>
                  <a:pt x="1679181" y="98308"/>
                </a:lnTo>
                <a:lnTo>
                  <a:pt x="1686068" y="80562"/>
                </a:lnTo>
                <a:lnTo>
                  <a:pt x="1692964" y="62817"/>
                </a:lnTo>
                <a:lnTo>
                  <a:pt x="1699851" y="45072"/>
                </a:lnTo>
                <a:lnTo>
                  <a:pt x="1706747" y="27327"/>
                </a:lnTo>
                <a:lnTo>
                  <a:pt x="1713633" y="9582"/>
                </a:lnTo>
                <a:lnTo>
                  <a:pt x="1713681" y="7696"/>
                </a:lnTo>
                <a:lnTo>
                  <a:pt x="1697460" y="17431"/>
                </a:lnTo>
                <a:lnTo>
                  <a:pt x="1679467" y="23622"/>
                </a:lnTo>
                <a:lnTo>
                  <a:pt x="1661036" y="28365"/>
                </a:lnTo>
                <a:lnTo>
                  <a:pt x="1642415" y="32290"/>
                </a:lnTo>
                <a:lnTo>
                  <a:pt x="1623679" y="35652"/>
                </a:lnTo>
                <a:lnTo>
                  <a:pt x="1604877" y="38624"/>
                </a:lnTo>
                <a:lnTo>
                  <a:pt x="1586027" y="41272"/>
                </a:lnTo>
                <a:lnTo>
                  <a:pt x="1567148" y="43672"/>
                </a:lnTo>
                <a:lnTo>
                  <a:pt x="1548241" y="45872"/>
                </a:lnTo>
                <a:lnTo>
                  <a:pt x="1529315" y="47892"/>
                </a:lnTo>
                <a:lnTo>
                  <a:pt x="1510370" y="49759"/>
                </a:lnTo>
                <a:lnTo>
                  <a:pt x="1491415" y="51502"/>
                </a:lnTo>
                <a:lnTo>
                  <a:pt x="1472451" y="53111"/>
                </a:lnTo>
                <a:lnTo>
                  <a:pt x="1453477" y="54626"/>
                </a:lnTo>
                <a:lnTo>
                  <a:pt x="1434494" y="56045"/>
                </a:lnTo>
                <a:lnTo>
                  <a:pt x="1415501" y="57369"/>
                </a:lnTo>
                <a:lnTo>
                  <a:pt x="1396508" y="58617"/>
                </a:lnTo>
                <a:lnTo>
                  <a:pt x="1377515" y="59788"/>
                </a:lnTo>
                <a:lnTo>
                  <a:pt x="1358513" y="60893"/>
                </a:lnTo>
                <a:lnTo>
                  <a:pt x="1339501" y="61932"/>
                </a:lnTo>
                <a:lnTo>
                  <a:pt x="1320489" y="62913"/>
                </a:lnTo>
                <a:lnTo>
                  <a:pt x="1301477" y="63837"/>
                </a:lnTo>
                <a:lnTo>
                  <a:pt x="1282465" y="64703"/>
                </a:lnTo>
                <a:lnTo>
                  <a:pt x="1263444" y="65513"/>
                </a:lnTo>
                <a:lnTo>
                  <a:pt x="1244432" y="66275"/>
                </a:lnTo>
                <a:lnTo>
                  <a:pt x="1225410" y="66999"/>
                </a:lnTo>
                <a:lnTo>
                  <a:pt x="1206379" y="67666"/>
                </a:lnTo>
                <a:lnTo>
                  <a:pt x="1187358" y="68294"/>
                </a:lnTo>
                <a:lnTo>
                  <a:pt x="1168337" y="68875"/>
                </a:lnTo>
                <a:lnTo>
                  <a:pt x="1149306" y="69428"/>
                </a:lnTo>
                <a:lnTo>
                  <a:pt x="1130275" y="69933"/>
                </a:lnTo>
                <a:lnTo>
                  <a:pt x="1111253" y="70399"/>
                </a:lnTo>
                <a:lnTo>
                  <a:pt x="1092222" y="70828"/>
                </a:lnTo>
                <a:lnTo>
                  <a:pt x="1073191" y="71218"/>
                </a:lnTo>
                <a:lnTo>
                  <a:pt x="1054160" y="71580"/>
                </a:lnTo>
                <a:lnTo>
                  <a:pt x="1035129" y="71895"/>
                </a:lnTo>
                <a:lnTo>
                  <a:pt x="1016098" y="72190"/>
                </a:lnTo>
                <a:lnTo>
                  <a:pt x="997058" y="72438"/>
                </a:lnTo>
                <a:lnTo>
                  <a:pt x="978027" y="72657"/>
                </a:lnTo>
                <a:lnTo>
                  <a:pt x="958996" y="72847"/>
                </a:lnTo>
                <a:lnTo>
                  <a:pt x="939956" y="73000"/>
                </a:lnTo>
                <a:lnTo>
                  <a:pt x="920925" y="73123"/>
                </a:lnTo>
                <a:lnTo>
                  <a:pt x="901894" y="73209"/>
                </a:lnTo>
                <a:lnTo>
                  <a:pt x="882853" y="73266"/>
                </a:lnTo>
                <a:lnTo>
                  <a:pt x="863822" y="73295"/>
                </a:lnTo>
                <a:lnTo>
                  <a:pt x="844782" y="73285"/>
                </a:lnTo>
                <a:lnTo>
                  <a:pt x="825751" y="73247"/>
                </a:lnTo>
                <a:lnTo>
                  <a:pt x="806720" y="73171"/>
                </a:lnTo>
                <a:lnTo>
                  <a:pt x="787679" y="73066"/>
                </a:lnTo>
                <a:lnTo>
                  <a:pt x="768648" y="72933"/>
                </a:lnTo>
                <a:lnTo>
                  <a:pt x="749618" y="72761"/>
                </a:lnTo>
                <a:lnTo>
                  <a:pt x="730577" y="72561"/>
                </a:lnTo>
                <a:lnTo>
                  <a:pt x="711546" y="72323"/>
                </a:lnTo>
                <a:lnTo>
                  <a:pt x="692515" y="72057"/>
                </a:lnTo>
                <a:lnTo>
                  <a:pt x="673484" y="71752"/>
                </a:lnTo>
                <a:lnTo>
                  <a:pt x="654453" y="71418"/>
                </a:lnTo>
                <a:lnTo>
                  <a:pt x="635422" y="71047"/>
                </a:lnTo>
                <a:lnTo>
                  <a:pt x="616391" y="70637"/>
                </a:lnTo>
                <a:lnTo>
                  <a:pt x="597360" y="70190"/>
                </a:lnTo>
                <a:lnTo>
                  <a:pt x="578329" y="69704"/>
                </a:lnTo>
                <a:lnTo>
                  <a:pt x="559308" y="69180"/>
                </a:lnTo>
                <a:lnTo>
                  <a:pt x="540277" y="68618"/>
                </a:lnTo>
                <a:lnTo>
                  <a:pt x="521256" y="68009"/>
                </a:lnTo>
                <a:lnTo>
                  <a:pt x="502225" y="67361"/>
                </a:lnTo>
                <a:lnTo>
                  <a:pt x="483203" y="66665"/>
                </a:lnTo>
                <a:lnTo>
                  <a:pt x="464182" y="65932"/>
                </a:lnTo>
                <a:lnTo>
                  <a:pt x="445170" y="65141"/>
                </a:lnTo>
                <a:lnTo>
                  <a:pt x="426149" y="64303"/>
                </a:lnTo>
                <a:lnTo>
                  <a:pt x="407137" y="63417"/>
                </a:lnTo>
                <a:lnTo>
                  <a:pt x="388125" y="62465"/>
                </a:lnTo>
                <a:lnTo>
                  <a:pt x="369122" y="61465"/>
                </a:lnTo>
                <a:lnTo>
                  <a:pt x="350110" y="60398"/>
                </a:lnTo>
                <a:lnTo>
                  <a:pt x="331108" y="59265"/>
                </a:lnTo>
                <a:lnTo>
                  <a:pt x="312115" y="58055"/>
                </a:lnTo>
                <a:lnTo>
                  <a:pt x="293122" y="56769"/>
                </a:lnTo>
                <a:lnTo>
                  <a:pt x="274139" y="55397"/>
                </a:lnTo>
                <a:lnTo>
                  <a:pt x="255165" y="53950"/>
                </a:lnTo>
                <a:lnTo>
                  <a:pt x="236191" y="52388"/>
                </a:lnTo>
                <a:lnTo>
                  <a:pt x="217227" y="50721"/>
                </a:lnTo>
                <a:lnTo>
                  <a:pt x="198282" y="48920"/>
                </a:lnTo>
                <a:lnTo>
                  <a:pt x="179346" y="46987"/>
                </a:lnTo>
                <a:lnTo>
                  <a:pt x="160420" y="44891"/>
                </a:lnTo>
                <a:lnTo>
                  <a:pt x="141532" y="42605"/>
                </a:lnTo>
                <a:lnTo>
                  <a:pt x="122663" y="40091"/>
                </a:lnTo>
                <a:lnTo>
                  <a:pt x="103832" y="37300"/>
                </a:lnTo>
                <a:lnTo>
                  <a:pt x="85058" y="34166"/>
                </a:lnTo>
                <a:lnTo>
                  <a:pt x="66361" y="30566"/>
                </a:lnTo>
                <a:lnTo>
                  <a:pt x="47815" y="26318"/>
                </a:lnTo>
                <a:lnTo>
                  <a:pt x="29537" y="21022"/>
                </a:lnTo>
                <a:lnTo>
                  <a:pt x="12002" y="13678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40" name="funnel-step-cap-3">
            <a:extLst xmlns:a="http://schemas.openxmlformats.org/drawingml/2006/main">
              <a:ext uri="{FF2B5EF4-FFF2-40B4-BE49-F238E27FC236}">
                <a16:creationId xmlns:a16="http://schemas.microsoft.com/office/drawing/2014/main" id="{27027EF7-7CF1-4C5E-B102-AD899EA8B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60984" y="4593488"/>
            <a:ext cx="1717272" cy="2084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7EAC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41" name="funnel-step-body-4">
            <a:extLst xmlns:a="http://schemas.openxmlformats.org/drawingml/2006/main">
              <a:ext uri="{FF2B5EF4-FFF2-40B4-BE49-F238E27FC236}">
                <a16:creationId xmlns:a16="http://schemas.microsoft.com/office/drawing/2014/main" id="{EE959D79-4CA7-4F33-9C76-BC7EFFDFF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76021" y="5425440"/>
            <a:ext cx="1287123" cy="627078"/>
          </a:xfrm>
          <a:custGeom xmlns:a="http://schemas.openxmlformats.org/drawingml/2006/main">
            <a:pathLst>
              <a:path w="1287123" h="627078">
                <a:moveTo>
                  <a:pt x="0" y="0"/>
                </a:moveTo>
                <a:lnTo>
                  <a:pt x="6629" y="17859"/>
                </a:lnTo>
                <a:lnTo>
                  <a:pt x="13249" y="35719"/>
                </a:lnTo>
                <a:lnTo>
                  <a:pt x="19879" y="53578"/>
                </a:lnTo>
                <a:lnTo>
                  <a:pt x="26499" y="71428"/>
                </a:lnTo>
                <a:lnTo>
                  <a:pt x="33128" y="89287"/>
                </a:lnTo>
                <a:lnTo>
                  <a:pt x="39748" y="107147"/>
                </a:lnTo>
                <a:lnTo>
                  <a:pt x="46377" y="125006"/>
                </a:lnTo>
                <a:lnTo>
                  <a:pt x="53007" y="142865"/>
                </a:lnTo>
                <a:lnTo>
                  <a:pt x="59627" y="160725"/>
                </a:lnTo>
                <a:lnTo>
                  <a:pt x="66256" y="178575"/>
                </a:lnTo>
                <a:lnTo>
                  <a:pt x="72876" y="196434"/>
                </a:lnTo>
                <a:lnTo>
                  <a:pt x="79505" y="214293"/>
                </a:lnTo>
                <a:lnTo>
                  <a:pt x="86125" y="232153"/>
                </a:lnTo>
                <a:lnTo>
                  <a:pt x="92754" y="250012"/>
                </a:lnTo>
                <a:lnTo>
                  <a:pt x="99384" y="267872"/>
                </a:lnTo>
                <a:lnTo>
                  <a:pt x="106004" y="285731"/>
                </a:lnTo>
                <a:lnTo>
                  <a:pt x="112633" y="303581"/>
                </a:lnTo>
                <a:lnTo>
                  <a:pt x="119253" y="321440"/>
                </a:lnTo>
                <a:lnTo>
                  <a:pt x="125882" y="339300"/>
                </a:lnTo>
                <a:lnTo>
                  <a:pt x="132502" y="357159"/>
                </a:lnTo>
                <a:lnTo>
                  <a:pt x="139132" y="375018"/>
                </a:lnTo>
                <a:lnTo>
                  <a:pt x="145761" y="392878"/>
                </a:lnTo>
                <a:lnTo>
                  <a:pt x="152381" y="410737"/>
                </a:lnTo>
                <a:lnTo>
                  <a:pt x="159010" y="428587"/>
                </a:lnTo>
                <a:lnTo>
                  <a:pt x="165630" y="446446"/>
                </a:lnTo>
                <a:lnTo>
                  <a:pt x="172260" y="464306"/>
                </a:lnTo>
                <a:lnTo>
                  <a:pt x="178880" y="482165"/>
                </a:lnTo>
                <a:lnTo>
                  <a:pt x="185509" y="500024"/>
                </a:lnTo>
                <a:lnTo>
                  <a:pt x="192138" y="517884"/>
                </a:lnTo>
                <a:lnTo>
                  <a:pt x="198758" y="535734"/>
                </a:lnTo>
                <a:lnTo>
                  <a:pt x="205388" y="553593"/>
                </a:lnTo>
                <a:lnTo>
                  <a:pt x="214074" y="569909"/>
                </a:lnTo>
                <a:lnTo>
                  <a:pt x="230038" y="580187"/>
                </a:lnTo>
                <a:lnTo>
                  <a:pt x="247612" y="587512"/>
                </a:lnTo>
                <a:lnTo>
                  <a:pt x="265767" y="593246"/>
                </a:lnTo>
                <a:lnTo>
                  <a:pt x="284226" y="597960"/>
                </a:lnTo>
                <a:lnTo>
                  <a:pt x="302838" y="601961"/>
                </a:lnTo>
                <a:lnTo>
                  <a:pt x="321574" y="605428"/>
                </a:lnTo>
                <a:lnTo>
                  <a:pt x="340376" y="608457"/>
                </a:lnTo>
                <a:lnTo>
                  <a:pt x="359235" y="611124"/>
                </a:lnTo>
                <a:lnTo>
                  <a:pt x="378133" y="613486"/>
                </a:lnTo>
                <a:lnTo>
                  <a:pt x="397069" y="615591"/>
                </a:lnTo>
                <a:lnTo>
                  <a:pt x="416023" y="617468"/>
                </a:lnTo>
                <a:lnTo>
                  <a:pt x="434997" y="619125"/>
                </a:lnTo>
                <a:lnTo>
                  <a:pt x="453981" y="620601"/>
                </a:lnTo>
                <a:lnTo>
                  <a:pt x="472992" y="621897"/>
                </a:lnTo>
                <a:lnTo>
                  <a:pt x="492004" y="623030"/>
                </a:lnTo>
                <a:lnTo>
                  <a:pt x="511026" y="624011"/>
                </a:lnTo>
                <a:lnTo>
                  <a:pt x="530057" y="624840"/>
                </a:lnTo>
                <a:lnTo>
                  <a:pt x="549088" y="625535"/>
                </a:lnTo>
                <a:lnTo>
                  <a:pt x="568128" y="626097"/>
                </a:lnTo>
                <a:lnTo>
                  <a:pt x="587169" y="626526"/>
                </a:lnTo>
                <a:lnTo>
                  <a:pt x="606209" y="626840"/>
                </a:lnTo>
                <a:lnTo>
                  <a:pt x="625259" y="627021"/>
                </a:lnTo>
                <a:lnTo>
                  <a:pt x="644309" y="627078"/>
                </a:lnTo>
                <a:lnTo>
                  <a:pt x="663350" y="627012"/>
                </a:lnTo>
                <a:lnTo>
                  <a:pt x="682400" y="626821"/>
                </a:lnTo>
                <a:lnTo>
                  <a:pt x="701450" y="626507"/>
                </a:lnTo>
                <a:lnTo>
                  <a:pt x="720490" y="626059"/>
                </a:lnTo>
                <a:lnTo>
                  <a:pt x="739521" y="625488"/>
                </a:lnTo>
                <a:lnTo>
                  <a:pt x="758561" y="624783"/>
                </a:lnTo>
                <a:lnTo>
                  <a:pt x="777592" y="623945"/>
                </a:lnTo>
                <a:lnTo>
                  <a:pt x="796614" y="622954"/>
                </a:lnTo>
                <a:lnTo>
                  <a:pt x="815626" y="621802"/>
                </a:lnTo>
                <a:lnTo>
                  <a:pt x="834628" y="620497"/>
                </a:lnTo>
                <a:lnTo>
                  <a:pt x="853611" y="619011"/>
                </a:lnTo>
                <a:lnTo>
                  <a:pt x="872585" y="617334"/>
                </a:lnTo>
                <a:lnTo>
                  <a:pt x="891540" y="615448"/>
                </a:lnTo>
                <a:lnTo>
                  <a:pt x="910466" y="613324"/>
                </a:lnTo>
                <a:lnTo>
                  <a:pt x="929364" y="610943"/>
                </a:lnTo>
                <a:lnTo>
                  <a:pt x="948223" y="608247"/>
                </a:lnTo>
                <a:lnTo>
                  <a:pt x="967026" y="605190"/>
                </a:lnTo>
                <a:lnTo>
                  <a:pt x="985742" y="601685"/>
                </a:lnTo>
                <a:lnTo>
                  <a:pt x="1004354" y="597637"/>
                </a:lnTo>
                <a:lnTo>
                  <a:pt x="1022795" y="592855"/>
                </a:lnTo>
                <a:lnTo>
                  <a:pt x="1040921" y="587035"/>
                </a:lnTo>
                <a:lnTo>
                  <a:pt x="1058428" y="579558"/>
                </a:lnTo>
                <a:lnTo>
                  <a:pt x="1074172" y="568947"/>
                </a:lnTo>
                <a:lnTo>
                  <a:pt x="1082316" y="552279"/>
                </a:lnTo>
                <a:lnTo>
                  <a:pt x="1088936" y="534419"/>
                </a:lnTo>
                <a:lnTo>
                  <a:pt x="1095566" y="516560"/>
                </a:lnTo>
                <a:lnTo>
                  <a:pt x="1102185" y="498700"/>
                </a:lnTo>
                <a:lnTo>
                  <a:pt x="1108815" y="480851"/>
                </a:lnTo>
                <a:lnTo>
                  <a:pt x="1115435" y="462991"/>
                </a:lnTo>
                <a:lnTo>
                  <a:pt x="1122064" y="445132"/>
                </a:lnTo>
                <a:lnTo>
                  <a:pt x="1128693" y="427272"/>
                </a:lnTo>
                <a:lnTo>
                  <a:pt x="1135313" y="409413"/>
                </a:lnTo>
                <a:lnTo>
                  <a:pt x="1141943" y="391554"/>
                </a:lnTo>
                <a:lnTo>
                  <a:pt x="1148563" y="373694"/>
                </a:lnTo>
                <a:lnTo>
                  <a:pt x="1155192" y="355844"/>
                </a:lnTo>
                <a:lnTo>
                  <a:pt x="1161812" y="337985"/>
                </a:lnTo>
                <a:lnTo>
                  <a:pt x="1168441" y="320126"/>
                </a:lnTo>
                <a:lnTo>
                  <a:pt x="1175071" y="302266"/>
                </a:lnTo>
                <a:lnTo>
                  <a:pt x="1181691" y="284407"/>
                </a:lnTo>
                <a:lnTo>
                  <a:pt x="1188320" y="266548"/>
                </a:lnTo>
                <a:lnTo>
                  <a:pt x="1194940" y="248698"/>
                </a:lnTo>
                <a:lnTo>
                  <a:pt x="1201569" y="230838"/>
                </a:lnTo>
                <a:lnTo>
                  <a:pt x="1208189" y="212979"/>
                </a:lnTo>
                <a:lnTo>
                  <a:pt x="1214819" y="195120"/>
                </a:lnTo>
                <a:lnTo>
                  <a:pt x="1221448" y="177260"/>
                </a:lnTo>
                <a:lnTo>
                  <a:pt x="1228068" y="159401"/>
                </a:lnTo>
                <a:lnTo>
                  <a:pt x="1234697" y="141542"/>
                </a:lnTo>
                <a:lnTo>
                  <a:pt x="1241317" y="123692"/>
                </a:lnTo>
                <a:lnTo>
                  <a:pt x="1247946" y="105832"/>
                </a:lnTo>
                <a:lnTo>
                  <a:pt x="1254566" y="87973"/>
                </a:lnTo>
                <a:lnTo>
                  <a:pt x="1261196" y="70114"/>
                </a:lnTo>
                <a:lnTo>
                  <a:pt x="1267825" y="52254"/>
                </a:lnTo>
                <a:lnTo>
                  <a:pt x="1274445" y="34395"/>
                </a:lnTo>
                <a:lnTo>
                  <a:pt x="1281074" y="16545"/>
                </a:lnTo>
                <a:lnTo>
                  <a:pt x="1287123" y="1400"/>
                </a:lnTo>
                <a:lnTo>
                  <a:pt x="1275350" y="15621"/>
                </a:lnTo>
                <a:lnTo>
                  <a:pt x="1258214" y="23860"/>
                </a:lnTo>
                <a:lnTo>
                  <a:pt x="1240126" y="29813"/>
                </a:lnTo>
                <a:lnTo>
                  <a:pt x="1221686" y="34585"/>
                </a:lnTo>
                <a:lnTo>
                  <a:pt x="1203065" y="38586"/>
                </a:lnTo>
                <a:lnTo>
                  <a:pt x="1184339" y="42053"/>
                </a:lnTo>
                <a:lnTo>
                  <a:pt x="1165536" y="45110"/>
                </a:lnTo>
                <a:lnTo>
                  <a:pt x="1146686" y="47835"/>
                </a:lnTo>
                <a:lnTo>
                  <a:pt x="1127798" y="50302"/>
                </a:lnTo>
                <a:lnTo>
                  <a:pt x="1108881" y="52530"/>
                </a:lnTo>
                <a:lnTo>
                  <a:pt x="1089946" y="54569"/>
                </a:lnTo>
                <a:lnTo>
                  <a:pt x="1070991" y="56445"/>
                </a:lnTo>
                <a:lnTo>
                  <a:pt x="1052017" y="58169"/>
                </a:lnTo>
                <a:lnTo>
                  <a:pt x="1033043" y="59741"/>
                </a:lnTo>
                <a:lnTo>
                  <a:pt x="1014051" y="61208"/>
                </a:lnTo>
                <a:lnTo>
                  <a:pt x="995048" y="62551"/>
                </a:lnTo>
                <a:lnTo>
                  <a:pt x="976046" y="63798"/>
                </a:lnTo>
                <a:lnTo>
                  <a:pt x="957024" y="64941"/>
                </a:lnTo>
                <a:lnTo>
                  <a:pt x="938012" y="65999"/>
                </a:lnTo>
                <a:lnTo>
                  <a:pt x="918991" y="66970"/>
                </a:lnTo>
                <a:lnTo>
                  <a:pt x="899960" y="67856"/>
                </a:lnTo>
                <a:lnTo>
                  <a:pt x="880929" y="68675"/>
                </a:lnTo>
                <a:lnTo>
                  <a:pt x="861898" y="69409"/>
                </a:lnTo>
                <a:lnTo>
                  <a:pt x="842867" y="70075"/>
                </a:lnTo>
                <a:lnTo>
                  <a:pt x="823827" y="70676"/>
                </a:lnTo>
                <a:lnTo>
                  <a:pt x="804786" y="71209"/>
                </a:lnTo>
                <a:lnTo>
                  <a:pt x="785746" y="71676"/>
                </a:lnTo>
                <a:lnTo>
                  <a:pt x="766705" y="72085"/>
                </a:lnTo>
                <a:lnTo>
                  <a:pt x="747655" y="72438"/>
                </a:lnTo>
                <a:lnTo>
                  <a:pt x="728615" y="72723"/>
                </a:lnTo>
                <a:lnTo>
                  <a:pt x="709565" y="72952"/>
                </a:lnTo>
                <a:lnTo>
                  <a:pt x="690515" y="73123"/>
                </a:lnTo>
                <a:lnTo>
                  <a:pt x="671474" y="73228"/>
                </a:lnTo>
                <a:lnTo>
                  <a:pt x="652424" y="73285"/>
                </a:lnTo>
                <a:lnTo>
                  <a:pt x="633374" y="73285"/>
                </a:lnTo>
                <a:lnTo>
                  <a:pt x="614334" y="73228"/>
                </a:lnTo>
                <a:lnTo>
                  <a:pt x="595284" y="73104"/>
                </a:lnTo>
                <a:lnTo>
                  <a:pt x="576234" y="72933"/>
                </a:lnTo>
                <a:lnTo>
                  <a:pt x="557193" y="72704"/>
                </a:lnTo>
                <a:lnTo>
                  <a:pt x="538143" y="72409"/>
                </a:lnTo>
                <a:lnTo>
                  <a:pt x="519103" y="72057"/>
                </a:lnTo>
                <a:lnTo>
                  <a:pt x="500063" y="71647"/>
                </a:lnTo>
                <a:lnTo>
                  <a:pt x="481022" y="71171"/>
                </a:lnTo>
                <a:lnTo>
                  <a:pt x="461982" y="70637"/>
                </a:lnTo>
                <a:lnTo>
                  <a:pt x="442941" y="70028"/>
                </a:lnTo>
                <a:lnTo>
                  <a:pt x="423901" y="69361"/>
                </a:lnTo>
                <a:lnTo>
                  <a:pt x="404870" y="68609"/>
                </a:lnTo>
                <a:lnTo>
                  <a:pt x="385839" y="67789"/>
                </a:lnTo>
                <a:lnTo>
                  <a:pt x="366817" y="66904"/>
                </a:lnTo>
                <a:lnTo>
                  <a:pt x="347796" y="65923"/>
                </a:lnTo>
                <a:lnTo>
                  <a:pt x="328774" y="64865"/>
                </a:lnTo>
                <a:lnTo>
                  <a:pt x="309763" y="63713"/>
                </a:lnTo>
                <a:lnTo>
                  <a:pt x="290760" y="62455"/>
                </a:lnTo>
                <a:lnTo>
                  <a:pt x="271758" y="61103"/>
                </a:lnTo>
                <a:lnTo>
                  <a:pt x="252765" y="59636"/>
                </a:lnTo>
                <a:lnTo>
                  <a:pt x="233791" y="58045"/>
                </a:lnTo>
                <a:lnTo>
                  <a:pt x="214817" y="56312"/>
                </a:lnTo>
                <a:lnTo>
                  <a:pt x="195863" y="54426"/>
                </a:lnTo>
                <a:lnTo>
                  <a:pt x="176927" y="52378"/>
                </a:lnTo>
                <a:lnTo>
                  <a:pt x="158020" y="50130"/>
                </a:lnTo>
                <a:lnTo>
                  <a:pt x="139132" y="47644"/>
                </a:lnTo>
                <a:lnTo>
                  <a:pt x="120282" y="44891"/>
                </a:lnTo>
                <a:lnTo>
                  <a:pt x="101489" y="41815"/>
                </a:lnTo>
                <a:lnTo>
                  <a:pt x="82763" y="38310"/>
                </a:lnTo>
                <a:lnTo>
                  <a:pt x="64151" y="34261"/>
                </a:lnTo>
                <a:lnTo>
                  <a:pt x="45730" y="29423"/>
                </a:lnTo>
                <a:lnTo>
                  <a:pt x="27689" y="23346"/>
                </a:lnTo>
                <a:lnTo>
                  <a:pt x="10678" y="14859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42" name="funnel-step-cap-4">
            <a:extLst xmlns:a="http://schemas.openxmlformats.org/drawingml/2006/main">
              <a:ext uri="{FF2B5EF4-FFF2-40B4-BE49-F238E27FC236}">
                <a16:creationId xmlns:a16="http://schemas.microsoft.com/office/drawing/2014/main" id="{2E2D8615-FB98-4E6B-A888-AFCF75E1F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76021" y="5321198"/>
            <a:ext cx="1287218" cy="2084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7EAC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43" name="funnel-flow-arrow">
            <a:extLst xmlns:a="http://schemas.openxmlformats.org/drawingml/2006/main">
              <a:ext uri="{FF2B5EF4-FFF2-40B4-BE49-F238E27FC236}">
                <a16:creationId xmlns:a16="http://schemas.microsoft.com/office/drawing/2014/main" id="{11C0C23E-2D77-4C92-9B64-F908C4A17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52850" y="2466975"/>
            <a:ext cx="1733550" cy="3631168"/>
          </a:xfrm>
          <a:custGeom xmlns:a="http://schemas.openxmlformats.org/drawingml/2006/main">
            <a:pathLst>
              <a:path w="1733550" h="3631168">
                <a:moveTo>
                  <a:pt x="0" y="0"/>
                </a:moveTo>
                <a:lnTo>
                  <a:pt x="0" y="42834"/>
                </a:lnTo>
                <a:lnTo>
                  <a:pt x="9001" y="84582"/>
                </a:lnTo>
                <a:lnTo>
                  <a:pt x="19136" y="126197"/>
                </a:lnTo>
                <a:lnTo>
                  <a:pt x="29270" y="167811"/>
                </a:lnTo>
                <a:lnTo>
                  <a:pt x="39405" y="209426"/>
                </a:lnTo>
                <a:lnTo>
                  <a:pt x="49540" y="251031"/>
                </a:lnTo>
                <a:lnTo>
                  <a:pt x="59684" y="292646"/>
                </a:lnTo>
                <a:lnTo>
                  <a:pt x="69818" y="334261"/>
                </a:lnTo>
                <a:lnTo>
                  <a:pt x="79953" y="375876"/>
                </a:lnTo>
                <a:lnTo>
                  <a:pt x="90087" y="417490"/>
                </a:lnTo>
                <a:lnTo>
                  <a:pt x="100222" y="459105"/>
                </a:lnTo>
                <a:lnTo>
                  <a:pt x="110357" y="500720"/>
                </a:lnTo>
                <a:lnTo>
                  <a:pt x="120491" y="542334"/>
                </a:lnTo>
                <a:lnTo>
                  <a:pt x="130626" y="583949"/>
                </a:lnTo>
                <a:lnTo>
                  <a:pt x="140770" y="625564"/>
                </a:lnTo>
                <a:lnTo>
                  <a:pt x="150905" y="667179"/>
                </a:lnTo>
                <a:lnTo>
                  <a:pt x="160611" y="708879"/>
                </a:lnTo>
                <a:lnTo>
                  <a:pt x="168907" y="750903"/>
                </a:lnTo>
                <a:lnTo>
                  <a:pt x="176974" y="792966"/>
                </a:lnTo>
                <a:lnTo>
                  <a:pt x="184718" y="835085"/>
                </a:lnTo>
                <a:lnTo>
                  <a:pt x="192462" y="877214"/>
                </a:lnTo>
                <a:lnTo>
                  <a:pt x="200196" y="919343"/>
                </a:lnTo>
                <a:lnTo>
                  <a:pt x="207940" y="961463"/>
                </a:lnTo>
                <a:lnTo>
                  <a:pt x="215684" y="1003592"/>
                </a:lnTo>
                <a:lnTo>
                  <a:pt x="223428" y="1045712"/>
                </a:lnTo>
                <a:lnTo>
                  <a:pt x="231162" y="1087841"/>
                </a:lnTo>
                <a:lnTo>
                  <a:pt x="238906" y="1129960"/>
                </a:lnTo>
                <a:lnTo>
                  <a:pt x="246650" y="1172089"/>
                </a:lnTo>
                <a:lnTo>
                  <a:pt x="254394" y="1214218"/>
                </a:lnTo>
                <a:lnTo>
                  <a:pt x="262128" y="1256338"/>
                </a:lnTo>
                <a:lnTo>
                  <a:pt x="269872" y="1298467"/>
                </a:lnTo>
                <a:lnTo>
                  <a:pt x="277616" y="1340587"/>
                </a:lnTo>
                <a:lnTo>
                  <a:pt x="285359" y="1382716"/>
                </a:lnTo>
                <a:lnTo>
                  <a:pt x="293094" y="1424835"/>
                </a:lnTo>
                <a:lnTo>
                  <a:pt x="300447" y="1467031"/>
                </a:lnTo>
                <a:lnTo>
                  <a:pt x="307734" y="1509236"/>
                </a:lnTo>
                <a:lnTo>
                  <a:pt x="314782" y="1551489"/>
                </a:lnTo>
                <a:lnTo>
                  <a:pt x="321831" y="1593733"/>
                </a:lnTo>
                <a:lnTo>
                  <a:pt x="328879" y="1635976"/>
                </a:lnTo>
                <a:lnTo>
                  <a:pt x="335928" y="1678229"/>
                </a:lnTo>
                <a:lnTo>
                  <a:pt x="342976" y="1720472"/>
                </a:lnTo>
                <a:lnTo>
                  <a:pt x="350025" y="1762716"/>
                </a:lnTo>
                <a:lnTo>
                  <a:pt x="357073" y="1804968"/>
                </a:lnTo>
                <a:lnTo>
                  <a:pt x="364112" y="1847212"/>
                </a:lnTo>
                <a:lnTo>
                  <a:pt x="371161" y="1889455"/>
                </a:lnTo>
                <a:lnTo>
                  <a:pt x="378209" y="1931708"/>
                </a:lnTo>
                <a:lnTo>
                  <a:pt x="385258" y="1973951"/>
                </a:lnTo>
                <a:lnTo>
                  <a:pt x="392306" y="2016195"/>
                </a:lnTo>
                <a:lnTo>
                  <a:pt x="399355" y="2058448"/>
                </a:lnTo>
                <a:lnTo>
                  <a:pt x="406403" y="2100691"/>
                </a:lnTo>
                <a:lnTo>
                  <a:pt x="413452" y="2142935"/>
                </a:lnTo>
                <a:lnTo>
                  <a:pt x="420329" y="2185216"/>
                </a:lnTo>
                <a:lnTo>
                  <a:pt x="427149" y="2227497"/>
                </a:lnTo>
                <a:lnTo>
                  <a:pt x="433797" y="2269808"/>
                </a:lnTo>
                <a:lnTo>
                  <a:pt x="440426" y="2312127"/>
                </a:lnTo>
                <a:lnTo>
                  <a:pt x="447056" y="2354437"/>
                </a:lnTo>
                <a:lnTo>
                  <a:pt x="453685" y="2396747"/>
                </a:lnTo>
                <a:lnTo>
                  <a:pt x="460324" y="2439067"/>
                </a:lnTo>
                <a:lnTo>
                  <a:pt x="466954" y="2481377"/>
                </a:lnTo>
                <a:lnTo>
                  <a:pt x="473583" y="2523696"/>
                </a:lnTo>
                <a:lnTo>
                  <a:pt x="480212" y="2566006"/>
                </a:lnTo>
                <a:lnTo>
                  <a:pt x="486842" y="2608316"/>
                </a:lnTo>
                <a:lnTo>
                  <a:pt x="493481" y="2650636"/>
                </a:lnTo>
                <a:lnTo>
                  <a:pt x="500110" y="2692946"/>
                </a:lnTo>
                <a:lnTo>
                  <a:pt x="506740" y="2735266"/>
                </a:lnTo>
                <a:lnTo>
                  <a:pt x="513369" y="2777576"/>
                </a:lnTo>
                <a:lnTo>
                  <a:pt x="520008" y="2819886"/>
                </a:lnTo>
                <a:lnTo>
                  <a:pt x="526637" y="2862205"/>
                </a:lnTo>
                <a:lnTo>
                  <a:pt x="533181" y="2904534"/>
                </a:lnTo>
                <a:lnTo>
                  <a:pt x="539648" y="2946873"/>
                </a:lnTo>
                <a:lnTo>
                  <a:pt x="503663" y="2952750"/>
                </a:lnTo>
                <a:lnTo>
                  <a:pt x="460829" y="2952750"/>
                </a:lnTo>
                <a:lnTo>
                  <a:pt x="418005" y="2952750"/>
                </a:lnTo>
                <a:lnTo>
                  <a:pt x="375171" y="2952750"/>
                </a:lnTo>
                <a:lnTo>
                  <a:pt x="332337" y="2952750"/>
                </a:lnTo>
                <a:lnTo>
                  <a:pt x="289512" y="2952750"/>
                </a:lnTo>
                <a:lnTo>
                  <a:pt x="246678" y="2952750"/>
                </a:lnTo>
                <a:lnTo>
                  <a:pt x="225533" y="2962075"/>
                </a:lnTo>
                <a:lnTo>
                  <a:pt x="254994" y="2993155"/>
                </a:lnTo>
                <a:lnTo>
                  <a:pt x="284464" y="3024245"/>
                </a:lnTo>
                <a:lnTo>
                  <a:pt x="313925" y="3055325"/>
                </a:lnTo>
                <a:lnTo>
                  <a:pt x="343395" y="3086414"/>
                </a:lnTo>
                <a:lnTo>
                  <a:pt x="372856" y="3117494"/>
                </a:lnTo>
                <a:lnTo>
                  <a:pt x="402326" y="3148574"/>
                </a:lnTo>
                <a:lnTo>
                  <a:pt x="431787" y="3179664"/>
                </a:lnTo>
                <a:lnTo>
                  <a:pt x="461258" y="3210744"/>
                </a:lnTo>
                <a:lnTo>
                  <a:pt x="490718" y="3241834"/>
                </a:lnTo>
                <a:lnTo>
                  <a:pt x="520189" y="3272914"/>
                </a:lnTo>
                <a:lnTo>
                  <a:pt x="549650" y="3304003"/>
                </a:lnTo>
                <a:lnTo>
                  <a:pt x="579110" y="3335084"/>
                </a:lnTo>
                <a:lnTo>
                  <a:pt x="608581" y="3366173"/>
                </a:lnTo>
                <a:lnTo>
                  <a:pt x="638042" y="3397253"/>
                </a:lnTo>
                <a:lnTo>
                  <a:pt x="667512" y="3428333"/>
                </a:lnTo>
                <a:lnTo>
                  <a:pt x="696973" y="3459423"/>
                </a:lnTo>
                <a:lnTo>
                  <a:pt x="726443" y="3490503"/>
                </a:lnTo>
                <a:lnTo>
                  <a:pt x="755904" y="3521593"/>
                </a:lnTo>
                <a:lnTo>
                  <a:pt x="785374" y="3552673"/>
                </a:lnTo>
                <a:lnTo>
                  <a:pt x="814835" y="3583762"/>
                </a:lnTo>
                <a:lnTo>
                  <a:pt x="844306" y="3614842"/>
                </a:lnTo>
                <a:lnTo>
                  <a:pt x="873766" y="3631168"/>
                </a:lnTo>
                <a:lnTo>
                  <a:pt x="903237" y="3600088"/>
                </a:lnTo>
                <a:lnTo>
                  <a:pt x="932698" y="3568998"/>
                </a:lnTo>
                <a:lnTo>
                  <a:pt x="962168" y="3537918"/>
                </a:lnTo>
                <a:lnTo>
                  <a:pt x="991629" y="3506838"/>
                </a:lnTo>
                <a:lnTo>
                  <a:pt x="1021099" y="3475749"/>
                </a:lnTo>
                <a:lnTo>
                  <a:pt x="1050560" y="3444669"/>
                </a:lnTo>
                <a:lnTo>
                  <a:pt x="1080030" y="3413579"/>
                </a:lnTo>
                <a:lnTo>
                  <a:pt x="1109491" y="3382499"/>
                </a:lnTo>
                <a:lnTo>
                  <a:pt x="1138961" y="3351409"/>
                </a:lnTo>
                <a:lnTo>
                  <a:pt x="1168422" y="3320329"/>
                </a:lnTo>
                <a:lnTo>
                  <a:pt x="1197893" y="3289240"/>
                </a:lnTo>
                <a:lnTo>
                  <a:pt x="1227353" y="3258160"/>
                </a:lnTo>
                <a:lnTo>
                  <a:pt x="1256814" y="3227080"/>
                </a:lnTo>
                <a:lnTo>
                  <a:pt x="1286285" y="3195990"/>
                </a:lnTo>
                <a:lnTo>
                  <a:pt x="1315745" y="3164910"/>
                </a:lnTo>
                <a:lnTo>
                  <a:pt x="1345216" y="3133820"/>
                </a:lnTo>
                <a:lnTo>
                  <a:pt x="1374677" y="3102740"/>
                </a:lnTo>
                <a:lnTo>
                  <a:pt x="1404147" y="3071651"/>
                </a:lnTo>
                <a:lnTo>
                  <a:pt x="1433608" y="3040571"/>
                </a:lnTo>
                <a:lnTo>
                  <a:pt x="1463078" y="3009481"/>
                </a:lnTo>
                <a:lnTo>
                  <a:pt x="1492539" y="2978401"/>
                </a:lnTo>
                <a:lnTo>
                  <a:pt x="1509370" y="2952750"/>
                </a:lnTo>
                <a:lnTo>
                  <a:pt x="1466536" y="2952750"/>
                </a:lnTo>
                <a:lnTo>
                  <a:pt x="1423711" y="2952750"/>
                </a:lnTo>
                <a:lnTo>
                  <a:pt x="1380877" y="2952750"/>
                </a:lnTo>
                <a:lnTo>
                  <a:pt x="1338043" y="2952750"/>
                </a:lnTo>
                <a:lnTo>
                  <a:pt x="1295219" y="2952750"/>
                </a:lnTo>
                <a:lnTo>
                  <a:pt x="1252385" y="2952750"/>
                </a:lnTo>
                <a:lnTo>
                  <a:pt x="1209561" y="2952750"/>
                </a:lnTo>
                <a:lnTo>
                  <a:pt x="1196978" y="2926775"/>
                </a:lnTo>
                <a:lnTo>
                  <a:pt x="1203436" y="2884427"/>
                </a:lnTo>
                <a:lnTo>
                  <a:pt x="1210066" y="2842117"/>
                </a:lnTo>
                <a:lnTo>
                  <a:pt x="1216695" y="2799798"/>
                </a:lnTo>
                <a:lnTo>
                  <a:pt x="1223324" y="2757488"/>
                </a:lnTo>
                <a:lnTo>
                  <a:pt x="1229954" y="2715177"/>
                </a:lnTo>
                <a:lnTo>
                  <a:pt x="1236593" y="2672858"/>
                </a:lnTo>
                <a:lnTo>
                  <a:pt x="1243222" y="2630548"/>
                </a:lnTo>
                <a:lnTo>
                  <a:pt x="1249851" y="2588228"/>
                </a:lnTo>
                <a:lnTo>
                  <a:pt x="1256481" y="2545918"/>
                </a:lnTo>
                <a:lnTo>
                  <a:pt x="1263120" y="2503608"/>
                </a:lnTo>
                <a:lnTo>
                  <a:pt x="1269749" y="2461289"/>
                </a:lnTo>
                <a:lnTo>
                  <a:pt x="1276379" y="2418979"/>
                </a:lnTo>
                <a:lnTo>
                  <a:pt x="1283008" y="2376659"/>
                </a:lnTo>
                <a:lnTo>
                  <a:pt x="1289637" y="2334349"/>
                </a:lnTo>
                <a:lnTo>
                  <a:pt x="1296276" y="2292039"/>
                </a:lnTo>
                <a:lnTo>
                  <a:pt x="1302906" y="2249719"/>
                </a:lnTo>
                <a:lnTo>
                  <a:pt x="1309640" y="2207428"/>
                </a:lnTo>
                <a:lnTo>
                  <a:pt x="1316460" y="2165137"/>
                </a:lnTo>
                <a:lnTo>
                  <a:pt x="1323451" y="2122884"/>
                </a:lnTo>
                <a:lnTo>
                  <a:pt x="1330500" y="2080641"/>
                </a:lnTo>
                <a:lnTo>
                  <a:pt x="1337539" y="2038388"/>
                </a:lnTo>
                <a:lnTo>
                  <a:pt x="1344587" y="1996145"/>
                </a:lnTo>
                <a:lnTo>
                  <a:pt x="1351636" y="1953901"/>
                </a:lnTo>
                <a:lnTo>
                  <a:pt x="1358684" y="1911648"/>
                </a:lnTo>
                <a:lnTo>
                  <a:pt x="1365733" y="1869405"/>
                </a:lnTo>
                <a:lnTo>
                  <a:pt x="1372781" y="1827162"/>
                </a:lnTo>
                <a:lnTo>
                  <a:pt x="1379830" y="1784909"/>
                </a:lnTo>
                <a:lnTo>
                  <a:pt x="1386878" y="1742665"/>
                </a:lnTo>
                <a:lnTo>
                  <a:pt x="1393917" y="1700413"/>
                </a:lnTo>
                <a:lnTo>
                  <a:pt x="1400966" y="1658169"/>
                </a:lnTo>
                <a:lnTo>
                  <a:pt x="1408014" y="1615926"/>
                </a:lnTo>
                <a:lnTo>
                  <a:pt x="1415063" y="1573673"/>
                </a:lnTo>
                <a:lnTo>
                  <a:pt x="1422111" y="1531430"/>
                </a:lnTo>
                <a:lnTo>
                  <a:pt x="1429255" y="1489196"/>
                </a:lnTo>
                <a:lnTo>
                  <a:pt x="1436580" y="1447000"/>
                </a:lnTo>
                <a:lnTo>
                  <a:pt x="1444133" y="1404842"/>
                </a:lnTo>
                <a:lnTo>
                  <a:pt x="1451867" y="1362713"/>
                </a:lnTo>
                <a:lnTo>
                  <a:pt x="1459611" y="1320594"/>
                </a:lnTo>
                <a:lnTo>
                  <a:pt x="1467355" y="1278465"/>
                </a:lnTo>
                <a:lnTo>
                  <a:pt x="1475099" y="1236345"/>
                </a:lnTo>
                <a:lnTo>
                  <a:pt x="1482833" y="1194216"/>
                </a:lnTo>
                <a:lnTo>
                  <a:pt x="1490577" y="1152087"/>
                </a:lnTo>
                <a:lnTo>
                  <a:pt x="1498321" y="1109967"/>
                </a:lnTo>
                <a:lnTo>
                  <a:pt x="1506055" y="1067838"/>
                </a:lnTo>
                <a:lnTo>
                  <a:pt x="1513799" y="1025719"/>
                </a:lnTo>
                <a:lnTo>
                  <a:pt x="1521543" y="983590"/>
                </a:lnTo>
                <a:lnTo>
                  <a:pt x="1529286" y="941470"/>
                </a:lnTo>
                <a:lnTo>
                  <a:pt x="1537021" y="899341"/>
                </a:lnTo>
                <a:lnTo>
                  <a:pt x="1544765" y="857212"/>
                </a:lnTo>
                <a:lnTo>
                  <a:pt x="1552508" y="815092"/>
                </a:lnTo>
                <a:lnTo>
                  <a:pt x="1560281" y="772973"/>
                </a:lnTo>
                <a:lnTo>
                  <a:pt x="1568577" y="730949"/>
                </a:lnTo>
                <a:lnTo>
                  <a:pt x="1577321" y="689029"/>
                </a:lnTo>
                <a:lnTo>
                  <a:pt x="1587456" y="647424"/>
                </a:lnTo>
                <a:lnTo>
                  <a:pt x="1597600" y="605809"/>
                </a:lnTo>
                <a:lnTo>
                  <a:pt x="1607734" y="564194"/>
                </a:lnTo>
                <a:lnTo>
                  <a:pt x="1617869" y="522580"/>
                </a:lnTo>
                <a:lnTo>
                  <a:pt x="1628003" y="480965"/>
                </a:lnTo>
                <a:lnTo>
                  <a:pt x="1638138" y="439350"/>
                </a:lnTo>
                <a:lnTo>
                  <a:pt x="1648273" y="397735"/>
                </a:lnTo>
                <a:lnTo>
                  <a:pt x="1658407" y="356121"/>
                </a:lnTo>
                <a:lnTo>
                  <a:pt x="1668542" y="314506"/>
                </a:lnTo>
                <a:lnTo>
                  <a:pt x="1678686" y="272891"/>
                </a:lnTo>
                <a:lnTo>
                  <a:pt x="1688821" y="231277"/>
                </a:lnTo>
                <a:lnTo>
                  <a:pt x="1698955" y="189671"/>
                </a:lnTo>
                <a:lnTo>
                  <a:pt x="1709090" y="148057"/>
                </a:lnTo>
                <a:lnTo>
                  <a:pt x="1719224" y="106442"/>
                </a:lnTo>
                <a:lnTo>
                  <a:pt x="1729359" y="64827"/>
                </a:lnTo>
                <a:lnTo>
                  <a:pt x="1733550" y="22498"/>
                </a:lnTo>
                <a:lnTo>
                  <a:pt x="1713214" y="0"/>
                </a:lnTo>
                <a:lnTo>
                  <a:pt x="1670390" y="0"/>
                </a:lnTo>
                <a:lnTo>
                  <a:pt x="1627556" y="0"/>
                </a:lnTo>
                <a:lnTo>
                  <a:pt x="1584722" y="0"/>
                </a:lnTo>
                <a:lnTo>
                  <a:pt x="1541897" y="0"/>
                </a:lnTo>
                <a:lnTo>
                  <a:pt x="1499064" y="0"/>
                </a:lnTo>
                <a:lnTo>
                  <a:pt x="1456230" y="0"/>
                </a:lnTo>
                <a:lnTo>
                  <a:pt x="1413405" y="0"/>
                </a:lnTo>
                <a:lnTo>
                  <a:pt x="1370571" y="0"/>
                </a:lnTo>
                <a:lnTo>
                  <a:pt x="1327747" y="0"/>
                </a:lnTo>
                <a:lnTo>
                  <a:pt x="1284913" y="0"/>
                </a:lnTo>
                <a:lnTo>
                  <a:pt x="1242079" y="0"/>
                </a:lnTo>
                <a:lnTo>
                  <a:pt x="1199255" y="0"/>
                </a:lnTo>
                <a:lnTo>
                  <a:pt x="1156421" y="0"/>
                </a:lnTo>
                <a:lnTo>
                  <a:pt x="1113587" y="0"/>
                </a:lnTo>
                <a:lnTo>
                  <a:pt x="1070762" y="0"/>
                </a:lnTo>
                <a:lnTo>
                  <a:pt x="1027928" y="0"/>
                </a:lnTo>
                <a:lnTo>
                  <a:pt x="985104" y="0"/>
                </a:lnTo>
                <a:lnTo>
                  <a:pt x="942270" y="0"/>
                </a:lnTo>
                <a:lnTo>
                  <a:pt x="899436" y="0"/>
                </a:lnTo>
                <a:lnTo>
                  <a:pt x="856612" y="0"/>
                </a:lnTo>
                <a:lnTo>
                  <a:pt x="813778" y="0"/>
                </a:lnTo>
                <a:lnTo>
                  <a:pt x="770944" y="0"/>
                </a:lnTo>
                <a:lnTo>
                  <a:pt x="728120" y="0"/>
                </a:lnTo>
                <a:lnTo>
                  <a:pt x="685286" y="0"/>
                </a:lnTo>
                <a:lnTo>
                  <a:pt x="642452" y="0"/>
                </a:lnTo>
                <a:lnTo>
                  <a:pt x="599627" y="0"/>
                </a:lnTo>
                <a:lnTo>
                  <a:pt x="556793" y="0"/>
                </a:lnTo>
                <a:lnTo>
                  <a:pt x="513969" y="0"/>
                </a:lnTo>
                <a:lnTo>
                  <a:pt x="471135" y="0"/>
                </a:lnTo>
                <a:lnTo>
                  <a:pt x="428301" y="0"/>
                </a:lnTo>
                <a:lnTo>
                  <a:pt x="385477" y="0"/>
                </a:lnTo>
                <a:lnTo>
                  <a:pt x="342643" y="0"/>
                </a:lnTo>
                <a:lnTo>
                  <a:pt x="299809" y="0"/>
                </a:lnTo>
                <a:lnTo>
                  <a:pt x="256985" y="0"/>
                </a:lnTo>
                <a:lnTo>
                  <a:pt x="214151" y="0"/>
                </a:lnTo>
                <a:lnTo>
                  <a:pt x="171326" y="0"/>
                </a:lnTo>
                <a:lnTo>
                  <a:pt x="128492" y="0"/>
                </a:lnTo>
                <a:lnTo>
                  <a:pt x="85658" y="0"/>
                </a:lnTo>
                <a:lnTo>
                  <a:pt x="42834" y="0"/>
                </a:lnTo>
                <a:lnTo>
                  <a:pt x="0" y="0"/>
                </a:lnTo>
                <a:close/>
              </a:path>
            </a:pathLst>
          </a:custGeom>
          <a:gradFill xmlns:a="http://schemas.openxmlformats.org/drawingml/2006/main">
            <a:gsLst>
              <a:gs pos="0">
                <a:srgbClr val="000000"/>
              </a:gs>
              <a:gs pos="42">
                <a:srgbClr val="B8D8F2">
                  <a:alpha val="16000"/>
                </a:srgbClr>
              </a:gs>
              <a:gs pos="76">
                <a:srgbClr val="8FC4EE">
                  <a:alpha val="32000"/>
                </a:srgbClr>
              </a:gs>
              <a:gs pos="100">
                <a:srgbClr val="72B3E8">
                  <a:alpha val="52000"/>
                </a:srgbClr>
              </a:gs>
            </a:gsLst>
            <a:lin ang="10800000"/>
          </a:gradFill>
          <a:ln xmlns:a="http://schemas.openxmlformats.org/drawingml/2006/main" w="9525">
            <a:noFill/>
            <a:prstDash val="solid"/>
          </a:ln>
        </p:spPr>
      </p:sp>
      <p:sp>
        <p:nvSpPr>
          <p:cNvPr id="44" name="phase-label-0">
            <a:extLst xmlns:a="http://schemas.openxmlformats.org/drawingml/2006/main">
              <a:ext uri="{FF2B5EF4-FFF2-40B4-BE49-F238E27FC236}">
                <a16:creationId xmlns:a16="http://schemas.microsoft.com/office/drawing/2014/main" id="{8C320C90-0871-477B-840D-9C72023A0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1638300"/>
            <a:ext cx="228600" cy="2293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阶段一</a:t>
            </a:r>
          </a:p>
        </p:txBody>
      </p:sp>
      <p:sp>
        <p:nvSpPr>
          <p:cNvPr id="45" name="phase-label-1">
            <a:extLst xmlns:a="http://schemas.openxmlformats.org/drawingml/2006/main">
              <a:ext uri="{FF2B5EF4-FFF2-40B4-BE49-F238E27FC236}">
                <a16:creationId xmlns:a16="http://schemas.microsoft.com/office/drawing/2014/main" id="{1D112980-21F8-43D7-9044-3C87DB6C1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3931891"/>
            <a:ext cx="228600" cy="227826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阶段二</a:t>
            </a:r>
          </a:p>
        </p:txBody>
      </p:sp>
      <p:sp>
        <p:nvSpPr>
          <p:cNvPr id="46" name="funnel-step-title-0">
            <a:extLst xmlns:a="http://schemas.openxmlformats.org/drawingml/2006/main">
              <a:ext uri="{FF2B5EF4-FFF2-40B4-BE49-F238E27FC236}">
                <a16:creationId xmlns:a16="http://schemas.microsoft.com/office/drawing/2014/main" id="{DD250CA7-3050-4204-8E87-B8E543080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357343" y="2702128"/>
            <a:ext cx="2524573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3600"/>
              </a:lnSpc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广泛触达</a:t>
            </a:r>
          </a:p>
        </p:txBody>
      </p:sp>
      <p:sp>
        <p:nvSpPr>
          <p:cNvPr id="47" name="funnel-step-title-1">
            <a:extLst xmlns:a="http://schemas.openxmlformats.org/drawingml/2006/main">
              <a:ext uri="{FF2B5EF4-FFF2-40B4-BE49-F238E27FC236}">
                <a16:creationId xmlns:a16="http://schemas.microsoft.com/office/drawing/2014/main" id="{E9649282-3F99-429A-9253-FBB3F0EC1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608632" y="3429895"/>
            <a:ext cx="2021977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3600"/>
              </a:lnSpc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兴趣识别</a:t>
            </a:r>
          </a:p>
        </p:txBody>
      </p:sp>
      <p:sp>
        <p:nvSpPr>
          <p:cNvPr id="48" name="funnel-step-title-2">
            <a:extLst xmlns:a="http://schemas.openxmlformats.org/drawingml/2006/main">
              <a:ext uri="{FF2B5EF4-FFF2-40B4-BE49-F238E27FC236}">
                <a16:creationId xmlns:a16="http://schemas.microsoft.com/office/drawing/2014/main" id="{A8E1FA17-7897-4B68-A585-EAE79FE9E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837232" y="4157663"/>
            <a:ext cx="1564777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3600"/>
              </a:lnSpc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意向培育</a:t>
            </a:r>
          </a:p>
        </p:txBody>
      </p:sp>
      <p:sp>
        <p:nvSpPr>
          <p:cNvPr id="49" name="funnel-step-title-3">
            <a:extLst xmlns:a="http://schemas.openxmlformats.org/drawingml/2006/main">
              <a:ext uri="{FF2B5EF4-FFF2-40B4-BE49-F238E27FC236}">
                <a16:creationId xmlns:a16="http://schemas.microsoft.com/office/drawing/2014/main" id="{CA1CA94A-6824-44F0-88BD-19BB80645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52221" y="4885287"/>
            <a:ext cx="1134818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3600"/>
              </a:lnSpc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行动转化</a:t>
            </a:r>
          </a:p>
        </p:txBody>
      </p:sp>
      <p:sp>
        <p:nvSpPr>
          <p:cNvPr id="50" name="funnel-step-title-4">
            <a:extLst xmlns:a="http://schemas.openxmlformats.org/drawingml/2006/main">
              <a:ext uri="{FF2B5EF4-FFF2-40B4-BE49-F238E27FC236}">
                <a16:creationId xmlns:a16="http://schemas.microsoft.com/office/drawing/2014/main" id="{57DA31C5-A64B-4510-8169-C86EE1692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200525" y="5613054"/>
            <a:ext cx="8382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持续留存</a:t>
            </a:r>
          </a:p>
        </p:txBody>
      </p:sp>
      <p:sp>
        <p:nvSpPr>
          <p:cNvPr id="51" name="input-core-0">
            <a:extLst xmlns:a="http://schemas.openxmlformats.org/drawingml/2006/main">
              <a:ext uri="{FF2B5EF4-FFF2-40B4-BE49-F238E27FC236}">
                <a16:creationId xmlns:a16="http://schemas.microsoft.com/office/drawing/2014/main" id="{C713AB97-D744-4DA6-86A8-DC94E769F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676650" y="190500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23"/>
          <a:fontRef xmlns:a="http://schemas.openxmlformats.org/drawingml/2006/main" idx="major"/>
        </p:style>
      </p:sp>
      <p:pic>
        <p:nvPicPr>
          <p:cNvPr id="10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d6b7bbe3f3c434e">
            <a:extLst>
              <a:ext uri="{96DAC541-7B7A-43D3-8B79-37D633B846F1}">
                <asvg:svgBlip xmlns:asvg="http://schemas.microsoft.com/office/drawing/2016/SVG/main" r:embed="R7c9d4999648b48d8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3771900" y="2000250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53" name="input-core-1">
            <a:extLst xmlns:a="http://schemas.openxmlformats.org/drawingml/2006/main">
              <a:ext uri="{FF2B5EF4-FFF2-40B4-BE49-F238E27FC236}">
                <a16:creationId xmlns:a16="http://schemas.microsoft.com/office/drawing/2014/main" id="{A8A19A73-69E2-467C-B0ED-3BA933839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133975" y="1743075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23"/>
          <a:fontRef xmlns:a="http://schemas.openxmlformats.org/drawingml/2006/main" idx="major"/>
        </p:style>
      </p:sp>
      <p:pic>
        <p:nvPicPr>
          <p:cNvPr id="10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4377b3d08f64eb7">
            <a:extLst>
              <a:ext uri="{96DAC541-7B7A-43D3-8B79-37D633B846F1}">
                <asvg:svgBlip xmlns:asvg="http://schemas.microsoft.com/office/drawing/2016/SVG/main" r:embed="R0bf2a775b7ed4b42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5229225" y="1838325"/>
            <a:ext cx="209550" cy="2095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4491071"/>
      </p:ext>
    </p:extLst>
  </p:cSld>
</p:sld>
</file>

<file path=ppt/slides/slide3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7" name="phase-band-0">
            <a:extLst xmlns:a="http://schemas.openxmlformats.org/drawingml/2006/main">
              <a:ext uri="{FF2B5EF4-FFF2-40B4-BE49-F238E27FC236}">
                <a16:creationId xmlns:a16="http://schemas.microsoft.com/office/drawing/2014/main" id="{D98B13F2-750C-4E88-933E-3D93EE9F6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1638300"/>
            <a:ext cx="11144250" cy="229359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phase-band-1">
            <a:extLst xmlns:a="http://schemas.openxmlformats.org/drawingml/2006/main">
              <a:ext uri="{FF2B5EF4-FFF2-40B4-BE49-F238E27FC236}">
                <a16:creationId xmlns:a16="http://schemas.microsoft.com/office/drawing/2014/main" id="{E8AD038B-77E3-4854-AFB8-789691AC0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3931891"/>
            <a:ext cx="11144250" cy="227826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38100">
            <a:solidFill>
              <a:srgbClr val="FFFFFF"/>
            </a:solidFill>
            <a:prstDash val="solid"/>
          </a:ln>
        </p:spPr>
      </p:sp>
      <p:sp>
        <p:nvSpPr>
          <p:cNvPr id="3" name="phase-rail-0">
            <a:extLst xmlns:a="http://schemas.openxmlformats.org/drawingml/2006/main">
              <a:ext uri="{FF2B5EF4-FFF2-40B4-BE49-F238E27FC236}">
                <a16:creationId xmlns:a16="http://schemas.microsoft.com/office/drawing/2014/main" id="{52FA444A-F24B-4721-BDBB-31F49ECE1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1638300"/>
            <a:ext cx="514350" cy="2288981"/>
          </a:xfrm>
          <a:custGeom xmlns:a="http://schemas.openxmlformats.org/drawingml/2006/main">
            <a:pathLst>
              <a:path w="514350" h="2288981">
                <a:moveTo>
                  <a:pt x="0" y="0"/>
                </a:moveTo>
                <a:lnTo>
                  <a:pt x="22517" y="0"/>
                </a:lnTo>
                <a:lnTo>
                  <a:pt x="45034" y="0"/>
                </a:lnTo>
                <a:lnTo>
                  <a:pt x="67551" y="0"/>
                </a:lnTo>
                <a:lnTo>
                  <a:pt x="90068" y="0"/>
                </a:lnTo>
                <a:lnTo>
                  <a:pt x="112586" y="0"/>
                </a:lnTo>
                <a:lnTo>
                  <a:pt x="135103" y="0"/>
                </a:lnTo>
                <a:lnTo>
                  <a:pt x="157620" y="0"/>
                </a:lnTo>
                <a:lnTo>
                  <a:pt x="180137" y="0"/>
                </a:lnTo>
                <a:lnTo>
                  <a:pt x="202663" y="0"/>
                </a:lnTo>
                <a:lnTo>
                  <a:pt x="225181" y="0"/>
                </a:lnTo>
                <a:lnTo>
                  <a:pt x="247698" y="0"/>
                </a:lnTo>
                <a:lnTo>
                  <a:pt x="270215" y="0"/>
                </a:lnTo>
                <a:lnTo>
                  <a:pt x="292732" y="0"/>
                </a:lnTo>
                <a:lnTo>
                  <a:pt x="315249" y="0"/>
                </a:lnTo>
                <a:lnTo>
                  <a:pt x="337766" y="0"/>
                </a:lnTo>
                <a:lnTo>
                  <a:pt x="360283" y="0"/>
                </a:lnTo>
                <a:lnTo>
                  <a:pt x="382800" y="0"/>
                </a:lnTo>
                <a:lnTo>
                  <a:pt x="405317" y="0"/>
                </a:lnTo>
                <a:lnTo>
                  <a:pt x="427834" y="0"/>
                </a:lnTo>
                <a:lnTo>
                  <a:pt x="450352" y="0"/>
                </a:lnTo>
                <a:lnTo>
                  <a:pt x="472869" y="0"/>
                </a:lnTo>
                <a:lnTo>
                  <a:pt x="495386" y="0"/>
                </a:lnTo>
                <a:lnTo>
                  <a:pt x="514350" y="3553"/>
                </a:lnTo>
                <a:lnTo>
                  <a:pt x="514350" y="26070"/>
                </a:lnTo>
                <a:lnTo>
                  <a:pt x="514350" y="48587"/>
                </a:lnTo>
                <a:lnTo>
                  <a:pt x="514350" y="71104"/>
                </a:lnTo>
                <a:lnTo>
                  <a:pt x="514350" y="93621"/>
                </a:lnTo>
                <a:lnTo>
                  <a:pt x="514350" y="116138"/>
                </a:lnTo>
                <a:lnTo>
                  <a:pt x="514350" y="138655"/>
                </a:lnTo>
                <a:lnTo>
                  <a:pt x="514350" y="161182"/>
                </a:lnTo>
                <a:lnTo>
                  <a:pt x="514350" y="183699"/>
                </a:lnTo>
                <a:lnTo>
                  <a:pt x="514350" y="206216"/>
                </a:lnTo>
                <a:lnTo>
                  <a:pt x="514350" y="228733"/>
                </a:lnTo>
                <a:lnTo>
                  <a:pt x="514350" y="251250"/>
                </a:lnTo>
                <a:lnTo>
                  <a:pt x="514350" y="273768"/>
                </a:lnTo>
                <a:lnTo>
                  <a:pt x="514350" y="296285"/>
                </a:lnTo>
                <a:lnTo>
                  <a:pt x="514350" y="318802"/>
                </a:lnTo>
                <a:lnTo>
                  <a:pt x="514350" y="341319"/>
                </a:lnTo>
                <a:lnTo>
                  <a:pt x="514350" y="363836"/>
                </a:lnTo>
                <a:lnTo>
                  <a:pt x="514350" y="386353"/>
                </a:lnTo>
                <a:lnTo>
                  <a:pt x="514350" y="408870"/>
                </a:lnTo>
                <a:lnTo>
                  <a:pt x="514350" y="431387"/>
                </a:lnTo>
                <a:lnTo>
                  <a:pt x="514350" y="453904"/>
                </a:lnTo>
                <a:lnTo>
                  <a:pt x="514350" y="476421"/>
                </a:lnTo>
                <a:lnTo>
                  <a:pt x="514350" y="498939"/>
                </a:lnTo>
                <a:lnTo>
                  <a:pt x="514350" y="521456"/>
                </a:lnTo>
                <a:lnTo>
                  <a:pt x="514350" y="543973"/>
                </a:lnTo>
                <a:lnTo>
                  <a:pt x="514350" y="566490"/>
                </a:lnTo>
                <a:lnTo>
                  <a:pt x="514350" y="589007"/>
                </a:lnTo>
                <a:lnTo>
                  <a:pt x="514350" y="611524"/>
                </a:lnTo>
                <a:lnTo>
                  <a:pt x="514350" y="634041"/>
                </a:lnTo>
                <a:lnTo>
                  <a:pt x="514350" y="656558"/>
                </a:lnTo>
                <a:lnTo>
                  <a:pt x="514350" y="679075"/>
                </a:lnTo>
                <a:lnTo>
                  <a:pt x="514350" y="701592"/>
                </a:lnTo>
                <a:lnTo>
                  <a:pt x="514350" y="724110"/>
                </a:lnTo>
                <a:lnTo>
                  <a:pt x="514350" y="746627"/>
                </a:lnTo>
                <a:lnTo>
                  <a:pt x="514350" y="769144"/>
                </a:lnTo>
                <a:lnTo>
                  <a:pt x="514350" y="791661"/>
                </a:lnTo>
                <a:lnTo>
                  <a:pt x="514350" y="814178"/>
                </a:lnTo>
                <a:lnTo>
                  <a:pt x="514350" y="836695"/>
                </a:lnTo>
                <a:lnTo>
                  <a:pt x="514350" y="859212"/>
                </a:lnTo>
                <a:lnTo>
                  <a:pt x="514350" y="881729"/>
                </a:lnTo>
                <a:lnTo>
                  <a:pt x="514350" y="904246"/>
                </a:lnTo>
                <a:lnTo>
                  <a:pt x="514350" y="926763"/>
                </a:lnTo>
                <a:lnTo>
                  <a:pt x="514350" y="949281"/>
                </a:lnTo>
                <a:lnTo>
                  <a:pt x="514350" y="971798"/>
                </a:lnTo>
                <a:lnTo>
                  <a:pt x="514350" y="994324"/>
                </a:lnTo>
                <a:lnTo>
                  <a:pt x="514350" y="1016841"/>
                </a:lnTo>
                <a:lnTo>
                  <a:pt x="514350" y="1039358"/>
                </a:lnTo>
                <a:lnTo>
                  <a:pt x="514350" y="1061876"/>
                </a:lnTo>
                <a:lnTo>
                  <a:pt x="514350" y="1084393"/>
                </a:lnTo>
                <a:lnTo>
                  <a:pt x="514350" y="1106910"/>
                </a:lnTo>
                <a:lnTo>
                  <a:pt x="514350" y="1129427"/>
                </a:lnTo>
                <a:lnTo>
                  <a:pt x="514350" y="1151944"/>
                </a:lnTo>
                <a:lnTo>
                  <a:pt x="514350" y="1174461"/>
                </a:lnTo>
                <a:lnTo>
                  <a:pt x="514350" y="1196978"/>
                </a:lnTo>
                <a:lnTo>
                  <a:pt x="514350" y="1219495"/>
                </a:lnTo>
                <a:lnTo>
                  <a:pt x="514350" y="1242012"/>
                </a:lnTo>
                <a:lnTo>
                  <a:pt x="514350" y="1264529"/>
                </a:lnTo>
                <a:lnTo>
                  <a:pt x="514350" y="1287047"/>
                </a:lnTo>
                <a:lnTo>
                  <a:pt x="514350" y="1309564"/>
                </a:lnTo>
                <a:lnTo>
                  <a:pt x="514350" y="1332081"/>
                </a:lnTo>
                <a:lnTo>
                  <a:pt x="514350" y="1354598"/>
                </a:lnTo>
                <a:lnTo>
                  <a:pt x="514350" y="1377115"/>
                </a:lnTo>
                <a:lnTo>
                  <a:pt x="514350" y="1399632"/>
                </a:lnTo>
                <a:lnTo>
                  <a:pt x="514350" y="1422149"/>
                </a:lnTo>
                <a:lnTo>
                  <a:pt x="514350" y="1444666"/>
                </a:lnTo>
                <a:lnTo>
                  <a:pt x="514350" y="1467183"/>
                </a:lnTo>
                <a:lnTo>
                  <a:pt x="514350" y="1489700"/>
                </a:lnTo>
                <a:lnTo>
                  <a:pt x="514350" y="1512218"/>
                </a:lnTo>
                <a:lnTo>
                  <a:pt x="514350" y="1534735"/>
                </a:lnTo>
                <a:lnTo>
                  <a:pt x="514350" y="1557252"/>
                </a:lnTo>
                <a:lnTo>
                  <a:pt x="514350" y="1579769"/>
                </a:lnTo>
                <a:lnTo>
                  <a:pt x="514350" y="1602286"/>
                </a:lnTo>
                <a:lnTo>
                  <a:pt x="514350" y="1624803"/>
                </a:lnTo>
                <a:lnTo>
                  <a:pt x="514350" y="1647320"/>
                </a:lnTo>
                <a:lnTo>
                  <a:pt x="514350" y="1669837"/>
                </a:lnTo>
                <a:lnTo>
                  <a:pt x="514350" y="1692354"/>
                </a:lnTo>
                <a:lnTo>
                  <a:pt x="514350" y="1714871"/>
                </a:lnTo>
                <a:lnTo>
                  <a:pt x="514350" y="1737389"/>
                </a:lnTo>
                <a:lnTo>
                  <a:pt x="514350" y="1759906"/>
                </a:lnTo>
                <a:lnTo>
                  <a:pt x="514350" y="1782423"/>
                </a:lnTo>
                <a:lnTo>
                  <a:pt x="514350" y="1804940"/>
                </a:lnTo>
                <a:lnTo>
                  <a:pt x="514350" y="1827457"/>
                </a:lnTo>
                <a:lnTo>
                  <a:pt x="514350" y="1849984"/>
                </a:lnTo>
                <a:lnTo>
                  <a:pt x="514350" y="1872501"/>
                </a:lnTo>
                <a:lnTo>
                  <a:pt x="514350" y="1895018"/>
                </a:lnTo>
                <a:lnTo>
                  <a:pt x="514350" y="1917535"/>
                </a:lnTo>
                <a:lnTo>
                  <a:pt x="514350" y="1940052"/>
                </a:lnTo>
                <a:lnTo>
                  <a:pt x="514350" y="1962569"/>
                </a:lnTo>
                <a:lnTo>
                  <a:pt x="514350" y="1985086"/>
                </a:lnTo>
                <a:lnTo>
                  <a:pt x="514350" y="2007603"/>
                </a:lnTo>
                <a:lnTo>
                  <a:pt x="514350" y="2030120"/>
                </a:lnTo>
                <a:lnTo>
                  <a:pt x="514350" y="2052638"/>
                </a:lnTo>
                <a:lnTo>
                  <a:pt x="514350" y="2075155"/>
                </a:lnTo>
                <a:lnTo>
                  <a:pt x="514350" y="2097672"/>
                </a:lnTo>
                <a:lnTo>
                  <a:pt x="514350" y="2120189"/>
                </a:lnTo>
                <a:lnTo>
                  <a:pt x="514350" y="2142706"/>
                </a:lnTo>
                <a:lnTo>
                  <a:pt x="501672" y="2157765"/>
                </a:lnTo>
                <a:lnTo>
                  <a:pt x="481984" y="2168700"/>
                </a:lnTo>
                <a:lnTo>
                  <a:pt x="462305" y="2179634"/>
                </a:lnTo>
                <a:lnTo>
                  <a:pt x="442617" y="2190569"/>
                </a:lnTo>
                <a:lnTo>
                  <a:pt x="422939" y="2201504"/>
                </a:lnTo>
                <a:lnTo>
                  <a:pt x="403250" y="2212438"/>
                </a:lnTo>
                <a:lnTo>
                  <a:pt x="383562" y="2223373"/>
                </a:lnTo>
                <a:lnTo>
                  <a:pt x="363884" y="2234308"/>
                </a:lnTo>
                <a:lnTo>
                  <a:pt x="344195" y="2245243"/>
                </a:lnTo>
                <a:lnTo>
                  <a:pt x="324517" y="2256177"/>
                </a:lnTo>
                <a:lnTo>
                  <a:pt x="304829" y="2267112"/>
                </a:lnTo>
                <a:lnTo>
                  <a:pt x="285150" y="2278047"/>
                </a:lnTo>
                <a:lnTo>
                  <a:pt x="265462" y="2288981"/>
                </a:lnTo>
                <a:lnTo>
                  <a:pt x="245783" y="2287257"/>
                </a:lnTo>
                <a:lnTo>
                  <a:pt x="226095" y="2276323"/>
                </a:lnTo>
                <a:lnTo>
                  <a:pt x="206407" y="2265388"/>
                </a:lnTo>
                <a:lnTo>
                  <a:pt x="186728" y="2254453"/>
                </a:lnTo>
                <a:lnTo>
                  <a:pt x="167040" y="2243519"/>
                </a:lnTo>
                <a:lnTo>
                  <a:pt x="147361" y="2232584"/>
                </a:lnTo>
                <a:lnTo>
                  <a:pt x="127673" y="2221649"/>
                </a:lnTo>
                <a:lnTo>
                  <a:pt x="107994" y="2210714"/>
                </a:lnTo>
                <a:lnTo>
                  <a:pt x="88306" y="2199780"/>
                </a:lnTo>
                <a:lnTo>
                  <a:pt x="68628" y="2188845"/>
                </a:lnTo>
                <a:lnTo>
                  <a:pt x="48939" y="2177901"/>
                </a:lnTo>
                <a:lnTo>
                  <a:pt x="29251" y="2166966"/>
                </a:lnTo>
                <a:lnTo>
                  <a:pt x="9573" y="2156031"/>
                </a:lnTo>
                <a:lnTo>
                  <a:pt x="0" y="2139153"/>
                </a:lnTo>
                <a:lnTo>
                  <a:pt x="0" y="2116636"/>
                </a:lnTo>
                <a:lnTo>
                  <a:pt x="0" y="2094109"/>
                </a:lnTo>
                <a:lnTo>
                  <a:pt x="0" y="2071592"/>
                </a:lnTo>
                <a:lnTo>
                  <a:pt x="0" y="2049075"/>
                </a:lnTo>
                <a:lnTo>
                  <a:pt x="0" y="2026558"/>
                </a:lnTo>
                <a:lnTo>
                  <a:pt x="0" y="2004041"/>
                </a:lnTo>
                <a:lnTo>
                  <a:pt x="0" y="1981524"/>
                </a:lnTo>
                <a:lnTo>
                  <a:pt x="0" y="1959007"/>
                </a:lnTo>
                <a:lnTo>
                  <a:pt x="0" y="1936490"/>
                </a:lnTo>
                <a:lnTo>
                  <a:pt x="0" y="1913973"/>
                </a:lnTo>
                <a:lnTo>
                  <a:pt x="0" y="1891455"/>
                </a:lnTo>
                <a:lnTo>
                  <a:pt x="0" y="1868938"/>
                </a:lnTo>
                <a:lnTo>
                  <a:pt x="0" y="1846421"/>
                </a:lnTo>
                <a:lnTo>
                  <a:pt x="0" y="1823904"/>
                </a:lnTo>
                <a:lnTo>
                  <a:pt x="0" y="1801387"/>
                </a:lnTo>
                <a:lnTo>
                  <a:pt x="0" y="1778870"/>
                </a:lnTo>
                <a:lnTo>
                  <a:pt x="0" y="1756353"/>
                </a:lnTo>
                <a:lnTo>
                  <a:pt x="0" y="1733836"/>
                </a:lnTo>
                <a:lnTo>
                  <a:pt x="0" y="1711319"/>
                </a:lnTo>
                <a:lnTo>
                  <a:pt x="0" y="1688802"/>
                </a:lnTo>
                <a:lnTo>
                  <a:pt x="0" y="1666284"/>
                </a:lnTo>
                <a:lnTo>
                  <a:pt x="0" y="1643767"/>
                </a:lnTo>
                <a:lnTo>
                  <a:pt x="0" y="1621250"/>
                </a:lnTo>
                <a:lnTo>
                  <a:pt x="0" y="1598733"/>
                </a:lnTo>
                <a:lnTo>
                  <a:pt x="0" y="1576216"/>
                </a:lnTo>
                <a:lnTo>
                  <a:pt x="0" y="1553699"/>
                </a:lnTo>
                <a:lnTo>
                  <a:pt x="0" y="1531182"/>
                </a:lnTo>
                <a:lnTo>
                  <a:pt x="0" y="1508665"/>
                </a:lnTo>
                <a:lnTo>
                  <a:pt x="0" y="1486148"/>
                </a:lnTo>
                <a:lnTo>
                  <a:pt x="0" y="1463631"/>
                </a:lnTo>
                <a:lnTo>
                  <a:pt x="0" y="1441113"/>
                </a:lnTo>
                <a:lnTo>
                  <a:pt x="0" y="1418596"/>
                </a:lnTo>
                <a:lnTo>
                  <a:pt x="0" y="1396079"/>
                </a:lnTo>
                <a:lnTo>
                  <a:pt x="0" y="1373562"/>
                </a:lnTo>
                <a:lnTo>
                  <a:pt x="0" y="1351045"/>
                </a:lnTo>
                <a:lnTo>
                  <a:pt x="0" y="1328528"/>
                </a:lnTo>
                <a:lnTo>
                  <a:pt x="0" y="1306011"/>
                </a:lnTo>
                <a:lnTo>
                  <a:pt x="0" y="1283494"/>
                </a:lnTo>
                <a:lnTo>
                  <a:pt x="0" y="1260967"/>
                </a:lnTo>
                <a:lnTo>
                  <a:pt x="0" y="1238450"/>
                </a:lnTo>
                <a:lnTo>
                  <a:pt x="0" y="1215933"/>
                </a:lnTo>
                <a:lnTo>
                  <a:pt x="0" y="1193416"/>
                </a:lnTo>
                <a:lnTo>
                  <a:pt x="0" y="1170899"/>
                </a:lnTo>
                <a:lnTo>
                  <a:pt x="0" y="1148382"/>
                </a:lnTo>
                <a:lnTo>
                  <a:pt x="0" y="1125865"/>
                </a:lnTo>
                <a:lnTo>
                  <a:pt x="0" y="1103347"/>
                </a:lnTo>
                <a:lnTo>
                  <a:pt x="0" y="1080830"/>
                </a:lnTo>
                <a:lnTo>
                  <a:pt x="0" y="1058313"/>
                </a:lnTo>
                <a:lnTo>
                  <a:pt x="0" y="1035796"/>
                </a:lnTo>
                <a:lnTo>
                  <a:pt x="0" y="1013279"/>
                </a:lnTo>
                <a:lnTo>
                  <a:pt x="0" y="990762"/>
                </a:lnTo>
                <a:lnTo>
                  <a:pt x="0" y="968245"/>
                </a:lnTo>
                <a:lnTo>
                  <a:pt x="0" y="945728"/>
                </a:lnTo>
                <a:lnTo>
                  <a:pt x="0" y="923211"/>
                </a:lnTo>
                <a:lnTo>
                  <a:pt x="0" y="900694"/>
                </a:lnTo>
                <a:lnTo>
                  <a:pt x="0" y="878176"/>
                </a:lnTo>
                <a:lnTo>
                  <a:pt x="0" y="855659"/>
                </a:lnTo>
                <a:lnTo>
                  <a:pt x="0" y="833142"/>
                </a:lnTo>
                <a:lnTo>
                  <a:pt x="0" y="810625"/>
                </a:lnTo>
                <a:lnTo>
                  <a:pt x="0" y="788108"/>
                </a:lnTo>
                <a:lnTo>
                  <a:pt x="0" y="765591"/>
                </a:lnTo>
                <a:lnTo>
                  <a:pt x="0" y="743074"/>
                </a:lnTo>
                <a:lnTo>
                  <a:pt x="0" y="720557"/>
                </a:lnTo>
                <a:lnTo>
                  <a:pt x="0" y="698040"/>
                </a:lnTo>
                <a:lnTo>
                  <a:pt x="0" y="675523"/>
                </a:lnTo>
                <a:lnTo>
                  <a:pt x="0" y="653005"/>
                </a:lnTo>
                <a:lnTo>
                  <a:pt x="0" y="630488"/>
                </a:lnTo>
                <a:lnTo>
                  <a:pt x="0" y="607971"/>
                </a:lnTo>
                <a:lnTo>
                  <a:pt x="0" y="585454"/>
                </a:lnTo>
                <a:lnTo>
                  <a:pt x="0" y="562937"/>
                </a:lnTo>
                <a:lnTo>
                  <a:pt x="0" y="540420"/>
                </a:lnTo>
                <a:lnTo>
                  <a:pt x="0" y="517903"/>
                </a:lnTo>
                <a:lnTo>
                  <a:pt x="0" y="495386"/>
                </a:lnTo>
                <a:lnTo>
                  <a:pt x="0" y="472869"/>
                </a:lnTo>
                <a:lnTo>
                  <a:pt x="0" y="450352"/>
                </a:lnTo>
                <a:lnTo>
                  <a:pt x="0" y="427834"/>
                </a:lnTo>
                <a:lnTo>
                  <a:pt x="0" y="405308"/>
                </a:lnTo>
                <a:lnTo>
                  <a:pt x="0" y="382791"/>
                </a:lnTo>
                <a:lnTo>
                  <a:pt x="0" y="360274"/>
                </a:lnTo>
                <a:lnTo>
                  <a:pt x="0" y="337757"/>
                </a:lnTo>
                <a:lnTo>
                  <a:pt x="0" y="315239"/>
                </a:lnTo>
                <a:lnTo>
                  <a:pt x="0" y="292722"/>
                </a:lnTo>
                <a:lnTo>
                  <a:pt x="0" y="270205"/>
                </a:lnTo>
                <a:lnTo>
                  <a:pt x="0" y="247688"/>
                </a:lnTo>
                <a:lnTo>
                  <a:pt x="0" y="225171"/>
                </a:lnTo>
                <a:lnTo>
                  <a:pt x="0" y="202654"/>
                </a:lnTo>
                <a:lnTo>
                  <a:pt x="0" y="180137"/>
                </a:lnTo>
                <a:lnTo>
                  <a:pt x="0" y="157620"/>
                </a:lnTo>
                <a:lnTo>
                  <a:pt x="0" y="135103"/>
                </a:lnTo>
                <a:lnTo>
                  <a:pt x="0" y="112586"/>
                </a:lnTo>
                <a:lnTo>
                  <a:pt x="0" y="90068"/>
                </a:lnTo>
                <a:lnTo>
                  <a:pt x="0" y="67551"/>
                </a:lnTo>
                <a:lnTo>
                  <a:pt x="0" y="45034"/>
                </a:lnTo>
                <a:lnTo>
                  <a:pt x="0" y="22517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4" name="phase-title-0">
            <a:extLst xmlns:a="http://schemas.openxmlformats.org/drawingml/2006/main">
              <a:ext uri="{FF2B5EF4-FFF2-40B4-BE49-F238E27FC236}">
                <a16:creationId xmlns:a16="http://schemas.microsoft.com/office/drawing/2014/main" id="{22925770-7F6A-4B1E-84A5-27DAB216A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2314280"/>
            <a:ext cx="1428750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获取与识别</a:t>
            </a:r>
          </a:p>
        </p:txBody>
      </p:sp>
      <p:sp>
        <p:nvSpPr>
          <p:cNvPr id="5" name="phase-body-0">
            <a:extLst xmlns:a="http://schemas.openxmlformats.org/drawingml/2006/main">
              <a:ext uri="{FF2B5EF4-FFF2-40B4-BE49-F238E27FC236}">
                <a16:creationId xmlns:a16="http://schemas.microsoft.com/office/drawing/2014/main" id="{3EA2E2FD-138C-4BCF-BF1C-D89E8D21C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2668486"/>
            <a:ext cx="1428750" cy="587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让目标对象进</a:t>
            </a:r>
          </a:p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入并形成意向</a:t>
            </a:r>
          </a:p>
        </p:txBody>
      </p:sp>
      <p:sp>
        <p:nvSpPr>
          <p:cNvPr id="6" name="action-icon-shell-0-0">
            <a:extLst xmlns:a="http://schemas.openxmlformats.org/drawingml/2006/main">
              <a:ext uri="{FF2B5EF4-FFF2-40B4-BE49-F238E27FC236}">
                <a16:creationId xmlns:a16="http://schemas.microsoft.com/office/drawing/2014/main" id="{B4C893B7-CE60-4429-89A2-244DE03AA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2308774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6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305da8340d244df">
            <a:extLst>
              <a:ext uri="{96DAC541-7B7A-43D3-8B79-37D633B846F1}">
                <asvg:svgBlip xmlns:asvg="http://schemas.microsoft.com/office/drawing/2016/SVG/main" r:embed="Rd2a81a619c294803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2384974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8" name="action-title-0-0">
            <a:extLst xmlns:a="http://schemas.openxmlformats.org/drawingml/2006/main">
              <a:ext uri="{FF2B5EF4-FFF2-40B4-BE49-F238E27FC236}">
                <a16:creationId xmlns:a16="http://schemas.microsoft.com/office/drawing/2014/main" id="{BB29F6EE-A27F-4106-AD37-2CE48ABCD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247748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标签体系</a:t>
            </a:r>
          </a:p>
        </p:txBody>
      </p:sp>
      <p:sp>
        <p:nvSpPr>
          <p:cNvPr id="9" name="action-body-0-0">
            <a:extLst xmlns:a="http://schemas.openxmlformats.org/drawingml/2006/main">
              <a:ext uri="{FF2B5EF4-FFF2-40B4-BE49-F238E27FC236}">
                <a16:creationId xmlns:a16="http://schemas.microsoft.com/office/drawing/2014/main" id="{FBDFD628-32A4-498E-A1AF-CD4579047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476348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形成可识别对象</a:t>
            </a:r>
          </a:p>
        </p:txBody>
      </p:sp>
      <p:sp>
        <p:nvSpPr>
          <p:cNvPr id="10" name="action-icon-shell-0-1">
            <a:extLst xmlns:a="http://schemas.openxmlformats.org/drawingml/2006/main">
              <a:ext uri="{FF2B5EF4-FFF2-40B4-BE49-F238E27FC236}">
                <a16:creationId xmlns:a16="http://schemas.microsoft.com/office/drawing/2014/main" id="{23A2BEC1-BF46-485A-B196-83947DF4D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2308774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6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d2fc44a7f6f45eb">
            <a:extLst>
              <a:ext uri="{96DAC541-7B7A-43D3-8B79-37D633B846F1}">
                <asvg:svgBlip xmlns:asvg="http://schemas.microsoft.com/office/drawing/2016/SVG/main" r:embed="R328e77cd11d842a2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2384974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12" name="action-title-0-1">
            <a:extLst xmlns:a="http://schemas.openxmlformats.org/drawingml/2006/main">
              <a:ext uri="{FF2B5EF4-FFF2-40B4-BE49-F238E27FC236}">
                <a16:creationId xmlns:a16="http://schemas.microsoft.com/office/drawing/2014/main" id="{CDD31478-80E3-4AC6-9DEC-D4F6227D7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247748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渠道连接</a:t>
            </a:r>
          </a:p>
        </p:txBody>
      </p:sp>
      <p:sp>
        <p:nvSpPr>
          <p:cNvPr id="13" name="action-body-0-1">
            <a:extLst xmlns:a="http://schemas.openxmlformats.org/drawingml/2006/main">
              <a:ext uri="{FF2B5EF4-FFF2-40B4-BE49-F238E27FC236}">
                <a16:creationId xmlns:a16="http://schemas.microsoft.com/office/drawing/2014/main" id="{D6ECDB63-A5CB-42E2-AC14-3C13D4CEA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476348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连接主要触点</a:t>
            </a:r>
          </a:p>
        </p:txBody>
      </p:sp>
      <p:sp>
        <p:nvSpPr>
          <p:cNvPr id="14" name="action-icon-shell-0-2">
            <a:extLst xmlns:a="http://schemas.openxmlformats.org/drawingml/2006/main">
              <a:ext uri="{FF2B5EF4-FFF2-40B4-BE49-F238E27FC236}">
                <a16:creationId xmlns:a16="http://schemas.microsoft.com/office/drawing/2014/main" id="{CCE9612B-042C-4CE9-ACF2-7433054A3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2918374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7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bf332bc94ae47fd">
            <a:extLst>
              <a:ext uri="{96DAC541-7B7A-43D3-8B79-37D633B846F1}">
                <asvg:svgBlip xmlns:asvg="http://schemas.microsoft.com/office/drawing/2016/SVG/main" r:embed="R11d7e570391f4b09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2994574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16" name="action-title-0-2">
            <a:extLst xmlns:a="http://schemas.openxmlformats.org/drawingml/2006/main">
              <a:ext uri="{FF2B5EF4-FFF2-40B4-BE49-F238E27FC236}">
                <a16:creationId xmlns:a16="http://schemas.microsoft.com/office/drawing/2014/main" id="{FFA9FD6E-C15E-427D-84E4-5508B5A5A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857348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内容优化</a:t>
            </a:r>
          </a:p>
        </p:txBody>
      </p:sp>
      <p:sp>
        <p:nvSpPr>
          <p:cNvPr id="17" name="action-body-0-2">
            <a:extLst xmlns:a="http://schemas.openxmlformats.org/drawingml/2006/main">
              <a:ext uri="{FF2B5EF4-FFF2-40B4-BE49-F238E27FC236}">
                <a16:creationId xmlns:a16="http://schemas.microsoft.com/office/drawing/2014/main" id="{D8F8D023-DC7A-48FB-95FA-1DD5EE926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3085948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提高触达质量</a:t>
            </a:r>
          </a:p>
        </p:txBody>
      </p:sp>
      <p:sp>
        <p:nvSpPr>
          <p:cNvPr id="18" name="action-icon-shell-0-3">
            <a:extLst xmlns:a="http://schemas.openxmlformats.org/drawingml/2006/main">
              <a:ext uri="{FF2B5EF4-FFF2-40B4-BE49-F238E27FC236}">
                <a16:creationId xmlns:a16="http://schemas.microsoft.com/office/drawing/2014/main" id="{EA677633-6449-4521-8F7A-0AF2726B2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2918374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7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52089e7002d477b">
            <a:extLst>
              <a:ext uri="{96DAC541-7B7A-43D3-8B79-37D633B846F1}">
                <asvg:svgBlip xmlns:asvg="http://schemas.microsoft.com/office/drawing/2016/SVG/main" r:embed="R6411826f744444c7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2994574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20" name="action-title-0-3">
            <a:extLst xmlns:a="http://schemas.openxmlformats.org/drawingml/2006/main">
              <a:ext uri="{FF2B5EF4-FFF2-40B4-BE49-F238E27FC236}">
                <a16:creationId xmlns:a16="http://schemas.microsoft.com/office/drawing/2014/main" id="{A2C814AC-2792-4FA4-B510-B823B4B63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857348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行为追踪</a:t>
            </a:r>
          </a:p>
        </p:txBody>
      </p:sp>
      <p:sp>
        <p:nvSpPr>
          <p:cNvPr id="21" name="action-body-0-3">
            <a:extLst xmlns:a="http://schemas.openxmlformats.org/drawingml/2006/main">
              <a:ext uri="{FF2B5EF4-FFF2-40B4-BE49-F238E27FC236}">
                <a16:creationId xmlns:a16="http://schemas.microsoft.com/office/drawing/2014/main" id="{2C731C15-37BD-4B4D-89B0-D375B413D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3085948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记录关键反馈</a:t>
            </a:r>
          </a:p>
        </p:txBody>
      </p:sp>
      <p:sp>
        <p:nvSpPr>
          <p:cNvPr id="22" name="phase-rail-1">
            <a:extLst xmlns:a="http://schemas.openxmlformats.org/drawingml/2006/main">
              <a:ext uri="{FF2B5EF4-FFF2-40B4-BE49-F238E27FC236}">
                <a16:creationId xmlns:a16="http://schemas.microsoft.com/office/drawing/2014/main" id="{F97438F7-3252-4338-A39F-04E686FAB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3931891"/>
            <a:ext cx="514350" cy="2277828"/>
          </a:xfrm>
          <a:custGeom xmlns:a="http://schemas.openxmlformats.org/drawingml/2006/main">
            <a:pathLst>
              <a:path w="514350" h="2277828">
                <a:moveTo>
                  <a:pt x="0" y="0"/>
                </a:moveTo>
                <a:lnTo>
                  <a:pt x="19841" y="11020"/>
                </a:lnTo>
                <a:lnTo>
                  <a:pt x="39681" y="22050"/>
                </a:lnTo>
                <a:lnTo>
                  <a:pt x="59531" y="33071"/>
                </a:lnTo>
                <a:lnTo>
                  <a:pt x="79372" y="44091"/>
                </a:lnTo>
                <a:lnTo>
                  <a:pt x="99212" y="55112"/>
                </a:lnTo>
                <a:lnTo>
                  <a:pt x="119053" y="66142"/>
                </a:lnTo>
                <a:lnTo>
                  <a:pt x="138903" y="77162"/>
                </a:lnTo>
                <a:lnTo>
                  <a:pt x="158744" y="88182"/>
                </a:lnTo>
                <a:lnTo>
                  <a:pt x="178584" y="99212"/>
                </a:lnTo>
                <a:lnTo>
                  <a:pt x="198425" y="110233"/>
                </a:lnTo>
                <a:lnTo>
                  <a:pt x="218265" y="121253"/>
                </a:lnTo>
                <a:lnTo>
                  <a:pt x="238115" y="132274"/>
                </a:lnTo>
                <a:lnTo>
                  <a:pt x="257956" y="142437"/>
                </a:lnTo>
                <a:lnTo>
                  <a:pt x="277797" y="131407"/>
                </a:lnTo>
                <a:lnTo>
                  <a:pt x="297637" y="120386"/>
                </a:lnTo>
                <a:lnTo>
                  <a:pt x="317478" y="109366"/>
                </a:lnTo>
                <a:lnTo>
                  <a:pt x="337328" y="98346"/>
                </a:lnTo>
                <a:lnTo>
                  <a:pt x="357168" y="87316"/>
                </a:lnTo>
                <a:lnTo>
                  <a:pt x="377009" y="76295"/>
                </a:lnTo>
                <a:lnTo>
                  <a:pt x="396850" y="65275"/>
                </a:lnTo>
                <a:lnTo>
                  <a:pt x="416700" y="54254"/>
                </a:lnTo>
                <a:lnTo>
                  <a:pt x="436540" y="43224"/>
                </a:lnTo>
                <a:lnTo>
                  <a:pt x="456381" y="32204"/>
                </a:lnTo>
                <a:lnTo>
                  <a:pt x="476221" y="21184"/>
                </a:lnTo>
                <a:lnTo>
                  <a:pt x="496062" y="10154"/>
                </a:lnTo>
                <a:lnTo>
                  <a:pt x="514350" y="1781"/>
                </a:lnTo>
                <a:lnTo>
                  <a:pt x="514350" y="24479"/>
                </a:lnTo>
                <a:lnTo>
                  <a:pt x="514350" y="47177"/>
                </a:lnTo>
                <a:lnTo>
                  <a:pt x="514350" y="69875"/>
                </a:lnTo>
                <a:lnTo>
                  <a:pt x="514350" y="92573"/>
                </a:lnTo>
                <a:lnTo>
                  <a:pt x="514350" y="115272"/>
                </a:lnTo>
                <a:lnTo>
                  <a:pt x="514350" y="137970"/>
                </a:lnTo>
                <a:lnTo>
                  <a:pt x="514350" y="160668"/>
                </a:lnTo>
                <a:lnTo>
                  <a:pt x="514350" y="183366"/>
                </a:lnTo>
                <a:lnTo>
                  <a:pt x="514350" y="206064"/>
                </a:lnTo>
                <a:lnTo>
                  <a:pt x="514350" y="228762"/>
                </a:lnTo>
                <a:lnTo>
                  <a:pt x="514350" y="251460"/>
                </a:lnTo>
                <a:lnTo>
                  <a:pt x="514350" y="274158"/>
                </a:lnTo>
                <a:lnTo>
                  <a:pt x="514350" y="296856"/>
                </a:lnTo>
                <a:lnTo>
                  <a:pt x="514350" y="319554"/>
                </a:lnTo>
                <a:lnTo>
                  <a:pt x="514350" y="342252"/>
                </a:lnTo>
                <a:lnTo>
                  <a:pt x="514350" y="364950"/>
                </a:lnTo>
                <a:lnTo>
                  <a:pt x="514350" y="387648"/>
                </a:lnTo>
                <a:lnTo>
                  <a:pt x="514350" y="410347"/>
                </a:lnTo>
                <a:lnTo>
                  <a:pt x="514350" y="433045"/>
                </a:lnTo>
                <a:lnTo>
                  <a:pt x="514350" y="455743"/>
                </a:lnTo>
                <a:lnTo>
                  <a:pt x="514350" y="478441"/>
                </a:lnTo>
                <a:lnTo>
                  <a:pt x="514350" y="501139"/>
                </a:lnTo>
                <a:lnTo>
                  <a:pt x="514350" y="523837"/>
                </a:lnTo>
                <a:lnTo>
                  <a:pt x="514350" y="546535"/>
                </a:lnTo>
                <a:lnTo>
                  <a:pt x="514350" y="569233"/>
                </a:lnTo>
                <a:lnTo>
                  <a:pt x="514350" y="591931"/>
                </a:lnTo>
                <a:lnTo>
                  <a:pt x="514350" y="614629"/>
                </a:lnTo>
                <a:lnTo>
                  <a:pt x="514350" y="637327"/>
                </a:lnTo>
                <a:lnTo>
                  <a:pt x="514350" y="660025"/>
                </a:lnTo>
                <a:lnTo>
                  <a:pt x="514350" y="682723"/>
                </a:lnTo>
                <a:lnTo>
                  <a:pt x="514350" y="705422"/>
                </a:lnTo>
                <a:lnTo>
                  <a:pt x="514350" y="728120"/>
                </a:lnTo>
                <a:lnTo>
                  <a:pt x="514350" y="750818"/>
                </a:lnTo>
                <a:lnTo>
                  <a:pt x="514350" y="773516"/>
                </a:lnTo>
                <a:lnTo>
                  <a:pt x="514350" y="796214"/>
                </a:lnTo>
                <a:lnTo>
                  <a:pt x="514350" y="818912"/>
                </a:lnTo>
                <a:lnTo>
                  <a:pt x="514350" y="841610"/>
                </a:lnTo>
                <a:lnTo>
                  <a:pt x="514350" y="864308"/>
                </a:lnTo>
                <a:lnTo>
                  <a:pt x="514350" y="887006"/>
                </a:lnTo>
                <a:lnTo>
                  <a:pt x="514350" y="909704"/>
                </a:lnTo>
                <a:lnTo>
                  <a:pt x="514350" y="932402"/>
                </a:lnTo>
                <a:lnTo>
                  <a:pt x="514350" y="955100"/>
                </a:lnTo>
                <a:lnTo>
                  <a:pt x="514350" y="977798"/>
                </a:lnTo>
                <a:lnTo>
                  <a:pt x="514350" y="1000496"/>
                </a:lnTo>
                <a:lnTo>
                  <a:pt x="514350" y="1023195"/>
                </a:lnTo>
                <a:lnTo>
                  <a:pt x="514350" y="1045893"/>
                </a:lnTo>
                <a:lnTo>
                  <a:pt x="514350" y="1068591"/>
                </a:lnTo>
                <a:lnTo>
                  <a:pt x="514350" y="1091289"/>
                </a:lnTo>
                <a:lnTo>
                  <a:pt x="514350" y="1113987"/>
                </a:lnTo>
                <a:lnTo>
                  <a:pt x="514350" y="1136685"/>
                </a:lnTo>
                <a:lnTo>
                  <a:pt x="514350" y="1159383"/>
                </a:lnTo>
                <a:lnTo>
                  <a:pt x="514350" y="1182081"/>
                </a:lnTo>
                <a:lnTo>
                  <a:pt x="514350" y="1204779"/>
                </a:lnTo>
                <a:lnTo>
                  <a:pt x="514350" y="1227477"/>
                </a:lnTo>
                <a:lnTo>
                  <a:pt x="514350" y="1250175"/>
                </a:lnTo>
                <a:lnTo>
                  <a:pt x="514350" y="1272873"/>
                </a:lnTo>
                <a:lnTo>
                  <a:pt x="514350" y="1295571"/>
                </a:lnTo>
                <a:lnTo>
                  <a:pt x="514350" y="1318270"/>
                </a:lnTo>
                <a:lnTo>
                  <a:pt x="514350" y="1340968"/>
                </a:lnTo>
                <a:lnTo>
                  <a:pt x="514350" y="1363666"/>
                </a:lnTo>
                <a:lnTo>
                  <a:pt x="514350" y="1386364"/>
                </a:lnTo>
                <a:lnTo>
                  <a:pt x="514350" y="1409062"/>
                </a:lnTo>
                <a:lnTo>
                  <a:pt x="514350" y="1431760"/>
                </a:lnTo>
                <a:lnTo>
                  <a:pt x="514350" y="1454458"/>
                </a:lnTo>
                <a:lnTo>
                  <a:pt x="514350" y="1477156"/>
                </a:lnTo>
                <a:lnTo>
                  <a:pt x="514350" y="1499854"/>
                </a:lnTo>
                <a:lnTo>
                  <a:pt x="514350" y="1522552"/>
                </a:lnTo>
                <a:lnTo>
                  <a:pt x="514350" y="1545250"/>
                </a:lnTo>
                <a:lnTo>
                  <a:pt x="514350" y="1567948"/>
                </a:lnTo>
                <a:lnTo>
                  <a:pt x="514350" y="1590646"/>
                </a:lnTo>
                <a:lnTo>
                  <a:pt x="514350" y="1613345"/>
                </a:lnTo>
                <a:lnTo>
                  <a:pt x="514350" y="1636033"/>
                </a:lnTo>
                <a:lnTo>
                  <a:pt x="514350" y="1658731"/>
                </a:lnTo>
                <a:lnTo>
                  <a:pt x="514350" y="1681429"/>
                </a:lnTo>
                <a:lnTo>
                  <a:pt x="514350" y="1704127"/>
                </a:lnTo>
                <a:lnTo>
                  <a:pt x="514350" y="1726825"/>
                </a:lnTo>
                <a:lnTo>
                  <a:pt x="514350" y="1749523"/>
                </a:lnTo>
                <a:lnTo>
                  <a:pt x="514350" y="1772222"/>
                </a:lnTo>
                <a:lnTo>
                  <a:pt x="514350" y="1794920"/>
                </a:lnTo>
                <a:lnTo>
                  <a:pt x="514350" y="1817618"/>
                </a:lnTo>
                <a:lnTo>
                  <a:pt x="514350" y="1840316"/>
                </a:lnTo>
                <a:lnTo>
                  <a:pt x="514350" y="1863014"/>
                </a:lnTo>
                <a:lnTo>
                  <a:pt x="514350" y="1885712"/>
                </a:lnTo>
                <a:lnTo>
                  <a:pt x="514350" y="1908410"/>
                </a:lnTo>
                <a:lnTo>
                  <a:pt x="514350" y="1931108"/>
                </a:lnTo>
                <a:lnTo>
                  <a:pt x="514350" y="1953806"/>
                </a:lnTo>
                <a:lnTo>
                  <a:pt x="514350" y="1976504"/>
                </a:lnTo>
                <a:lnTo>
                  <a:pt x="514350" y="1999202"/>
                </a:lnTo>
                <a:lnTo>
                  <a:pt x="514350" y="2021900"/>
                </a:lnTo>
                <a:lnTo>
                  <a:pt x="514350" y="2044598"/>
                </a:lnTo>
                <a:lnTo>
                  <a:pt x="514350" y="2067296"/>
                </a:lnTo>
                <a:lnTo>
                  <a:pt x="514350" y="2089995"/>
                </a:lnTo>
                <a:lnTo>
                  <a:pt x="514350" y="2112693"/>
                </a:lnTo>
                <a:lnTo>
                  <a:pt x="514350" y="2135391"/>
                </a:lnTo>
                <a:lnTo>
                  <a:pt x="494509" y="2146421"/>
                </a:lnTo>
                <a:lnTo>
                  <a:pt x="474669" y="2157441"/>
                </a:lnTo>
                <a:lnTo>
                  <a:pt x="454819" y="2168462"/>
                </a:lnTo>
                <a:lnTo>
                  <a:pt x="434978" y="2179482"/>
                </a:lnTo>
                <a:lnTo>
                  <a:pt x="415138" y="2190512"/>
                </a:lnTo>
                <a:lnTo>
                  <a:pt x="395297" y="2201532"/>
                </a:lnTo>
                <a:lnTo>
                  <a:pt x="375447" y="2212553"/>
                </a:lnTo>
                <a:lnTo>
                  <a:pt x="355606" y="2223583"/>
                </a:lnTo>
                <a:lnTo>
                  <a:pt x="335766" y="2234603"/>
                </a:lnTo>
                <a:lnTo>
                  <a:pt x="315925" y="2245624"/>
                </a:lnTo>
                <a:lnTo>
                  <a:pt x="296085" y="2256644"/>
                </a:lnTo>
                <a:lnTo>
                  <a:pt x="276235" y="2267674"/>
                </a:lnTo>
                <a:lnTo>
                  <a:pt x="256394" y="2277828"/>
                </a:lnTo>
                <a:lnTo>
                  <a:pt x="236553" y="2266807"/>
                </a:lnTo>
                <a:lnTo>
                  <a:pt x="216713" y="2255777"/>
                </a:lnTo>
                <a:lnTo>
                  <a:pt x="196872" y="2244757"/>
                </a:lnTo>
                <a:lnTo>
                  <a:pt x="177022" y="2233736"/>
                </a:lnTo>
                <a:lnTo>
                  <a:pt x="157182" y="2222716"/>
                </a:lnTo>
                <a:lnTo>
                  <a:pt x="137341" y="2211686"/>
                </a:lnTo>
                <a:lnTo>
                  <a:pt x="117500" y="2200666"/>
                </a:lnTo>
                <a:lnTo>
                  <a:pt x="97650" y="2189645"/>
                </a:lnTo>
                <a:lnTo>
                  <a:pt x="77810" y="2178625"/>
                </a:lnTo>
                <a:lnTo>
                  <a:pt x="57969" y="2167595"/>
                </a:lnTo>
                <a:lnTo>
                  <a:pt x="38129" y="2156574"/>
                </a:lnTo>
                <a:lnTo>
                  <a:pt x="18288" y="2145554"/>
                </a:lnTo>
                <a:lnTo>
                  <a:pt x="0" y="2133610"/>
                </a:lnTo>
                <a:lnTo>
                  <a:pt x="0" y="2110911"/>
                </a:lnTo>
                <a:lnTo>
                  <a:pt x="0" y="2088213"/>
                </a:lnTo>
                <a:lnTo>
                  <a:pt x="0" y="2065515"/>
                </a:lnTo>
                <a:lnTo>
                  <a:pt x="0" y="2042817"/>
                </a:lnTo>
                <a:lnTo>
                  <a:pt x="0" y="2020119"/>
                </a:lnTo>
                <a:lnTo>
                  <a:pt x="0" y="1997421"/>
                </a:lnTo>
                <a:lnTo>
                  <a:pt x="0" y="1974723"/>
                </a:lnTo>
                <a:lnTo>
                  <a:pt x="0" y="1952025"/>
                </a:lnTo>
                <a:lnTo>
                  <a:pt x="0" y="1929327"/>
                </a:lnTo>
                <a:lnTo>
                  <a:pt x="0" y="1906629"/>
                </a:lnTo>
                <a:lnTo>
                  <a:pt x="0" y="1883931"/>
                </a:lnTo>
                <a:lnTo>
                  <a:pt x="0" y="1861233"/>
                </a:lnTo>
                <a:lnTo>
                  <a:pt x="0" y="1838535"/>
                </a:lnTo>
                <a:lnTo>
                  <a:pt x="0" y="1815836"/>
                </a:lnTo>
                <a:lnTo>
                  <a:pt x="0" y="1793138"/>
                </a:lnTo>
                <a:lnTo>
                  <a:pt x="0" y="1770440"/>
                </a:lnTo>
                <a:lnTo>
                  <a:pt x="0" y="1747742"/>
                </a:lnTo>
                <a:lnTo>
                  <a:pt x="0" y="1725044"/>
                </a:lnTo>
                <a:lnTo>
                  <a:pt x="0" y="1702346"/>
                </a:lnTo>
                <a:lnTo>
                  <a:pt x="0" y="1679648"/>
                </a:lnTo>
                <a:lnTo>
                  <a:pt x="0" y="1656950"/>
                </a:lnTo>
                <a:lnTo>
                  <a:pt x="0" y="1634252"/>
                </a:lnTo>
                <a:lnTo>
                  <a:pt x="0" y="1611554"/>
                </a:lnTo>
                <a:lnTo>
                  <a:pt x="0" y="1588856"/>
                </a:lnTo>
                <a:lnTo>
                  <a:pt x="0" y="1566158"/>
                </a:lnTo>
                <a:lnTo>
                  <a:pt x="0" y="1543460"/>
                </a:lnTo>
                <a:lnTo>
                  <a:pt x="0" y="1520762"/>
                </a:lnTo>
                <a:lnTo>
                  <a:pt x="0" y="1498063"/>
                </a:lnTo>
                <a:lnTo>
                  <a:pt x="0" y="1475365"/>
                </a:lnTo>
                <a:lnTo>
                  <a:pt x="0" y="1452667"/>
                </a:lnTo>
                <a:lnTo>
                  <a:pt x="0" y="1429969"/>
                </a:lnTo>
                <a:lnTo>
                  <a:pt x="0" y="1407271"/>
                </a:lnTo>
                <a:lnTo>
                  <a:pt x="0" y="1384573"/>
                </a:lnTo>
                <a:lnTo>
                  <a:pt x="0" y="1361875"/>
                </a:lnTo>
                <a:lnTo>
                  <a:pt x="0" y="1339177"/>
                </a:lnTo>
                <a:lnTo>
                  <a:pt x="0" y="1316479"/>
                </a:lnTo>
                <a:lnTo>
                  <a:pt x="0" y="1293781"/>
                </a:lnTo>
                <a:lnTo>
                  <a:pt x="0" y="1271083"/>
                </a:lnTo>
                <a:lnTo>
                  <a:pt x="0" y="1248385"/>
                </a:lnTo>
                <a:lnTo>
                  <a:pt x="0" y="1225687"/>
                </a:lnTo>
                <a:lnTo>
                  <a:pt x="0" y="1202988"/>
                </a:lnTo>
                <a:lnTo>
                  <a:pt x="0" y="1180290"/>
                </a:lnTo>
                <a:lnTo>
                  <a:pt x="0" y="1157592"/>
                </a:lnTo>
                <a:lnTo>
                  <a:pt x="0" y="1134904"/>
                </a:lnTo>
                <a:lnTo>
                  <a:pt x="0" y="1112206"/>
                </a:lnTo>
                <a:lnTo>
                  <a:pt x="0" y="1089508"/>
                </a:lnTo>
                <a:lnTo>
                  <a:pt x="0" y="1066810"/>
                </a:lnTo>
                <a:lnTo>
                  <a:pt x="0" y="1044111"/>
                </a:lnTo>
                <a:lnTo>
                  <a:pt x="0" y="1021413"/>
                </a:lnTo>
                <a:lnTo>
                  <a:pt x="0" y="998715"/>
                </a:lnTo>
                <a:lnTo>
                  <a:pt x="0" y="976017"/>
                </a:lnTo>
                <a:lnTo>
                  <a:pt x="0" y="953319"/>
                </a:lnTo>
                <a:lnTo>
                  <a:pt x="0" y="930621"/>
                </a:lnTo>
                <a:lnTo>
                  <a:pt x="0" y="907923"/>
                </a:lnTo>
                <a:lnTo>
                  <a:pt x="0" y="885225"/>
                </a:lnTo>
                <a:lnTo>
                  <a:pt x="0" y="862527"/>
                </a:lnTo>
                <a:lnTo>
                  <a:pt x="0" y="839829"/>
                </a:lnTo>
                <a:lnTo>
                  <a:pt x="0" y="817131"/>
                </a:lnTo>
                <a:lnTo>
                  <a:pt x="0" y="794433"/>
                </a:lnTo>
                <a:lnTo>
                  <a:pt x="0" y="771735"/>
                </a:lnTo>
                <a:lnTo>
                  <a:pt x="0" y="749036"/>
                </a:lnTo>
                <a:lnTo>
                  <a:pt x="0" y="726338"/>
                </a:lnTo>
                <a:lnTo>
                  <a:pt x="0" y="703640"/>
                </a:lnTo>
                <a:lnTo>
                  <a:pt x="0" y="680942"/>
                </a:lnTo>
                <a:lnTo>
                  <a:pt x="0" y="658244"/>
                </a:lnTo>
                <a:lnTo>
                  <a:pt x="0" y="635546"/>
                </a:lnTo>
                <a:lnTo>
                  <a:pt x="0" y="612848"/>
                </a:lnTo>
                <a:lnTo>
                  <a:pt x="0" y="590150"/>
                </a:lnTo>
                <a:lnTo>
                  <a:pt x="0" y="567452"/>
                </a:lnTo>
                <a:lnTo>
                  <a:pt x="0" y="544754"/>
                </a:lnTo>
                <a:lnTo>
                  <a:pt x="0" y="522056"/>
                </a:lnTo>
                <a:lnTo>
                  <a:pt x="0" y="499358"/>
                </a:lnTo>
                <a:lnTo>
                  <a:pt x="0" y="476660"/>
                </a:lnTo>
                <a:lnTo>
                  <a:pt x="0" y="453961"/>
                </a:lnTo>
                <a:lnTo>
                  <a:pt x="0" y="431263"/>
                </a:lnTo>
                <a:lnTo>
                  <a:pt x="0" y="408565"/>
                </a:lnTo>
                <a:lnTo>
                  <a:pt x="0" y="385867"/>
                </a:lnTo>
                <a:lnTo>
                  <a:pt x="0" y="363169"/>
                </a:lnTo>
                <a:lnTo>
                  <a:pt x="0" y="340471"/>
                </a:lnTo>
                <a:lnTo>
                  <a:pt x="0" y="317773"/>
                </a:lnTo>
                <a:lnTo>
                  <a:pt x="0" y="295075"/>
                </a:lnTo>
                <a:lnTo>
                  <a:pt x="0" y="272377"/>
                </a:lnTo>
                <a:lnTo>
                  <a:pt x="0" y="249679"/>
                </a:lnTo>
                <a:lnTo>
                  <a:pt x="0" y="226981"/>
                </a:lnTo>
                <a:lnTo>
                  <a:pt x="0" y="204283"/>
                </a:lnTo>
                <a:lnTo>
                  <a:pt x="0" y="181585"/>
                </a:lnTo>
                <a:lnTo>
                  <a:pt x="0" y="158887"/>
                </a:lnTo>
                <a:lnTo>
                  <a:pt x="0" y="136188"/>
                </a:lnTo>
                <a:lnTo>
                  <a:pt x="0" y="113490"/>
                </a:lnTo>
                <a:lnTo>
                  <a:pt x="0" y="90792"/>
                </a:lnTo>
                <a:lnTo>
                  <a:pt x="0" y="68094"/>
                </a:lnTo>
                <a:lnTo>
                  <a:pt x="0" y="45396"/>
                </a:lnTo>
                <a:lnTo>
                  <a:pt x="0" y="22698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23" name="phase-title-1">
            <a:extLst xmlns:a="http://schemas.openxmlformats.org/drawingml/2006/main">
              <a:ext uri="{FF2B5EF4-FFF2-40B4-BE49-F238E27FC236}">
                <a16:creationId xmlns:a16="http://schemas.microsoft.com/office/drawing/2014/main" id="{1A6EF04E-293F-4914-880C-AB0A9D835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4600280"/>
            <a:ext cx="1428750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培育与转化</a:t>
            </a:r>
          </a:p>
        </p:txBody>
      </p:sp>
      <p:sp>
        <p:nvSpPr>
          <p:cNvPr id="24" name="phase-body-1">
            <a:extLst xmlns:a="http://schemas.openxmlformats.org/drawingml/2006/main">
              <a:ext uri="{FF2B5EF4-FFF2-40B4-BE49-F238E27FC236}">
                <a16:creationId xmlns:a16="http://schemas.microsoft.com/office/drawing/2014/main" id="{26E49063-2D75-46B9-ABC3-A2E6EE6DD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4954486"/>
            <a:ext cx="1428750" cy="587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让有效意向沉</a:t>
            </a:r>
          </a:p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淀为长期价值</a:t>
            </a:r>
          </a:p>
        </p:txBody>
      </p:sp>
      <p:sp>
        <p:nvSpPr>
          <p:cNvPr id="25" name="action-icon-shell-1-0">
            <a:extLst xmlns:a="http://schemas.openxmlformats.org/drawingml/2006/main">
              <a:ext uri="{FF2B5EF4-FFF2-40B4-BE49-F238E27FC236}">
                <a16:creationId xmlns:a16="http://schemas.microsoft.com/office/drawing/2014/main" id="{876B88B7-A0D9-4081-8ECB-3434AB849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4899574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8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5b79e822d7d4bd9">
            <a:extLst>
              <a:ext uri="{96DAC541-7B7A-43D3-8B79-37D633B846F1}">
                <asvg:svgBlip xmlns:asvg="http://schemas.microsoft.com/office/drawing/2016/SVG/main" r:embed="Rff66d53398884580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4975774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27" name="action-title-1-0">
            <a:extLst xmlns:a="http://schemas.openxmlformats.org/drawingml/2006/main">
              <a:ext uri="{FF2B5EF4-FFF2-40B4-BE49-F238E27FC236}">
                <a16:creationId xmlns:a16="http://schemas.microsoft.com/office/drawing/2014/main" id="{7A62DC30-1B21-465D-B596-0243ABEB5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4838548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数据打通</a:t>
            </a:r>
          </a:p>
        </p:txBody>
      </p:sp>
      <p:sp>
        <p:nvSpPr>
          <p:cNvPr id="28" name="action-body-1-0">
            <a:extLst xmlns:a="http://schemas.openxmlformats.org/drawingml/2006/main">
              <a:ext uri="{FF2B5EF4-FFF2-40B4-BE49-F238E27FC236}">
                <a16:creationId xmlns:a16="http://schemas.microsoft.com/office/drawing/2014/main" id="{8D449690-7634-4665-92F4-725AF5A29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5067148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统一分析对象</a:t>
            </a:r>
          </a:p>
        </p:txBody>
      </p:sp>
      <p:sp>
        <p:nvSpPr>
          <p:cNvPr id="29" name="action-icon-shell-1-1">
            <a:extLst xmlns:a="http://schemas.openxmlformats.org/drawingml/2006/main">
              <a:ext uri="{FF2B5EF4-FFF2-40B4-BE49-F238E27FC236}">
                <a16:creationId xmlns:a16="http://schemas.microsoft.com/office/drawing/2014/main" id="{3A6BB3F6-0867-4A9D-B4E1-2DFCB060F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4899574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8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0becd4f72714832">
            <a:extLst>
              <a:ext uri="{96DAC541-7B7A-43D3-8B79-37D633B846F1}">
                <asvg:svgBlip xmlns:asvg="http://schemas.microsoft.com/office/drawing/2016/SVG/main" r:embed="Rbc73e067b3e14607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4975774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31" name="action-title-1-1">
            <a:extLst xmlns:a="http://schemas.openxmlformats.org/drawingml/2006/main">
              <a:ext uri="{FF2B5EF4-FFF2-40B4-BE49-F238E27FC236}">
                <a16:creationId xmlns:a16="http://schemas.microsoft.com/office/drawing/2014/main" id="{5D00CC0D-757C-4CE3-9EA7-85A3F3B2E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4838548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自动分群</a:t>
            </a:r>
          </a:p>
        </p:txBody>
      </p:sp>
      <p:sp>
        <p:nvSpPr>
          <p:cNvPr id="32" name="action-body-1-1">
            <a:extLst xmlns:a="http://schemas.openxmlformats.org/drawingml/2006/main">
              <a:ext uri="{FF2B5EF4-FFF2-40B4-BE49-F238E27FC236}">
                <a16:creationId xmlns:a16="http://schemas.microsoft.com/office/drawing/2014/main" id="{BCB81793-AE6C-4B15-B89F-8A0A01B1B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5067148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指导持续运营</a:t>
            </a:r>
          </a:p>
        </p:txBody>
      </p:sp>
      <p:sp>
        <p:nvSpPr>
          <p:cNvPr id="33" name="funnel-step-body-0">
            <a:extLst xmlns:a="http://schemas.openxmlformats.org/drawingml/2006/main">
              <a:ext uri="{FF2B5EF4-FFF2-40B4-BE49-F238E27FC236}">
                <a16:creationId xmlns:a16="http://schemas.microsoft.com/office/drawing/2014/main" id="{E54FBFD7-4DEA-4BD2-AD63-1DC3B3F07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52750" y="2514600"/>
            <a:ext cx="3327997" cy="627078"/>
          </a:xfrm>
          <a:custGeom xmlns:a="http://schemas.openxmlformats.org/drawingml/2006/main">
            <a:pathLst>
              <a:path w="3327997" h="627078">
                <a:moveTo>
                  <a:pt x="0" y="0"/>
                </a:moveTo>
                <a:lnTo>
                  <a:pt x="15573" y="26270"/>
                </a:lnTo>
                <a:lnTo>
                  <a:pt x="31156" y="52549"/>
                </a:lnTo>
                <a:lnTo>
                  <a:pt x="46730" y="78819"/>
                </a:lnTo>
                <a:lnTo>
                  <a:pt x="62313" y="105099"/>
                </a:lnTo>
                <a:lnTo>
                  <a:pt x="77886" y="131369"/>
                </a:lnTo>
                <a:lnTo>
                  <a:pt x="93459" y="157639"/>
                </a:lnTo>
                <a:lnTo>
                  <a:pt x="109042" y="183918"/>
                </a:lnTo>
                <a:lnTo>
                  <a:pt x="124616" y="210188"/>
                </a:lnTo>
                <a:lnTo>
                  <a:pt x="140198" y="236468"/>
                </a:lnTo>
                <a:lnTo>
                  <a:pt x="155772" y="262738"/>
                </a:lnTo>
                <a:lnTo>
                  <a:pt x="171345" y="289008"/>
                </a:lnTo>
                <a:lnTo>
                  <a:pt x="186928" y="315287"/>
                </a:lnTo>
                <a:lnTo>
                  <a:pt x="202502" y="341557"/>
                </a:lnTo>
                <a:lnTo>
                  <a:pt x="218084" y="367836"/>
                </a:lnTo>
                <a:lnTo>
                  <a:pt x="233658" y="394106"/>
                </a:lnTo>
                <a:lnTo>
                  <a:pt x="249231" y="420376"/>
                </a:lnTo>
                <a:lnTo>
                  <a:pt x="264814" y="446656"/>
                </a:lnTo>
                <a:lnTo>
                  <a:pt x="280387" y="472926"/>
                </a:lnTo>
                <a:lnTo>
                  <a:pt x="295970" y="499205"/>
                </a:lnTo>
                <a:lnTo>
                  <a:pt x="311544" y="525475"/>
                </a:lnTo>
                <a:lnTo>
                  <a:pt x="327117" y="551745"/>
                </a:lnTo>
                <a:lnTo>
                  <a:pt x="350701" y="568690"/>
                </a:lnTo>
                <a:lnTo>
                  <a:pt x="380333" y="576043"/>
                </a:lnTo>
                <a:lnTo>
                  <a:pt x="410423" y="581292"/>
                </a:lnTo>
                <a:lnTo>
                  <a:pt x="440674" y="585511"/>
                </a:lnTo>
                <a:lnTo>
                  <a:pt x="471011" y="589074"/>
                </a:lnTo>
                <a:lnTo>
                  <a:pt x="501396" y="592188"/>
                </a:lnTo>
                <a:lnTo>
                  <a:pt x="531809" y="594951"/>
                </a:lnTo>
                <a:lnTo>
                  <a:pt x="562251" y="597446"/>
                </a:lnTo>
                <a:lnTo>
                  <a:pt x="592712" y="599713"/>
                </a:lnTo>
                <a:lnTo>
                  <a:pt x="623192" y="601780"/>
                </a:lnTo>
                <a:lnTo>
                  <a:pt x="653672" y="603704"/>
                </a:lnTo>
                <a:lnTo>
                  <a:pt x="684162" y="605485"/>
                </a:lnTo>
                <a:lnTo>
                  <a:pt x="714661" y="607133"/>
                </a:lnTo>
                <a:lnTo>
                  <a:pt x="745169" y="608686"/>
                </a:lnTo>
                <a:lnTo>
                  <a:pt x="775678" y="610124"/>
                </a:lnTo>
                <a:lnTo>
                  <a:pt x="806196" y="611467"/>
                </a:lnTo>
                <a:lnTo>
                  <a:pt x="836714" y="612734"/>
                </a:lnTo>
                <a:lnTo>
                  <a:pt x="867232" y="613924"/>
                </a:lnTo>
                <a:lnTo>
                  <a:pt x="897760" y="615039"/>
                </a:lnTo>
                <a:lnTo>
                  <a:pt x="928287" y="616087"/>
                </a:lnTo>
                <a:lnTo>
                  <a:pt x="958815" y="617068"/>
                </a:lnTo>
                <a:lnTo>
                  <a:pt x="989343" y="617992"/>
                </a:lnTo>
                <a:lnTo>
                  <a:pt x="1019870" y="618858"/>
                </a:lnTo>
                <a:lnTo>
                  <a:pt x="1050407" y="619677"/>
                </a:lnTo>
                <a:lnTo>
                  <a:pt x="1080945" y="620439"/>
                </a:lnTo>
                <a:lnTo>
                  <a:pt x="1111482" y="621154"/>
                </a:lnTo>
                <a:lnTo>
                  <a:pt x="1142019" y="621821"/>
                </a:lnTo>
                <a:lnTo>
                  <a:pt x="1172556" y="622440"/>
                </a:lnTo>
                <a:lnTo>
                  <a:pt x="1203093" y="623021"/>
                </a:lnTo>
                <a:lnTo>
                  <a:pt x="1233630" y="623554"/>
                </a:lnTo>
                <a:lnTo>
                  <a:pt x="1264177" y="624049"/>
                </a:lnTo>
                <a:lnTo>
                  <a:pt x="1294714" y="624497"/>
                </a:lnTo>
                <a:lnTo>
                  <a:pt x="1325251" y="624916"/>
                </a:lnTo>
                <a:lnTo>
                  <a:pt x="1355798" y="625288"/>
                </a:lnTo>
                <a:lnTo>
                  <a:pt x="1386335" y="625631"/>
                </a:lnTo>
                <a:lnTo>
                  <a:pt x="1416882" y="625926"/>
                </a:lnTo>
                <a:lnTo>
                  <a:pt x="1447429" y="626193"/>
                </a:lnTo>
                <a:lnTo>
                  <a:pt x="1477966" y="626421"/>
                </a:lnTo>
                <a:lnTo>
                  <a:pt x="1508512" y="626621"/>
                </a:lnTo>
                <a:lnTo>
                  <a:pt x="1539059" y="626783"/>
                </a:lnTo>
                <a:lnTo>
                  <a:pt x="1569606" y="626907"/>
                </a:lnTo>
                <a:lnTo>
                  <a:pt x="1600143" y="626993"/>
                </a:lnTo>
                <a:lnTo>
                  <a:pt x="1630690" y="627050"/>
                </a:lnTo>
                <a:lnTo>
                  <a:pt x="1661236" y="627078"/>
                </a:lnTo>
                <a:lnTo>
                  <a:pt x="1691783" y="627059"/>
                </a:lnTo>
                <a:lnTo>
                  <a:pt x="1722320" y="627021"/>
                </a:lnTo>
                <a:lnTo>
                  <a:pt x="1752867" y="626945"/>
                </a:lnTo>
                <a:lnTo>
                  <a:pt x="1783413" y="626831"/>
                </a:lnTo>
                <a:lnTo>
                  <a:pt x="1813951" y="626678"/>
                </a:lnTo>
                <a:lnTo>
                  <a:pt x="1844497" y="626497"/>
                </a:lnTo>
                <a:lnTo>
                  <a:pt x="1875044" y="626278"/>
                </a:lnTo>
                <a:lnTo>
                  <a:pt x="1905581" y="626031"/>
                </a:lnTo>
                <a:lnTo>
                  <a:pt x="1936128" y="625735"/>
                </a:lnTo>
                <a:lnTo>
                  <a:pt x="1966674" y="625412"/>
                </a:lnTo>
                <a:lnTo>
                  <a:pt x="1997212" y="625050"/>
                </a:lnTo>
                <a:lnTo>
                  <a:pt x="2027758" y="624650"/>
                </a:lnTo>
                <a:lnTo>
                  <a:pt x="2058295" y="624211"/>
                </a:lnTo>
                <a:lnTo>
                  <a:pt x="2088833" y="623735"/>
                </a:lnTo>
                <a:lnTo>
                  <a:pt x="2119379" y="623221"/>
                </a:lnTo>
                <a:lnTo>
                  <a:pt x="2149916" y="622659"/>
                </a:lnTo>
                <a:lnTo>
                  <a:pt x="2180453" y="622049"/>
                </a:lnTo>
                <a:lnTo>
                  <a:pt x="2210991" y="621401"/>
                </a:lnTo>
                <a:lnTo>
                  <a:pt x="2241528" y="620706"/>
                </a:lnTo>
                <a:lnTo>
                  <a:pt x="2272065" y="619963"/>
                </a:lnTo>
                <a:lnTo>
                  <a:pt x="2302593" y="619173"/>
                </a:lnTo>
                <a:lnTo>
                  <a:pt x="2333130" y="618325"/>
                </a:lnTo>
                <a:lnTo>
                  <a:pt x="2363657" y="617420"/>
                </a:lnTo>
                <a:lnTo>
                  <a:pt x="2394194" y="616458"/>
                </a:lnTo>
                <a:lnTo>
                  <a:pt x="2424713" y="615429"/>
                </a:lnTo>
                <a:lnTo>
                  <a:pt x="2455240" y="614343"/>
                </a:lnTo>
                <a:lnTo>
                  <a:pt x="2485768" y="613181"/>
                </a:lnTo>
                <a:lnTo>
                  <a:pt x="2516286" y="611953"/>
                </a:lnTo>
                <a:lnTo>
                  <a:pt x="2546795" y="610629"/>
                </a:lnTo>
                <a:lnTo>
                  <a:pt x="2577313" y="609219"/>
                </a:lnTo>
                <a:lnTo>
                  <a:pt x="2607821" y="607724"/>
                </a:lnTo>
                <a:lnTo>
                  <a:pt x="2638320" y="606104"/>
                </a:lnTo>
                <a:lnTo>
                  <a:pt x="2668819" y="604371"/>
                </a:lnTo>
                <a:lnTo>
                  <a:pt x="2699299" y="602513"/>
                </a:lnTo>
                <a:lnTo>
                  <a:pt x="2729779" y="600504"/>
                </a:lnTo>
                <a:lnTo>
                  <a:pt x="2760250" y="598303"/>
                </a:lnTo>
                <a:lnTo>
                  <a:pt x="2790692" y="595903"/>
                </a:lnTo>
                <a:lnTo>
                  <a:pt x="2821124" y="593246"/>
                </a:lnTo>
                <a:lnTo>
                  <a:pt x="2851518" y="590274"/>
                </a:lnTo>
                <a:lnTo>
                  <a:pt x="2881874" y="586892"/>
                </a:lnTo>
                <a:lnTo>
                  <a:pt x="2912164" y="582940"/>
                </a:lnTo>
                <a:lnTo>
                  <a:pt x="2942330" y="578148"/>
                </a:lnTo>
                <a:lnTo>
                  <a:pt x="2972200" y="571795"/>
                </a:lnTo>
                <a:lnTo>
                  <a:pt x="3000566" y="560870"/>
                </a:lnTo>
                <a:lnTo>
                  <a:pt x="3016453" y="535181"/>
                </a:lnTo>
                <a:lnTo>
                  <a:pt x="3032027" y="508911"/>
                </a:lnTo>
                <a:lnTo>
                  <a:pt x="3047609" y="482632"/>
                </a:lnTo>
                <a:lnTo>
                  <a:pt x="3063183" y="456362"/>
                </a:lnTo>
                <a:lnTo>
                  <a:pt x="3078756" y="430092"/>
                </a:lnTo>
                <a:lnTo>
                  <a:pt x="3094339" y="403812"/>
                </a:lnTo>
                <a:lnTo>
                  <a:pt x="3109913" y="377542"/>
                </a:lnTo>
                <a:lnTo>
                  <a:pt x="3125495" y="351263"/>
                </a:lnTo>
                <a:lnTo>
                  <a:pt x="3141069" y="324993"/>
                </a:lnTo>
                <a:lnTo>
                  <a:pt x="3156642" y="298714"/>
                </a:lnTo>
                <a:lnTo>
                  <a:pt x="3172225" y="272444"/>
                </a:lnTo>
                <a:lnTo>
                  <a:pt x="3187798" y="246174"/>
                </a:lnTo>
                <a:lnTo>
                  <a:pt x="3203381" y="219894"/>
                </a:lnTo>
                <a:lnTo>
                  <a:pt x="3218955" y="193624"/>
                </a:lnTo>
                <a:lnTo>
                  <a:pt x="3234528" y="167354"/>
                </a:lnTo>
                <a:lnTo>
                  <a:pt x="3250111" y="141075"/>
                </a:lnTo>
                <a:lnTo>
                  <a:pt x="3265684" y="114805"/>
                </a:lnTo>
                <a:lnTo>
                  <a:pt x="3281267" y="88525"/>
                </a:lnTo>
                <a:lnTo>
                  <a:pt x="3296841" y="62255"/>
                </a:lnTo>
                <a:lnTo>
                  <a:pt x="3312414" y="35985"/>
                </a:lnTo>
                <a:lnTo>
                  <a:pt x="3327997" y="9706"/>
                </a:lnTo>
                <a:lnTo>
                  <a:pt x="3319005" y="10963"/>
                </a:lnTo>
                <a:lnTo>
                  <a:pt x="3289468" y="18612"/>
                </a:lnTo>
                <a:lnTo>
                  <a:pt x="3259360" y="23746"/>
                </a:lnTo>
                <a:lnTo>
                  <a:pt x="3229089" y="27813"/>
                </a:lnTo>
                <a:lnTo>
                  <a:pt x="3198733" y="31223"/>
                </a:lnTo>
                <a:lnTo>
                  <a:pt x="3168329" y="34195"/>
                </a:lnTo>
                <a:lnTo>
                  <a:pt x="3137906" y="36833"/>
                </a:lnTo>
                <a:lnTo>
                  <a:pt x="3107455" y="39224"/>
                </a:lnTo>
                <a:lnTo>
                  <a:pt x="3076985" y="41396"/>
                </a:lnTo>
                <a:lnTo>
                  <a:pt x="3046505" y="43405"/>
                </a:lnTo>
                <a:lnTo>
                  <a:pt x="3016025" y="45263"/>
                </a:lnTo>
                <a:lnTo>
                  <a:pt x="2985526" y="46987"/>
                </a:lnTo>
                <a:lnTo>
                  <a:pt x="2955026" y="48606"/>
                </a:lnTo>
                <a:lnTo>
                  <a:pt x="2924518" y="50121"/>
                </a:lnTo>
                <a:lnTo>
                  <a:pt x="2894009" y="51549"/>
                </a:lnTo>
                <a:lnTo>
                  <a:pt x="2863491" y="52892"/>
                </a:lnTo>
                <a:lnTo>
                  <a:pt x="2832973" y="54169"/>
                </a:lnTo>
                <a:lnTo>
                  <a:pt x="2802455" y="55369"/>
                </a:lnTo>
                <a:lnTo>
                  <a:pt x="2771927" y="56512"/>
                </a:lnTo>
                <a:lnTo>
                  <a:pt x="2741409" y="57588"/>
                </a:lnTo>
                <a:lnTo>
                  <a:pt x="2710882" y="58617"/>
                </a:lnTo>
                <a:lnTo>
                  <a:pt x="2680354" y="59598"/>
                </a:lnTo>
                <a:lnTo>
                  <a:pt x="2649817" y="60522"/>
                </a:lnTo>
                <a:lnTo>
                  <a:pt x="2619289" y="61408"/>
                </a:lnTo>
                <a:lnTo>
                  <a:pt x="2588752" y="62246"/>
                </a:lnTo>
                <a:lnTo>
                  <a:pt x="2558225" y="63046"/>
                </a:lnTo>
                <a:lnTo>
                  <a:pt x="2527687" y="63808"/>
                </a:lnTo>
                <a:lnTo>
                  <a:pt x="2497150" y="64522"/>
                </a:lnTo>
                <a:lnTo>
                  <a:pt x="2466613" y="65208"/>
                </a:lnTo>
                <a:lnTo>
                  <a:pt x="2436076" y="65856"/>
                </a:lnTo>
                <a:lnTo>
                  <a:pt x="2405539" y="66475"/>
                </a:lnTo>
                <a:lnTo>
                  <a:pt x="2375002" y="67066"/>
                </a:lnTo>
                <a:lnTo>
                  <a:pt x="2344464" y="67618"/>
                </a:lnTo>
                <a:lnTo>
                  <a:pt x="2313918" y="68151"/>
                </a:lnTo>
                <a:lnTo>
                  <a:pt x="2283381" y="68647"/>
                </a:lnTo>
                <a:lnTo>
                  <a:pt x="2252843" y="69104"/>
                </a:lnTo>
                <a:lnTo>
                  <a:pt x="2222297" y="69552"/>
                </a:lnTo>
                <a:lnTo>
                  <a:pt x="2191760" y="69961"/>
                </a:lnTo>
                <a:lnTo>
                  <a:pt x="2161213" y="70352"/>
                </a:lnTo>
                <a:lnTo>
                  <a:pt x="2130676" y="70714"/>
                </a:lnTo>
                <a:lnTo>
                  <a:pt x="2100129" y="71047"/>
                </a:lnTo>
                <a:lnTo>
                  <a:pt x="2069592" y="71352"/>
                </a:lnTo>
                <a:lnTo>
                  <a:pt x="2039045" y="71638"/>
                </a:lnTo>
                <a:lnTo>
                  <a:pt x="2008499" y="71904"/>
                </a:lnTo>
                <a:lnTo>
                  <a:pt x="1977962" y="72152"/>
                </a:lnTo>
                <a:lnTo>
                  <a:pt x="1947415" y="72361"/>
                </a:lnTo>
                <a:lnTo>
                  <a:pt x="1916868" y="72552"/>
                </a:lnTo>
                <a:lnTo>
                  <a:pt x="1886331" y="72714"/>
                </a:lnTo>
                <a:lnTo>
                  <a:pt x="1855784" y="72857"/>
                </a:lnTo>
                <a:lnTo>
                  <a:pt x="1825238" y="73000"/>
                </a:lnTo>
                <a:lnTo>
                  <a:pt x="1794691" y="73085"/>
                </a:lnTo>
                <a:lnTo>
                  <a:pt x="1764154" y="73171"/>
                </a:lnTo>
                <a:lnTo>
                  <a:pt x="1733607" y="73238"/>
                </a:lnTo>
                <a:lnTo>
                  <a:pt x="1703060" y="73266"/>
                </a:lnTo>
                <a:lnTo>
                  <a:pt x="1672514" y="73285"/>
                </a:lnTo>
                <a:lnTo>
                  <a:pt x="1641977" y="73276"/>
                </a:lnTo>
                <a:lnTo>
                  <a:pt x="1611430" y="73247"/>
                </a:lnTo>
                <a:lnTo>
                  <a:pt x="1580883" y="73200"/>
                </a:lnTo>
                <a:lnTo>
                  <a:pt x="1550337" y="73114"/>
                </a:lnTo>
                <a:lnTo>
                  <a:pt x="1519799" y="73038"/>
                </a:lnTo>
                <a:lnTo>
                  <a:pt x="1489253" y="72914"/>
                </a:lnTo>
                <a:lnTo>
                  <a:pt x="1458706" y="72771"/>
                </a:lnTo>
                <a:lnTo>
                  <a:pt x="1428159" y="72619"/>
                </a:lnTo>
                <a:lnTo>
                  <a:pt x="1397622" y="72438"/>
                </a:lnTo>
                <a:lnTo>
                  <a:pt x="1367076" y="72228"/>
                </a:lnTo>
                <a:lnTo>
                  <a:pt x="1336529" y="71999"/>
                </a:lnTo>
                <a:lnTo>
                  <a:pt x="1305992" y="71742"/>
                </a:lnTo>
                <a:lnTo>
                  <a:pt x="1275445" y="71466"/>
                </a:lnTo>
                <a:lnTo>
                  <a:pt x="1244908" y="71161"/>
                </a:lnTo>
                <a:lnTo>
                  <a:pt x="1214361" y="70837"/>
                </a:lnTo>
                <a:lnTo>
                  <a:pt x="1183815" y="70485"/>
                </a:lnTo>
                <a:lnTo>
                  <a:pt x="1153277" y="70104"/>
                </a:lnTo>
                <a:lnTo>
                  <a:pt x="1122731" y="69704"/>
                </a:lnTo>
                <a:lnTo>
                  <a:pt x="1092194" y="69275"/>
                </a:lnTo>
                <a:lnTo>
                  <a:pt x="1061657" y="68818"/>
                </a:lnTo>
                <a:lnTo>
                  <a:pt x="1031110" y="68332"/>
                </a:lnTo>
                <a:lnTo>
                  <a:pt x="1000573" y="67818"/>
                </a:lnTo>
                <a:lnTo>
                  <a:pt x="970036" y="67275"/>
                </a:lnTo>
                <a:lnTo>
                  <a:pt x="939498" y="66704"/>
                </a:lnTo>
                <a:lnTo>
                  <a:pt x="908952" y="66094"/>
                </a:lnTo>
                <a:lnTo>
                  <a:pt x="878415" y="65456"/>
                </a:lnTo>
                <a:lnTo>
                  <a:pt x="847877" y="64780"/>
                </a:lnTo>
                <a:lnTo>
                  <a:pt x="817340" y="64075"/>
                </a:lnTo>
                <a:lnTo>
                  <a:pt x="786813" y="63322"/>
                </a:lnTo>
                <a:lnTo>
                  <a:pt x="756275" y="62541"/>
                </a:lnTo>
                <a:lnTo>
                  <a:pt x="725738" y="61722"/>
                </a:lnTo>
                <a:lnTo>
                  <a:pt x="695211" y="60855"/>
                </a:lnTo>
                <a:lnTo>
                  <a:pt x="664683" y="59941"/>
                </a:lnTo>
                <a:lnTo>
                  <a:pt x="634146" y="58988"/>
                </a:lnTo>
                <a:lnTo>
                  <a:pt x="603618" y="57979"/>
                </a:lnTo>
                <a:lnTo>
                  <a:pt x="573100" y="56912"/>
                </a:lnTo>
                <a:lnTo>
                  <a:pt x="542573" y="55797"/>
                </a:lnTo>
                <a:lnTo>
                  <a:pt x="512054" y="54616"/>
                </a:lnTo>
                <a:lnTo>
                  <a:pt x="481536" y="53369"/>
                </a:lnTo>
                <a:lnTo>
                  <a:pt x="451018" y="52054"/>
                </a:lnTo>
                <a:lnTo>
                  <a:pt x="420500" y="50654"/>
                </a:lnTo>
                <a:lnTo>
                  <a:pt x="389992" y="49178"/>
                </a:lnTo>
                <a:lnTo>
                  <a:pt x="359493" y="47596"/>
                </a:lnTo>
                <a:lnTo>
                  <a:pt x="328994" y="45911"/>
                </a:lnTo>
                <a:lnTo>
                  <a:pt x="298504" y="44110"/>
                </a:lnTo>
                <a:lnTo>
                  <a:pt x="268024" y="42158"/>
                </a:lnTo>
                <a:lnTo>
                  <a:pt x="237554" y="40043"/>
                </a:lnTo>
                <a:lnTo>
                  <a:pt x="207093" y="37748"/>
                </a:lnTo>
                <a:lnTo>
                  <a:pt x="176651" y="35204"/>
                </a:lnTo>
                <a:lnTo>
                  <a:pt x="146247" y="32366"/>
                </a:lnTo>
                <a:lnTo>
                  <a:pt x="115872" y="29127"/>
                </a:lnTo>
                <a:lnTo>
                  <a:pt x="85563" y="25337"/>
                </a:lnTo>
                <a:lnTo>
                  <a:pt x="55378" y="20679"/>
                </a:lnTo>
                <a:lnTo>
                  <a:pt x="25517" y="14297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34" name="funnel-step-cap-0">
            <a:extLst xmlns:a="http://schemas.openxmlformats.org/drawingml/2006/main">
              <a:ext uri="{FF2B5EF4-FFF2-40B4-BE49-F238E27FC236}">
                <a16:creationId xmlns:a16="http://schemas.microsoft.com/office/drawing/2014/main" id="{CF98B524-4025-4917-BACE-554873CAC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52750" y="2410358"/>
            <a:ext cx="3333750" cy="2084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35" name="funnel-step-body-1">
            <a:extLst xmlns:a="http://schemas.openxmlformats.org/drawingml/2006/main">
              <a:ext uri="{FF2B5EF4-FFF2-40B4-BE49-F238E27FC236}">
                <a16:creationId xmlns:a16="http://schemas.microsoft.com/office/drawing/2014/main" id="{D6191F41-9BCF-48C9-BE68-B9B456C42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281077" y="3242310"/>
            <a:ext cx="2676249" cy="627078"/>
          </a:xfrm>
          <a:custGeom xmlns:a="http://schemas.openxmlformats.org/drawingml/2006/main">
            <a:pathLst>
              <a:path w="2676249" h="627078">
                <a:moveTo>
                  <a:pt x="0" y="0"/>
                </a:moveTo>
                <a:lnTo>
                  <a:pt x="10516" y="23165"/>
                </a:lnTo>
                <a:lnTo>
                  <a:pt x="21022" y="46330"/>
                </a:lnTo>
                <a:lnTo>
                  <a:pt x="31537" y="69494"/>
                </a:lnTo>
                <a:lnTo>
                  <a:pt x="42043" y="92659"/>
                </a:lnTo>
                <a:lnTo>
                  <a:pt x="52559" y="115824"/>
                </a:lnTo>
                <a:lnTo>
                  <a:pt x="63065" y="138998"/>
                </a:lnTo>
                <a:lnTo>
                  <a:pt x="73581" y="162163"/>
                </a:lnTo>
                <a:lnTo>
                  <a:pt x="84087" y="185328"/>
                </a:lnTo>
                <a:lnTo>
                  <a:pt x="94602" y="208493"/>
                </a:lnTo>
                <a:lnTo>
                  <a:pt x="105108" y="231658"/>
                </a:lnTo>
                <a:lnTo>
                  <a:pt x="115624" y="254822"/>
                </a:lnTo>
                <a:lnTo>
                  <a:pt x="126130" y="277987"/>
                </a:lnTo>
                <a:lnTo>
                  <a:pt x="136646" y="301152"/>
                </a:lnTo>
                <a:lnTo>
                  <a:pt x="147152" y="324317"/>
                </a:lnTo>
                <a:lnTo>
                  <a:pt x="157667" y="347482"/>
                </a:lnTo>
                <a:lnTo>
                  <a:pt x="168173" y="370656"/>
                </a:lnTo>
                <a:lnTo>
                  <a:pt x="178689" y="393821"/>
                </a:lnTo>
                <a:lnTo>
                  <a:pt x="189195" y="416985"/>
                </a:lnTo>
                <a:lnTo>
                  <a:pt x="199711" y="440150"/>
                </a:lnTo>
                <a:lnTo>
                  <a:pt x="210217" y="463315"/>
                </a:lnTo>
                <a:lnTo>
                  <a:pt x="220732" y="486480"/>
                </a:lnTo>
                <a:lnTo>
                  <a:pt x="231238" y="509645"/>
                </a:lnTo>
                <a:lnTo>
                  <a:pt x="241754" y="532809"/>
                </a:lnTo>
                <a:lnTo>
                  <a:pt x="251698" y="556146"/>
                </a:lnTo>
                <a:lnTo>
                  <a:pt x="272405" y="569814"/>
                </a:lnTo>
                <a:lnTo>
                  <a:pt x="296847" y="576853"/>
                </a:lnTo>
                <a:lnTo>
                  <a:pt x="321755" y="581997"/>
                </a:lnTo>
                <a:lnTo>
                  <a:pt x="346843" y="586169"/>
                </a:lnTo>
                <a:lnTo>
                  <a:pt x="372037" y="589721"/>
                </a:lnTo>
                <a:lnTo>
                  <a:pt x="397278" y="592817"/>
                </a:lnTo>
                <a:lnTo>
                  <a:pt x="422567" y="595579"/>
                </a:lnTo>
                <a:lnTo>
                  <a:pt x="447885" y="598065"/>
                </a:lnTo>
                <a:lnTo>
                  <a:pt x="473221" y="600332"/>
                </a:lnTo>
                <a:lnTo>
                  <a:pt x="498577" y="602409"/>
                </a:lnTo>
                <a:lnTo>
                  <a:pt x="523942" y="604323"/>
                </a:lnTo>
                <a:lnTo>
                  <a:pt x="549326" y="606095"/>
                </a:lnTo>
                <a:lnTo>
                  <a:pt x="574710" y="607752"/>
                </a:lnTo>
                <a:lnTo>
                  <a:pt x="600104" y="609286"/>
                </a:lnTo>
                <a:lnTo>
                  <a:pt x="625497" y="610724"/>
                </a:lnTo>
                <a:lnTo>
                  <a:pt x="650900" y="612067"/>
                </a:lnTo>
                <a:lnTo>
                  <a:pt x="676313" y="613324"/>
                </a:lnTo>
                <a:lnTo>
                  <a:pt x="701726" y="614496"/>
                </a:lnTo>
                <a:lnTo>
                  <a:pt x="727139" y="615610"/>
                </a:lnTo>
                <a:lnTo>
                  <a:pt x="752551" y="616649"/>
                </a:lnTo>
                <a:lnTo>
                  <a:pt x="777973" y="617620"/>
                </a:lnTo>
                <a:lnTo>
                  <a:pt x="803396" y="618534"/>
                </a:lnTo>
                <a:lnTo>
                  <a:pt x="828818" y="619382"/>
                </a:lnTo>
                <a:lnTo>
                  <a:pt x="854250" y="620182"/>
                </a:lnTo>
                <a:lnTo>
                  <a:pt x="879672" y="620935"/>
                </a:lnTo>
                <a:lnTo>
                  <a:pt x="905104" y="621630"/>
                </a:lnTo>
                <a:lnTo>
                  <a:pt x="930535" y="622278"/>
                </a:lnTo>
                <a:lnTo>
                  <a:pt x="955967" y="622887"/>
                </a:lnTo>
                <a:lnTo>
                  <a:pt x="981399" y="623440"/>
                </a:lnTo>
                <a:lnTo>
                  <a:pt x="1006831" y="623954"/>
                </a:lnTo>
                <a:lnTo>
                  <a:pt x="1032262" y="624430"/>
                </a:lnTo>
                <a:lnTo>
                  <a:pt x="1057704" y="624859"/>
                </a:lnTo>
                <a:lnTo>
                  <a:pt x="1083135" y="625250"/>
                </a:lnTo>
                <a:lnTo>
                  <a:pt x="1108577" y="625602"/>
                </a:lnTo>
                <a:lnTo>
                  <a:pt x="1134008" y="625916"/>
                </a:lnTo>
                <a:lnTo>
                  <a:pt x="1159450" y="626183"/>
                </a:lnTo>
                <a:lnTo>
                  <a:pt x="1184881" y="626421"/>
                </a:lnTo>
                <a:lnTo>
                  <a:pt x="1210323" y="626621"/>
                </a:lnTo>
                <a:lnTo>
                  <a:pt x="1235764" y="626783"/>
                </a:lnTo>
                <a:lnTo>
                  <a:pt x="1261205" y="626916"/>
                </a:lnTo>
                <a:lnTo>
                  <a:pt x="1286637" y="627002"/>
                </a:lnTo>
                <a:lnTo>
                  <a:pt x="1312078" y="627059"/>
                </a:lnTo>
                <a:lnTo>
                  <a:pt x="1337520" y="627078"/>
                </a:lnTo>
                <a:lnTo>
                  <a:pt x="1362951" y="627059"/>
                </a:lnTo>
                <a:lnTo>
                  <a:pt x="1388393" y="627012"/>
                </a:lnTo>
                <a:lnTo>
                  <a:pt x="1413834" y="626926"/>
                </a:lnTo>
                <a:lnTo>
                  <a:pt x="1439275" y="626802"/>
                </a:lnTo>
                <a:lnTo>
                  <a:pt x="1464707" y="626640"/>
                </a:lnTo>
                <a:lnTo>
                  <a:pt x="1490148" y="626440"/>
                </a:lnTo>
                <a:lnTo>
                  <a:pt x="1515589" y="626212"/>
                </a:lnTo>
                <a:lnTo>
                  <a:pt x="1541021" y="625935"/>
                </a:lnTo>
                <a:lnTo>
                  <a:pt x="1566462" y="625631"/>
                </a:lnTo>
                <a:lnTo>
                  <a:pt x="1591894" y="625278"/>
                </a:lnTo>
                <a:lnTo>
                  <a:pt x="1617335" y="624897"/>
                </a:lnTo>
                <a:lnTo>
                  <a:pt x="1642767" y="624469"/>
                </a:lnTo>
                <a:lnTo>
                  <a:pt x="1668199" y="623992"/>
                </a:lnTo>
                <a:lnTo>
                  <a:pt x="1693640" y="623487"/>
                </a:lnTo>
                <a:lnTo>
                  <a:pt x="1719072" y="622935"/>
                </a:lnTo>
                <a:lnTo>
                  <a:pt x="1744504" y="622335"/>
                </a:lnTo>
                <a:lnTo>
                  <a:pt x="1769936" y="621687"/>
                </a:lnTo>
                <a:lnTo>
                  <a:pt x="1795358" y="620992"/>
                </a:lnTo>
                <a:lnTo>
                  <a:pt x="1820789" y="620249"/>
                </a:lnTo>
                <a:lnTo>
                  <a:pt x="1846212" y="619449"/>
                </a:lnTo>
                <a:lnTo>
                  <a:pt x="1871643" y="618601"/>
                </a:lnTo>
                <a:lnTo>
                  <a:pt x="1897066" y="617696"/>
                </a:lnTo>
                <a:lnTo>
                  <a:pt x="1922478" y="616734"/>
                </a:lnTo>
                <a:lnTo>
                  <a:pt x="1947901" y="615696"/>
                </a:lnTo>
                <a:lnTo>
                  <a:pt x="1973313" y="614591"/>
                </a:lnTo>
                <a:lnTo>
                  <a:pt x="1998726" y="613420"/>
                </a:lnTo>
                <a:lnTo>
                  <a:pt x="2024139" y="612172"/>
                </a:lnTo>
                <a:lnTo>
                  <a:pt x="2049542" y="610838"/>
                </a:lnTo>
                <a:lnTo>
                  <a:pt x="2074936" y="609400"/>
                </a:lnTo>
                <a:lnTo>
                  <a:pt x="2100329" y="607876"/>
                </a:lnTo>
                <a:lnTo>
                  <a:pt x="2125713" y="606238"/>
                </a:lnTo>
                <a:lnTo>
                  <a:pt x="2151097" y="604466"/>
                </a:lnTo>
                <a:lnTo>
                  <a:pt x="2176463" y="602571"/>
                </a:lnTo>
                <a:lnTo>
                  <a:pt x="2201818" y="600513"/>
                </a:lnTo>
                <a:lnTo>
                  <a:pt x="2227155" y="598256"/>
                </a:lnTo>
                <a:lnTo>
                  <a:pt x="2252472" y="595789"/>
                </a:lnTo>
                <a:lnTo>
                  <a:pt x="2277761" y="593055"/>
                </a:lnTo>
                <a:lnTo>
                  <a:pt x="2303021" y="589988"/>
                </a:lnTo>
                <a:lnTo>
                  <a:pt x="2328215" y="586483"/>
                </a:lnTo>
                <a:lnTo>
                  <a:pt x="2353313" y="582368"/>
                </a:lnTo>
                <a:lnTo>
                  <a:pt x="2378250" y="577320"/>
                </a:lnTo>
                <a:lnTo>
                  <a:pt x="2402748" y="570509"/>
                </a:lnTo>
                <a:lnTo>
                  <a:pt x="2424465" y="557975"/>
                </a:lnTo>
                <a:lnTo>
                  <a:pt x="2434495" y="534686"/>
                </a:lnTo>
                <a:lnTo>
                  <a:pt x="2445001" y="511521"/>
                </a:lnTo>
                <a:lnTo>
                  <a:pt x="2455516" y="488356"/>
                </a:lnTo>
                <a:lnTo>
                  <a:pt x="2466023" y="465191"/>
                </a:lnTo>
                <a:lnTo>
                  <a:pt x="2476538" y="442027"/>
                </a:lnTo>
                <a:lnTo>
                  <a:pt x="2487044" y="418862"/>
                </a:lnTo>
                <a:lnTo>
                  <a:pt x="2497560" y="395697"/>
                </a:lnTo>
                <a:lnTo>
                  <a:pt x="2508066" y="372532"/>
                </a:lnTo>
                <a:lnTo>
                  <a:pt x="2518581" y="349367"/>
                </a:lnTo>
                <a:lnTo>
                  <a:pt x="2529088" y="326203"/>
                </a:lnTo>
                <a:lnTo>
                  <a:pt x="2539603" y="303028"/>
                </a:lnTo>
                <a:lnTo>
                  <a:pt x="2550109" y="279864"/>
                </a:lnTo>
                <a:lnTo>
                  <a:pt x="2560625" y="256699"/>
                </a:lnTo>
                <a:lnTo>
                  <a:pt x="2571131" y="233534"/>
                </a:lnTo>
                <a:lnTo>
                  <a:pt x="2581646" y="210369"/>
                </a:lnTo>
                <a:lnTo>
                  <a:pt x="2592153" y="187204"/>
                </a:lnTo>
                <a:lnTo>
                  <a:pt x="2602668" y="164040"/>
                </a:lnTo>
                <a:lnTo>
                  <a:pt x="2613174" y="140875"/>
                </a:lnTo>
                <a:lnTo>
                  <a:pt x="2623690" y="117710"/>
                </a:lnTo>
                <a:lnTo>
                  <a:pt x="2634196" y="94545"/>
                </a:lnTo>
                <a:lnTo>
                  <a:pt x="2644712" y="71371"/>
                </a:lnTo>
                <a:lnTo>
                  <a:pt x="2655227" y="48206"/>
                </a:lnTo>
                <a:lnTo>
                  <a:pt x="2665733" y="25041"/>
                </a:lnTo>
                <a:lnTo>
                  <a:pt x="2676249" y="1876"/>
                </a:lnTo>
                <a:lnTo>
                  <a:pt x="2659266" y="13364"/>
                </a:lnTo>
                <a:lnTo>
                  <a:pt x="2634777" y="20203"/>
                </a:lnTo>
                <a:lnTo>
                  <a:pt x="2609821" y="25098"/>
                </a:lnTo>
                <a:lnTo>
                  <a:pt x="2584685" y="29042"/>
                </a:lnTo>
                <a:lnTo>
                  <a:pt x="2559472" y="32385"/>
                </a:lnTo>
                <a:lnTo>
                  <a:pt x="2534202" y="35319"/>
                </a:lnTo>
                <a:lnTo>
                  <a:pt x="2508895" y="37929"/>
                </a:lnTo>
                <a:lnTo>
                  <a:pt x="2483568" y="40300"/>
                </a:lnTo>
                <a:lnTo>
                  <a:pt x="2458222" y="42462"/>
                </a:lnTo>
                <a:lnTo>
                  <a:pt x="2432866" y="44453"/>
                </a:lnTo>
                <a:lnTo>
                  <a:pt x="2407491" y="46292"/>
                </a:lnTo>
                <a:lnTo>
                  <a:pt x="2382107" y="48006"/>
                </a:lnTo>
                <a:lnTo>
                  <a:pt x="2356723" y="49616"/>
                </a:lnTo>
                <a:lnTo>
                  <a:pt x="2331329" y="51130"/>
                </a:lnTo>
                <a:lnTo>
                  <a:pt x="2305926" y="52549"/>
                </a:lnTo>
                <a:lnTo>
                  <a:pt x="2280523" y="53883"/>
                </a:lnTo>
                <a:lnTo>
                  <a:pt x="2255120" y="55150"/>
                </a:lnTo>
                <a:lnTo>
                  <a:pt x="2229707" y="56340"/>
                </a:lnTo>
                <a:lnTo>
                  <a:pt x="2204295" y="57464"/>
                </a:lnTo>
                <a:lnTo>
                  <a:pt x="2178872" y="58541"/>
                </a:lnTo>
                <a:lnTo>
                  <a:pt x="2153460" y="59550"/>
                </a:lnTo>
                <a:lnTo>
                  <a:pt x="2128037" y="60512"/>
                </a:lnTo>
                <a:lnTo>
                  <a:pt x="2102615" y="61436"/>
                </a:lnTo>
                <a:lnTo>
                  <a:pt x="2077193" y="62303"/>
                </a:lnTo>
                <a:lnTo>
                  <a:pt x="2051761" y="63122"/>
                </a:lnTo>
                <a:lnTo>
                  <a:pt x="2026339" y="63913"/>
                </a:lnTo>
                <a:lnTo>
                  <a:pt x="2000907" y="64656"/>
                </a:lnTo>
                <a:lnTo>
                  <a:pt x="1975485" y="65351"/>
                </a:lnTo>
                <a:lnTo>
                  <a:pt x="1950053" y="66018"/>
                </a:lnTo>
                <a:lnTo>
                  <a:pt x="1924622" y="66646"/>
                </a:lnTo>
                <a:lnTo>
                  <a:pt x="1899190" y="67247"/>
                </a:lnTo>
                <a:lnTo>
                  <a:pt x="1873758" y="67808"/>
                </a:lnTo>
                <a:lnTo>
                  <a:pt x="1848326" y="68342"/>
                </a:lnTo>
                <a:lnTo>
                  <a:pt x="1822885" y="68847"/>
                </a:lnTo>
                <a:lnTo>
                  <a:pt x="1797453" y="69323"/>
                </a:lnTo>
                <a:lnTo>
                  <a:pt x="1772021" y="69761"/>
                </a:lnTo>
                <a:lnTo>
                  <a:pt x="1746580" y="70180"/>
                </a:lnTo>
                <a:lnTo>
                  <a:pt x="1721148" y="70561"/>
                </a:lnTo>
                <a:lnTo>
                  <a:pt x="1695707" y="70923"/>
                </a:lnTo>
                <a:lnTo>
                  <a:pt x="1670275" y="71257"/>
                </a:lnTo>
                <a:lnTo>
                  <a:pt x="1644834" y="71561"/>
                </a:lnTo>
                <a:lnTo>
                  <a:pt x="1619402" y="71838"/>
                </a:lnTo>
                <a:lnTo>
                  <a:pt x="1593961" y="72095"/>
                </a:lnTo>
                <a:lnTo>
                  <a:pt x="1568529" y="72323"/>
                </a:lnTo>
                <a:lnTo>
                  <a:pt x="1543088" y="72523"/>
                </a:lnTo>
                <a:lnTo>
                  <a:pt x="1517647" y="72704"/>
                </a:lnTo>
                <a:lnTo>
                  <a:pt x="1492215" y="72866"/>
                </a:lnTo>
                <a:lnTo>
                  <a:pt x="1466774" y="72990"/>
                </a:lnTo>
                <a:lnTo>
                  <a:pt x="1441333" y="73095"/>
                </a:lnTo>
                <a:lnTo>
                  <a:pt x="1415891" y="73181"/>
                </a:lnTo>
                <a:lnTo>
                  <a:pt x="1390460" y="73238"/>
                </a:lnTo>
                <a:lnTo>
                  <a:pt x="1365018" y="73276"/>
                </a:lnTo>
                <a:lnTo>
                  <a:pt x="1339577" y="73295"/>
                </a:lnTo>
                <a:lnTo>
                  <a:pt x="1314136" y="73285"/>
                </a:lnTo>
                <a:lnTo>
                  <a:pt x="1288704" y="73247"/>
                </a:lnTo>
                <a:lnTo>
                  <a:pt x="1263263" y="73190"/>
                </a:lnTo>
                <a:lnTo>
                  <a:pt x="1237821" y="73104"/>
                </a:lnTo>
                <a:lnTo>
                  <a:pt x="1212390" y="73009"/>
                </a:lnTo>
                <a:lnTo>
                  <a:pt x="1186948" y="72876"/>
                </a:lnTo>
                <a:lnTo>
                  <a:pt x="1161507" y="72714"/>
                </a:lnTo>
                <a:lnTo>
                  <a:pt x="1136066" y="72542"/>
                </a:lnTo>
                <a:lnTo>
                  <a:pt x="1110634" y="72342"/>
                </a:lnTo>
                <a:lnTo>
                  <a:pt x="1085193" y="72114"/>
                </a:lnTo>
                <a:lnTo>
                  <a:pt x="1059752" y="71866"/>
                </a:lnTo>
                <a:lnTo>
                  <a:pt x="1034320" y="71580"/>
                </a:lnTo>
                <a:lnTo>
                  <a:pt x="1008878" y="71276"/>
                </a:lnTo>
                <a:lnTo>
                  <a:pt x="983447" y="70952"/>
                </a:lnTo>
                <a:lnTo>
                  <a:pt x="958005" y="70590"/>
                </a:lnTo>
                <a:lnTo>
                  <a:pt x="932574" y="70209"/>
                </a:lnTo>
                <a:lnTo>
                  <a:pt x="907142" y="69799"/>
                </a:lnTo>
                <a:lnTo>
                  <a:pt x="881701" y="69361"/>
                </a:lnTo>
                <a:lnTo>
                  <a:pt x="856269" y="68885"/>
                </a:lnTo>
                <a:lnTo>
                  <a:pt x="830837" y="68390"/>
                </a:lnTo>
                <a:lnTo>
                  <a:pt x="805405" y="67856"/>
                </a:lnTo>
                <a:lnTo>
                  <a:pt x="779964" y="67294"/>
                </a:lnTo>
                <a:lnTo>
                  <a:pt x="754532" y="66704"/>
                </a:lnTo>
                <a:lnTo>
                  <a:pt x="729101" y="66075"/>
                </a:lnTo>
                <a:lnTo>
                  <a:pt x="703678" y="65408"/>
                </a:lnTo>
                <a:lnTo>
                  <a:pt x="678247" y="64713"/>
                </a:lnTo>
                <a:lnTo>
                  <a:pt x="652815" y="63970"/>
                </a:lnTo>
                <a:lnTo>
                  <a:pt x="627393" y="63189"/>
                </a:lnTo>
                <a:lnTo>
                  <a:pt x="601970" y="62370"/>
                </a:lnTo>
                <a:lnTo>
                  <a:pt x="576539" y="61503"/>
                </a:lnTo>
                <a:lnTo>
                  <a:pt x="551117" y="60589"/>
                </a:lnTo>
                <a:lnTo>
                  <a:pt x="525694" y="59636"/>
                </a:lnTo>
                <a:lnTo>
                  <a:pt x="500282" y="58617"/>
                </a:lnTo>
                <a:lnTo>
                  <a:pt x="474859" y="57560"/>
                </a:lnTo>
                <a:lnTo>
                  <a:pt x="449447" y="56426"/>
                </a:lnTo>
                <a:lnTo>
                  <a:pt x="424034" y="55245"/>
                </a:lnTo>
                <a:lnTo>
                  <a:pt x="398631" y="53988"/>
                </a:lnTo>
                <a:lnTo>
                  <a:pt x="373228" y="52664"/>
                </a:lnTo>
                <a:lnTo>
                  <a:pt x="347824" y="51245"/>
                </a:lnTo>
                <a:lnTo>
                  <a:pt x="322431" y="49740"/>
                </a:lnTo>
                <a:lnTo>
                  <a:pt x="297047" y="48139"/>
                </a:lnTo>
                <a:lnTo>
                  <a:pt x="271663" y="46444"/>
                </a:lnTo>
                <a:lnTo>
                  <a:pt x="246288" y="44606"/>
                </a:lnTo>
                <a:lnTo>
                  <a:pt x="220932" y="42624"/>
                </a:lnTo>
                <a:lnTo>
                  <a:pt x="195577" y="40481"/>
                </a:lnTo>
                <a:lnTo>
                  <a:pt x="170250" y="38129"/>
                </a:lnTo>
                <a:lnTo>
                  <a:pt x="144942" y="35538"/>
                </a:lnTo>
                <a:lnTo>
                  <a:pt x="119672" y="32633"/>
                </a:lnTo>
                <a:lnTo>
                  <a:pt x="94450" y="29327"/>
                </a:lnTo>
                <a:lnTo>
                  <a:pt x="69313" y="25451"/>
                </a:lnTo>
                <a:lnTo>
                  <a:pt x="44329" y="20650"/>
                </a:lnTo>
                <a:lnTo>
                  <a:pt x="19774" y="14049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36" name="funnel-step-cap-1">
            <a:extLst xmlns:a="http://schemas.openxmlformats.org/drawingml/2006/main">
              <a:ext uri="{FF2B5EF4-FFF2-40B4-BE49-F238E27FC236}">
                <a16:creationId xmlns:a16="http://schemas.microsoft.com/office/drawing/2014/main" id="{C3817BA5-A9B6-4F21-B7FE-4BB853124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281067" y="3138068"/>
            <a:ext cx="2677106" cy="2084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37" name="funnel-step-body-2">
            <a:extLst xmlns:a="http://schemas.openxmlformats.org/drawingml/2006/main">
              <a:ext uri="{FF2B5EF4-FFF2-40B4-BE49-F238E27FC236}">
                <a16:creationId xmlns:a16="http://schemas.microsoft.com/office/drawing/2014/main" id="{99AD7E7C-1787-4575-916B-51C2C3B50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532346" y="3970020"/>
            <a:ext cx="2171271" cy="627069"/>
          </a:xfrm>
          <a:custGeom xmlns:a="http://schemas.openxmlformats.org/drawingml/2006/main">
            <a:pathLst>
              <a:path w="2171271" h="627069">
                <a:moveTo>
                  <a:pt x="0" y="0"/>
                </a:moveTo>
                <a:lnTo>
                  <a:pt x="8163" y="19774"/>
                </a:lnTo>
                <a:lnTo>
                  <a:pt x="16326" y="39548"/>
                </a:lnTo>
                <a:lnTo>
                  <a:pt x="24489" y="59312"/>
                </a:lnTo>
                <a:lnTo>
                  <a:pt x="32652" y="79086"/>
                </a:lnTo>
                <a:lnTo>
                  <a:pt x="40805" y="98860"/>
                </a:lnTo>
                <a:lnTo>
                  <a:pt x="48968" y="118634"/>
                </a:lnTo>
                <a:lnTo>
                  <a:pt x="57131" y="138408"/>
                </a:lnTo>
                <a:lnTo>
                  <a:pt x="65294" y="158182"/>
                </a:lnTo>
                <a:lnTo>
                  <a:pt x="73457" y="177946"/>
                </a:lnTo>
                <a:lnTo>
                  <a:pt x="81620" y="197720"/>
                </a:lnTo>
                <a:lnTo>
                  <a:pt x="89783" y="217494"/>
                </a:lnTo>
                <a:lnTo>
                  <a:pt x="97946" y="237268"/>
                </a:lnTo>
                <a:lnTo>
                  <a:pt x="106109" y="257042"/>
                </a:lnTo>
                <a:lnTo>
                  <a:pt x="114271" y="276816"/>
                </a:lnTo>
                <a:lnTo>
                  <a:pt x="122425" y="296580"/>
                </a:lnTo>
                <a:lnTo>
                  <a:pt x="130588" y="316354"/>
                </a:lnTo>
                <a:lnTo>
                  <a:pt x="138751" y="336128"/>
                </a:lnTo>
                <a:lnTo>
                  <a:pt x="146914" y="355902"/>
                </a:lnTo>
                <a:lnTo>
                  <a:pt x="155077" y="375676"/>
                </a:lnTo>
                <a:lnTo>
                  <a:pt x="163239" y="395449"/>
                </a:lnTo>
                <a:lnTo>
                  <a:pt x="171402" y="415214"/>
                </a:lnTo>
                <a:lnTo>
                  <a:pt x="179565" y="434988"/>
                </a:lnTo>
                <a:lnTo>
                  <a:pt x="187728" y="454762"/>
                </a:lnTo>
                <a:lnTo>
                  <a:pt x="195882" y="474536"/>
                </a:lnTo>
                <a:lnTo>
                  <a:pt x="204045" y="494309"/>
                </a:lnTo>
                <a:lnTo>
                  <a:pt x="212207" y="514083"/>
                </a:lnTo>
                <a:lnTo>
                  <a:pt x="220370" y="533848"/>
                </a:lnTo>
                <a:lnTo>
                  <a:pt x="228533" y="553622"/>
                </a:lnTo>
                <a:lnTo>
                  <a:pt x="242526" y="568481"/>
                </a:lnTo>
                <a:lnTo>
                  <a:pt x="262452" y="576196"/>
                </a:lnTo>
                <a:lnTo>
                  <a:pt x="283112" y="581730"/>
                </a:lnTo>
                <a:lnTo>
                  <a:pt x="304038" y="586169"/>
                </a:lnTo>
                <a:lnTo>
                  <a:pt x="325098" y="589902"/>
                </a:lnTo>
                <a:lnTo>
                  <a:pt x="346234" y="593160"/>
                </a:lnTo>
                <a:lnTo>
                  <a:pt x="367436" y="596036"/>
                </a:lnTo>
                <a:lnTo>
                  <a:pt x="388668" y="598627"/>
                </a:lnTo>
                <a:lnTo>
                  <a:pt x="409927" y="600980"/>
                </a:lnTo>
                <a:lnTo>
                  <a:pt x="431206" y="603123"/>
                </a:lnTo>
                <a:lnTo>
                  <a:pt x="452504" y="605104"/>
                </a:lnTo>
                <a:lnTo>
                  <a:pt x="473821" y="606923"/>
                </a:lnTo>
                <a:lnTo>
                  <a:pt x="495148" y="608619"/>
                </a:lnTo>
                <a:lnTo>
                  <a:pt x="516474" y="610181"/>
                </a:lnTo>
                <a:lnTo>
                  <a:pt x="537820" y="611648"/>
                </a:lnTo>
                <a:lnTo>
                  <a:pt x="559165" y="613010"/>
                </a:lnTo>
                <a:lnTo>
                  <a:pt x="580520" y="614286"/>
                </a:lnTo>
                <a:lnTo>
                  <a:pt x="601875" y="615467"/>
                </a:lnTo>
                <a:lnTo>
                  <a:pt x="623240" y="616582"/>
                </a:lnTo>
                <a:lnTo>
                  <a:pt x="644604" y="617630"/>
                </a:lnTo>
                <a:lnTo>
                  <a:pt x="665969" y="618592"/>
                </a:lnTo>
                <a:lnTo>
                  <a:pt x="687343" y="619496"/>
                </a:lnTo>
                <a:lnTo>
                  <a:pt x="708717" y="620335"/>
                </a:lnTo>
                <a:lnTo>
                  <a:pt x="730091" y="621116"/>
                </a:lnTo>
                <a:lnTo>
                  <a:pt x="751475" y="621849"/>
                </a:lnTo>
                <a:lnTo>
                  <a:pt x="772849" y="622525"/>
                </a:lnTo>
                <a:lnTo>
                  <a:pt x="794233" y="623145"/>
                </a:lnTo>
                <a:lnTo>
                  <a:pt x="815616" y="623716"/>
                </a:lnTo>
                <a:lnTo>
                  <a:pt x="837000" y="624230"/>
                </a:lnTo>
                <a:lnTo>
                  <a:pt x="858383" y="624707"/>
                </a:lnTo>
                <a:lnTo>
                  <a:pt x="879777" y="625135"/>
                </a:lnTo>
                <a:lnTo>
                  <a:pt x="901160" y="625526"/>
                </a:lnTo>
                <a:lnTo>
                  <a:pt x="922544" y="625859"/>
                </a:lnTo>
                <a:lnTo>
                  <a:pt x="943937" y="626164"/>
                </a:lnTo>
                <a:lnTo>
                  <a:pt x="965321" y="626412"/>
                </a:lnTo>
                <a:lnTo>
                  <a:pt x="986714" y="626631"/>
                </a:lnTo>
                <a:lnTo>
                  <a:pt x="1008107" y="626802"/>
                </a:lnTo>
                <a:lnTo>
                  <a:pt x="1029491" y="626926"/>
                </a:lnTo>
                <a:lnTo>
                  <a:pt x="1050884" y="627021"/>
                </a:lnTo>
                <a:lnTo>
                  <a:pt x="1072277" y="627069"/>
                </a:lnTo>
                <a:lnTo>
                  <a:pt x="1093670" y="627069"/>
                </a:lnTo>
                <a:lnTo>
                  <a:pt x="1115054" y="627040"/>
                </a:lnTo>
                <a:lnTo>
                  <a:pt x="1136447" y="626964"/>
                </a:lnTo>
                <a:lnTo>
                  <a:pt x="1157840" y="626850"/>
                </a:lnTo>
                <a:lnTo>
                  <a:pt x="1179224" y="626697"/>
                </a:lnTo>
                <a:lnTo>
                  <a:pt x="1200617" y="626507"/>
                </a:lnTo>
                <a:lnTo>
                  <a:pt x="1222010" y="626269"/>
                </a:lnTo>
                <a:lnTo>
                  <a:pt x="1243394" y="625993"/>
                </a:lnTo>
                <a:lnTo>
                  <a:pt x="1264787" y="625669"/>
                </a:lnTo>
                <a:lnTo>
                  <a:pt x="1286170" y="625297"/>
                </a:lnTo>
                <a:lnTo>
                  <a:pt x="1307554" y="624888"/>
                </a:lnTo>
                <a:lnTo>
                  <a:pt x="1328947" y="624430"/>
                </a:lnTo>
                <a:lnTo>
                  <a:pt x="1350331" y="623926"/>
                </a:lnTo>
                <a:lnTo>
                  <a:pt x="1371714" y="623373"/>
                </a:lnTo>
                <a:lnTo>
                  <a:pt x="1393098" y="622773"/>
                </a:lnTo>
                <a:lnTo>
                  <a:pt x="1414472" y="622125"/>
                </a:lnTo>
                <a:lnTo>
                  <a:pt x="1435856" y="621421"/>
                </a:lnTo>
                <a:lnTo>
                  <a:pt x="1457230" y="620659"/>
                </a:lnTo>
                <a:lnTo>
                  <a:pt x="1478604" y="619839"/>
                </a:lnTo>
                <a:lnTo>
                  <a:pt x="1499978" y="618963"/>
                </a:lnTo>
                <a:lnTo>
                  <a:pt x="1521352" y="618020"/>
                </a:lnTo>
                <a:lnTo>
                  <a:pt x="1542717" y="617010"/>
                </a:lnTo>
                <a:lnTo>
                  <a:pt x="1564081" y="615934"/>
                </a:lnTo>
                <a:lnTo>
                  <a:pt x="1585436" y="614772"/>
                </a:lnTo>
                <a:lnTo>
                  <a:pt x="1606791" y="613534"/>
                </a:lnTo>
                <a:lnTo>
                  <a:pt x="1628146" y="612210"/>
                </a:lnTo>
                <a:lnTo>
                  <a:pt x="1649482" y="610791"/>
                </a:lnTo>
                <a:lnTo>
                  <a:pt x="1670818" y="609257"/>
                </a:lnTo>
                <a:lnTo>
                  <a:pt x="1692145" y="607619"/>
                </a:lnTo>
                <a:lnTo>
                  <a:pt x="1713462" y="605847"/>
                </a:lnTo>
                <a:lnTo>
                  <a:pt x="1734769" y="603942"/>
                </a:lnTo>
                <a:lnTo>
                  <a:pt x="1756058" y="601866"/>
                </a:lnTo>
                <a:lnTo>
                  <a:pt x="1777327" y="599599"/>
                </a:lnTo>
                <a:lnTo>
                  <a:pt x="1798577" y="597113"/>
                </a:lnTo>
                <a:lnTo>
                  <a:pt x="1819789" y="594360"/>
                </a:lnTo>
                <a:lnTo>
                  <a:pt x="1840954" y="591264"/>
                </a:lnTo>
                <a:lnTo>
                  <a:pt x="1862052" y="587740"/>
                </a:lnTo>
                <a:lnTo>
                  <a:pt x="1883045" y="583616"/>
                </a:lnTo>
                <a:lnTo>
                  <a:pt x="1903828" y="578606"/>
                </a:lnTo>
                <a:lnTo>
                  <a:pt x="1924164" y="571995"/>
                </a:lnTo>
                <a:lnTo>
                  <a:pt x="1942490" y="561251"/>
                </a:lnTo>
                <a:lnTo>
                  <a:pt x="1950901" y="541811"/>
                </a:lnTo>
                <a:lnTo>
                  <a:pt x="1959064" y="522046"/>
                </a:lnTo>
                <a:lnTo>
                  <a:pt x="1967227" y="502272"/>
                </a:lnTo>
                <a:lnTo>
                  <a:pt x="1975380" y="482498"/>
                </a:lnTo>
                <a:lnTo>
                  <a:pt x="1983543" y="462725"/>
                </a:lnTo>
                <a:lnTo>
                  <a:pt x="1991706" y="442951"/>
                </a:lnTo>
                <a:lnTo>
                  <a:pt x="1999869" y="423177"/>
                </a:lnTo>
                <a:lnTo>
                  <a:pt x="2008032" y="403412"/>
                </a:lnTo>
                <a:lnTo>
                  <a:pt x="2016195" y="383638"/>
                </a:lnTo>
                <a:lnTo>
                  <a:pt x="2024358" y="363865"/>
                </a:lnTo>
                <a:lnTo>
                  <a:pt x="2032521" y="344091"/>
                </a:lnTo>
                <a:lnTo>
                  <a:pt x="2040684" y="324317"/>
                </a:lnTo>
                <a:lnTo>
                  <a:pt x="2048837" y="304543"/>
                </a:lnTo>
                <a:lnTo>
                  <a:pt x="2057000" y="284778"/>
                </a:lnTo>
                <a:lnTo>
                  <a:pt x="2065163" y="265005"/>
                </a:lnTo>
                <a:lnTo>
                  <a:pt x="2073326" y="245231"/>
                </a:lnTo>
                <a:lnTo>
                  <a:pt x="2081489" y="225457"/>
                </a:lnTo>
                <a:lnTo>
                  <a:pt x="2089652" y="205683"/>
                </a:lnTo>
                <a:lnTo>
                  <a:pt x="2097815" y="185918"/>
                </a:lnTo>
                <a:lnTo>
                  <a:pt x="2105978" y="166145"/>
                </a:lnTo>
                <a:lnTo>
                  <a:pt x="2114140" y="146371"/>
                </a:lnTo>
                <a:lnTo>
                  <a:pt x="2122303" y="126597"/>
                </a:lnTo>
                <a:lnTo>
                  <a:pt x="2130457" y="106823"/>
                </a:lnTo>
                <a:lnTo>
                  <a:pt x="2138620" y="87049"/>
                </a:lnTo>
                <a:lnTo>
                  <a:pt x="2146783" y="67285"/>
                </a:lnTo>
                <a:lnTo>
                  <a:pt x="2154946" y="47511"/>
                </a:lnTo>
                <a:lnTo>
                  <a:pt x="2163108" y="27737"/>
                </a:lnTo>
                <a:lnTo>
                  <a:pt x="2171271" y="7963"/>
                </a:lnTo>
                <a:lnTo>
                  <a:pt x="2167071" y="9706"/>
                </a:lnTo>
                <a:lnTo>
                  <a:pt x="2147430" y="18059"/>
                </a:lnTo>
                <a:lnTo>
                  <a:pt x="2126780" y="23584"/>
                </a:lnTo>
                <a:lnTo>
                  <a:pt x="2105825" y="27889"/>
                </a:lnTo>
                <a:lnTo>
                  <a:pt x="2084746" y="31499"/>
                </a:lnTo>
                <a:lnTo>
                  <a:pt x="2063582" y="34623"/>
                </a:lnTo>
                <a:lnTo>
                  <a:pt x="2042370" y="37386"/>
                </a:lnTo>
                <a:lnTo>
                  <a:pt x="2021129" y="39881"/>
                </a:lnTo>
                <a:lnTo>
                  <a:pt x="1999859" y="42148"/>
                </a:lnTo>
                <a:lnTo>
                  <a:pt x="1978562" y="44225"/>
                </a:lnTo>
                <a:lnTo>
                  <a:pt x="1957264" y="46149"/>
                </a:lnTo>
                <a:lnTo>
                  <a:pt x="1935947" y="47939"/>
                </a:lnTo>
                <a:lnTo>
                  <a:pt x="1914620" y="49597"/>
                </a:lnTo>
                <a:lnTo>
                  <a:pt x="1893284" y="51159"/>
                </a:lnTo>
                <a:lnTo>
                  <a:pt x="1871948" y="52626"/>
                </a:lnTo>
                <a:lnTo>
                  <a:pt x="1850603" y="53997"/>
                </a:lnTo>
                <a:lnTo>
                  <a:pt x="1829248" y="55293"/>
                </a:lnTo>
                <a:lnTo>
                  <a:pt x="1807893" y="56521"/>
                </a:lnTo>
                <a:lnTo>
                  <a:pt x="1786538" y="57674"/>
                </a:lnTo>
                <a:lnTo>
                  <a:pt x="1765173" y="58769"/>
                </a:lnTo>
                <a:lnTo>
                  <a:pt x="1743808" y="59807"/>
                </a:lnTo>
                <a:lnTo>
                  <a:pt x="1722434" y="60789"/>
                </a:lnTo>
                <a:lnTo>
                  <a:pt x="1701070" y="61722"/>
                </a:lnTo>
                <a:lnTo>
                  <a:pt x="1679696" y="62608"/>
                </a:lnTo>
                <a:lnTo>
                  <a:pt x="1658322" y="63446"/>
                </a:lnTo>
                <a:lnTo>
                  <a:pt x="1636947" y="64237"/>
                </a:lnTo>
                <a:lnTo>
                  <a:pt x="1615564" y="64980"/>
                </a:lnTo>
                <a:lnTo>
                  <a:pt x="1594190" y="65694"/>
                </a:lnTo>
                <a:lnTo>
                  <a:pt x="1572806" y="66361"/>
                </a:lnTo>
                <a:lnTo>
                  <a:pt x="1551432" y="66999"/>
                </a:lnTo>
                <a:lnTo>
                  <a:pt x="1530048" y="67599"/>
                </a:lnTo>
                <a:lnTo>
                  <a:pt x="1508665" y="68161"/>
                </a:lnTo>
                <a:lnTo>
                  <a:pt x="1487281" y="68694"/>
                </a:lnTo>
                <a:lnTo>
                  <a:pt x="1465898" y="69190"/>
                </a:lnTo>
                <a:lnTo>
                  <a:pt x="1444504" y="69656"/>
                </a:lnTo>
                <a:lnTo>
                  <a:pt x="1423121" y="70094"/>
                </a:lnTo>
                <a:lnTo>
                  <a:pt x="1401737" y="70495"/>
                </a:lnTo>
                <a:lnTo>
                  <a:pt x="1380344" y="70876"/>
                </a:lnTo>
                <a:lnTo>
                  <a:pt x="1358960" y="71218"/>
                </a:lnTo>
                <a:lnTo>
                  <a:pt x="1337567" y="71542"/>
                </a:lnTo>
                <a:lnTo>
                  <a:pt x="1316184" y="71828"/>
                </a:lnTo>
                <a:lnTo>
                  <a:pt x="1294790" y="72095"/>
                </a:lnTo>
                <a:lnTo>
                  <a:pt x="1273407" y="72323"/>
                </a:lnTo>
                <a:lnTo>
                  <a:pt x="1252014" y="72533"/>
                </a:lnTo>
                <a:lnTo>
                  <a:pt x="1230620" y="72723"/>
                </a:lnTo>
                <a:lnTo>
                  <a:pt x="1209237" y="72885"/>
                </a:lnTo>
                <a:lnTo>
                  <a:pt x="1187844" y="73019"/>
                </a:lnTo>
                <a:lnTo>
                  <a:pt x="1166451" y="73123"/>
                </a:lnTo>
                <a:lnTo>
                  <a:pt x="1145067" y="73200"/>
                </a:lnTo>
                <a:lnTo>
                  <a:pt x="1123674" y="73257"/>
                </a:lnTo>
                <a:lnTo>
                  <a:pt x="1102281" y="73285"/>
                </a:lnTo>
                <a:lnTo>
                  <a:pt x="1080887" y="73295"/>
                </a:lnTo>
                <a:lnTo>
                  <a:pt x="1059504" y="73276"/>
                </a:lnTo>
                <a:lnTo>
                  <a:pt x="1038111" y="73228"/>
                </a:lnTo>
                <a:lnTo>
                  <a:pt x="1016718" y="73152"/>
                </a:lnTo>
                <a:lnTo>
                  <a:pt x="995324" y="73057"/>
                </a:lnTo>
                <a:lnTo>
                  <a:pt x="973941" y="72933"/>
                </a:lnTo>
                <a:lnTo>
                  <a:pt x="952548" y="72790"/>
                </a:lnTo>
                <a:lnTo>
                  <a:pt x="931154" y="72619"/>
                </a:lnTo>
                <a:lnTo>
                  <a:pt x="909771" y="72419"/>
                </a:lnTo>
                <a:lnTo>
                  <a:pt x="888378" y="72190"/>
                </a:lnTo>
                <a:lnTo>
                  <a:pt x="866994" y="71933"/>
                </a:lnTo>
                <a:lnTo>
                  <a:pt x="845601" y="71657"/>
                </a:lnTo>
                <a:lnTo>
                  <a:pt x="824217" y="71352"/>
                </a:lnTo>
                <a:lnTo>
                  <a:pt x="802824" y="71018"/>
                </a:lnTo>
                <a:lnTo>
                  <a:pt x="781441" y="70656"/>
                </a:lnTo>
                <a:lnTo>
                  <a:pt x="760047" y="70266"/>
                </a:lnTo>
                <a:lnTo>
                  <a:pt x="738664" y="69837"/>
                </a:lnTo>
                <a:lnTo>
                  <a:pt x="717280" y="69380"/>
                </a:lnTo>
                <a:lnTo>
                  <a:pt x="695897" y="68894"/>
                </a:lnTo>
                <a:lnTo>
                  <a:pt x="674513" y="68380"/>
                </a:lnTo>
                <a:lnTo>
                  <a:pt x="653129" y="67828"/>
                </a:lnTo>
                <a:lnTo>
                  <a:pt x="631746" y="67247"/>
                </a:lnTo>
                <a:lnTo>
                  <a:pt x="610362" y="66627"/>
                </a:lnTo>
                <a:lnTo>
                  <a:pt x="588978" y="65970"/>
                </a:lnTo>
                <a:lnTo>
                  <a:pt x="567604" y="65275"/>
                </a:lnTo>
                <a:lnTo>
                  <a:pt x="546221" y="64541"/>
                </a:lnTo>
                <a:lnTo>
                  <a:pt x="524847" y="63770"/>
                </a:lnTo>
                <a:lnTo>
                  <a:pt x="503472" y="62951"/>
                </a:lnTo>
                <a:lnTo>
                  <a:pt x="482098" y="62093"/>
                </a:lnTo>
                <a:lnTo>
                  <a:pt x="460724" y="61179"/>
                </a:lnTo>
                <a:lnTo>
                  <a:pt x="439360" y="60217"/>
                </a:lnTo>
                <a:lnTo>
                  <a:pt x="417995" y="59198"/>
                </a:lnTo>
                <a:lnTo>
                  <a:pt x="396631" y="58131"/>
                </a:lnTo>
                <a:lnTo>
                  <a:pt x="375266" y="56998"/>
                </a:lnTo>
                <a:lnTo>
                  <a:pt x="353911" y="55797"/>
                </a:lnTo>
                <a:lnTo>
                  <a:pt x="332556" y="54531"/>
                </a:lnTo>
                <a:lnTo>
                  <a:pt x="311210" y="53178"/>
                </a:lnTo>
                <a:lnTo>
                  <a:pt x="289865" y="51759"/>
                </a:lnTo>
                <a:lnTo>
                  <a:pt x="268529" y="50235"/>
                </a:lnTo>
                <a:lnTo>
                  <a:pt x="247202" y="48616"/>
                </a:lnTo>
                <a:lnTo>
                  <a:pt x="225876" y="46882"/>
                </a:lnTo>
                <a:lnTo>
                  <a:pt x="204568" y="45015"/>
                </a:lnTo>
                <a:lnTo>
                  <a:pt x="183271" y="43005"/>
                </a:lnTo>
                <a:lnTo>
                  <a:pt x="162001" y="40815"/>
                </a:lnTo>
                <a:lnTo>
                  <a:pt x="140741" y="38424"/>
                </a:lnTo>
                <a:lnTo>
                  <a:pt x="119520" y="35776"/>
                </a:lnTo>
                <a:lnTo>
                  <a:pt x="98327" y="32804"/>
                </a:lnTo>
                <a:lnTo>
                  <a:pt x="77210" y="29413"/>
                </a:lnTo>
                <a:lnTo>
                  <a:pt x="56198" y="25422"/>
                </a:lnTo>
                <a:lnTo>
                  <a:pt x="35385" y="20479"/>
                </a:lnTo>
                <a:lnTo>
                  <a:pt x="15135" y="13659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38" name="funnel-step-cap-2">
            <a:extLst xmlns:a="http://schemas.openxmlformats.org/drawingml/2006/main">
              <a:ext uri="{FF2B5EF4-FFF2-40B4-BE49-F238E27FC236}">
                <a16:creationId xmlns:a16="http://schemas.microsoft.com/office/drawing/2014/main" id="{9696DD49-DA6E-4A77-A86A-366764086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532375" y="3865778"/>
            <a:ext cx="2174510" cy="2084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7EAC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39" name="funnel-step-body-3">
            <a:extLst xmlns:a="http://schemas.openxmlformats.org/drawingml/2006/main">
              <a:ext uri="{FF2B5EF4-FFF2-40B4-BE49-F238E27FC236}">
                <a16:creationId xmlns:a16="http://schemas.microsoft.com/office/drawing/2014/main" id="{094C00B0-A539-499C-8D99-14F67D103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60946" y="4697730"/>
            <a:ext cx="1713681" cy="627069"/>
          </a:xfrm>
          <a:custGeom xmlns:a="http://schemas.openxmlformats.org/drawingml/2006/main">
            <a:pathLst>
              <a:path w="1713681" h="627069">
                <a:moveTo>
                  <a:pt x="0" y="0"/>
                </a:moveTo>
                <a:lnTo>
                  <a:pt x="6887" y="17745"/>
                </a:lnTo>
                <a:lnTo>
                  <a:pt x="13783" y="35490"/>
                </a:lnTo>
                <a:lnTo>
                  <a:pt x="20669" y="53235"/>
                </a:lnTo>
                <a:lnTo>
                  <a:pt x="27565" y="70971"/>
                </a:lnTo>
                <a:lnTo>
                  <a:pt x="34452" y="88716"/>
                </a:lnTo>
                <a:lnTo>
                  <a:pt x="41348" y="106461"/>
                </a:lnTo>
                <a:lnTo>
                  <a:pt x="48235" y="124206"/>
                </a:lnTo>
                <a:lnTo>
                  <a:pt x="55131" y="141951"/>
                </a:lnTo>
                <a:lnTo>
                  <a:pt x="62017" y="159696"/>
                </a:lnTo>
                <a:lnTo>
                  <a:pt x="68913" y="177432"/>
                </a:lnTo>
                <a:lnTo>
                  <a:pt x="75800" y="195177"/>
                </a:lnTo>
                <a:lnTo>
                  <a:pt x="82696" y="212922"/>
                </a:lnTo>
                <a:lnTo>
                  <a:pt x="89583" y="230667"/>
                </a:lnTo>
                <a:lnTo>
                  <a:pt x="96479" y="248412"/>
                </a:lnTo>
                <a:lnTo>
                  <a:pt x="103365" y="266157"/>
                </a:lnTo>
                <a:lnTo>
                  <a:pt x="110261" y="283893"/>
                </a:lnTo>
                <a:lnTo>
                  <a:pt x="117148" y="301638"/>
                </a:lnTo>
                <a:lnTo>
                  <a:pt x="124044" y="319383"/>
                </a:lnTo>
                <a:lnTo>
                  <a:pt x="130931" y="337128"/>
                </a:lnTo>
                <a:lnTo>
                  <a:pt x="137827" y="354873"/>
                </a:lnTo>
                <a:lnTo>
                  <a:pt x="144713" y="372618"/>
                </a:lnTo>
                <a:lnTo>
                  <a:pt x="151600" y="390354"/>
                </a:lnTo>
                <a:lnTo>
                  <a:pt x="158496" y="408099"/>
                </a:lnTo>
                <a:lnTo>
                  <a:pt x="165383" y="425844"/>
                </a:lnTo>
                <a:lnTo>
                  <a:pt x="172279" y="443589"/>
                </a:lnTo>
                <a:lnTo>
                  <a:pt x="179165" y="461334"/>
                </a:lnTo>
                <a:lnTo>
                  <a:pt x="186061" y="479079"/>
                </a:lnTo>
                <a:lnTo>
                  <a:pt x="192948" y="496824"/>
                </a:lnTo>
                <a:lnTo>
                  <a:pt x="199844" y="514560"/>
                </a:lnTo>
                <a:lnTo>
                  <a:pt x="206731" y="532305"/>
                </a:lnTo>
                <a:lnTo>
                  <a:pt x="213627" y="550050"/>
                </a:lnTo>
                <a:lnTo>
                  <a:pt x="222514" y="566261"/>
                </a:lnTo>
                <a:lnTo>
                  <a:pt x="239030" y="575605"/>
                </a:lnTo>
                <a:lnTo>
                  <a:pt x="256937" y="582044"/>
                </a:lnTo>
                <a:lnTo>
                  <a:pt x="275292" y="587092"/>
                </a:lnTo>
                <a:lnTo>
                  <a:pt x="293856" y="591283"/>
                </a:lnTo>
                <a:lnTo>
                  <a:pt x="312544" y="594884"/>
                </a:lnTo>
                <a:lnTo>
                  <a:pt x="331318" y="598046"/>
                </a:lnTo>
                <a:lnTo>
                  <a:pt x="350139" y="600856"/>
                </a:lnTo>
                <a:lnTo>
                  <a:pt x="369008" y="603390"/>
                </a:lnTo>
                <a:lnTo>
                  <a:pt x="387896" y="605685"/>
                </a:lnTo>
                <a:lnTo>
                  <a:pt x="406822" y="607781"/>
                </a:lnTo>
                <a:lnTo>
                  <a:pt x="425758" y="609695"/>
                </a:lnTo>
                <a:lnTo>
                  <a:pt x="444713" y="611457"/>
                </a:lnTo>
                <a:lnTo>
                  <a:pt x="463677" y="613086"/>
                </a:lnTo>
                <a:lnTo>
                  <a:pt x="482651" y="614572"/>
                </a:lnTo>
                <a:lnTo>
                  <a:pt x="501634" y="615953"/>
                </a:lnTo>
                <a:lnTo>
                  <a:pt x="520627" y="617220"/>
                </a:lnTo>
                <a:lnTo>
                  <a:pt x="539629" y="618401"/>
                </a:lnTo>
                <a:lnTo>
                  <a:pt x="558632" y="619477"/>
                </a:lnTo>
                <a:lnTo>
                  <a:pt x="577644" y="620478"/>
                </a:lnTo>
                <a:lnTo>
                  <a:pt x="596656" y="621382"/>
                </a:lnTo>
                <a:lnTo>
                  <a:pt x="615667" y="622221"/>
                </a:lnTo>
                <a:lnTo>
                  <a:pt x="634689" y="622983"/>
                </a:lnTo>
                <a:lnTo>
                  <a:pt x="653710" y="623668"/>
                </a:lnTo>
                <a:lnTo>
                  <a:pt x="672732" y="624288"/>
                </a:lnTo>
                <a:lnTo>
                  <a:pt x="691763" y="624840"/>
                </a:lnTo>
                <a:lnTo>
                  <a:pt x="710794" y="625326"/>
                </a:lnTo>
                <a:lnTo>
                  <a:pt x="729825" y="625754"/>
                </a:lnTo>
                <a:lnTo>
                  <a:pt x="748856" y="626116"/>
                </a:lnTo>
                <a:lnTo>
                  <a:pt x="767886" y="626421"/>
                </a:lnTo>
                <a:lnTo>
                  <a:pt x="786917" y="626669"/>
                </a:lnTo>
                <a:lnTo>
                  <a:pt x="805948" y="626859"/>
                </a:lnTo>
                <a:lnTo>
                  <a:pt x="824989" y="626983"/>
                </a:lnTo>
                <a:lnTo>
                  <a:pt x="844020" y="627059"/>
                </a:lnTo>
                <a:lnTo>
                  <a:pt x="863051" y="627069"/>
                </a:lnTo>
                <a:lnTo>
                  <a:pt x="882091" y="627031"/>
                </a:lnTo>
                <a:lnTo>
                  <a:pt x="901122" y="626935"/>
                </a:lnTo>
                <a:lnTo>
                  <a:pt x="920153" y="626783"/>
                </a:lnTo>
                <a:lnTo>
                  <a:pt x="939194" y="626564"/>
                </a:lnTo>
                <a:lnTo>
                  <a:pt x="958225" y="626288"/>
                </a:lnTo>
                <a:lnTo>
                  <a:pt x="977255" y="625964"/>
                </a:lnTo>
                <a:lnTo>
                  <a:pt x="996286" y="625564"/>
                </a:lnTo>
                <a:lnTo>
                  <a:pt x="1015317" y="625107"/>
                </a:lnTo>
                <a:lnTo>
                  <a:pt x="1034339" y="624592"/>
                </a:lnTo>
                <a:lnTo>
                  <a:pt x="1053370" y="624011"/>
                </a:lnTo>
                <a:lnTo>
                  <a:pt x="1072391" y="623354"/>
                </a:lnTo>
                <a:lnTo>
                  <a:pt x="1091413" y="622640"/>
                </a:lnTo>
                <a:lnTo>
                  <a:pt x="1110434" y="621849"/>
                </a:lnTo>
                <a:lnTo>
                  <a:pt x="1129446" y="620973"/>
                </a:lnTo>
                <a:lnTo>
                  <a:pt x="1148458" y="620030"/>
                </a:lnTo>
                <a:lnTo>
                  <a:pt x="1167460" y="618992"/>
                </a:lnTo>
                <a:lnTo>
                  <a:pt x="1186463" y="617868"/>
                </a:lnTo>
                <a:lnTo>
                  <a:pt x="1205465" y="616658"/>
                </a:lnTo>
                <a:lnTo>
                  <a:pt x="1224448" y="615334"/>
                </a:lnTo>
                <a:lnTo>
                  <a:pt x="1243432" y="613905"/>
                </a:lnTo>
                <a:lnTo>
                  <a:pt x="1262405" y="612353"/>
                </a:lnTo>
                <a:lnTo>
                  <a:pt x="1281360" y="610667"/>
                </a:lnTo>
                <a:lnTo>
                  <a:pt x="1300305" y="608838"/>
                </a:lnTo>
                <a:lnTo>
                  <a:pt x="1319241" y="606847"/>
                </a:lnTo>
                <a:lnTo>
                  <a:pt x="1338148" y="604657"/>
                </a:lnTo>
                <a:lnTo>
                  <a:pt x="1357027" y="602256"/>
                </a:lnTo>
                <a:lnTo>
                  <a:pt x="1375877" y="599608"/>
                </a:lnTo>
                <a:lnTo>
                  <a:pt x="1394679" y="596636"/>
                </a:lnTo>
                <a:lnTo>
                  <a:pt x="1413415" y="593293"/>
                </a:lnTo>
                <a:lnTo>
                  <a:pt x="1432055" y="589436"/>
                </a:lnTo>
                <a:lnTo>
                  <a:pt x="1450543" y="584902"/>
                </a:lnTo>
                <a:lnTo>
                  <a:pt x="1468736" y="579311"/>
                </a:lnTo>
                <a:lnTo>
                  <a:pt x="1486224" y="571843"/>
                </a:lnTo>
                <a:lnTo>
                  <a:pt x="1500626" y="559765"/>
                </a:lnTo>
                <a:lnTo>
                  <a:pt x="1506903" y="541896"/>
                </a:lnTo>
                <a:lnTo>
                  <a:pt x="1513789" y="524151"/>
                </a:lnTo>
                <a:lnTo>
                  <a:pt x="1520685" y="506406"/>
                </a:lnTo>
                <a:lnTo>
                  <a:pt x="1527572" y="488661"/>
                </a:lnTo>
                <a:lnTo>
                  <a:pt x="1534468" y="470916"/>
                </a:lnTo>
                <a:lnTo>
                  <a:pt x="1541355" y="453171"/>
                </a:lnTo>
                <a:lnTo>
                  <a:pt x="1548251" y="435435"/>
                </a:lnTo>
                <a:lnTo>
                  <a:pt x="1555137" y="417690"/>
                </a:lnTo>
                <a:lnTo>
                  <a:pt x="1562033" y="399945"/>
                </a:lnTo>
                <a:lnTo>
                  <a:pt x="1568920" y="382200"/>
                </a:lnTo>
                <a:lnTo>
                  <a:pt x="1575816" y="364455"/>
                </a:lnTo>
                <a:lnTo>
                  <a:pt x="1582703" y="346710"/>
                </a:lnTo>
                <a:lnTo>
                  <a:pt x="1589599" y="328974"/>
                </a:lnTo>
                <a:lnTo>
                  <a:pt x="1596485" y="311229"/>
                </a:lnTo>
                <a:lnTo>
                  <a:pt x="1603372" y="293484"/>
                </a:lnTo>
                <a:lnTo>
                  <a:pt x="1610268" y="275739"/>
                </a:lnTo>
                <a:lnTo>
                  <a:pt x="1617155" y="257994"/>
                </a:lnTo>
                <a:lnTo>
                  <a:pt x="1624051" y="240249"/>
                </a:lnTo>
                <a:lnTo>
                  <a:pt x="1630937" y="222514"/>
                </a:lnTo>
                <a:lnTo>
                  <a:pt x="1637833" y="204768"/>
                </a:lnTo>
                <a:lnTo>
                  <a:pt x="1644720" y="187023"/>
                </a:lnTo>
                <a:lnTo>
                  <a:pt x="1651616" y="169278"/>
                </a:lnTo>
                <a:lnTo>
                  <a:pt x="1658503" y="151533"/>
                </a:lnTo>
                <a:lnTo>
                  <a:pt x="1665399" y="133788"/>
                </a:lnTo>
                <a:lnTo>
                  <a:pt x="1672285" y="116043"/>
                </a:lnTo>
                <a:lnTo>
                  <a:pt x="1679181" y="98308"/>
                </a:lnTo>
                <a:lnTo>
                  <a:pt x="1686068" y="80562"/>
                </a:lnTo>
                <a:lnTo>
                  <a:pt x="1692964" y="62817"/>
                </a:lnTo>
                <a:lnTo>
                  <a:pt x="1699851" y="45072"/>
                </a:lnTo>
                <a:lnTo>
                  <a:pt x="1706747" y="27327"/>
                </a:lnTo>
                <a:lnTo>
                  <a:pt x="1713633" y="9582"/>
                </a:lnTo>
                <a:lnTo>
                  <a:pt x="1713681" y="7696"/>
                </a:lnTo>
                <a:lnTo>
                  <a:pt x="1697460" y="17431"/>
                </a:lnTo>
                <a:lnTo>
                  <a:pt x="1679467" y="23622"/>
                </a:lnTo>
                <a:lnTo>
                  <a:pt x="1661036" y="28365"/>
                </a:lnTo>
                <a:lnTo>
                  <a:pt x="1642415" y="32290"/>
                </a:lnTo>
                <a:lnTo>
                  <a:pt x="1623679" y="35652"/>
                </a:lnTo>
                <a:lnTo>
                  <a:pt x="1604877" y="38624"/>
                </a:lnTo>
                <a:lnTo>
                  <a:pt x="1586027" y="41272"/>
                </a:lnTo>
                <a:lnTo>
                  <a:pt x="1567148" y="43672"/>
                </a:lnTo>
                <a:lnTo>
                  <a:pt x="1548241" y="45872"/>
                </a:lnTo>
                <a:lnTo>
                  <a:pt x="1529315" y="47892"/>
                </a:lnTo>
                <a:lnTo>
                  <a:pt x="1510370" y="49759"/>
                </a:lnTo>
                <a:lnTo>
                  <a:pt x="1491415" y="51502"/>
                </a:lnTo>
                <a:lnTo>
                  <a:pt x="1472451" y="53111"/>
                </a:lnTo>
                <a:lnTo>
                  <a:pt x="1453477" y="54626"/>
                </a:lnTo>
                <a:lnTo>
                  <a:pt x="1434494" y="56045"/>
                </a:lnTo>
                <a:lnTo>
                  <a:pt x="1415501" y="57369"/>
                </a:lnTo>
                <a:lnTo>
                  <a:pt x="1396508" y="58617"/>
                </a:lnTo>
                <a:lnTo>
                  <a:pt x="1377515" y="59788"/>
                </a:lnTo>
                <a:lnTo>
                  <a:pt x="1358513" y="60893"/>
                </a:lnTo>
                <a:lnTo>
                  <a:pt x="1339501" y="61932"/>
                </a:lnTo>
                <a:lnTo>
                  <a:pt x="1320489" y="62913"/>
                </a:lnTo>
                <a:lnTo>
                  <a:pt x="1301477" y="63837"/>
                </a:lnTo>
                <a:lnTo>
                  <a:pt x="1282465" y="64703"/>
                </a:lnTo>
                <a:lnTo>
                  <a:pt x="1263444" y="65513"/>
                </a:lnTo>
                <a:lnTo>
                  <a:pt x="1244432" y="66275"/>
                </a:lnTo>
                <a:lnTo>
                  <a:pt x="1225410" y="66999"/>
                </a:lnTo>
                <a:lnTo>
                  <a:pt x="1206379" y="67666"/>
                </a:lnTo>
                <a:lnTo>
                  <a:pt x="1187358" y="68294"/>
                </a:lnTo>
                <a:lnTo>
                  <a:pt x="1168337" y="68875"/>
                </a:lnTo>
                <a:lnTo>
                  <a:pt x="1149306" y="69428"/>
                </a:lnTo>
                <a:lnTo>
                  <a:pt x="1130275" y="69933"/>
                </a:lnTo>
                <a:lnTo>
                  <a:pt x="1111253" y="70399"/>
                </a:lnTo>
                <a:lnTo>
                  <a:pt x="1092222" y="70828"/>
                </a:lnTo>
                <a:lnTo>
                  <a:pt x="1073191" y="71218"/>
                </a:lnTo>
                <a:lnTo>
                  <a:pt x="1054160" y="71580"/>
                </a:lnTo>
                <a:lnTo>
                  <a:pt x="1035129" y="71895"/>
                </a:lnTo>
                <a:lnTo>
                  <a:pt x="1016098" y="72190"/>
                </a:lnTo>
                <a:lnTo>
                  <a:pt x="997058" y="72438"/>
                </a:lnTo>
                <a:lnTo>
                  <a:pt x="978027" y="72657"/>
                </a:lnTo>
                <a:lnTo>
                  <a:pt x="958996" y="72847"/>
                </a:lnTo>
                <a:lnTo>
                  <a:pt x="939956" y="73000"/>
                </a:lnTo>
                <a:lnTo>
                  <a:pt x="920925" y="73123"/>
                </a:lnTo>
                <a:lnTo>
                  <a:pt x="901894" y="73209"/>
                </a:lnTo>
                <a:lnTo>
                  <a:pt x="882853" y="73266"/>
                </a:lnTo>
                <a:lnTo>
                  <a:pt x="863822" y="73295"/>
                </a:lnTo>
                <a:lnTo>
                  <a:pt x="844782" y="73285"/>
                </a:lnTo>
                <a:lnTo>
                  <a:pt x="825751" y="73247"/>
                </a:lnTo>
                <a:lnTo>
                  <a:pt x="806720" y="73171"/>
                </a:lnTo>
                <a:lnTo>
                  <a:pt x="787679" y="73066"/>
                </a:lnTo>
                <a:lnTo>
                  <a:pt x="768648" y="72933"/>
                </a:lnTo>
                <a:lnTo>
                  <a:pt x="749618" y="72761"/>
                </a:lnTo>
                <a:lnTo>
                  <a:pt x="730577" y="72561"/>
                </a:lnTo>
                <a:lnTo>
                  <a:pt x="711546" y="72323"/>
                </a:lnTo>
                <a:lnTo>
                  <a:pt x="692515" y="72057"/>
                </a:lnTo>
                <a:lnTo>
                  <a:pt x="673484" y="71752"/>
                </a:lnTo>
                <a:lnTo>
                  <a:pt x="654453" y="71418"/>
                </a:lnTo>
                <a:lnTo>
                  <a:pt x="635422" y="71047"/>
                </a:lnTo>
                <a:lnTo>
                  <a:pt x="616391" y="70637"/>
                </a:lnTo>
                <a:lnTo>
                  <a:pt x="597360" y="70190"/>
                </a:lnTo>
                <a:lnTo>
                  <a:pt x="578329" y="69704"/>
                </a:lnTo>
                <a:lnTo>
                  <a:pt x="559308" y="69180"/>
                </a:lnTo>
                <a:lnTo>
                  <a:pt x="540277" y="68618"/>
                </a:lnTo>
                <a:lnTo>
                  <a:pt x="521256" y="68009"/>
                </a:lnTo>
                <a:lnTo>
                  <a:pt x="502225" y="67361"/>
                </a:lnTo>
                <a:lnTo>
                  <a:pt x="483203" y="66665"/>
                </a:lnTo>
                <a:lnTo>
                  <a:pt x="464182" y="65932"/>
                </a:lnTo>
                <a:lnTo>
                  <a:pt x="445170" y="65141"/>
                </a:lnTo>
                <a:lnTo>
                  <a:pt x="426149" y="64303"/>
                </a:lnTo>
                <a:lnTo>
                  <a:pt x="407137" y="63417"/>
                </a:lnTo>
                <a:lnTo>
                  <a:pt x="388125" y="62465"/>
                </a:lnTo>
                <a:lnTo>
                  <a:pt x="369122" y="61465"/>
                </a:lnTo>
                <a:lnTo>
                  <a:pt x="350110" y="60398"/>
                </a:lnTo>
                <a:lnTo>
                  <a:pt x="331108" y="59265"/>
                </a:lnTo>
                <a:lnTo>
                  <a:pt x="312115" y="58055"/>
                </a:lnTo>
                <a:lnTo>
                  <a:pt x="293122" y="56769"/>
                </a:lnTo>
                <a:lnTo>
                  <a:pt x="274139" y="55397"/>
                </a:lnTo>
                <a:lnTo>
                  <a:pt x="255165" y="53950"/>
                </a:lnTo>
                <a:lnTo>
                  <a:pt x="236191" y="52388"/>
                </a:lnTo>
                <a:lnTo>
                  <a:pt x="217227" y="50721"/>
                </a:lnTo>
                <a:lnTo>
                  <a:pt x="198282" y="48920"/>
                </a:lnTo>
                <a:lnTo>
                  <a:pt x="179346" y="46987"/>
                </a:lnTo>
                <a:lnTo>
                  <a:pt x="160420" y="44891"/>
                </a:lnTo>
                <a:lnTo>
                  <a:pt x="141532" y="42605"/>
                </a:lnTo>
                <a:lnTo>
                  <a:pt x="122663" y="40091"/>
                </a:lnTo>
                <a:lnTo>
                  <a:pt x="103832" y="37300"/>
                </a:lnTo>
                <a:lnTo>
                  <a:pt x="85058" y="34166"/>
                </a:lnTo>
                <a:lnTo>
                  <a:pt x="66361" y="30566"/>
                </a:lnTo>
                <a:lnTo>
                  <a:pt x="47815" y="26318"/>
                </a:lnTo>
                <a:lnTo>
                  <a:pt x="29537" y="21022"/>
                </a:lnTo>
                <a:lnTo>
                  <a:pt x="12002" y="13678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40" name="funnel-step-cap-3">
            <a:extLst xmlns:a="http://schemas.openxmlformats.org/drawingml/2006/main">
              <a:ext uri="{FF2B5EF4-FFF2-40B4-BE49-F238E27FC236}">
                <a16:creationId xmlns:a16="http://schemas.microsoft.com/office/drawing/2014/main" id="{113C3E94-284A-4CC7-BC89-3F5DC11D9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60984" y="4593488"/>
            <a:ext cx="1717272" cy="2084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7EAC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41" name="funnel-step-body-4">
            <a:extLst xmlns:a="http://schemas.openxmlformats.org/drawingml/2006/main">
              <a:ext uri="{FF2B5EF4-FFF2-40B4-BE49-F238E27FC236}">
                <a16:creationId xmlns:a16="http://schemas.microsoft.com/office/drawing/2014/main" id="{7CF51E97-39DF-4BB8-A3B5-81416BC06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76021" y="5425440"/>
            <a:ext cx="1287123" cy="627078"/>
          </a:xfrm>
          <a:custGeom xmlns:a="http://schemas.openxmlformats.org/drawingml/2006/main">
            <a:pathLst>
              <a:path w="1287123" h="627078">
                <a:moveTo>
                  <a:pt x="0" y="0"/>
                </a:moveTo>
                <a:lnTo>
                  <a:pt x="6629" y="17859"/>
                </a:lnTo>
                <a:lnTo>
                  <a:pt x="13249" y="35719"/>
                </a:lnTo>
                <a:lnTo>
                  <a:pt x="19879" y="53578"/>
                </a:lnTo>
                <a:lnTo>
                  <a:pt x="26499" y="71428"/>
                </a:lnTo>
                <a:lnTo>
                  <a:pt x="33128" y="89287"/>
                </a:lnTo>
                <a:lnTo>
                  <a:pt x="39748" y="107147"/>
                </a:lnTo>
                <a:lnTo>
                  <a:pt x="46377" y="125006"/>
                </a:lnTo>
                <a:lnTo>
                  <a:pt x="53007" y="142865"/>
                </a:lnTo>
                <a:lnTo>
                  <a:pt x="59627" y="160725"/>
                </a:lnTo>
                <a:lnTo>
                  <a:pt x="66256" y="178575"/>
                </a:lnTo>
                <a:lnTo>
                  <a:pt x="72876" y="196434"/>
                </a:lnTo>
                <a:lnTo>
                  <a:pt x="79505" y="214293"/>
                </a:lnTo>
                <a:lnTo>
                  <a:pt x="86125" y="232153"/>
                </a:lnTo>
                <a:lnTo>
                  <a:pt x="92754" y="250012"/>
                </a:lnTo>
                <a:lnTo>
                  <a:pt x="99384" y="267872"/>
                </a:lnTo>
                <a:lnTo>
                  <a:pt x="106004" y="285731"/>
                </a:lnTo>
                <a:lnTo>
                  <a:pt x="112633" y="303581"/>
                </a:lnTo>
                <a:lnTo>
                  <a:pt x="119253" y="321440"/>
                </a:lnTo>
                <a:lnTo>
                  <a:pt x="125882" y="339300"/>
                </a:lnTo>
                <a:lnTo>
                  <a:pt x="132502" y="357159"/>
                </a:lnTo>
                <a:lnTo>
                  <a:pt x="139132" y="375018"/>
                </a:lnTo>
                <a:lnTo>
                  <a:pt x="145761" y="392878"/>
                </a:lnTo>
                <a:lnTo>
                  <a:pt x="152381" y="410737"/>
                </a:lnTo>
                <a:lnTo>
                  <a:pt x="159010" y="428587"/>
                </a:lnTo>
                <a:lnTo>
                  <a:pt x="165630" y="446446"/>
                </a:lnTo>
                <a:lnTo>
                  <a:pt x="172260" y="464306"/>
                </a:lnTo>
                <a:lnTo>
                  <a:pt x="178880" y="482165"/>
                </a:lnTo>
                <a:lnTo>
                  <a:pt x="185509" y="500024"/>
                </a:lnTo>
                <a:lnTo>
                  <a:pt x="192138" y="517884"/>
                </a:lnTo>
                <a:lnTo>
                  <a:pt x="198758" y="535734"/>
                </a:lnTo>
                <a:lnTo>
                  <a:pt x="205388" y="553593"/>
                </a:lnTo>
                <a:lnTo>
                  <a:pt x="214074" y="569909"/>
                </a:lnTo>
                <a:lnTo>
                  <a:pt x="230038" y="580187"/>
                </a:lnTo>
                <a:lnTo>
                  <a:pt x="247612" y="587512"/>
                </a:lnTo>
                <a:lnTo>
                  <a:pt x="265767" y="593246"/>
                </a:lnTo>
                <a:lnTo>
                  <a:pt x="284226" y="597960"/>
                </a:lnTo>
                <a:lnTo>
                  <a:pt x="302838" y="601961"/>
                </a:lnTo>
                <a:lnTo>
                  <a:pt x="321574" y="605428"/>
                </a:lnTo>
                <a:lnTo>
                  <a:pt x="340376" y="608457"/>
                </a:lnTo>
                <a:lnTo>
                  <a:pt x="359235" y="611124"/>
                </a:lnTo>
                <a:lnTo>
                  <a:pt x="378133" y="613486"/>
                </a:lnTo>
                <a:lnTo>
                  <a:pt x="397069" y="615591"/>
                </a:lnTo>
                <a:lnTo>
                  <a:pt x="416023" y="617468"/>
                </a:lnTo>
                <a:lnTo>
                  <a:pt x="434997" y="619125"/>
                </a:lnTo>
                <a:lnTo>
                  <a:pt x="453981" y="620601"/>
                </a:lnTo>
                <a:lnTo>
                  <a:pt x="472992" y="621897"/>
                </a:lnTo>
                <a:lnTo>
                  <a:pt x="492004" y="623030"/>
                </a:lnTo>
                <a:lnTo>
                  <a:pt x="511026" y="624011"/>
                </a:lnTo>
                <a:lnTo>
                  <a:pt x="530057" y="624840"/>
                </a:lnTo>
                <a:lnTo>
                  <a:pt x="549088" y="625535"/>
                </a:lnTo>
                <a:lnTo>
                  <a:pt x="568128" y="626097"/>
                </a:lnTo>
                <a:lnTo>
                  <a:pt x="587169" y="626526"/>
                </a:lnTo>
                <a:lnTo>
                  <a:pt x="606209" y="626840"/>
                </a:lnTo>
                <a:lnTo>
                  <a:pt x="625259" y="627021"/>
                </a:lnTo>
                <a:lnTo>
                  <a:pt x="644309" y="627078"/>
                </a:lnTo>
                <a:lnTo>
                  <a:pt x="663350" y="627012"/>
                </a:lnTo>
                <a:lnTo>
                  <a:pt x="682400" y="626821"/>
                </a:lnTo>
                <a:lnTo>
                  <a:pt x="701450" y="626507"/>
                </a:lnTo>
                <a:lnTo>
                  <a:pt x="720490" y="626059"/>
                </a:lnTo>
                <a:lnTo>
                  <a:pt x="739521" y="625488"/>
                </a:lnTo>
                <a:lnTo>
                  <a:pt x="758561" y="624783"/>
                </a:lnTo>
                <a:lnTo>
                  <a:pt x="777592" y="623945"/>
                </a:lnTo>
                <a:lnTo>
                  <a:pt x="796614" y="622954"/>
                </a:lnTo>
                <a:lnTo>
                  <a:pt x="815626" y="621802"/>
                </a:lnTo>
                <a:lnTo>
                  <a:pt x="834628" y="620497"/>
                </a:lnTo>
                <a:lnTo>
                  <a:pt x="853611" y="619011"/>
                </a:lnTo>
                <a:lnTo>
                  <a:pt x="872585" y="617334"/>
                </a:lnTo>
                <a:lnTo>
                  <a:pt x="891540" y="615448"/>
                </a:lnTo>
                <a:lnTo>
                  <a:pt x="910466" y="613324"/>
                </a:lnTo>
                <a:lnTo>
                  <a:pt x="929364" y="610943"/>
                </a:lnTo>
                <a:lnTo>
                  <a:pt x="948223" y="608247"/>
                </a:lnTo>
                <a:lnTo>
                  <a:pt x="967026" y="605190"/>
                </a:lnTo>
                <a:lnTo>
                  <a:pt x="985742" y="601685"/>
                </a:lnTo>
                <a:lnTo>
                  <a:pt x="1004354" y="597637"/>
                </a:lnTo>
                <a:lnTo>
                  <a:pt x="1022795" y="592855"/>
                </a:lnTo>
                <a:lnTo>
                  <a:pt x="1040921" y="587035"/>
                </a:lnTo>
                <a:lnTo>
                  <a:pt x="1058428" y="579558"/>
                </a:lnTo>
                <a:lnTo>
                  <a:pt x="1074172" y="568947"/>
                </a:lnTo>
                <a:lnTo>
                  <a:pt x="1082316" y="552279"/>
                </a:lnTo>
                <a:lnTo>
                  <a:pt x="1088936" y="534419"/>
                </a:lnTo>
                <a:lnTo>
                  <a:pt x="1095566" y="516560"/>
                </a:lnTo>
                <a:lnTo>
                  <a:pt x="1102185" y="498700"/>
                </a:lnTo>
                <a:lnTo>
                  <a:pt x="1108815" y="480851"/>
                </a:lnTo>
                <a:lnTo>
                  <a:pt x="1115435" y="462991"/>
                </a:lnTo>
                <a:lnTo>
                  <a:pt x="1122064" y="445132"/>
                </a:lnTo>
                <a:lnTo>
                  <a:pt x="1128693" y="427272"/>
                </a:lnTo>
                <a:lnTo>
                  <a:pt x="1135313" y="409413"/>
                </a:lnTo>
                <a:lnTo>
                  <a:pt x="1141943" y="391554"/>
                </a:lnTo>
                <a:lnTo>
                  <a:pt x="1148563" y="373694"/>
                </a:lnTo>
                <a:lnTo>
                  <a:pt x="1155192" y="355844"/>
                </a:lnTo>
                <a:lnTo>
                  <a:pt x="1161812" y="337985"/>
                </a:lnTo>
                <a:lnTo>
                  <a:pt x="1168441" y="320126"/>
                </a:lnTo>
                <a:lnTo>
                  <a:pt x="1175071" y="302266"/>
                </a:lnTo>
                <a:lnTo>
                  <a:pt x="1181691" y="284407"/>
                </a:lnTo>
                <a:lnTo>
                  <a:pt x="1188320" y="266548"/>
                </a:lnTo>
                <a:lnTo>
                  <a:pt x="1194940" y="248698"/>
                </a:lnTo>
                <a:lnTo>
                  <a:pt x="1201569" y="230838"/>
                </a:lnTo>
                <a:lnTo>
                  <a:pt x="1208189" y="212979"/>
                </a:lnTo>
                <a:lnTo>
                  <a:pt x="1214819" y="195120"/>
                </a:lnTo>
                <a:lnTo>
                  <a:pt x="1221448" y="177260"/>
                </a:lnTo>
                <a:lnTo>
                  <a:pt x="1228068" y="159401"/>
                </a:lnTo>
                <a:lnTo>
                  <a:pt x="1234697" y="141542"/>
                </a:lnTo>
                <a:lnTo>
                  <a:pt x="1241317" y="123692"/>
                </a:lnTo>
                <a:lnTo>
                  <a:pt x="1247946" y="105832"/>
                </a:lnTo>
                <a:lnTo>
                  <a:pt x="1254566" y="87973"/>
                </a:lnTo>
                <a:lnTo>
                  <a:pt x="1261196" y="70114"/>
                </a:lnTo>
                <a:lnTo>
                  <a:pt x="1267825" y="52254"/>
                </a:lnTo>
                <a:lnTo>
                  <a:pt x="1274445" y="34395"/>
                </a:lnTo>
                <a:lnTo>
                  <a:pt x="1281074" y="16545"/>
                </a:lnTo>
                <a:lnTo>
                  <a:pt x="1287123" y="1400"/>
                </a:lnTo>
                <a:lnTo>
                  <a:pt x="1275350" y="15621"/>
                </a:lnTo>
                <a:lnTo>
                  <a:pt x="1258214" y="23860"/>
                </a:lnTo>
                <a:lnTo>
                  <a:pt x="1240126" y="29813"/>
                </a:lnTo>
                <a:lnTo>
                  <a:pt x="1221686" y="34585"/>
                </a:lnTo>
                <a:lnTo>
                  <a:pt x="1203065" y="38586"/>
                </a:lnTo>
                <a:lnTo>
                  <a:pt x="1184339" y="42053"/>
                </a:lnTo>
                <a:lnTo>
                  <a:pt x="1165536" y="45110"/>
                </a:lnTo>
                <a:lnTo>
                  <a:pt x="1146686" y="47835"/>
                </a:lnTo>
                <a:lnTo>
                  <a:pt x="1127798" y="50302"/>
                </a:lnTo>
                <a:lnTo>
                  <a:pt x="1108881" y="52530"/>
                </a:lnTo>
                <a:lnTo>
                  <a:pt x="1089946" y="54569"/>
                </a:lnTo>
                <a:lnTo>
                  <a:pt x="1070991" y="56445"/>
                </a:lnTo>
                <a:lnTo>
                  <a:pt x="1052017" y="58169"/>
                </a:lnTo>
                <a:lnTo>
                  <a:pt x="1033043" y="59741"/>
                </a:lnTo>
                <a:lnTo>
                  <a:pt x="1014051" y="61208"/>
                </a:lnTo>
                <a:lnTo>
                  <a:pt x="995048" y="62551"/>
                </a:lnTo>
                <a:lnTo>
                  <a:pt x="976046" y="63798"/>
                </a:lnTo>
                <a:lnTo>
                  <a:pt x="957024" y="64941"/>
                </a:lnTo>
                <a:lnTo>
                  <a:pt x="938012" y="65999"/>
                </a:lnTo>
                <a:lnTo>
                  <a:pt x="918991" y="66970"/>
                </a:lnTo>
                <a:lnTo>
                  <a:pt x="899960" y="67856"/>
                </a:lnTo>
                <a:lnTo>
                  <a:pt x="880929" y="68675"/>
                </a:lnTo>
                <a:lnTo>
                  <a:pt x="861898" y="69409"/>
                </a:lnTo>
                <a:lnTo>
                  <a:pt x="842867" y="70075"/>
                </a:lnTo>
                <a:lnTo>
                  <a:pt x="823827" y="70676"/>
                </a:lnTo>
                <a:lnTo>
                  <a:pt x="804786" y="71209"/>
                </a:lnTo>
                <a:lnTo>
                  <a:pt x="785746" y="71676"/>
                </a:lnTo>
                <a:lnTo>
                  <a:pt x="766705" y="72085"/>
                </a:lnTo>
                <a:lnTo>
                  <a:pt x="747655" y="72438"/>
                </a:lnTo>
                <a:lnTo>
                  <a:pt x="728615" y="72723"/>
                </a:lnTo>
                <a:lnTo>
                  <a:pt x="709565" y="72952"/>
                </a:lnTo>
                <a:lnTo>
                  <a:pt x="690515" y="73123"/>
                </a:lnTo>
                <a:lnTo>
                  <a:pt x="671474" y="73228"/>
                </a:lnTo>
                <a:lnTo>
                  <a:pt x="652424" y="73285"/>
                </a:lnTo>
                <a:lnTo>
                  <a:pt x="633374" y="73285"/>
                </a:lnTo>
                <a:lnTo>
                  <a:pt x="614334" y="73228"/>
                </a:lnTo>
                <a:lnTo>
                  <a:pt x="595284" y="73104"/>
                </a:lnTo>
                <a:lnTo>
                  <a:pt x="576234" y="72933"/>
                </a:lnTo>
                <a:lnTo>
                  <a:pt x="557193" y="72704"/>
                </a:lnTo>
                <a:lnTo>
                  <a:pt x="538143" y="72409"/>
                </a:lnTo>
                <a:lnTo>
                  <a:pt x="519103" y="72057"/>
                </a:lnTo>
                <a:lnTo>
                  <a:pt x="500063" y="71647"/>
                </a:lnTo>
                <a:lnTo>
                  <a:pt x="481022" y="71171"/>
                </a:lnTo>
                <a:lnTo>
                  <a:pt x="461982" y="70637"/>
                </a:lnTo>
                <a:lnTo>
                  <a:pt x="442941" y="70028"/>
                </a:lnTo>
                <a:lnTo>
                  <a:pt x="423901" y="69361"/>
                </a:lnTo>
                <a:lnTo>
                  <a:pt x="404870" y="68609"/>
                </a:lnTo>
                <a:lnTo>
                  <a:pt x="385839" y="67789"/>
                </a:lnTo>
                <a:lnTo>
                  <a:pt x="366817" y="66904"/>
                </a:lnTo>
                <a:lnTo>
                  <a:pt x="347796" y="65923"/>
                </a:lnTo>
                <a:lnTo>
                  <a:pt x="328774" y="64865"/>
                </a:lnTo>
                <a:lnTo>
                  <a:pt x="309763" y="63713"/>
                </a:lnTo>
                <a:lnTo>
                  <a:pt x="290760" y="62455"/>
                </a:lnTo>
                <a:lnTo>
                  <a:pt x="271758" y="61103"/>
                </a:lnTo>
                <a:lnTo>
                  <a:pt x="252765" y="59636"/>
                </a:lnTo>
                <a:lnTo>
                  <a:pt x="233791" y="58045"/>
                </a:lnTo>
                <a:lnTo>
                  <a:pt x="214817" y="56312"/>
                </a:lnTo>
                <a:lnTo>
                  <a:pt x="195863" y="54426"/>
                </a:lnTo>
                <a:lnTo>
                  <a:pt x="176927" y="52378"/>
                </a:lnTo>
                <a:lnTo>
                  <a:pt x="158020" y="50130"/>
                </a:lnTo>
                <a:lnTo>
                  <a:pt x="139132" y="47644"/>
                </a:lnTo>
                <a:lnTo>
                  <a:pt x="120282" y="44891"/>
                </a:lnTo>
                <a:lnTo>
                  <a:pt x="101489" y="41815"/>
                </a:lnTo>
                <a:lnTo>
                  <a:pt x="82763" y="38310"/>
                </a:lnTo>
                <a:lnTo>
                  <a:pt x="64151" y="34261"/>
                </a:lnTo>
                <a:lnTo>
                  <a:pt x="45730" y="29423"/>
                </a:lnTo>
                <a:lnTo>
                  <a:pt x="27689" y="23346"/>
                </a:lnTo>
                <a:lnTo>
                  <a:pt x="10678" y="14859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42" name="funnel-step-cap-4">
            <a:extLst xmlns:a="http://schemas.openxmlformats.org/drawingml/2006/main">
              <a:ext uri="{FF2B5EF4-FFF2-40B4-BE49-F238E27FC236}">
                <a16:creationId xmlns:a16="http://schemas.microsoft.com/office/drawing/2014/main" id="{62DBF7E1-ED4F-4711-8D4E-7730B0244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76021" y="5321198"/>
            <a:ext cx="1287218" cy="2084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7EAC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43" name="funnel-flow-arrow">
            <a:extLst xmlns:a="http://schemas.openxmlformats.org/drawingml/2006/main">
              <a:ext uri="{FF2B5EF4-FFF2-40B4-BE49-F238E27FC236}">
                <a16:creationId xmlns:a16="http://schemas.microsoft.com/office/drawing/2014/main" id="{A6E46F40-2832-47D0-9131-D74771538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52850" y="2466975"/>
            <a:ext cx="1733550" cy="3631168"/>
          </a:xfrm>
          <a:custGeom xmlns:a="http://schemas.openxmlformats.org/drawingml/2006/main">
            <a:pathLst>
              <a:path w="1733550" h="3631168">
                <a:moveTo>
                  <a:pt x="0" y="0"/>
                </a:moveTo>
                <a:lnTo>
                  <a:pt x="0" y="42834"/>
                </a:lnTo>
                <a:lnTo>
                  <a:pt x="9001" y="84582"/>
                </a:lnTo>
                <a:lnTo>
                  <a:pt x="19136" y="126197"/>
                </a:lnTo>
                <a:lnTo>
                  <a:pt x="29270" y="167811"/>
                </a:lnTo>
                <a:lnTo>
                  <a:pt x="39405" y="209426"/>
                </a:lnTo>
                <a:lnTo>
                  <a:pt x="49540" y="251031"/>
                </a:lnTo>
                <a:lnTo>
                  <a:pt x="59684" y="292646"/>
                </a:lnTo>
                <a:lnTo>
                  <a:pt x="69818" y="334261"/>
                </a:lnTo>
                <a:lnTo>
                  <a:pt x="79953" y="375876"/>
                </a:lnTo>
                <a:lnTo>
                  <a:pt x="90087" y="417490"/>
                </a:lnTo>
                <a:lnTo>
                  <a:pt x="100222" y="459105"/>
                </a:lnTo>
                <a:lnTo>
                  <a:pt x="110357" y="500720"/>
                </a:lnTo>
                <a:lnTo>
                  <a:pt x="120491" y="542334"/>
                </a:lnTo>
                <a:lnTo>
                  <a:pt x="130626" y="583949"/>
                </a:lnTo>
                <a:lnTo>
                  <a:pt x="140770" y="625564"/>
                </a:lnTo>
                <a:lnTo>
                  <a:pt x="150905" y="667179"/>
                </a:lnTo>
                <a:lnTo>
                  <a:pt x="160611" y="708879"/>
                </a:lnTo>
                <a:lnTo>
                  <a:pt x="168907" y="750903"/>
                </a:lnTo>
                <a:lnTo>
                  <a:pt x="176974" y="792966"/>
                </a:lnTo>
                <a:lnTo>
                  <a:pt x="184718" y="835085"/>
                </a:lnTo>
                <a:lnTo>
                  <a:pt x="192462" y="877214"/>
                </a:lnTo>
                <a:lnTo>
                  <a:pt x="200196" y="919343"/>
                </a:lnTo>
                <a:lnTo>
                  <a:pt x="207940" y="961463"/>
                </a:lnTo>
                <a:lnTo>
                  <a:pt x="215684" y="1003592"/>
                </a:lnTo>
                <a:lnTo>
                  <a:pt x="223428" y="1045712"/>
                </a:lnTo>
                <a:lnTo>
                  <a:pt x="231162" y="1087841"/>
                </a:lnTo>
                <a:lnTo>
                  <a:pt x="238906" y="1129960"/>
                </a:lnTo>
                <a:lnTo>
                  <a:pt x="246650" y="1172089"/>
                </a:lnTo>
                <a:lnTo>
                  <a:pt x="254394" y="1214218"/>
                </a:lnTo>
                <a:lnTo>
                  <a:pt x="262128" y="1256338"/>
                </a:lnTo>
                <a:lnTo>
                  <a:pt x="269872" y="1298467"/>
                </a:lnTo>
                <a:lnTo>
                  <a:pt x="277616" y="1340587"/>
                </a:lnTo>
                <a:lnTo>
                  <a:pt x="285359" y="1382716"/>
                </a:lnTo>
                <a:lnTo>
                  <a:pt x="293094" y="1424835"/>
                </a:lnTo>
                <a:lnTo>
                  <a:pt x="300447" y="1467031"/>
                </a:lnTo>
                <a:lnTo>
                  <a:pt x="307734" y="1509236"/>
                </a:lnTo>
                <a:lnTo>
                  <a:pt x="314782" y="1551489"/>
                </a:lnTo>
                <a:lnTo>
                  <a:pt x="321831" y="1593733"/>
                </a:lnTo>
                <a:lnTo>
                  <a:pt x="328879" y="1635976"/>
                </a:lnTo>
                <a:lnTo>
                  <a:pt x="335928" y="1678229"/>
                </a:lnTo>
                <a:lnTo>
                  <a:pt x="342976" y="1720472"/>
                </a:lnTo>
                <a:lnTo>
                  <a:pt x="350025" y="1762716"/>
                </a:lnTo>
                <a:lnTo>
                  <a:pt x="357073" y="1804968"/>
                </a:lnTo>
                <a:lnTo>
                  <a:pt x="364112" y="1847212"/>
                </a:lnTo>
                <a:lnTo>
                  <a:pt x="371161" y="1889455"/>
                </a:lnTo>
                <a:lnTo>
                  <a:pt x="378209" y="1931708"/>
                </a:lnTo>
                <a:lnTo>
                  <a:pt x="385258" y="1973951"/>
                </a:lnTo>
                <a:lnTo>
                  <a:pt x="392306" y="2016195"/>
                </a:lnTo>
                <a:lnTo>
                  <a:pt x="399355" y="2058448"/>
                </a:lnTo>
                <a:lnTo>
                  <a:pt x="406403" y="2100691"/>
                </a:lnTo>
                <a:lnTo>
                  <a:pt x="413452" y="2142935"/>
                </a:lnTo>
                <a:lnTo>
                  <a:pt x="420329" y="2185216"/>
                </a:lnTo>
                <a:lnTo>
                  <a:pt x="427149" y="2227497"/>
                </a:lnTo>
                <a:lnTo>
                  <a:pt x="433797" y="2269808"/>
                </a:lnTo>
                <a:lnTo>
                  <a:pt x="440426" y="2312127"/>
                </a:lnTo>
                <a:lnTo>
                  <a:pt x="447056" y="2354437"/>
                </a:lnTo>
                <a:lnTo>
                  <a:pt x="453685" y="2396747"/>
                </a:lnTo>
                <a:lnTo>
                  <a:pt x="460324" y="2439067"/>
                </a:lnTo>
                <a:lnTo>
                  <a:pt x="466954" y="2481377"/>
                </a:lnTo>
                <a:lnTo>
                  <a:pt x="473583" y="2523696"/>
                </a:lnTo>
                <a:lnTo>
                  <a:pt x="480212" y="2566006"/>
                </a:lnTo>
                <a:lnTo>
                  <a:pt x="486842" y="2608316"/>
                </a:lnTo>
                <a:lnTo>
                  <a:pt x="493481" y="2650636"/>
                </a:lnTo>
                <a:lnTo>
                  <a:pt x="500110" y="2692946"/>
                </a:lnTo>
                <a:lnTo>
                  <a:pt x="506740" y="2735266"/>
                </a:lnTo>
                <a:lnTo>
                  <a:pt x="513369" y="2777576"/>
                </a:lnTo>
                <a:lnTo>
                  <a:pt x="520008" y="2819886"/>
                </a:lnTo>
                <a:lnTo>
                  <a:pt x="526637" y="2862205"/>
                </a:lnTo>
                <a:lnTo>
                  <a:pt x="533181" y="2904534"/>
                </a:lnTo>
                <a:lnTo>
                  <a:pt x="539648" y="2946873"/>
                </a:lnTo>
                <a:lnTo>
                  <a:pt x="503663" y="2952750"/>
                </a:lnTo>
                <a:lnTo>
                  <a:pt x="460829" y="2952750"/>
                </a:lnTo>
                <a:lnTo>
                  <a:pt x="418005" y="2952750"/>
                </a:lnTo>
                <a:lnTo>
                  <a:pt x="375171" y="2952750"/>
                </a:lnTo>
                <a:lnTo>
                  <a:pt x="332337" y="2952750"/>
                </a:lnTo>
                <a:lnTo>
                  <a:pt x="289512" y="2952750"/>
                </a:lnTo>
                <a:lnTo>
                  <a:pt x="246678" y="2952750"/>
                </a:lnTo>
                <a:lnTo>
                  <a:pt x="225533" y="2962075"/>
                </a:lnTo>
                <a:lnTo>
                  <a:pt x="254994" y="2993155"/>
                </a:lnTo>
                <a:lnTo>
                  <a:pt x="284464" y="3024245"/>
                </a:lnTo>
                <a:lnTo>
                  <a:pt x="313925" y="3055325"/>
                </a:lnTo>
                <a:lnTo>
                  <a:pt x="343395" y="3086414"/>
                </a:lnTo>
                <a:lnTo>
                  <a:pt x="372856" y="3117494"/>
                </a:lnTo>
                <a:lnTo>
                  <a:pt x="402326" y="3148574"/>
                </a:lnTo>
                <a:lnTo>
                  <a:pt x="431787" y="3179664"/>
                </a:lnTo>
                <a:lnTo>
                  <a:pt x="461258" y="3210744"/>
                </a:lnTo>
                <a:lnTo>
                  <a:pt x="490718" y="3241834"/>
                </a:lnTo>
                <a:lnTo>
                  <a:pt x="520189" y="3272914"/>
                </a:lnTo>
                <a:lnTo>
                  <a:pt x="549650" y="3304003"/>
                </a:lnTo>
                <a:lnTo>
                  <a:pt x="579110" y="3335084"/>
                </a:lnTo>
                <a:lnTo>
                  <a:pt x="608581" y="3366173"/>
                </a:lnTo>
                <a:lnTo>
                  <a:pt x="638042" y="3397253"/>
                </a:lnTo>
                <a:lnTo>
                  <a:pt x="667512" y="3428333"/>
                </a:lnTo>
                <a:lnTo>
                  <a:pt x="696973" y="3459423"/>
                </a:lnTo>
                <a:lnTo>
                  <a:pt x="726443" y="3490503"/>
                </a:lnTo>
                <a:lnTo>
                  <a:pt x="755904" y="3521593"/>
                </a:lnTo>
                <a:lnTo>
                  <a:pt x="785374" y="3552673"/>
                </a:lnTo>
                <a:lnTo>
                  <a:pt x="814835" y="3583762"/>
                </a:lnTo>
                <a:lnTo>
                  <a:pt x="844306" y="3614842"/>
                </a:lnTo>
                <a:lnTo>
                  <a:pt x="873766" y="3631168"/>
                </a:lnTo>
                <a:lnTo>
                  <a:pt x="903237" y="3600088"/>
                </a:lnTo>
                <a:lnTo>
                  <a:pt x="932698" y="3568998"/>
                </a:lnTo>
                <a:lnTo>
                  <a:pt x="962168" y="3537918"/>
                </a:lnTo>
                <a:lnTo>
                  <a:pt x="991629" y="3506838"/>
                </a:lnTo>
                <a:lnTo>
                  <a:pt x="1021099" y="3475749"/>
                </a:lnTo>
                <a:lnTo>
                  <a:pt x="1050560" y="3444669"/>
                </a:lnTo>
                <a:lnTo>
                  <a:pt x="1080030" y="3413579"/>
                </a:lnTo>
                <a:lnTo>
                  <a:pt x="1109491" y="3382499"/>
                </a:lnTo>
                <a:lnTo>
                  <a:pt x="1138961" y="3351409"/>
                </a:lnTo>
                <a:lnTo>
                  <a:pt x="1168422" y="3320329"/>
                </a:lnTo>
                <a:lnTo>
                  <a:pt x="1197893" y="3289240"/>
                </a:lnTo>
                <a:lnTo>
                  <a:pt x="1227353" y="3258160"/>
                </a:lnTo>
                <a:lnTo>
                  <a:pt x="1256814" y="3227080"/>
                </a:lnTo>
                <a:lnTo>
                  <a:pt x="1286285" y="3195990"/>
                </a:lnTo>
                <a:lnTo>
                  <a:pt x="1315745" y="3164910"/>
                </a:lnTo>
                <a:lnTo>
                  <a:pt x="1345216" y="3133820"/>
                </a:lnTo>
                <a:lnTo>
                  <a:pt x="1374677" y="3102740"/>
                </a:lnTo>
                <a:lnTo>
                  <a:pt x="1404147" y="3071651"/>
                </a:lnTo>
                <a:lnTo>
                  <a:pt x="1433608" y="3040571"/>
                </a:lnTo>
                <a:lnTo>
                  <a:pt x="1463078" y="3009481"/>
                </a:lnTo>
                <a:lnTo>
                  <a:pt x="1492539" y="2978401"/>
                </a:lnTo>
                <a:lnTo>
                  <a:pt x="1509370" y="2952750"/>
                </a:lnTo>
                <a:lnTo>
                  <a:pt x="1466536" y="2952750"/>
                </a:lnTo>
                <a:lnTo>
                  <a:pt x="1423711" y="2952750"/>
                </a:lnTo>
                <a:lnTo>
                  <a:pt x="1380877" y="2952750"/>
                </a:lnTo>
                <a:lnTo>
                  <a:pt x="1338043" y="2952750"/>
                </a:lnTo>
                <a:lnTo>
                  <a:pt x="1295219" y="2952750"/>
                </a:lnTo>
                <a:lnTo>
                  <a:pt x="1252385" y="2952750"/>
                </a:lnTo>
                <a:lnTo>
                  <a:pt x="1209561" y="2952750"/>
                </a:lnTo>
                <a:lnTo>
                  <a:pt x="1196978" y="2926775"/>
                </a:lnTo>
                <a:lnTo>
                  <a:pt x="1203436" y="2884427"/>
                </a:lnTo>
                <a:lnTo>
                  <a:pt x="1210066" y="2842117"/>
                </a:lnTo>
                <a:lnTo>
                  <a:pt x="1216695" y="2799798"/>
                </a:lnTo>
                <a:lnTo>
                  <a:pt x="1223324" y="2757488"/>
                </a:lnTo>
                <a:lnTo>
                  <a:pt x="1229954" y="2715177"/>
                </a:lnTo>
                <a:lnTo>
                  <a:pt x="1236593" y="2672858"/>
                </a:lnTo>
                <a:lnTo>
                  <a:pt x="1243222" y="2630548"/>
                </a:lnTo>
                <a:lnTo>
                  <a:pt x="1249851" y="2588228"/>
                </a:lnTo>
                <a:lnTo>
                  <a:pt x="1256481" y="2545918"/>
                </a:lnTo>
                <a:lnTo>
                  <a:pt x="1263120" y="2503608"/>
                </a:lnTo>
                <a:lnTo>
                  <a:pt x="1269749" y="2461289"/>
                </a:lnTo>
                <a:lnTo>
                  <a:pt x="1276379" y="2418979"/>
                </a:lnTo>
                <a:lnTo>
                  <a:pt x="1283008" y="2376659"/>
                </a:lnTo>
                <a:lnTo>
                  <a:pt x="1289637" y="2334349"/>
                </a:lnTo>
                <a:lnTo>
                  <a:pt x="1296276" y="2292039"/>
                </a:lnTo>
                <a:lnTo>
                  <a:pt x="1302906" y="2249719"/>
                </a:lnTo>
                <a:lnTo>
                  <a:pt x="1309640" y="2207428"/>
                </a:lnTo>
                <a:lnTo>
                  <a:pt x="1316460" y="2165137"/>
                </a:lnTo>
                <a:lnTo>
                  <a:pt x="1323451" y="2122884"/>
                </a:lnTo>
                <a:lnTo>
                  <a:pt x="1330500" y="2080641"/>
                </a:lnTo>
                <a:lnTo>
                  <a:pt x="1337539" y="2038388"/>
                </a:lnTo>
                <a:lnTo>
                  <a:pt x="1344587" y="1996145"/>
                </a:lnTo>
                <a:lnTo>
                  <a:pt x="1351636" y="1953901"/>
                </a:lnTo>
                <a:lnTo>
                  <a:pt x="1358684" y="1911648"/>
                </a:lnTo>
                <a:lnTo>
                  <a:pt x="1365733" y="1869405"/>
                </a:lnTo>
                <a:lnTo>
                  <a:pt x="1372781" y="1827162"/>
                </a:lnTo>
                <a:lnTo>
                  <a:pt x="1379830" y="1784909"/>
                </a:lnTo>
                <a:lnTo>
                  <a:pt x="1386878" y="1742665"/>
                </a:lnTo>
                <a:lnTo>
                  <a:pt x="1393917" y="1700413"/>
                </a:lnTo>
                <a:lnTo>
                  <a:pt x="1400966" y="1658169"/>
                </a:lnTo>
                <a:lnTo>
                  <a:pt x="1408014" y="1615926"/>
                </a:lnTo>
                <a:lnTo>
                  <a:pt x="1415063" y="1573673"/>
                </a:lnTo>
                <a:lnTo>
                  <a:pt x="1422111" y="1531430"/>
                </a:lnTo>
                <a:lnTo>
                  <a:pt x="1429255" y="1489196"/>
                </a:lnTo>
                <a:lnTo>
                  <a:pt x="1436580" y="1447000"/>
                </a:lnTo>
                <a:lnTo>
                  <a:pt x="1444133" y="1404842"/>
                </a:lnTo>
                <a:lnTo>
                  <a:pt x="1451867" y="1362713"/>
                </a:lnTo>
                <a:lnTo>
                  <a:pt x="1459611" y="1320594"/>
                </a:lnTo>
                <a:lnTo>
                  <a:pt x="1467355" y="1278465"/>
                </a:lnTo>
                <a:lnTo>
                  <a:pt x="1475099" y="1236345"/>
                </a:lnTo>
                <a:lnTo>
                  <a:pt x="1482833" y="1194216"/>
                </a:lnTo>
                <a:lnTo>
                  <a:pt x="1490577" y="1152087"/>
                </a:lnTo>
                <a:lnTo>
                  <a:pt x="1498321" y="1109967"/>
                </a:lnTo>
                <a:lnTo>
                  <a:pt x="1506055" y="1067838"/>
                </a:lnTo>
                <a:lnTo>
                  <a:pt x="1513799" y="1025719"/>
                </a:lnTo>
                <a:lnTo>
                  <a:pt x="1521543" y="983590"/>
                </a:lnTo>
                <a:lnTo>
                  <a:pt x="1529286" y="941470"/>
                </a:lnTo>
                <a:lnTo>
                  <a:pt x="1537021" y="899341"/>
                </a:lnTo>
                <a:lnTo>
                  <a:pt x="1544765" y="857212"/>
                </a:lnTo>
                <a:lnTo>
                  <a:pt x="1552508" y="815092"/>
                </a:lnTo>
                <a:lnTo>
                  <a:pt x="1560281" y="772973"/>
                </a:lnTo>
                <a:lnTo>
                  <a:pt x="1568577" y="730949"/>
                </a:lnTo>
                <a:lnTo>
                  <a:pt x="1577321" y="689029"/>
                </a:lnTo>
                <a:lnTo>
                  <a:pt x="1587456" y="647424"/>
                </a:lnTo>
                <a:lnTo>
                  <a:pt x="1597600" y="605809"/>
                </a:lnTo>
                <a:lnTo>
                  <a:pt x="1607734" y="564194"/>
                </a:lnTo>
                <a:lnTo>
                  <a:pt x="1617869" y="522580"/>
                </a:lnTo>
                <a:lnTo>
                  <a:pt x="1628003" y="480965"/>
                </a:lnTo>
                <a:lnTo>
                  <a:pt x="1638138" y="439350"/>
                </a:lnTo>
                <a:lnTo>
                  <a:pt x="1648273" y="397735"/>
                </a:lnTo>
                <a:lnTo>
                  <a:pt x="1658407" y="356121"/>
                </a:lnTo>
                <a:lnTo>
                  <a:pt x="1668542" y="314506"/>
                </a:lnTo>
                <a:lnTo>
                  <a:pt x="1678686" y="272891"/>
                </a:lnTo>
                <a:lnTo>
                  <a:pt x="1688821" y="231277"/>
                </a:lnTo>
                <a:lnTo>
                  <a:pt x="1698955" y="189671"/>
                </a:lnTo>
                <a:lnTo>
                  <a:pt x="1709090" y="148057"/>
                </a:lnTo>
                <a:lnTo>
                  <a:pt x="1719224" y="106442"/>
                </a:lnTo>
                <a:lnTo>
                  <a:pt x="1729359" y="64827"/>
                </a:lnTo>
                <a:lnTo>
                  <a:pt x="1733550" y="22498"/>
                </a:lnTo>
                <a:lnTo>
                  <a:pt x="1713214" y="0"/>
                </a:lnTo>
                <a:lnTo>
                  <a:pt x="1670390" y="0"/>
                </a:lnTo>
                <a:lnTo>
                  <a:pt x="1627556" y="0"/>
                </a:lnTo>
                <a:lnTo>
                  <a:pt x="1584722" y="0"/>
                </a:lnTo>
                <a:lnTo>
                  <a:pt x="1541897" y="0"/>
                </a:lnTo>
                <a:lnTo>
                  <a:pt x="1499064" y="0"/>
                </a:lnTo>
                <a:lnTo>
                  <a:pt x="1456230" y="0"/>
                </a:lnTo>
                <a:lnTo>
                  <a:pt x="1413405" y="0"/>
                </a:lnTo>
                <a:lnTo>
                  <a:pt x="1370571" y="0"/>
                </a:lnTo>
                <a:lnTo>
                  <a:pt x="1327747" y="0"/>
                </a:lnTo>
                <a:lnTo>
                  <a:pt x="1284913" y="0"/>
                </a:lnTo>
                <a:lnTo>
                  <a:pt x="1242079" y="0"/>
                </a:lnTo>
                <a:lnTo>
                  <a:pt x="1199255" y="0"/>
                </a:lnTo>
                <a:lnTo>
                  <a:pt x="1156421" y="0"/>
                </a:lnTo>
                <a:lnTo>
                  <a:pt x="1113587" y="0"/>
                </a:lnTo>
                <a:lnTo>
                  <a:pt x="1070762" y="0"/>
                </a:lnTo>
                <a:lnTo>
                  <a:pt x="1027928" y="0"/>
                </a:lnTo>
                <a:lnTo>
                  <a:pt x="985104" y="0"/>
                </a:lnTo>
                <a:lnTo>
                  <a:pt x="942270" y="0"/>
                </a:lnTo>
                <a:lnTo>
                  <a:pt x="899436" y="0"/>
                </a:lnTo>
                <a:lnTo>
                  <a:pt x="856612" y="0"/>
                </a:lnTo>
                <a:lnTo>
                  <a:pt x="813778" y="0"/>
                </a:lnTo>
                <a:lnTo>
                  <a:pt x="770944" y="0"/>
                </a:lnTo>
                <a:lnTo>
                  <a:pt x="728120" y="0"/>
                </a:lnTo>
                <a:lnTo>
                  <a:pt x="685286" y="0"/>
                </a:lnTo>
                <a:lnTo>
                  <a:pt x="642452" y="0"/>
                </a:lnTo>
                <a:lnTo>
                  <a:pt x="599627" y="0"/>
                </a:lnTo>
                <a:lnTo>
                  <a:pt x="556793" y="0"/>
                </a:lnTo>
                <a:lnTo>
                  <a:pt x="513969" y="0"/>
                </a:lnTo>
                <a:lnTo>
                  <a:pt x="471135" y="0"/>
                </a:lnTo>
                <a:lnTo>
                  <a:pt x="428301" y="0"/>
                </a:lnTo>
                <a:lnTo>
                  <a:pt x="385477" y="0"/>
                </a:lnTo>
                <a:lnTo>
                  <a:pt x="342643" y="0"/>
                </a:lnTo>
                <a:lnTo>
                  <a:pt x="299809" y="0"/>
                </a:lnTo>
                <a:lnTo>
                  <a:pt x="256985" y="0"/>
                </a:lnTo>
                <a:lnTo>
                  <a:pt x="214151" y="0"/>
                </a:lnTo>
                <a:lnTo>
                  <a:pt x="171326" y="0"/>
                </a:lnTo>
                <a:lnTo>
                  <a:pt x="128492" y="0"/>
                </a:lnTo>
                <a:lnTo>
                  <a:pt x="85658" y="0"/>
                </a:lnTo>
                <a:lnTo>
                  <a:pt x="42834" y="0"/>
                </a:lnTo>
                <a:lnTo>
                  <a:pt x="0" y="0"/>
                </a:lnTo>
                <a:close/>
              </a:path>
            </a:pathLst>
          </a:custGeom>
          <a:gradFill xmlns:a="http://schemas.openxmlformats.org/drawingml/2006/main">
            <a:gsLst>
              <a:gs pos="0">
                <a:srgbClr val="000000"/>
              </a:gs>
              <a:gs pos="42">
                <a:srgbClr val="B8D8F2">
                  <a:alpha val="16000"/>
                </a:srgbClr>
              </a:gs>
              <a:gs pos="76">
                <a:srgbClr val="8FC4EE">
                  <a:alpha val="32000"/>
                </a:srgbClr>
              </a:gs>
              <a:gs pos="100">
                <a:srgbClr val="72B3E8">
                  <a:alpha val="52000"/>
                </a:srgbClr>
              </a:gs>
            </a:gsLst>
            <a:lin ang="10800000"/>
          </a:gradFill>
          <a:ln xmlns:a="http://schemas.openxmlformats.org/drawingml/2006/main" w="9525">
            <a:noFill/>
            <a:prstDash val="solid"/>
          </a:ln>
        </p:spPr>
      </p:sp>
      <p:sp>
        <p:nvSpPr>
          <p:cNvPr id="44" name="phase-label-0">
            <a:extLst xmlns:a="http://schemas.openxmlformats.org/drawingml/2006/main">
              <a:ext uri="{FF2B5EF4-FFF2-40B4-BE49-F238E27FC236}">
                <a16:creationId xmlns:a16="http://schemas.microsoft.com/office/drawing/2014/main" id="{939C47C5-8BF2-4C78-B66E-284F06128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1638300"/>
            <a:ext cx="228600" cy="2293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阶段一</a:t>
            </a:r>
          </a:p>
        </p:txBody>
      </p:sp>
      <p:sp>
        <p:nvSpPr>
          <p:cNvPr id="45" name="phase-label-1">
            <a:extLst xmlns:a="http://schemas.openxmlformats.org/drawingml/2006/main">
              <a:ext uri="{FF2B5EF4-FFF2-40B4-BE49-F238E27FC236}">
                <a16:creationId xmlns:a16="http://schemas.microsoft.com/office/drawing/2014/main" id="{93691DA6-C352-4DBD-8883-D41D4D625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3931891"/>
            <a:ext cx="228600" cy="227826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阶段二</a:t>
            </a:r>
          </a:p>
        </p:txBody>
      </p:sp>
      <p:sp>
        <p:nvSpPr>
          <p:cNvPr id="46" name="funnel-step-title-0">
            <a:extLst xmlns:a="http://schemas.openxmlformats.org/drawingml/2006/main">
              <a:ext uri="{FF2B5EF4-FFF2-40B4-BE49-F238E27FC236}">
                <a16:creationId xmlns:a16="http://schemas.microsoft.com/office/drawing/2014/main" id="{5A29E985-F1D0-4A2F-980A-9732787C5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357343" y="2702128"/>
            <a:ext cx="2524573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3600"/>
              </a:lnSpc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广泛触达</a:t>
            </a:r>
          </a:p>
        </p:txBody>
      </p:sp>
      <p:sp>
        <p:nvSpPr>
          <p:cNvPr id="47" name="funnel-step-title-1">
            <a:extLst xmlns:a="http://schemas.openxmlformats.org/drawingml/2006/main">
              <a:ext uri="{FF2B5EF4-FFF2-40B4-BE49-F238E27FC236}">
                <a16:creationId xmlns:a16="http://schemas.microsoft.com/office/drawing/2014/main" id="{513C8A28-8226-4FE1-9F04-66DCC775E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608632" y="3429895"/>
            <a:ext cx="2021977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3600"/>
              </a:lnSpc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兴趣识别</a:t>
            </a:r>
          </a:p>
        </p:txBody>
      </p:sp>
      <p:sp>
        <p:nvSpPr>
          <p:cNvPr id="48" name="funnel-step-title-2">
            <a:extLst xmlns:a="http://schemas.openxmlformats.org/drawingml/2006/main">
              <a:ext uri="{FF2B5EF4-FFF2-40B4-BE49-F238E27FC236}">
                <a16:creationId xmlns:a16="http://schemas.microsoft.com/office/drawing/2014/main" id="{538E7F4E-316D-4165-81FA-05CF7CA17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837232" y="4157663"/>
            <a:ext cx="1564777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3600"/>
              </a:lnSpc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意向培育</a:t>
            </a:r>
          </a:p>
        </p:txBody>
      </p:sp>
      <p:sp>
        <p:nvSpPr>
          <p:cNvPr id="49" name="funnel-step-title-3">
            <a:extLst xmlns:a="http://schemas.openxmlformats.org/drawingml/2006/main">
              <a:ext uri="{FF2B5EF4-FFF2-40B4-BE49-F238E27FC236}">
                <a16:creationId xmlns:a16="http://schemas.microsoft.com/office/drawing/2014/main" id="{1C74CAD1-A352-4E6A-8ACC-A0746B3BF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52221" y="4885287"/>
            <a:ext cx="1134818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3600"/>
              </a:lnSpc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行动转化</a:t>
            </a:r>
          </a:p>
        </p:txBody>
      </p:sp>
      <p:sp>
        <p:nvSpPr>
          <p:cNvPr id="50" name="funnel-step-title-4">
            <a:extLst xmlns:a="http://schemas.openxmlformats.org/drawingml/2006/main">
              <a:ext uri="{FF2B5EF4-FFF2-40B4-BE49-F238E27FC236}">
                <a16:creationId xmlns:a16="http://schemas.microsoft.com/office/drawing/2014/main" id="{B1059D1A-894D-42A8-A141-4AFAFAAA7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200525" y="5613054"/>
            <a:ext cx="8382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持续留存</a:t>
            </a:r>
          </a:p>
        </p:txBody>
      </p:sp>
      <p:sp>
        <p:nvSpPr>
          <p:cNvPr id="51" name="input-core-0">
            <a:extLst xmlns:a="http://schemas.openxmlformats.org/drawingml/2006/main">
              <a:ext uri="{FF2B5EF4-FFF2-40B4-BE49-F238E27FC236}">
                <a16:creationId xmlns:a16="http://schemas.microsoft.com/office/drawing/2014/main" id="{4A6A323F-3FFF-4F24-A8DE-B8504FD8C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343275" y="190500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23"/>
          <a:fontRef xmlns:a="http://schemas.openxmlformats.org/drawingml/2006/main" idx="major"/>
        </p:style>
      </p:sp>
      <p:pic>
        <p:nvPicPr>
          <p:cNvPr id="10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4e2f820a9eb4f2c">
            <a:extLst>
              <a:ext uri="{96DAC541-7B7A-43D3-8B79-37D633B846F1}">
                <asvg:svgBlip xmlns:asvg="http://schemas.microsoft.com/office/drawing/2016/SVG/main" r:embed="R56b701db0c2149b0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3438525" y="2000250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53" name="input-core-1">
            <a:extLst xmlns:a="http://schemas.openxmlformats.org/drawingml/2006/main">
              <a:ext uri="{FF2B5EF4-FFF2-40B4-BE49-F238E27FC236}">
                <a16:creationId xmlns:a16="http://schemas.microsoft.com/office/drawing/2014/main" id="{57173307-1884-43CE-8491-A417BABC9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419600" y="1704975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23"/>
          <a:fontRef xmlns:a="http://schemas.openxmlformats.org/drawingml/2006/main" idx="major"/>
        </p:style>
      </p:sp>
      <p:pic>
        <p:nvPicPr>
          <p:cNvPr id="1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5a5ab894bdc4aa4">
            <a:extLst>
              <a:ext uri="{96DAC541-7B7A-43D3-8B79-37D633B846F1}">
                <asvg:svgBlip xmlns:asvg="http://schemas.microsoft.com/office/drawing/2016/SVG/main" r:embed="Rbf137fb73aa241a4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4514850" y="1800225"/>
            <a:ext cx="209550" cy="209550"/>
          </a:xfrm>
          <a:prstGeom xmlns:a="http://schemas.openxmlformats.org/drawingml/2006/main" prst="rect">
            <a:avLst/>
          </a:prstGeom>
        </p:spPr>
      </p:pic>
      <p:sp>
        <p:nvSpPr>
          <p:cNvPr id="55" name="input-core-2">
            <a:extLst xmlns:a="http://schemas.openxmlformats.org/drawingml/2006/main">
              <a:ext uri="{FF2B5EF4-FFF2-40B4-BE49-F238E27FC236}">
                <a16:creationId xmlns:a16="http://schemas.microsoft.com/office/drawing/2014/main" id="{AFA26112-2E7C-4CC8-A890-FCA39A126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438775" y="18478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23"/>
          <a:fontRef xmlns:a="http://schemas.openxmlformats.org/drawingml/2006/main" idx="major"/>
        </p:style>
      </p:sp>
      <p:pic>
        <p:nvPicPr>
          <p:cNvPr id="1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8b542cd5abc40d2">
            <a:extLst>
              <a:ext uri="{96DAC541-7B7A-43D3-8B79-37D633B846F1}">
                <asvg:svgBlip xmlns:asvg="http://schemas.microsoft.com/office/drawing/2016/SVG/main" r:embed="Rb82910cb518b44ae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5534025" y="1943100"/>
            <a:ext cx="266700" cy="2667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3622250"/>
      </p:ext>
    </p:extLst>
  </p:cSld>
</p:sld>
</file>

<file path=ppt/slides/slide3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9" name="phase-band-0">
            <a:extLst xmlns:a="http://schemas.openxmlformats.org/drawingml/2006/main">
              <a:ext uri="{FF2B5EF4-FFF2-40B4-BE49-F238E27FC236}">
                <a16:creationId xmlns:a16="http://schemas.microsoft.com/office/drawing/2014/main" id="{5C170FF7-9640-4B43-9F86-461E16FD4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1638300"/>
            <a:ext cx="11144250" cy="229359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phase-band-1">
            <a:extLst xmlns:a="http://schemas.openxmlformats.org/drawingml/2006/main">
              <a:ext uri="{FF2B5EF4-FFF2-40B4-BE49-F238E27FC236}">
                <a16:creationId xmlns:a16="http://schemas.microsoft.com/office/drawing/2014/main" id="{7A92B69E-6C81-4DE5-A498-D70518966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3931891"/>
            <a:ext cx="11144250" cy="227826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38100">
            <a:solidFill>
              <a:srgbClr val="FFFFFF"/>
            </a:solidFill>
            <a:prstDash val="solid"/>
          </a:ln>
        </p:spPr>
      </p:sp>
      <p:sp>
        <p:nvSpPr>
          <p:cNvPr id="3" name="phase-rail-0">
            <a:extLst xmlns:a="http://schemas.openxmlformats.org/drawingml/2006/main">
              <a:ext uri="{FF2B5EF4-FFF2-40B4-BE49-F238E27FC236}">
                <a16:creationId xmlns:a16="http://schemas.microsoft.com/office/drawing/2014/main" id="{46678142-9214-468A-8F5A-A6AE70FCD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1638300"/>
            <a:ext cx="514350" cy="2288981"/>
          </a:xfrm>
          <a:custGeom xmlns:a="http://schemas.openxmlformats.org/drawingml/2006/main">
            <a:pathLst>
              <a:path w="514350" h="2288981">
                <a:moveTo>
                  <a:pt x="0" y="0"/>
                </a:moveTo>
                <a:lnTo>
                  <a:pt x="22517" y="0"/>
                </a:lnTo>
                <a:lnTo>
                  <a:pt x="45034" y="0"/>
                </a:lnTo>
                <a:lnTo>
                  <a:pt x="67551" y="0"/>
                </a:lnTo>
                <a:lnTo>
                  <a:pt x="90068" y="0"/>
                </a:lnTo>
                <a:lnTo>
                  <a:pt x="112586" y="0"/>
                </a:lnTo>
                <a:lnTo>
                  <a:pt x="135103" y="0"/>
                </a:lnTo>
                <a:lnTo>
                  <a:pt x="157620" y="0"/>
                </a:lnTo>
                <a:lnTo>
                  <a:pt x="180137" y="0"/>
                </a:lnTo>
                <a:lnTo>
                  <a:pt x="202663" y="0"/>
                </a:lnTo>
                <a:lnTo>
                  <a:pt x="225181" y="0"/>
                </a:lnTo>
                <a:lnTo>
                  <a:pt x="247698" y="0"/>
                </a:lnTo>
                <a:lnTo>
                  <a:pt x="270215" y="0"/>
                </a:lnTo>
                <a:lnTo>
                  <a:pt x="292732" y="0"/>
                </a:lnTo>
                <a:lnTo>
                  <a:pt x="315249" y="0"/>
                </a:lnTo>
                <a:lnTo>
                  <a:pt x="337766" y="0"/>
                </a:lnTo>
                <a:lnTo>
                  <a:pt x="360283" y="0"/>
                </a:lnTo>
                <a:lnTo>
                  <a:pt x="382800" y="0"/>
                </a:lnTo>
                <a:lnTo>
                  <a:pt x="405317" y="0"/>
                </a:lnTo>
                <a:lnTo>
                  <a:pt x="427834" y="0"/>
                </a:lnTo>
                <a:lnTo>
                  <a:pt x="450352" y="0"/>
                </a:lnTo>
                <a:lnTo>
                  <a:pt x="472869" y="0"/>
                </a:lnTo>
                <a:lnTo>
                  <a:pt x="495386" y="0"/>
                </a:lnTo>
                <a:lnTo>
                  <a:pt x="514350" y="3553"/>
                </a:lnTo>
                <a:lnTo>
                  <a:pt x="514350" y="26070"/>
                </a:lnTo>
                <a:lnTo>
                  <a:pt x="514350" y="48587"/>
                </a:lnTo>
                <a:lnTo>
                  <a:pt x="514350" y="71104"/>
                </a:lnTo>
                <a:lnTo>
                  <a:pt x="514350" y="93621"/>
                </a:lnTo>
                <a:lnTo>
                  <a:pt x="514350" y="116138"/>
                </a:lnTo>
                <a:lnTo>
                  <a:pt x="514350" y="138655"/>
                </a:lnTo>
                <a:lnTo>
                  <a:pt x="514350" y="161182"/>
                </a:lnTo>
                <a:lnTo>
                  <a:pt x="514350" y="183699"/>
                </a:lnTo>
                <a:lnTo>
                  <a:pt x="514350" y="206216"/>
                </a:lnTo>
                <a:lnTo>
                  <a:pt x="514350" y="228733"/>
                </a:lnTo>
                <a:lnTo>
                  <a:pt x="514350" y="251250"/>
                </a:lnTo>
                <a:lnTo>
                  <a:pt x="514350" y="273768"/>
                </a:lnTo>
                <a:lnTo>
                  <a:pt x="514350" y="296285"/>
                </a:lnTo>
                <a:lnTo>
                  <a:pt x="514350" y="318802"/>
                </a:lnTo>
                <a:lnTo>
                  <a:pt x="514350" y="341319"/>
                </a:lnTo>
                <a:lnTo>
                  <a:pt x="514350" y="363836"/>
                </a:lnTo>
                <a:lnTo>
                  <a:pt x="514350" y="386353"/>
                </a:lnTo>
                <a:lnTo>
                  <a:pt x="514350" y="408870"/>
                </a:lnTo>
                <a:lnTo>
                  <a:pt x="514350" y="431387"/>
                </a:lnTo>
                <a:lnTo>
                  <a:pt x="514350" y="453904"/>
                </a:lnTo>
                <a:lnTo>
                  <a:pt x="514350" y="476421"/>
                </a:lnTo>
                <a:lnTo>
                  <a:pt x="514350" y="498939"/>
                </a:lnTo>
                <a:lnTo>
                  <a:pt x="514350" y="521456"/>
                </a:lnTo>
                <a:lnTo>
                  <a:pt x="514350" y="543973"/>
                </a:lnTo>
                <a:lnTo>
                  <a:pt x="514350" y="566490"/>
                </a:lnTo>
                <a:lnTo>
                  <a:pt x="514350" y="589007"/>
                </a:lnTo>
                <a:lnTo>
                  <a:pt x="514350" y="611524"/>
                </a:lnTo>
                <a:lnTo>
                  <a:pt x="514350" y="634041"/>
                </a:lnTo>
                <a:lnTo>
                  <a:pt x="514350" y="656558"/>
                </a:lnTo>
                <a:lnTo>
                  <a:pt x="514350" y="679075"/>
                </a:lnTo>
                <a:lnTo>
                  <a:pt x="514350" y="701592"/>
                </a:lnTo>
                <a:lnTo>
                  <a:pt x="514350" y="724110"/>
                </a:lnTo>
                <a:lnTo>
                  <a:pt x="514350" y="746627"/>
                </a:lnTo>
                <a:lnTo>
                  <a:pt x="514350" y="769144"/>
                </a:lnTo>
                <a:lnTo>
                  <a:pt x="514350" y="791661"/>
                </a:lnTo>
                <a:lnTo>
                  <a:pt x="514350" y="814178"/>
                </a:lnTo>
                <a:lnTo>
                  <a:pt x="514350" y="836695"/>
                </a:lnTo>
                <a:lnTo>
                  <a:pt x="514350" y="859212"/>
                </a:lnTo>
                <a:lnTo>
                  <a:pt x="514350" y="881729"/>
                </a:lnTo>
                <a:lnTo>
                  <a:pt x="514350" y="904246"/>
                </a:lnTo>
                <a:lnTo>
                  <a:pt x="514350" y="926763"/>
                </a:lnTo>
                <a:lnTo>
                  <a:pt x="514350" y="949281"/>
                </a:lnTo>
                <a:lnTo>
                  <a:pt x="514350" y="971798"/>
                </a:lnTo>
                <a:lnTo>
                  <a:pt x="514350" y="994324"/>
                </a:lnTo>
                <a:lnTo>
                  <a:pt x="514350" y="1016841"/>
                </a:lnTo>
                <a:lnTo>
                  <a:pt x="514350" y="1039358"/>
                </a:lnTo>
                <a:lnTo>
                  <a:pt x="514350" y="1061876"/>
                </a:lnTo>
                <a:lnTo>
                  <a:pt x="514350" y="1084393"/>
                </a:lnTo>
                <a:lnTo>
                  <a:pt x="514350" y="1106910"/>
                </a:lnTo>
                <a:lnTo>
                  <a:pt x="514350" y="1129427"/>
                </a:lnTo>
                <a:lnTo>
                  <a:pt x="514350" y="1151944"/>
                </a:lnTo>
                <a:lnTo>
                  <a:pt x="514350" y="1174461"/>
                </a:lnTo>
                <a:lnTo>
                  <a:pt x="514350" y="1196978"/>
                </a:lnTo>
                <a:lnTo>
                  <a:pt x="514350" y="1219495"/>
                </a:lnTo>
                <a:lnTo>
                  <a:pt x="514350" y="1242012"/>
                </a:lnTo>
                <a:lnTo>
                  <a:pt x="514350" y="1264529"/>
                </a:lnTo>
                <a:lnTo>
                  <a:pt x="514350" y="1287047"/>
                </a:lnTo>
                <a:lnTo>
                  <a:pt x="514350" y="1309564"/>
                </a:lnTo>
                <a:lnTo>
                  <a:pt x="514350" y="1332081"/>
                </a:lnTo>
                <a:lnTo>
                  <a:pt x="514350" y="1354598"/>
                </a:lnTo>
                <a:lnTo>
                  <a:pt x="514350" y="1377115"/>
                </a:lnTo>
                <a:lnTo>
                  <a:pt x="514350" y="1399632"/>
                </a:lnTo>
                <a:lnTo>
                  <a:pt x="514350" y="1422149"/>
                </a:lnTo>
                <a:lnTo>
                  <a:pt x="514350" y="1444666"/>
                </a:lnTo>
                <a:lnTo>
                  <a:pt x="514350" y="1467183"/>
                </a:lnTo>
                <a:lnTo>
                  <a:pt x="514350" y="1489700"/>
                </a:lnTo>
                <a:lnTo>
                  <a:pt x="514350" y="1512218"/>
                </a:lnTo>
                <a:lnTo>
                  <a:pt x="514350" y="1534735"/>
                </a:lnTo>
                <a:lnTo>
                  <a:pt x="514350" y="1557252"/>
                </a:lnTo>
                <a:lnTo>
                  <a:pt x="514350" y="1579769"/>
                </a:lnTo>
                <a:lnTo>
                  <a:pt x="514350" y="1602286"/>
                </a:lnTo>
                <a:lnTo>
                  <a:pt x="514350" y="1624803"/>
                </a:lnTo>
                <a:lnTo>
                  <a:pt x="514350" y="1647320"/>
                </a:lnTo>
                <a:lnTo>
                  <a:pt x="514350" y="1669837"/>
                </a:lnTo>
                <a:lnTo>
                  <a:pt x="514350" y="1692354"/>
                </a:lnTo>
                <a:lnTo>
                  <a:pt x="514350" y="1714871"/>
                </a:lnTo>
                <a:lnTo>
                  <a:pt x="514350" y="1737389"/>
                </a:lnTo>
                <a:lnTo>
                  <a:pt x="514350" y="1759906"/>
                </a:lnTo>
                <a:lnTo>
                  <a:pt x="514350" y="1782423"/>
                </a:lnTo>
                <a:lnTo>
                  <a:pt x="514350" y="1804940"/>
                </a:lnTo>
                <a:lnTo>
                  <a:pt x="514350" y="1827457"/>
                </a:lnTo>
                <a:lnTo>
                  <a:pt x="514350" y="1849984"/>
                </a:lnTo>
                <a:lnTo>
                  <a:pt x="514350" y="1872501"/>
                </a:lnTo>
                <a:lnTo>
                  <a:pt x="514350" y="1895018"/>
                </a:lnTo>
                <a:lnTo>
                  <a:pt x="514350" y="1917535"/>
                </a:lnTo>
                <a:lnTo>
                  <a:pt x="514350" y="1940052"/>
                </a:lnTo>
                <a:lnTo>
                  <a:pt x="514350" y="1962569"/>
                </a:lnTo>
                <a:lnTo>
                  <a:pt x="514350" y="1985086"/>
                </a:lnTo>
                <a:lnTo>
                  <a:pt x="514350" y="2007603"/>
                </a:lnTo>
                <a:lnTo>
                  <a:pt x="514350" y="2030120"/>
                </a:lnTo>
                <a:lnTo>
                  <a:pt x="514350" y="2052638"/>
                </a:lnTo>
                <a:lnTo>
                  <a:pt x="514350" y="2075155"/>
                </a:lnTo>
                <a:lnTo>
                  <a:pt x="514350" y="2097672"/>
                </a:lnTo>
                <a:lnTo>
                  <a:pt x="514350" y="2120189"/>
                </a:lnTo>
                <a:lnTo>
                  <a:pt x="514350" y="2142706"/>
                </a:lnTo>
                <a:lnTo>
                  <a:pt x="501672" y="2157765"/>
                </a:lnTo>
                <a:lnTo>
                  <a:pt x="481984" y="2168700"/>
                </a:lnTo>
                <a:lnTo>
                  <a:pt x="462305" y="2179634"/>
                </a:lnTo>
                <a:lnTo>
                  <a:pt x="442617" y="2190569"/>
                </a:lnTo>
                <a:lnTo>
                  <a:pt x="422939" y="2201504"/>
                </a:lnTo>
                <a:lnTo>
                  <a:pt x="403250" y="2212438"/>
                </a:lnTo>
                <a:lnTo>
                  <a:pt x="383562" y="2223373"/>
                </a:lnTo>
                <a:lnTo>
                  <a:pt x="363884" y="2234308"/>
                </a:lnTo>
                <a:lnTo>
                  <a:pt x="344195" y="2245243"/>
                </a:lnTo>
                <a:lnTo>
                  <a:pt x="324517" y="2256177"/>
                </a:lnTo>
                <a:lnTo>
                  <a:pt x="304829" y="2267112"/>
                </a:lnTo>
                <a:lnTo>
                  <a:pt x="285150" y="2278047"/>
                </a:lnTo>
                <a:lnTo>
                  <a:pt x="265462" y="2288981"/>
                </a:lnTo>
                <a:lnTo>
                  <a:pt x="245783" y="2287257"/>
                </a:lnTo>
                <a:lnTo>
                  <a:pt x="226095" y="2276323"/>
                </a:lnTo>
                <a:lnTo>
                  <a:pt x="206407" y="2265388"/>
                </a:lnTo>
                <a:lnTo>
                  <a:pt x="186728" y="2254453"/>
                </a:lnTo>
                <a:lnTo>
                  <a:pt x="167040" y="2243519"/>
                </a:lnTo>
                <a:lnTo>
                  <a:pt x="147361" y="2232584"/>
                </a:lnTo>
                <a:lnTo>
                  <a:pt x="127673" y="2221649"/>
                </a:lnTo>
                <a:lnTo>
                  <a:pt x="107994" y="2210714"/>
                </a:lnTo>
                <a:lnTo>
                  <a:pt x="88306" y="2199780"/>
                </a:lnTo>
                <a:lnTo>
                  <a:pt x="68628" y="2188845"/>
                </a:lnTo>
                <a:lnTo>
                  <a:pt x="48939" y="2177901"/>
                </a:lnTo>
                <a:lnTo>
                  <a:pt x="29251" y="2166966"/>
                </a:lnTo>
                <a:lnTo>
                  <a:pt x="9573" y="2156031"/>
                </a:lnTo>
                <a:lnTo>
                  <a:pt x="0" y="2139153"/>
                </a:lnTo>
                <a:lnTo>
                  <a:pt x="0" y="2116636"/>
                </a:lnTo>
                <a:lnTo>
                  <a:pt x="0" y="2094109"/>
                </a:lnTo>
                <a:lnTo>
                  <a:pt x="0" y="2071592"/>
                </a:lnTo>
                <a:lnTo>
                  <a:pt x="0" y="2049075"/>
                </a:lnTo>
                <a:lnTo>
                  <a:pt x="0" y="2026558"/>
                </a:lnTo>
                <a:lnTo>
                  <a:pt x="0" y="2004041"/>
                </a:lnTo>
                <a:lnTo>
                  <a:pt x="0" y="1981524"/>
                </a:lnTo>
                <a:lnTo>
                  <a:pt x="0" y="1959007"/>
                </a:lnTo>
                <a:lnTo>
                  <a:pt x="0" y="1936490"/>
                </a:lnTo>
                <a:lnTo>
                  <a:pt x="0" y="1913973"/>
                </a:lnTo>
                <a:lnTo>
                  <a:pt x="0" y="1891455"/>
                </a:lnTo>
                <a:lnTo>
                  <a:pt x="0" y="1868938"/>
                </a:lnTo>
                <a:lnTo>
                  <a:pt x="0" y="1846421"/>
                </a:lnTo>
                <a:lnTo>
                  <a:pt x="0" y="1823904"/>
                </a:lnTo>
                <a:lnTo>
                  <a:pt x="0" y="1801387"/>
                </a:lnTo>
                <a:lnTo>
                  <a:pt x="0" y="1778870"/>
                </a:lnTo>
                <a:lnTo>
                  <a:pt x="0" y="1756353"/>
                </a:lnTo>
                <a:lnTo>
                  <a:pt x="0" y="1733836"/>
                </a:lnTo>
                <a:lnTo>
                  <a:pt x="0" y="1711319"/>
                </a:lnTo>
                <a:lnTo>
                  <a:pt x="0" y="1688802"/>
                </a:lnTo>
                <a:lnTo>
                  <a:pt x="0" y="1666284"/>
                </a:lnTo>
                <a:lnTo>
                  <a:pt x="0" y="1643767"/>
                </a:lnTo>
                <a:lnTo>
                  <a:pt x="0" y="1621250"/>
                </a:lnTo>
                <a:lnTo>
                  <a:pt x="0" y="1598733"/>
                </a:lnTo>
                <a:lnTo>
                  <a:pt x="0" y="1576216"/>
                </a:lnTo>
                <a:lnTo>
                  <a:pt x="0" y="1553699"/>
                </a:lnTo>
                <a:lnTo>
                  <a:pt x="0" y="1531182"/>
                </a:lnTo>
                <a:lnTo>
                  <a:pt x="0" y="1508665"/>
                </a:lnTo>
                <a:lnTo>
                  <a:pt x="0" y="1486148"/>
                </a:lnTo>
                <a:lnTo>
                  <a:pt x="0" y="1463631"/>
                </a:lnTo>
                <a:lnTo>
                  <a:pt x="0" y="1441113"/>
                </a:lnTo>
                <a:lnTo>
                  <a:pt x="0" y="1418596"/>
                </a:lnTo>
                <a:lnTo>
                  <a:pt x="0" y="1396079"/>
                </a:lnTo>
                <a:lnTo>
                  <a:pt x="0" y="1373562"/>
                </a:lnTo>
                <a:lnTo>
                  <a:pt x="0" y="1351045"/>
                </a:lnTo>
                <a:lnTo>
                  <a:pt x="0" y="1328528"/>
                </a:lnTo>
                <a:lnTo>
                  <a:pt x="0" y="1306011"/>
                </a:lnTo>
                <a:lnTo>
                  <a:pt x="0" y="1283494"/>
                </a:lnTo>
                <a:lnTo>
                  <a:pt x="0" y="1260967"/>
                </a:lnTo>
                <a:lnTo>
                  <a:pt x="0" y="1238450"/>
                </a:lnTo>
                <a:lnTo>
                  <a:pt x="0" y="1215933"/>
                </a:lnTo>
                <a:lnTo>
                  <a:pt x="0" y="1193416"/>
                </a:lnTo>
                <a:lnTo>
                  <a:pt x="0" y="1170899"/>
                </a:lnTo>
                <a:lnTo>
                  <a:pt x="0" y="1148382"/>
                </a:lnTo>
                <a:lnTo>
                  <a:pt x="0" y="1125865"/>
                </a:lnTo>
                <a:lnTo>
                  <a:pt x="0" y="1103347"/>
                </a:lnTo>
                <a:lnTo>
                  <a:pt x="0" y="1080830"/>
                </a:lnTo>
                <a:lnTo>
                  <a:pt x="0" y="1058313"/>
                </a:lnTo>
                <a:lnTo>
                  <a:pt x="0" y="1035796"/>
                </a:lnTo>
                <a:lnTo>
                  <a:pt x="0" y="1013279"/>
                </a:lnTo>
                <a:lnTo>
                  <a:pt x="0" y="990762"/>
                </a:lnTo>
                <a:lnTo>
                  <a:pt x="0" y="968245"/>
                </a:lnTo>
                <a:lnTo>
                  <a:pt x="0" y="945728"/>
                </a:lnTo>
                <a:lnTo>
                  <a:pt x="0" y="923211"/>
                </a:lnTo>
                <a:lnTo>
                  <a:pt x="0" y="900694"/>
                </a:lnTo>
                <a:lnTo>
                  <a:pt x="0" y="878176"/>
                </a:lnTo>
                <a:lnTo>
                  <a:pt x="0" y="855659"/>
                </a:lnTo>
                <a:lnTo>
                  <a:pt x="0" y="833142"/>
                </a:lnTo>
                <a:lnTo>
                  <a:pt x="0" y="810625"/>
                </a:lnTo>
                <a:lnTo>
                  <a:pt x="0" y="788108"/>
                </a:lnTo>
                <a:lnTo>
                  <a:pt x="0" y="765591"/>
                </a:lnTo>
                <a:lnTo>
                  <a:pt x="0" y="743074"/>
                </a:lnTo>
                <a:lnTo>
                  <a:pt x="0" y="720557"/>
                </a:lnTo>
                <a:lnTo>
                  <a:pt x="0" y="698040"/>
                </a:lnTo>
                <a:lnTo>
                  <a:pt x="0" y="675523"/>
                </a:lnTo>
                <a:lnTo>
                  <a:pt x="0" y="653005"/>
                </a:lnTo>
                <a:lnTo>
                  <a:pt x="0" y="630488"/>
                </a:lnTo>
                <a:lnTo>
                  <a:pt x="0" y="607971"/>
                </a:lnTo>
                <a:lnTo>
                  <a:pt x="0" y="585454"/>
                </a:lnTo>
                <a:lnTo>
                  <a:pt x="0" y="562937"/>
                </a:lnTo>
                <a:lnTo>
                  <a:pt x="0" y="540420"/>
                </a:lnTo>
                <a:lnTo>
                  <a:pt x="0" y="517903"/>
                </a:lnTo>
                <a:lnTo>
                  <a:pt x="0" y="495386"/>
                </a:lnTo>
                <a:lnTo>
                  <a:pt x="0" y="472869"/>
                </a:lnTo>
                <a:lnTo>
                  <a:pt x="0" y="450352"/>
                </a:lnTo>
                <a:lnTo>
                  <a:pt x="0" y="427834"/>
                </a:lnTo>
                <a:lnTo>
                  <a:pt x="0" y="405308"/>
                </a:lnTo>
                <a:lnTo>
                  <a:pt x="0" y="382791"/>
                </a:lnTo>
                <a:lnTo>
                  <a:pt x="0" y="360274"/>
                </a:lnTo>
                <a:lnTo>
                  <a:pt x="0" y="337757"/>
                </a:lnTo>
                <a:lnTo>
                  <a:pt x="0" y="315239"/>
                </a:lnTo>
                <a:lnTo>
                  <a:pt x="0" y="292722"/>
                </a:lnTo>
                <a:lnTo>
                  <a:pt x="0" y="270205"/>
                </a:lnTo>
                <a:lnTo>
                  <a:pt x="0" y="247688"/>
                </a:lnTo>
                <a:lnTo>
                  <a:pt x="0" y="225171"/>
                </a:lnTo>
                <a:lnTo>
                  <a:pt x="0" y="202654"/>
                </a:lnTo>
                <a:lnTo>
                  <a:pt x="0" y="180137"/>
                </a:lnTo>
                <a:lnTo>
                  <a:pt x="0" y="157620"/>
                </a:lnTo>
                <a:lnTo>
                  <a:pt x="0" y="135103"/>
                </a:lnTo>
                <a:lnTo>
                  <a:pt x="0" y="112586"/>
                </a:lnTo>
                <a:lnTo>
                  <a:pt x="0" y="90068"/>
                </a:lnTo>
                <a:lnTo>
                  <a:pt x="0" y="67551"/>
                </a:lnTo>
                <a:lnTo>
                  <a:pt x="0" y="45034"/>
                </a:lnTo>
                <a:lnTo>
                  <a:pt x="0" y="22517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4" name="phase-title-0">
            <a:extLst xmlns:a="http://schemas.openxmlformats.org/drawingml/2006/main">
              <a:ext uri="{FF2B5EF4-FFF2-40B4-BE49-F238E27FC236}">
                <a16:creationId xmlns:a16="http://schemas.microsoft.com/office/drawing/2014/main" id="{9B513EA1-8594-4D4C-B7F8-829467426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2314280"/>
            <a:ext cx="1428750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获取与识别</a:t>
            </a:r>
          </a:p>
        </p:txBody>
      </p:sp>
      <p:sp>
        <p:nvSpPr>
          <p:cNvPr id="5" name="phase-body-0">
            <a:extLst xmlns:a="http://schemas.openxmlformats.org/drawingml/2006/main">
              <a:ext uri="{FF2B5EF4-FFF2-40B4-BE49-F238E27FC236}">
                <a16:creationId xmlns:a16="http://schemas.microsoft.com/office/drawing/2014/main" id="{4DBA4C1B-13E2-4974-94E4-36D057DB5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2668486"/>
            <a:ext cx="1428750" cy="587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让目标对象进</a:t>
            </a:r>
          </a:p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入并形成意向</a:t>
            </a:r>
          </a:p>
        </p:txBody>
      </p:sp>
      <p:sp>
        <p:nvSpPr>
          <p:cNvPr id="6" name="action-icon-shell-0-0">
            <a:extLst xmlns:a="http://schemas.openxmlformats.org/drawingml/2006/main">
              <a:ext uri="{FF2B5EF4-FFF2-40B4-BE49-F238E27FC236}">
                <a16:creationId xmlns:a16="http://schemas.microsoft.com/office/drawing/2014/main" id="{4DB8B144-BC9F-4F9C-AEFE-CEB063B59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2308774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6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a8cd940edca45eb">
            <a:extLst>
              <a:ext uri="{96DAC541-7B7A-43D3-8B79-37D633B846F1}">
                <asvg:svgBlip xmlns:asvg="http://schemas.microsoft.com/office/drawing/2016/SVG/main" r:embed="R0048a00b3294454c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2384974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8" name="action-title-0-0">
            <a:extLst xmlns:a="http://schemas.openxmlformats.org/drawingml/2006/main">
              <a:ext uri="{FF2B5EF4-FFF2-40B4-BE49-F238E27FC236}">
                <a16:creationId xmlns:a16="http://schemas.microsoft.com/office/drawing/2014/main" id="{7724D79E-17EB-435D-9C4E-FE00C2ECD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247748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标签体系</a:t>
            </a:r>
          </a:p>
        </p:txBody>
      </p:sp>
      <p:sp>
        <p:nvSpPr>
          <p:cNvPr id="9" name="action-body-0-0">
            <a:extLst xmlns:a="http://schemas.openxmlformats.org/drawingml/2006/main">
              <a:ext uri="{FF2B5EF4-FFF2-40B4-BE49-F238E27FC236}">
                <a16:creationId xmlns:a16="http://schemas.microsoft.com/office/drawing/2014/main" id="{FEE478F3-84F6-4F93-92B5-1298950AF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476348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形成可识别对象</a:t>
            </a:r>
          </a:p>
        </p:txBody>
      </p:sp>
      <p:sp>
        <p:nvSpPr>
          <p:cNvPr id="10" name="action-icon-shell-0-1">
            <a:extLst xmlns:a="http://schemas.openxmlformats.org/drawingml/2006/main">
              <a:ext uri="{FF2B5EF4-FFF2-40B4-BE49-F238E27FC236}">
                <a16:creationId xmlns:a16="http://schemas.microsoft.com/office/drawing/2014/main" id="{D0D97B8B-C0A9-4E06-997D-DAB03DD25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2308774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6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467c759d6d64afd">
            <a:extLst>
              <a:ext uri="{96DAC541-7B7A-43D3-8B79-37D633B846F1}">
                <asvg:svgBlip xmlns:asvg="http://schemas.microsoft.com/office/drawing/2016/SVG/main" r:embed="R4f0c4a79d18a4b00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2384974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12" name="action-title-0-1">
            <a:extLst xmlns:a="http://schemas.openxmlformats.org/drawingml/2006/main">
              <a:ext uri="{FF2B5EF4-FFF2-40B4-BE49-F238E27FC236}">
                <a16:creationId xmlns:a16="http://schemas.microsoft.com/office/drawing/2014/main" id="{C081A42B-9F46-4E61-80F1-DC3581FB5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247748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渠道连接</a:t>
            </a:r>
          </a:p>
        </p:txBody>
      </p:sp>
      <p:sp>
        <p:nvSpPr>
          <p:cNvPr id="13" name="action-body-0-1">
            <a:extLst xmlns:a="http://schemas.openxmlformats.org/drawingml/2006/main">
              <a:ext uri="{FF2B5EF4-FFF2-40B4-BE49-F238E27FC236}">
                <a16:creationId xmlns:a16="http://schemas.microsoft.com/office/drawing/2014/main" id="{E5EC6739-406B-487D-9A67-C3F008E28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476348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连接主要触点</a:t>
            </a:r>
          </a:p>
        </p:txBody>
      </p:sp>
      <p:sp>
        <p:nvSpPr>
          <p:cNvPr id="14" name="action-icon-shell-0-2">
            <a:extLst xmlns:a="http://schemas.openxmlformats.org/drawingml/2006/main">
              <a:ext uri="{FF2B5EF4-FFF2-40B4-BE49-F238E27FC236}">
                <a16:creationId xmlns:a16="http://schemas.microsoft.com/office/drawing/2014/main" id="{5677BC50-3E1F-49DC-B58D-BCE8533C4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2918374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7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bb10536d31b4240">
            <a:extLst>
              <a:ext uri="{96DAC541-7B7A-43D3-8B79-37D633B846F1}">
                <asvg:svgBlip xmlns:asvg="http://schemas.microsoft.com/office/drawing/2016/SVG/main" r:embed="Rb8c69bbf57374ecb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2994574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16" name="action-title-0-2">
            <a:extLst xmlns:a="http://schemas.openxmlformats.org/drawingml/2006/main">
              <a:ext uri="{FF2B5EF4-FFF2-40B4-BE49-F238E27FC236}">
                <a16:creationId xmlns:a16="http://schemas.microsoft.com/office/drawing/2014/main" id="{D8A9A5EC-06F8-41B7-9798-62EEC83DD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857348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内容优化</a:t>
            </a:r>
          </a:p>
        </p:txBody>
      </p:sp>
      <p:sp>
        <p:nvSpPr>
          <p:cNvPr id="17" name="action-body-0-2">
            <a:extLst xmlns:a="http://schemas.openxmlformats.org/drawingml/2006/main">
              <a:ext uri="{FF2B5EF4-FFF2-40B4-BE49-F238E27FC236}">
                <a16:creationId xmlns:a16="http://schemas.microsoft.com/office/drawing/2014/main" id="{4BF4F736-B6FB-43BE-A5AB-318C1A977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3085948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提高触达质量</a:t>
            </a:r>
          </a:p>
        </p:txBody>
      </p:sp>
      <p:sp>
        <p:nvSpPr>
          <p:cNvPr id="18" name="action-icon-shell-0-3">
            <a:extLst xmlns:a="http://schemas.openxmlformats.org/drawingml/2006/main">
              <a:ext uri="{FF2B5EF4-FFF2-40B4-BE49-F238E27FC236}">
                <a16:creationId xmlns:a16="http://schemas.microsoft.com/office/drawing/2014/main" id="{3F1570A8-E466-4369-A53B-11019E5E3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2918374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7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aba0c65ef564ddb">
            <a:extLst>
              <a:ext uri="{96DAC541-7B7A-43D3-8B79-37D633B846F1}">
                <asvg:svgBlip xmlns:asvg="http://schemas.microsoft.com/office/drawing/2016/SVG/main" r:embed="R5c80640e8f164019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2994574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20" name="action-title-0-3">
            <a:extLst xmlns:a="http://schemas.openxmlformats.org/drawingml/2006/main">
              <a:ext uri="{FF2B5EF4-FFF2-40B4-BE49-F238E27FC236}">
                <a16:creationId xmlns:a16="http://schemas.microsoft.com/office/drawing/2014/main" id="{5314D262-CCA4-4266-AF61-57DF7C9A4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857348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行为追踪</a:t>
            </a:r>
          </a:p>
        </p:txBody>
      </p:sp>
      <p:sp>
        <p:nvSpPr>
          <p:cNvPr id="21" name="action-body-0-3">
            <a:extLst xmlns:a="http://schemas.openxmlformats.org/drawingml/2006/main">
              <a:ext uri="{FF2B5EF4-FFF2-40B4-BE49-F238E27FC236}">
                <a16:creationId xmlns:a16="http://schemas.microsoft.com/office/drawing/2014/main" id="{6147234A-5BB1-45A4-B163-9BA9DCDC5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3085948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记录关键反馈</a:t>
            </a:r>
          </a:p>
        </p:txBody>
      </p:sp>
      <p:sp>
        <p:nvSpPr>
          <p:cNvPr id="22" name="phase-rail-1">
            <a:extLst xmlns:a="http://schemas.openxmlformats.org/drawingml/2006/main">
              <a:ext uri="{FF2B5EF4-FFF2-40B4-BE49-F238E27FC236}">
                <a16:creationId xmlns:a16="http://schemas.microsoft.com/office/drawing/2014/main" id="{EFAF5458-D9B0-4C84-8C4E-B40D74C55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3931891"/>
            <a:ext cx="514350" cy="2277828"/>
          </a:xfrm>
          <a:custGeom xmlns:a="http://schemas.openxmlformats.org/drawingml/2006/main">
            <a:pathLst>
              <a:path w="514350" h="2277828">
                <a:moveTo>
                  <a:pt x="0" y="0"/>
                </a:moveTo>
                <a:lnTo>
                  <a:pt x="19841" y="11020"/>
                </a:lnTo>
                <a:lnTo>
                  <a:pt x="39681" y="22050"/>
                </a:lnTo>
                <a:lnTo>
                  <a:pt x="59531" y="33071"/>
                </a:lnTo>
                <a:lnTo>
                  <a:pt x="79372" y="44091"/>
                </a:lnTo>
                <a:lnTo>
                  <a:pt x="99212" y="55112"/>
                </a:lnTo>
                <a:lnTo>
                  <a:pt x="119053" y="66142"/>
                </a:lnTo>
                <a:lnTo>
                  <a:pt x="138903" y="77162"/>
                </a:lnTo>
                <a:lnTo>
                  <a:pt x="158744" y="88182"/>
                </a:lnTo>
                <a:lnTo>
                  <a:pt x="178584" y="99212"/>
                </a:lnTo>
                <a:lnTo>
                  <a:pt x="198425" y="110233"/>
                </a:lnTo>
                <a:lnTo>
                  <a:pt x="218265" y="121253"/>
                </a:lnTo>
                <a:lnTo>
                  <a:pt x="238115" y="132274"/>
                </a:lnTo>
                <a:lnTo>
                  <a:pt x="257956" y="142437"/>
                </a:lnTo>
                <a:lnTo>
                  <a:pt x="277797" y="131407"/>
                </a:lnTo>
                <a:lnTo>
                  <a:pt x="297637" y="120386"/>
                </a:lnTo>
                <a:lnTo>
                  <a:pt x="317478" y="109366"/>
                </a:lnTo>
                <a:lnTo>
                  <a:pt x="337328" y="98346"/>
                </a:lnTo>
                <a:lnTo>
                  <a:pt x="357168" y="87316"/>
                </a:lnTo>
                <a:lnTo>
                  <a:pt x="377009" y="76295"/>
                </a:lnTo>
                <a:lnTo>
                  <a:pt x="396850" y="65275"/>
                </a:lnTo>
                <a:lnTo>
                  <a:pt x="416700" y="54254"/>
                </a:lnTo>
                <a:lnTo>
                  <a:pt x="436540" y="43224"/>
                </a:lnTo>
                <a:lnTo>
                  <a:pt x="456381" y="32204"/>
                </a:lnTo>
                <a:lnTo>
                  <a:pt x="476221" y="21184"/>
                </a:lnTo>
                <a:lnTo>
                  <a:pt x="496062" y="10154"/>
                </a:lnTo>
                <a:lnTo>
                  <a:pt x="514350" y="1781"/>
                </a:lnTo>
                <a:lnTo>
                  <a:pt x="514350" y="24479"/>
                </a:lnTo>
                <a:lnTo>
                  <a:pt x="514350" y="47177"/>
                </a:lnTo>
                <a:lnTo>
                  <a:pt x="514350" y="69875"/>
                </a:lnTo>
                <a:lnTo>
                  <a:pt x="514350" y="92573"/>
                </a:lnTo>
                <a:lnTo>
                  <a:pt x="514350" y="115272"/>
                </a:lnTo>
                <a:lnTo>
                  <a:pt x="514350" y="137970"/>
                </a:lnTo>
                <a:lnTo>
                  <a:pt x="514350" y="160668"/>
                </a:lnTo>
                <a:lnTo>
                  <a:pt x="514350" y="183366"/>
                </a:lnTo>
                <a:lnTo>
                  <a:pt x="514350" y="206064"/>
                </a:lnTo>
                <a:lnTo>
                  <a:pt x="514350" y="228762"/>
                </a:lnTo>
                <a:lnTo>
                  <a:pt x="514350" y="251460"/>
                </a:lnTo>
                <a:lnTo>
                  <a:pt x="514350" y="274158"/>
                </a:lnTo>
                <a:lnTo>
                  <a:pt x="514350" y="296856"/>
                </a:lnTo>
                <a:lnTo>
                  <a:pt x="514350" y="319554"/>
                </a:lnTo>
                <a:lnTo>
                  <a:pt x="514350" y="342252"/>
                </a:lnTo>
                <a:lnTo>
                  <a:pt x="514350" y="364950"/>
                </a:lnTo>
                <a:lnTo>
                  <a:pt x="514350" y="387648"/>
                </a:lnTo>
                <a:lnTo>
                  <a:pt x="514350" y="410347"/>
                </a:lnTo>
                <a:lnTo>
                  <a:pt x="514350" y="433045"/>
                </a:lnTo>
                <a:lnTo>
                  <a:pt x="514350" y="455743"/>
                </a:lnTo>
                <a:lnTo>
                  <a:pt x="514350" y="478441"/>
                </a:lnTo>
                <a:lnTo>
                  <a:pt x="514350" y="501139"/>
                </a:lnTo>
                <a:lnTo>
                  <a:pt x="514350" y="523837"/>
                </a:lnTo>
                <a:lnTo>
                  <a:pt x="514350" y="546535"/>
                </a:lnTo>
                <a:lnTo>
                  <a:pt x="514350" y="569233"/>
                </a:lnTo>
                <a:lnTo>
                  <a:pt x="514350" y="591931"/>
                </a:lnTo>
                <a:lnTo>
                  <a:pt x="514350" y="614629"/>
                </a:lnTo>
                <a:lnTo>
                  <a:pt x="514350" y="637327"/>
                </a:lnTo>
                <a:lnTo>
                  <a:pt x="514350" y="660025"/>
                </a:lnTo>
                <a:lnTo>
                  <a:pt x="514350" y="682723"/>
                </a:lnTo>
                <a:lnTo>
                  <a:pt x="514350" y="705422"/>
                </a:lnTo>
                <a:lnTo>
                  <a:pt x="514350" y="728120"/>
                </a:lnTo>
                <a:lnTo>
                  <a:pt x="514350" y="750818"/>
                </a:lnTo>
                <a:lnTo>
                  <a:pt x="514350" y="773516"/>
                </a:lnTo>
                <a:lnTo>
                  <a:pt x="514350" y="796214"/>
                </a:lnTo>
                <a:lnTo>
                  <a:pt x="514350" y="818912"/>
                </a:lnTo>
                <a:lnTo>
                  <a:pt x="514350" y="841610"/>
                </a:lnTo>
                <a:lnTo>
                  <a:pt x="514350" y="864308"/>
                </a:lnTo>
                <a:lnTo>
                  <a:pt x="514350" y="887006"/>
                </a:lnTo>
                <a:lnTo>
                  <a:pt x="514350" y="909704"/>
                </a:lnTo>
                <a:lnTo>
                  <a:pt x="514350" y="932402"/>
                </a:lnTo>
                <a:lnTo>
                  <a:pt x="514350" y="955100"/>
                </a:lnTo>
                <a:lnTo>
                  <a:pt x="514350" y="977798"/>
                </a:lnTo>
                <a:lnTo>
                  <a:pt x="514350" y="1000496"/>
                </a:lnTo>
                <a:lnTo>
                  <a:pt x="514350" y="1023195"/>
                </a:lnTo>
                <a:lnTo>
                  <a:pt x="514350" y="1045893"/>
                </a:lnTo>
                <a:lnTo>
                  <a:pt x="514350" y="1068591"/>
                </a:lnTo>
                <a:lnTo>
                  <a:pt x="514350" y="1091289"/>
                </a:lnTo>
                <a:lnTo>
                  <a:pt x="514350" y="1113987"/>
                </a:lnTo>
                <a:lnTo>
                  <a:pt x="514350" y="1136685"/>
                </a:lnTo>
                <a:lnTo>
                  <a:pt x="514350" y="1159383"/>
                </a:lnTo>
                <a:lnTo>
                  <a:pt x="514350" y="1182081"/>
                </a:lnTo>
                <a:lnTo>
                  <a:pt x="514350" y="1204779"/>
                </a:lnTo>
                <a:lnTo>
                  <a:pt x="514350" y="1227477"/>
                </a:lnTo>
                <a:lnTo>
                  <a:pt x="514350" y="1250175"/>
                </a:lnTo>
                <a:lnTo>
                  <a:pt x="514350" y="1272873"/>
                </a:lnTo>
                <a:lnTo>
                  <a:pt x="514350" y="1295571"/>
                </a:lnTo>
                <a:lnTo>
                  <a:pt x="514350" y="1318270"/>
                </a:lnTo>
                <a:lnTo>
                  <a:pt x="514350" y="1340968"/>
                </a:lnTo>
                <a:lnTo>
                  <a:pt x="514350" y="1363666"/>
                </a:lnTo>
                <a:lnTo>
                  <a:pt x="514350" y="1386364"/>
                </a:lnTo>
                <a:lnTo>
                  <a:pt x="514350" y="1409062"/>
                </a:lnTo>
                <a:lnTo>
                  <a:pt x="514350" y="1431760"/>
                </a:lnTo>
                <a:lnTo>
                  <a:pt x="514350" y="1454458"/>
                </a:lnTo>
                <a:lnTo>
                  <a:pt x="514350" y="1477156"/>
                </a:lnTo>
                <a:lnTo>
                  <a:pt x="514350" y="1499854"/>
                </a:lnTo>
                <a:lnTo>
                  <a:pt x="514350" y="1522552"/>
                </a:lnTo>
                <a:lnTo>
                  <a:pt x="514350" y="1545250"/>
                </a:lnTo>
                <a:lnTo>
                  <a:pt x="514350" y="1567948"/>
                </a:lnTo>
                <a:lnTo>
                  <a:pt x="514350" y="1590646"/>
                </a:lnTo>
                <a:lnTo>
                  <a:pt x="514350" y="1613345"/>
                </a:lnTo>
                <a:lnTo>
                  <a:pt x="514350" y="1636033"/>
                </a:lnTo>
                <a:lnTo>
                  <a:pt x="514350" y="1658731"/>
                </a:lnTo>
                <a:lnTo>
                  <a:pt x="514350" y="1681429"/>
                </a:lnTo>
                <a:lnTo>
                  <a:pt x="514350" y="1704127"/>
                </a:lnTo>
                <a:lnTo>
                  <a:pt x="514350" y="1726825"/>
                </a:lnTo>
                <a:lnTo>
                  <a:pt x="514350" y="1749523"/>
                </a:lnTo>
                <a:lnTo>
                  <a:pt x="514350" y="1772222"/>
                </a:lnTo>
                <a:lnTo>
                  <a:pt x="514350" y="1794920"/>
                </a:lnTo>
                <a:lnTo>
                  <a:pt x="514350" y="1817618"/>
                </a:lnTo>
                <a:lnTo>
                  <a:pt x="514350" y="1840316"/>
                </a:lnTo>
                <a:lnTo>
                  <a:pt x="514350" y="1863014"/>
                </a:lnTo>
                <a:lnTo>
                  <a:pt x="514350" y="1885712"/>
                </a:lnTo>
                <a:lnTo>
                  <a:pt x="514350" y="1908410"/>
                </a:lnTo>
                <a:lnTo>
                  <a:pt x="514350" y="1931108"/>
                </a:lnTo>
                <a:lnTo>
                  <a:pt x="514350" y="1953806"/>
                </a:lnTo>
                <a:lnTo>
                  <a:pt x="514350" y="1976504"/>
                </a:lnTo>
                <a:lnTo>
                  <a:pt x="514350" y="1999202"/>
                </a:lnTo>
                <a:lnTo>
                  <a:pt x="514350" y="2021900"/>
                </a:lnTo>
                <a:lnTo>
                  <a:pt x="514350" y="2044598"/>
                </a:lnTo>
                <a:lnTo>
                  <a:pt x="514350" y="2067296"/>
                </a:lnTo>
                <a:lnTo>
                  <a:pt x="514350" y="2089995"/>
                </a:lnTo>
                <a:lnTo>
                  <a:pt x="514350" y="2112693"/>
                </a:lnTo>
                <a:lnTo>
                  <a:pt x="514350" y="2135391"/>
                </a:lnTo>
                <a:lnTo>
                  <a:pt x="494509" y="2146421"/>
                </a:lnTo>
                <a:lnTo>
                  <a:pt x="474669" y="2157441"/>
                </a:lnTo>
                <a:lnTo>
                  <a:pt x="454819" y="2168462"/>
                </a:lnTo>
                <a:lnTo>
                  <a:pt x="434978" y="2179482"/>
                </a:lnTo>
                <a:lnTo>
                  <a:pt x="415138" y="2190512"/>
                </a:lnTo>
                <a:lnTo>
                  <a:pt x="395297" y="2201532"/>
                </a:lnTo>
                <a:lnTo>
                  <a:pt x="375447" y="2212553"/>
                </a:lnTo>
                <a:lnTo>
                  <a:pt x="355606" y="2223583"/>
                </a:lnTo>
                <a:lnTo>
                  <a:pt x="335766" y="2234603"/>
                </a:lnTo>
                <a:lnTo>
                  <a:pt x="315925" y="2245624"/>
                </a:lnTo>
                <a:lnTo>
                  <a:pt x="296085" y="2256644"/>
                </a:lnTo>
                <a:lnTo>
                  <a:pt x="276235" y="2267674"/>
                </a:lnTo>
                <a:lnTo>
                  <a:pt x="256394" y="2277828"/>
                </a:lnTo>
                <a:lnTo>
                  <a:pt x="236553" y="2266807"/>
                </a:lnTo>
                <a:lnTo>
                  <a:pt x="216713" y="2255777"/>
                </a:lnTo>
                <a:lnTo>
                  <a:pt x="196872" y="2244757"/>
                </a:lnTo>
                <a:lnTo>
                  <a:pt x="177022" y="2233736"/>
                </a:lnTo>
                <a:lnTo>
                  <a:pt x="157182" y="2222716"/>
                </a:lnTo>
                <a:lnTo>
                  <a:pt x="137341" y="2211686"/>
                </a:lnTo>
                <a:lnTo>
                  <a:pt x="117500" y="2200666"/>
                </a:lnTo>
                <a:lnTo>
                  <a:pt x="97650" y="2189645"/>
                </a:lnTo>
                <a:lnTo>
                  <a:pt x="77810" y="2178625"/>
                </a:lnTo>
                <a:lnTo>
                  <a:pt x="57969" y="2167595"/>
                </a:lnTo>
                <a:lnTo>
                  <a:pt x="38129" y="2156574"/>
                </a:lnTo>
                <a:lnTo>
                  <a:pt x="18288" y="2145554"/>
                </a:lnTo>
                <a:lnTo>
                  <a:pt x="0" y="2133610"/>
                </a:lnTo>
                <a:lnTo>
                  <a:pt x="0" y="2110911"/>
                </a:lnTo>
                <a:lnTo>
                  <a:pt x="0" y="2088213"/>
                </a:lnTo>
                <a:lnTo>
                  <a:pt x="0" y="2065515"/>
                </a:lnTo>
                <a:lnTo>
                  <a:pt x="0" y="2042817"/>
                </a:lnTo>
                <a:lnTo>
                  <a:pt x="0" y="2020119"/>
                </a:lnTo>
                <a:lnTo>
                  <a:pt x="0" y="1997421"/>
                </a:lnTo>
                <a:lnTo>
                  <a:pt x="0" y="1974723"/>
                </a:lnTo>
                <a:lnTo>
                  <a:pt x="0" y="1952025"/>
                </a:lnTo>
                <a:lnTo>
                  <a:pt x="0" y="1929327"/>
                </a:lnTo>
                <a:lnTo>
                  <a:pt x="0" y="1906629"/>
                </a:lnTo>
                <a:lnTo>
                  <a:pt x="0" y="1883931"/>
                </a:lnTo>
                <a:lnTo>
                  <a:pt x="0" y="1861233"/>
                </a:lnTo>
                <a:lnTo>
                  <a:pt x="0" y="1838535"/>
                </a:lnTo>
                <a:lnTo>
                  <a:pt x="0" y="1815836"/>
                </a:lnTo>
                <a:lnTo>
                  <a:pt x="0" y="1793138"/>
                </a:lnTo>
                <a:lnTo>
                  <a:pt x="0" y="1770440"/>
                </a:lnTo>
                <a:lnTo>
                  <a:pt x="0" y="1747742"/>
                </a:lnTo>
                <a:lnTo>
                  <a:pt x="0" y="1725044"/>
                </a:lnTo>
                <a:lnTo>
                  <a:pt x="0" y="1702346"/>
                </a:lnTo>
                <a:lnTo>
                  <a:pt x="0" y="1679648"/>
                </a:lnTo>
                <a:lnTo>
                  <a:pt x="0" y="1656950"/>
                </a:lnTo>
                <a:lnTo>
                  <a:pt x="0" y="1634252"/>
                </a:lnTo>
                <a:lnTo>
                  <a:pt x="0" y="1611554"/>
                </a:lnTo>
                <a:lnTo>
                  <a:pt x="0" y="1588856"/>
                </a:lnTo>
                <a:lnTo>
                  <a:pt x="0" y="1566158"/>
                </a:lnTo>
                <a:lnTo>
                  <a:pt x="0" y="1543460"/>
                </a:lnTo>
                <a:lnTo>
                  <a:pt x="0" y="1520762"/>
                </a:lnTo>
                <a:lnTo>
                  <a:pt x="0" y="1498063"/>
                </a:lnTo>
                <a:lnTo>
                  <a:pt x="0" y="1475365"/>
                </a:lnTo>
                <a:lnTo>
                  <a:pt x="0" y="1452667"/>
                </a:lnTo>
                <a:lnTo>
                  <a:pt x="0" y="1429969"/>
                </a:lnTo>
                <a:lnTo>
                  <a:pt x="0" y="1407271"/>
                </a:lnTo>
                <a:lnTo>
                  <a:pt x="0" y="1384573"/>
                </a:lnTo>
                <a:lnTo>
                  <a:pt x="0" y="1361875"/>
                </a:lnTo>
                <a:lnTo>
                  <a:pt x="0" y="1339177"/>
                </a:lnTo>
                <a:lnTo>
                  <a:pt x="0" y="1316479"/>
                </a:lnTo>
                <a:lnTo>
                  <a:pt x="0" y="1293781"/>
                </a:lnTo>
                <a:lnTo>
                  <a:pt x="0" y="1271083"/>
                </a:lnTo>
                <a:lnTo>
                  <a:pt x="0" y="1248385"/>
                </a:lnTo>
                <a:lnTo>
                  <a:pt x="0" y="1225687"/>
                </a:lnTo>
                <a:lnTo>
                  <a:pt x="0" y="1202988"/>
                </a:lnTo>
                <a:lnTo>
                  <a:pt x="0" y="1180290"/>
                </a:lnTo>
                <a:lnTo>
                  <a:pt x="0" y="1157592"/>
                </a:lnTo>
                <a:lnTo>
                  <a:pt x="0" y="1134904"/>
                </a:lnTo>
                <a:lnTo>
                  <a:pt x="0" y="1112206"/>
                </a:lnTo>
                <a:lnTo>
                  <a:pt x="0" y="1089508"/>
                </a:lnTo>
                <a:lnTo>
                  <a:pt x="0" y="1066810"/>
                </a:lnTo>
                <a:lnTo>
                  <a:pt x="0" y="1044111"/>
                </a:lnTo>
                <a:lnTo>
                  <a:pt x="0" y="1021413"/>
                </a:lnTo>
                <a:lnTo>
                  <a:pt x="0" y="998715"/>
                </a:lnTo>
                <a:lnTo>
                  <a:pt x="0" y="976017"/>
                </a:lnTo>
                <a:lnTo>
                  <a:pt x="0" y="953319"/>
                </a:lnTo>
                <a:lnTo>
                  <a:pt x="0" y="930621"/>
                </a:lnTo>
                <a:lnTo>
                  <a:pt x="0" y="907923"/>
                </a:lnTo>
                <a:lnTo>
                  <a:pt x="0" y="885225"/>
                </a:lnTo>
                <a:lnTo>
                  <a:pt x="0" y="862527"/>
                </a:lnTo>
                <a:lnTo>
                  <a:pt x="0" y="839829"/>
                </a:lnTo>
                <a:lnTo>
                  <a:pt x="0" y="817131"/>
                </a:lnTo>
                <a:lnTo>
                  <a:pt x="0" y="794433"/>
                </a:lnTo>
                <a:lnTo>
                  <a:pt x="0" y="771735"/>
                </a:lnTo>
                <a:lnTo>
                  <a:pt x="0" y="749036"/>
                </a:lnTo>
                <a:lnTo>
                  <a:pt x="0" y="726338"/>
                </a:lnTo>
                <a:lnTo>
                  <a:pt x="0" y="703640"/>
                </a:lnTo>
                <a:lnTo>
                  <a:pt x="0" y="680942"/>
                </a:lnTo>
                <a:lnTo>
                  <a:pt x="0" y="658244"/>
                </a:lnTo>
                <a:lnTo>
                  <a:pt x="0" y="635546"/>
                </a:lnTo>
                <a:lnTo>
                  <a:pt x="0" y="612848"/>
                </a:lnTo>
                <a:lnTo>
                  <a:pt x="0" y="590150"/>
                </a:lnTo>
                <a:lnTo>
                  <a:pt x="0" y="567452"/>
                </a:lnTo>
                <a:lnTo>
                  <a:pt x="0" y="544754"/>
                </a:lnTo>
                <a:lnTo>
                  <a:pt x="0" y="522056"/>
                </a:lnTo>
                <a:lnTo>
                  <a:pt x="0" y="499358"/>
                </a:lnTo>
                <a:lnTo>
                  <a:pt x="0" y="476660"/>
                </a:lnTo>
                <a:lnTo>
                  <a:pt x="0" y="453961"/>
                </a:lnTo>
                <a:lnTo>
                  <a:pt x="0" y="431263"/>
                </a:lnTo>
                <a:lnTo>
                  <a:pt x="0" y="408565"/>
                </a:lnTo>
                <a:lnTo>
                  <a:pt x="0" y="385867"/>
                </a:lnTo>
                <a:lnTo>
                  <a:pt x="0" y="363169"/>
                </a:lnTo>
                <a:lnTo>
                  <a:pt x="0" y="340471"/>
                </a:lnTo>
                <a:lnTo>
                  <a:pt x="0" y="317773"/>
                </a:lnTo>
                <a:lnTo>
                  <a:pt x="0" y="295075"/>
                </a:lnTo>
                <a:lnTo>
                  <a:pt x="0" y="272377"/>
                </a:lnTo>
                <a:lnTo>
                  <a:pt x="0" y="249679"/>
                </a:lnTo>
                <a:lnTo>
                  <a:pt x="0" y="226981"/>
                </a:lnTo>
                <a:lnTo>
                  <a:pt x="0" y="204283"/>
                </a:lnTo>
                <a:lnTo>
                  <a:pt x="0" y="181585"/>
                </a:lnTo>
                <a:lnTo>
                  <a:pt x="0" y="158887"/>
                </a:lnTo>
                <a:lnTo>
                  <a:pt x="0" y="136188"/>
                </a:lnTo>
                <a:lnTo>
                  <a:pt x="0" y="113490"/>
                </a:lnTo>
                <a:lnTo>
                  <a:pt x="0" y="90792"/>
                </a:lnTo>
                <a:lnTo>
                  <a:pt x="0" y="68094"/>
                </a:lnTo>
                <a:lnTo>
                  <a:pt x="0" y="45396"/>
                </a:lnTo>
                <a:lnTo>
                  <a:pt x="0" y="22698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23" name="phase-title-1">
            <a:extLst xmlns:a="http://schemas.openxmlformats.org/drawingml/2006/main">
              <a:ext uri="{FF2B5EF4-FFF2-40B4-BE49-F238E27FC236}">
                <a16:creationId xmlns:a16="http://schemas.microsoft.com/office/drawing/2014/main" id="{F766993D-EA55-44B7-992A-C6E607FF9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4600280"/>
            <a:ext cx="1428750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培育与转化</a:t>
            </a:r>
          </a:p>
        </p:txBody>
      </p:sp>
      <p:sp>
        <p:nvSpPr>
          <p:cNvPr id="24" name="phase-body-1">
            <a:extLst xmlns:a="http://schemas.openxmlformats.org/drawingml/2006/main">
              <a:ext uri="{FF2B5EF4-FFF2-40B4-BE49-F238E27FC236}">
                <a16:creationId xmlns:a16="http://schemas.microsoft.com/office/drawing/2014/main" id="{34490F57-0F49-4843-85EF-68880FB69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4954486"/>
            <a:ext cx="1428750" cy="587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让有效意向沉</a:t>
            </a:r>
          </a:p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淀为长期价值</a:t>
            </a:r>
          </a:p>
        </p:txBody>
      </p:sp>
      <p:sp>
        <p:nvSpPr>
          <p:cNvPr id="25" name="action-icon-shell-1-0">
            <a:extLst xmlns:a="http://schemas.openxmlformats.org/drawingml/2006/main">
              <a:ext uri="{FF2B5EF4-FFF2-40B4-BE49-F238E27FC236}">
                <a16:creationId xmlns:a16="http://schemas.microsoft.com/office/drawing/2014/main" id="{68396E0A-14FF-4852-AC76-957D268F1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4899574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8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cda70f3411f4057">
            <a:extLst>
              <a:ext uri="{96DAC541-7B7A-43D3-8B79-37D633B846F1}">
                <asvg:svgBlip xmlns:asvg="http://schemas.microsoft.com/office/drawing/2016/SVG/main" r:embed="Rbce4e2ea52bd46fe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4975774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27" name="action-title-1-0">
            <a:extLst xmlns:a="http://schemas.openxmlformats.org/drawingml/2006/main">
              <a:ext uri="{FF2B5EF4-FFF2-40B4-BE49-F238E27FC236}">
                <a16:creationId xmlns:a16="http://schemas.microsoft.com/office/drawing/2014/main" id="{F149F04B-243A-466B-9273-B97AE26C7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4838548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数据打通</a:t>
            </a:r>
          </a:p>
        </p:txBody>
      </p:sp>
      <p:sp>
        <p:nvSpPr>
          <p:cNvPr id="28" name="action-body-1-0">
            <a:extLst xmlns:a="http://schemas.openxmlformats.org/drawingml/2006/main">
              <a:ext uri="{FF2B5EF4-FFF2-40B4-BE49-F238E27FC236}">
                <a16:creationId xmlns:a16="http://schemas.microsoft.com/office/drawing/2014/main" id="{103276FF-AE5F-425A-8112-D25E3A5DB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5067148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统一分析对象</a:t>
            </a:r>
          </a:p>
        </p:txBody>
      </p:sp>
      <p:sp>
        <p:nvSpPr>
          <p:cNvPr id="29" name="action-icon-shell-1-1">
            <a:extLst xmlns:a="http://schemas.openxmlformats.org/drawingml/2006/main">
              <a:ext uri="{FF2B5EF4-FFF2-40B4-BE49-F238E27FC236}">
                <a16:creationId xmlns:a16="http://schemas.microsoft.com/office/drawing/2014/main" id="{2FC10F62-49B2-4420-A298-4337A37F3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4899574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8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cd3f582fd2548ad">
            <a:extLst>
              <a:ext uri="{96DAC541-7B7A-43D3-8B79-37D633B846F1}">
                <asvg:svgBlip xmlns:asvg="http://schemas.microsoft.com/office/drawing/2016/SVG/main" r:embed="R5ce9333627414d48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4975774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31" name="action-title-1-1">
            <a:extLst xmlns:a="http://schemas.openxmlformats.org/drawingml/2006/main">
              <a:ext uri="{FF2B5EF4-FFF2-40B4-BE49-F238E27FC236}">
                <a16:creationId xmlns:a16="http://schemas.microsoft.com/office/drawing/2014/main" id="{10E47EE1-09C4-4B41-B0BC-768388475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4838548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自动分群</a:t>
            </a:r>
          </a:p>
        </p:txBody>
      </p:sp>
      <p:sp>
        <p:nvSpPr>
          <p:cNvPr id="32" name="action-body-1-1">
            <a:extLst xmlns:a="http://schemas.openxmlformats.org/drawingml/2006/main">
              <a:ext uri="{FF2B5EF4-FFF2-40B4-BE49-F238E27FC236}">
                <a16:creationId xmlns:a16="http://schemas.microsoft.com/office/drawing/2014/main" id="{40307549-5236-4370-9DE0-F8EC0DBF9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5067148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指导持续运营</a:t>
            </a:r>
          </a:p>
        </p:txBody>
      </p:sp>
      <p:sp>
        <p:nvSpPr>
          <p:cNvPr id="33" name="funnel-step-body-0">
            <a:extLst xmlns:a="http://schemas.openxmlformats.org/drawingml/2006/main">
              <a:ext uri="{FF2B5EF4-FFF2-40B4-BE49-F238E27FC236}">
                <a16:creationId xmlns:a16="http://schemas.microsoft.com/office/drawing/2014/main" id="{1D2629D2-E2D4-48A3-B12C-4D188DA30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52750" y="2514600"/>
            <a:ext cx="3327997" cy="627078"/>
          </a:xfrm>
          <a:custGeom xmlns:a="http://schemas.openxmlformats.org/drawingml/2006/main">
            <a:pathLst>
              <a:path w="3327997" h="627078">
                <a:moveTo>
                  <a:pt x="0" y="0"/>
                </a:moveTo>
                <a:lnTo>
                  <a:pt x="15573" y="26270"/>
                </a:lnTo>
                <a:lnTo>
                  <a:pt x="31156" y="52549"/>
                </a:lnTo>
                <a:lnTo>
                  <a:pt x="46730" y="78819"/>
                </a:lnTo>
                <a:lnTo>
                  <a:pt x="62313" y="105099"/>
                </a:lnTo>
                <a:lnTo>
                  <a:pt x="77886" y="131369"/>
                </a:lnTo>
                <a:lnTo>
                  <a:pt x="93459" y="157639"/>
                </a:lnTo>
                <a:lnTo>
                  <a:pt x="109042" y="183918"/>
                </a:lnTo>
                <a:lnTo>
                  <a:pt x="124616" y="210188"/>
                </a:lnTo>
                <a:lnTo>
                  <a:pt x="140198" y="236468"/>
                </a:lnTo>
                <a:lnTo>
                  <a:pt x="155772" y="262738"/>
                </a:lnTo>
                <a:lnTo>
                  <a:pt x="171345" y="289008"/>
                </a:lnTo>
                <a:lnTo>
                  <a:pt x="186928" y="315287"/>
                </a:lnTo>
                <a:lnTo>
                  <a:pt x="202502" y="341557"/>
                </a:lnTo>
                <a:lnTo>
                  <a:pt x="218084" y="367836"/>
                </a:lnTo>
                <a:lnTo>
                  <a:pt x="233658" y="394106"/>
                </a:lnTo>
                <a:lnTo>
                  <a:pt x="249231" y="420376"/>
                </a:lnTo>
                <a:lnTo>
                  <a:pt x="264814" y="446656"/>
                </a:lnTo>
                <a:lnTo>
                  <a:pt x="280387" y="472926"/>
                </a:lnTo>
                <a:lnTo>
                  <a:pt x="295970" y="499205"/>
                </a:lnTo>
                <a:lnTo>
                  <a:pt x="311544" y="525475"/>
                </a:lnTo>
                <a:lnTo>
                  <a:pt x="327117" y="551745"/>
                </a:lnTo>
                <a:lnTo>
                  <a:pt x="350701" y="568690"/>
                </a:lnTo>
                <a:lnTo>
                  <a:pt x="380333" y="576043"/>
                </a:lnTo>
                <a:lnTo>
                  <a:pt x="410423" y="581292"/>
                </a:lnTo>
                <a:lnTo>
                  <a:pt x="440674" y="585511"/>
                </a:lnTo>
                <a:lnTo>
                  <a:pt x="471011" y="589074"/>
                </a:lnTo>
                <a:lnTo>
                  <a:pt x="501396" y="592188"/>
                </a:lnTo>
                <a:lnTo>
                  <a:pt x="531809" y="594951"/>
                </a:lnTo>
                <a:lnTo>
                  <a:pt x="562251" y="597446"/>
                </a:lnTo>
                <a:lnTo>
                  <a:pt x="592712" y="599713"/>
                </a:lnTo>
                <a:lnTo>
                  <a:pt x="623192" y="601780"/>
                </a:lnTo>
                <a:lnTo>
                  <a:pt x="653672" y="603704"/>
                </a:lnTo>
                <a:lnTo>
                  <a:pt x="684162" y="605485"/>
                </a:lnTo>
                <a:lnTo>
                  <a:pt x="714661" y="607133"/>
                </a:lnTo>
                <a:lnTo>
                  <a:pt x="745169" y="608686"/>
                </a:lnTo>
                <a:lnTo>
                  <a:pt x="775678" y="610124"/>
                </a:lnTo>
                <a:lnTo>
                  <a:pt x="806196" y="611467"/>
                </a:lnTo>
                <a:lnTo>
                  <a:pt x="836714" y="612734"/>
                </a:lnTo>
                <a:lnTo>
                  <a:pt x="867232" y="613924"/>
                </a:lnTo>
                <a:lnTo>
                  <a:pt x="897760" y="615039"/>
                </a:lnTo>
                <a:lnTo>
                  <a:pt x="928287" y="616087"/>
                </a:lnTo>
                <a:lnTo>
                  <a:pt x="958815" y="617068"/>
                </a:lnTo>
                <a:lnTo>
                  <a:pt x="989343" y="617992"/>
                </a:lnTo>
                <a:lnTo>
                  <a:pt x="1019870" y="618858"/>
                </a:lnTo>
                <a:lnTo>
                  <a:pt x="1050407" y="619677"/>
                </a:lnTo>
                <a:lnTo>
                  <a:pt x="1080945" y="620439"/>
                </a:lnTo>
                <a:lnTo>
                  <a:pt x="1111482" y="621154"/>
                </a:lnTo>
                <a:lnTo>
                  <a:pt x="1142019" y="621821"/>
                </a:lnTo>
                <a:lnTo>
                  <a:pt x="1172556" y="622440"/>
                </a:lnTo>
                <a:lnTo>
                  <a:pt x="1203093" y="623021"/>
                </a:lnTo>
                <a:lnTo>
                  <a:pt x="1233630" y="623554"/>
                </a:lnTo>
                <a:lnTo>
                  <a:pt x="1264177" y="624049"/>
                </a:lnTo>
                <a:lnTo>
                  <a:pt x="1294714" y="624497"/>
                </a:lnTo>
                <a:lnTo>
                  <a:pt x="1325251" y="624916"/>
                </a:lnTo>
                <a:lnTo>
                  <a:pt x="1355798" y="625288"/>
                </a:lnTo>
                <a:lnTo>
                  <a:pt x="1386335" y="625631"/>
                </a:lnTo>
                <a:lnTo>
                  <a:pt x="1416882" y="625926"/>
                </a:lnTo>
                <a:lnTo>
                  <a:pt x="1447429" y="626193"/>
                </a:lnTo>
                <a:lnTo>
                  <a:pt x="1477966" y="626421"/>
                </a:lnTo>
                <a:lnTo>
                  <a:pt x="1508512" y="626621"/>
                </a:lnTo>
                <a:lnTo>
                  <a:pt x="1539059" y="626783"/>
                </a:lnTo>
                <a:lnTo>
                  <a:pt x="1569606" y="626907"/>
                </a:lnTo>
                <a:lnTo>
                  <a:pt x="1600143" y="626993"/>
                </a:lnTo>
                <a:lnTo>
                  <a:pt x="1630690" y="627050"/>
                </a:lnTo>
                <a:lnTo>
                  <a:pt x="1661236" y="627078"/>
                </a:lnTo>
                <a:lnTo>
                  <a:pt x="1691783" y="627059"/>
                </a:lnTo>
                <a:lnTo>
                  <a:pt x="1722320" y="627021"/>
                </a:lnTo>
                <a:lnTo>
                  <a:pt x="1752867" y="626945"/>
                </a:lnTo>
                <a:lnTo>
                  <a:pt x="1783413" y="626831"/>
                </a:lnTo>
                <a:lnTo>
                  <a:pt x="1813951" y="626678"/>
                </a:lnTo>
                <a:lnTo>
                  <a:pt x="1844497" y="626497"/>
                </a:lnTo>
                <a:lnTo>
                  <a:pt x="1875044" y="626278"/>
                </a:lnTo>
                <a:lnTo>
                  <a:pt x="1905581" y="626031"/>
                </a:lnTo>
                <a:lnTo>
                  <a:pt x="1936128" y="625735"/>
                </a:lnTo>
                <a:lnTo>
                  <a:pt x="1966674" y="625412"/>
                </a:lnTo>
                <a:lnTo>
                  <a:pt x="1997212" y="625050"/>
                </a:lnTo>
                <a:lnTo>
                  <a:pt x="2027758" y="624650"/>
                </a:lnTo>
                <a:lnTo>
                  <a:pt x="2058295" y="624211"/>
                </a:lnTo>
                <a:lnTo>
                  <a:pt x="2088833" y="623735"/>
                </a:lnTo>
                <a:lnTo>
                  <a:pt x="2119379" y="623221"/>
                </a:lnTo>
                <a:lnTo>
                  <a:pt x="2149916" y="622659"/>
                </a:lnTo>
                <a:lnTo>
                  <a:pt x="2180453" y="622049"/>
                </a:lnTo>
                <a:lnTo>
                  <a:pt x="2210991" y="621401"/>
                </a:lnTo>
                <a:lnTo>
                  <a:pt x="2241528" y="620706"/>
                </a:lnTo>
                <a:lnTo>
                  <a:pt x="2272065" y="619963"/>
                </a:lnTo>
                <a:lnTo>
                  <a:pt x="2302593" y="619173"/>
                </a:lnTo>
                <a:lnTo>
                  <a:pt x="2333130" y="618325"/>
                </a:lnTo>
                <a:lnTo>
                  <a:pt x="2363657" y="617420"/>
                </a:lnTo>
                <a:lnTo>
                  <a:pt x="2394194" y="616458"/>
                </a:lnTo>
                <a:lnTo>
                  <a:pt x="2424713" y="615429"/>
                </a:lnTo>
                <a:lnTo>
                  <a:pt x="2455240" y="614343"/>
                </a:lnTo>
                <a:lnTo>
                  <a:pt x="2485768" y="613181"/>
                </a:lnTo>
                <a:lnTo>
                  <a:pt x="2516286" y="611953"/>
                </a:lnTo>
                <a:lnTo>
                  <a:pt x="2546795" y="610629"/>
                </a:lnTo>
                <a:lnTo>
                  <a:pt x="2577313" y="609219"/>
                </a:lnTo>
                <a:lnTo>
                  <a:pt x="2607821" y="607724"/>
                </a:lnTo>
                <a:lnTo>
                  <a:pt x="2638320" y="606104"/>
                </a:lnTo>
                <a:lnTo>
                  <a:pt x="2668819" y="604371"/>
                </a:lnTo>
                <a:lnTo>
                  <a:pt x="2699299" y="602513"/>
                </a:lnTo>
                <a:lnTo>
                  <a:pt x="2729779" y="600504"/>
                </a:lnTo>
                <a:lnTo>
                  <a:pt x="2760250" y="598303"/>
                </a:lnTo>
                <a:lnTo>
                  <a:pt x="2790692" y="595903"/>
                </a:lnTo>
                <a:lnTo>
                  <a:pt x="2821124" y="593246"/>
                </a:lnTo>
                <a:lnTo>
                  <a:pt x="2851518" y="590274"/>
                </a:lnTo>
                <a:lnTo>
                  <a:pt x="2881874" y="586892"/>
                </a:lnTo>
                <a:lnTo>
                  <a:pt x="2912164" y="582940"/>
                </a:lnTo>
                <a:lnTo>
                  <a:pt x="2942330" y="578148"/>
                </a:lnTo>
                <a:lnTo>
                  <a:pt x="2972200" y="571795"/>
                </a:lnTo>
                <a:lnTo>
                  <a:pt x="3000566" y="560870"/>
                </a:lnTo>
                <a:lnTo>
                  <a:pt x="3016453" y="535181"/>
                </a:lnTo>
                <a:lnTo>
                  <a:pt x="3032027" y="508911"/>
                </a:lnTo>
                <a:lnTo>
                  <a:pt x="3047609" y="482632"/>
                </a:lnTo>
                <a:lnTo>
                  <a:pt x="3063183" y="456362"/>
                </a:lnTo>
                <a:lnTo>
                  <a:pt x="3078756" y="430092"/>
                </a:lnTo>
                <a:lnTo>
                  <a:pt x="3094339" y="403812"/>
                </a:lnTo>
                <a:lnTo>
                  <a:pt x="3109913" y="377542"/>
                </a:lnTo>
                <a:lnTo>
                  <a:pt x="3125495" y="351263"/>
                </a:lnTo>
                <a:lnTo>
                  <a:pt x="3141069" y="324993"/>
                </a:lnTo>
                <a:lnTo>
                  <a:pt x="3156642" y="298714"/>
                </a:lnTo>
                <a:lnTo>
                  <a:pt x="3172225" y="272444"/>
                </a:lnTo>
                <a:lnTo>
                  <a:pt x="3187798" y="246174"/>
                </a:lnTo>
                <a:lnTo>
                  <a:pt x="3203381" y="219894"/>
                </a:lnTo>
                <a:lnTo>
                  <a:pt x="3218955" y="193624"/>
                </a:lnTo>
                <a:lnTo>
                  <a:pt x="3234528" y="167354"/>
                </a:lnTo>
                <a:lnTo>
                  <a:pt x="3250111" y="141075"/>
                </a:lnTo>
                <a:lnTo>
                  <a:pt x="3265684" y="114805"/>
                </a:lnTo>
                <a:lnTo>
                  <a:pt x="3281267" y="88525"/>
                </a:lnTo>
                <a:lnTo>
                  <a:pt x="3296841" y="62255"/>
                </a:lnTo>
                <a:lnTo>
                  <a:pt x="3312414" y="35985"/>
                </a:lnTo>
                <a:lnTo>
                  <a:pt x="3327997" y="9706"/>
                </a:lnTo>
                <a:lnTo>
                  <a:pt x="3319005" y="10963"/>
                </a:lnTo>
                <a:lnTo>
                  <a:pt x="3289468" y="18612"/>
                </a:lnTo>
                <a:lnTo>
                  <a:pt x="3259360" y="23746"/>
                </a:lnTo>
                <a:lnTo>
                  <a:pt x="3229089" y="27813"/>
                </a:lnTo>
                <a:lnTo>
                  <a:pt x="3198733" y="31223"/>
                </a:lnTo>
                <a:lnTo>
                  <a:pt x="3168329" y="34195"/>
                </a:lnTo>
                <a:lnTo>
                  <a:pt x="3137906" y="36833"/>
                </a:lnTo>
                <a:lnTo>
                  <a:pt x="3107455" y="39224"/>
                </a:lnTo>
                <a:lnTo>
                  <a:pt x="3076985" y="41396"/>
                </a:lnTo>
                <a:lnTo>
                  <a:pt x="3046505" y="43405"/>
                </a:lnTo>
                <a:lnTo>
                  <a:pt x="3016025" y="45263"/>
                </a:lnTo>
                <a:lnTo>
                  <a:pt x="2985526" y="46987"/>
                </a:lnTo>
                <a:lnTo>
                  <a:pt x="2955026" y="48606"/>
                </a:lnTo>
                <a:lnTo>
                  <a:pt x="2924518" y="50121"/>
                </a:lnTo>
                <a:lnTo>
                  <a:pt x="2894009" y="51549"/>
                </a:lnTo>
                <a:lnTo>
                  <a:pt x="2863491" y="52892"/>
                </a:lnTo>
                <a:lnTo>
                  <a:pt x="2832973" y="54169"/>
                </a:lnTo>
                <a:lnTo>
                  <a:pt x="2802455" y="55369"/>
                </a:lnTo>
                <a:lnTo>
                  <a:pt x="2771927" y="56512"/>
                </a:lnTo>
                <a:lnTo>
                  <a:pt x="2741409" y="57588"/>
                </a:lnTo>
                <a:lnTo>
                  <a:pt x="2710882" y="58617"/>
                </a:lnTo>
                <a:lnTo>
                  <a:pt x="2680354" y="59598"/>
                </a:lnTo>
                <a:lnTo>
                  <a:pt x="2649817" y="60522"/>
                </a:lnTo>
                <a:lnTo>
                  <a:pt x="2619289" y="61408"/>
                </a:lnTo>
                <a:lnTo>
                  <a:pt x="2588752" y="62246"/>
                </a:lnTo>
                <a:lnTo>
                  <a:pt x="2558225" y="63046"/>
                </a:lnTo>
                <a:lnTo>
                  <a:pt x="2527687" y="63808"/>
                </a:lnTo>
                <a:lnTo>
                  <a:pt x="2497150" y="64522"/>
                </a:lnTo>
                <a:lnTo>
                  <a:pt x="2466613" y="65208"/>
                </a:lnTo>
                <a:lnTo>
                  <a:pt x="2436076" y="65856"/>
                </a:lnTo>
                <a:lnTo>
                  <a:pt x="2405539" y="66475"/>
                </a:lnTo>
                <a:lnTo>
                  <a:pt x="2375002" y="67066"/>
                </a:lnTo>
                <a:lnTo>
                  <a:pt x="2344464" y="67618"/>
                </a:lnTo>
                <a:lnTo>
                  <a:pt x="2313918" y="68151"/>
                </a:lnTo>
                <a:lnTo>
                  <a:pt x="2283381" y="68647"/>
                </a:lnTo>
                <a:lnTo>
                  <a:pt x="2252843" y="69104"/>
                </a:lnTo>
                <a:lnTo>
                  <a:pt x="2222297" y="69552"/>
                </a:lnTo>
                <a:lnTo>
                  <a:pt x="2191760" y="69961"/>
                </a:lnTo>
                <a:lnTo>
                  <a:pt x="2161213" y="70352"/>
                </a:lnTo>
                <a:lnTo>
                  <a:pt x="2130676" y="70714"/>
                </a:lnTo>
                <a:lnTo>
                  <a:pt x="2100129" y="71047"/>
                </a:lnTo>
                <a:lnTo>
                  <a:pt x="2069592" y="71352"/>
                </a:lnTo>
                <a:lnTo>
                  <a:pt x="2039045" y="71638"/>
                </a:lnTo>
                <a:lnTo>
                  <a:pt x="2008499" y="71904"/>
                </a:lnTo>
                <a:lnTo>
                  <a:pt x="1977962" y="72152"/>
                </a:lnTo>
                <a:lnTo>
                  <a:pt x="1947415" y="72361"/>
                </a:lnTo>
                <a:lnTo>
                  <a:pt x="1916868" y="72552"/>
                </a:lnTo>
                <a:lnTo>
                  <a:pt x="1886331" y="72714"/>
                </a:lnTo>
                <a:lnTo>
                  <a:pt x="1855784" y="72857"/>
                </a:lnTo>
                <a:lnTo>
                  <a:pt x="1825238" y="73000"/>
                </a:lnTo>
                <a:lnTo>
                  <a:pt x="1794691" y="73085"/>
                </a:lnTo>
                <a:lnTo>
                  <a:pt x="1764154" y="73171"/>
                </a:lnTo>
                <a:lnTo>
                  <a:pt x="1733607" y="73238"/>
                </a:lnTo>
                <a:lnTo>
                  <a:pt x="1703060" y="73266"/>
                </a:lnTo>
                <a:lnTo>
                  <a:pt x="1672514" y="73285"/>
                </a:lnTo>
                <a:lnTo>
                  <a:pt x="1641977" y="73276"/>
                </a:lnTo>
                <a:lnTo>
                  <a:pt x="1611430" y="73247"/>
                </a:lnTo>
                <a:lnTo>
                  <a:pt x="1580883" y="73200"/>
                </a:lnTo>
                <a:lnTo>
                  <a:pt x="1550337" y="73114"/>
                </a:lnTo>
                <a:lnTo>
                  <a:pt x="1519799" y="73038"/>
                </a:lnTo>
                <a:lnTo>
                  <a:pt x="1489253" y="72914"/>
                </a:lnTo>
                <a:lnTo>
                  <a:pt x="1458706" y="72771"/>
                </a:lnTo>
                <a:lnTo>
                  <a:pt x="1428159" y="72619"/>
                </a:lnTo>
                <a:lnTo>
                  <a:pt x="1397622" y="72438"/>
                </a:lnTo>
                <a:lnTo>
                  <a:pt x="1367076" y="72228"/>
                </a:lnTo>
                <a:lnTo>
                  <a:pt x="1336529" y="71999"/>
                </a:lnTo>
                <a:lnTo>
                  <a:pt x="1305992" y="71742"/>
                </a:lnTo>
                <a:lnTo>
                  <a:pt x="1275445" y="71466"/>
                </a:lnTo>
                <a:lnTo>
                  <a:pt x="1244908" y="71161"/>
                </a:lnTo>
                <a:lnTo>
                  <a:pt x="1214361" y="70837"/>
                </a:lnTo>
                <a:lnTo>
                  <a:pt x="1183815" y="70485"/>
                </a:lnTo>
                <a:lnTo>
                  <a:pt x="1153277" y="70104"/>
                </a:lnTo>
                <a:lnTo>
                  <a:pt x="1122731" y="69704"/>
                </a:lnTo>
                <a:lnTo>
                  <a:pt x="1092194" y="69275"/>
                </a:lnTo>
                <a:lnTo>
                  <a:pt x="1061657" y="68818"/>
                </a:lnTo>
                <a:lnTo>
                  <a:pt x="1031110" y="68332"/>
                </a:lnTo>
                <a:lnTo>
                  <a:pt x="1000573" y="67818"/>
                </a:lnTo>
                <a:lnTo>
                  <a:pt x="970036" y="67275"/>
                </a:lnTo>
                <a:lnTo>
                  <a:pt x="939498" y="66704"/>
                </a:lnTo>
                <a:lnTo>
                  <a:pt x="908952" y="66094"/>
                </a:lnTo>
                <a:lnTo>
                  <a:pt x="878415" y="65456"/>
                </a:lnTo>
                <a:lnTo>
                  <a:pt x="847877" y="64780"/>
                </a:lnTo>
                <a:lnTo>
                  <a:pt x="817340" y="64075"/>
                </a:lnTo>
                <a:lnTo>
                  <a:pt x="786813" y="63322"/>
                </a:lnTo>
                <a:lnTo>
                  <a:pt x="756275" y="62541"/>
                </a:lnTo>
                <a:lnTo>
                  <a:pt x="725738" y="61722"/>
                </a:lnTo>
                <a:lnTo>
                  <a:pt x="695211" y="60855"/>
                </a:lnTo>
                <a:lnTo>
                  <a:pt x="664683" y="59941"/>
                </a:lnTo>
                <a:lnTo>
                  <a:pt x="634146" y="58988"/>
                </a:lnTo>
                <a:lnTo>
                  <a:pt x="603618" y="57979"/>
                </a:lnTo>
                <a:lnTo>
                  <a:pt x="573100" y="56912"/>
                </a:lnTo>
                <a:lnTo>
                  <a:pt x="542573" y="55797"/>
                </a:lnTo>
                <a:lnTo>
                  <a:pt x="512054" y="54616"/>
                </a:lnTo>
                <a:lnTo>
                  <a:pt x="481536" y="53369"/>
                </a:lnTo>
                <a:lnTo>
                  <a:pt x="451018" y="52054"/>
                </a:lnTo>
                <a:lnTo>
                  <a:pt x="420500" y="50654"/>
                </a:lnTo>
                <a:lnTo>
                  <a:pt x="389992" y="49178"/>
                </a:lnTo>
                <a:lnTo>
                  <a:pt x="359493" y="47596"/>
                </a:lnTo>
                <a:lnTo>
                  <a:pt x="328994" y="45911"/>
                </a:lnTo>
                <a:lnTo>
                  <a:pt x="298504" y="44110"/>
                </a:lnTo>
                <a:lnTo>
                  <a:pt x="268024" y="42158"/>
                </a:lnTo>
                <a:lnTo>
                  <a:pt x="237554" y="40043"/>
                </a:lnTo>
                <a:lnTo>
                  <a:pt x="207093" y="37748"/>
                </a:lnTo>
                <a:lnTo>
                  <a:pt x="176651" y="35204"/>
                </a:lnTo>
                <a:lnTo>
                  <a:pt x="146247" y="32366"/>
                </a:lnTo>
                <a:lnTo>
                  <a:pt x="115872" y="29127"/>
                </a:lnTo>
                <a:lnTo>
                  <a:pt x="85563" y="25337"/>
                </a:lnTo>
                <a:lnTo>
                  <a:pt x="55378" y="20679"/>
                </a:lnTo>
                <a:lnTo>
                  <a:pt x="25517" y="14297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34" name="funnel-step-cap-0">
            <a:extLst xmlns:a="http://schemas.openxmlformats.org/drawingml/2006/main">
              <a:ext uri="{FF2B5EF4-FFF2-40B4-BE49-F238E27FC236}">
                <a16:creationId xmlns:a16="http://schemas.microsoft.com/office/drawing/2014/main" id="{A9EDB862-A68A-421B-A009-4574FE62E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52750" y="2410358"/>
            <a:ext cx="3333750" cy="2084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35" name="funnel-step-body-1">
            <a:extLst xmlns:a="http://schemas.openxmlformats.org/drawingml/2006/main">
              <a:ext uri="{FF2B5EF4-FFF2-40B4-BE49-F238E27FC236}">
                <a16:creationId xmlns:a16="http://schemas.microsoft.com/office/drawing/2014/main" id="{3F714B2D-BC85-4FB5-B2BC-F1AE1A898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281077" y="3242310"/>
            <a:ext cx="2676249" cy="627078"/>
          </a:xfrm>
          <a:custGeom xmlns:a="http://schemas.openxmlformats.org/drawingml/2006/main">
            <a:pathLst>
              <a:path w="2676249" h="627078">
                <a:moveTo>
                  <a:pt x="0" y="0"/>
                </a:moveTo>
                <a:lnTo>
                  <a:pt x="10516" y="23165"/>
                </a:lnTo>
                <a:lnTo>
                  <a:pt x="21022" y="46330"/>
                </a:lnTo>
                <a:lnTo>
                  <a:pt x="31537" y="69494"/>
                </a:lnTo>
                <a:lnTo>
                  <a:pt x="42043" y="92659"/>
                </a:lnTo>
                <a:lnTo>
                  <a:pt x="52559" y="115824"/>
                </a:lnTo>
                <a:lnTo>
                  <a:pt x="63065" y="138998"/>
                </a:lnTo>
                <a:lnTo>
                  <a:pt x="73581" y="162163"/>
                </a:lnTo>
                <a:lnTo>
                  <a:pt x="84087" y="185328"/>
                </a:lnTo>
                <a:lnTo>
                  <a:pt x="94602" y="208493"/>
                </a:lnTo>
                <a:lnTo>
                  <a:pt x="105108" y="231658"/>
                </a:lnTo>
                <a:lnTo>
                  <a:pt x="115624" y="254822"/>
                </a:lnTo>
                <a:lnTo>
                  <a:pt x="126130" y="277987"/>
                </a:lnTo>
                <a:lnTo>
                  <a:pt x="136646" y="301152"/>
                </a:lnTo>
                <a:lnTo>
                  <a:pt x="147152" y="324317"/>
                </a:lnTo>
                <a:lnTo>
                  <a:pt x="157667" y="347482"/>
                </a:lnTo>
                <a:lnTo>
                  <a:pt x="168173" y="370656"/>
                </a:lnTo>
                <a:lnTo>
                  <a:pt x="178689" y="393821"/>
                </a:lnTo>
                <a:lnTo>
                  <a:pt x="189195" y="416985"/>
                </a:lnTo>
                <a:lnTo>
                  <a:pt x="199711" y="440150"/>
                </a:lnTo>
                <a:lnTo>
                  <a:pt x="210217" y="463315"/>
                </a:lnTo>
                <a:lnTo>
                  <a:pt x="220732" y="486480"/>
                </a:lnTo>
                <a:lnTo>
                  <a:pt x="231238" y="509645"/>
                </a:lnTo>
                <a:lnTo>
                  <a:pt x="241754" y="532809"/>
                </a:lnTo>
                <a:lnTo>
                  <a:pt x="251698" y="556146"/>
                </a:lnTo>
                <a:lnTo>
                  <a:pt x="272405" y="569814"/>
                </a:lnTo>
                <a:lnTo>
                  <a:pt x="296847" y="576853"/>
                </a:lnTo>
                <a:lnTo>
                  <a:pt x="321755" y="581997"/>
                </a:lnTo>
                <a:lnTo>
                  <a:pt x="346843" y="586169"/>
                </a:lnTo>
                <a:lnTo>
                  <a:pt x="372037" y="589721"/>
                </a:lnTo>
                <a:lnTo>
                  <a:pt x="397278" y="592817"/>
                </a:lnTo>
                <a:lnTo>
                  <a:pt x="422567" y="595579"/>
                </a:lnTo>
                <a:lnTo>
                  <a:pt x="447885" y="598065"/>
                </a:lnTo>
                <a:lnTo>
                  <a:pt x="473221" y="600332"/>
                </a:lnTo>
                <a:lnTo>
                  <a:pt x="498577" y="602409"/>
                </a:lnTo>
                <a:lnTo>
                  <a:pt x="523942" y="604323"/>
                </a:lnTo>
                <a:lnTo>
                  <a:pt x="549326" y="606095"/>
                </a:lnTo>
                <a:lnTo>
                  <a:pt x="574710" y="607752"/>
                </a:lnTo>
                <a:lnTo>
                  <a:pt x="600104" y="609286"/>
                </a:lnTo>
                <a:lnTo>
                  <a:pt x="625497" y="610724"/>
                </a:lnTo>
                <a:lnTo>
                  <a:pt x="650900" y="612067"/>
                </a:lnTo>
                <a:lnTo>
                  <a:pt x="676313" y="613324"/>
                </a:lnTo>
                <a:lnTo>
                  <a:pt x="701726" y="614496"/>
                </a:lnTo>
                <a:lnTo>
                  <a:pt x="727139" y="615610"/>
                </a:lnTo>
                <a:lnTo>
                  <a:pt x="752551" y="616649"/>
                </a:lnTo>
                <a:lnTo>
                  <a:pt x="777973" y="617620"/>
                </a:lnTo>
                <a:lnTo>
                  <a:pt x="803396" y="618534"/>
                </a:lnTo>
                <a:lnTo>
                  <a:pt x="828818" y="619382"/>
                </a:lnTo>
                <a:lnTo>
                  <a:pt x="854250" y="620182"/>
                </a:lnTo>
                <a:lnTo>
                  <a:pt x="879672" y="620935"/>
                </a:lnTo>
                <a:lnTo>
                  <a:pt x="905104" y="621630"/>
                </a:lnTo>
                <a:lnTo>
                  <a:pt x="930535" y="622278"/>
                </a:lnTo>
                <a:lnTo>
                  <a:pt x="955967" y="622887"/>
                </a:lnTo>
                <a:lnTo>
                  <a:pt x="981399" y="623440"/>
                </a:lnTo>
                <a:lnTo>
                  <a:pt x="1006831" y="623954"/>
                </a:lnTo>
                <a:lnTo>
                  <a:pt x="1032262" y="624430"/>
                </a:lnTo>
                <a:lnTo>
                  <a:pt x="1057704" y="624859"/>
                </a:lnTo>
                <a:lnTo>
                  <a:pt x="1083135" y="625250"/>
                </a:lnTo>
                <a:lnTo>
                  <a:pt x="1108577" y="625602"/>
                </a:lnTo>
                <a:lnTo>
                  <a:pt x="1134008" y="625916"/>
                </a:lnTo>
                <a:lnTo>
                  <a:pt x="1159450" y="626183"/>
                </a:lnTo>
                <a:lnTo>
                  <a:pt x="1184881" y="626421"/>
                </a:lnTo>
                <a:lnTo>
                  <a:pt x="1210323" y="626621"/>
                </a:lnTo>
                <a:lnTo>
                  <a:pt x="1235764" y="626783"/>
                </a:lnTo>
                <a:lnTo>
                  <a:pt x="1261205" y="626916"/>
                </a:lnTo>
                <a:lnTo>
                  <a:pt x="1286637" y="627002"/>
                </a:lnTo>
                <a:lnTo>
                  <a:pt x="1312078" y="627059"/>
                </a:lnTo>
                <a:lnTo>
                  <a:pt x="1337520" y="627078"/>
                </a:lnTo>
                <a:lnTo>
                  <a:pt x="1362951" y="627059"/>
                </a:lnTo>
                <a:lnTo>
                  <a:pt x="1388393" y="627012"/>
                </a:lnTo>
                <a:lnTo>
                  <a:pt x="1413834" y="626926"/>
                </a:lnTo>
                <a:lnTo>
                  <a:pt x="1439275" y="626802"/>
                </a:lnTo>
                <a:lnTo>
                  <a:pt x="1464707" y="626640"/>
                </a:lnTo>
                <a:lnTo>
                  <a:pt x="1490148" y="626440"/>
                </a:lnTo>
                <a:lnTo>
                  <a:pt x="1515589" y="626212"/>
                </a:lnTo>
                <a:lnTo>
                  <a:pt x="1541021" y="625935"/>
                </a:lnTo>
                <a:lnTo>
                  <a:pt x="1566462" y="625631"/>
                </a:lnTo>
                <a:lnTo>
                  <a:pt x="1591894" y="625278"/>
                </a:lnTo>
                <a:lnTo>
                  <a:pt x="1617335" y="624897"/>
                </a:lnTo>
                <a:lnTo>
                  <a:pt x="1642767" y="624469"/>
                </a:lnTo>
                <a:lnTo>
                  <a:pt x="1668199" y="623992"/>
                </a:lnTo>
                <a:lnTo>
                  <a:pt x="1693640" y="623487"/>
                </a:lnTo>
                <a:lnTo>
                  <a:pt x="1719072" y="622935"/>
                </a:lnTo>
                <a:lnTo>
                  <a:pt x="1744504" y="622335"/>
                </a:lnTo>
                <a:lnTo>
                  <a:pt x="1769936" y="621687"/>
                </a:lnTo>
                <a:lnTo>
                  <a:pt x="1795358" y="620992"/>
                </a:lnTo>
                <a:lnTo>
                  <a:pt x="1820789" y="620249"/>
                </a:lnTo>
                <a:lnTo>
                  <a:pt x="1846212" y="619449"/>
                </a:lnTo>
                <a:lnTo>
                  <a:pt x="1871643" y="618601"/>
                </a:lnTo>
                <a:lnTo>
                  <a:pt x="1897066" y="617696"/>
                </a:lnTo>
                <a:lnTo>
                  <a:pt x="1922478" y="616734"/>
                </a:lnTo>
                <a:lnTo>
                  <a:pt x="1947901" y="615696"/>
                </a:lnTo>
                <a:lnTo>
                  <a:pt x="1973313" y="614591"/>
                </a:lnTo>
                <a:lnTo>
                  <a:pt x="1998726" y="613420"/>
                </a:lnTo>
                <a:lnTo>
                  <a:pt x="2024139" y="612172"/>
                </a:lnTo>
                <a:lnTo>
                  <a:pt x="2049542" y="610838"/>
                </a:lnTo>
                <a:lnTo>
                  <a:pt x="2074936" y="609400"/>
                </a:lnTo>
                <a:lnTo>
                  <a:pt x="2100329" y="607876"/>
                </a:lnTo>
                <a:lnTo>
                  <a:pt x="2125713" y="606238"/>
                </a:lnTo>
                <a:lnTo>
                  <a:pt x="2151097" y="604466"/>
                </a:lnTo>
                <a:lnTo>
                  <a:pt x="2176463" y="602571"/>
                </a:lnTo>
                <a:lnTo>
                  <a:pt x="2201818" y="600513"/>
                </a:lnTo>
                <a:lnTo>
                  <a:pt x="2227155" y="598256"/>
                </a:lnTo>
                <a:lnTo>
                  <a:pt x="2252472" y="595789"/>
                </a:lnTo>
                <a:lnTo>
                  <a:pt x="2277761" y="593055"/>
                </a:lnTo>
                <a:lnTo>
                  <a:pt x="2303021" y="589988"/>
                </a:lnTo>
                <a:lnTo>
                  <a:pt x="2328215" y="586483"/>
                </a:lnTo>
                <a:lnTo>
                  <a:pt x="2353313" y="582368"/>
                </a:lnTo>
                <a:lnTo>
                  <a:pt x="2378250" y="577320"/>
                </a:lnTo>
                <a:lnTo>
                  <a:pt x="2402748" y="570509"/>
                </a:lnTo>
                <a:lnTo>
                  <a:pt x="2424465" y="557975"/>
                </a:lnTo>
                <a:lnTo>
                  <a:pt x="2434495" y="534686"/>
                </a:lnTo>
                <a:lnTo>
                  <a:pt x="2445001" y="511521"/>
                </a:lnTo>
                <a:lnTo>
                  <a:pt x="2455516" y="488356"/>
                </a:lnTo>
                <a:lnTo>
                  <a:pt x="2466023" y="465191"/>
                </a:lnTo>
                <a:lnTo>
                  <a:pt x="2476538" y="442027"/>
                </a:lnTo>
                <a:lnTo>
                  <a:pt x="2487044" y="418862"/>
                </a:lnTo>
                <a:lnTo>
                  <a:pt x="2497560" y="395697"/>
                </a:lnTo>
                <a:lnTo>
                  <a:pt x="2508066" y="372532"/>
                </a:lnTo>
                <a:lnTo>
                  <a:pt x="2518581" y="349367"/>
                </a:lnTo>
                <a:lnTo>
                  <a:pt x="2529088" y="326203"/>
                </a:lnTo>
                <a:lnTo>
                  <a:pt x="2539603" y="303028"/>
                </a:lnTo>
                <a:lnTo>
                  <a:pt x="2550109" y="279864"/>
                </a:lnTo>
                <a:lnTo>
                  <a:pt x="2560625" y="256699"/>
                </a:lnTo>
                <a:lnTo>
                  <a:pt x="2571131" y="233534"/>
                </a:lnTo>
                <a:lnTo>
                  <a:pt x="2581646" y="210369"/>
                </a:lnTo>
                <a:lnTo>
                  <a:pt x="2592153" y="187204"/>
                </a:lnTo>
                <a:lnTo>
                  <a:pt x="2602668" y="164040"/>
                </a:lnTo>
                <a:lnTo>
                  <a:pt x="2613174" y="140875"/>
                </a:lnTo>
                <a:lnTo>
                  <a:pt x="2623690" y="117710"/>
                </a:lnTo>
                <a:lnTo>
                  <a:pt x="2634196" y="94545"/>
                </a:lnTo>
                <a:lnTo>
                  <a:pt x="2644712" y="71371"/>
                </a:lnTo>
                <a:lnTo>
                  <a:pt x="2655227" y="48206"/>
                </a:lnTo>
                <a:lnTo>
                  <a:pt x="2665733" y="25041"/>
                </a:lnTo>
                <a:lnTo>
                  <a:pt x="2676249" y="1876"/>
                </a:lnTo>
                <a:lnTo>
                  <a:pt x="2659266" y="13364"/>
                </a:lnTo>
                <a:lnTo>
                  <a:pt x="2634777" y="20203"/>
                </a:lnTo>
                <a:lnTo>
                  <a:pt x="2609821" y="25098"/>
                </a:lnTo>
                <a:lnTo>
                  <a:pt x="2584685" y="29042"/>
                </a:lnTo>
                <a:lnTo>
                  <a:pt x="2559472" y="32385"/>
                </a:lnTo>
                <a:lnTo>
                  <a:pt x="2534202" y="35319"/>
                </a:lnTo>
                <a:lnTo>
                  <a:pt x="2508895" y="37929"/>
                </a:lnTo>
                <a:lnTo>
                  <a:pt x="2483568" y="40300"/>
                </a:lnTo>
                <a:lnTo>
                  <a:pt x="2458222" y="42462"/>
                </a:lnTo>
                <a:lnTo>
                  <a:pt x="2432866" y="44453"/>
                </a:lnTo>
                <a:lnTo>
                  <a:pt x="2407491" y="46292"/>
                </a:lnTo>
                <a:lnTo>
                  <a:pt x="2382107" y="48006"/>
                </a:lnTo>
                <a:lnTo>
                  <a:pt x="2356723" y="49616"/>
                </a:lnTo>
                <a:lnTo>
                  <a:pt x="2331329" y="51130"/>
                </a:lnTo>
                <a:lnTo>
                  <a:pt x="2305926" y="52549"/>
                </a:lnTo>
                <a:lnTo>
                  <a:pt x="2280523" y="53883"/>
                </a:lnTo>
                <a:lnTo>
                  <a:pt x="2255120" y="55150"/>
                </a:lnTo>
                <a:lnTo>
                  <a:pt x="2229707" y="56340"/>
                </a:lnTo>
                <a:lnTo>
                  <a:pt x="2204295" y="57464"/>
                </a:lnTo>
                <a:lnTo>
                  <a:pt x="2178872" y="58541"/>
                </a:lnTo>
                <a:lnTo>
                  <a:pt x="2153460" y="59550"/>
                </a:lnTo>
                <a:lnTo>
                  <a:pt x="2128037" y="60512"/>
                </a:lnTo>
                <a:lnTo>
                  <a:pt x="2102615" y="61436"/>
                </a:lnTo>
                <a:lnTo>
                  <a:pt x="2077193" y="62303"/>
                </a:lnTo>
                <a:lnTo>
                  <a:pt x="2051761" y="63122"/>
                </a:lnTo>
                <a:lnTo>
                  <a:pt x="2026339" y="63913"/>
                </a:lnTo>
                <a:lnTo>
                  <a:pt x="2000907" y="64656"/>
                </a:lnTo>
                <a:lnTo>
                  <a:pt x="1975485" y="65351"/>
                </a:lnTo>
                <a:lnTo>
                  <a:pt x="1950053" y="66018"/>
                </a:lnTo>
                <a:lnTo>
                  <a:pt x="1924622" y="66646"/>
                </a:lnTo>
                <a:lnTo>
                  <a:pt x="1899190" y="67247"/>
                </a:lnTo>
                <a:lnTo>
                  <a:pt x="1873758" y="67808"/>
                </a:lnTo>
                <a:lnTo>
                  <a:pt x="1848326" y="68342"/>
                </a:lnTo>
                <a:lnTo>
                  <a:pt x="1822885" y="68847"/>
                </a:lnTo>
                <a:lnTo>
                  <a:pt x="1797453" y="69323"/>
                </a:lnTo>
                <a:lnTo>
                  <a:pt x="1772021" y="69761"/>
                </a:lnTo>
                <a:lnTo>
                  <a:pt x="1746580" y="70180"/>
                </a:lnTo>
                <a:lnTo>
                  <a:pt x="1721148" y="70561"/>
                </a:lnTo>
                <a:lnTo>
                  <a:pt x="1695707" y="70923"/>
                </a:lnTo>
                <a:lnTo>
                  <a:pt x="1670275" y="71257"/>
                </a:lnTo>
                <a:lnTo>
                  <a:pt x="1644834" y="71561"/>
                </a:lnTo>
                <a:lnTo>
                  <a:pt x="1619402" y="71838"/>
                </a:lnTo>
                <a:lnTo>
                  <a:pt x="1593961" y="72095"/>
                </a:lnTo>
                <a:lnTo>
                  <a:pt x="1568529" y="72323"/>
                </a:lnTo>
                <a:lnTo>
                  <a:pt x="1543088" y="72523"/>
                </a:lnTo>
                <a:lnTo>
                  <a:pt x="1517647" y="72704"/>
                </a:lnTo>
                <a:lnTo>
                  <a:pt x="1492215" y="72866"/>
                </a:lnTo>
                <a:lnTo>
                  <a:pt x="1466774" y="72990"/>
                </a:lnTo>
                <a:lnTo>
                  <a:pt x="1441333" y="73095"/>
                </a:lnTo>
                <a:lnTo>
                  <a:pt x="1415891" y="73181"/>
                </a:lnTo>
                <a:lnTo>
                  <a:pt x="1390460" y="73238"/>
                </a:lnTo>
                <a:lnTo>
                  <a:pt x="1365018" y="73276"/>
                </a:lnTo>
                <a:lnTo>
                  <a:pt x="1339577" y="73295"/>
                </a:lnTo>
                <a:lnTo>
                  <a:pt x="1314136" y="73285"/>
                </a:lnTo>
                <a:lnTo>
                  <a:pt x="1288704" y="73247"/>
                </a:lnTo>
                <a:lnTo>
                  <a:pt x="1263263" y="73190"/>
                </a:lnTo>
                <a:lnTo>
                  <a:pt x="1237821" y="73104"/>
                </a:lnTo>
                <a:lnTo>
                  <a:pt x="1212390" y="73009"/>
                </a:lnTo>
                <a:lnTo>
                  <a:pt x="1186948" y="72876"/>
                </a:lnTo>
                <a:lnTo>
                  <a:pt x="1161507" y="72714"/>
                </a:lnTo>
                <a:lnTo>
                  <a:pt x="1136066" y="72542"/>
                </a:lnTo>
                <a:lnTo>
                  <a:pt x="1110634" y="72342"/>
                </a:lnTo>
                <a:lnTo>
                  <a:pt x="1085193" y="72114"/>
                </a:lnTo>
                <a:lnTo>
                  <a:pt x="1059752" y="71866"/>
                </a:lnTo>
                <a:lnTo>
                  <a:pt x="1034320" y="71580"/>
                </a:lnTo>
                <a:lnTo>
                  <a:pt x="1008878" y="71276"/>
                </a:lnTo>
                <a:lnTo>
                  <a:pt x="983447" y="70952"/>
                </a:lnTo>
                <a:lnTo>
                  <a:pt x="958005" y="70590"/>
                </a:lnTo>
                <a:lnTo>
                  <a:pt x="932574" y="70209"/>
                </a:lnTo>
                <a:lnTo>
                  <a:pt x="907142" y="69799"/>
                </a:lnTo>
                <a:lnTo>
                  <a:pt x="881701" y="69361"/>
                </a:lnTo>
                <a:lnTo>
                  <a:pt x="856269" y="68885"/>
                </a:lnTo>
                <a:lnTo>
                  <a:pt x="830837" y="68390"/>
                </a:lnTo>
                <a:lnTo>
                  <a:pt x="805405" y="67856"/>
                </a:lnTo>
                <a:lnTo>
                  <a:pt x="779964" y="67294"/>
                </a:lnTo>
                <a:lnTo>
                  <a:pt x="754532" y="66704"/>
                </a:lnTo>
                <a:lnTo>
                  <a:pt x="729101" y="66075"/>
                </a:lnTo>
                <a:lnTo>
                  <a:pt x="703678" y="65408"/>
                </a:lnTo>
                <a:lnTo>
                  <a:pt x="678247" y="64713"/>
                </a:lnTo>
                <a:lnTo>
                  <a:pt x="652815" y="63970"/>
                </a:lnTo>
                <a:lnTo>
                  <a:pt x="627393" y="63189"/>
                </a:lnTo>
                <a:lnTo>
                  <a:pt x="601970" y="62370"/>
                </a:lnTo>
                <a:lnTo>
                  <a:pt x="576539" y="61503"/>
                </a:lnTo>
                <a:lnTo>
                  <a:pt x="551117" y="60589"/>
                </a:lnTo>
                <a:lnTo>
                  <a:pt x="525694" y="59636"/>
                </a:lnTo>
                <a:lnTo>
                  <a:pt x="500282" y="58617"/>
                </a:lnTo>
                <a:lnTo>
                  <a:pt x="474859" y="57560"/>
                </a:lnTo>
                <a:lnTo>
                  <a:pt x="449447" y="56426"/>
                </a:lnTo>
                <a:lnTo>
                  <a:pt x="424034" y="55245"/>
                </a:lnTo>
                <a:lnTo>
                  <a:pt x="398631" y="53988"/>
                </a:lnTo>
                <a:lnTo>
                  <a:pt x="373228" y="52664"/>
                </a:lnTo>
                <a:lnTo>
                  <a:pt x="347824" y="51245"/>
                </a:lnTo>
                <a:lnTo>
                  <a:pt x="322431" y="49740"/>
                </a:lnTo>
                <a:lnTo>
                  <a:pt x="297047" y="48139"/>
                </a:lnTo>
                <a:lnTo>
                  <a:pt x="271663" y="46444"/>
                </a:lnTo>
                <a:lnTo>
                  <a:pt x="246288" y="44606"/>
                </a:lnTo>
                <a:lnTo>
                  <a:pt x="220932" y="42624"/>
                </a:lnTo>
                <a:lnTo>
                  <a:pt x="195577" y="40481"/>
                </a:lnTo>
                <a:lnTo>
                  <a:pt x="170250" y="38129"/>
                </a:lnTo>
                <a:lnTo>
                  <a:pt x="144942" y="35538"/>
                </a:lnTo>
                <a:lnTo>
                  <a:pt x="119672" y="32633"/>
                </a:lnTo>
                <a:lnTo>
                  <a:pt x="94450" y="29327"/>
                </a:lnTo>
                <a:lnTo>
                  <a:pt x="69313" y="25451"/>
                </a:lnTo>
                <a:lnTo>
                  <a:pt x="44329" y="20650"/>
                </a:lnTo>
                <a:lnTo>
                  <a:pt x="19774" y="14049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36" name="funnel-step-cap-1">
            <a:extLst xmlns:a="http://schemas.openxmlformats.org/drawingml/2006/main">
              <a:ext uri="{FF2B5EF4-FFF2-40B4-BE49-F238E27FC236}">
                <a16:creationId xmlns:a16="http://schemas.microsoft.com/office/drawing/2014/main" id="{4868A44E-0D0B-4519-B150-34B2C0F9D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281067" y="3138068"/>
            <a:ext cx="2677106" cy="2084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37" name="funnel-step-body-2">
            <a:extLst xmlns:a="http://schemas.openxmlformats.org/drawingml/2006/main">
              <a:ext uri="{FF2B5EF4-FFF2-40B4-BE49-F238E27FC236}">
                <a16:creationId xmlns:a16="http://schemas.microsoft.com/office/drawing/2014/main" id="{CB625C3A-B4FE-4ABC-851A-6AFB44DC4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532346" y="3970020"/>
            <a:ext cx="2171271" cy="627069"/>
          </a:xfrm>
          <a:custGeom xmlns:a="http://schemas.openxmlformats.org/drawingml/2006/main">
            <a:pathLst>
              <a:path w="2171271" h="627069">
                <a:moveTo>
                  <a:pt x="0" y="0"/>
                </a:moveTo>
                <a:lnTo>
                  <a:pt x="8163" y="19774"/>
                </a:lnTo>
                <a:lnTo>
                  <a:pt x="16326" y="39548"/>
                </a:lnTo>
                <a:lnTo>
                  <a:pt x="24489" y="59312"/>
                </a:lnTo>
                <a:lnTo>
                  <a:pt x="32652" y="79086"/>
                </a:lnTo>
                <a:lnTo>
                  <a:pt x="40805" y="98860"/>
                </a:lnTo>
                <a:lnTo>
                  <a:pt x="48968" y="118634"/>
                </a:lnTo>
                <a:lnTo>
                  <a:pt x="57131" y="138408"/>
                </a:lnTo>
                <a:lnTo>
                  <a:pt x="65294" y="158182"/>
                </a:lnTo>
                <a:lnTo>
                  <a:pt x="73457" y="177946"/>
                </a:lnTo>
                <a:lnTo>
                  <a:pt x="81620" y="197720"/>
                </a:lnTo>
                <a:lnTo>
                  <a:pt x="89783" y="217494"/>
                </a:lnTo>
                <a:lnTo>
                  <a:pt x="97946" y="237268"/>
                </a:lnTo>
                <a:lnTo>
                  <a:pt x="106109" y="257042"/>
                </a:lnTo>
                <a:lnTo>
                  <a:pt x="114271" y="276816"/>
                </a:lnTo>
                <a:lnTo>
                  <a:pt x="122425" y="296580"/>
                </a:lnTo>
                <a:lnTo>
                  <a:pt x="130588" y="316354"/>
                </a:lnTo>
                <a:lnTo>
                  <a:pt x="138751" y="336128"/>
                </a:lnTo>
                <a:lnTo>
                  <a:pt x="146914" y="355902"/>
                </a:lnTo>
                <a:lnTo>
                  <a:pt x="155077" y="375676"/>
                </a:lnTo>
                <a:lnTo>
                  <a:pt x="163239" y="395449"/>
                </a:lnTo>
                <a:lnTo>
                  <a:pt x="171402" y="415214"/>
                </a:lnTo>
                <a:lnTo>
                  <a:pt x="179565" y="434988"/>
                </a:lnTo>
                <a:lnTo>
                  <a:pt x="187728" y="454762"/>
                </a:lnTo>
                <a:lnTo>
                  <a:pt x="195882" y="474536"/>
                </a:lnTo>
                <a:lnTo>
                  <a:pt x="204045" y="494309"/>
                </a:lnTo>
                <a:lnTo>
                  <a:pt x="212207" y="514083"/>
                </a:lnTo>
                <a:lnTo>
                  <a:pt x="220370" y="533848"/>
                </a:lnTo>
                <a:lnTo>
                  <a:pt x="228533" y="553622"/>
                </a:lnTo>
                <a:lnTo>
                  <a:pt x="242526" y="568481"/>
                </a:lnTo>
                <a:lnTo>
                  <a:pt x="262452" y="576196"/>
                </a:lnTo>
                <a:lnTo>
                  <a:pt x="283112" y="581730"/>
                </a:lnTo>
                <a:lnTo>
                  <a:pt x="304038" y="586169"/>
                </a:lnTo>
                <a:lnTo>
                  <a:pt x="325098" y="589902"/>
                </a:lnTo>
                <a:lnTo>
                  <a:pt x="346234" y="593160"/>
                </a:lnTo>
                <a:lnTo>
                  <a:pt x="367436" y="596036"/>
                </a:lnTo>
                <a:lnTo>
                  <a:pt x="388668" y="598627"/>
                </a:lnTo>
                <a:lnTo>
                  <a:pt x="409927" y="600980"/>
                </a:lnTo>
                <a:lnTo>
                  <a:pt x="431206" y="603123"/>
                </a:lnTo>
                <a:lnTo>
                  <a:pt x="452504" y="605104"/>
                </a:lnTo>
                <a:lnTo>
                  <a:pt x="473821" y="606923"/>
                </a:lnTo>
                <a:lnTo>
                  <a:pt x="495148" y="608619"/>
                </a:lnTo>
                <a:lnTo>
                  <a:pt x="516474" y="610181"/>
                </a:lnTo>
                <a:lnTo>
                  <a:pt x="537820" y="611648"/>
                </a:lnTo>
                <a:lnTo>
                  <a:pt x="559165" y="613010"/>
                </a:lnTo>
                <a:lnTo>
                  <a:pt x="580520" y="614286"/>
                </a:lnTo>
                <a:lnTo>
                  <a:pt x="601875" y="615467"/>
                </a:lnTo>
                <a:lnTo>
                  <a:pt x="623240" y="616582"/>
                </a:lnTo>
                <a:lnTo>
                  <a:pt x="644604" y="617630"/>
                </a:lnTo>
                <a:lnTo>
                  <a:pt x="665969" y="618592"/>
                </a:lnTo>
                <a:lnTo>
                  <a:pt x="687343" y="619496"/>
                </a:lnTo>
                <a:lnTo>
                  <a:pt x="708717" y="620335"/>
                </a:lnTo>
                <a:lnTo>
                  <a:pt x="730091" y="621116"/>
                </a:lnTo>
                <a:lnTo>
                  <a:pt x="751475" y="621849"/>
                </a:lnTo>
                <a:lnTo>
                  <a:pt x="772849" y="622525"/>
                </a:lnTo>
                <a:lnTo>
                  <a:pt x="794233" y="623145"/>
                </a:lnTo>
                <a:lnTo>
                  <a:pt x="815616" y="623716"/>
                </a:lnTo>
                <a:lnTo>
                  <a:pt x="837000" y="624230"/>
                </a:lnTo>
                <a:lnTo>
                  <a:pt x="858383" y="624707"/>
                </a:lnTo>
                <a:lnTo>
                  <a:pt x="879777" y="625135"/>
                </a:lnTo>
                <a:lnTo>
                  <a:pt x="901160" y="625526"/>
                </a:lnTo>
                <a:lnTo>
                  <a:pt x="922544" y="625859"/>
                </a:lnTo>
                <a:lnTo>
                  <a:pt x="943937" y="626164"/>
                </a:lnTo>
                <a:lnTo>
                  <a:pt x="965321" y="626412"/>
                </a:lnTo>
                <a:lnTo>
                  <a:pt x="986714" y="626631"/>
                </a:lnTo>
                <a:lnTo>
                  <a:pt x="1008107" y="626802"/>
                </a:lnTo>
                <a:lnTo>
                  <a:pt x="1029491" y="626926"/>
                </a:lnTo>
                <a:lnTo>
                  <a:pt x="1050884" y="627021"/>
                </a:lnTo>
                <a:lnTo>
                  <a:pt x="1072277" y="627069"/>
                </a:lnTo>
                <a:lnTo>
                  <a:pt x="1093670" y="627069"/>
                </a:lnTo>
                <a:lnTo>
                  <a:pt x="1115054" y="627040"/>
                </a:lnTo>
                <a:lnTo>
                  <a:pt x="1136447" y="626964"/>
                </a:lnTo>
                <a:lnTo>
                  <a:pt x="1157840" y="626850"/>
                </a:lnTo>
                <a:lnTo>
                  <a:pt x="1179224" y="626697"/>
                </a:lnTo>
                <a:lnTo>
                  <a:pt x="1200617" y="626507"/>
                </a:lnTo>
                <a:lnTo>
                  <a:pt x="1222010" y="626269"/>
                </a:lnTo>
                <a:lnTo>
                  <a:pt x="1243394" y="625993"/>
                </a:lnTo>
                <a:lnTo>
                  <a:pt x="1264787" y="625669"/>
                </a:lnTo>
                <a:lnTo>
                  <a:pt x="1286170" y="625297"/>
                </a:lnTo>
                <a:lnTo>
                  <a:pt x="1307554" y="624888"/>
                </a:lnTo>
                <a:lnTo>
                  <a:pt x="1328947" y="624430"/>
                </a:lnTo>
                <a:lnTo>
                  <a:pt x="1350331" y="623926"/>
                </a:lnTo>
                <a:lnTo>
                  <a:pt x="1371714" y="623373"/>
                </a:lnTo>
                <a:lnTo>
                  <a:pt x="1393098" y="622773"/>
                </a:lnTo>
                <a:lnTo>
                  <a:pt x="1414472" y="622125"/>
                </a:lnTo>
                <a:lnTo>
                  <a:pt x="1435856" y="621421"/>
                </a:lnTo>
                <a:lnTo>
                  <a:pt x="1457230" y="620659"/>
                </a:lnTo>
                <a:lnTo>
                  <a:pt x="1478604" y="619839"/>
                </a:lnTo>
                <a:lnTo>
                  <a:pt x="1499978" y="618963"/>
                </a:lnTo>
                <a:lnTo>
                  <a:pt x="1521352" y="618020"/>
                </a:lnTo>
                <a:lnTo>
                  <a:pt x="1542717" y="617010"/>
                </a:lnTo>
                <a:lnTo>
                  <a:pt x="1564081" y="615934"/>
                </a:lnTo>
                <a:lnTo>
                  <a:pt x="1585436" y="614772"/>
                </a:lnTo>
                <a:lnTo>
                  <a:pt x="1606791" y="613534"/>
                </a:lnTo>
                <a:lnTo>
                  <a:pt x="1628146" y="612210"/>
                </a:lnTo>
                <a:lnTo>
                  <a:pt x="1649482" y="610791"/>
                </a:lnTo>
                <a:lnTo>
                  <a:pt x="1670818" y="609257"/>
                </a:lnTo>
                <a:lnTo>
                  <a:pt x="1692145" y="607619"/>
                </a:lnTo>
                <a:lnTo>
                  <a:pt x="1713462" y="605847"/>
                </a:lnTo>
                <a:lnTo>
                  <a:pt x="1734769" y="603942"/>
                </a:lnTo>
                <a:lnTo>
                  <a:pt x="1756058" y="601866"/>
                </a:lnTo>
                <a:lnTo>
                  <a:pt x="1777327" y="599599"/>
                </a:lnTo>
                <a:lnTo>
                  <a:pt x="1798577" y="597113"/>
                </a:lnTo>
                <a:lnTo>
                  <a:pt x="1819789" y="594360"/>
                </a:lnTo>
                <a:lnTo>
                  <a:pt x="1840954" y="591264"/>
                </a:lnTo>
                <a:lnTo>
                  <a:pt x="1862052" y="587740"/>
                </a:lnTo>
                <a:lnTo>
                  <a:pt x="1883045" y="583616"/>
                </a:lnTo>
                <a:lnTo>
                  <a:pt x="1903828" y="578606"/>
                </a:lnTo>
                <a:lnTo>
                  <a:pt x="1924164" y="571995"/>
                </a:lnTo>
                <a:lnTo>
                  <a:pt x="1942490" y="561251"/>
                </a:lnTo>
                <a:lnTo>
                  <a:pt x="1950901" y="541811"/>
                </a:lnTo>
                <a:lnTo>
                  <a:pt x="1959064" y="522046"/>
                </a:lnTo>
                <a:lnTo>
                  <a:pt x="1967227" y="502272"/>
                </a:lnTo>
                <a:lnTo>
                  <a:pt x="1975380" y="482498"/>
                </a:lnTo>
                <a:lnTo>
                  <a:pt x="1983543" y="462725"/>
                </a:lnTo>
                <a:lnTo>
                  <a:pt x="1991706" y="442951"/>
                </a:lnTo>
                <a:lnTo>
                  <a:pt x="1999869" y="423177"/>
                </a:lnTo>
                <a:lnTo>
                  <a:pt x="2008032" y="403412"/>
                </a:lnTo>
                <a:lnTo>
                  <a:pt x="2016195" y="383638"/>
                </a:lnTo>
                <a:lnTo>
                  <a:pt x="2024358" y="363865"/>
                </a:lnTo>
                <a:lnTo>
                  <a:pt x="2032521" y="344091"/>
                </a:lnTo>
                <a:lnTo>
                  <a:pt x="2040684" y="324317"/>
                </a:lnTo>
                <a:lnTo>
                  <a:pt x="2048837" y="304543"/>
                </a:lnTo>
                <a:lnTo>
                  <a:pt x="2057000" y="284778"/>
                </a:lnTo>
                <a:lnTo>
                  <a:pt x="2065163" y="265005"/>
                </a:lnTo>
                <a:lnTo>
                  <a:pt x="2073326" y="245231"/>
                </a:lnTo>
                <a:lnTo>
                  <a:pt x="2081489" y="225457"/>
                </a:lnTo>
                <a:lnTo>
                  <a:pt x="2089652" y="205683"/>
                </a:lnTo>
                <a:lnTo>
                  <a:pt x="2097815" y="185918"/>
                </a:lnTo>
                <a:lnTo>
                  <a:pt x="2105978" y="166145"/>
                </a:lnTo>
                <a:lnTo>
                  <a:pt x="2114140" y="146371"/>
                </a:lnTo>
                <a:lnTo>
                  <a:pt x="2122303" y="126597"/>
                </a:lnTo>
                <a:lnTo>
                  <a:pt x="2130457" y="106823"/>
                </a:lnTo>
                <a:lnTo>
                  <a:pt x="2138620" y="87049"/>
                </a:lnTo>
                <a:lnTo>
                  <a:pt x="2146783" y="67285"/>
                </a:lnTo>
                <a:lnTo>
                  <a:pt x="2154946" y="47511"/>
                </a:lnTo>
                <a:lnTo>
                  <a:pt x="2163108" y="27737"/>
                </a:lnTo>
                <a:lnTo>
                  <a:pt x="2171271" y="7963"/>
                </a:lnTo>
                <a:lnTo>
                  <a:pt x="2167071" y="9706"/>
                </a:lnTo>
                <a:lnTo>
                  <a:pt x="2147430" y="18059"/>
                </a:lnTo>
                <a:lnTo>
                  <a:pt x="2126780" y="23584"/>
                </a:lnTo>
                <a:lnTo>
                  <a:pt x="2105825" y="27889"/>
                </a:lnTo>
                <a:lnTo>
                  <a:pt x="2084746" y="31499"/>
                </a:lnTo>
                <a:lnTo>
                  <a:pt x="2063582" y="34623"/>
                </a:lnTo>
                <a:lnTo>
                  <a:pt x="2042370" y="37386"/>
                </a:lnTo>
                <a:lnTo>
                  <a:pt x="2021129" y="39881"/>
                </a:lnTo>
                <a:lnTo>
                  <a:pt x="1999859" y="42148"/>
                </a:lnTo>
                <a:lnTo>
                  <a:pt x="1978562" y="44225"/>
                </a:lnTo>
                <a:lnTo>
                  <a:pt x="1957264" y="46149"/>
                </a:lnTo>
                <a:lnTo>
                  <a:pt x="1935947" y="47939"/>
                </a:lnTo>
                <a:lnTo>
                  <a:pt x="1914620" y="49597"/>
                </a:lnTo>
                <a:lnTo>
                  <a:pt x="1893284" y="51159"/>
                </a:lnTo>
                <a:lnTo>
                  <a:pt x="1871948" y="52626"/>
                </a:lnTo>
                <a:lnTo>
                  <a:pt x="1850603" y="53997"/>
                </a:lnTo>
                <a:lnTo>
                  <a:pt x="1829248" y="55293"/>
                </a:lnTo>
                <a:lnTo>
                  <a:pt x="1807893" y="56521"/>
                </a:lnTo>
                <a:lnTo>
                  <a:pt x="1786538" y="57674"/>
                </a:lnTo>
                <a:lnTo>
                  <a:pt x="1765173" y="58769"/>
                </a:lnTo>
                <a:lnTo>
                  <a:pt x="1743808" y="59807"/>
                </a:lnTo>
                <a:lnTo>
                  <a:pt x="1722434" y="60789"/>
                </a:lnTo>
                <a:lnTo>
                  <a:pt x="1701070" y="61722"/>
                </a:lnTo>
                <a:lnTo>
                  <a:pt x="1679696" y="62608"/>
                </a:lnTo>
                <a:lnTo>
                  <a:pt x="1658322" y="63446"/>
                </a:lnTo>
                <a:lnTo>
                  <a:pt x="1636947" y="64237"/>
                </a:lnTo>
                <a:lnTo>
                  <a:pt x="1615564" y="64980"/>
                </a:lnTo>
                <a:lnTo>
                  <a:pt x="1594190" y="65694"/>
                </a:lnTo>
                <a:lnTo>
                  <a:pt x="1572806" y="66361"/>
                </a:lnTo>
                <a:lnTo>
                  <a:pt x="1551432" y="66999"/>
                </a:lnTo>
                <a:lnTo>
                  <a:pt x="1530048" y="67599"/>
                </a:lnTo>
                <a:lnTo>
                  <a:pt x="1508665" y="68161"/>
                </a:lnTo>
                <a:lnTo>
                  <a:pt x="1487281" y="68694"/>
                </a:lnTo>
                <a:lnTo>
                  <a:pt x="1465898" y="69190"/>
                </a:lnTo>
                <a:lnTo>
                  <a:pt x="1444504" y="69656"/>
                </a:lnTo>
                <a:lnTo>
                  <a:pt x="1423121" y="70094"/>
                </a:lnTo>
                <a:lnTo>
                  <a:pt x="1401737" y="70495"/>
                </a:lnTo>
                <a:lnTo>
                  <a:pt x="1380344" y="70876"/>
                </a:lnTo>
                <a:lnTo>
                  <a:pt x="1358960" y="71218"/>
                </a:lnTo>
                <a:lnTo>
                  <a:pt x="1337567" y="71542"/>
                </a:lnTo>
                <a:lnTo>
                  <a:pt x="1316184" y="71828"/>
                </a:lnTo>
                <a:lnTo>
                  <a:pt x="1294790" y="72095"/>
                </a:lnTo>
                <a:lnTo>
                  <a:pt x="1273407" y="72323"/>
                </a:lnTo>
                <a:lnTo>
                  <a:pt x="1252014" y="72533"/>
                </a:lnTo>
                <a:lnTo>
                  <a:pt x="1230620" y="72723"/>
                </a:lnTo>
                <a:lnTo>
                  <a:pt x="1209237" y="72885"/>
                </a:lnTo>
                <a:lnTo>
                  <a:pt x="1187844" y="73019"/>
                </a:lnTo>
                <a:lnTo>
                  <a:pt x="1166451" y="73123"/>
                </a:lnTo>
                <a:lnTo>
                  <a:pt x="1145067" y="73200"/>
                </a:lnTo>
                <a:lnTo>
                  <a:pt x="1123674" y="73257"/>
                </a:lnTo>
                <a:lnTo>
                  <a:pt x="1102281" y="73285"/>
                </a:lnTo>
                <a:lnTo>
                  <a:pt x="1080887" y="73295"/>
                </a:lnTo>
                <a:lnTo>
                  <a:pt x="1059504" y="73276"/>
                </a:lnTo>
                <a:lnTo>
                  <a:pt x="1038111" y="73228"/>
                </a:lnTo>
                <a:lnTo>
                  <a:pt x="1016718" y="73152"/>
                </a:lnTo>
                <a:lnTo>
                  <a:pt x="995324" y="73057"/>
                </a:lnTo>
                <a:lnTo>
                  <a:pt x="973941" y="72933"/>
                </a:lnTo>
                <a:lnTo>
                  <a:pt x="952548" y="72790"/>
                </a:lnTo>
                <a:lnTo>
                  <a:pt x="931154" y="72619"/>
                </a:lnTo>
                <a:lnTo>
                  <a:pt x="909771" y="72419"/>
                </a:lnTo>
                <a:lnTo>
                  <a:pt x="888378" y="72190"/>
                </a:lnTo>
                <a:lnTo>
                  <a:pt x="866994" y="71933"/>
                </a:lnTo>
                <a:lnTo>
                  <a:pt x="845601" y="71657"/>
                </a:lnTo>
                <a:lnTo>
                  <a:pt x="824217" y="71352"/>
                </a:lnTo>
                <a:lnTo>
                  <a:pt x="802824" y="71018"/>
                </a:lnTo>
                <a:lnTo>
                  <a:pt x="781441" y="70656"/>
                </a:lnTo>
                <a:lnTo>
                  <a:pt x="760047" y="70266"/>
                </a:lnTo>
                <a:lnTo>
                  <a:pt x="738664" y="69837"/>
                </a:lnTo>
                <a:lnTo>
                  <a:pt x="717280" y="69380"/>
                </a:lnTo>
                <a:lnTo>
                  <a:pt x="695897" y="68894"/>
                </a:lnTo>
                <a:lnTo>
                  <a:pt x="674513" y="68380"/>
                </a:lnTo>
                <a:lnTo>
                  <a:pt x="653129" y="67828"/>
                </a:lnTo>
                <a:lnTo>
                  <a:pt x="631746" y="67247"/>
                </a:lnTo>
                <a:lnTo>
                  <a:pt x="610362" y="66627"/>
                </a:lnTo>
                <a:lnTo>
                  <a:pt x="588978" y="65970"/>
                </a:lnTo>
                <a:lnTo>
                  <a:pt x="567604" y="65275"/>
                </a:lnTo>
                <a:lnTo>
                  <a:pt x="546221" y="64541"/>
                </a:lnTo>
                <a:lnTo>
                  <a:pt x="524847" y="63770"/>
                </a:lnTo>
                <a:lnTo>
                  <a:pt x="503472" y="62951"/>
                </a:lnTo>
                <a:lnTo>
                  <a:pt x="482098" y="62093"/>
                </a:lnTo>
                <a:lnTo>
                  <a:pt x="460724" y="61179"/>
                </a:lnTo>
                <a:lnTo>
                  <a:pt x="439360" y="60217"/>
                </a:lnTo>
                <a:lnTo>
                  <a:pt x="417995" y="59198"/>
                </a:lnTo>
                <a:lnTo>
                  <a:pt x="396631" y="58131"/>
                </a:lnTo>
                <a:lnTo>
                  <a:pt x="375266" y="56998"/>
                </a:lnTo>
                <a:lnTo>
                  <a:pt x="353911" y="55797"/>
                </a:lnTo>
                <a:lnTo>
                  <a:pt x="332556" y="54531"/>
                </a:lnTo>
                <a:lnTo>
                  <a:pt x="311210" y="53178"/>
                </a:lnTo>
                <a:lnTo>
                  <a:pt x="289865" y="51759"/>
                </a:lnTo>
                <a:lnTo>
                  <a:pt x="268529" y="50235"/>
                </a:lnTo>
                <a:lnTo>
                  <a:pt x="247202" y="48616"/>
                </a:lnTo>
                <a:lnTo>
                  <a:pt x="225876" y="46882"/>
                </a:lnTo>
                <a:lnTo>
                  <a:pt x="204568" y="45015"/>
                </a:lnTo>
                <a:lnTo>
                  <a:pt x="183271" y="43005"/>
                </a:lnTo>
                <a:lnTo>
                  <a:pt x="162001" y="40815"/>
                </a:lnTo>
                <a:lnTo>
                  <a:pt x="140741" y="38424"/>
                </a:lnTo>
                <a:lnTo>
                  <a:pt x="119520" y="35776"/>
                </a:lnTo>
                <a:lnTo>
                  <a:pt x="98327" y="32804"/>
                </a:lnTo>
                <a:lnTo>
                  <a:pt x="77210" y="29413"/>
                </a:lnTo>
                <a:lnTo>
                  <a:pt x="56198" y="25422"/>
                </a:lnTo>
                <a:lnTo>
                  <a:pt x="35385" y="20479"/>
                </a:lnTo>
                <a:lnTo>
                  <a:pt x="15135" y="13659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38" name="funnel-step-cap-2">
            <a:extLst xmlns:a="http://schemas.openxmlformats.org/drawingml/2006/main">
              <a:ext uri="{FF2B5EF4-FFF2-40B4-BE49-F238E27FC236}">
                <a16:creationId xmlns:a16="http://schemas.microsoft.com/office/drawing/2014/main" id="{2F7DDB6D-A2DC-496B-83B9-976A665D0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532375" y="3865778"/>
            <a:ext cx="2174510" cy="2084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7EAC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39" name="funnel-step-body-3">
            <a:extLst xmlns:a="http://schemas.openxmlformats.org/drawingml/2006/main">
              <a:ext uri="{FF2B5EF4-FFF2-40B4-BE49-F238E27FC236}">
                <a16:creationId xmlns:a16="http://schemas.microsoft.com/office/drawing/2014/main" id="{1BAD917C-A301-4C50-9168-9EB127C5A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60946" y="4697730"/>
            <a:ext cx="1713681" cy="627069"/>
          </a:xfrm>
          <a:custGeom xmlns:a="http://schemas.openxmlformats.org/drawingml/2006/main">
            <a:pathLst>
              <a:path w="1713681" h="627069">
                <a:moveTo>
                  <a:pt x="0" y="0"/>
                </a:moveTo>
                <a:lnTo>
                  <a:pt x="6887" y="17745"/>
                </a:lnTo>
                <a:lnTo>
                  <a:pt x="13783" y="35490"/>
                </a:lnTo>
                <a:lnTo>
                  <a:pt x="20669" y="53235"/>
                </a:lnTo>
                <a:lnTo>
                  <a:pt x="27565" y="70971"/>
                </a:lnTo>
                <a:lnTo>
                  <a:pt x="34452" y="88716"/>
                </a:lnTo>
                <a:lnTo>
                  <a:pt x="41348" y="106461"/>
                </a:lnTo>
                <a:lnTo>
                  <a:pt x="48235" y="124206"/>
                </a:lnTo>
                <a:lnTo>
                  <a:pt x="55131" y="141951"/>
                </a:lnTo>
                <a:lnTo>
                  <a:pt x="62017" y="159696"/>
                </a:lnTo>
                <a:lnTo>
                  <a:pt x="68913" y="177432"/>
                </a:lnTo>
                <a:lnTo>
                  <a:pt x="75800" y="195177"/>
                </a:lnTo>
                <a:lnTo>
                  <a:pt x="82696" y="212922"/>
                </a:lnTo>
                <a:lnTo>
                  <a:pt x="89583" y="230667"/>
                </a:lnTo>
                <a:lnTo>
                  <a:pt x="96479" y="248412"/>
                </a:lnTo>
                <a:lnTo>
                  <a:pt x="103365" y="266157"/>
                </a:lnTo>
                <a:lnTo>
                  <a:pt x="110261" y="283893"/>
                </a:lnTo>
                <a:lnTo>
                  <a:pt x="117148" y="301638"/>
                </a:lnTo>
                <a:lnTo>
                  <a:pt x="124044" y="319383"/>
                </a:lnTo>
                <a:lnTo>
                  <a:pt x="130931" y="337128"/>
                </a:lnTo>
                <a:lnTo>
                  <a:pt x="137827" y="354873"/>
                </a:lnTo>
                <a:lnTo>
                  <a:pt x="144713" y="372618"/>
                </a:lnTo>
                <a:lnTo>
                  <a:pt x="151600" y="390354"/>
                </a:lnTo>
                <a:lnTo>
                  <a:pt x="158496" y="408099"/>
                </a:lnTo>
                <a:lnTo>
                  <a:pt x="165383" y="425844"/>
                </a:lnTo>
                <a:lnTo>
                  <a:pt x="172279" y="443589"/>
                </a:lnTo>
                <a:lnTo>
                  <a:pt x="179165" y="461334"/>
                </a:lnTo>
                <a:lnTo>
                  <a:pt x="186061" y="479079"/>
                </a:lnTo>
                <a:lnTo>
                  <a:pt x="192948" y="496824"/>
                </a:lnTo>
                <a:lnTo>
                  <a:pt x="199844" y="514560"/>
                </a:lnTo>
                <a:lnTo>
                  <a:pt x="206731" y="532305"/>
                </a:lnTo>
                <a:lnTo>
                  <a:pt x="213627" y="550050"/>
                </a:lnTo>
                <a:lnTo>
                  <a:pt x="222514" y="566261"/>
                </a:lnTo>
                <a:lnTo>
                  <a:pt x="239030" y="575605"/>
                </a:lnTo>
                <a:lnTo>
                  <a:pt x="256937" y="582044"/>
                </a:lnTo>
                <a:lnTo>
                  <a:pt x="275292" y="587092"/>
                </a:lnTo>
                <a:lnTo>
                  <a:pt x="293856" y="591283"/>
                </a:lnTo>
                <a:lnTo>
                  <a:pt x="312544" y="594884"/>
                </a:lnTo>
                <a:lnTo>
                  <a:pt x="331318" y="598046"/>
                </a:lnTo>
                <a:lnTo>
                  <a:pt x="350139" y="600856"/>
                </a:lnTo>
                <a:lnTo>
                  <a:pt x="369008" y="603390"/>
                </a:lnTo>
                <a:lnTo>
                  <a:pt x="387896" y="605685"/>
                </a:lnTo>
                <a:lnTo>
                  <a:pt x="406822" y="607781"/>
                </a:lnTo>
                <a:lnTo>
                  <a:pt x="425758" y="609695"/>
                </a:lnTo>
                <a:lnTo>
                  <a:pt x="444713" y="611457"/>
                </a:lnTo>
                <a:lnTo>
                  <a:pt x="463677" y="613086"/>
                </a:lnTo>
                <a:lnTo>
                  <a:pt x="482651" y="614572"/>
                </a:lnTo>
                <a:lnTo>
                  <a:pt x="501634" y="615953"/>
                </a:lnTo>
                <a:lnTo>
                  <a:pt x="520627" y="617220"/>
                </a:lnTo>
                <a:lnTo>
                  <a:pt x="539629" y="618401"/>
                </a:lnTo>
                <a:lnTo>
                  <a:pt x="558632" y="619477"/>
                </a:lnTo>
                <a:lnTo>
                  <a:pt x="577644" y="620478"/>
                </a:lnTo>
                <a:lnTo>
                  <a:pt x="596656" y="621382"/>
                </a:lnTo>
                <a:lnTo>
                  <a:pt x="615667" y="622221"/>
                </a:lnTo>
                <a:lnTo>
                  <a:pt x="634689" y="622983"/>
                </a:lnTo>
                <a:lnTo>
                  <a:pt x="653710" y="623668"/>
                </a:lnTo>
                <a:lnTo>
                  <a:pt x="672732" y="624288"/>
                </a:lnTo>
                <a:lnTo>
                  <a:pt x="691763" y="624840"/>
                </a:lnTo>
                <a:lnTo>
                  <a:pt x="710794" y="625326"/>
                </a:lnTo>
                <a:lnTo>
                  <a:pt x="729825" y="625754"/>
                </a:lnTo>
                <a:lnTo>
                  <a:pt x="748856" y="626116"/>
                </a:lnTo>
                <a:lnTo>
                  <a:pt x="767886" y="626421"/>
                </a:lnTo>
                <a:lnTo>
                  <a:pt x="786917" y="626669"/>
                </a:lnTo>
                <a:lnTo>
                  <a:pt x="805948" y="626859"/>
                </a:lnTo>
                <a:lnTo>
                  <a:pt x="824989" y="626983"/>
                </a:lnTo>
                <a:lnTo>
                  <a:pt x="844020" y="627059"/>
                </a:lnTo>
                <a:lnTo>
                  <a:pt x="863051" y="627069"/>
                </a:lnTo>
                <a:lnTo>
                  <a:pt x="882091" y="627031"/>
                </a:lnTo>
                <a:lnTo>
                  <a:pt x="901122" y="626935"/>
                </a:lnTo>
                <a:lnTo>
                  <a:pt x="920153" y="626783"/>
                </a:lnTo>
                <a:lnTo>
                  <a:pt x="939194" y="626564"/>
                </a:lnTo>
                <a:lnTo>
                  <a:pt x="958225" y="626288"/>
                </a:lnTo>
                <a:lnTo>
                  <a:pt x="977255" y="625964"/>
                </a:lnTo>
                <a:lnTo>
                  <a:pt x="996286" y="625564"/>
                </a:lnTo>
                <a:lnTo>
                  <a:pt x="1015317" y="625107"/>
                </a:lnTo>
                <a:lnTo>
                  <a:pt x="1034339" y="624592"/>
                </a:lnTo>
                <a:lnTo>
                  <a:pt x="1053370" y="624011"/>
                </a:lnTo>
                <a:lnTo>
                  <a:pt x="1072391" y="623354"/>
                </a:lnTo>
                <a:lnTo>
                  <a:pt x="1091413" y="622640"/>
                </a:lnTo>
                <a:lnTo>
                  <a:pt x="1110434" y="621849"/>
                </a:lnTo>
                <a:lnTo>
                  <a:pt x="1129446" y="620973"/>
                </a:lnTo>
                <a:lnTo>
                  <a:pt x="1148458" y="620030"/>
                </a:lnTo>
                <a:lnTo>
                  <a:pt x="1167460" y="618992"/>
                </a:lnTo>
                <a:lnTo>
                  <a:pt x="1186463" y="617868"/>
                </a:lnTo>
                <a:lnTo>
                  <a:pt x="1205465" y="616658"/>
                </a:lnTo>
                <a:lnTo>
                  <a:pt x="1224448" y="615334"/>
                </a:lnTo>
                <a:lnTo>
                  <a:pt x="1243432" y="613905"/>
                </a:lnTo>
                <a:lnTo>
                  <a:pt x="1262405" y="612353"/>
                </a:lnTo>
                <a:lnTo>
                  <a:pt x="1281360" y="610667"/>
                </a:lnTo>
                <a:lnTo>
                  <a:pt x="1300305" y="608838"/>
                </a:lnTo>
                <a:lnTo>
                  <a:pt x="1319241" y="606847"/>
                </a:lnTo>
                <a:lnTo>
                  <a:pt x="1338148" y="604657"/>
                </a:lnTo>
                <a:lnTo>
                  <a:pt x="1357027" y="602256"/>
                </a:lnTo>
                <a:lnTo>
                  <a:pt x="1375877" y="599608"/>
                </a:lnTo>
                <a:lnTo>
                  <a:pt x="1394679" y="596636"/>
                </a:lnTo>
                <a:lnTo>
                  <a:pt x="1413415" y="593293"/>
                </a:lnTo>
                <a:lnTo>
                  <a:pt x="1432055" y="589436"/>
                </a:lnTo>
                <a:lnTo>
                  <a:pt x="1450543" y="584902"/>
                </a:lnTo>
                <a:lnTo>
                  <a:pt x="1468736" y="579311"/>
                </a:lnTo>
                <a:lnTo>
                  <a:pt x="1486224" y="571843"/>
                </a:lnTo>
                <a:lnTo>
                  <a:pt x="1500626" y="559765"/>
                </a:lnTo>
                <a:lnTo>
                  <a:pt x="1506903" y="541896"/>
                </a:lnTo>
                <a:lnTo>
                  <a:pt x="1513789" y="524151"/>
                </a:lnTo>
                <a:lnTo>
                  <a:pt x="1520685" y="506406"/>
                </a:lnTo>
                <a:lnTo>
                  <a:pt x="1527572" y="488661"/>
                </a:lnTo>
                <a:lnTo>
                  <a:pt x="1534468" y="470916"/>
                </a:lnTo>
                <a:lnTo>
                  <a:pt x="1541355" y="453171"/>
                </a:lnTo>
                <a:lnTo>
                  <a:pt x="1548251" y="435435"/>
                </a:lnTo>
                <a:lnTo>
                  <a:pt x="1555137" y="417690"/>
                </a:lnTo>
                <a:lnTo>
                  <a:pt x="1562033" y="399945"/>
                </a:lnTo>
                <a:lnTo>
                  <a:pt x="1568920" y="382200"/>
                </a:lnTo>
                <a:lnTo>
                  <a:pt x="1575816" y="364455"/>
                </a:lnTo>
                <a:lnTo>
                  <a:pt x="1582703" y="346710"/>
                </a:lnTo>
                <a:lnTo>
                  <a:pt x="1589599" y="328974"/>
                </a:lnTo>
                <a:lnTo>
                  <a:pt x="1596485" y="311229"/>
                </a:lnTo>
                <a:lnTo>
                  <a:pt x="1603372" y="293484"/>
                </a:lnTo>
                <a:lnTo>
                  <a:pt x="1610268" y="275739"/>
                </a:lnTo>
                <a:lnTo>
                  <a:pt x="1617155" y="257994"/>
                </a:lnTo>
                <a:lnTo>
                  <a:pt x="1624051" y="240249"/>
                </a:lnTo>
                <a:lnTo>
                  <a:pt x="1630937" y="222514"/>
                </a:lnTo>
                <a:lnTo>
                  <a:pt x="1637833" y="204768"/>
                </a:lnTo>
                <a:lnTo>
                  <a:pt x="1644720" y="187023"/>
                </a:lnTo>
                <a:lnTo>
                  <a:pt x="1651616" y="169278"/>
                </a:lnTo>
                <a:lnTo>
                  <a:pt x="1658503" y="151533"/>
                </a:lnTo>
                <a:lnTo>
                  <a:pt x="1665399" y="133788"/>
                </a:lnTo>
                <a:lnTo>
                  <a:pt x="1672285" y="116043"/>
                </a:lnTo>
                <a:lnTo>
                  <a:pt x="1679181" y="98308"/>
                </a:lnTo>
                <a:lnTo>
                  <a:pt x="1686068" y="80562"/>
                </a:lnTo>
                <a:lnTo>
                  <a:pt x="1692964" y="62817"/>
                </a:lnTo>
                <a:lnTo>
                  <a:pt x="1699851" y="45072"/>
                </a:lnTo>
                <a:lnTo>
                  <a:pt x="1706747" y="27327"/>
                </a:lnTo>
                <a:lnTo>
                  <a:pt x="1713633" y="9582"/>
                </a:lnTo>
                <a:lnTo>
                  <a:pt x="1713681" y="7696"/>
                </a:lnTo>
                <a:lnTo>
                  <a:pt x="1697460" y="17431"/>
                </a:lnTo>
                <a:lnTo>
                  <a:pt x="1679467" y="23622"/>
                </a:lnTo>
                <a:lnTo>
                  <a:pt x="1661036" y="28365"/>
                </a:lnTo>
                <a:lnTo>
                  <a:pt x="1642415" y="32290"/>
                </a:lnTo>
                <a:lnTo>
                  <a:pt x="1623679" y="35652"/>
                </a:lnTo>
                <a:lnTo>
                  <a:pt x="1604877" y="38624"/>
                </a:lnTo>
                <a:lnTo>
                  <a:pt x="1586027" y="41272"/>
                </a:lnTo>
                <a:lnTo>
                  <a:pt x="1567148" y="43672"/>
                </a:lnTo>
                <a:lnTo>
                  <a:pt x="1548241" y="45872"/>
                </a:lnTo>
                <a:lnTo>
                  <a:pt x="1529315" y="47892"/>
                </a:lnTo>
                <a:lnTo>
                  <a:pt x="1510370" y="49759"/>
                </a:lnTo>
                <a:lnTo>
                  <a:pt x="1491415" y="51502"/>
                </a:lnTo>
                <a:lnTo>
                  <a:pt x="1472451" y="53111"/>
                </a:lnTo>
                <a:lnTo>
                  <a:pt x="1453477" y="54626"/>
                </a:lnTo>
                <a:lnTo>
                  <a:pt x="1434494" y="56045"/>
                </a:lnTo>
                <a:lnTo>
                  <a:pt x="1415501" y="57369"/>
                </a:lnTo>
                <a:lnTo>
                  <a:pt x="1396508" y="58617"/>
                </a:lnTo>
                <a:lnTo>
                  <a:pt x="1377515" y="59788"/>
                </a:lnTo>
                <a:lnTo>
                  <a:pt x="1358513" y="60893"/>
                </a:lnTo>
                <a:lnTo>
                  <a:pt x="1339501" y="61932"/>
                </a:lnTo>
                <a:lnTo>
                  <a:pt x="1320489" y="62913"/>
                </a:lnTo>
                <a:lnTo>
                  <a:pt x="1301477" y="63837"/>
                </a:lnTo>
                <a:lnTo>
                  <a:pt x="1282465" y="64703"/>
                </a:lnTo>
                <a:lnTo>
                  <a:pt x="1263444" y="65513"/>
                </a:lnTo>
                <a:lnTo>
                  <a:pt x="1244432" y="66275"/>
                </a:lnTo>
                <a:lnTo>
                  <a:pt x="1225410" y="66999"/>
                </a:lnTo>
                <a:lnTo>
                  <a:pt x="1206379" y="67666"/>
                </a:lnTo>
                <a:lnTo>
                  <a:pt x="1187358" y="68294"/>
                </a:lnTo>
                <a:lnTo>
                  <a:pt x="1168337" y="68875"/>
                </a:lnTo>
                <a:lnTo>
                  <a:pt x="1149306" y="69428"/>
                </a:lnTo>
                <a:lnTo>
                  <a:pt x="1130275" y="69933"/>
                </a:lnTo>
                <a:lnTo>
                  <a:pt x="1111253" y="70399"/>
                </a:lnTo>
                <a:lnTo>
                  <a:pt x="1092222" y="70828"/>
                </a:lnTo>
                <a:lnTo>
                  <a:pt x="1073191" y="71218"/>
                </a:lnTo>
                <a:lnTo>
                  <a:pt x="1054160" y="71580"/>
                </a:lnTo>
                <a:lnTo>
                  <a:pt x="1035129" y="71895"/>
                </a:lnTo>
                <a:lnTo>
                  <a:pt x="1016098" y="72190"/>
                </a:lnTo>
                <a:lnTo>
                  <a:pt x="997058" y="72438"/>
                </a:lnTo>
                <a:lnTo>
                  <a:pt x="978027" y="72657"/>
                </a:lnTo>
                <a:lnTo>
                  <a:pt x="958996" y="72847"/>
                </a:lnTo>
                <a:lnTo>
                  <a:pt x="939956" y="73000"/>
                </a:lnTo>
                <a:lnTo>
                  <a:pt x="920925" y="73123"/>
                </a:lnTo>
                <a:lnTo>
                  <a:pt x="901894" y="73209"/>
                </a:lnTo>
                <a:lnTo>
                  <a:pt x="882853" y="73266"/>
                </a:lnTo>
                <a:lnTo>
                  <a:pt x="863822" y="73295"/>
                </a:lnTo>
                <a:lnTo>
                  <a:pt x="844782" y="73285"/>
                </a:lnTo>
                <a:lnTo>
                  <a:pt x="825751" y="73247"/>
                </a:lnTo>
                <a:lnTo>
                  <a:pt x="806720" y="73171"/>
                </a:lnTo>
                <a:lnTo>
                  <a:pt x="787679" y="73066"/>
                </a:lnTo>
                <a:lnTo>
                  <a:pt x="768648" y="72933"/>
                </a:lnTo>
                <a:lnTo>
                  <a:pt x="749618" y="72761"/>
                </a:lnTo>
                <a:lnTo>
                  <a:pt x="730577" y="72561"/>
                </a:lnTo>
                <a:lnTo>
                  <a:pt x="711546" y="72323"/>
                </a:lnTo>
                <a:lnTo>
                  <a:pt x="692515" y="72057"/>
                </a:lnTo>
                <a:lnTo>
                  <a:pt x="673484" y="71752"/>
                </a:lnTo>
                <a:lnTo>
                  <a:pt x="654453" y="71418"/>
                </a:lnTo>
                <a:lnTo>
                  <a:pt x="635422" y="71047"/>
                </a:lnTo>
                <a:lnTo>
                  <a:pt x="616391" y="70637"/>
                </a:lnTo>
                <a:lnTo>
                  <a:pt x="597360" y="70190"/>
                </a:lnTo>
                <a:lnTo>
                  <a:pt x="578329" y="69704"/>
                </a:lnTo>
                <a:lnTo>
                  <a:pt x="559308" y="69180"/>
                </a:lnTo>
                <a:lnTo>
                  <a:pt x="540277" y="68618"/>
                </a:lnTo>
                <a:lnTo>
                  <a:pt x="521256" y="68009"/>
                </a:lnTo>
                <a:lnTo>
                  <a:pt x="502225" y="67361"/>
                </a:lnTo>
                <a:lnTo>
                  <a:pt x="483203" y="66665"/>
                </a:lnTo>
                <a:lnTo>
                  <a:pt x="464182" y="65932"/>
                </a:lnTo>
                <a:lnTo>
                  <a:pt x="445170" y="65141"/>
                </a:lnTo>
                <a:lnTo>
                  <a:pt x="426149" y="64303"/>
                </a:lnTo>
                <a:lnTo>
                  <a:pt x="407137" y="63417"/>
                </a:lnTo>
                <a:lnTo>
                  <a:pt x="388125" y="62465"/>
                </a:lnTo>
                <a:lnTo>
                  <a:pt x="369122" y="61465"/>
                </a:lnTo>
                <a:lnTo>
                  <a:pt x="350110" y="60398"/>
                </a:lnTo>
                <a:lnTo>
                  <a:pt x="331108" y="59265"/>
                </a:lnTo>
                <a:lnTo>
                  <a:pt x="312115" y="58055"/>
                </a:lnTo>
                <a:lnTo>
                  <a:pt x="293122" y="56769"/>
                </a:lnTo>
                <a:lnTo>
                  <a:pt x="274139" y="55397"/>
                </a:lnTo>
                <a:lnTo>
                  <a:pt x="255165" y="53950"/>
                </a:lnTo>
                <a:lnTo>
                  <a:pt x="236191" y="52388"/>
                </a:lnTo>
                <a:lnTo>
                  <a:pt x="217227" y="50721"/>
                </a:lnTo>
                <a:lnTo>
                  <a:pt x="198282" y="48920"/>
                </a:lnTo>
                <a:lnTo>
                  <a:pt x="179346" y="46987"/>
                </a:lnTo>
                <a:lnTo>
                  <a:pt x="160420" y="44891"/>
                </a:lnTo>
                <a:lnTo>
                  <a:pt x="141532" y="42605"/>
                </a:lnTo>
                <a:lnTo>
                  <a:pt x="122663" y="40091"/>
                </a:lnTo>
                <a:lnTo>
                  <a:pt x="103832" y="37300"/>
                </a:lnTo>
                <a:lnTo>
                  <a:pt x="85058" y="34166"/>
                </a:lnTo>
                <a:lnTo>
                  <a:pt x="66361" y="30566"/>
                </a:lnTo>
                <a:lnTo>
                  <a:pt x="47815" y="26318"/>
                </a:lnTo>
                <a:lnTo>
                  <a:pt x="29537" y="21022"/>
                </a:lnTo>
                <a:lnTo>
                  <a:pt x="12002" y="13678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40" name="funnel-step-cap-3">
            <a:extLst xmlns:a="http://schemas.openxmlformats.org/drawingml/2006/main">
              <a:ext uri="{FF2B5EF4-FFF2-40B4-BE49-F238E27FC236}">
                <a16:creationId xmlns:a16="http://schemas.microsoft.com/office/drawing/2014/main" id="{A39DA05D-A7DE-4DC0-9AFF-190F5416E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60984" y="4593488"/>
            <a:ext cx="1717272" cy="2084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7EAC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41" name="funnel-step-body-4">
            <a:extLst xmlns:a="http://schemas.openxmlformats.org/drawingml/2006/main">
              <a:ext uri="{FF2B5EF4-FFF2-40B4-BE49-F238E27FC236}">
                <a16:creationId xmlns:a16="http://schemas.microsoft.com/office/drawing/2014/main" id="{CCDF6758-368D-42C2-AD9D-5258EF912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76021" y="5425440"/>
            <a:ext cx="1287123" cy="627078"/>
          </a:xfrm>
          <a:custGeom xmlns:a="http://schemas.openxmlformats.org/drawingml/2006/main">
            <a:pathLst>
              <a:path w="1287123" h="627078">
                <a:moveTo>
                  <a:pt x="0" y="0"/>
                </a:moveTo>
                <a:lnTo>
                  <a:pt x="6629" y="17859"/>
                </a:lnTo>
                <a:lnTo>
                  <a:pt x="13249" y="35719"/>
                </a:lnTo>
                <a:lnTo>
                  <a:pt x="19879" y="53578"/>
                </a:lnTo>
                <a:lnTo>
                  <a:pt x="26499" y="71428"/>
                </a:lnTo>
                <a:lnTo>
                  <a:pt x="33128" y="89287"/>
                </a:lnTo>
                <a:lnTo>
                  <a:pt x="39748" y="107147"/>
                </a:lnTo>
                <a:lnTo>
                  <a:pt x="46377" y="125006"/>
                </a:lnTo>
                <a:lnTo>
                  <a:pt x="53007" y="142865"/>
                </a:lnTo>
                <a:lnTo>
                  <a:pt x="59627" y="160725"/>
                </a:lnTo>
                <a:lnTo>
                  <a:pt x="66256" y="178575"/>
                </a:lnTo>
                <a:lnTo>
                  <a:pt x="72876" y="196434"/>
                </a:lnTo>
                <a:lnTo>
                  <a:pt x="79505" y="214293"/>
                </a:lnTo>
                <a:lnTo>
                  <a:pt x="86125" y="232153"/>
                </a:lnTo>
                <a:lnTo>
                  <a:pt x="92754" y="250012"/>
                </a:lnTo>
                <a:lnTo>
                  <a:pt x="99384" y="267872"/>
                </a:lnTo>
                <a:lnTo>
                  <a:pt x="106004" y="285731"/>
                </a:lnTo>
                <a:lnTo>
                  <a:pt x="112633" y="303581"/>
                </a:lnTo>
                <a:lnTo>
                  <a:pt x="119253" y="321440"/>
                </a:lnTo>
                <a:lnTo>
                  <a:pt x="125882" y="339300"/>
                </a:lnTo>
                <a:lnTo>
                  <a:pt x="132502" y="357159"/>
                </a:lnTo>
                <a:lnTo>
                  <a:pt x="139132" y="375018"/>
                </a:lnTo>
                <a:lnTo>
                  <a:pt x="145761" y="392878"/>
                </a:lnTo>
                <a:lnTo>
                  <a:pt x="152381" y="410737"/>
                </a:lnTo>
                <a:lnTo>
                  <a:pt x="159010" y="428587"/>
                </a:lnTo>
                <a:lnTo>
                  <a:pt x="165630" y="446446"/>
                </a:lnTo>
                <a:lnTo>
                  <a:pt x="172260" y="464306"/>
                </a:lnTo>
                <a:lnTo>
                  <a:pt x="178880" y="482165"/>
                </a:lnTo>
                <a:lnTo>
                  <a:pt x="185509" y="500024"/>
                </a:lnTo>
                <a:lnTo>
                  <a:pt x="192138" y="517884"/>
                </a:lnTo>
                <a:lnTo>
                  <a:pt x="198758" y="535734"/>
                </a:lnTo>
                <a:lnTo>
                  <a:pt x="205388" y="553593"/>
                </a:lnTo>
                <a:lnTo>
                  <a:pt x="214074" y="569909"/>
                </a:lnTo>
                <a:lnTo>
                  <a:pt x="230038" y="580187"/>
                </a:lnTo>
                <a:lnTo>
                  <a:pt x="247612" y="587512"/>
                </a:lnTo>
                <a:lnTo>
                  <a:pt x="265767" y="593246"/>
                </a:lnTo>
                <a:lnTo>
                  <a:pt x="284226" y="597960"/>
                </a:lnTo>
                <a:lnTo>
                  <a:pt x="302838" y="601961"/>
                </a:lnTo>
                <a:lnTo>
                  <a:pt x="321574" y="605428"/>
                </a:lnTo>
                <a:lnTo>
                  <a:pt x="340376" y="608457"/>
                </a:lnTo>
                <a:lnTo>
                  <a:pt x="359235" y="611124"/>
                </a:lnTo>
                <a:lnTo>
                  <a:pt x="378133" y="613486"/>
                </a:lnTo>
                <a:lnTo>
                  <a:pt x="397069" y="615591"/>
                </a:lnTo>
                <a:lnTo>
                  <a:pt x="416023" y="617468"/>
                </a:lnTo>
                <a:lnTo>
                  <a:pt x="434997" y="619125"/>
                </a:lnTo>
                <a:lnTo>
                  <a:pt x="453981" y="620601"/>
                </a:lnTo>
                <a:lnTo>
                  <a:pt x="472992" y="621897"/>
                </a:lnTo>
                <a:lnTo>
                  <a:pt x="492004" y="623030"/>
                </a:lnTo>
                <a:lnTo>
                  <a:pt x="511026" y="624011"/>
                </a:lnTo>
                <a:lnTo>
                  <a:pt x="530057" y="624840"/>
                </a:lnTo>
                <a:lnTo>
                  <a:pt x="549088" y="625535"/>
                </a:lnTo>
                <a:lnTo>
                  <a:pt x="568128" y="626097"/>
                </a:lnTo>
                <a:lnTo>
                  <a:pt x="587169" y="626526"/>
                </a:lnTo>
                <a:lnTo>
                  <a:pt x="606209" y="626840"/>
                </a:lnTo>
                <a:lnTo>
                  <a:pt x="625259" y="627021"/>
                </a:lnTo>
                <a:lnTo>
                  <a:pt x="644309" y="627078"/>
                </a:lnTo>
                <a:lnTo>
                  <a:pt x="663350" y="627012"/>
                </a:lnTo>
                <a:lnTo>
                  <a:pt x="682400" y="626821"/>
                </a:lnTo>
                <a:lnTo>
                  <a:pt x="701450" y="626507"/>
                </a:lnTo>
                <a:lnTo>
                  <a:pt x="720490" y="626059"/>
                </a:lnTo>
                <a:lnTo>
                  <a:pt x="739521" y="625488"/>
                </a:lnTo>
                <a:lnTo>
                  <a:pt x="758561" y="624783"/>
                </a:lnTo>
                <a:lnTo>
                  <a:pt x="777592" y="623945"/>
                </a:lnTo>
                <a:lnTo>
                  <a:pt x="796614" y="622954"/>
                </a:lnTo>
                <a:lnTo>
                  <a:pt x="815626" y="621802"/>
                </a:lnTo>
                <a:lnTo>
                  <a:pt x="834628" y="620497"/>
                </a:lnTo>
                <a:lnTo>
                  <a:pt x="853611" y="619011"/>
                </a:lnTo>
                <a:lnTo>
                  <a:pt x="872585" y="617334"/>
                </a:lnTo>
                <a:lnTo>
                  <a:pt x="891540" y="615448"/>
                </a:lnTo>
                <a:lnTo>
                  <a:pt x="910466" y="613324"/>
                </a:lnTo>
                <a:lnTo>
                  <a:pt x="929364" y="610943"/>
                </a:lnTo>
                <a:lnTo>
                  <a:pt x="948223" y="608247"/>
                </a:lnTo>
                <a:lnTo>
                  <a:pt x="967026" y="605190"/>
                </a:lnTo>
                <a:lnTo>
                  <a:pt x="985742" y="601685"/>
                </a:lnTo>
                <a:lnTo>
                  <a:pt x="1004354" y="597637"/>
                </a:lnTo>
                <a:lnTo>
                  <a:pt x="1022795" y="592855"/>
                </a:lnTo>
                <a:lnTo>
                  <a:pt x="1040921" y="587035"/>
                </a:lnTo>
                <a:lnTo>
                  <a:pt x="1058428" y="579558"/>
                </a:lnTo>
                <a:lnTo>
                  <a:pt x="1074172" y="568947"/>
                </a:lnTo>
                <a:lnTo>
                  <a:pt x="1082316" y="552279"/>
                </a:lnTo>
                <a:lnTo>
                  <a:pt x="1088936" y="534419"/>
                </a:lnTo>
                <a:lnTo>
                  <a:pt x="1095566" y="516560"/>
                </a:lnTo>
                <a:lnTo>
                  <a:pt x="1102185" y="498700"/>
                </a:lnTo>
                <a:lnTo>
                  <a:pt x="1108815" y="480851"/>
                </a:lnTo>
                <a:lnTo>
                  <a:pt x="1115435" y="462991"/>
                </a:lnTo>
                <a:lnTo>
                  <a:pt x="1122064" y="445132"/>
                </a:lnTo>
                <a:lnTo>
                  <a:pt x="1128693" y="427272"/>
                </a:lnTo>
                <a:lnTo>
                  <a:pt x="1135313" y="409413"/>
                </a:lnTo>
                <a:lnTo>
                  <a:pt x="1141943" y="391554"/>
                </a:lnTo>
                <a:lnTo>
                  <a:pt x="1148563" y="373694"/>
                </a:lnTo>
                <a:lnTo>
                  <a:pt x="1155192" y="355844"/>
                </a:lnTo>
                <a:lnTo>
                  <a:pt x="1161812" y="337985"/>
                </a:lnTo>
                <a:lnTo>
                  <a:pt x="1168441" y="320126"/>
                </a:lnTo>
                <a:lnTo>
                  <a:pt x="1175071" y="302266"/>
                </a:lnTo>
                <a:lnTo>
                  <a:pt x="1181691" y="284407"/>
                </a:lnTo>
                <a:lnTo>
                  <a:pt x="1188320" y="266548"/>
                </a:lnTo>
                <a:lnTo>
                  <a:pt x="1194940" y="248698"/>
                </a:lnTo>
                <a:lnTo>
                  <a:pt x="1201569" y="230838"/>
                </a:lnTo>
                <a:lnTo>
                  <a:pt x="1208189" y="212979"/>
                </a:lnTo>
                <a:lnTo>
                  <a:pt x="1214819" y="195120"/>
                </a:lnTo>
                <a:lnTo>
                  <a:pt x="1221448" y="177260"/>
                </a:lnTo>
                <a:lnTo>
                  <a:pt x="1228068" y="159401"/>
                </a:lnTo>
                <a:lnTo>
                  <a:pt x="1234697" y="141542"/>
                </a:lnTo>
                <a:lnTo>
                  <a:pt x="1241317" y="123692"/>
                </a:lnTo>
                <a:lnTo>
                  <a:pt x="1247946" y="105832"/>
                </a:lnTo>
                <a:lnTo>
                  <a:pt x="1254566" y="87973"/>
                </a:lnTo>
                <a:lnTo>
                  <a:pt x="1261196" y="70114"/>
                </a:lnTo>
                <a:lnTo>
                  <a:pt x="1267825" y="52254"/>
                </a:lnTo>
                <a:lnTo>
                  <a:pt x="1274445" y="34395"/>
                </a:lnTo>
                <a:lnTo>
                  <a:pt x="1281074" y="16545"/>
                </a:lnTo>
                <a:lnTo>
                  <a:pt x="1287123" y="1400"/>
                </a:lnTo>
                <a:lnTo>
                  <a:pt x="1275350" y="15621"/>
                </a:lnTo>
                <a:lnTo>
                  <a:pt x="1258214" y="23860"/>
                </a:lnTo>
                <a:lnTo>
                  <a:pt x="1240126" y="29813"/>
                </a:lnTo>
                <a:lnTo>
                  <a:pt x="1221686" y="34585"/>
                </a:lnTo>
                <a:lnTo>
                  <a:pt x="1203065" y="38586"/>
                </a:lnTo>
                <a:lnTo>
                  <a:pt x="1184339" y="42053"/>
                </a:lnTo>
                <a:lnTo>
                  <a:pt x="1165536" y="45110"/>
                </a:lnTo>
                <a:lnTo>
                  <a:pt x="1146686" y="47835"/>
                </a:lnTo>
                <a:lnTo>
                  <a:pt x="1127798" y="50302"/>
                </a:lnTo>
                <a:lnTo>
                  <a:pt x="1108881" y="52530"/>
                </a:lnTo>
                <a:lnTo>
                  <a:pt x="1089946" y="54569"/>
                </a:lnTo>
                <a:lnTo>
                  <a:pt x="1070991" y="56445"/>
                </a:lnTo>
                <a:lnTo>
                  <a:pt x="1052017" y="58169"/>
                </a:lnTo>
                <a:lnTo>
                  <a:pt x="1033043" y="59741"/>
                </a:lnTo>
                <a:lnTo>
                  <a:pt x="1014051" y="61208"/>
                </a:lnTo>
                <a:lnTo>
                  <a:pt x="995048" y="62551"/>
                </a:lnTo>
                <a:lnTo>
                  <a:pt x="976046" y="63798"/>
                </a:lnTo>
                <a:lnTo>
                  <a:pt x="957024" y="64941"/>
                </a:lnTo>
                <a:lnTo>
                  <a:pt x="938012" y="65999"/>
                </a:lnTo>
                <a:lnTo>
                  <a:pt x="918991" y="66970"/>
                </a:lnTo>
                <a:lnTo>
                  <a:pt x="899960" y="67856"/>
                </a:lnTo>
                <a:lnTo>
                  <a:pt x="880929" y="68675"/>
                </a:lnTo>
                <a:lnTo>
                  <a:pt x="861898" y="69409"/>
                </a:lnTo>
                <a:lnTo>
                  <a:pt x="842867" y="70075"/>
                </a:lnTo>
                <a:lnTo>
                  <a:pt x="823827" y="70676"/>
                </a:lnTo>
                <a:lnTo>
                  <a:pt x="804786" y="71209"/>
                </a:lnTo>
                <a:lnTo>
                  <a:pt x="785746" y="71676"/>
                </a:lnTo>
                <a:lnTo>
                  <a:pt x="766705" y="72085"/>
                </a:lnTo>
                <a:lnTo>
                  <a:pt x="747655" y="72438"/>
                </a:lnTo>
                <a:lnTo>
                  <a:pt x="728615" y="72723"/>
                </a:lnTo>
                <a:lnTo>
                  <a:pt x="709565" y="72952"/>
                </a:lnTo>
                <a:lnTo>
                  <a:pt x="690515" y="73123"/>
                </a:lnTo>
                <a:lnTo>
                  <a:pt x="671474" y="73228"/>
                </a:lnTo>
                <a:lnTo>
                  <a:pt x="652424" y="73285"/>
                </a:lnTo>
                <a:lnTo>
                  <a:pt x="633374" y="73285"/>
                </a:lnTo>
                <a:lnTo>
                  <a:pt x="614334" y="73228"/>
                </a:lnTo>
                <a:lnTo>
                  <a:pt x="595284" y="73104"/>
                </a:lnTo>
                <a:lnTo>
                  <a:pt x="576234" y="72933"/>
                </a:lnTo>
                <a:lnTo>
                  <a:pt x="557193" y="72704"/>
                </a:lnTo>
                <a:lnTo>
                  <a:pt x="538143" y="72409"/>
                </a:lnTo>
                <a:lnTo>
                  <a:pt x="519103" y="72057"/>
                </a:lnTo>
                <a:lnTo>
                  <a:pt x="500063" y="71647"/>
                </a:lnTo>
                <a:lnTo>
                  <a:pt x="481022" y="71171"/>
                </a:lnTo>
                <a:lnTo>
                  <a:pt x="461982" y="70637"/>
                </a:lnTo>
                <a:lnTo>
                  <a:pt x="442941" y="70028"/>
                </a:lnTo>
                <a:lnTo>
                  <a:pt x="423901" y="69361"/>
                </a:lnTo>
                <a:lnTo>
                  <a:pt x="404870" y="68609"/>
                </a:lnTo>
                <a:lnTo>
                  <a:pt x="385839" y="67789"/>
                </a:lnTo>
                <a:lnTo>
                  <a:pt x="366817" y="66904"/>
                </a:lnTo>
                <a:lnTo>
                  <a:pt x="347796" y="65923"/>
                </a:lnTo>
                <a:lnTo>
                  <a:pt x="328774" y="64865"/>
                </a:lnTo>
                <a:lnTo>
                  <a:pt x="309763" y="63713"/>
                </a:lnTo>
                <a:lnTo>
                  <a:pt x="290760" y="62455"/>
                </a:lnTo>
                <a:lnTo>
                  <a:pt x="271758" y="61103"/>
                </a:lnTo>
                <a:lnTo>
                  <a:pt x="252765" y="59636"/>
                </a:lnTo>
                <a:lnTo>
                  <a:pt x="233791" y="58045"/>
                </a:lnTo>
                <a:lnTo>
                  <a:pt x="214817" y="56312"/>
                </a:lnTo>
                <a:lnTo>
                  <a:pt x="195863" y="54426"/>
                </a:lnTo>
                <a:lnTo>
                  <a:pt x="176927" y="52378"/>
                </a:lnTo>
                <a:lnTo>
                  <a:pt x="158020" y="50130"/>
                </a:lnTo>
                <a:lnTo>
                  <a:pt x="139132" y="47644"/>
                </a:lnTo>
                <a:lnTo>
                  <a:pt x="120282" y="44891"/>
                </a:lnTo>
                <a:lnTo>
                  <a:pt x="101489" y="41815"/>
                </a:lnTo>
                <a:lnTo>
                  <a:pt x="82763" y="38310"/>
                </a:lnTo>
                <a:lnTo>
                  <a:pt x="64151" y="34261"/>
                </a:lnTo>
                <a:lnTo>
                  <a:pt x="45730" y="29423"/>
                </a:lnTo>
                <a:lnTo>
                  <a:pt x="27689" y="23346"/>
                </a:lnTo>
                <a:lnTo>
                  <a:pt x="10678" y="14859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42" name="funnel-step-cap-4">
            <a:extLst xmlns:a="http://schemas.openxmlformats.org/drawingml/2006/main">
              <a:ext uri="{FF2B5EF4-FFF2-40B4-BE49-F238E27FC236}">
                <a16:creationId xmlns:a16="http://schemas.microsoft.com/office/drawing/2014/main" id="{67A98AE7-5360-4225-AA67-9E40BE9CE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76021" y="5321198"/>
            <a:ext cx="1287218" cy="2084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7EAC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43" name="funnel-flow-arrow">
            <a:extLst xmlns:a="http://schemas.openxmlformats.org/drawingml/2006/main">
              <a:ext uri="{FF2B5EF4-FFF2-40B4-BE49-F238E27FC236}">
                <a16:creationId xmlns:a16="http://schemas.microsoft.com/office/drawing/2014/main" id="{7C03E847-F50B-4DC9-827F-F7B421198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52850" y="2466975"/>
            <a:ext cx="1733550" cy="3631168"/>
          </a:xfrm>
          <a:custGeom xmlns:a="http://schemas.openxmlformats.org/drawingml/2006/main">
            <a:pathLst>
              <a:path w="1733550" h="3631168">
                <a:moveTo>
                  <a:pt x="0" y="0"/>
                </a:moveTo>
                <a:lnTo>
                  <a:pt x="0" y="42834"/>
                </a:lnTo>
                <a:lnTo>
                  <a:pt x="9001" y="84582"/>
                </a:lnTo>
                <a:lnTo>
                  <a:pt x="19136" y="126197"/>
                </a:lnTo>
                <a:lnTo>
                  <a:pt x="29270" y="167811"/>
                </a:lnTo>
                <a:lnTo>
                  <a:pt x="39405" y="209426"/>
                </a:lnTo>
                <a:lnTo>
                  <a:pt x="49540" y="251031"/>
                </a:lnTo>
                <a:lnTo>
                  <a:pt x="59684" y="292646"/>
                </a:lnTo>
                <a:lnTo>
                  <a:pt x="69818" y="334261"/>
                </a:lnTo>
                <a:lnTo>
                  <a:pt x="79953" y="375876"/>
                </a:lnTo>
                <a:lnTo>
                  <a:pt x="90087" y="417490"/>
                </a:lnTo>
                <a:lnTo>
                  <a:pt x="100222" y="459105"/>
                </a:lnTo>
                <a:lnTo>
                  <a:pt x="110357" y="500720"/>
                </a:lnTo>
                <a:lnTo>
                  <a:pt x="120491" y="542334"/>
                </a:lnTo>
                <a:lnTo>
                  <a:pt x="130626" y="583949"/>
                </a:lnTo>
                <a:lnTo>
                  <a:pt x="140770" y="625564"/>
                </a:lnTo>
                <a:lnTo>
                  <a:pt x="150905" y="667179"/>
                </a:lnTo>
                <a:lnTo>
                  <a:pt x="160611" y="708879"/>
                </a:lnTo>
                <a:lnTo>
                  <a:pt x="168907" y="750903"/>
                </a:lnTo>
                <a:lnTo>
                  <a:pt x="176974" y="792966"/>
                </a:lnTo>
                <a:lnTo>
                  <a:pt x="184718" y="835085"/>
                </a:lnTo>
                <a:lnTo>
                  <a:pt x="192462" y="877214"/>
                </a:lnTo>
                <a:lnTo>
                  <a:pt x="200196" y="919343"/>
                </a:lnTo>
                <a:lnTo>
                  <a:pt x="207940" y="961463"/>
                </a:lnTo>
                <a:lnTo>
                  <a:pt x="215684" y="1003592"/>
                </a:lnTo>
                <a:lnTo>
                  <a:pt x="223428" y="1045712"/>
                </a:lnTo>
                <a:lnTo>
                  <a:pt x="231162" y="1087841"/>
                </a:lnTo>
                <a:lnTo>
                  <a:pt x="238906" y="1129960"/>
                </a:lnTo>
                <a:lnTo>
                  <a:pt x="246650" y="1172089"/>
                </a:lnTo>
                <a:lnTo>
                  <a:pt x="254394" y="1214218"/>
                </a:lnTo>
                <a:lnTo>
                  <a:pt x="262128" y="1256338"/>
                </a:lnTo>
                <a:lnTo>
                  <a:pt x="269872" y="1298467"/>
                </a:lnTo>
                <a:lnTo>
                  <a:pt x="277616" y="1340587"/>
                </a:lnTo>
                <a:lnTo>
                  <a:pt x="285359" y="1382716"/>
                </a:lnTo>
                <a:lnTo>
                  <a:pt x="293094" y="1424835"/>
                </a:lnTo>
                <a:lnTo>
                  <a:pt x="300447" y="1467031"/>
                </a:lnTo>
                <a:lnTo>
                  <a:pt x="307734" y="1509236"/>
                </a:lnTo>
                <a:lnTo>
                  <a:pt x="314782" y="1551489"/>
                </a:lnTo>
                <a:lnTo>
                  <a:pt x="321831" y="1593733"/>
                </a:lnTo>
                <a:lnTo>
                  <a:pt x="328879" y="1635976"/>
                </a:lnTo>
                <a:lnTo>
                  <a:pt x="335928" y="1678229"/>
                </a:lnTo>
                <a:lnTo>
                  <a:pt x="342976" y="1720472"/>
                </a:lnTo>
                <a:lnTo>
                  <a:pt x="350025" y="1762716"/>
                </a:lnTo>
                <a:lnTo>
                  <a:pt x="357073" y="1804968"/>
                </a:lnTo>
                <a:lnTo>
                  <a:pt x="364112" y="1847212"/>
                </a:lnTo>
                <a:lnTo>
                  <a:pt x="371161" y="1889455"/>
                </a:lnTo>
                <a:lnTo>
                  <a:pt x="378209" y="1931708"/>
                </a:lnTo>
                <a:lnTo>
                  <a:pt x="385258" y="1973951"/>
                </a:lnTo>
                <a:lnTo>
                  <a:pt x="392306" y="2016195"/>
                </a:lnTo>
                <a:lnTo>
                  <a:pt x="399355" y="2058448"/>
                </a:lnTo>
                <a:lnTo>
                  <a:pt x="406403" y="2100691"/>
                </a:lnTo>
                <a:lnTo>
                  <a:pt x="413452" y="2142935"/>
                </a:lnTo>
                <a:lnTo>
                  <a:pt x="420329" y="2185216"/>
                </a:lnTo>
                <a:lnTo>
                  <a:pt x="427149" y="2227497"/>
                </a:lnTo>
                <a:lnTo>
                  <a:pt x="433797" y="2269808"/>
                </a:lnTo>
                <a:lnTo>
                  <a:pt x="440426" y="2312127"/>
                </a:lnTo>
                <a:lnTo>
                  <a:pt x="447056" y="2354437"/>
                </a:lnTo>
                <a:lnTo>
                  <a:pt x="453685" y="2396747"/>
                </a:lnTo>
                <a:lnTo>
                  <a:pt x="460324" y="2439067"/>
                </a:lnTo>
                <a:lnTo>
                  <a:pt x="466954" y="2481377"/>
                </a:lnTo>
                <a:lnTo>
                  <a:pt x="473583" y="2523696"/>
                </a:lnTo>
                <a:lnTo>
                  <a:pt x="480212" y="2566006"/>
                </a:lnTo>
                <a:lnTo>
                  <a:pt x="486842" y="2608316"/>
                </a:lnTo>
                <a:lnTo>
                  <a:pt x="493481" y="2650636"/>
                </a:lnTo>
                <a:lnTo>
                  <a:pt x="500110" y="2692946"/>
                </a:lnTo>
                <a:lnTo>
                  <a:pt x="506740" y="2735266"/>
                </a:lnTo>
                <a:lnTo>
                  <a:pt x="513369" y="2777576"/>
                </a:lnTo>
                <a:lnTo>
                  <a:pt x="520008" y="2819886"/>
                </a:lnTo>
                <a:lnTo>
                  <a:pt x="526637" y="2862205"/>
                </a:lnTo>
                <a:lnTo>
                  <a:pt x="533181" y="2904534"/>
                </a:lnTo>
                <a:lnTo>
                  <a:pt x="539648" y="2946873"/>
                </a:lnTo>
                <a:lnTo>
                  <a:pt x="503663" y="2952750"/>
                </a:lnTo>
                <a:lnTo>
                  <a:pt x="460829" y="2952750"/>
                </a:lnTo>
                <a:lnTo>
                  <a:pt x="418005" y="2952750"/>
                </a:lnTo>
                <a:lnTo>
                  <a:pt x="375171" y="2952750"/>
                </a:lnTo>
                <a:lnTo>
                  <a:pt x="332337" y="2952750"/>
                </a:lnTo>
                <a:lnTo>
                  <a:pt x="289512" y="2952750"/>
                </a:lnTo>
                <a:lnTo>
                  <a:pt x="246678" y="2952750"/>
                </a:lnTo>
                <a:lnTo>
                  <a:pt x="225533" y="2962075"/>
                </a:lnTo>
                <a:lnTo>
                  <a:pt x="254994" y="2993155"/>
                </a:lnTo>
                <a:lnTo>
                  <a:pt x="284464" y="3024245"/>
                </a:lnTo>
                <a:lnTo>
                  <a:pt x="313925" y="3055325"/>
                </a:lnTo>
                <a:lnTo>
                  <a:pt x="343395" y="3086414"/>
                </a:lnTo>
                <a:lnTo>
                  <a:pt x="372856" y="3117494"/>
                </a:lnTo>
                <a:lnTo>
                  <a:pt x="402326" y="3148574"/>
                </a:lnTo>
                <a:lnTo>
                  <a:pt x="431787" y="3179664"/>
                </a:lnTo>
                <a:lnTo>
                  <a:pt x="461258" y="3210744"/>
                </a:lnTo>
                <a:lnTo>
                  <a:pt x="490718" y="3241834"/>
                </a:lnTo>
                <a:lnTo>
                  <a:pt x="520189" y="3272914"/>
                </a:lnTo>
                <a:lnTo>
                  <a:pt x="549650" y="3304003"/>
                </a:lnTo>
                <a:lnTo>
                  <a:pt x="579110" y="3335084"/>
                </a:lnTo>
                <a:lnTo>
                  <a:pt x="608581" y="3366173"/>
                </a:lnTo>
                <a:lnTo>
                  <a:pt x="638042" y="3397253"/>
                </a:lnTo>
                <a:lnTo>
                  <a:pt x="667512" y="3428333"/>
                </a:lnTo>
                <a:lnTo>
                  <a:pt x="696973" y="3459423"/>
                </a:lnTo>
                <a:lnTo>
                  <a:pt x="726443" y="3490503"/>
                </a:lnTo>
                <a:lnTo>
                  <a:pt x="755904" y="3521593"/>
                </a:lnTo>
                <a:lnTo>
                  <a:pt x="785374" y="3552673"/>
                </a:lnTo>
                <a:lnTo>
                  <a:pt x="814835" y="3583762"/>
                </a:lnTo>
                <a:lnTo>
                  <a:pt x="844306" y="3614842"/>
                </a:lnTo>
                <a:lnTo>
                  <a:pt x="873766" y="3631168"/>
                </a:lnTo>
                <a:lnTo>
                  <a:pt x="903237" y="3600088"/>
                </a:lnTo>
                <a:lnTo>
                  <a:pt x="932698" y="3568998"/>
                </a:lnTo>
                <a:lnTo>
                  <a:pt x="962168" y="3537918"/>
                </a:lnTo>
                <a:lnTo>
                  <a:pt x="991629" y="3506838"/>
                </a:lnTo>
                <a:lnTo>
                  <a:pt x="1021099" y="3475749"/>
                </a:lnTo>
                <a:lnTo>
                  <a:pt x="1050560" y="3444669"/>
                </a:lnTo>
                <a:lnTo>
                  <a:pt x="1080030" y="3413579"/>
                </a:lnTo>
                <a:lnTo>
                  <a:pt x="1109491" y="3382499"/>
                </a:lnTo>
                <a:lnTo>
                  <a:pt x="1138961" y="3351409"/>
                </a:lnTo>
                <a:lnTo>
                  <a:pt x="1168422" y="3320329"/>
                </a:lnTo>
                <a:lnTo>
                  <a:pt x="1197893" y="3289240"/>
                </a:lnTo>
                <a:lnTo>
                  <a:pt x="1227353" y="3258160"/>
                </a:lnTo>
                <a:lnTo>
                  <a:pt x="1256814" y="3227080"/>
                </a:lnTo>
                <a:lnTo>
                  <a:pt x="1286285" y="3195990"/>
                </a:lnTo>
                <a:lnTo>
                  <a:pt x="1315745" y="3164910"/>
                </a:lnTo>
                <a:lnTo>
                  <a:pt x="1345216" y="3133820"/>
                </a:lnTo>
                <a:lnTo>
                  <a:pt x="1374677" y="3102740"/>
                </a:lnTo>
                <a:lnTo>
                  <a:pt x="1404147" y="3071651"/>
                </a:lnTo>
                <a:lnTo>
                  <a:pt x="1433608" y="3040571"/>
                </a:lnTo>
                <a:lnTo>
                  <a:pt x="1463078" y="3009481"/>
                </a:lnTo>
                <a:lnTo>
                  <a:pt x="1492539" y="2978401"/>
                </a:lnTo>
                <a:lnTo>
                  <a:pt x="1509370" y="2952750"/>
                </a:lnTo>
                <a:lnTo>
                  <a:pt x="1466536" y="2952750"/>
                </a:lnTo>
                <a:lnTo>
                  <a:pt x="1423711" y="2952750"/>
                </a:lnTo>
                <a:lnTo>
                  <a:pt x="1380877" y="2952750"/>
                </a:lnTo>
                <a:lnTo>
                  <a:pt x="1338043" y="2952750"/>
                </a:lnTo>
                <a:lnTo>
                  <a:pt x="1295219" y="2952750"/>
                </a:lnTo>
                <a:lnTo>
                  <a:pt x="1252385" y="2952750"/>
                </a:lnTo>
                <a:lnTo>
                  <a:pt x="1209561" y="2952750"/>
                </a:lnTo>
                <a:lnTo>
                  <a:pt x="1196978" y="2926775"/>
                </a:lnTo>
                <a:lnTo>
                  <a:pt x="1203436" y="2884427"/>
                </a:lnTo>
                <a:lnTo>
                  <a:pt x="1210066" y="2842117"/>
                </a:lnTo>
                <a:lnTo>
                  <a:pt x="1216695" y="2799798"/>
                </a:lnTo>
                <a:lnTo>
                  <a:pt x="1223324" y="2757488"/>
                </a:lnTo>
                <a:lnTo>
                  <a:pt x="1229954" y="2715177"/>
                </a:lnTo>
                <a:lnTo>
                  <a:pt x="1236593" y="2672858"/>
                </a:lnTo>
                <a:lnTo>
                  <a:pt x="1243222" y="2630548"/>
                </a:lnTo>
                <a:lnTo>
                  <a:pt x="1249851" y="2588228"/>
                </a:lnTo>
                <a:lnTo>
                  <a:pt x="1256481" y="2545918"/>
                </a:lnTo>
                <a:lnTo>
                  <a:pt x="1263120" y="2503608"/>
                </a:lnTo>
                <a:lnTo>
                  <a:pt x="1269749" y="2461289"/>
                </a:lnTo>
                <a:lnTo>
                  <a:pt x="1276379" y="2418979"/>
                </a:lnTo>
                <a:lnTo>
                  <a:pt x="1283008" y="2376659"/>
                </a:lnTo>
                <a:lnTo>
                  <a:pt x="1289637" y="2334349"/>
                </a:lnTo>
                <a:lnTo>
                  <a:pt x="1296276" y="2292039"/>
                </a:lnTo>
                <a:lnTo>
                  <a:pt x="1302906" y="2249719"/>
                </a:lnTo>
                <a:lnTo>
                  <a:pt x="1309640" y="2207428"/>
                </a:lnTo>
                <a:lnTo>
                  <a:pt x="1316460" y="2165137"/>
                </a:lnTo>
                <a:lnTo>
                  <a:pt x="1323451" y="2122884"/>
                </a:lnTo>
                <a:lnTo>
                  <a:pt x="1330500" y="2080641"/>
                </a:lnTo>
                <a:lnTo>
                  <a:pt x="1337539" y="2038388"/>
                </a:lnTo>
                <a:lnTo>
                  <a:pt x="1344587" y="1996145"/>
                </a:lnTo>
                <a:lnTo>
                  <a:pt x="1351636" y="1953901"/>
                </a:lnTo>
                <a:lnTo>
                  <a:pt x="1358684" y="1911648"/>
                </a:lnTo>
                <a:lnTo>
                  <a:pt x="1365733" y="1869405"/>
                </a:lnTo>
                <a:lnTo>
                  <a:pt x="1372781" y="1827162"/>
                </a:lnTo>
                <a:lnTo>
                  <a:pt x="1379830" y="1784909"/>
                </a:lnTo>
                <a:lnTo>
                  <a:pt x="1386878" y="1742665"/>
                </a:lnTo>
                <a:lnTo>
                  <a:pt x="1393917" y="1700413"/>
                </a:lnTo>
                <a:lnTo>
                  <a:pt x="1400966" y="1658169"/>
                </a:lnTo>
                <a:lnTo>
                  <a:pt x="1408014" y="1615926"/>
                </a:lnTo>
                <a:lnTo>
                  <a:pt x="1415063" y="1573673"/>
                </a:lnTo>
                <a:lnTo>
                  <a:pt x="1422111" y="1531430"/>
                </a:lnTo>
                <a:lnTo>
                  <a:pt x="1429255" y="1489196"/>
                </a:lnTo>
                <a:lnTo>
                  <a:pt x="1436580" y="1447000"/>
                </a:lnTo>
                <a:lnTo>
                  <a:pt x="1444133" y="1404842"/>
                </a:lnTo>
                <a:lnTo>
                  <a:pt x="1451867" y="1362713"/>
                </a:lnTo>
                <a:lnTo>
                  <a:pt x="1459611" y="1320594"/>
                </a:lnTo>
                <a:lnTo>
                  <a:pt x="1467355" y="1278465"/>
                </a:lnTo>
                <a:lnTo>
                  <a:pt x="1475099" y="1236345"/>
                </a:lnTo>
                <a:lnTo>
                  <a:pt x="1482833" y="1194216"/>
                </a:lnTo>
                <a:lnTo>
                  <a:pt x="1490577" y="1152087"/>
                </a:lnTo>
                <a:lnTo>
                  <a:pt x="1498321" y="1109967"/>
                </a:lnTo>
                <a:lnTo>
                  <a:pt x="1506055" y="1067838"/>
                </a:lnTo>
                <a:lnTo>
                  <a:pt x="1513799" y="1025719"/>
                </a:lnTo>
                <a:lnTo>
                  <a:pt x="1521543" y="983590"/>
                </a:lnTo>
                <a:lnTo>
                  <a:pt x="1529286" y="941470"/>
                </a:lnTo>
                <a:lnTo>
                  <a:pt x="1537021" y="899341"/>
                </a:lnTo>
                <a:lnTo>
                  <a:pt x="1544765" y="857212"/>
                </a:lnTo>
                <a:lnTo>
                  <a:pt x="1552508" y="815092"/>
                </a:lnTo>
                <a:lnTo>
                  <a:pt x="1560281" y="772973"/>
                </a:lnTo>
                <a:lnTo>
                  <a:pt x="1568577" y="730949"/>
                </a:lnTo>
                <a:lnTo>
                  <a:pt x="1577321" y="689029"/>
                </a:lnTo>
                <a:lnTo>
                  <a:pt x="1587456" y="647424"/>
                </a:lnTo>
                <a:lnTo>
                  <a:pt x="1597600" y="605809"/>
                </a:lnTo>
                <a:lnTo>
                  <a:pt x="1607734" y="564194"/>
                </a:lnTo>
                <a:lnTo>
                  <a:pt x="1617869" y="522580"/>
                </a:lnTo>
                <a:lnTo>
                  <a:pt x="1628003" y="480965"/>
                </a:lnTo>
                <a:lnTo>
                  <a:pt x="1638138" y="439350"/>
                </a:lnTo>
                <a:lnTo>
                  <a:pt x="1648273" y="397735"/>
                </a:lnTo>
                <a:lnTo>
                  <a:pt x="1658407" y="356121"/>
                </a:lnTo>
                <a:lnTo>
                  <a:pt x="1668542" y="314506"/>
                </a:lnTo>
                <a:lnTo>
                  <a:pt x="1678686" y="272891"/>
                </a:lnTo>
                <a:lnTo>
                  <a:pt x="1688821" y="231277"/>
                </a:lnTo>
                <a:lnTo>
                  <a:pt x="1698955" y="189671"/>
                </a:lnTo>
                <a:lnTo>
                  <a:pt x="1709090" y="148057"/>
                </a:lnTo>
                <a:lnTo>
                  <a:pt x="1719224" y="106442"/>
                </a:lnTo>
                <a:lnTo>
                  <a:pt x="1729359" y="64827"/>
                </a:lnTo>
                <a:lnTo>
                  <a:pt x="1733550" y="22498"/>
                </a:lnTo>
                <a:lnTo>
                  <a:pt x="1713214" y="0"/>
                </a:lnTo>
                <a:lnTo>
                  <a:pt x="1670390" y="0"/>
                </a:lnTo>
                <a:lnTo>
                  <a:pt x="1627556" y="0"/>
                </a:lnTo>
                <a:lnTo>
                  <a:pt x="1584722" y="0"/>
                </a:lnTo>
                <a:lnTo>
                  <a:pt x="1541897" y="0"/>
                </a:lnTo>
                <a:lnTo>
                  <a:pt x="1499064" y="0"/>
                </a:lnTo>
                <a:lnTo>
                  <a:pt x="1456230" y="0"/>
                </a:lnTo>
                <a:lnTo>
                  <a:pt x="1413405" y="0"/>
                </a:lnTo>
                <a:lnTo>
                  <a:pt x="1370571" y="0"/>
                </a:lnTo>
                <a:lnTo>
                  <a:pt x="1327747" y="0"/>
                </a:lnTo>
                <a:lnTo>
                  <a:pt x="1284913" y="0"/>
                </a:lnTo>
                <a:lnTo>
                  <a:pt x="1242079" y="0"/>
                </a:lnTo>
                <a:lnTo>
                  <a:pt x="1199255" y="0"/>
                </a:lnTo>
                <a:lnTo>
                  <a:pt x="1156421" y="0"/>
                </a:lnTo>
                <a:lnTo>
                  <a:pt x="1113587" y="0"/>
                </a:lnTo>
                <a:lnTo>
                  <a:pt x="1070762" y="0"/>
                </a:lnTo>
                <a:lnTo>
                  <a:pt x="1027928" y="0"/>
                </a:lnTo>
                <a:lnTo>
                  <a:pt x="985104" y="0"/>
                </a:lnTo>
                <a:lnTo>
                  <a:pt x="942270" y="0"/>
                </a:lnTo>
                <a:lnTo>
                  <a:pt x="899436" y="0"/>
                </a:lnTo>
                <a:lnTo>
                  <a:pt x="856612" y="0"/>
                </a:lnTo>
                <a:lnTo>
                  <a:pt x="813778" y="0"/>
                </a:lnTo>
                <a:lnTo>
                  <a:pt x="770944" y="0"/>
                </a:lnTo>
                <a:lnTo>
                  <a:pt x="728120" y="0"/>
                </a:lnTo>
                <a:lnTo>
                  <a:pt x="685286" y="0"/>
                </a:lnTo>
                <a:lnTo>
                  <a:pt x="642452" y="0"/>
                </a:lnTo>
                <a:lnTo>
                  <a:pt x="599627" y="0"/>
                </a:lnTo>
                <a:lnTo>
                  <a:pt x="556793" y="0"/>
                </a:lnTo>
                <a:lnTo>
                  <a:pt x="513969" y="0"/>
                </a:lnTo>
                <a:lnTo>
                  <a:pt x="471135" y="0"/>
                </a:lnTo>
                <a:lnTo>
                  <a:pt x="428301" y="0"/>
                </a:lnTo>
                <a:lnTo>
                  <a:pt x="385477" y="0"/>
                </a:lnTo>
                <a:lnTo>
                  <a:pt x="342643" y="0"/>
                </a:lnTo>
                <a:lnTo>
                  <a:pt x="299809" y="0"/>
                </a:lnTo>
                <a:lnTo>
                  <a:pt x="256985" y="0"/>
                </a:lnTo>
                <a:lnTo>
                  <a:pt x="214151" y="0"/>
                </a:lnTo>
                <a:lnTo>
                  <a:pt x="171326" y="0"/>
                </a:lnTo>
                <a:lnTo>
                  <a:pt x="128492" y="0"/>
                </a:lnTo>
                <a:lnTo>
                  <a:pt x="85658" y="0"/>
                </a:lnTo>
                <a:lnTo>
                  <a:pt x="42834" y="0"/>
                </a:lnTo>
                <a:lnTo>
                  <a:pt x="0" y="0"/>
                </a:lnTo>
                <a:close/>
              </a:path>
            </a:pathLst>
          </a:custGeom>
          <a:gradFill xmlns:a="http://schemas.openxmlformats.org/drawingml/2006/main">
            <a:gsLst>
              <a:gs pos="0">
                <a:srgbClr val="000000"/>
              </a:gs>
              <a:gs pos="42">
                <a:srgbClr val="B8D8F2">
                  <a:alpha val="16000"/>
                </a:srgbClr>
              </a:gs>
              <a:gs pos="76">
                <a:srgbClr val="8FC4EE">
                  <a:alpha val="32000"/>
                </a:srgbClr>
              </a:gs>
              <a:gs pos="100">
                <a:srgbClr val="72B3E8">
                  <a:alpha val="52000"/>
                </a:srgbClr>
              </a:gs>
            </a:gsLst>
            <a:lin ang="10800000"/>
          </a:gradFill>
          <a:ln xmlns:a="http://schemas.openxmlformats.org/drawingml/2006/main" w="9525">
            <a:noFill/>
            <a:prstDash val="solid"/>
          </a:ln>
        </p:spPr>
      </p:sp>
      <p:sp>
        <p:nvSpPr>
          <p:cNvPr id="44" name="phase-label-0">
            <a:extLst xmlns:a="http://schemas.openxmlformats.org/drawingml/2006/main">
              <a:ext uri="{FF2B5EF4-FFF2-40B4-BE49-F238E27FC236}">
                <a16:creationId xmlns:a16="http://schemas.microsoft.com/office/drawing/2014/main" id="{0F0D63E8-792C-415D-9773-C5BF549BB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1638300"/>
            <a:ext cx="228600" cy="2293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阶段一</a:t>
            </a:r>
          </a:p>
        </p:txBody>
      </p:sp>
      <p:sp>
        <p:nvSpPr>
          <p:cNvPr id="45" name="phase-label-1">
            <a:extLst xmlns:a="http://schemas.openxmlformats.org/drawingml/2006/main">
              <a:ext uri="{FF2B5EF4-FFF2-40B4-BE49-F238E27FC236}">
                <a16:creationId xmlns:a16="http://schemas.microsoft.com/office/drawing/2014/main" id="{068286AE-D863-4DCD-8D1D-0D579CD95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3931891"/>
            <a:ext cx="228600" cy="227826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阶段二</a:t>
            </a:r>
          </a:p>
        </p:txBody>
      </p:sp>
      <p:sp>
        <p:nvSpPr>
          <p:cNvPr id="46" name="funnel-step-title-0">
            <a:extLst xmlns:a="http://schemas.openxmlformats.org/drawingml/2006/main">
              <a:ext uri="{FF2B5EF4-FFF2-40B4-BE49-F238E27FC236}">
                <a16:creationId xmlns:a16="http://schemas.microsoft.com/office/drawing/2014/main" id="{CEBE64A4-3EF6-4149-813D-1591E81FF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357343" y="2702128"/>
            <a:ext cx="2524573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3600"/>
              </a:lnSpc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广泛触达</a:t>
            </a:r>
          </a:p>
        </p:txBody>
      </p:sp>
      <p:sp>
        <p:nvSpPr>
          <p:cNvPr id="47" name="funnel-step-title-1">
            <a:extLst xmlns:a="http://schemas.openxmlformats.org/drawingml/2006/main">
              <a:ext uri="{FF2B5EF4-FFF2-40B4-BE49-F238E27FC236}">
                <a16:creationId xmlns:a16="http://schemas.microsoft.com/office/drawing/2014/main" id="{19D2D3BA-EAE1-40BA-AFE1-B4A24C760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608632" y="3429895"/>
            <a:ext cx="2021977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3600"/>
              </a:lnSpc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兴趣识别</a:t>
            </a:r>
          </a:p>
        </p:txBody>
      </p:sp>
      <p:sp>
        <p:nvSpPr>
          <p:cNvPr id="48" name="funnel-step-title-2">
            <a:extLst xmlns:a="http://schemas.openxmlformats.org/drawingml/2006/main">
              <a:ext uri="{FF2B5EF4-FFF2-40B4-BE49-F238E27FC236}">
                <a16:creationId xmlns:a16="http://schemas.microsoft.com/office/drawing/2014/main" id="{DF3BD33B-E995-4FB5-B41D-2DDCFCF75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837232" y="4157663"/>
            <a:ext cx="1564777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3600"/>
              </a:lnSpc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意向培育</a:t>
            </a:r>
          </a:p>
        </p:txBody>
      </p:sp>
      <p:sp>
        <p:nvSpPr>
          <p:cNvPr id="49" name="funnel-step-title-3">
            <a:extLst xmlns:a="http://schemas.openxmlformats.org/drawingml/2006/main">
              <a:ext uri="{FF2B5EF4-FFF2-40B4-BE49-F238E27FC236}">
                <a16:creationId xmlns:a16="http://schemas.microsoft.com/office/drawing/2014/main" id="{F3800FFE-350C-4C22-A0C4-583F4FBD1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52221" y="4885287"/>
            <a:ext cx="1134818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3600"/>
              </a:lnSpc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行动转化</a:t>
            </a:r>
          </a:p>
        </p:txBody>
      </p:sp>
      <p:sp>
        <p:nvSpPr>
          <p:cNvPr id="50" name="funnel-step-title-4">
            <a:extLst xmlns:a="http://schemas.openxmlformats.org/drawingml/2006/main">
              <a:ext uri="{FF2B5EF4-FFF2-40B4-BE49-F238E27FC236}">
                <a16:creationId xmlns:a16="http://schemas.microsoft.com/office/drawing/2014/main" id="{1FAA3E86-B318-421A-8713-DDBA73597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200525" y="5613054"/>
            <a:ext cx="8382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持续留存</a:t>
            </a:r>
          </a:p>
        </p:txBody>
      </p:sp>
      <p:sp>
        <p:nvSpPr>
          <p:cNvPr id="51" name="input-core-0">
            <a:extLst xmlns:a="http://schemas.openxmlformats.org/drawingml/2006/main">
              <a:ext uri="{FF2B5EF4-FFF2-40B4-BE49-F238E27FC236}">
                <a16:creationId xmlns:a16="http://schemas.microsoft.com/office/drawing/2014/main" id="{E2852429-49BB-4D85-86B6-018A854B2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200400" y="194310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23"/>
          <a:fontRef xmlns:a="http://schemas.openxmlformats.org/drawingml/2006/main" idx="major"/>
        </p:style>
      </p:sp>
      <p:pic>
        <p:nvPicPr>
          <p:cNvPr id="1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86c63109e1b4914">
            <a:extLst>
              <a:ext uri="{96DAC541-7B7A-43D3-8B79-37D633B846F1}">
                <asvg:svgBlip xmlns:asvg="http://schemas.microsoft.com/office/drawing/2016/SVG/main" r:embed="Rd6276f85fe784955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3295650" y="2038350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53" name="input-core-1">
            <a:extLst xmlns:a="http://schemas.openxmlformats.org/drawingml/2006/main">
              <a:ext uri="{FF2B5EF4-FFF2-40B4-BE49-F238E27FC236}">
                <a16:creationId xmlns:a16="http://schemas.microsoft.com/office/drawing/2014/main" id="{085EF61B-726F-42A3-A920-D85AEB3D18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22674" y="1743075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23"/>
          <a:fontRef xmlns:a="http://schemas.openxmlformats.org/drawingml/2006/main" idx="major"/>
        </p:style>
      </p:sp>
      <p:pic>
        <p:nvPicPr>
          <p:cNvPr id="1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c20e30c3c6c4aad">
            <a:extLst>
              <a:ext uri="{96DAC541-7B7A-43D3-8B79-37D633B846F1}">
                <asvg:svgBlip xmlns:asvg="http://schemas.microsoft.com/office/drawing/2016/SVG/main" r:embed="Rb5ea75769d49473d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4117924" y="1838325"/>
            <a:ext cx="209550" cy="209550"/>
          </a:xfrm>
          <a:prstGeom xmlns:a="http://schemas.openxmlformats.org/drawingml/2006/main" prst="rect">
            <a:avLst/>
          </a:prstGeom>
        </p:spPr>
      </p:pic>
      <p:sp>
        <p:nvSpPr>
          <p:cNvPr id="55" name="input-core-2">
            <a:extLst xmlns:a="http://schemas.openxmlformats.org/drawingml/2006/main">
              <a:ext uri="{FF2B5EF4-FFF2-40B4-BE49-F238E27FC236}">
                <a16:creationId xmlns:a16="http://schemas.microsoft.com/office/drawing/2014/main" id="{C3B32DE5-A518-4F89-8D5C-895C88CD4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787798" y="164782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23"/>
          <a:fontRef xmlns:a="http://schemas.openxmlformats.org/drawingml/2006/main" idx="major"/>
        </p:style>
      </p:sp>
      <p:pic>
        <p:nvPicPr>
          <p:cNvPr id="1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8003368351d4e5e">
            <a:extLst>
              <a:ext uri="{96DAC541-7B7A-43D3-8B79-37D633B846F1}">
                <asvg:svgBlip xmlns:asvg="http://schemas.microsoft.com/office/drawing/2016/SVG/main" r:embed="R29c5444324e2409c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4883048" y="1743075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57" name="input-core-3">
            <a:extLst xmlns:a="http://schemas.openxmlformats.org/drawingml/2006/main">
              <a:ext uri="{FF2B5EF4-FFF2-40B4-BE49-F238E27FC236}">
                <a16:creationId xmlns:a16="http://schemas.microsoft.com/office/drawing/2014/main" id="{5DC9A6C2-9468-49B1-BA0B-E00E4D1C3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610225" y="190500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23"/>
          <a:fontRef xmlns:a="http://schemas.openxmlformats.org/drawingml/2006/main" idx="major"/>
        </p:style>
      </p:sp>
      <p:pic>
        <p:nvPicPr>
          <p:cNvPr id="1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dfc21fcac2f4fa1">
            <a:extLst>
              <a:ext uri="{96DAC541-7B7A-43D3-8B79-37D633B846F1}">
                <asvg:svgBlip xmlns:asvg="http://schemas.microsoft.com/office/drawing/2016/SVG/main" r:embed="R2cc746df84a44386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5705475" y="2000250"/>
            <a:ext cx="209550" cy="2095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2896198"/>
      </p:ext>
    </p:extLst>
  </p:cSld>
</p:sld>
</file>

<file path=ppt/slides/slide3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1" name="phase-band-0">
            <a:extLst xmlns:a="http://schemas.openxmlformats.org/drawingml/2006/main">
              <a:ext uri="{FF2B5EF4-FFF2-40B4-BE49-F238E27FC236}">
                <a16:creationId xmlns:a16="http://schemas.microsoft.com/office/drawing/2014/main" id="{075CF94B-73CF-44E5-80DB-A8D3297AB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1638300"/>
            <a:ext cx="11144250" cy="229359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phase-band-1">
            <a:extLst xmlns:a="http://schemas.openxmlformats.org/drawingml/2006/main">
              <a:ext uri="{FF2B5EF4-FFF2-40B4-BE49-F238E27FC236}">
                <a16:creationId xmlns:a16="http://schemas.microsoft.com/office/drawing/2014/main" id="{055C1892-294A-4A98-8B68-8FC0155A4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3931891"/>
            <a:ext cx="11144250" cy="227826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38100">
            <a:solidFill>
              <a:srgbClr val="FFFFFF"/>
            </a:solidFill>
            <a:prstDash val="solid"/>
          </a:ln>
        </p:spPr>
      </p:sp>
      <p:sp>
        <p:nvSpPr>
          <p:cNvPr id="3" name="phase-rail-0">
            <a:extLst xmlns:a="http://schemas.openxmlformats.org/drawingml/2006/main">
              <a:ext uri="{FF2B5EF4-FFF2-40B4-BE49-F238E27FC236}">
                <a16:creationId xmlns:a16="http://schemas.microsoft.com/office/drawing/2014/main" id="{E01B3C41-F815-4671-B84B-126A6228D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1638300"/>
            <a:ext cx="514350" cy="2288981"/>
          </a:xfrm>
          <a:custGeom xmlns:a="http://schemas.openxmlformats.org/drawingml/2006/main">
            <a:pathLst>
              <a:path w="514350" h="2288981">
                <a:moveTo>
                  <a:pt x="0" y="0"/>
                </a:moveTo>
                <a:lnTo>
                  <a:pt x="22517" y="0"/>
                </a:lnTo>
                <a:lnTo>
                  <a:pt x="45034" y="0"/>
                </a:lnTo>
                <a:lnTo>
                  <a:pt x="67551" y="0"/>
                </a:lnTo>
                <a:lnTo>
                  <a:pt x="90068" y="0"/>
                </a:lnTo>
                <a:lnTo>
                  <a:pt x="112586" y="0"/>
                </a:lnTo>
                <a:lnTo>
                  <a:pt x="135103" y="0"/>
                </a:lnTo>
                <a:lnTo>
                  <a:pt x="157620" y="0"/>
                </a:lnTo>
                <a:lnTo>
                  <a:pt x="180137" y="0"/>
                </a:lnTo>
                <a:lnTo>
                  <a:pt x="202663" y="0"/>
                </a:lnTo>
                <a:lnTo>
                  <a:pt x="225181" y="0"/>
                </a:lnTo>
                <a:lnTo>
                  <a:pt x="247698" y="0"/>
                </a:lnTo>
                <a:lnTo>
                  <a:pt x="270215" y="0"/>
                </a:lnTo>
                <a:lnTo>
                  <a:pt x="292732" y="0"/>
                </a:lnTo>
                <a:lnTo>
                  <a:pt x="315249" y="0"/>
                </a:lnTo>
                <a:lnTo>
                  <a:pt x="337766" y="0"/>
                </a:lnTo>
                <a:lnTo>
                  <a:pt x="360283" y="0"/>
                </a:lnTo>
                <a:lnTo>
                  <a:pt x="382800" y="0"/>
                </a:lnTo>
                <a:lnTo>
                  <a:pt x="405317" y="0"/>
                </a:lnTo>
                <a:lnTo>
                  <a:pt x="427834" y="0"/>
                </a:lnTo>
                <a:lnTo>
                  <a:pt x="450352" y="0"/>
                </a:lnTo>
                <a:lnTo>
                  <a:pt x="472869" y="0"/>
                </a:lnTo>
                <a:lnTo>
                  <a:pt x="495386" y="0"/>
                </a:lnTo>
                <a:lnTo>
                  <a:pt x="514350" y="3553"/>
                </a:lnTo>
                <a:lnTo>
                  <a:pt x="514350" y="26070"/>
                </a:lnTo>
                <a:lnTo>
                  <a:pt x="514350" y="48587"/>
                </a:lnTo>
                <a:lnTo>
                  <a:pt x="514350" y="71104"/>
                </a:lnTo>
                <a:lnTo>
                  <a:pt x="514350" y="93621"/>
                </a:lnTo>
                <a:lnTo>
                  <a:pt x="514350" y="116138"/>
                </a:lnTo>
                <a:lnTo>
                  <a:pt x="514350" y="138655"/>
                </a:lnTo>
                <a:lnTo>
                  <a:pt x="514350" y="161182"/>
                </a:lnTo>
                <a:lnTo>
                  <a:pt x="514350" y="183699"/>
                </a:lnTo>
                <a:lnTo>
                  <a:pt x="514350" y="206216"/>
                </a:lnTo>
                <a:lnTo>
                  <a:pt x="514350" y="228733"/>
                </a:lnTo>
                <a:lnTo>
                  <a:pt x="514350" y="251250"/>
                </a:lnTo>
                <a:lnTo>
                  <a:pt x="514350" y="273768"/>
                </a:lnTo>
                <a:lnTo>
                  <a:pt x="514350" y="296285"/>
                </a:lnTo>
                <a:lnTo>
                  <a:pt x="514350" y="318802"/>
                </a:lnTo>
                <a:lnTo>
                  <a:pt x="514350" y="341319"/>
                </a:lnTo>
                <a:lnTo>
                  <a:pt x="514350" y="363836"/>
                </a:lnTo>
                <a:lnTo>
                  <a:pt x="514350" y="386353"/>
                </a:lnTo>
                <a:lnTo>
                  <a:pt x="514350" y="408870"/>
                </a:lnTo>
                <a:lnTo>
                  <a:pt x="514350" y="431387"/>
                </a:lnTo>
                <a:lnTo>
                  <a:pt x="514350" y="453904"/>
                </a:lnTo>
                <a:lnTo>
                  <a:pt x="514350" y="476421"/>
                </a:lnTo>
                <a:lnTo>
                  <a:pt x="514350" y="498939"/>
                </a:lnTo>
                <a:lnTo>
                  <a:pt x="514350" y="521456"/>
                </a:lnTo>
                <a:lnTo>
                  <a:pt x="514350" y="543973"/>
                </a:lnTo>
                <a:lnTo>
                  <a:pt x="514350" y="566490"/>
                </a:lnTo>
                <a:lnTo>
                  <a:pt x="514350" y="589007"/>
                </a:lnTo>
                <a:lnTo>
                  <a:pt x="514350" y="611524"/>
                </a:lnTo>
                <a:lnTo>
                  <a:pt x="514350" y="634041"/>
                </a:lnTo>
                <a:lnTo>
                  <a:pt x="514350" y="656558"/>
                </a:lnTo>
                <a:lnTo>
                  <a:pt x="514350" y="679075"/>
                </a:lnTo>
                <a:lnTo>
                  <a:pt x="514350" y="701592"/>
                </a:lnTo>
                <a:lnTo>
                  <a:pt x="514350" y="724110"/>
                </a:lnTo>
                <a:lnTo>
                  <a:pt x="514350" y="746627"/>
                </a:lnTo>
                <a:lnTo>
                  <a:pt x="514350" y="769144"/>
                </a:lnTo>
                <a:lnTo>
                  <a:pt x="514350" y="791661"/>
                </a:lnTo>
                <a:lnTo>
                  <a:pt x="514350" y="814178"/>
                </a:lnTo>
                <a:lnTo>
                  <a:pt x="514350" y="836695"/>
                </a:lnTo>
                <a:lnTo>
                  <a:pt x="514350" y="859212"/>
                </a:lnTo>
                <a:lnTo>
                  <a:pt x="514350" y="881729"/>
                </a:lnTo>
                <a:lnTo>
                  <a:pt x="514350" y="904246"/>
                </a:lnTo>
                <a:lnTo>
                  <a:pt x="514350" y="926763"/>
                </a:lnTo>
                <a:lnTo>
                  <a:pt x="514350" y="949281"/>
                </a:lnTo>
                <a:lnTo>
                  <a:pt x="514350" y="971798"/>
                </a:lnTo>
                <a:lnTo>
                  <a:pt x="514350" y="994324"/>
                </a:lnTo>
                <a:lnTo>
                  <a:pt x="514350" y="1016841"/>
                </a:lnTo>
                <a:lnTo>
                  <a:pt x="514350" y="1039358"/>
                </a:lnTo>
                <a:lnTo>
                  <a:pt x="514350" y="1061876"/>
                </a:lnTo>
                <a:lnTo>
                  <a:pt x="514350" y="1084393"/>
                </a:lnTo>
                <a:lnTo>
                  <a:pt x="514350" y="1106910"/>
                </a:lnTo>
                <a:lnTo>
                  <a:pt x="514350" y="1129427"/>
                </a:lnTo>
                <a:lnTo>
                  <a:pt x="514350" y="1151944"/>
                </a:lnTo>
                <a:lnTo>
                  <a:pt x="514350" y="1174461"/>
                </a:lnTo>
                <a:lnTo>
                  <a:pt x="514350" y="1196978"/>
                </a:lnTo>
                <a:lnTo>
                  <a:pt x="514350" y="1219495"/>
                </a:lnTo>
                <a:lnTo>
                  <a:pt x="514350" y="1242012"/>
                </a:lnTo>
                <a:lnTo>
                  <a:pt x="514350" y="1264529"/>
                </a:lnTo>
                <a:lnTo>
                  <a:pt x="514350" y="1287047"/>
                </a:lnTo>
                <a:lnTo>
                  <a:pt x="514350" y="1309564"/>
                </a:lnTo>
                <a:lnTo>
                  <a:pt x="514350" y="1332081"/>
                </a:lnTo>
                <a:lnTo>
                  <a:pt x="514350" y="1354598"/>
                </a:lnTo>
                <a:lnTo>
                  <a:pt x="514350" y="1377115"/>
                </a:lnTo>
                <a:lnTo>
                  <a:pt x="514350" y="1399632"/>
                </a:lnTo>
                <a:lnTo>
                  <a:pt x="514350" y="1422149"/>
                </a:lnTo>
                <a:lnTo>
                  <a:pt x="514350" y="1444666"/>
                </a:lnTo>
                <a:lnTo>
                  <a:pt x="514350" y="1467183"/>
                </a:lnTo>
                <a:lnTo>
                  <a:pt x="514350" y="1489700"/>
                </a:lnTo>
                <a:lnTo>
                  <a:pt x="514350" y="1512218"/>
                </a:lnTo>
                <a:lnTo>
                  <a:pt x="514350" y="1534735"/>
                </a:lnTo>
                <a:lnTo>
                  <a:pt x="514350" y="1557252"/>
                </a:lnTo>
                <a:lnTo>
                  <a:pt x="514350" y="1579769"/>
                </a:lnTo>
                <a:lnTo>
                  <a:pt x="514350" y="1602286"/>
                </a:lnTo>
                <a:lnTo>
                  <a:pt x="514350" y="1624803"/>
                </a:lnTo>
                <a:lnTo>
                  <a:pt x="514350" y="1647320"/>
                </a:lnTo>
                <a:lnTo>
                  <a:pt x="514350" y="1669837"/>
                </a:lnTo>
                <a:lnTo>
                  <a:pt x="514350" y="1692354"/>
                </a:lnTo>
                <a:lnTo>
                  <a:pt x="514350" y="1714871"/>
                </a:lnTo>
                <a:lnTo>
                  <a:pt x="514350" y="1737389"/>
                </a:lnTo>
                <a:lnTo>
                  <a:pt x="514350" y="1759906"/>
                </a:lnTo>
                <a:lnTo>
                  <a:pt x="514350" y="1782423"/>
                </a:lnTo>
                <a:lnTo>
                  <a:pt x="514350" y="1804940"/>
                </a:lnTo>
                <a:lnTo>
                  <a:pt x="514350" y="1827457"/>
                </a:lnTo>
                <a:lnTo>
                  <a:pt x="514350" y="1849984"/>
                </a:lnTo>
                <a:lnTo>
                  <a:pt x="514350" y="1872501"/>
                </a:lnTo>
                <a:lnTo>
                  <a:pt x="514350" y="1895018"/>
                </a:lnTo>
                <a:lnTo>
                  <a:pt x="514350" y="1917535"/>
                </a:lnTo>
                <a:lnTo>
                  <a:pt x="514350" y="1940052"/>
                </a:lnTo>
                <a:lnTo>
                  <a:pt x="514350" y="1962569"/>
                </a:lnTo>
                <a:lnTo>
                  <a:pt x="514350" y="1985086"/>
                </a:lnTo>
                <a:lnTo>
                  <a:pt x="514350" y="2007603"/>
                </a:lnTo>
                <a:lnTo>
                  <a:pt x="514350" y="2030120"/>
                </a:lnTo>
                <a:lnTo>
                  <a:pt x="514350" y="2052638"/>
                </a:lnTo>
                <a:lnTo>
                  <a:pt x="514350" y="2075155"/>
                </a:lnTo>
                <a:lnTo>
                  <a:pt x="514350" y="2097672"/>
                </a:lnTo>
                <a:lnTo>
                  <a:pt x="514350" y="2120189"/>
                </a:lnTo>
                <a:lnTo>
                  <a:pt x="514350" y="2142706"/>
                </a:lnTo>
                <a:lnTo>
                  <a:pt x="501672" y="2157765"/>
                </a:lnTo>
                <a:lnTo>
                  <a:pt x="481984" y="2168700"/>
                </a:lnTo>
                <a:lnTo>
                  <a:pt x="462305" y="2179634"/>
                </a:lnTo>
                <a:lnTo>
                  <a:pt x="442617" y="2190569"/>
                </a:lnTo>
                <a:lnTo>
                  <a:pt x="422939" y="2201504"/>
                </a:lnTo>
                <a:lnTo>
                  <a:pt x="403250" y="2212438"/>
                </a:lnTo>
                <a:lnTo>
                  <a:pt x="383562" y="2223373"/>
                </a:lnTo>
                <a:lnTo>
                  <a:pt x="363884" y="2234308"/>
                </a:lnTo>
                <a:lnTo>
                  <a:pt x="344195" y="2245243"/>
                </a:lnTo>
                <a:lnTo>
                  <a:pt x="324517" y="2256177"/>
                </a:lnTo>
                <a:lnTo>
                  <a:pt x="304829" y="2267112"/>
                </a:lnTo>
                <a:lnTo>
                  <a:pt x="285150" y="2278047"/>
                </a:lnTo>
                <a:lnTo>
                  <a:pt x="265462" y="2288981"/>
                </a:lnTo>
                <a:lnTo>
                  <a:pt x="245783" y="2287257"/>
                </a:lnTo>
                <a:lnTo>
                  <a:pt x="226095" y="2276323"/>
                </a:lnTo>
                <a:lnTo>
                  <a:pt x="206407" y="2265388"/>
                </a:lnTo>
                <a:lnTo>
                  <a:pt x="186728" y="2254453"/>
                </a:lnTo>
                <a:lnTo>
                  <a:pt x="167040" y="2243519"/>
                </a:lnTo>
                <a:lnTo>
                  <a:pt x="147361" y="2232584"/>
                </a:lnTo>
                <a:lnTo>
                  <a:pt x="127673" y="2221649"/>
                </a:lnTo>
                <a:lnTo>
                  <a:pt x="107994" y="2210714"/>
                </a:lnTo>
                <a:lnTo>
                  <a:pt x="88306" y="2199780"/>
                </a:lnTo>
                <a:lnTo>
                  <a:pt x="68628" y="2188845"/>
                </a:lnTo>
                <a:lnTo>
                  <a:pt x="48939" y="2177901"/>
                </a:lnTo>
                <a:lnTo>
                  <a:pt x="29251" y="2166966"/>
                </a:lnTo>
                <a:lnTo>
                  <a:pt x="9573" y="2156031"/>
                </a:lnTo>
                <a:lnTo>
                  <a:pt x="0" y="2139153"/>
                </a:lnTo>
                <a:lnTo>
                  <a:pt x="0" y="2116636"/>
                </a:lnTo>
                <a:lnTo>
                  <a:pt x="0" y="2094109"/>
                </a:lnTo>
                <a:lnTo>
                  <a:pt x="0" y="2071592"/>
                </a:lnTo>
                <a:lnTo>
                  <a:pt x="0" y="2049075"/>
                </a:lnTo>
                <a:lnTo>
                  <a:pt x="0" y="2026558"/>
                </a:lnTo>
                <a:lnTo>
                  <a:pt x="0" y="2004041"/>
                </a:lnTo>
                <a:lnTo>
                  <a:pt x="0" y="1981524"/>
                </a:lnTo>
                <a:lnTo>
                  <a:pt x="0" y="1959007"/>
                </a:lnTo>
                <a:lnTo>
                  <a:pt x="0" y="1936490"/>
                </a:lnTo>
                <a:lnTo>
                  <a:pt x="0" y="1913973"/>
                </a:lnTo>
                <a:lnTo>
                  <a:pt x="0" y="1891455"/>
                </a:lnTo>
                <a:lnTo>
                  <a:pt x="0" y="1868938"/>
                </a:lnTo>
                <a:lnTo>
                  <a:pt x="0" y="1846421"/>
                </a:lnTo>
                <a:lnTo>
                  <a:pt x="0" y="1823904"/>
                </a:lnTo>
                <a:lnTo>
                  <a:pt x="0" y="1801387"/>
                </a:lnTo>
                <a:lnTo>
                  <a:pt x="0" y="1778870"/>
                </a:lnTo>
                <a:lnTo>
                  <a:pt x="0" y="1756353"/>
                </a:lnTo>
                <a:lnTo>
                  <a:pt x="0" y="1733836"/>
                </a:lnTo>
                <a:lnTo>
                  <a:pt x="0" y="1711319"/>
                </a:lnTo>
                <a:lnTo>
                  <a:pt x="0" y="1688802"/>
                </a:lnTo>
                <a:lnTo>
                  <a:pt x="0" y="1666284"/>
                </a:lnTo>
                <a:lnTo>
                  <a:pt x="0" y="1643767"/>
                </a:lnTo>
                <a:lnTo>
                  <a:pt x="0" y="1621250"/>
                </a:lnTo>
                <a:lnTo>
                  <a:pt x="0" y="1598733"/>
                </a:lnTo>
                <a:lnTo>
                  <a:pt x="0" y="1576216"/>
                </a:lnTo>
                <a:lnTo>
                  <a:pt x="0" y="1553699"/>
                </a:lnTo>
                <a:lnTo>
                  <a:pt x="0" y="1531182"/>
                </a:lnTo>
                <a:lnTo>
                  <a:pt x="0" y="1508665"/>
                </a:lnTo>
                <a:lnTo>
                  <a:pt x="0" y="1486148"/>
                </a:lnTo>
                <a:lnTo>
                  <a:pt x="0" y="1463631"/>
                </a:lnTo>
                <a:lnTo>
                  <a:pt x="0" y="1441113"/>
                </a:lnTo>
                <a:lnTo>
                  <a:pt x="0" y="1418596"/>
                </a:lnTo>
                <a:lnTo>
                  <a:pt x="0" y="1396079"/>
                </a:lnTo>
                <a:lnTo>
                  <a:pt x="0" y="1373562"/>
                </a:lnTo>
                <a:lnTo>
                  <a:pt x="0" y="1351045"/>
                </a:lnTo>
                <a:lnTo>
                  <a:pt x="0" y="1328528"/>
                </a:lnTo>
                <a:lnTo>
                  <a:pt x="0" y="1306011"/>
                </a:lnTo>
                <a:lnTo>
                  <a:pt x="0" y="1283494"/>
                </a:lnTo>
                <a:lnTo>
                  <a:pt x="0" y="1260967"/>
                </a:lnTo>
                <a:lnTo>
                  <a:pt x="0" y="1238450"/>
                </a:lnTo>
                <a:lnTo>
                  <a:pt x="0" y="1215933"/>
                </a:lnTo>
                <a:lnTo>
                  <a:pt x="0" y="1193416"/>
                </a:lnTo>
                <a:lnTo>
                  <a:pt x="0" y="1170899"/>
                </a:lnTo>
                <a:lnTo>
                  <a:pt x="0" y="1148382"/>
                </a:lnTo>
                <a:lnTo>
                  <a:pt x="0" y="1125865"/>
                </a:lnTo>
                <a:lnTo>
                  <a:pt x="0" y="1103347"/>
                </a:lnTo>
                <a:lnTo>
                  <a:pt x="0" y="1080830"/>
                </a:lnTo>
                <a:lnTo>
                  <a:pt x="0" y="1058313"/>
                </a:lnTo>
                <a:lnTo>
                  <a:pt x="0" y="1035796"/>
                </a:lnTo>
                <a:lnTo>
                  <a:pt x="0" y="1013279"/>
                </a:lnTo>
                <a:lnTo>
                  <a:pt x="0" y="990762"/>
                </a:lnTo>
                <a:lnTo>
                  <a:pt x="0" y="968245"/>
                </a:lnTo>
                <a:lnTo>
                  <a:pt x="0" y="945728"/>
                </a:lnTo>
                <a:lnTo>
                  <a:pt x="0" y="923211"/>
                </a:lnTo>
                <a:lnTo>
                  <a:pt x="0" y="900694"/>
                </a:lnTo>
                <a:lnTo>
                  <a:pt x="0" y="878176"/>
                </a:lnTo>
                <a:lnTo>
                  <a:pt x="0" y="855659"/>
                </a:lnTo>
                <a:lnTo>
                  <a:pt x="0" y="833142"/>
                </a:lnTo>
                <a:lnTo>
                  <a:pt x="0" y="810625"/>
                </a:lnTo>
                <a:lnTo>
                  <a:pt x="0" y="788108"/>
                </a:lnTo>
                <a:lnTo>
                  <a:pt x="0" y="765591"/>
                </a:lnTo>
                <a:lnTo>
                  <a:pt x="0" y="743074"/>
                </a:lnTo>
                <a:lnTo>
                  <a:pt x="0" y="720557"/>
                </a:lnTo>
                <a:lnTo>
                  <a:pt x="0" y="698040"/>
                </a:lnTo>
                <a:lnTo>
                  <a:pt x="0" y="675523"/>
                </a:lnTo>
                <a:lnTo>
                  <a:pt x="0" y="653005"/>
                </a:lnTo>
                <a:lnTo>
                  <a:pt x="0" y="630488"/>
                </a:lnTo>
                <a:lnTo>
                  <a:pt x="0" y="607971"/>
                </a:lnTo>
                <a:lnTo>
                  <a:pt x="0" y="585454"/>
                </a:lnTo>
                <a:lnTo>
                  <a:pt x="0" y="562937"/>
                </a:lnTo>
                <a:lnTo>
                  <a:pt x="0" y="540420"/>
                </a:lnTo>
                <a:lnTo>
                  <a:pt x="0" y="517903"/>
                </a:lnTo>
                <a:lnTo>
                  <a:pt x="0" y="495386"/>
                </a:lnTo>
                <a:lnTo>
                  <a:pt x="0" y="472869"/>
                </a:lnTo>
                <a:lnTo>
                  <a:pt x="0" y="450352"/>
                </a:lnTo>
                <a:lnTo>
                  <a:pt x="0" y="427834"/>
                </a:lnTo>
                <a:lnTo>
                  <a:pt x="0" y="405308"/>
                </a:lnTo>
                <a:lnTo>
                  <a:pt x="0" y="382791"/>
                </a:lnTo>
                <a:lnTo>
                  <a:pt x="0" y="360274"/>
                </a:lnTo>
                <a:lnTo>
                  <a:pt x="0" y="337757"/>
                </a:lnTo>
                <a:lnTo>
                  <a:pt x="0" y="315239"/>
                </a:lnTo>
                <a:lnTo>
                  <a:pt x="0" y="292722"/>
                </a:lnTo>
                <a:lnTo>
                  <a:pt x="0" y="270205"/>
                </a:lnTo>
                <a:lnTo>
                  <a:pt x="0" y="247688"/>
                </a:lnTo>
                <a:lnTo>
                  <a:pt x="0" y="225171"/>
                </a:lnTo>
                <a:lnTo>
                  <a:pt x="0" y="202654"/>
                </a:lnTo>
                <a:lnTo>
                  <a:pt x="0" y="180137"/>
                </a:lnTo>
                <a:lnTo>
                  <a:pt x="0" y="157620"/>
                </a:lnTo>
                <a:lnTo>
                  <a:pt x="0" y="135103"/>
                </a:lnTo>
                <a:lnTo>
                  <a:pt x="0" y="112586"/>
                </a:lnTo>
                <a:lnTo>
                  <a:pt x="0" y="90068"/>
                </a:lnTo>
                <a:lnTo>
                  <a:pt x="0" y="67551"/>
                </a:lnTo>
                <a:lnTo>
                  <a:pt x="0" y="45034"/>
                </a:lnTo>
                <a:lnTo>
                  <a:pt x="0" y="22517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4" name="phase-title-0">
            <a:extLst xmlns:a="http://schemas.openxmlformats.org/drawingml/2006/main">
              <a:ext uri="{FF2B5EF4-FFF2-40B4-BE49-F238E27FC236}">
                <a16:creationId xmlns:a16="http://schemas.microsoft.com/office/drawing/2014/main" id="{AE33B2F0-8BAB-4014-925B-5B8464DF0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2314280"/>
            <a:ext cx="1428750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获取与识别</a:t>
            </a:r>
          </a:p>
        </p:txBody>
      </p:sp>
      <p:sp>
        <p:nvSpPr>
          <p:cNvPr id="5" name="phase-body-0">
            <a:extLst xmlns:a="http://schemas.openxmlformats.org/drawingml/2006/main">
              <a:ext uri="{FF2B5EF4-FFF2-40B4-BE49-F238E27FC236}">
                <a16:creationId xmlns:a16="http://schemas.microsoft.com/office/drawing/2014/main" id="{DCABE3C5-14A7-4BD0-B39A-F594364B9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2668486"/>
            <a:ext cx="1428750" cy="587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让目标对象进</a:t>
            </a:r>
          </a:p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入并形成意向</a:t>
            </a:r>
          </a:p>
        </p:txBody>
      </p:sp>
      <p:sp>
        <p:nvSpPr>
          <p:cNvPr id="6" name="action-icon-shell-0-0">
            <a:extLst xmlns:a="http://schemas.openxmlformats.org/drawingml/2006/main">
              <a:ext uri="{FF2B5EF4-FFF2-40B4-BE49-F238E27FC236}">
                <a16:creationId xmlns:a16="http://schemas.microsoft.com/office/drawing/2014/main" id="{FEEEBF3C-2ACA-4B26-A60F-A336B1F3D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2308774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6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783a61dbcf0468a">
            <a:extLst>
              <a:ext uri="{96DAC541-7B7A-43D3-8B79-37D633B846F1}">
                <asvg:svgBlip xmlns:asvg="http://schemas.microsoft.com/office/drawing/2016/SVG/main" r:embed="R8422e5c036b34994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2384974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8" name="action-title-0-0">
            <a:extLst xmlns:a="http://schemas.openxmlformats.org/drawingml/2006/main">
              <a:ext uri="{FF2B5EF4-FFF2-40B4-BE49-F238E27FC236}">
                <a16:creationId xmlns:a16="http://schemas.microsoft.com/office/drawing/2014/main" id="{5B80C49D-F13B-4579-A10C-C21ED683C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247748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标签体系</a:t>
            </a:r>
          </a:p>
        </p:txBody>
      </p:sp>
      <p:sp>
        <p:nvSpPr>
          <p:cNvPr id="9" name="action-body-0-0">
            <a:extLst xmlns:a="http://schemas.openxmlformats.org/drawingml/2006/main">
              <a:ext uri="{FF2B5EF4-FFF2-40B4-BE49-F238E27FC236}">
                <a16:creationId xmlns:a16="http://schemas.microsoft.com/office/drawing/2014/main" id="{8049D70F-0093-4516-A660-3BA86CE50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476348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形成可识别对象</a:t>
            </a:r>
          </a:p>
        </p:txBody>
      </p:sp>
      <p:sp>
        <p:nvSpPr>
          <p:cNvPr id="10" name="action-icon-shell-0-1">
            <a:extLst xmlns:a="http://schemas.openxmlformats.org/drawingml/2006/main">
              <a:ext uri="{FF2B5EF4-FFF2-40B4-BE49-F238E27FC236}">
                <a16:creationId xmlns:a16="http://schemas.microsoft.com/office/drawing/2014/main" id="{2651BF7A-0634-426C-A6A4-5CAB1A4C5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2308774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7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ff893fd34e14786">
            <a:extLst>
              <a:ext uri="{96DAC541-7B7A-43D3-8B79-37D633B846F1}">
                <asvg:svgBlip xmlns:asvg="http://schemas.microsoft.com/office/drawing/2016/SVG/main" r:embed="Rd037ab696b364143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2384974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12" name="action-title-0-1">
            <a:extLst xmlns:a="http://schemas.openxmlformats.org/drawingml/2006/main">
              <a:ext uri="{FF2B5EF4-FFF2-40B4-BE49-F238E27FC236}">
                <a16:creationId xmlns:a16="http://schemas.microsoft.com/office/drawing/2014/main" id="{BCED52A2-C87B-474B-9F77-D87C8DC7A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247748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渠道连接</a:t>
            </a:r>
          </a:p>
        </p:txBody>
      </p:sp>
      <p:sp>
        <p:nvSpPr>
          <p:cNvPr id="13" name="action-body-0-1">
            <a:extLst xmlns:a="http://schemas.openxmlformats.org/drawingml/2006/main">
              <a:ext uri="{FF2B5EF4-FFF2-40B4-BE49-F238E27FC236}">
                <a16:creationId xmlns:a16="http://schemas.microsoft.com/office/drawing/2014/main" id="{ED773CCE-BDAD-4BFC-AA0D-79EF187ED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476348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连接主要触点</a:t>
            </a:r>
          </a:p>
        </p:txBody>
      </p:sp>
      <p:sp>
        <p:nvSpPr>
          <p:cNvPr id="14" name="action-icon-shell-0-2">
            <a:extLst xmlns:a="http://schemas.openxmlformats.org/drawingml/2006/main">
              <a:ext uri="{FF2B5EF4-FFF2-40B4-BE49-F238E27FC236}">
                <a16:creationId xmlns:a16="http://schemas.microsoft.com/office/drawing/2014/main" id="{A801C1D3-8A51-4359-9BFF-F151F6AA2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2918374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7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eae04031f2e49e1">
            <a:extLst>
              <a:ext uri="{96DAC541-7B7A-43D3-8B79-37D633B846F1}">
                <asvg:svgBlip xmlns:asvg="http://schemas.microsoft.com/office/drawing/2016/SVG/main" r:embed="R63a048424aea454f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2994574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16" name="action-title-0-2">
            <a:extLst xmlns:a="http://schemas.openxmlformats.org/drawingml/2006/main">
              <a:ext uri="{FF2B5EF4-FFF2-40B4-BE49-F238E27FC236}">
                <a16:creationId xmlns:a16="http://schemas.microsoft.com/office/drawing/2014/main" id="{BD848755-C560-478A-AEB4-886F8C58F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857348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内容优化</a:t>
            </a:r>
          </a:p>
        </p:txBody>
      </p:sp>
      <p:sp>
        <p:nvSpPr>
          <p:cNvPr id="17" name="action-body-0-2">
            <a:extLst xmlns:a="http://schemas.openxmlformats.org/drawingml/2006/main">
              <a:ext uri="{FF2B5EF4-FFF2-40B4-BE49-F238E27FC236}">
                <a16:creationId xmlns:a16="http://schemas.microsoft.com/office/drawing/2014/main" id="{C89B2F7B-F738-40B1-9836-1A4B1A085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3085948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提高触达质量</a:t>
            </a:r>
          </a:p>
        </p:txBody>
      </p:sp>
      <p:sp>
        <p:nvSpPr>
          <p:cNvPr id="18" name="action-icon-shell-0-3">
            <a:extLst xmlns:a="http://schemas.openxmlformats.org/drawingml/2006/main">
              <a:ext uri="{FF2B5EF4-FFF2-40B4-BE49-F238E27FC236}">
                <a16:creationId xmlns:a16="http://schemas.microsoft.com/office/drawing/2014/main" id="{AEEE9EC1-ABC7-43A8-8676-911CEBA54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2918374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7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a25b19479274654">
            <a:extLst>
              <a:ext uri="{96DAC541-7B7A-43D3-8B79-37D633B846F1}">
                <asvg:svgBlip xmlns:asvg="http://schemas.microsoft.com/office/drawing/2016/SVG/main" r:embed="R1454567aacc3429b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2994574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20" name="action-title-0-3">
            <a:extLst xmlns:a="http://schemas.openxmlformats.org/drawingml/2006/main">
              <a:ext uri="{FF2B5EF4-FFF2-40B4-BE49-F238E27FC236}">
                <a16:creationId xmlns:a16="http://schemas.microsoft.com/office/drawing/2014/main" id="{7509A8BE-11CD-4BCD-9A9B-E597FAF9F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857348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行为追踪</a:t>
            </a:r>
          </a:p>
        </p:txBody>
      </p:sp>
      <p:sp>
        <p:nvSpPr>
          <p:cNvPr id="21" name="action-body-0-3">
            <a:extLst xmlns:a="http://schemas.openxmlformats.org/drawingml/2006/main">
              <a:ext uri="{FF2B5EF4-FFF2-40B4-BE49-F238E27FC236}">
                <a16:creationId xmlns:a16="http://schemas.microsoft.com/office/drawing/2014/main" id="{2BE422C0-7039-4003-9CE9-0544EAC61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3085948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记录关键反馈</a:t>
            </a:r>
          </a:p>
        </p:txBody>
      </p:sp>
      <p:sp>
        <p:nvSpPr>
          <p:cNvPr id="22" name="phase-rail-1">
            <a:extLst xmlns:a="http://schemas.openxmlformats.org/drawingml/2006/main">
              <a:ext uri="{FF2B5EF4-FFF2-40B4-BE49-F238E27FC236}">
                <a16:creationId xmlns:a16="http://schemas.microsoft.com/office/drawing/2014/main" id="{B0717D61-3A62-4793-AB47-5EC03D009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3931891"/>
            <a:ext cx="514350" cy="2277828"/>
          </a:xfrm>
          <a:custGeom xmlns:a="http://schemas.openxmlformats.org/drawingml/2006/main">
            <a:pathLst>
              <a:path w="514350" h="2277828">
                <a:moveTo>
                  <a:pt x="0" y="0"/>
                </a:moveTo>
                <a:lnTo>
                  <a:pt x="19841" y="11020"/>
                </a:lnTo>
                <a:lnTo>
                  <a:pt x="39681" y="22050"/>
                </a:lnTo>
                <a:lnTo>
                  <a:pt x="59531" y="33071"/>
                </a:lnTo>
                <a:lnTo>
                  <a:pt x="79372" y="44091"/>
                </a:lnTo>
                <a:lnTo>
                  <a:pt x="99212" y="55112"/>
                </a:lnTo>
                <a:lnTo>
                  <a:pt x="119053" y="66142"/>
                </a:lnTo>
                <a:lnTo>
                  <a:pt x="138903" y="77162"/>
                </a:lnTo>
                <a:lnTo>
                  <a:pt x="158744" y="88182"/>
                </a:lnTo>
                <a:lnTo>
                  <a:pt x="178584" y="99212"/>
                </a:lnTo>
                <a:lnTo>
                  <a:pt x="198425" y="110233"/>
                </a:lnTo>
                <a:lnTo>
                  <a:pt x="218265" y="121253"/>
                </a:lnTo>
                <a:lnTo>
                  <a:pt x="238115" y="132274"/>
                </a:lnTo>
                <a:lnTo>
                  <a:pt x="257956" y="142437"/>
                </a:lnTo>
                <a:lnTo>
                  <a:pt x="277797" y="131407"/>
                </a:lnTo>
                <a:lnTo>
                  <a:pt x="297637" y="120386"/>
                </a:lnTo>
                <a:lnTo>
                  <a:pt x="317478" y="109366"/>
                </a:lnTo>
                <a:lnTo>
                  <a:pt x="337328" y="98346"/>
                </a:lnTo>
                <a:lnTo>
                  <a:pt x="357168" y="87316"/>
                </a:lnTo>
                <a:lnTo>
                  <a:pt x="377009" y="76295"/>
                </a:lnTo>
                <a:lnTo>
                  <a:pt x="396850" y="65275"/>
                </a:lnTo>
                <a:lnTo>
                  <a:pt x="416700" y="54254"/>
                </a:lnTo>
                <a:lnTo>
                  <a:pt x="436540" y="43224"/>
                </a:lnTo>
                <a:lnTo>
                  <a:pt x="456381" y="32204"/>
                </a:lnTo>
                <a:lnTo>
                  <a:pt x="476221" y="21184"/>
                </a:lnTo>
                <a:lnTo>
                  <a:pt x="496062" y="10154"/>
                </a:lnTo>
                <a:lnTo>
                  <a:pt x="514350" y="1781"/>
                </a:lnTo>
                <a:lnTo>
                  <a:pt x="514350" y="24479"/>
                </a:lnTo>
                <a:lnTo>
                  <a:pt x="514350" y="47177"/>
                </a:lnTo>
                <a:lnTo>
                  <a:pt x="514350" y="69875"/>
                </a:lnTo>
                <a:lnTo>
                  <a:pt x="514350" y="92573"/>
                </a:lnTo>
                <a:lnTo>
                  <a:pt x="514350" y="115272"/>
                </a:lnTo>
                <a:lnTo>
                  <a:pt x="514350" y="137970"/>
                </a:lnTo>
                <a:lnTo>
                  <a:pt x="514350" y="160668"/>
                </a:lnTo>
                <a:lnTo>
                  <a:pt x="514350" y="183366"/>
                </a:lnTo>
                <a:lnTo>
                  <a:pt x="514350" y="206064"/>
                </a:lnTo>
                <a:lnTo>
                  <a:pt x="514350" y="228762"/>
                </a:lnTo>
                <a:lnTo>
                  <a:pt x="514350" y="251460"/>
                </a:lnTo>
                <a:lnTo>
                  <a:pt x="514350" y="274158"/>
                </a:lnTo>
                <a:lnTo>
                  <a:pt x="514350" y="296856"/>
                </a:lnTo>
                <a:lnTo>
                  <a:pt x="514350" y="319554"/>
                </a:lnTo>
                <a:lnTo>
                  <a:pt x="514350" y="342252"/>
                </a:lnTo>
                <a:lnTo>
                  <a:pt x="514350" y="364950"/>
                </a:lnTo>
                <a:lnTo>
                  <a:pt x="514350" y="387648"/>
                </a:lnTo>
                <a:lnTo>
                  <a:pt x="514350" y="410347"/>
                </a:lnTo>
                <a:lnTo>
                  <a:pt x="514350" y="433045"/>
                </a:lnTo>
                <a:lnTo>
                  <a:pt x="514350" y="455743"/>
                </a:lnTo>
                <a:lnTo>
                  <a:pt x="514350" y="478441"/>
                </a:lnTo>
                <a:lnTo>
                  <a:pt x="514350" y="501139"/>
                </a:lnTo>
                <a:lnTo>
                  <a:pt x="514350" y="523837"/>
                </a:lnTo>
                <a:lnTo>
                  <a:pt x="514350" y="546535"/>
                </a:lnTo>
                <a:lnTo>
                  <a:pt x="514350" y="569233"/>
                </a:lnTo>
                <a:lnTo>
                  <a:pt x="514350" y="591931"/>
                </a:lnTo>
                <a:lnTo>
                  <a:pt x="514350" y="614629"/>
                </a:lnTo>
                <a:lnTo>
                  <a:pt x="514350" y="637327"/>
                </a:lnTo>
                <a:lnTo>
                  <a:pt x="514350" y="660025"/>
                </a:lnTo>
                <a:lnTo>
                  <a:pt x="514350" y="682723"/>
                </a:lnTo>
                <a:lnTo>
                  <a:pt x="514350" y="705422"/>
                </a:lnTo>
                <a:lnTo>
                  <a:pt x="514350" y="728120"/>
                </a:lnTo>
                <a:lnTo>
                  <a:pt x="514350" y="750818"/>
                </a:lnTo>
                <a:lnTo>
                  <a:pt x="514350" y="773516"/>
                </a:lnTo>
                <a:lnTo>
                  <a:pt x="514350" y="796214"/>
                </a:lnTo>
                <a:lnTo>
                  <a:pt x="514350" y="818912"/>
                </a:lnTo>
                <a:lnTo>
                  <a:pt x="514350" y="841610"/>
                </a:lnTo>
                <a:lnTo>
                  <a:pt x="514350" y="864308"/>
                </a:lnTo>
                <a:lnTo>
                  <a:pt x="514350" y="887006"/>
                </a:lnTo>
                <a:lnTo>
                  <a:pt x="514350" y="909704"/>
                </a:lnTo>
                <a:lnTo>
                  <a:pt x="514350" y="932402"/>
                </a:lnTo>
                <a:lnTo>
                  <a:pt x="514350" y="955100"/>
                </a:lnTo>
                <a:lnTo>
                  <a:pt x="514350" y="977798"/>
                </a:lnTo>
                <a:lnTo>
                  <a:pt x="514350" y="1000496"/>
                </a:lnTo>
                <a:lnTo>
                  <a:pt x="514350" y="1023195"/>
                </a:lnTo>
                <a:lnTo>
                  <a:pt x="514350" y="1045893"/>
                </a:lnTo>
                <a:lnTo>
                  <a:pt x="514350" y="1068591"/>
                </a:lnTo>
                <a:lnTo>
                  <a:pt x="514350" y="1091289"/>
                </a:lnTo>
                <a:lnTo>
                  <a:pt x="514350" y="1113987"/>
                </a:lnTo>
                <a:lnTo>
                  <a:pt x="514350" y="1136685"/>
                </a:lnTo>
                <a:lnTo>
                  <a:pt x="514350" y="1159383"/>
                </a:lnTo>
                <a:lnTo>
                  <a:pt x="514350" y="1182081"/>
                </a:lnTo>
                <a:lnTo>
                  <a:pt x="514350" y="1204779"/>
                </a:lnTo>
                <a:lnTo>
                  <a:pt x="514350" y="1227477"/>
                </a:lnTo>
                <a:lnTo>
                  <a:pt x="514350" y="1250175"/>
                </a:lnTo>
                <a:lnTo>
                  <a:pt x="514350" y="1272873"/>
                </a:lnTo>
                <a:lnTo>
                  <a:pt x="514350" y="1295571"/>
                </a:lnTo>
                <a:lnTo>
                  <a:pt x="514350" y="1318270"/>
                </a:lnTo>
                <a:lnTo>
                  <a:pt x="514350" y="1340968"/>
                </a:lnTo>
                <a:lnTo>
                  <a:pt x="514350" y="1363666"/>
                </a:lnTo>
                <a:lnTo>
                  <a:pt x="514350" y="1386364"/>
                </a:lnTo>
                <a:lnTo>
                  <a:pt x="514350" y="1409062"/>
                </a:lnTo>
                <a:lnTo>
                  <a:pt x="514350" y="1431760"/>
                </a:lnTo>
                <a:lnTo>
                  <a:pt x="514350" y="1454458"/>
                </a:lnTo>
                <a:lnTo>
                  <a:pt x="514350" y="1477156"/>
                </a:lnTo>
                <a:lnTo>
                  <a:pt x="514350" y="1499854"/>
                </a:lnTo>
                <a:lnTo>
                  <a:pt x="514350" y="1522552"/>
                </a:lnTo>
                <a:lnTo>
                  <a:pt x="514350" y="1545250"/>
                </a:lnTo>
                <a:lnTo>
                  <a:pt x="514350" y="1567948"/>
                </a:lnTo>
                <a:lnTo>
                  <a:pt x="514350" y="1590646"/>
                </a:lnTo>
                <a:lnTo>
                  <a:pt x="514350" y="1613345"/>
                </a:lnTo>
                <a:lnTo>
                  <a:pt x="514350" y="1636033"/>
                </a:lnTo>
                <a:lnTo>
                  <a:pt x="514350" y="1658731"/>
                </a:lnTo>
                <a:lnTo>
                  <a:pt x="514350" y="1681429"/>
                </a:lnTo>
                <a:lnTo>
                  <a:pt x="514350" y="1704127"/>
                </a:lnTo>
                <a:lnTo>
                  <a:pt x="514350" y="1726825"/>
                </a:lnTo>
                <a:lnTo>
                  <a:pt x="514350" y="1749523"/>
                </a:lnTo>
                <a:lnTo>
                  <a:pt x="514350" y="1772222"/>
                </a:lnTo>
                <a:lnTo>
                  <a:pt x="514350" y="1794920"/>
                </a:lnTo>
                <a:lnTo>
                  <a:pt x="514350" y="1817618"/>
                </a:lnTo>
                <a:lnTo>
                  <a:pt x="514350" y="1840316"/>
                </a:lnTo>
                <a:lnTo>
                  <a:pt x="514350" y="1863014"/>
                </a:lnTo>
                <a:lnTo>
                  <a:pt x="514350" y="1885712"/>
                </a:lnTo>
                <a:lnTo>
                  <a:pt x="514350" y="1908410"/>
                </a:lnTo>
                <a:lnTo>
                  <a:pt x="514350" y="1931108"/>
                </a:lnTo>
                <a:lnTo>
                  <a:pt x="514350" y="1953806"/>
                </a:lnTo>
                <a:lnTo>
                  <a:pt x="514350" y="1976504"/>
                </a:lnTo>
                <a:lnTo>
                  <a:pt x="514350" y="1999202"/>
                </a:lnTo>
                <a:lnTo>
                  <a:pt x="514350" y="2021900"/>
                </a:lnTo>
                <a:lnTo>
                  <a:pt x="514350" y="2044598"/>
                </a:lnTo>
                <a:lnTo>
                  <a:pt x="514350" y="2067296"/>
                </a:lnTo>
                <a:lnTo>
                  <a:pt x="514350" y="2089995"/>
                </a:lnTo>
                <a:lnTo>
                  <a:pt x="514350" y="2112693"/>
                </a:lnTo>
                <a:lnTo>
                  <a:pt x="514350" y="2135391"/>
                </a:lnTo>
                <a:lnTo>
                  <a:pt x="494509" y="2146421"/>
                </a:lnTo>
                <a:lnTo>
                  <a:pt x="474669" y="2157441"/>
                </a:lnTo>
                <a:lnTo>
                  <a:pt x="454819" y="2168462"/>
                </a:lnTo>
                <a:lnTo>
                  <a:pt x="434978" y="2179482"/>
                </a:lnTo>
                <a:lnTo>
                  <a:pt x="415138" y="2190512"/>
                </a:lnTo>
                <a:lnTo>
                  <a:pt x="395297" y="2201532"/>
                </a:lnTo>
                <a:lnTo>
                  <a:pt x="375447" y="2212553"/>
                </a:lnTo>
                <a:lnTo>
                  <a:pt x="355606" y="2223583"/>
                </a:lnTo>
                <a:lnTo>
                  <a:pt x="335766" y="2234603"/>
                </a:lnTo>
                <a:lnTo>
                  <a:pt x="315925" y="2245624"/>
                </a:lnTo>
                <a:lnTo>
                  <a:pt x="296085" y="2256644"/>
                </a:lnTo>
                <a:lnTo>
                  <a:pt x="276235" y="2267674"/>
                </a:lnTo>
                <a:lnTo>
                  <a:pt x="256394" y="2277828"/>
                </a:lnTo>
                <a:lnTo>
                  <a:pt x="236553" y="2266807"/>
                </a:lnTo>
                <a:lnTo>
                  <a:pt x="216713" y="2255777"/>
                </a:lnTo>
                <a:lnTo>
                  <a:pt x="196872" y="2244757"/>
                </a:lnTo>
                <a:lnTo>
                  <a:pt x="177022" y="2233736"/>
                </a:lnTo>
                <a:lnTo>
                  <a:pt x="157182" y="2222716"/>
                </a:lnTo>
                <a:lnTo>
                  <a:pt x="137341" y="2211686"/>
                </a:lnTo>
                <a:lnTo>
                  <a:pt x="117500" y="2200666"/>
                </a:lnTo>
                <a:lnTo>
                  <a:pt x="97650" y="2189645"/>
                </a:lnTo>
                <a:lnTo>
                  <a:pt x="77810" y="2178625"/>
                </a:lnTo>
                <a:lnTo>
                  <a:pt x="57969" y="2167595"/>
                </a:lnTo>
                <a:lnTo>
                  <a:pt x="38129" y="2156574"/>
                </a:lnTo>
                <a:lnTo>
                  <a:pt x="18288" y="2145554"/>
                </a:lnTo>
                <a:lnTo>
                  <a:pt x="0" y="2133610"/>
                </a:lnTo>
                <a:lnTo>
                  <a:pt x="0" y="2110911"/>
                </a:lnTo>
                <a:lnTo>
                  <a:pt x="0" y="2088213"/>
                </a:lnTo>
                <a:lnTo>
                  <a:pt x="0" y="2065515"/>
                </a:lnTo>
                <a:lnTo>
                  <a:pt x="0" y="2042817"/>
                </a:lnTo>
                <a:lnTo>
                  <a:pt x="0" y="2020119"/>
                </a:lnTo>
                <a:lnTo>
                  <a:pt x="0" y="1997421"/>
                </a:lnTo>
                <a:lnTo>
                  <a:pt x="0" y="1974723"/>
                </a:lnTo>
                <a:lnTo>
                  <a:pt x="0" y="1952025"/>
                </a:lnTo>
                <a:lnTo>
                  <a:pt x="0" y="1929327"/>
                </a:lnTo>
                <a:lnTo>
                  <a:pt x="0" y="1906629"/>
                </a:lnTo>
                <a:lnTo>
                  <a:pt x="0" y="1883931"/>
                </a:lnTo>
                <a:lnTo>
                  <a:pt x="0" y="1861233"/>
                </a:lnTo>
                <a:lnTo>
                  <a:pt x="0" y="1838535"/>
                </a:lnTo>
                <a:lnTo>
                  <a:pt x="0" y="1815836"/>
                </a:lnTo>
                <a:lnTo>
                  <a:pt x="0" y="1793138"/>
                </a:lnTo>
                <a:lnTo>
                  <a:pt x="0" y="1770440"/>
                </a:lnTo>
                <a:lnTo>
                  <a:pt x="0" y="1747742"/>
                </a:lnTo>
                <a:lnTo>
                  <a:pt x="0" y="1725044"/>
                </a:lnTo>
                <a:lnTo>
                  <a:pt x="0" y="1702346"/>
                </a:lnTo>
                <a:lnTo>
                  <a:pt x="0" y="1679648"/>
                </a:lnTo>
                <a:lnTo>
                  <a:pt x="0" y="1656950"/>
                </a:lnTo>
                <a:lnTo>
                  <a:pt x="0" y="1634252"/>
                </a:lnTo>
                <a:lnTo>
                  <a:pt x="0" y="1611554"/>
                </a:lnTo>
                <a:lnTo>
                  <a:pt x="0" y="1588856"/>
                </a:lnTo>
                <a:lnTo>
                  <a:pt x="0" y="1566158"/>
                </a:lnTo>
                <a:lnTo>
                  <a:pt x="0" y="1543460"/>
                </a:lnTo>
                <a:lnTo>
                  <a:pt x="0" y="1520762"/>
                </a:lnTo>
                <a:lnTo>
                  <a:pt x="0" y="1498063"/>
                </a:lnTo>
                <a:lnTo>
                  <a:pt x="0" y="1475365"/>
                </a:lnTo>
                <a:lnTo>
                  <a:pt x="0" y="1452667"/>
                </a:lnTo>
                <a:lnTo>
                  <a:pt x="0" y="1429969"/>
                </a:lnTo>
                <a:lnTo>
                  <a:pt x="0" y="1407271"/>
                </a:lnTo>
                <a:lnTo>
                  <a:pt x="0" y="1384573"/>
                </a:lnTo>
                <a:lnTo>
                  <a:pt x="0" y="1361875"/>
                </a:lnTo>
                <a:lnTo>
                  <a:pt x="0" y="1339177"/>
                </a:lnTo>
                <a:lnTo>
                  <a:pt x="0" y="1316479"/>
                </a:lnTo>
                <a:lnTo>
                  <a:pt x="0" y="1293781"/>
                </a:lnTo>
                <a:lnTo>
                  <a:pt x="0" y="1271083"/>
                </a:lnTo>
                <a:lnTo>
                  <a:pt x="0" y="1248385"/>
                </a:lnTo>
                <a:lnTo>
                  <a:pt x="0" y="1225687"/>
                </a:lnTo>
                <a:lnTo>
                  <a:pt x="0" y="1202988"/>
                </a:lnTo>
                <a:lnTo>
                  <a:pt x="0" y="1180290"/>
                </a:lnTo>
                <a:lnTo>
                  <a:pt x="0" y="1157592"/>
                </a:lnTo>
                <a:lnTo>
                  <a:pt x="0" y="1134904"/>
                </a:lnTo>
                <a:lnTo>
                  <a:pt x="0" y="1112206"/>
                </a:lnTo>
                <a:lnTo>
                  <a:pt x="0" y="1089508"/>
                </a:lnTo>
                <a:lnTo>
                  <a:pt x="0" y="1066810"/>
                </a:lnTo>
                <a:lnTo>
                  <a:pt x="0" y="1044111"/>
                </a:lnTo>
                <a:lnTo>
                  <a:pt x="0" y="1021413"/>
                </a:lnTo>
                <a:lnTo>
                  <a:pt x="0" y="998715"/>
                </a:lnTo>
                <a:lnTo>
                  <a:pt x="0" y="976017"/>
                </a:lnTo>
                <a:lnTo>
                  <a:pt x="0" y="953319"/>
                </a:lnTo>
                <a:lnTo>
                  <a:pt x="0" y="930621"/>
                </a:lnTo>
                <a:lnTo>
                  <a:pt x="0" y="907923"/>
                </a:lnTo>
                <a:lnTo>
                  <a:pt x="0" y="885225"/>
                </a:lnTo>
                <a:lnTo>
                  <a:pt x="0" y="862527"/>
                </a:lnTo>
                <a:lnTo>
                  <a:pt x="0" y="839829"/>
                </a:lnTo>
                <a:lnTo>
                  <a:pt x="0" y="817131"/>
                </a:lnTo>
                <a:lnTo>
                  <a:pt x="0" y="794433"/>
                </a:lnTo>
                <a:lnTo>
                  <a:pt x="0" y="771735"/>
                </a:lnTo>
                <a:lnTo>
                  <a:pt x="0" y="749036"/>
                </a:lnTo>
                <a:lnTo>
                  <a:pt x="0" y="726338"/>
                </a:lnTo>
                <a:lnTo>
                  <a:pt x="0" y="703640"/>
                </a:lnTo>
                <a:lnTo>
                  <a:pt x="0" y="680942"/>
                </a:lnTo>
                <a:lnTo>
                  <a:pt x="0" y="658244"/>
                </a:lnTo>
                <a:lnTo>
                  <a:pt x="0" y="635546"/>
                </a:lnTo>
                <a:lnTo>
                  <a:pt x="0" y="612848"/>
                </a:lnTo>
                <a:lnTo>
                  <a:pt x="0" y="590150"/>
                </a:lnTo>
                <a:lnTo>
                  <a:pt x="0" y="567452"/>
                </a:lnTo>
                <a:lnTo>
                  <a:pt x="0" y="544754"/>
                </a:lnTo>
                <a:lnTo>
                  <a:pt x="0" y="522056"/>
                </a:lnTo>
                <a:lnTo>
                  <a:pt x="0" y="499358"/>
                </a:lnTo>
                <a:lnTo>
                  <a:pt x="0" y="476660"/>
                </a:lnTo>
                <a:lnTo>
                  <a:pt x="0" y="453961"/>
                </a:lnTo>
                <a:lnTo>
                  <a:pt x="0" y="431263"/>
                </a:lnTo>
                <a:lnTo>
                  <a:pt x="0" y="408565"/>
                </a:lnTo>
                <a:lnTo>
                  <a:pt x="0" y="385867"/>
                </a:lnTo>
                <a:lnTo>
                  <a:pt x="0" y="363169"/>
                </a:lnTo>
                <a:lnTo>
                  <a:pt x="0" y="340471"/>
                </a:lnTo>
                <a:lnTo>
                  <a:pt x="0" y="317773"/>
                </a:lnTo>
                <a:lnTo>
                  <a:pt x="0" y="295075"/>
                </a:lnTo>
                <a:lnTo>
                  <a:pt x="0" y="272377"/>
                </a:lnTo>
                <a:lnTo>
                  <a:pt x="0" y="249679"/>
                </a:lnTo>
                <a:lnTo>
                  <a:pt x="0" y="226981"/>
                </a:lnTo>
                <a:lnTo>
                  <a:pt x="0" y="204283"/>
                </a:lnTo>
                <a:lnTo>
                  <a:pt x="0" y="181585"/>
                </a:lnTo>
                <a:lnTo>
                  <a:pt x="0" y="158887"/>
                </a:lnTo>
                <a:lnTo>
                  <a:pt x="0" y="136188"/>
                </a:lnTo>
                <a:lnTo>
                  <a:pt x="0" y="113490"/>
                </a:lnTo>
                <a:lnTo>
                  <a:pt x="0" y="90792"/>
                </a:lnTo>
                <a:lnTo>
                  <a:pt x="0" y="68094"/>
                </a:lnTo>
                <a:lnTo>
                  <a:pt x="0" y="45396"/>
                </a:lnTo>
                <a:lnTo>
                  <a:pt x="0" y="22698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23" name="phase-title-1">
            <a:extLst xmlns:a="http://schemas.openxmlformats.org/drawingml/2006/main">
              <a:ext uri="{FF2B5EF4-FFF2-40B4-BE49-F238E27FC236}">
                <a16:creationId xmlns:a16="http://schemas.microsoft.com/office/drawing/2014/main" id="{646A0B8A-CC25-4A6F-ADAA-62C3D9BEF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4600280"/>
            <a:ext cx="1428750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培育与转化</a:t>
            </a:r>
          </a:p>
        </p:txBody>
      </p:sp>
      <p:sp>
        <p:nvSpPr>
          <p:cNvPr id="24" name="phase-body-1">
            <a:extLst xmlns:a="http://schemas.openxmlformats.org/drawingml/2006/main">
              <a:ext uri="{FF2B5EF4-FFF2-40B4-BE49-F238E27FC236}">
                <a16:creationId xmlns:a16="http://schemas.microsoft.com/office/drawing/2014/main" id="{BDDE7F45-91AA-426C-A6AD-3B2804AD3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4954486"/>
            <a:ext cx="1428750" cy="587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让有效意向沉</a:t>
            </a:r>
          </a:p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淀为长期价值</a:t>
            </a:r>
          </a:p>
        </p:txBody>
      </p:sp>
      <p:sp>
        <p:nvSpPr>
          <p:cNvPr id="25" name="action-icon-shell-1-0">
            <a:extLst xmlns:a="http://schemas.openxmlformats.org/drawingml/2006/main">
              <a:ext uri="{FF2B5EF4-FFF2-40B4-BE49-F238E27FC236}">
                <a16:creationId xmlns:a16="http://schemas.microsoft.com/office/drawing/2014/main" id="{9669A96C-7031-4A7F-8D94-997E9CB82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4899574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8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db20f8c68c045e2">
            <a:extLst>
              <a:ext uri="{96DAC541-7B7A-43D3-8B79-37D633B846F1}">
                <asvg:svgBlip xmlns:asvg="http://schemas.microsoft.com/office/drawing/2016/SVG/main" r:embed="Rb219b59757f64c7c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4975774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27" name="action-title-1-0">
            <a:extLst xmlns:a="http://schemas.openxmlformats.org/drawingml/2006/main">
              <a:ext uri="{FF2B5EF4-FFF2-40B4-BE49-F238E27FC236}">
                <a16:creationId xmlns:a16="http://schemas.microsoft.com/office/drawing/2014/main" id="{C3650AAC-9B9A-41E4-8CE3-4879F61D1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4838548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数据打通</a:t>
            </a:r>
          </a:p>
        </p:txBody>
      </p:sp>
      <p:sp>
        <p:nvSpPr>
          <p:cNvPr id="28" name="action-body-1-0">
            <a:extLst xmlns:a="http://schemas.openxmlformats.org/drawingml/2006/main">
              <a:ext uri="{FF2B5EF4-FFF2-40B4-BE49-F238E27FC236}">
                <a16:creationId xmlns:a16="http://schemas.microsoft.com/office/drawing/2014/main" id="{1A897145-EA72-4785-831B-AE9B92FC9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5067148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统一分析对象</a:t>
            </a:r>
          </a:p>
        </p:txBody>
      </p:sp>
      <p:sp>
        <p:nvSpPr>
          <p:cNvPr id="29" name="action-icon-shell-1-1">
            <a:extLst xmlns:a="http://schemas.openxmlformats.org/drawingml/2006/main">
              <a:ext uri="{FF2B5EF4-FFF2-40B4-BE49-F238E27FC236}">
                <a16:creationId xmlns:a16="http://schemas.microsoft.com/office/drawing/2014/main" id="{BDC59A1D-4EB4-495C-A36F-357024543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4899574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9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ec81ecdf8d845a5">
            <a:extLst>
              <a:ext uri="{96DAC541-7B7A-43D3-8B79-37D633B846F1}">
                <asvg:svgBlip xmlns:asvg="http://schemas.microsoft.com/office/drawing/2016/SVG/main" r:embed="R7a000a093b214109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4975774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31" name="action-title-1-1">
            <a:extLst xmlns:a="http://schemas.openxmlformats.org/drawingml/2006/main">
              <a:ext uri="{FF2B5EF4-FFF2-40B4-BE49-F238E27FC236}">
                <a16:creationId xmlns:a16="http://schemas.microsoft.com/office/drawing/2014/main" id="{01797C70-0DF2-44D0-B011-B0212A4F6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4838548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自动分群</a:t>
            </a:r>
          </a:p>
        </p:txBody>
      </p:sp>
      <p:sp>
        <p:nvSpPr>
          <p:cNvPr id="32" name="action-body-1-1">
            <a:extLst xmlns:a="http://schemas.openxmlformats.org/drawingml/2006/main">
              <a:ext uri="{FF2B5EF4-FFF2-40B4-BE49-F238E27FC236}">
                <a16:creationId xmlns:a16="http://schemas.microsoft.com/office/drawing/2014/main" id="{D574F398-2EE9-4A92-817E-1B9C402F2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5067148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指导持续运营</a:t>
            </a:r>
          </a:p>
        </p:txBody>
      </p:sp>
      <p:sp>
        <p:nvSpPr>
          <p:cNvPr id="33" name="funnel-step-body-0">
            <a:extLst xmlns:a="http://schemas.openxmlformats.org/drawingml/2006/main">
              <a:ext uri="{FF2B5EF4-FFF2-40B4-BE49-F238E27FC236}">
                <a16:creationId xmlns:a16="http://schemas.microsoft.com/office/drawing/2014/main" id="{31449D21-D64A-4B71-BB29-DB95AADE2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52750" y="2514600"/>
            <a:ext cx="3327997" cy="627078"/>
          </a:xfrm>
          <a:custGeom xmlns:a="http://schemas.openxmlformats.org/drawingml/2006/main">
            <a:pathLst>
              <a:path w="3327997" h="627078">
                <a:moveTo>
                  <a:pt x="0" y="0"/>
                </a:moveTo>
                <a:lnTo>
                  <a:pt x="15573" y="26270"/>
                </a:lnTo>
                <a:lnTo>
                  <a:pt x="31156" y="52549"/>
                </a:lnTo>
                <a:lnTo>
                  <a:pt x="46730" y="78819"/>
                </a:lnTo>
                <a:lnTo>
                  <a:pt x="62313" y="105099"/>
                </a:lnTo>
                <a:lnTo>
                  <a:pt x="77886" y="131369"/>
                </a:lnTo>
                <a:lnTo>
                  <a:pt x="93459" y="157639"/>
                </a:lnTo>
                <a:lnTo>
                  <a:pt x="109042" y="183918"/>
                </a:lnTo>
                <a:lnTo>
                  <a:pt x="124616" y="210188"/>
                </a:lnTo>
                <a:lnTo>
                  <a:pt x="140198" y="236468"/>
                </a:lnTo>
                <a:lnTo>
                  <a:pt x="155772" y="262738"/>
                </a:lnTo>
                <a:lnTo>
                  <a:pt x="171345" y="289008"/>
                </a:lnTo>
                <a:lnTo>
                  <a:pt x="186928" y="315287"/>
                </a:lnTo>
                <a:lnTo>
                  <a:pt x="202502" y="341557"/>
                </a:lnTo>
                <a:lnTo>
                  <a:pt x="218084" y="367836"/>
                </a:lnTo>
                <a:lnTo>
                  <a:pt x="233658" y="394106"/>
                </a:lnTo>
                <a:lnTo>
                  <a:pt x="249231" y="420376"/>
                </a:lnTo>
                <a:lnTo>
                  <a:pt x="264814" y="446656"/>
                </a:lnTo>
                <a:lnTo>
                  <a:pt x="280387" y="472926"/>
                </a:lnTo>
                <a:lnTo>
                  <a:pt x="295970" y="499205"/>
                </a:lnTo>
                <a:lnTo>
                  <a:pt x="311544" y="525475"/>
                </a:lnTo>
                <a:lnTo>
                  <a:pt x="327117" y="551745"/>
                </a:lnTo>
                <a:lnTo>
                  <a:pt x="350701" y="568690"/>
                </a:lnTo>
                <a:lnTo>
                  <a:pt x="380333" y="576043"/>
                </a:lnTo>
                <a:lnTo>
                  <a:pt x="410423" y="581292"/>
                </a:lnTo>
                <a:lnTo>
                  <a:pt x="440674" y="585511"/>
                </a:lnTo>
                <a:lnTo>
                  <a:pt x="471011" y="589074"/>
                </a:lnTo>
                <a:lnTo>
                  <a:pt x="501396" y="592188"/>
                </a:lnTo>
                <a:lnTo>
                  <a:pt x="531809" y="594951"/>
                </a:lnTo>
                <a:lnTo>
                  <a:pt x="562251" y="597446"/>
                </a:lnTo>
                <a:lnTo>
                  <a:pt x="592712" y="599713"/>
                </a:lnTo>
                <a:lnTo>
                  <a:pt x="623192" y="601780"/>
                </a:lnTo>
                <a:lnTo>
                  <a:pt x="653672" y="603704"/>
                </a:lnTo>
                <a:lnTo>
                  <a:pt x="684162" y="605485"/>
                </a:lnTo>
                <a:lnTo>
                  <a:pt x="714661" y="607133"/>
                </a:lnTo>
                <a:lnTo>
                  <a:pt x="745169" y="608686"/>
                </a:lnTo>
                <a:lnTo>
                  <a:pt x="775678" y="610124"/>
                </a:lnTo>
                <a:lnTo>
                  <a:pt x="806196" y="611467"/>
                </a:lnTo>
                <a:lnTo>
                  <a:pt x="836714" y="612734"/>
                </a:lnTo>
                <a:lnTo>
                  <a:pt x="867232" y="613924"/>
                </a:lnTo>
                <a:lnTo>
                  <a:pt x="897760" y="615039"/>
                </a:lnTo>
                <a:lnTo>
                  <a:pt x="928287" y="616087"/>
                </a:lnTo>
                <a:lnTo>
                  <a:pt x="958815" y="617068"/>
                </a:lnTo>
                <a:lnTo>
                  <a:pt x="989343" y="617992"/>
                </a:lnTo>
                <a:lnTo>
                  <a:pt x="1019870" y="618858"/>
                </a:lnTo>
                <a:lnTo>
                  <a:pt x="1050407" y="619677"/>
                </a:lnTo>
                <a:lnTo>
                  <a:pt x="1080945" y="620439"/>
                </a:lnTo>
                <a:lnTo>
                  <a:pt x="1111482" y="621154"/>
                </a:lnTo>
                <a:lnTo>
                  <a:pt x="1142019" y="621821"/>
                </a:lnTo>
                <a:lnTo>
                  <a:pt x="1172556" y="622440"/>
                </a:lnTo>
                <a:lnTo>
                  <a:pt x="1203093" y="623021"/>
                </a:lnTo>
                <a:lnTo>
                  <a:pt x="1233630" y="623554"/>
                </a:lnTo>
                <a:lnTo>
                  <a:pt x="1264177" y="624049"/>
                </a:lnTo>
                <a:lnTo>
                  <a:pt x="1294714" y="624497"/>
                </a:lnTo>
                <a:lnTo>
                  <a:pt x="1325251" y="624916"/>
                </a:lnTo>
                <a:lnTo>
                  <a:pt x="1355798" y="625288"/>
                </a:lnTo>
                <a:lnTo>
                  <a:pt x="1386335" y="625631"/>
                </a:lnTo>
                <a:lnTo>
                  <a:pt x="1416882" y="625926"/>
                </a:lnTo>
                <a:lnTo>
                  <a:pt x="1447429" y="626193"/>
                </a:lnTo>
                <a:lnTo>
                  <a:pt x="1477966" y="626421"/>
                </a:lnTo>
                <a:lnTo>
                  <a:pt x="1508512" y="626621"/>
                </a:lnTo>
                <a:lnTo>
                  <a:pt x="1539059" y="626783"/>
                </a:lnTo>
                <a:lnTo>
                  <a:pt x="1569606" y="626907"/>
                </a:lnTo>
                <a:lnTo>
                  <a:pt x="1600143" y="626993"/>
                </a:lnTo>
                <a:lnTo>
                  <a:pt x="1630690" y="627050"/>
                </a:lnTo>
                <a:lnTo>
                  <a:pt x="1661236" y="627078"/>
                </a:lnTo>
                <a:lnTo>
                  <a:pt x="1691783" y="627059"/>
                </a:lnTo>
                <a:lnTo>
                  <a:pt x="1722320" y="627021"/>
                </a:lnTo>
                <a:lnTo>
                  <a:pt x="1752867" y="626945"/>
                </a:lnTo>
                <a:lnTo>
                  <a:pt x="1783413" y="626831"/>
                </a:lnTo>
                <a:lnTo>
                  <a:pt x="1813951" y="626678"/>
                </a:lnTo>
                <a:lnTo>
                  <a:pt x="1844497" y="626497"/>
                </a:lnTo>
                <a:lnTo>
                  <a:pt x="1875044" y="626278"/>
                </a:lnTo>
                <a:lnTo>
                  <a:pt x="1905581" y="626031"/>
                </a:lnTo>
                <a:lnTo>
                  <a:pt x="1936128" y="625735"/>
                </a:lnTo>
                <a:lnTo>
                  <a:pt x="1966674" y="625412"/>
                </a:lnTo>
                <a:lnTo>
                  <a:pt x="1997212" y="625050"/>
                </a:lnTo>
                <a:lnTo>
                  <a:pt x="2027758" y="624650"/>
                </a:lnTo>
                <a:lnTo>
                  <a:pt x="2058295" y="624211"/>
                </a:lnTo>
                <a:lnTo>
                  <a:pt x="2088833" y="623735"/>
                </a:lnTo>
                <a:lnTo>
                  <a:pt x="2119379" y="623221"/>
                </a:lnTo>
                <a:lnTo>
                  <a:pt x="2149916" y="622659"/>
                </a:lnTo>
                <a:lnTo>
                  <a:pt x="2180453" y="622049"/>
                </a:lnTo>
                <a:lnTo>
                  <a:pt x="2210991" y="621401"/>
                </a:lnTo>
                <a:lnTo>
                  <a:pt x="2241528" y="620706"/>
                </a:lnTo>
                <a:lnTo>
                  <a:pt x="2272065" y="619963"/>
                </a:lnTo>
                <a:lnTo>
                  <a:pt x="2302593" y="619173"/>
                </a:lnTo>
                <a:lnTo>
                  <a:pt x="2333130" y="618325"/>
                </a:lnTo>
                <a:lnTo>
                  <a:pt x="2363657" y="617420"/>
                </a:lnTo>
                <a:lnTo>
                  <a:pt x="2394194" y="616458"/>
                </a:lnTo>
                <a:lnTo>
                  <a:pt x="2424713" y="615429"/>
                </a:lnTo>
                <a:lnTo>
                  <a:pt x="2455240" y="614343"/>
                </a:lnTo>
                <a:lnTo>
                  <a:pt x="2485768" y="613181"/>
                </a:lnTo>
                <a:lnTo>
                  <a:pt x="2516286" y="611953"/>
                </a:lnTo>
                <a:lnTo>
                  <a:pt x="2546795" y="610629"/>
                </a:lnTo>
                <a:lnTo>
                  <a:pt x="2577313" y="609219"/>
                </a:lnTo>
                <a:lnTo>
                  <a:pt x="2607821" y="607724"/>
                </a:lnTo>
                <a:lnTo>
                  <a:pt x="2638320" y="606104"/>
                </a:lnTo>
                <a:lnTo>
                  <a:pt x="2668819" y="604371"/>
                </a:lnTo>
                <a:lnTo>
                  <a:pt x="2699299" y="602513"/>
                </a:lnTo>
                <a:lnTo>
                  <a:pt x="2729779" y="600504"/>
                </a:lnTo>
                <a:lnTo>
                  <a:pt x="2760250" y="598303"/>
                </a:lnTo>
                <a:lnTo>
                  <a:pt x="2790692" y="595903"/>
                </a:lnTo>
                <a:lnTo>
                  <a:pt x="2821124" y="593246"/>
                </a:lnTo>
                <a:lnTo>
                  <a:pt x="2851518" y="590274"/>
                </a:lnTo>
                <a:lnTo>
                  <a:pt x="2881874" y="586892"/>
                </a:lnTo>
                <a:lnTo>
                  <a:pt x="2912164" y="582940"/>
                </a:lnTo>
                <a:lnTo>
                  <a:pt x="2942330" y="578148"/>
                </a:lnTo>
                <a:lnTo>
                  <a:pt x="2972200" y="571795"/>
                </a:lnTo>
                <a:lnTo>
                  <a:pt x="3000566" y="560870"/>
                </a:lnTo>
                <a:lnTo>
                  <a:pt x="3016453" y="535181"/>
                </a:lnTo>
                <a:lnTo>
                  <a:pt x="3032027" y="508911"/>
                </a:lnTo>
                <a:lnTo>
                  <a:pt x="3047609" y="482632"/>
                </a:lnTo>
                <a:lnTo>
                  <a:pt x="3063183" y="456362"/>
                </a:lnTo>
                <a:lnTo>
                  <a:pt x="3078756" y="430092"/>
                </a:lnTo>
                <a:lnTo>
                  <a:pt x="3094339" y="403812"/>
                </a:lnTo>
                <a:lnTo>
                  <a:pt x="3109913" y="377542"/>
                </a:lnTo>
                <a:lnTo>
                  <a:pt x="3125495" y="351263"/>
                </a:lnTo>
                <a:lnTo>
                  <a:pt x="3141069" y="324993"/>
                </a:lnTo>
                <a:lnTo>
                  <a:pt x="3156642" y="298714"/>
                </a:lnTo>
                <a:lnTo>
                  <a:pt x="3172225" y="272444"/>
                </a:lnTo>
                <a:lnTo>
                  <a:pt x="3187798" y="246174"/>
                </a:lnTo>
                <a:lnTo>
                  <a:pt x="3203381" y="219894"/>
                </a:lnTo>
                <a:lnTo>
                  <a:pt x="3218955" y="193624"/>
                </a:lnTo>
                <a:lnTo>
                  <a:pt x="3234528" y="167354"/>
                </a:lnTo>
                <a:lnTo>
                  <a:pt x="3250111" y="141075"/>
                </a:lnTo>
                <a:lnTo>
                  <a:pt x="3265684" y="114805"/>
                </a:lnTo>
                <a:lnTo>
                  <a:pt x="3281267" y="88525"/>
                </a:lnTo>
                <a:lnTo>
                  <a:pt x="3296841" y="62255"/>
                </a:lnTo>
                <a:lnTo>
                  <a:pt x="3312414" y="35985"/>
                </a:lnTo>
                <a:lnTo>
                  <a:pt x="3327997" y="9706"/>
                </a:lnTo>
                <a:lnTo>
                  <a:pt x="3319005" y="10963"/>
                </a:lnTo>
                <a:lnTo>
                  <a:pt x="3289468" y="18612"/>
                </a:lnTo>
                <a:lnTo>
                  <a:pt x="3259360" y="23746"/>
                </a:lnTo>
                <a:lnTo>
                  <a:pt x="3229089" y="27813"/>
                </a:lnTo>
                <a:lnTo>
                  <a:pt x="3198733" y="31223"/>
                </a:lnTo>
                <a:lnTo>
                  <a:pt x="3168329" y="34195"/>
                </a:lnTo>
                <a:lnTo>
                  <a:pt x="3137906" y="36833"/>
                </a:lnTo>
                <a:lnTo>
                  <a:pt x="3107455" y="39224"/>
                </a:lnTo>
                <a:lnTo>
                  <a:pt x="3076985" y="41396"/>
                </a:lnTo>
                <a:lnTo>
                  <a:pt x="3046505" y="43405"/>
                </a:lnTo>
                <a:lnTo>
                  <a:pt x="3016025" y="45263"/>
                </a:lnTo>
                <a:lnTo>
                  <a:pt x="2985526" y="46987"/>
                </a:lnTo>
                <a:lnTo>
                  <a:pt x="2955026" y="48606"/>
                </a:lnTo>
                <a:lnTo>
                  <a:pt x="2924518" y="50121"/>
                </a:lnTo>
                <a:lnTo>
                  <a:pt x="2894009" y="51549"/>
                </a:lnTo>
                <a:lnTo>
                  <a:pt x="2863491" y="52892"/>
                </a:lnTo>
                <a:lnTo>
                  <a:pt x="2832973" y="54169"/>
                </a:lnTo>
                <a:lnTo>
                  <a:pt x="2802455" y="55369"/>
                </a:lnTo>
                <a:lnTo>
                  <a:pt x="2771927" y="56512"/>
                </a:lnTo>
                <a:lnTo>
                  <a:pt x="2741409" y="57588"/>
                </a:lnTo>
                <a:lnTo>
                  <a:pt x="2710882" y="58617"/>
                </a:lnTo>
                <a:lnTo>
                  <a:pt x="2680354" y="59598"/>
                </a:lnTo>
                <a:lnTo>
                  <a:pt x="2649817" y="60522"/>
                </a:lnTo>
                <a:lnTo>
                  <a:pt x="2619289" y="61408"/>
                </a:lnTo>
                <a:lnTo>
                  <a:pt x="2588752" y="62246"/>
                </a:lnTo>
                <a:lnTo>
                  <a:pt x="2558225" y="63046"/>
                </a:lnTo>
                <a:lnTo>
                  <a:pt x="2527687" y="63808"/>
                </a:lnTo>
                <a:lnTo>
                  <a:pt x="2497150" y="64522"/>
                </a:lnTo>
                <a:lnTo>
                  <a:pt x="2466613" y="65208"/>
                </a:lnTo>
                <a:lnTo>
                  <a:pt x="2436076" y="65856"/>
                </a:lnTo>
                <a:lnTo>
                  <a:pt x="2405539" y="66475"/>
                </a:lnTo>
                <a:lnTo>
                  <a:pt x="2375002" y="67066"/>
                </a:lnTo>
                <a:lnTo>
                  <a:pt x="2344464" y="67618"/>
                </a:lnTo>
                <a:lnTo>
                  <a:pt x="2313918" y="68151"/>
                </a:lnTo>
                <a:lnTo>
                  <a:pt x="2283381" y="68647"/>
                </a:lnTo>
                <a:lnTo>
                  <a:pt x="2252843" y="69104"/>
                </a:lnTo>
                <a:lnTo>
                  <a:pt x="2222297" y="69552"/>
                </a:lnTo>
                <a:lnTo>
                  <a:pt x="2191760" y="69961"/>
                </a:lnTo>
                <a:lnTo>
                  <a:pt x="2161213" y="70352"/>
                </a:lnTo>
                <a:lnTo>
                  <a:pt x="2130676" y="70714"/>
                </a:lnTo>
                <a:lnTo>
                  <a:pt x="2100129" y="71047"/>
                </a:lnTo>
                <a:lnTo>
                  <a:pt x="2069592" y="71352"/>
                </a:lnTo>
                <a:lnTo>
                  <a:pt x="2039045" y="71638"/>
                </a:lnTo>
                <a:lnTo>
                  <a:pt x="2008499" y="71904"/>
                </a:lnTo>
                <a:lnTo>
                  <a:pt x="1977962" y="72152"/>
                </a:lnTo>
                <a:lnTo>
                  <a:pt x="1947415" y="72361"/>
                </a:lnTo>
                <a:lnTo>
                  <a:pt x="1916868" y="72552"/>
                </a:lnTo>
                <a:lnTo>
                  <a:pt x="1886331" y="72714"/>
                </a:lnTo>
                <a:lnTo>
                  <a:pt x="1855784" y="72857"/>
                </a:lnTo>
                <a:lnTo>
                  <a:pt x="1825238" y="73000"/>
                </a:lnTo>
                <a:lnTo>
                  <a:pt x="1794691" y="73085"/>
                </a:lnTo>
                <a:lnTo>
                  <a:pt x="1764154" y="73171"/>
                </a:lnTo>
                <a:lnTo>
                  <a:pt x="1733607" y="73238"/>
                </a:lnTo>
                <a:lnTo>
                  <a:pt x="1703060" y="73266"/>
                </a:lnTo>
                <a:lnTo>
                  <a:pt x="1672514" y="73285"/>
                </a:lnTo>
                <a:lnTo>
                  <a:pt x="1641977" y="73276"/>
                </a:lnTo>
                <a:lnTo>
                  <a:pt x="1611430" y="73247"/>
                </a:lnTo>
                <a:lnTo>
                  <a:pt x="1580883" y="73200"/>
                </a:lnTo>
                <a:lnTo>
                  <a:pt x="1550337" y="73114"/>
                </a:lnTo>
                <a:lnTo>
                  <a:pt x="1519799" y="73038"/>
                </a:lnTo>
                <a:lnTo>
                  <a:pt x="1489253" y="72914"/>
                </a:lnTo>
                <a:lnTo>
                  <a:pt x="1458706" y="72771"/>
                </a:lnTo>
                <a:lnTo>
                  <a:pt x="1428159" y="72619"/>
                </a:lnTo>
                <a:lnTo>
                  <a:pt x="1397622" y="72438"/>
                </a:lnTo>
                <a:lnTo>
                  <a:pt x="1367076" y="72228"/>
                </a:lnTo>
                <a:lnTo>
                  <a:pt x="1336529" y="71999"/>
                </a:lnTo>
                <a:lnTo>
                  <a:pt x="1305992" y="71742"/>
                </a:lnTo>
                <a:lnTo>
                  <a:pt x="1275445" y="71466"/>
                </a:lnTo>
                <a:lnTo>
                  <a:pt x="1244908" y="71161"/>
                </a:lnTo>
                <a:lnTo>
                  <a:pt x="1214361" y="70837"/>
                </a:lnTo>
                <a:lnTo>
                  <a:pt x="1183815" y="70485"/>
                </a:lnTo>
                <a:lnTo>
                  <a:pt x="1153277" y="70104"/>
                </a:lnTo>
                <a:lnTo>
                  <a:pt x="1122731" y="69704"/>
                </a:lnTo>
                <a:lnTo>
                  <a:pt x="1092194" y="69275"/>
                </a:lnTo>
                <a:lnTo>
                  <a:pt x="1061657" y="68818"/>
                </a:lnTo>
                <a:lnTo>
                  <a:pt x="1031110" y="68332"/>
                </a:lnTo>
                <a:lnTo>
                  <a:pt x="1000573" y="67818"/>
                </a:lnTo>
                <a:lnTo>
                  <a:pt x="970036" y="67275"/>
                </a:lnTo>
                <a:lnTo>
                  <a:pt x="939498" y="66704"/>
                </a:lnTo>
                <a:lnTo>
                  <a:pt x="908952" y="66094"/>
                </a:lnTo>
                <a:lnTo>
                  <a:pt x="878415" y="65456"/>
                </a:lnTo>
                <a:lnTo>
                  <a:pt x="847877" y="64780"/>
                </a:lnTo>
                <a:lnTo>
                  <a:pt x="817340" y="64075"/>
                </a:lnTo>
                <a:lnTo>
                  <a:pt x="786813" y="63322"/>
                </a:lnTo>
                <a:lnTo>
                  <a:pt x="756275" y="62541"/>
                </a:lnTo>
                <a:lnTo>
                  <a:pt x="725738" y="61722"/>
                </a:lnTo>
                <a:lnTo>
                  <a:pt x="695211" y="60855"/>
                </a:lnTo>
                <a:lnTo>
                  <a:pt x="664683" y="59941"/>
                </a:lnTo>
                <a:lnTo>
                  <a:pt x="634146" y="58988"/>
                </a:lnTo>
                <a:lnTo>
                  <a:pt x="603618" y="57979"/>
                </a:lnTo>
                <a:lnTo>
                  <a:pt x="573100" y="56912"/>
                </a:lnTo>
                <a:lnTo>
                  <a:pt x="542573" y="55797"/>
                </a:lnTo>
                <a:lnTo>
                  <a:pt x="512054" y="54616"/>
                </a:lnTo>
                <a:lnTo>
                  <a:pt x="481536" y="53369"/>
                </a:lnTo>
                <a:lnTo>
                  <a:pt x="451018" y="52054"/>
                </a:lnTo>
                <a:lnTo>
                  <a:pt x="420500" y="50654"/>
                </a:lnTo>
                <a:lnTo>
                  <a:pt x="389992" y="49178"/>
                </a:lnTo>
                <a:lnTo>
                  <a:pt x="359493" y="47596"/>
                </a:lnTo>
                <a:lnTo>
                  <a:pt x="328994" y="45911"/>
                </a:lnTo>
                <a:lnTo>
                  <a:pt x="298504" y="44110"/>
                </a:lnTo>
                <a:lnTo>
                  <a:pt x="268024" y="42158"/>
                </a:lnTo>
                <a:lnTo>
                  <a:pt x="237554" y="40043"/>
                </a:lnTo>
                <a:lnTo>
                  <a:pt x="207093" y="37748"/>
                </a:lnTo>
                <a:lnTo>
                  <a:pt x="176651" y="35204"/>
                </a:lnTo>
                <a:lnTo>
                  <a:pt x="146247" y="32366"/>
                </a:lnTo>
                <a:lnTo>
                  <a:pt x="115872" y="29127"/>
                </a:lnTo>
                <a:lnTo>
                  <a:pt x="85563" y="25337"/>
                </a:lnTo>
                <a:lnTo>
                  <a:pt x="55378" y="20679"/>
                </a:lnTo>
                <a:lnTo>
                  <a:pt x="25517" y="14297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34" name="funnel-step-cap-0">
            <a:extLst xmlns:a="http://schemas.openxmlformats.org/drawingml/2006/main">
              <a:ext uri="{FF2B5EF4-FFF2-40B4-BE49-F238E27FC236}">
                <a16:creationId xmlns:a16="http://schemas.microsoft.com/office/drawing/2014/main" id="{A7FD54C4-8E95-4E4E-992F-8624AC995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52750" y="2410358"/>
            <a:ext cx="3333750" cy="2084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35" name="funnel-step-body-1">
            <a:extLst xmlns:a="http://schemas.openxmlformats.org/drawingml/2006/main">
              <a:ext uri="{FF2B5EF4-FFF2-40B4-BE49-F238E27FC236}">
                <a16:creationId xmlns:a16="http://schemas.microsoft.com/office/drawing/2014/main" id="{9B775BAC-C4EC-4291-95A6-6AE650352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281077" y="3242310"/>
            <a:ext cx="2676249" cy="627078"/>
          </a:xfrm>
          <a:custGeom xmlns:a="http://schemas.openxmlformats.org/drawingml/2006/main">
            <a:pathLst>
              <a:path w="2676249" h="627078">
                <a:moveTo>
                  <a:pt x="0" y="0"/>
                </a:moveTo>
                <a:lnTo>
                  <a:pt x="10516" y="23165"/>
                </a:lnTo>
                <a:lnTo>
                  <a:pt x="21022" y="46330"/>
                </a:lnTo>
                <a:lnTo>
                  <a:pt x="31537" y="69494"/>
                </a:lnTo>
                <a:lnTo>
                  <a:pt x="42043" y="92659"/>
                </a:lnTo>
                <a:lnTo>
                  <a:pt x="52559" y="115824"/>
                </a:lnTo>
                <a:lnTo>
                  <a:pt x="63065" y="138998"/>
                </a:lnTo>
                <a:lnTo>
                  <a:pt x="73581" y="162163"/>
                </a:lnTo>
                <a:lnTo>
                  <a:pt x="84087" y="185328"/>
                </a:lnTo>
                <a:lnTo>
                  <a:pt x="94602" y="208493"/>
                </a:lnTo>
                <a:lnTo>
                  <a:pt x="105108" y="231658"/>
                </a:lnTo>
                <a:lnTo>
                  <a:pt x="115624" y="254822"/>
                </a:lnTo>
                <a:lnTo>
                  <a:pt x="126130" y="277987"/>
                </a:lnTo>
                <a:lnTo>
                  <a:pt x="136646" y="301152"/>
                </a:lnTo>
                <a:lnTo>
                  <a:pt x="147152" y="324317"/>
                </a:lnTo>
                <a:lnTo>
                  <a:pt x="157667" y="347482"/>
                </a:lnTo>
                <a:lnTo>
                  <a:pt x="168173" y="370656"/>
                </a:lnTo>
                <a:lnTo>
                  <a:pt x="178689" y="393821"/>
                </a:lnTo>
                <a:lnTo>
                  <a:pt x="189195" y="416985"/>
                </a:lnTo>
                <a:lnTo>
                  <a:pt x="199711" y="440150"/>
                </a:lnTo>
                <a:lnTo>
                  <a:pt x="210217" y="463315"/>
                </a:lnTo>
                <a:lnTo>
                  <a:pt x="220732" y="486480"/>
                </a:lnTo>
                <a:lnTo>
                  <a:pt x="231238" y="509645"/>
                </a:lnTo>
                <a:lnTo>
                  <a:pt x="241754" y="532809"/>
                </a:lnTo>
                <a:lnTo>
                  <a:pt x="251698" y="556146"/>
                </a:lnTo>
                <a:lnTo>
                  <a:pt x="272405" y="569814"/>
                </a:lnTo>
                <a:lnTo>
                  <a:pt x="296847" y="576853"/>
                </a:lnTo>
                <a:lnTo>
                  <a:pt x="321755" y="581997"/>
                </a:lnTo>
                <a:lnTo>
                  <a:pt x="346843" y="586169"/>
                </a:lnTo>
                <a:lnTo>
                  <a:pt x="372037" y="589721"/>
                </a:lnTo>
                <a:lnTo>
                  <a:pt x="397278" y="592817"/>
                </a:lnTo>
                <a:lnTo>
                  <a:pt x="422567" y="595579"/>
                </a:lnTo>
                <a:lnTo>
                  <a:pt x="447885" y="598065"/>
                </a:lnTo>
                <a:lnTo>
                  <a:pt x="473221" y="600332"/>
                </a:lnTo>
                <a:lnTo>
                  <a:pt x="498577" y="602409"/>
                </a:lnTo>
                <a:lnTo>
                  <a:pt x="523942" y="604323"/>
                </a:lnTo>
                <a:lnTo>
                  <a:pt x="549326" y="606095"/>
                </a:lnTo>
                <a:lnTo>
                  <a:pt x="574710" y="607752"/>
                </a:lnTo>
                <a:lnTo>
                  <a:pt x="600104" y="609286"/>
                </a:lnTo>
                <a:lnTo>
                  <a:pt x="625497" y="610724"/>
                </a:lnTo>
                <a:lnTo>
                  <a:pt x="650900" y="612067"/>
                </a:lnTo>
                <a:lnTo>
                  <a:pt x="676313" y="613324"/>
                </a:lnTo>
                <a:lnTo>
                  <a:pt x="701726" y="614496"/>
                </a:lnTo>
                <a:lnTo>
                  <a:pt x="727139" y="615610"/>
                </a:lnTo>
                <a:lnTo>
                  <a:pt x="752551" y="616649"/>
                </a:lnTo>
                <a:lnTo>
                  <a:pt x="777973" y="617620"/>
                </a:lnTo>
                <a:lnTo>
                  <a:pt x="803396" y="618534"/>
                </a:lnTo>
                <a:lnTo>
                  <a:pt x="828818" y="619382"/>
                </a:lnTo>
                <a:lnTo>
                  <a:pt x="854250" y="620182"/>
                </a:lnTo>
                <a:lnTo>
                  <a:pt x="879672" y="620935"/>
                </a:lnTo>
                <a:lnTo>
                  <a:pt x="905104" y="621630"/>
                </a:lnTo>
                <a:lnTo>
                  <a:pt x="930535" y="622278"/>
                </a:lnTo>
                <a:lnTo>
                  <a:pt x="955967" y="622887"/>
                </a:lnTo>
                <a:lnTo>
                  <a:pt x="981399" y="623440"/>
                </a:lnTo>
                <a:lnTo>
                  <a:pt x="1006831" y="623954"/>
                </a:lnTo>
                <a:lnTo>
                  <a:pt x="1032262" y="624430"/>
                </a:lnTo>
                <a:lnTo>
                  <a:pt x="1057704" y="624859"/>
                </a:lnTo>
                <a:lnTo>
                  <a:pt x="1083135" y="625250"/>
                </a:lnTo>
                <a:lnTo>
                  <a:pt x="1108577" y="625602"/>
                </a:lnTo>
                <a:lnTo>
                  <a:pt x="1134008" y="625916"/>
                </a:lnTo>
                <a:lnTo>
                  <a:pt x="1159450" y="626183"/>
                </a:lnTo>
                <a:lnTo>
                  <a:pt x="1184881" y="626421"/>
                </a:lnTo>
                <a:lnTo>
                  <a:pt x="1210323" y="626621"/>
                </a:lnTo>
                <a:lnTo>
                  <a:pt x="1235764" y="626783"/>
                </a:lnTo>
                <a:lnTo>
                  <a:pt x="1261205" y="626916"/>
                </a:lnTo>
                <a:lnTo>
                  <a:pt x="1286637" y="627002"/>
                </a:lnTo>
                <a:lnTo>
                  <a:pt x="1312078" y="627059"/>
                </a:lnTo>
                <a:lnTo>
                  <a:pt x="1337520" y="627078"/>
                </a:lnTo>
                <a:lnTo>
                  <a:pt x="1362951" y="627059"/>
                </a:lnTo>
                <a:lnTo>
                  <a:pt x="1388393" y="627012"/>
                </a:lnTo>
                <a:lnTo>
                  <a:pt x="1413834" y="626926"/>
                </a:lnTo>
                <a:lnTo>
                  <a:pt x="1439275" y="626802"/>
                </a:lnTo>
                <a:lnTo>
                  <a:pt x="1464707" y="626640"/>
                </a:lnTo>
                <a:lnTo>
                  <a:pt x="1490148" y="626440"/>
                </a:lnTo>
                <a:lnTo>
                  <a:pt x="1515589" y="626212"/>
                </a:lnTo>
                <a:lnTo>
                  <a:pt x="1541021" y="625935"/>
                </a:lnTo>
                <a:lnTo>
                  <a:pt x="1566462" y="625631"/>
                </a:lnTo>
                <a:lnTo>
                  <a:pt x="1591894" y="625278"/>
                </a:lnTo>
                <a:lnTo>
                  <a:pt x="1617335" y="624897"/>
                </a:lnTo>
                <a:lnTo>
                  <a:pt x="1642767" y="624469"/>
                </a:lnTo>
                <a:lnTo>
                  <a:pt x="1668199" y="623992"/>
                </a:lnTo>
                <a:lnTo>
                  <a:pt x="1693640" y="623487"/>
                </a:lnTo>
                <a:lnTo>
                  <a:pt x="1719072" y="622935"/>
                </a:lnTo>
                <a:lnTo>
                  <a:pt x="1744504" y="622335"/>
                </a:lnTo>
                <a:lnTo>
                  <a:pt x="1769936" y="621687"/>
                </a:lnTo>
                <a:lnTo>
                  <a:pt x="1795358" y="620992"/>
                </a:lnTo>
                <a:lnTo>
                  <a:pt x="1820789" y="620249"/>
                </a:lnTo>
                <a:lnTo>
                  <a:pt x="1846212" y="619449"/>
                </a:lnTo>
                <a:lnTo>
                  <a:pt x="1871643" y="618601"/>
                </a:lnTo>
                <a:lnTo>
                  <a:pt x="1897066" y="617696"/>
                </a:lnTo>
                <a:lnTo>
                  <a:pt x="1922478" y="616734"/>
                </a:lnTo>
                <a:lnTo>
                  <a:pt x="1947901" y="615696"/>
                </a:lnTo>
                <a:lnTo>
                  <a:pt x="1973313" y="614591"/>
                </a:lnTo>
                <a:lnTo>
                  <a:pt x="1998726" y="613420"/>
                </a:lnTo>
                <a:lnTo>
                  <a:pt x="2024139" y="612172"/>
                </a:lnTo>
                <a:lnTo>
                  <a:pt x="2049542" y="610838"/>
                </a:lnTo>
                <a:lnTo>
                  <a:pt x="2074936" y="609400"/>
                </a:lnTo>
                <a:lnTo>
                  <a:pt x="2100329" y="607876"/>
                </a:lnTo>
                <a:lnTo>
                  <a:pt x="2125713" y="606238"/>
                </a:lnTo>
                <a:lnTo>
                  <a:pt x="2151097" y="604466"/>
                </a:lnTo>
                <a:lnTo>
                  <a:pt x="2176463" y="602571"/>
                </a:lnTo>
                <a:lnTo>
                  <a:pt x="2201818" y="600513"/>
                </a:lnTo>
                <a:lnTo>
                  <a:pt x="2227155" y="598256"/>
                </a:lnTo>
                <a:lnTo>
                  <a:pt x="2252472" y="595789"/>
                </a:lnTo>
                <a:lnTo>
                  <a:pt x="2277761" y="593055"/>
                </a:lnTo>
                <a:lnTo>
                  <a:pt x="2303021" y="589988"/>
                </a:lnTo>
                <a:lnTo>
                  <a:pt x="2328215" y="586483"/>
                </a:lnTo>
                <a:lnTo>
                  <a:pt x="2353313" y="582368"/>
                </a:lnTo>
                <a:lnTo>
                  <a:pt x="2378250" y="577320"/>
                </a:lnTo>
                <a:lnTo>
                  <a:pt x="2402748" y="570509"/>
                </a:lnTo>
                <a:lnTo>
                  <a:pt x="2424465" y="557975"/>
                </a:lnTo>
                <a:lnTo>
                  <a:pt x="2434495" y="534686"/>
                </a:lnTo>
                <a:lnTo>
                  <a:pt x="2445001" y="511521"/>
                </a:lnTo>
                <a:lnTo>
                  <a:pt x="2455516" y="488356"/>
                </a:lnTo>
                <a:lnTo>
                  <a:pt x="2466023" y="465191"/>
                </a:lnTo>
                <a:lnTo>
                  <a:pt x="2476538" y="442027"/>
                </a:lnTo>
                <a:lnTo>
                  <a:pt x="2487044" y="418862"/>
                </a:lnTo>
                <a:lnTo>
                  <a:pt x="2497560" y="395697"/>
                </a:lnTo>
                <a:lnTo>
                  <a:pt x="2508066" y="372532"/>
                </a:lnTo>
                <a:lnTo>
                  <a:pt x="2518581" y="349367"/>
                </a:lnTo>
                <a:lnTo>
                  <a:pt x="2529088" y="326203"/>
                </a:lnTo>
                <a:lnTo>
                  <a:pt x="2539603" y="303028"/>
                </a:lnTo>
                <a:lnTo>
                  <a:pt x="2550109" y="279864"/>
                </a:lnTo>
                <a:lnTo>
                  <a:pt x="2560625" y="256699"/>
                </a:lnTo>
                <a:lnTo>
                  <a:pt x="2571131" y="233534"/>
                </a:lnTo>
                <a:lnTo>
                  <a:pt x="2581646" y="210369"/>
                </a:lnTo>
                <a:lnTo>
                  <a:pt x="2592153" y="187204"/>
                </a:lnTo>
                <a:lnTo>
                  <a:pt x="2602668" y="164040"/>
                </a:lnTo>
                <a:lnTo>
                  <a:pt x="2613174" y="140875"/>
                </a:lnTo>
                <a:lnTo>
                  <a:pt x="2623690" y="117710"/>
                </a:lnTo>
                <a:lnTo>
                  <a:pt x="2634196" y="94545"/>
                </a:lnTo>
                <a:lnTo>
                  <a:pt x="2644712" y="71371"/>
                </a:lnTo>
                <a:lnTo>
                  <a:pt x="2655227" y="48206"/>
                </a:lnTo>
                <a:lnTo>
                  <a:pt x="2665733" y="25041"/>
                </a:lnTo>
                <a:lnTo>
                  <a:pt x="2676249" y="1876"/>
                </a:lnTo>
                <a:lnTo>
                  <a:pt x="2659266" y="13364"/>
                </a:lnTo>
                <a:lnTo>
                  <a:pt x="2634777" y="20203"/>
                </a:lnTo>
                <a:lnTo>
                  <a:pt x="2609821" y="25098"/>
                </a:lnTo>
                <a:lnTo>
                  <a:pt x="2584685" y="29042"/>
                </a:lnTo>
                <a:lnTo>
                  <a:pt x="2559472" y="32385"/>
                </a:lnTo>
                <a:lnTo>
                  <a:pt x="2534202" y="35319"/>
                </a:lnTo>
                <a:lnTo>
                  <a:pt x="2508895" y="37929"/>
                </a:lnTo>
                <a:lnTo>
                  <a:pt x="2483568" y="40300"/>
                </a:lnTo>
                <a:lnTo>
                  <a:pt x="2458222" y="42462"/>
                </a:lnTo>
                <a:lnTo>
                  <a:pt x="2432866" y="44453"/>
                </a:lnTo>
                <a:lnTo>
                  <a:pt x="2407491" y="46292"/>
                </a:lnTo>
                <a:lnTo>
                  <a:pt x="2382107" y="48006"/>
                </a:lnTo>
                <a:lnTo>
                  <a:pt x="2356723" y="49616"/>
                </a:lnTo>
                <a:lnTo>
                  <a:pt x="2331329" y="51130"/>
                </a:lnTo>
                <a:lnTo>
                  <a:pt x="2305926" y="52549"/>
                </a:lnTo>
                <a:lnTo>
                  <a:pt x="2280523" y="53883"/>
                </a:lnTo>
                <a:lnTo>
                  <a:pt x="2255120" y="55150"/>
                </a:lnTo>
                <a:lnTo>
                  <a:pt x="2229707" y="56340"/>
                </a:lnTo>
                <a:lnTo>
                  <a:pt x="2204295" y="57464"/>
                </a:lnTo>
                <a:lnTo>
                  <a:pt x="2178872" y="58541"/>
                </a:lnTo>
                <a:lnTo>
                  <a:pt x="2153460" y="59550"/>
                </a:lnTo>
                <a:lnTo>
                  <a:pt x="2128037" y="60512"/>
                </a:lnTo>
                <a:lnTo>
                  <a:pt x="2102615" y="61436"/>
                </a:lnTo>
                <a:lnTo>
                  <a:pt x="2077193" y="62303"/>
                </a:lnTo>
                <a:lnTo>
                  <a:pt x="2051761" y="63122"/>
                </a:lnTo>
                <a:lnTo>
                  <a:pt x="2026339" y="63913"/>
                </a:lnTo>
                <a:lnTo>
                  <a:pt x="2000907" y="64656"/>
                </a:lnTo>
                <a:lnTo>
                  <a:pt x="1975485" y="65351"/>
                </a:lnTo>
                <a:lnTo>
                  <a:pt x="1950053" y="66018"/>
                </a:lnTo>
                <a:lnTo>
                  <a:pt x="1924622" y="66646"/>
                </a:lnTo>
                <a:lnTo>
                  <a:pt x="1899190" y="67247"/>
                </a:lnTo>
                <a:lnTo>
                  <a:pt x="1873758" y="67808"/>
                </a:lnTo>
                <a:lnTo>
                  <a:pt x="1848326" y="68342"/>
                </a:lnTo>
                <a:lnTo>
                  <a:pt x="1822885" y="68847"/>
                </a:lnTo>
                <a:lnTo>
                  <a:pt x="1797453" y="69323"/>
                </a:lnTo>
                <a:lnTo>
                  <a:pt x="1772021" y="69761"/>
                </a:lnTo>
                <a:lnTo>
                  <a:pt x="1746580" y="70180"/>
                </a:lnTo>
                <a:lnTo>
                  <a:pt x="1721148" y="70561"/>
                </a:lnTo>
                <a:lnTo>
                  <a:pt x="1695707" y="70923"/>
                </a:lnTo>
                <a:lnTo>
                  <a:pt x="1670275" y="71257"/>
                </a:lnTo>
                <a:lnTo>
                  <a:pt x="1644834" y="71561"/>
                </a:lnTo>
                <a:lnTo>
                  <a:pt x="1619402" y="71838"/>
                </a:lnTo>
                <a:lnTo>
                  <a:pt x="1593961" y="72095"/>
                </a:lnTo>
                <a:lnTo>
                  <a:pt x="1568529" y="72323"/>
                </a:lnTo>
                <a:lnTo>
                  <a:pt x="1543088" y="72523"/>
                </a:lnTo>
                <a:lnTo>
                  <a:pt x="1517647" y="72704"/>
                </a:lnTo>
                <a:lnTo>
                  <a:pt x="1492215" y="72866"/>
                </a:lnTo>
                <a:lnTo>
                  <a:pt x="1466774" y="72990"/>
                </a:lnTo>
                <a:lnTo>
                  <a:pt x="1441333" y="73095"/>
                </a:lnTo>
                <a:lnTo>
                  <a:pt x="1415891" y="73181"/>
                </a:lnTo>
                <a:lnTo>
                  <a:pt x="1390460" y="73238"/>
                </a:lnTo>
                <a:lnTo>
                  <a:pt x="1365018" y="73276"/>
                </a:lnTo>
                <a:lnTo>
                  <a:pt x="1339577" y="73295"/>
                </a:lnTo>
                <a:lnTo>
                  <a:pt x="1314136" y="73285"/>
                </a:lnTo>
                <a:lnTo>
                  <a:pt x="1288704" y="73247"/>
                </a:lnTo>
                <a:lnTo>
                  <a:pt x="1263263" y="73190"/>
                </a:lnTo>
                <a:lnTo>
                  <a:pt x="1237821" y="73104"/>
                </a:lnTo>
                <a:lnTo>
                  <a:pt x="1212390" y="73009"/>
                </a:lnTo>
                <a:lnTo>
                  <a:pt x="1186948" y="72876"/>
                </a:lnTo>
                <a:lnTo>
                  <a:pt x="1161507" y="72714"/>
                </a:lnTo>
                <a:lnTo>
                  <a:pt x="1136066" y="72542"/>
                </a:lnTo>
                <a:lnTo>
                  <a:pt x="1110634" y="72342"/>
                </a:lnTo>
                <a:lnTo>
                  <a:pt x="1085193" y="72114"/>
                </a:lnTo>
                <a:lnTo>
                  <a:pt x="1059752" y="71866"/>
                </a:lnTo>
                <a:lnTo>
                  <a:pt x="1034320" y="71580"/>
                </a:lnTo>
                <a:lnTo>
                  <a:pt x="1008878" y="71276"/>
                </a:lnTo>
                <a:lnTo>
                  <a:pt x="983447" y="70952"/>
                </a:lnTo>
                <a:lnTo>
                  <a:pt x="958005" y="70590"/>
                </a:lnTo>
                <a:lnTo>
                  <a:pt x="932574" y="70209"/>
                </a:lnTo>
                <a:lnTo>
                  <a:pt x="907142" y="69799"/>
                </a:lnTo>
                <a:lnTo>
                  <a:pt x="881701" y="69361"/>
                </a:lnTo>
                <a:lnTo>
                  <a:pt x="856269" y="68885"/>
                </a:lnTo>
                <a:lnTo>
                  <a:pt x="830837" y="68390"/>
                </a:lnTo>
                <a:lnTo>
                  <a:pt x="805405" y="67856"/>
                </a:lnTo>
                <a:lnTo>
                  <a:pt x="779964" y="67294"/>
                </a:lnTo>
                <a:lnTo>
                  <a:pt x="754532" y="66704"/>
                </a:lnTo>
                <a:lnTo>
                  <a:pt x="729101" y="66075"/>
                </a:lnTo>
                <a:lnTo>
                  <a:pt x="703678" y="65408"/>
                </a:lnTo>
                <a:lnTo>
                  <a:pt x="678247" y="64713"/>
                </a:lnTo>
                <a:lnTo>
                  <a:pt x="652815" y="63970"/>
                </a:lnTo>
                <a:lnTo>
                  <a:pt x="627393" y="63189"/>
                </a:lnTo>
                <a:lnTo>
                  <a:pt x="601970" y="62370"/>
                </a:lnTo>
                <a:lnTo>
                  <a:pt x="576539" y="61503"/>
                </a:lnTo>
                <a:lnTo>
                  <a:pt x="551117" y="60589"/>
                </a:lnTo>
                <a:lnTo>
                  <a:pt x="525694" y="59636"/>
                </a:lnTo>
                <a:lnTo>
                  <a:pt x="500282" y="58617"/>
                </a:lnTo>
                <a:lnTo>
                  <a:pt x="474859" y="57560"/>
                </a:lnTo>
                <a:lnTo>
                  <a:pt x="449447" y="56426"/>
                </a:lnTo>
                <a:lnTo>
                  <a:pt x="424034" y="55245"/>
                </a:lnTo>
                <a:lnTo>
                  <a:pt x="398631" y="53988"/>
                </a:lnTo>
                <a:lnTo>
                  <a:pt x="373228" y="52664"/>
                </a:lnTo>
                <a:lnTo>
                  <a:pt x="347824" y="51245"/>
                </a:lnTo>
                <a:lnTo>
                  <a:pt x="322431" y="49740"/>
                </a:lnTo>
                <a:lnTo>
                  <a:pt x="297047" y="48139"/>
                </a:lnTo>
                <a:lnTo>
                  <a:pt x="271663" y="46444"/>
                </a:lnTo>
                <a:lnTo>
                  <a:pt x="246288" y="44606"/>
                </a:lnTo>
                <a:lnTo>
                  <a:pt x="220932" y="42624"/>
                </a:lnTo>
                <a:lnTo>
                  <a:pt x="195577" y="40481"/>
                </a:lnTo>
                <a:lnTo>
                  <a:pt x="170250" y="38129"/>
                </a:lnTo>
                <a:lnTo>
                  <a:pt x="144942" y="35538"/>
                </a:lnTo>
                <a:lnTo>
                  <a:pt x="119672" y="32633"/>
                </a:lnTo>
                <a:lnTo>
                  <a:pt x="94450" y="29327"/>
                </a:lnTo>
                <a:lnTo>
                  <a:pt x="69313" y="25451"/>
                </a:lnTo>
                <a:lnTo>
                  <a:pt x="44329" y="20650"/>
                </a:lnTo>
                <a:lnTo>
                  <a:pt x="19774" y="14049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36" name="funnel-step-cap-1">
            <a:extLst xmlns:a="http://schemas.openxmlformats.org/drawingml/2006/main">
              <a:ext uri="{FF2B5EF4-FFF2-40B4-BE49-F238E27FC236}">
                <a16:creationId xmlns:a16="http://schemas.microsoft.com/office/drawing/2014/main" id="{A8F84D1E-1402-4A0B-A11A-D2FD1E6A6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281067" y="3138068"/>
            <a:ext cx="2677106" cy="2084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37" name="funnel-step-body-2">
            <a:extLst xmlns:a="http://schemas.openxmlformats.org/drawingml/2006/main">
              <a:ext uri="{FF2B5EF4-FFF2-40B4-BE49-F238E27FC236}">
                <a16:creationId xmlns:a16="http://schemas.microsoft.com/office/drawing/2014/main" id="{E19B6FD3-A4CD-4A45-83B2-06DEB0A29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532346" y="3970020"/>
            <a:ext cx="2171271" cy="627069"/>
          </a:xfrm>
          <a:custGeom xmlns:a="http://schemas.openxmlformats.org/drawingml/2006/main">
            <a:pathLst>
              <a:path w="2171271" h="627069">
                <a:moveTo>
                  <a:pt x="0" y="0"/>
                </a:moveTo>
                <a:lnTo>
                  <a:pt x="8163" y="19774"/>
                </a:lnTo>
                <a:lnTo>
                  <a:pt x="16326" y="39548"/>
                </a:lnTo>
                <a:lnTo>
                  <a:pt x="24489" y="59312"/>
                </a:lnTo>
                <a:lnTo>
                  <a:pt x="32652" y="79086"/>
                </a:lnTo>
                <a:lnTo>
                  <a:pt x="40805" y="98860"/>
                </a:lnTo>
                <a:lnTo>
                  <a:pt x="48968" y="118634"/>
                </a:lnTo>
                <a:lnTo>
                  <a:pt x="57131" y="138408"/>
                </a:lnTo>
                <a:lnTo>
                  <a:pt x="65294" y="158182"/>
                </a:lnTo>
                <a:lnTo>
                  <a:pt x="73457" y="177946"/>
                </a:lnTo>
                <a:lnTo>
                  <a:pt x="81620" y="197720"/>
                </a:lnTo>
                <a:lnTo>
                  <a:pt x="89783" y="217494"/>
                </a:lnTo>
                <a:lnTo>
                  <a:pt x="97946" y="237268"/>
                </a:lnTo>
                <a:lnTo>
                  <a:pt x="106109" y="257042"/>
                </a:lnTo>
                <a:lnTo>
                  <a:pt x="114271" y="276816"/>
                </a:lnTo>
                <a:lnTo>
                  <a:pt x="122425" y="296580"/>
                </a:lnTo>
                <a:lnTo>
                  <a:pt x="130588" y="316354"/>
                </a:lnTo>
                <a:lnTo>
                  <a:pt x="138751" y="336128"/>
                </a:lnTo>
                <a:lnTo>
                  <a:pt x="146914" y="355902"/>
                </a:lnTo>
                <a:lnTo>
                  <a:pt x="155077" y="375676"/>
                </a:lnTo>
                <a:lnTo>
                  <a:pt x="163239" y="395449"/>
                </a:lnTo>
                <a:lnTo>
                  <a:pt x="171402" y="415214"/>
                </a:lnTo>
                <a:lnTo>
                  <a:pt x="179565" y="434988"/>
                </a:lnTo>
                <a:lnTo>
                  <a:pt x="187728" y="454762"/>
                </a:lnTo>
                <a:lnTo>
                  <a:pt x="195882" y="474536"/>
                </a:lnTo>
                <a:lnTo>
                  <a:pt x="204045" y="494309"/>
                </a:lnTo>
                <a:lnTo>
                  <a:pt x="212207" y="514083"/>
                </a:lnTo>
                <a:lnTo>
                  <a:pt x="220370" y="533848"/>
                </a:lnTo>
                <a:lnTo>
                  <a:pt x="228533" y="553622"/>
                </a:lnTo>
                <a:lnTo>
                  <a:pt x="242526" y="568481"/>
                </a:lnTo>
                <a:lnTo>
                  <a:pt x="262452" y="576196"/>
                </a:lnTo>
                <a:lnTo>
                  <a:pt x="283112" y="581730"/>
                </a:lnTo>
                <a:lnTo>
                  <a:pt x="304038" y="586169"/>
                </a:lnTo>
                <a:lnTo>
                  <a:pt x="325098" y="589902"/>
                </a:lnTo>
                <a:lnTo>
                  <a:pt x="346234" y="593160"/>
                </a:lnTo>
                <a:lnTo>
                  <a:pt x="367436" y="596036"/>
                </a:lnTo>
                <a:lnTo>
                  <a:pt x="388668" y="598627"/>
                </a:lnTo>
                <a:lnTo>
                  <a:pt x="409927" y="600980"/>
                </a:lnTo>
                <a:lnTo>
                  <a:pt x="431206" y="603123"/>
                </a:lnTo>
                <a:lnTo>
                  <a:pt x="452504" y="605104"/>
                </a:lnTo>
                <a:lnTo>
                  <a:pt x="473821" y="606923"/>
                </a:lnTo>
                <a:lnTo>
                  <a:pt x="495148" y="608619"/>
                </a:lnTo>
                <a:lnTo>
                  <a:pt x="516474" y="610181"/>
                </a:lnTo>
                <a:lnTo>
                  <a:pt x="537820" y="611648"/>
                </a:lnTo>
                <a:lnTo>
                  <a:pt x="559165" y="613010"/>
                </a:lnTo>
                <a:lnTo>
                  <a:pt x="580520" y="614286"/>
                </a:lnTo>
                <a:lnTo>
                  <a:pt x="601875" y="615467"/>
                </a:lnTo>
                <a:lnTo>
                  <a:pt x="623240" y="616582"/>
                </a:lnTo>
                <a:lnTo>
                  <a:pt x="644604" y="617630"/>
                </a:lnTo>
                <a:lnTo>
                  <a:pt x="665969" y="618592"/>
                </a:lnTo>
                <a:lnTo>
                  <a:pt x="687343" y="619496"/>
                </a:lnTo>
                <a:lnTo>
                  <a:pt x="708717" y="620335"/>
                </a:lnTo>
                <a:lnTo>
                  <a:pt x="730091" y="621116"/>
                </a:lnTo>
                <a:lnTo>
                  <a:pt x="751475" y="621849"/>
                </a:lnTo>
                <a:lnTo>
                  <a:pt x="772849" y="622525"/>
                </a:lnTo>
                <a:lnTo>
                  <a:pt x="794233" y="623145"/>
                </a:lnTo>
                <a:lnTo>
                  <a:pt x="815616" y="623716"/>
                </a:lnTo>
                <a:lnTo>
                  <a:pt x="837000" y="624230"/>
                </a:lnTo>
                <a:lnTo>
                  <a:pt x="858383" y="624707"/>
                </a:lnTo>
                <a:lnTo>
                  <a:pt x="879777" y="625135"/>
                </a:lnTo>
                <a:lnTo>
                  <a:pt x="901160" y="625526"/>
                </a:lnTo>
                <a:lnTo>
                  <a:pt x="922544" y="625859"/>
                </a:lnTo>
                <a:lnTo>
                  <a:pt x="943937" y="626164"/>
                </a:lnTo>
                <a:lnTo>
                  <a:pt x="965321" y="626412"/>
                </a:lnTo>
                <a:lnTo>
                  <a:pt x="986714" y="626631"/>
                </a:lnTo>
                <a:lnTo>
                  <a:pt x="1008107" y="626802"/>
                </a:lnTo>
                <a:lnTo>
                  <a:pt x="1029491" y="626926"/>
                </a:lnTo>
                <a:lnTo>
                  <a:pt x="1050884" y="627021"/>
                </a:lnTo>
                <a:lnTo>
                  <a:pt x="1072277" y="627069"/>
                </a:lnTo>
                <a:lnTo>
                  <a:pt x="1093670" y="627069"/>
                </a:lnTo>
                <a:lnTo>
                  <a:pt x="1115054" y="627040"/>
                </a:lnTo>
                <a:lnTo>
                  <a:pt x="1136447" y="626964"/>
                </a:lnTo>
                <a:lnTo>
                  <a:pt x="1157840" y="626850"/>
                </a:lnTo>
                <a:lnTo>
                  <a:pt x="1179224" y="626697"/>
                </a:lnTo>
                <a:lnTo>
                  <a:pt x="1200617" y="626507"/>
                </a:lnTo>
                <a:lnTo>
                  <a:pt x="1222010" y="626269"/>
                </a:lnTo>
                <a:lnTo>
                  <a:pt x="1243394" y="625993"/>
                </a:lnTo>
                <a:lnTo>
                  <a:pt x="1264787" y="625669"/>
                </a:lnTo>
                <a:lnTo>
                  <a:pt x="1286170" y="625297"/>
                </a:lnTo>
                <a:lnTo>
                  <a:pt x="1307554" y="624888"/>
                </a:lnTo>
                <a:lnTo>
                  <a:pt x="1328947" y="624430"/>
                </a:lnTo>
                <a:lnTo>
                  <a:pt x="1350331" y="623926"/>
                </a:lnTo>
                <a:lnTo>
                  <a:pt x="1371714" y="623373"/>
                </a:lnTo>
                <a:lnTo>
                  <a:pt x="1393098" y="622773"/>
                </a:lnTo>
                <a:lnTo>
                  <a:pt x="1414472" y="622125"/>
                </a:lnTo>
                <a:lnTo>
                  <a:pt x="1435856" y="621421"/>
                </a:lnTo>
                <a:lnTo>
                  <a:pt x="1457230" y="620659"/>
                </a:lnTo>
                <a:lnTo>
                  <a:pt x="1478604" y="619839"/>
                </a:lnTo>
                <a:lnTo>
                  <a:pt x="1499978" y="618963"/>
                </a:lnTo>
                <a:lnTo>
                  <a:pt x="1521352" y="618020"/>
                </a:lnTo>
                <a:lnTo>
                  <a:pt x="1542717" y="617010"/>
                </a:lnTo>
                <a:lnTo>
                  <a:pt x="1564081" y="615934"/>
                </a:lnTo>
                <a:lnTo>
                  <a:pt x="1585436" y="614772"/>
                </a:lnTo>
                <a:lnTo>
                  <a:pt x="1606791" y="613534"/>
                </a:lnTo>
                <a:lnTo>
                  <a:pt x="1628146" y="612210"/>
                </a:lnTo>
                <a:lnTo>
                  <a:pt x="1649482" y="610791"/>
                </a:lnTo>
                <a:lnTo>
                  <a:pt x="1670818" y="609257"/>
                </a:lnTo>
                <a:lnTo>
                  <a:pt x="1692145" y="607619"/>
                </a:lnTo>
                <a:lnTo>
                  <a:pt x="1713462" y="605847"/>
                </a:lnTo>
                <a:lnTo>
                  <a:pt x="1734769" y="603942"/>
                </a:lnTo>
                <a:lnTo>
                  <a:pt x="1756058" y="601866"/>
                </a:lnTo>
                <a:lnTo>
                  <a:pt x="1777327" y="599599"/>
                </a:lnTo>
                <a:lnTo>
                  <a:pt x="1798577" y="597113"/>
                </a:lnTo>
                <a:lnTo>
                  <a:pt x="1819789" y="594360"/>
                </a:lnTo>
                <a:lnTo>
                  <a:pt x="1840954" y="591264"/>
                </a:lnTo>
                <a:lnTo>
                  <a:pt x="1862052" y="587740"/>
                </a:lnTo>
                <a:lnTo>
                  <a:pt x="1883045" y="583616"/>
                </a:lnTo>
                <a:lnTo>
                  <a:pt x="1903828" y="578606"/>
                </a:lnTo>
                <a:lnTo>
                  <a:pt x="1924164" y="571995"/>
                </a:lnTo>
                <a:lnTo>
                  <a:pt x="1942490" y="561251"/>
                </a:lnTo>
                <a:lnTo>
                  <a:pt x="1950901" y="541811"/>
                </a:lnTo>
                <a:lnTo>
                  <a:pt x="1959064" y="522046"/>
                </a:lnTo>
                <a:lnTo>
                  <a:pt x="1967227" y="502272"/>
                </a:lnTo>
                <a:lnTo>
                  <a:pt x="1975380" y="482498"/>
                </a:lnTo>
                <a:lnTo>
                  <a:pt x="1983543" y="462725"/>
                </a:lnTo>
                <a:lnTo>
                  <a:pt x="1991706" y="442951"/>
                </a:lnTo>
                <a:lnTo>
                  <a:pt x="1999869" y="423177"/>
                </a:lnTo>
                <a:lnTo>
                  <a:pt x="2008032" y="403412"/>
                </a:lnTo>
                <a:lnTo>
                  <a:pt x="2016195" y="383638"/>
                </a:lnTo>
                <a:lnTo>
                  <a:pt x="2024358" y="363865"/>
                </a:lnTo>
                <a:lnTo>
                  <a:pt x="2032521" y="344091"/>
                </a:lnTo>
                <a:lnTo>
                  <a:pt x="2040684" y="324317"/>
                </a:lnTo>
                <a:lnTo>
                  <a:pt x="2048837" y="304543"/>
                </a:lnTo>
                <a:lnTo>
                  <a:pt x="2057000" y="284778"/>
                </a:lnTo>
                <a:lnTo>
                  <a:pt x="2065163" y="265005"/>
                </a:lnTo>
                <a:lnTo>
                  <a:pt x="2073326" y="245231"/>
                </a:lnTo>
                <a:lnTo>
                  <a:pt x="2081489" y="225457"/>
                </a:lnTo>
                <a:lnTo>
                  <a:pt x="2089652" y="205683"/>
                </a:lnTo>
                <a:lnTo>
                  <a:pt x="2097815" y="185918"/>
                </a:lnTo>
                <a:lnTo>
                  <a:pt x="2105978" y="166145"/>
                </a:lnTo>
                <a:lnTo>
                  <a:pt x="2114140" y="146371"/>
                </a:lnTo>
                <a:lnTo>
                  <a:pt x="2122303" y="126597"/>
                </a:lnTo>
                <a:lnTo>
                  <a:pt x="2130457" y="106823"/>
                </a:lnTo>
                <a:lnTo>
                  <a:pt x="2138620" y="87049"/>
                </a:lnTo>
                <a:lnTo>
                  <a:pt x="2146783" y="67285"/>
                </a:lnTo>
                <a:lnTo>
                  <a:pt x="2154946" y="47511"/>
                </a:lnTo>
                <a:lnTo>
                  <a:pt x="2163108" y="27737"/>
                </a:lnTo>
                <a:lnTo>
                  <a:pt x="2171271" y="7963"/>
                </a:lnTo>
                <a:lnTo>
                  <a:pt x="2167071" y="9706"/>
                </a:lnTo>
                <a:lnTo>
                  <a:pt x="2147430" y="18059"/>
                </a:lnTo>
                <a:lnTo>
                  <a:pt x="2126780" y="23584"/>
                </a:lnTo>
                <a:lnTo>
                  <a:pt x="2105825" y="27889"/>
                </a:lnTo>
                <a:lnTo>
                  <a:pt x="2084746" y="31499"/>
                </a:lnTo>
                <a:lnTo>
                  <a:pt x="2063582" y="34623"/>
                </a:lnTo>
                <a:lnTo>
                  <a:pt x="2042370" y="37386"/>
                </a:lnTo>
                <a:lnTo>
                  <a:pt x="2021129" y="39881"/>
                </a:lnTo>
                <a:lnTo>
                  <a:pt x="1999859" y="42148"/>
                </a:lnTo>
                <a:lnTo>
                  <a:pt x="1978562" y="44225"/>
                </a:lnTo>
                <a:lnTo>
                  <a:pt x="1957264" y="46149"/>
                </a:lnTo>
                <a:lnTo>
                  <a:pt x="1935947" y="47939"/>
                </a:lnTo>
                <a:lnTo>
                  <a:pt x="1914620" y="49597"/>
                </a:lnTo>
                <a:lnTo>
                  <a:pt x="1893284" y="51159"/>
                </a:lnTo>
                <a:lnTo>
                  <a:pt x="1871948" y="52626"/>
                </a:lnTo>
                <a:lnTo>
                  <a:pt x="1850603" y="53997"/>
                </a:lnTo>
                <a:lnTo>
                  <a:pt x="1829248" y="55293"/>
                </a:lnTo>
                <a:lnTo>
                  <a:pt x="1807893" y="56521"/>
                </a:lnTo>
                <a:lnTo>
                  <a:pt x="1786538" y="57674"/>
                </a:lnTo>
                <a:lnTo>
                  <a:pt x="1765173" y="58769"/>
                </a:lnTo>
                <a:lnTo>
                  <a:pt x="1743808" y="59807"/>
                </a:lnTo>
                <a:lnTo>
                  <a:pt x="1722434" y="60789"/>
                </a:lnTo>
                <a:lnTo>
                  <a:pt x="1701070" y="61722"/>
                </a:lnTo>
                <a:lnTo>
                  <a:pt x="1679696" y="62608"/>
                </a:lnTo>
                <a:lnTo>
                  <a:pt x="1658322" y="63446"/>
                </a:lnTo>
                <a:lnTo>
                  <a:pt x="1636947" y="64237"/>
                </a:lnTo>
                <a:lnTo>
                  <a:pt x="1615564" y="64980"/>
                </a:lnTo>
                <a:lnTo>
                  <a:pt x="1594190" y="65694"/>
                </a:lnTo>
                <a:lnTo>
                  <a:pt x="1572806" y="66361"/>
                </a:lnTo>
                <a:lnTo>
                  <a:pt x="1551432" y="66999"/>
                </a:lnTo>
                <a:lnTo>
                  <a:pt x="1530048" y="67599"/>
                </a:lnTo>
                <a:lnTo>
                  <a:pt x="1508665" y="68161"/>
                </a:lnTo>
                <a:lnTo>
                  <a:pt x="1487281" y="68694"/>
                </a:lnTo>
                <a:lnTo>
                  <a:pt x="1465898" y="69190"/>
                </a:lnTo>
                <a:lnTo>
                  <a:pt x="1444504" y="69656"/>
                </a:lnTo>
                <a:lnTo>
                  <a:pt x="1423121" y="70094"/>
                </a:lnTo>
                <a:lnTo>
                  <a:pt x="1401737" y="70495"/>
                </a:lnTo>
                <a:lnTo>
                  <a:pt x="1380344" y="70876"/>
                </a:lnTo>
                <a:lnTo>
                  <a:pt x="1358960" y="71218"/>
                </a:lnTo>
                <a:lnTo>
                  <a:pt x="1337567" y="71542"/>
                </a:lnTo>
                <a:lnTo>
                  <a:pt x="1316184" y="71828"/>
                </a:lnTo>
                <a:lnTo>
                  <a:pt x="1294790" y="72095"/>
                </a:lnTo>
                <a:lnTo>
                  <a:pt x="1273407" y="72323"/>
                </a:lnTo>
                <a:lnTo>
                  <a:pt x="1252014" y="72533"/>
                </a:lnTo>
                <a:lnTo>
                  <a:pt x="1230620" y="72723"/>
                </a:lnTo>
                <a:lnTo>
                  <a:pt x="1209237" y="72885"/>
                </a:lnTo>
                <a:lnTo>
                  <a:pt x="1187844" y="73019"/>
                </a:lnTo>
                <a:lnTo>
                  <a:pt x="1166451" y="73123"/>
                </a:lnTo>
                <a:lnTo>
                  <a:pt x="1145067" y="73200"/>
                </a:lnTo>
                <a:lnTo>
                  <a:pt x="1123674" y="73257"/>
                </a:lnTo>
                <a:lnTo>
                  <a:pt x="1102281" y="73285"/>
                </a:lnTo>
                <a:lnTo>
                  <a:pt x="1080887" y="73295"/>
                </a:lnTo>
                <a:lnTo>
                  <a:pt x="1059504" y="73276"/>
                </a:lnTo>
                <a:lnTo>
                  <a:pt x="1038111" y="73228"/>
                </a:lnTo>
                <a:lnTo>
                  <a:pt x="1016718" y="73152"/>
                </a:lnTo>
                <a:lnTo>
                  <a:pt x="995324" y="73057"/>
                </a:lnTo>
                <a:lnTo>
                  <a:pt x="973941" y="72933"/>
                </a:lnTo>
                <a:lnTo>
                  <a:pt x="952548" y="72790"/>
                </a:lnTo>
                <a:lnTo>
                  <a:pt x="931154" y="72619"/>
                </a:lnTo>
                <a:lnTo>
                  <a:pt x="909771" y="72419"/>
                </a:lnTo>
                <a:lnTo>
                  <a:pt x="888378" y="72190"/>
                </a:lnTo>
                <a:lnTo>
                  <a:pt x="866994" y="71933"/>
                </a:lnTo>
                <a:lnTo>
                  <a:pt x="845601" y="71657"/>
                </a:lnTo>
                <a:lnTo>
                  <a:pt x="824217" y="71352"/>
                </a:lnTo>
                <a:lnTo>
                  <a:pt x="802824" y="71018"/>
                </a:lnTo>
                <a:lnTo>
                  <a:pt x="781441" y="70656"/>
                </a:lnTo>
                <a:lnTo>
                  <a:pt x="760047" y="70266"/>
                </a:lnTo>
                <a:lnTo>
                  <a:pt x="738664" y="69837"/>
                </a:lnTo>
                <a:lnTo>
                  <a:pt x="717280" y="69380"/>
                </a:lnTo>
                <a:lnTo>
                  <a:pt x="695897" y="68894"/>
                </a:lnTo>
                <a:lnTo>
                  <a:pt x="674513" y="68380"/>
                </a:lnTo>
                <a:lnTo>
                  <a:pt x="653129" y="67828"/>
                </a:lnTo>
                <a:lnTo>
                  <a:pt x="631746" y="67247"/>
                </a:lnTo>
                <a:lnTo>
                  <a:pt x="610362" y="66627"/>
                </a:lnTo>
                <a:lnTo>
                  <a:pt x="588978" y="65970"/>
                </a:lnTo>
                <a:lnTo>
                  <a:pt x="567604" y="65275"/>
                </a:lnTo>
                <a:lnTo>
                  <a:pt x="546221" y="64541"/>
                </a:lnTo>
                <a:lnTo>
                  <a:pt x="524847" y="63770"/>
                </a:lnTo>
                <a:lnTo>
                  <a:pt x="503472" y="62951"/>
                </a:lnTo>
                <a:lnTo>
                  <a:pt x="482098" y="62093"/>
                </a:lnTo>
                <a:lnTo>
                  <a:pt x="460724" y="61179"/>
                </a:lnTo>
                <a:lnTo>
                  <a:pt x="439360" y="60217"/>
                </a:lnTo>
                <a:lnTo>
                  <a:pt x="417995" y="59198"/>
                </a:lnTo>
                <a:lnTo>
                  <a:pt x="396631" y="58131"/>
                </a:lnTo>
                <a:lnTo>
                  <a:pt x="375266" y="56998"/>
                </a:lnTo>
                <a:lnTo>
                  <a:pt x="353911" y="55797"/>
                </a:lnTo>
                <a:lnTo>
                  <a:pt x="332556" y="54531"/>
                </a:lnTo>
                <a:lnTo>
                  <a:pt x="311210" y="53178"/>
                </a:lnTo>
                <a:lnTo>
                  <a:pt x="289865" y="51759"/>
                </a:lnTo>
                <a:lnTo>
                  <a:pt x="268529" y="50235"/>
                </a:lnTo>
                <a:lnTo>
                  <a:pt x="247202" y="48616"/>
                </a:lnTo>
                <a:lnTo>
                  <a:pt x="225876" y="46882"/>
                </a:lnTo>
                <a:lnTo>
                  <a:pt x="204568" y="45015"/>
                </a:lnTo>
                <a:lnTo>
                  <a:pt x="183271" y="43005"/>
                </a:lnTo>
                <a:lnTo>
                  <a:pt x="162001" y="40815"/>
                </a:lnTo>
                <a:lnTo>
                  <a:pt x="140741" y="38424"/>
                </a:lnTo>
                <a:lnTo>
                  <a:pt x="119520" y="35776"/>
                </a:lnTo>
                <a:lnTo>
                  <a:pt x="98327" y="32804"/>
                </a:lnTo>
                <a:lnTo>
                  <a:pt x="77210" y="29413"/>
                </a:lnTo>
                <a:lnTo>
                  <a:pt x="56198" y="25422"/>
                </a:lnTo>
                <a:lnTo>
                  <a:pt x="35385" y="20479"/>
                </a:lnTo>
                <a:lnTo>
                  <a:pt x="15135" y="13659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38" name="funnel-step-cap-2">
            <a:extLst xmlns:a="http://schemas.openxmlformats.org/drawingml/2006/main">
              <a:ext uri="{FF2B5EF4-FFF2-40B4-BE49-F238E27FC236}">
                <a16:creationId xmlns:a16="http://schemas.microsoft.com/office/drawing/2014/main" id="{8B221B1D-8A90-4B08-BE80-CD93695FB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532375" y="3865778"/>
            <a:ext cx="2174510" cy="2084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7EAC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39" name="funnel-step-body-3">
            <a:extLst xmlns:a="http://schemas.openxmlformats.org/drawingml/2006/main">
              <a:ext uri="{FF2B5EF4-FFF2-40B4-BE49-F238E27FC236}">
                <a16:creationId xmlns:a16="http://schemas.microsoft.com/office/drawing/2014/main" id="{A6A9640B-DE2B-4AC7-9E1D-10A7285CC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60946" y="4697730"/>
            <a:ext cx="1713681" cy="627069"/>
          </a:xfrm>
          <a:custGeom xmlns:a="http://schemas.openxmlformats.org/drawingml/2006/main">
            <a:pathLst>
              <a:path w="1713681" h="627069">
                <a:moveTo>
                  <a:pt x="0" y="0"/>
                </a:moveTo>
                <a:lnTo>
                  <a:pt x="6887" y="17745"/>
                </a:lnTo>
                <a:lnTo>
                  <a:pt x="13783" y="35490"/>
                </a:lnTo>
                <a:lnTo>
                  <a:pt x="20669" y="53235"/>
                </a:lnTo>
                <a:lnTo>
                  <a:pt x="27565" y="70971"/>
                </a:lnTo>
                <a:lnTo>
                  <a:pt x="34452" y="88716"/>
                </a:lnTo>
                <a:lnTo>
                  <a:pt x="41348" y="106461"/>
                </a:lnTo>
                <a:lnTo>
                  <a:pt x="48235" y="124206"/>
                </a:lnTo>
                <a:lnTo>
                  <a:pt x="55131" y="141951"/>
                </a:lnTo>
                <a:lnTo>
                  <a:pt x="62017" y="159696"/>
                </a:lnTo>
                <a:lnTo>
                  <a:pt x="68913" y="177432"/>
                </a:lnTo>
                <a:lnTo>
                  <a:pt x="75800" y="195177"/>
                </a:lnTo>
                <a:lnTo>
                  <a:pt x="82696" y="212922"/>
                </a:lnTo>
                <a:lnTo>
                  <a:pt x="89583" y="230667"/>
                </a:lnTo>
                <a:lnTo>
                  <a:pt x="96479" y="248412"/>
                </a:lnTo>
                <a:lnTo>
                  <a:pt x="103365" y="266157"/>
                </a:lnTo>
                <a:lnTo>
                  <a:pt x="110261" y="283893"/>
                </a:lnTo>
                <a:lnTo>
                  <a:pt x="117148" y="301638"/>
                </a:lnTo>
                <a:lnTo>
                  <a:pt x="124044" y="319383"/>
                </a:lnTo>
                <a:lnTo>
                  <a:pt x="130931" y="337128"/>
                </a:lnTo>
                <a:lnTo>
                  <a:pt x="137827" y="354873"/>
                </a:lnTo>
                <a:lnTo>
                  <a:pt x="144713" y="372618"/>
                </a:lnTo>
                <a:lnTo>
                  <a:pt x="151600" y="390354"/>
                </a:lnTo>
                <a:lnTo>
                  <a:pt x="158496" y="408099"/>
                </a:lnTo>
                <a:lnTo>
                  <a:pt x="165383" y="425844"/>
                </a:lnTo>
                <a:lnTo>
                  <a:pt x="172279" y="443589"/>
                </a:lnTo>
                <a:lnTo>
                  <a:pt x="179165" y="461334"/>
                </a:lnTo>
                <a:lnTo>
                  <a:pt x="186061" y="479079"/>
                </a:lnTo>
                <a:lnTo>
                  <a:pt x="192948" y="496824"/>
                </a:lnTo>
                <a:lnTo>
                  <a:pt x="199844" y="514560"/>
                </a:lnTo>
                <a:lnTo>
                  <a:pt x="206731" y="532305"/>
                </a:lnTo>
                <a:lnTo>
                  <a:pt x="213627" y="550050"/>
                </a:lnTo>
                <a:lnTo>
                  <a:pt x="222514" y="566261"/>
                </a:lnTo>
                <a:lnTo>
                  <a:pt x="239030" y="575605"/>
                </a:lnTo>
                <a:lnTo>
                  <a:pt x="256937" y="582044"/>
                </a:lnTo>
                <a:lnTo>
                  <a:pt x="275292" y="587092"/>
                </a:lnTo>
                <a:lnTo>
                  <a:pt x="293856" y="591283"/>
                </a:lnTo>
                <a:lnTo>
                  <a:pt x="312544" y="594884"/>
                </a:lnTo>
                <a:lnTo>
                  <a:pt x="331318" y="598046"/>
                </a:lnTo>
                <a:lnTo>
                  <a:pt x="350139" y="600856"/>
                </a:lnTo>
                <a:lnTo>
                  <a:pt x="369008" y="603390"/>
                </a:lnTo>
                <a:lnTo>
                  <a:pt x="387896" y="605685"/>
                </a:lnTo>
                <a:lnTo>
                  <a:pt x="406822" y="607781"/>
                </a:lnTo>
                <a:lnTo>
                  <a:pt x="425758" y="609695"/>
                </a:lnTo>
                <a:lnTo>
                  <a:pt x="444713" y="611457"/>
                </a:lnTo>
                <a:lnTo>
                  <a:pt x="463677" y="613086"/>
                </a:lnTo>
                <a:lnTo>
                  <a:pt x="482651" y="614572"/>
                </a:lnTo>
                <a:lnTo>
                  <a:pt x="501634" y="615953"/>
                </a:lnTo>
                <a:lnTo>
                  <a:pt x="520627" y="617220"/>
                </a:lnTo>
                <a:lnTo>
                  <a:pt x="539629" y="618401"/>
                </a:lnTo>
                <a:lnTo>
                  <a:pt x="558632" y="619477"/>
                </a:lnTo>
                <a:lnTo>
                  <a:pt x="577644" y="620478"/>
                </a:lnTo>
                <a:lnTo>
                  <a:pt x="596656" y="621382"/>
                </a:lnTo>
                <a:lnTo>
                  <a:pt x="615667" y="622221"/>
                </a:lnTo>
                <a:lnTo>
                  <a:pt x="634689" y="622983"/>
                </a:lnTo>
                <a:lnTo>
                  <a:pt x="653710" y="623668"/>
                </a:lnTo>
                <a:lnTo>
                  <a:pt x="672732" y="624288"/>
                </a:lnTo>
                <a:lnTo>
                  <a:pt x="691763" y="624840"/>
                </a:lnTo>
                <a:lnTo>
                  <a:pt x="710794" y="625326"/>
                </a:lnTo>
                <a:lnTo>
                  <a:pt x="729825" y="625754"/>
                </a:lnTo>
                <a:lnTo>
                  <a:pt x="748856" y="626116"/>
                </a:lnTo>
                <a:lnTo>
                  <a:pt x="767886" y="626421"/>
                </a:lnTo>
                <a:lnTo>
                  <a:pt x="786917" y="626669"/>
                </a:lnTo>
                <a:lnTo>
                  <a:pt x="805948" y="626859"/>
                </a:lnTo>
                <a:lnTo>
                  <a:pt x="824989" y="626983"/>
                </a:lnTo>
                <a:lnTo>
                  <a:pt x="844020" y="627059"/>
                </a:lnTo>
                <a:lnTo>
                  <a:pt x="863051" y="627069"/>
                </a:lnTo>
                <a:lnTo>
                  <a:pt x="882091" y="627031"/>
                </a:lnTo>
                <a:lnTo>
                  <a:pt x="901122" y="626935"/>
                </a:lnTo>
                <a:lnTo>
                  <a:pt x="920153" y="626783"/>
                </a:lnTo>
                <a:lnTo>
                  <a:pt x="939194" y="626564"/>
                </a:lnTo>
                <a:lnTo>
                  <a:pt x="958225" y="626288"/>
                </a:lnTo>
                <a:lnTo>
                  <a:pt x="977255" y="625964"/>
                </a:lnTo>
                <a:lnTo>
                  <a:pt x="996286" y="625564"/>
                </a:lnTo>
                <a:lnTo>
                  <a:pt x="1015317" y="625107"/>
                </a:lnTo>
                <a:lnTo>
                  <a:pt x="1034339" y="624592"/>
                </a:lnTo>
                <a:lnTo>
                  <a:pt x="1053370" y="624011"/>
                </a:lnTo>
                <a:lnTo>
                  <a:pt x="1072391" y="623354"/>
                </a:lnTo>
                <a:lnTo>
                  <a:pt x="1091413" y="622640"/>
                </a:lnTo>
                <a:lnTo>
                  <a:pt x="1110434" y="621849"/>
                </a:lnTo>
                <a:lnTo>
                  <a:pt x="1129446" y="620973"/>
                </a:lnTo>
                <a:lnTo>
                  <a:pt x="1148458" y="620030"/>
                </a:lnTo>
                <a:lnTo>
                  <a:pt x="1167460" y="618992"/>
                </a:lnTo>
                <a:lnTo>
                  <a:pt x="1186463" y="617868"/>
                </a:lnTo>
                <a:lnTo>
                  <a:pt x="1205465" y="616658"/>
                </a:lnTo>
                <a:lnTo>
                  <a:pt x="1224448" y="615334"/>
                </a:lnTo>
                <a:lnTo>
                  <a:pt x="1243432" y="613905"/>
                </a:lnTo>
                <a:lnTo>
                  <a:pt x="1262405" y="612353"/>
                </a:lnTo>
                <a:lnTo>
                  <a:pt x="1281360" y="610667"/>
                </a:lnTo>
                <a:lnTo>
                  <a:pt x="1300305" y="608838"/>
                </a:lnTo>
                <a:lnTo>
                  <a:pt x="1319241" y="606847"/>
                </a:lnTo>
                <a:lnTo>
                  <a:pt x="1338148" y="604657"/>
                </a:lnTo>
                <a:lnTo>
                  <a:pt x="1357027" y="602256"/>
                </a:lnTo>
                <a:lnTo>
                  <a:pt x="1375877" y="599608"/>
                </a:lnTo>
                <a:lnTo>
                  <a:pt x="1394679" y="596636"/>
                </a:lnTo>
                <a:lnTo>
                  <a:pt x="1413415" y="593293"/>
                </a:lnTo>
                <a:lnTo>
                  <a:pt x="1432055" y="589436"/>
                </a:lnTo>
                <a:lnTo>
                  <a:pt x="1450543" y="584902"/>
                </a:lnTo>
                <a:lnTo>
                  <a:pt x="1468736" y="579311"/>
                </a:lnTo>
                <a:lnTo>
                  <a:pt x="1486224" y="571843"/>
                </a:lnTo>
                <a:lnTo>
                  <a:pt x="1500626" y="559765"/>
                </a:lnTo>
                <a:lnTo>
                  <a:pt x="1506903" y="541896"/>
                </a:lnTo>
                <a:lnTo>
                  <a:pt x="1513789" y="524151"/>
                </a:lnTo>
                <a:lnTo>
                  <a:pt x="1520685" y="506406"/>
                </a:lnTo>
                <a:lnTo>
                  <a:pt x="1527572" y="488661"/>
                </a:lnTo>
                <a:lnTo>
                  <a:pt x="1534468" y="470916"/>
                </a:lnTo>
                <a:lnTo>
                  <a:pt x="1541355" y="453171"/>
                </a:lnTo>
                <a:lnTo>
                  <a:pt x="1548251" y="435435"/>
                </a:lnTo>
                <a:lnTo>
                  <a:pt x="1555137" y="417690"/>
                </a:lnTo>
                <a:lnTo>
                  <a:pt x="1562033" y="399945"/>
                </a:lnTo>
                <a:lnTo>
                  <a:pt x="1568920" y="382200"/>
                </a:lnTo>
                <a:lnTo>
                  <a:pt x="1575816" y="364455"/>
                </a:lnTo>
                <a:lnTo>
                  <a:pt x="1582703" y="346710"/>
                </a:lnTo>
                <a:lnTo>
                  <a:pt x="1589599" y="328974"/>
                </a:lnTo>
                <a:lnTo>
                  <a:pt x="1596485" y="311229"/>
                </a:lnTo>
                <a:lnTo>
                  <a:pt x="1603372" y="293484"/>
                </a:lnTo>
                <a:lnTo>
                  <a:pt x="1610268" y="275739"/>
                </a:lnTo>
                <a:lnTo>
                  <a:pt x="1617155" y="257994"/>
                </a:lnTo>
                <a:lnTo>
                  <a:pt x="1624051" y="240249"/>
                </a:lnTo>
                <a:lnTo>
                  <a:pt x="1630937" y="222514"/>
                </a:lnTo>
                <a:lnTo>
                  <a:pt x="1637833" y="204768"/>
                </a:lnTo>
                <a:lnTo>
                  <a:pt x="1644720" y="187023"/>
                </a:lnTo>
                <a:lnTo>
                  <a:pt x="1651616" y="169278"/>
                </a:lnTo>
                <a:lnTo>
                  <a:pt x="1658503" y="151533"/>
                </a:lnTo>
                <a:lnTo>
                  <a:pt x="1665399" y="133788"/>
                </a:lnTo>
                <a:lnTo>
                  <a:pt x="1672285" y="116043"/>
                </a:lnTo>
                <a:lnTo>
                  <a:pt x="1679181" y="98308"/>
                </a:lnTo>
                <a:lnTo>
                  <a:pt x="1686068" y="80562"/>
                </a:lnTo>
                <a:lnTo>
                  <a:pt x="1692964" y="62817"/>
                </a:lnTo>
                <a:lnTo>
                  <a:pt x="1699851" y="45072"/>
                </a:lnTo>
                <a:lnTo>
                  <a:pt x="1706747" y="27327"/>
                </a:lnTo>
                <a:lnTo>
                  <a:pt x="1713633" y="9582"/>
                </a:lnTo>
                <a:lnTo>
                  <a:pt x="1713681" y="7696"/>
                </a:lnTo>
                <a:lnTo>
                  <a:pt x="1697460" y="17431"/>
                </a:lnTo>
                <a:lnTo>
                  <a:pt x="1679467" y="23622"/>
                </a:lnTo>
                <a:lnTo>
                  <a:pt x="1661036" y="28365"/>
                </a:lnTo>
                <a:lnTo>
                  <a:pt x="1642415" y="32290"/>
                </a:lnTo>
                <a:lnTo>
                  <a:pt x="1623679" y="35652"/>
                </a:lnTo>
                <a:lnTo>
                  <a:pt x="1604877" y="38624"/>
                </a:lnTo>
                <a:lnTo>
                  <a:pt x="1586027" y="41272"/>
                </a:lnTo>
                <a:lnTo>
                  <a:pt x="1567148" y="43672"/>
                </a:lnTo>
                <a:lnTo>
                  <a:pt x="1548241" y="45872"/>
                </a:lnTo>
                <a:lnTo>
                  <a:pt x="1529315" y="47892"/>
                </a:lnTo>
                <a:lnTo>
                  <a:pt x="1510370" y="49759"/>
                </a:lnTo>
                <a:lnTo>
                  <a:pt x="1491415" y="51502"/>
                </a:lnTo>
                <a:lnTo>
                  <a:pt x="1472451" y="53111"/>
                </a:lnTo>
                <a:lnTo>
                  <a:pt x="1453477" y="54626"/>
                </a:lnTo>
                <a:lnTo>
                  <a:pt x="1434494" y="56045"/>
                </a:lnTo>
                <a:lnTo>
                  <a:pt x="1415501" y="57369"/>
                </a:lnTo>
                <a:lnTo>
                  <a:pt x="1396508" y="58617"/>
                </a:lnTo>
                <a:lnTo>
                  <a:pt x="1377515" y="59788"/>
                </a:lnTo>
                <a:lnTo>
                  <a:pt x="1358513" y="60893"/>
                </a:lnTo>
                <a:lnTo>
                  <a:pt x="1339501" y="61932"/>
                </a:lnTo>
                <a:lnTo>
                  <a:pt x="1320489" y="62913"/>
                </a:lnTo>
                <a:lnTo>
                  <a:pt x="1301477" y="63837"/>
                </a:lnTo>
                <a:lnTo>
                  <a:pt x="1282465" y="64703"/>
                </a:lnTo>
                <a:lnTo>
                  <a:pt x="1263444" y="65513"/>
                </a:lnTo>
                <a:lnTo>
                  <a:pt x="1244432" y="66275"/>
                </a:lnTo>
                <a:lnTo>
                  <a:pt x="1225410" y="66999"/>
                </a:lnTo>
                <a:lnTo>
                  <a:pt x="1206379" y="67666"/>
                </a:lnTo>
                <a:lnTo>
                  <a:pt x="1187358" y="68294"/>
                </a:lnTo>
                <a:lnTo>
                  <a:pt x="1168337" y="68875"/>
                </a:lnTo>
                <a:lnTo>
                  <a:pt x="1149306" y="69428"/>
                </a:lnTo>
                <a:lnTo>
                  <a:pt x="1130275" y="69933"/>
                </a:lnTo>
                <a:lnTo>
                  <a:pt x="1111253" y="70399"/>
                </a:lnTo>
                <a:lnTo>
                  <a:pt x="1092222" y="70828"/>
                </a:lnTo>
                <a:lnTo>
                  <a:pt x="1073191" y="71218"/>
                </a:lnTo>
                <a:lnTo>
                  <a:pt x="1054160" y="71580"/>
                </a:lnTo>
                <a:lnTo>
                  <a:pt x="1035129" y="71895"/>
                </a:lnTo>
                <a:lnTo>
                  <a:pt x="1016098" y="72190"/>
                </a:lnTo>
                <a:lnTo>
                  <a:pt x="997058" y="72438"/>
                </a:lnTo>
                <a:lnTo>
                  <a:pt x="978027" y="72657"/>
                </a:lnTo>
                <a:lnTo>
                  <a:pt x="958996" y="72847"/>
                </a:lnTo>
                <a:lnTo>
                  <a:pt x="939956" y="73000"/>
                </a:lnTo>
                <a:lnTo>
                  <a:pt x="920925" y="73123"/>
                </a:lnTo>
                <a:lnTo>
                  <a:pt x="901894" y="73209"/>
                </a:lnTo>
                <a:lnTo>
                  <a:pt x="882853" y="73266"/>
                </a:lnTo>
                <a:lnTo>
                  <a:pt x="863822" y="73295"/>
                </a:lnTo>
                <a:lnTo>
                  <a:pt x="844782" y="73285"/>
                </a:lnTo>
                <a:lnTo>
                  <a:pt x="825751" y="73247"/>
                </a:lnTo>
                <a:lnTo>
                  <a:pt x="806720" y="73171"/>
                </a:lnTo>
                <a:lnTo>
                  <a:pt x="787679" y="73066"/>
                </a:lnTo>
                <a:lnTo>
                  <a:pt x="768648" y="72933"/>
                </a:lnTo>
                <a:lnTo>
                  <a:pt x="749618" y="72761"/>
                </a:lnTo>
                <a:lnTo>
                  <a:pt x="730577" y="72561"/>
                </a:lnTo>
                <a:lnTo>
                  <a:pt x="711546" y="72323"/>
                </a:lnTo>
                <a:lnTo>
                  <a:pt x="692515" y="72057"/>
                </a:lnTo>
                <a:lnTo>
                  <a:pt x="673484" y="71752"/>
                </a:lnTo>
                <a:lnTo>
                  <a:pt x="654453" y="71418"/>
                </a:lnTo>
                <a:lnTo>
                  <a:pt x="635422" y="71047"/>
                </a:lnTo>
                <a:lnTo>
                  <a:pt x="616391" y="70637"/>
                </a:lnTo>
                <a:lnTo>
                  <a:pt x="597360" y="70190"/>
                </a:lnTo>
                <a:lnTo>
                  <a:pt x="578329" y="69704"/>
                </a:lnTo>
                <a:lnTo>
                  <a:pt x="559308" y="69180"/>
                </a:lnTo>
                <a:lnTo>
                  <a:pt x="540277" y="68618"/>
                </a:lnTo>
                <a:lnTo>
                  <a:pt x="521256" y="68009"/>
                </a:lnTo>
                <a:lnTo>
                  <a:pt x="502225" y="67361"/>
                </a:lnTo>
                <a:lnTo>
                  <a:pt x="483203" y="66665"/>
                </a:lnTo>
                <a:lnTo>
                  <a:pt x="464182" y="65932"/>
                </a:lnTo>
                <a:lnTo>
                  <a:pt x="445170" y="65141"/>
                </a:lnTo>
                <a:lnTo>
                  <a:pt x="426149" y="64303"/>
                </a:lnTo>
                <a:lnTo>
                  <a:pt x="407137" y="63417"/>
                </a:lnTo>
                <a:lnTo>
                  <a:pt x="388125" y="62465"/>
                </a:lnTo>
                <a:lnTo>
                  <a:pt x="369122" y="61465"/>
                </a:lnTo>
                <a:lnTo>
                  <a:pt x="350110" y="60398"/>
                </a:lnTo>
                <a:lnTo>
                  <a:pt x="331108" y="59265"/>
                </a:lnTo>
                <a:lnTo>
                  <a:pt x="312115" y="58055"/>
                </a:lnTo>
                <a:lnTo>
                  <a:pt x="293122" y="56769"/>
                </a:lnTo>
                <a:lnTo>
                  <a:pt x="274139" y="55397"/>
                </a:lnTo>
                <a:lnTo>
                  <a:pt x="255165" y="53950"/>
                </a:lnTo>
                <a:lnTo>
                  <a:pt x="236191" y="52388"/>
                </a:lnTo>
                <a:lnTo>
                  <a:pt x="217227" y="50721"/>
                </a:lnTo>
                <a:lnTo>
                  <a:pt x="198282" y="48920"/>
                </a:lnTo>
                <a:lnTo>
                  <a:pt x="179346" y="46987"/>
                </a:lnTo>
                <a:lnTo>
                  <a:pt x="160420" y="44891"/>
                </a:lnTo>
                <a:lnTo>
                  <a:pt x="141532" y="42605"/>
                </a:lnTo>
                <a:lnTo>
                  <a:pt x="122663" y="40091"/>
                </a:lnTo>
                <a:lnTo>
                  <a:pt x="103832" y="37300"/>
                </a:lnTo>
                <a:lnTo>
                  <a:pt x="85058" y="34166"/>
                </a:lnTo>
                <a:lnTo>
                  <a:pt x="66361" y="30566"/>
                </a:lnTo>
                <a:lnTo>
                  <a:pt x="47815" y="26318"/>
                </a:lnTo>
                <a:lnTo>
                  <a:pt x="29537" y="21022"/>
                </a:lnTo>
                <a:lnTo>
                  <a:pt x="12002" y="13678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40" name="funnel-step-cap-3">
            <a:extLst xmlns:a="http://schemas.openxmlformats.org/drawingml/2006/main">
              <a:ext uri="{FF2B5EF4-FFF2-40B4-BE49-F238E27FC236}">
                <a16:creationId xmlns:a16="http://schemas.microsoft.com/office/drawing/2014/main" id="{7901CDEC-0C64-4C38-9546-558E7F3B9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60984" y="4593488"/>
            <a:ext cx="1717272" cy="2084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7EAC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41" name="funnel-step-body-4">
            <a:extLst xmlns:a="http://schemas.openxmlformats.org/drawingml/2006/main">
              <a:ext uri="{FF2B5EF4-FFF2-40B4-BE49-F238E27FC236}">
                <a16:creationId xmlns:a16="http://schemas.microsoft.com/office/drawing/2014/main" id="{3FB62E6E-8CCB-4B5F-99E0-A673BDCD2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76021" y="5425440"/>
            <a:ext cx="1287123" cy="627078"/>
          </a:xfrm>
          <a:custGeom xmlns:a="http://schemas.openxmlformats.org/drawingml/2006/main">
            <a:pathLst>
              <a:path w="1287123" h="627078">
                <a:moveTo>
                  <a:pt x="0" y="0"/>
                </a:moveTo>
                <a:lnTo>
                  <a:pt x="6629" y="17859"/>
                </a:lnTo>
                <a:lnTo>
                  <a:pt x="13249" y="35719"/>
                </a:lnTo>
                <a:lnTo>
                  <a:pt x="19879" y="53578"/>
                </a:lnTo>
                <a:lnTo>
                  <a:pt x="26499" y="71428"/>
                </a:lnTo>
                <a:lnTo>
                  <a:pt x="33128" y="89287"/>
                </a:lnTo>
                <a:lnTo>
                  <a:pt x="39748" y="107147"/>
                </a:lnTo>
                <a:lnTo>
                  <a:pt x="46377" y="125006"/>
                </a:lnTo>
                <a:lnTo>
                  <a:pt x="53007" y="142865"/>
                </a:lnTo>
                <a:lnTo>
                  <a:pt x="59627" y="160725"/>
                </a:lnTo>
                <a:lnTo>
                  <a:pt x="66256" y="178575"/>
                </a:lnTo>
                <a:lnTo>
                  <a:pt x="72876" y="196434"/>
                </a:lnTo>
                <a:lnTo>
                  <a:pt x="79505" y="214293"/>
                </a:lnTo>
                <a:lnTo>
                  <a:pt x="86125" y="232153"/>
                </a:lnTo>
                <a:lnTo>
                  <a:pt x="92754" y="250012"/>
                </a:lnTo>
                <a:lnTo>
                  <a:pt x="99384" y="267872"/>
                </a:lnTo>
                <a:lnTo>
                  <a:pt x="106004" y="285731"/>
                </a:lnTo>
                <a:lnTo>
                  <a:pt x="112633" y="303581"/>
                </a:lnTo>
                <a:lnTo>
                  <a:pt x="119253" y="321440"/>
                </a:lnTo>
                <a:lnTo>
                  <a:pt x="125882" y="339300"/>
                </a:lnTo>
                <a:lnTo>
                  <a:pt x="132502" y="357159"/>
                </a:lnTo>
                <a:lnTo>
                  <a:pt x="139132" y="375018"/>
                </a:lnTo>
                <a:lnTo>
                  <a:pt x="145761" y="392878"/>
                </a:lnTo>
                <a:lnTo>
                  <a:pt x="152381" y="410737"/>
                </a:lnTo>
                <a:lnTo>
                  <a:pt x="159010" y="428587"/>
                </a:lnTo>
                <a:lnTo>
                  <a:pt x="165630" y="446446"/>
                </a:lnTo>
                <a:lnTo>
                  <a:pt x="172260" y="464306"/>
                </a:lnTo>
                <a:lnTo>
                  <a:pt x="178880" y="482165"/>
                </a:lnTo>
                <a:lnTo>
                  <a:pt x="185509" y="500024"/>
                </a:lnTo>
                <a:lnTo>
                  <a:pt x="192138" y="517884"/>
                </a:lnTo>
                <a:lnTo>
                  <a:pt x="198758" y="535734"/>
                </a:lnTo>
                <a:lnTo>
                  <a:pt x="205388" y="553593"/>
                </a:lnTo>
                <a:lnTo>
                  <a:pt x="214074" y="569909"/>
                </a:lnTo>
                <a:lnTo>
                  <a:pt x="230038" y="580187"/>
                </a:lnTo>
                <a:lnTo>
                  <a:pt x="247612" y="587512"/>
                </a:lnTo>
                <a:lnTo>
                  <a:pt x="265767" y="593246"/>
                </a:lnTo>
                <a:lnTo>
                  <a:pt x="284226" y="597960"/>
                </a:lnTo>
                <a:lnTo>
                  <a:pt x="302838" y="601961"/>
                </a:lnTo>
                <a:lnTo>
                  <a:pt x="321574" y="605428"/>
                </a:lnTo>
                <a:lnTo>
                  <a:pt x="340376" y="608457"/>
                </a:lnTo>
                <a:lnTo>
                  <a:pt x="359235" y="611124"/>
                </a:lnTo>
                <a:lnTo>
                  <a:pt x="378133" y="613486"/>
                </a:lnTo>
                <a:lnTo>
                  <a:pt x="397069" y="615591"/>
                </a:lnTo>
                <a:lnTo>
                  <a:pt x="416023" y="617468"/>
                </a:lnTo>
                <a:lnTo>
                  <a:pt x="434997" y="619125"/>
                </a:lnTo>
                <a:lnTo>
                  <a:pt x="453981" y="620601"/>
                </a:lnTo>
                <a:lnTo>
                  <a:pt x="472992" y="621897"/>
                </a:lnTo>
                <a:lnTo>
                  <a:pt x="492004" y="623030"/>
                </a:lnTo>
                <a:lnTo>
                  <a:pt x="511026" y="624011"/>
                </a:lnTo>
                <a:lnTo>
                  <a:pt x="530057" y="624840"/>
                </a:lnTo>
                <a:lnTo>
                  <a:pt x="549088" y="625535"/>
                </a:lnTo>
                <a:lnTo>
                  <a:pt x="568128" y="626097"/>
                </a:lnTo>
                <a:lnTo>
                  <a:pt x="587169" y="626526"/>
                </a:lnTo>
                <a:lnTo>
                  <a:pt x="606209" y="626840"/>
                </a:lnTo>
                <a:lnTo>
                  <a:pt x="625259" y="627021"/>
                </a:lnTo>
                <a:lnTo>
                  <a:pt x="644309" y="627078"/>
                </a:lnTo>
                <a:lnTo>
                  <a:pt x="663350" y="627012"/>
                </a:lnTo>
                <a:lnTo>
                  <a:pt x="682400" y="626821"/>
                </a:lnTo>
                <a:lnTo>
                  <a:pt x="701450" y="626507"/>
                </a:lnTo>
                <a:lnTo>
                  <a:pt x="720490" y="626059"/>
                </a:lnTo>
                <a:lnTo>
                  <a:pt x="739521" y="625488"/>
                </a:lnTo>
                <a:lnTo>
                  <a:pt x="758561" y="624783"/>
                </a:lnTo>
                <a:lnTo>
                  <a:pt x="777592" y="623945"/>
                </a:lnTo>
                <a:lnTo>
                  <a:pt x="796614" y="622954"/>
                </a:lnTo>
                <a:lnTo>
                  <a:pt x="815626" y="621802"/>
                </a:lnTo>
                <a:lnTo>
                  <a:pt x="834628" y="620497"/>
                </a:lnTo>
                <a:lnTo>
                  <a:pt x="853611" y="619011"/>
                </a:lnTo>
                <a:lnTo>
                  <a:pt x="872585" y="617334"/>
                </a:lnTo>
                <a:lnTo>
                  <a:pt x="891540" y="615448"/>
                </a:lnTo>
                <a:lnTo>
                  <a:pt x="910466" y="613324"/>
                </a:lnTo>
                <a:lnTo>
                  <a:pt x="929364" y="610943"/>
                </a:lnTo>
                <a:lnTo>
                  <a:pt x="948223" y="608247"/>
                </a:lnTo>
                <a:lnTo>
                  <a:pt x="967026" y="605190"/>
                </a:lnTo>
                <a:lnTo>
                  <a:pt x="985742" y="601685"/>
                </a:lnTo>
                <a:lnTo>
                  <a:pt x="1004354" y="597637"/>
                </a:lnTo>
                <a:lnTo>
                  <a:pt x="1022795" y="592855"/>
                </a:lnTo>
                <a:lnTo>
                  <a:pt x="1040921" y="587035"/>
                </a:lnTo>
                <a:lnTo>
                  <a:pt x="1058428" y="579558"/>
                </a:lnTo>
                <a:lnTo>
                  <a:pt x="1074172" y="568947"/>
                </a:lnTo>
                <a:lnTo>
                  <a:pt x="1082316" y="552279"/>
                </a:lnTo>
                <a:lnTo>
                  <a:pt x="1088936" y="534419"/>
                </a:lnTo>
                <a:lnTo>
                  <a:pt x="1095566" y="516560"/>
                </a:lnTo>
                <a:lnTo>
                  <a:pt x="1102185" y="498700"/>
                </a:lnTo>
                <a:lnTo>
                  <a:pt x="1108815" y="480851"/>
                </a:lnTo>
                <a:lnTo>
                  <a:pt x="1115435" y="462991"/>
                </a:lnTo>
                <a:lnTo>
                  <a:pt x="1122064" y="445132"/>
                </a:lnTo>
                <a:lnTo>
                  <a:pt x="1128693" y="427272"/>
                </a:lnTo>
                <a:lnTo>
                  <a:pt x="1135313" y="409413"/>
                </a:lnTo>
                <a:lnTo>
                  <a:pt x="1141943" y="391554"/>
                </a:lnTo>
                <a:lnTo>
                  <a:pt x="1148563" y="373694"/>
                </a:lnTo>
                <a:lnTo>
                  <a:pt x="1155192" y="355844"/>
                </a:lnTo>
                <a:lnTo>
                  <a:pt x="1161812" y="337985"/>
                </a:lnTo>
                <a:lnTo>
                  <a:pt x="1168441" y="320126"/>
                </a:lnTo>
                <a:lnTo>
                  <a:pt x="1175071" y="302266"/>
                </a:lnTo>
                <a:lnTo>
                  <a:pt x="1181691" y="284407"/>
                </a:lnTo>
                <a:lnTo>
                  <a:pt x="1188320" y="266548"/>
                </a:lnTo>
                <a:lnTo>
                  <a:pt x="1194940" y="248698"/>
                </a:lnTo>
                <a:lnTo>
                  <a:pt x="1201569" y="230838"/>
                </a:lnTo>
                <a:lnTo>
                  <a:pt x="1208189" y="212979"/>
                </a:lnTo>
                <a:lnTo>
                  <a:pt x="1214819" y="195120"/>
                </a:lnTo>
                <a:lnTo>
                  <a:pt x="1221448" y="177260"/>
                </a:lnTo>
                <a:lnTo>
                  <a:pt x="1228068" y="159401"/>
                </a:lnTo>
                <a:lnTo>
                  <a:pt x="1234697" y="141542"/>
                </a:lnTo>
                <a:lnTo>
                  <a:pt x="1241317" y="123692"/>
                </a:lnTo>
                <a:lnTo>
                  <a:pt x="1247946" y="105832"/>
                </a:lnTo>
                <a:lnTo>
                  <a:pt x="1254566" y="87973"/>
                </a:lnTo>
                <a:lnTo>
                  <a:pt x="1261196" y="70114"/>
                </a:lnTo>
                <a:lnTo>
                  <a:pt x="1267825" y="52254"/>
                </a:lnTo>
                <a:lnTo>
                  <a:pt x="1274445" y="34395"/>
                </a:lnTo>
                <a:lnTo>
                  <a:pt x="1281074" y="16545"/>
                </a:lnTo>
                <a:lnTo>
                  <a:pt x="1287123" y="1400"/>
                </a:lnTo>
                <a:lnTo>
                  <a:pt x="1275350" y="15621"/>
                </a:lnTo>
                <a:lnTo>
                  <a:pt x="1258214" y="23860"/>
                </a:lnTo>
                <a:lnTo>
                  <a:pt x="1240126" y="29813"/>
                </a:lnTo>
                <a:lnTo>
                  <a:pt x="1221686" y="34585"/>
                </a:lnTo>
                <a:lnTo>
                  <a:pt x="1203065" y="38586"/>
                </a:lnTo>
                <a:lnTo>
                  <a:pt x="1184339" y="42053"/>
                </a:lnTo>
                <a:lnTo>
                  <a:pt x="1165536" y="45110"/>
                </a:lnTo>
                <a:lnTo>
                  <a:pt x="1146686" y="47835"/>
                </a:lnTo>
                <a:lnTo>
                  <a:pt x="1127798" y="50302"/>
                </a:lnTo>
                <a:lnTo>
                  <a:pt x="1108881" y="52530"/>
                </a:lnTo>
                <a:lnTo>
                  <a:pt x="1089946" y="54569"/>
                </a:lnTo>
                <a:lnTo>
                  <a:pt x="1070991" y="56445"/>
                </a:lnTo>
                <a:lnTo>
                  <a:pt x="1052017" y="58169"/>
                </a:lnTo>
                <a:lnTo>
                  <a:pt x="1033043" y="59741"/>
                </a:lnTo>
                <a:lnTo>
                  <a:pt x="1014051" y="61208"/>
                </a:lnTo>
                <a:lnTo>
                  <a:pt x="995048" y="62551"/>
                </a:lnTo>
                <a:lnTo>
                  <a:pt x="976046" y="63798"/>
                </a:lnTo>
                <a:lnTo>
                  <a:pt x="957024" y="64941"/>
                </a:lnTo>
                <a:lnTo>
                  <a:pt x="938012" y="65999"/>
                </a:lnTo>
                <a:lnTo>
                  <a:pt x="918991" y="66970"/>
                </a:lnTo>
                <a:lnTo>
                  <a:pt x="899960" y="67856"/>
                </a:lnTo>
                <a:lnTo>
                  <a:pt x="880929" y="68675"/>
                </a:lnTo>
                <a:lnTo>
                  <a:pt x="861898" y="69409"/>
                </a:lnTo>
                <a:lnTo>
                  <a:pt x="842867" y="70075"/>
                </a:lnTo>
                <a:lnTo>
                  <a:pt x="823827" y="70676"/>
                </a:lnTo>
                <a:lnTo>
                  <a:pt x="804786" y="71209"/>
                </a:lnTo>
                <a:lnTo>
                  <a:pt x="785746" y="71676"/>
                </a:lnTo>
                <a:lnTo>
                  <a:pt x="766705" y="72085"/>
                </a:lnTo>
                <a:lnTo>
                  <a:pt x="747655" y="72438"/>
                </a:lnTo>
                <a:lnTo>
                  <a:pt x="728615" y="72723"/>
                </a:lnTo>
                <a:lnTo>
                  <a:pt x="709565" y="72952"/>
                </a:lnTo>
                <a:lnTo>
                  <a:pt x="690515" y="73123"/>
                </a:lnTo>
                <a:lnTo>
                  <a:pt x="671474" y="73228"/>
                </a:lnTo>
                <a:lnTo>
                  <a:pt x="652424" y="73285"/>
                </a:lnTo>
                <a:lnTo>
                  <a:pt x="633374" y="73285"/>
                </a:lnTo>
                <a:lnTo>
                  <a:pt x="614334" y="73228"/>
                </a:lnTo>
                <a:lnTo>
                  <a:pt x="595284" y="73104"/>
                </a:lnTo>
                <a:lnTo>
                  <a:pt x="576234" y="72933"/>
                </a:lnTo>
                <a:lnTo>
                  <a:pt x="557193" y="72704"/>
                </a:lnTo>
                <a:lnTo>
                  <a:pt x="538143" y="72409"/>
                </a:lnTo>
                <a:lnTo>
                  <a:pt x="519103" y="72057"/>
                </a:lnTo>
                <a:lnTo>
                  <a:pt x="500063" y="71647"/>
                </a:lnTo>
                <a:lnTo>
                  <a:pt x="481022" y="71171"/>
                </a:lnTo>
                <a:lnTo>
                  <a:pt x="461982" y="70637"/>
                </a:lnTo>
                <a:lnTo>
                  <a:pt x="442941" y="70028"/>
                </a:lnTo>
                <a:lnTo>
                  <a:pt x="423901" y="69361"/>
                </a:lnTo>
                <a:lnTo>
                  <a:pt x="404870" y="68609"/>
                </a:lnTo>
                <a:lnTo>
                  <a:pt x="385839" y="67789"/>
                </a:lnTo>
                <a:lnTo>
                  <a:pt x="366817" y="66904"/>
                </a:lnTo>
                <a:lnTo>
                  <a:pt x="347796" y="65923"/>
                </a:lnTo>
                <a:lnTo>
                  <a:pt x="328774" y="64865"/>
                </a:lnTo>
                <a:lnTo>
                  <a:pt x="309763" y="63713"/>
                </a:lnTo>
                <a:lnTo>
                  <a:pt x="290760" y="62455"/>
                </a:lnTo>
                <a:lnTo>
                  <a:pt x="271758" y="61103"/>
                </a:lnTo>
                <a:lnTo>
                  <a:pt x="252765" y="59636"/>
                </a:lnTo>
                <a:lnTo>
                  <a:pt x="233791" y="58045"/>
                </a:lnTo>
                <a:lnTo>
                  <a:pt x="214817" y="56312"/>
                </a:lnTo>
                <a:lnTo>
                  <a:pt x="195863" y="54426"/>
                </a:lnTo>
                <a:lnTo>
                  <a:pt x="176927" y="52378"/>
                </a:lnTo>
                <a:lnTo>
                  <a:pt x="158020" y="50130"/>
                </a:lnTo>
                <a:lnTo>
                  <a:pt x="139132" y="47644"/>
                </a:lnTo>
                <a:lnTo>
                  <a:pt x="120282" y="44891"/>
                </a:lnTo>
                <a:lnTo>
                  <a:pt x="101489" y="41815"/>
                </a:lnTo>
                <a:lnTo>
                  <a:pt x="82763" y="38310"/>
                </a:lnTo>
                <a:lnTo>
                  <a:pt x="64151" y="34261"/>
                </a:lnTo>
                <a:lnTo>
                  <a:pt x="45730" y="29423"/>
                </a:lnTo>
                <a:lnTo>
                  <a:pt x="27689" y="23346"/>
                </a:lnTo>
                <a:lnTo>
                  <a:pt x="10678" y="14859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42" name="funnel-step-cap-4">
            <a:extLst xmlns:a="http://schemas.openxmlformats.org/drawingml/2006/main">
              <a:ext uri="{FF2B5EF4-FFF2-40B4-BE49-F238E27FC236}">
                <a16:creationId xmlns:a16="http://schemas.microsoft.com/office/drawing/2014/main" id="{F9975300-0357-4100-9780-485FB63C4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76021" y="5321198"/>
            <a:ext cx="1287218" cy="2084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7EAC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43" name="funnel-flow-arrow">
            <a:extLst xmlns:a="http://schemas.openxmlformats.org/drawingml/2006/main">
              <a:ext uri="{FF2B5EF4-FFF2-40B4-BE49-F238E27FC236}">
                <a16:creationId xmlns:a16="http://schemas.microsoft.com/office/drawing/2014/main" id="{2840841F-354D-4A95-97FB-3A1144AB2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52850" y="2466975"/>
            <a:ext cx="1733550" cy="3631168"/>
          </a:xfrm>
          <a:custGeom xmlns:a="http://schemas.openxmlformats.org/drawingml/2006/main">
            <a:pathLst>
              <a:path w="1733550" h="3631168">
                <a:moveTo>
                  <a:pt x="0" y="0"/>
                </a:moveTo>
                <a:lnTo>
                  <a:pt x="0" y="42834"/>
                </a:lnTo>
                <a:lnTo>
                  <a:pt x="9001" y="84582"/>
                </a:lnTo>
                <a:lnTo>
                  <a:pt x="19136" y="126197"/>
                </a:lnTo>
                <a:lnTo>
                  <a:pt x="29270" y="167811"/>
                </a:lnTo>
                <a:lnTo>
                  <a:pt x="39405" y="209426"/>
                </a:lnTo>
                <a:lnTo>
                  <a:pt x="49540" y="251031"/>
                </a:lnTo>
                <a:lnTo>
                  <a:pt x="59684" y="292646"/>
                </a:lnTo>
                <a:lnTo>
                  <a:pt x="69818" y="334261"/>
                </a:lnTo>
                <a:lnTo>
                  <a:pt x="79953" y="375876"/>
                </a:lnTo>
                <a:lnTo>
                  <a:pt x="90087" y="417490"/>
                </a:lnTo>
                <a:lnTo>
                  <a:pt x="100222" y="459105"/>
                </a:lnTo>
                <a:lnTo>
                  <a:pt x="110357" y="500720"/>
                </a:lnTo>
                <a:lnTo>
                  <a:pt x="120491" y="542334"/>
                </a:lnTo>
                <a:lnTo>
                  <a:pt x="130626" y="583949"/>
                </a:lnTo>
                <a:lnTo>
                  <a:pt x="140770" y="625564"/>
                </a:lnTo>
                <a:lnTo>
                  <a:pt x="150905" y="667179"/>
                </a:lnTo>
                <a:lnTo>
                  <a:pt x="160611" y="708879"/>
                </a:lnTo>
                <a:lnTo>
                  <a:pt x="168907" y="750903"/>
                </a:lnTo>
                <a:lnTo>
                  <a:pt x="176974" y="792966"/>
                </a:lnTo>
                <a:lnTo>
                  <a:pt x="184718" y="835085"/>
                </a:lnTo>
                <a:lnTo>
                  <a:pt x="192462" y="877214"/>
                </a:lnTo>
                <a:lnTo>
                  <a:pt x="200196" y="919343"/>
                </a:lnTo>
                <a:lnTo>
                  <a:pt x="207940" y="961463"/>
                </a:lnTo>
                <a:lnTo>
                  <a:pt x="215684" y="1003592"/>
                </a:lnTo>
                <a:lnTo>
                  <a:pt x="223428" y="1045712"/>
                </a:lnTo>
                <a:lnTo>
                  <a:pt x="231162" y="1087841"/>
                </a:lnTo>
                <a:lnTo>
                  <a:pt x="238906" y="1129960"/>
                </a:lnTo>
                <a:lnTo>
                  <a:pt x="246650" y="1172089"/>
                </a:lnTo>
                <a:lnTo>
                  <a:pt x="254394" y="1214218"/>
                </a:lnTo>
                <a:lnTo>
                  <a:pt x="262128" y="1256338"/>
                </a:lnTo>
                <a:lnTo>
                  <a:pt x="269872" y="1298467"/>
                </a:lnTo>
                <a:lnTo>
                  <a:pt x="277616" y="1340587"/>
                </a:lnTo>
                <a:lnTo>
                  <a:pt x="285359" y="1382716"/>
                </a:lnTo>
                <a:lnTo>
                  <a:pt x="293094" y="1424835"/>
                </a:lnTo>
                <a:lnTo>
                  <a:pt x="300447" y="1467031"/>
                </a:lnTo>
                <a:lnTo>
                  <a:pt x="307734" y="1509236"/>
                </a:lnTo>
                <a:lnTo>
                  <a:pt x="314782" y="1551489"/>
                </a:lnTo>
                <a:lnTo>
                  <a:pt x="321831" y="1593733"/>
                </a:lnTo>
                <a:lnTo>
                  <a:pt x="328879" y="1635976"/>
                </a:lnTo>
                <a:lnTo>
                  <a:pt x="335928" y="1678229"/>
                </a:lnTo>
                <a:lnTo>
                  <a:pt x="342976" y="1720472"/>
                </a:lnTo>
                <a:lnTo>
                  <a:pt x="350025" y="1762716"/>
                </a:lnTo>
                <a:lnTo>
                  <a:pt x="357073" y="1804968"/>
                </a:lnTo>
                <a:lnTo>
                  <a:pt x="364112" y="1847212"/>
                </a:lnTo>
                <a:lnTo>
                  <a:pt x="371161" y="1889455"/>
                </a:lnTo>
                <a:lnTo>
                  <a:pt x="378209" y="1931708"/>
                </a:lnTo>
                <a:lnTo>
                  <a:pt x="385258" y="1973951"/>
                </a:lnTo>
                <a:lnTo>
                  <a:pt x="392306" y="2016195"/>
                </a:lnTo>
                <a:lnTo>
                  <a:pt x="399355" y="2058448"/>
                </a:lnTo>
                <a:lnTo>
                  <a:pt x="406403" y="2100691"/>
                </a:lnTo>
                <a:lnTo>
                  <a:pt x="413452" y="2142935"/>
                </a:lnTo>
                <a:lnTo>
                  <a:pt x="420329" y="2185216"/>
                </a:lnTo>
                <a:lnTo>
                  <a:pt x="427149" y="2227497"/>
                </a:lnTo>
                <a:lnTo>
                  <a:pt x="433797" y="2269808"/>
                </a:lnTo>
                <a:lnTo>
                  <a:pt x="440426" y="2312127"/>
                </a:lnTo>
                <a:lnTo>
                  <a:pt x="447056" y="2354437"/>
                </a:lnTo>
                <a:lnTo>
                  <a:pt x="453685" y="2396747"/>
                </a:lnTo>
                <a:lnTo>
                  <a:pt x="460324" y="2439067"/>
                </a:lnTo>
                <a:lnTo>
                  <a:pt x="466954" y="2481377"/>
                </a:lnTo>
                <a:lnTo>
                  <a:pt x="473583" y="2523696"/>
                </a:lnTo>
                <a:lnTo>
                  <a:pt x="480212" y="2566006"/>
                </a:lnTo>
                <a:lnTo>
                  <a:pt x="486842" y="2608316"/>
                </a:lnTo>
                <a:lnTo>
                  <a:pt x="493481" y="2650636"/>
                </a:lnTo>
                <a:lnTo>
                  <a:pt x="500110" y="2692946"/>
                </a:lnTo>
                <a:lnTo>
                  <a:pt x="506740" y="2735266"/>
                </a:lnTo>
                <a:lnTo>
                  <a:pt x="513369" y="2777576"/>
                </a:lnTo>
                <a:lnTo>
                  <a:pt x="520008" y="2819886"/>
                </a:lnTo>
                <a:lnTo>
                  <a:pt x="526637" y="2862205"/>
                </a:lnTo>
                <a:lnTo>
                  <a:pt x="533181" y="2904534"/>
                </a:lnTo>
                <a:lnTo>
                  <a:pt x="539648" y="2946873"/>
                </a:lnTo>
                <a:lnTo>
                  <a:pt x="503663" y="2952750"/>
                </a:lnTo>
                <a:lnTo>
                  <a:pt x="460829" y="2952750"/>
                </a:lnTo>
                <a:lnTo>
                  <a:pt x="418005" y="2952750"/>
                </a:lnTo>
                <a:lnTo>
                  <a:pt x="375171" y="2952750"/>
                </a:lnTo>
                <a:lnTo>
                  <a:pt x="332337" y="2952750"/>
                </a:lnTo>
                <a:lnTo>
                  <a:pt x="289512" y="2952750"/>
                </a:lnTo>
                <a:lnTo>
                  <a:pt x="246678" y="2952750"/>
                </a:lnTo>
                <a:lnTo>
                  <a:pt x="225533" y="2962075"/>
                </a:lnTo>
                <a:lnTo>
                  <a:pt x="254994" y="2993155"/>
                </a:lnTo>
                <a:lnTo>
                  <a:pt x="284464" y="3024245"/>
                </a:lnTo>
                <a:lnTo>
                  <a:pt x="313925" y="3055325"/>
                </a:lnTo>
                <a:lnTo>
                  <a:pt x="343395" y="3086414"/>
                </a:lnTo>
                <a:lnTo>
                  <a:pt x="372856" y="3117494"/>
                </a:lnTo>
                <a:lnTo>
                  <a:pt x="402326" y="3148574"/>
                </a:lnTo>
                <a:lnTo>
                  <a:pt x="431787" y="3179664"/>
                </a:lnTo>
                <a:lnTo>
                  <a:pt x="461258" y="3210744"/>
                </a:lnTo>
                <a:lnTo>
                  <a:pt x="490718" y="3241834"/>
                </a:lnTo>
                <a:lnTo>
                  <a:pt x="520189" y="3272914"/>
                </a:lnTo>
                <a:lnTo>
                  <a:pt x="549650" y="3304003"/>
                </a:lnTo>
                <a:lnTo>
                  <a:pt x="579110" y="3335084"/>
                </a:lnTo>
                <a:lnTo>
                  <a:pt x="608581" y="3366173"/>
                </a:lnTo>
                <a:lnTo>
                  <a:pt x="638042" y="3397253"/>
                </a:lnTo>
                <a:lnTo>
                  <a:pt x="667512" y="3428333"/>
                </a:lnTo>
                <a:lnTo>
                  <a:pt x="696973" y="3459423"/>
                </a:lnTo>
                <a:lnTo>
                  <a:pt x="726443" y="3490503"/>
                </a:lnTo>
                <a:lnTo>
                  <a:pt x="755904" y="3521593"/>
                </a:lnTo>
                <a:lnTo>
                  <a:pt x="785374" y="3552673"/>
                </a:lnTo>
                <a:lnTo>
                  <a:pt x="814835" y="3583762"/>
                </a:lnTo>
                <a:lnTo>
                  <a:pt x="844306" y="3614842"/>
                </a:lnTo>
                <a:lnTo>
                  <a:pt x="873766" y="3631168"/>
                </a:lnTo>
                <a:lnTo>
                  <a:pt x="903237" y="3600088"/>
                </a:lnTo>
                <a:lnTo>
                  <a:pt x="932698" y="3568998"/>
                </a:lnTo>
                <a:lnTo>
                  <a:pt x="962168" y="3537918"/>
                </a:lnTo>
                <a:lnTo>
                  <a:pt x="991629" y="3506838"/>
                </a:lnTo>
                <a:lnTo>
                  <a:pt x="1021099" y="3475749"/>
                </a:lnTo>
                <a:lnTo>
                  <a:pt x="1050560" y="3444669"/>
                </a:lnTo>
                <a:lnTo>
                  <a:pt x="1080030" y="3413579"/>
                </a:lnTo>
                <a:lnTo>
                  <a:pt x="1109491" y="3382499"/>
                </a:lnTo>
                <a:lnTo>
                  <a:pt x="1138961" y="3351409"/>
                </a:lnTo>
                <a:lnTo>
                  <a:pt x="1168422" y="3320329"/>
                </a:lnTo>
                <a:lnTo>
                  <a:pt x="1197893" y="3289240"/>
                </a:lnTo>
                <a:lnTo>
                  <a:pt x="1227353" y="3258160"/>
                </a:lnTo>
                <a:lnTo>
                  <a:pt x="1256814" y="3227080"/>
                </a:lnTo>
                <a:lnTo>
                  <a:pt x="1286285" y="3195990"/>
                </a:lnTo>
                <a:lnTo>
                  <a:pt x="1315745" y="3164910"/>
                </a:lnTo>
                <a:lnTo>
                  <a:pt x="1345216" y="3133820"/>
                </a:lnTo>
                <a:lnTo>
                  <a:pt x="1374677" y="3102740"/>
                </a:lnTo>
                <a:lnTo>
                  <a:pt x="1404147" y="3071651"/>
                </a:lnTo>
                <a:lnTo>
                  <a:pt x="1433608" y="3040571"/>
                </a:lnTo>
                <a:lnTo>
                  <a:pt x="1463078" y="3009481"/>
                </a:lnTo>
                <a:lnTo>
                  <a:pt x="1492539" y="2978401"/>
                </a:lnTo>
                <a:lnTo>
                  <a:pt x="1509370" y="2952750"/>
                </a:lnTo>
                <a:lnTo>
                  <a:pt x="1466536" y="2952750"/>
                </a:lnTo>
                <a:lnTo>
                  <a:pt x="1423711" y="2952750"/>
                </a:lnTo>
                <a:lnTo>
                  <a:pt x="1380877" y="2952750"/>
                </a:lnTo>
                <a:lnTo>
                  <a:pt x="1338043" y="2952750"/>
                </a:lnTo>
                <a:lnTo>
                  <a:pt x="1295219" y="2952750"/>
                </a:lnTo>
                <a:lnTo>
                  <a:pt x="1252385" y="2952750"/>
                </a:lnTo>
                <a:lnTo>
                  <a:pt x="1209561" y="2952750"/>
                </a:lnTo>
                <a:lnTo>
                  <a:pt x="1196978" y="2926775"/>
                </a:lnTo>
                <a:lnTo>
                  <a:pt x="1203436" y="2884427"/>
                </a:lnTo>
                <a:lnTo>
                  <a:pt x="1210066" y="2842117"/>
                </a:lnTo>
                <a:lnTo>
                  <a:pt x="1216695" y="2799798"/>
                </a:lnTo>
                <a:lnTo>
                  <a:pt x="1223324" y="2757488"/>
                </a:lnTo>
                <a:lnTo>
                  <a:pt x="1229954" y="2715177"/>
                </a:lnTo>
                <a:lnTo>
                  <a:pt x="1236593" y="2672858"/>
                </a:lnTo>
                <a:lnTo>
                  <a:pt x="1243222" y="2630548"/>
                </a:lnTo>
                <a:lnTo>
                  <a:pt x="1249851" y="2588228"/>
                </a:lnTo>
                <a:lnTo>
                  <a:pt x="1256481" y="2545918"/>
                </a:lnTo>
                <a:lnTo>
                  <a:pt x="1263120" y="2503608"/>
                </a:lnTo>
                <a:lnTo>
                  <a:pt x="1269749" y="2461289"/>
                </a:lnTo>
                <a:lnTo>
                  <a:pt x="1276379" y="2418979"/>
                </a:lnTo>
                <a:lnTo>
                  <a:pt x="1283008" y="2376659"/>
                </a:lnTo>
                <a:lnTo>
                  <a:pt x="1289637" y="2334349"/>
                </a:lnTo>
                <a:lnTo>
                  <a:pt x="1296276" y="2292039"/>
                </a:lnTo>
                <a:lnTo>
                  <a:pt x="1302906" y="2249719"/>
                </a:lnTo>
                <a:lnTo>
                  <a:pt x="1309640" y="2207428"/>
                </a:lnTo>
                <a:lnTo>
                  <a:pt x="1316460" y="2165137"/>
                </a:lnTo>
                <a:lnTo>
                  <a:pt x="1323451" y="2122884"/>
                </a:lnTo>
                <a:lnTo>
                  <a:pt x="1330500" y="2080641"/>
                </a:lnTo>
                <a:lnTo>
                  <a:pt x="1337539" y="2038388"/>
                </a:lnTo>
                <a:lnTo>
                  <a:pt x="1344587" y="1996145"/>
                </a:lnTo>
                <a:lnTo>
                  <a:pt x="1351636" y="1953901"/>
                </a:lnTo>
                <a:lnTo>
                  <a:pt x="1358684" y="1911648"/>
                </a:lnTo>
                <a:lnTo>
                  <a:pt x="1365733" y="1869405"/>
                </a:lnTo>
                <a:lnTo>
                  <a:pt x="1372781" y="1827162"/>
                </a:lnTo>
                <a:lnTo>
                  <a:pt x="1379830" y="1784909"/>
                </a:lnTo>
                <a:lnTo>
                  <a:pt x="1386878" y="1742665"/>
                </a:lnTo>
                <a:lnTo>
                  <a:pt x="1393917" y="1700413"/>
                </a:lnTo>
                <a:lnTo>
                  <a:pt x="1400966" y="1658169"/>
                </a:lnTo>
                <a:lnTo>
                  <a:pt x="1408014" y="1615926"/>
                </a:lnTo>
                <a:lnTo>
                  <a:pt x="1415063" y="1573673"/>
                </a:lnTo>
                <a:lnTo>
                  <a:pt x="1422111" y="1531430"/>
                </a:lnTo>
                <a:lnTo>
                  <a:pt x="1429255" y="1489196"/>
                </a:lnTo>
                <a:lnTo>
                  <a:pt x="1436580" y="1447000"/>
                </a:lnTo>
                <a:lnTo>
                  <a:pt x="1444133" y="1404842"/>
                </a:lnTo>
                <a:lnTo>
                  <a:pt x="1451867" y="1362713"/>
                </a:lnTo>
                <a:lnTo>
                  <a:pt x="1459611" y="1320594"/>
                </a:lnTo>
                <a:lnTo>
                  <a:pt x="1467355" y="1278465"/>
                </a:lnTo>
                <a:lnTo>
                  <a:pt x="1475099" y="1236345"/>
                </a:lnTo>
                <a:lnTo>
                  <a:pt x="1482833" y="1194216"/>
                </a:lnTo>
                <a:lnTo>
                  <a:pt x="1490577" y="1152087"/>
                </a:lnTo>
                <a:lnTo>
                  <a:pt x="1498321" y="1109967"/>
                </a:lnTo>
                <a:lnTo>
                  <a:pt x="1506055" y="1067838"/>
                </a:lnTo>
                <a:lnTo>
                  <a:pt x="1513799" y="1025719"/>
                </a:lnTo>
                <a:lnTo>
                  <a:pt x="1521543" y="983590"/>
                </a:lnTo>
                <a:lnTo>
                  <a:pt x="1529286" y="941470"/>
                </a:lnTo>
                <a:lnTo>
                  <a:pt x="1537021" y="899341"/>
                </a:lnTo>
                <a:lnTo>
                  <a:pt x="1544765" y="857212"/>
                </a:lnTo>
                <a:lnTo>
                  <a:pt x="1552508" y="815092"/>
                </a:lnTo>
                <a:lnTo>
                  <a:pt x="1560281" y="772973"/>
                </a:lnTo>
                <a:lnTo>
                  <a:pt x="1568577" y="730949"/>
                </a:lnTo>
                <a:lnTo>
                  <a:pt x="1577321" y="689029"/>
                </a:lnTo>
                <a:lnTo>
                  <a:pt x="1587456" y="647424"/>
                </a:lnTo>
                <a:lnTo>
                  <a:pt x="1597600" y="605809"/>
                </a:lnTo>
                <a:lnTo>
                  <a:pt x="1607734" y="564194"/>
                </a:lnTo>
                <a:lnTo>
                  <a:pt x="1617869" y="522580"/>
                </a:lnTo>
                <a:lnTo>
                  <a:pt x="1628003" y="480965"/>
                </a:lnTo>
                <a:lnTo>
                  <a:pt x="1638138" y="439350"/>
                </a:lnTo>
                <a:lnTo>
                  <a:pt x="1648273" y="397735"/>
                </a:lnTo>
                <a:lnTo>
                  <a:pt x="1658407" y="356121"/>
                </a:lnTo>
                <a:lnTo>
                  <a:pt x="1668542" y="314506"/>
                </a:lnTo>
                <a:lnTo>
                  <a:pt x="1678686" y="272891"/>
                </a:lnTo>
                <a:lnTo>
                  <a:pt x="1688821" y="231277"/>
                </a:lnTo>
                <a:lnTo>
                  <a:pt x="1698955" y="189671"/>
                </a:lnTo>
                <a:lnTo>
                  <a:pt x="1709090" y="148057"/>
                </a:lnTo>
                <a:lnTo>
                  <a:pt x="1719224" y="106442"/>
                </a:lnTo>
                <a:lnTo>
                  <a:pt x="1729359" y="64827"/>
                </a:lnTo>
                <a:lnTo>
                  <a:pt x="1733550" y="22498"/>
                </a:lnTo>
                <a:lnTo>
                  <a:pt x="1713214" y="0"/>
                </a:lnTo>
                <a:lnTo>
                  <a:pt x="1670390" y="0"/>
                </a:lnTo>
                <a:lnTo>
                  <a:pt x="1627556" y="0"/>
                </a:lnTo>
                <a:lnTo>
                  <a:pt x="1584722" y="0"/>
                </a:lnTo>
                <a:lnTo>
                  <a:pt x="1541897" y="0"/>
                </a:lnTo>
                <a:lnTo>
                  <a:pt x="1499064" y="0"/>
                </a:lnTo>
                <a:lnTo>
                  <a:pt x="1456230" y="0"/>
                </a:lnTo>
                <a:lnTo>
                  <a:pt x="1413405" y="0"/>
                </a:lnTo>
                <a:lnTo>
                  <a:pt x="1370571" y="0"/>
                </a:lnTo>
                <a:lnTo>
                  <a:pt x="1327747" y="0"/>
                </a:lnTo>
                <a:lnTo>
                  <a:pt x="1284913" y="0"/>
                </a:lnTo>
                <a:lnTo>
                  <a:pt x="1242079" y="0"/>
                </a:lnTo>
                <a:lnTo>
                  <a:pt x="1199255" y="0"/>
                </a:lnTo>
                <a:lnTo>
                  <a:pt x="1156421" y="0"/>
                </a:lnTo>
                <a:lnTo>
                  <a:pt x="1113587" y="0"/>
                </a:lnTo>
                <a:lnTo>
                  <a:pt x="1070762" y="0"/>
                </a:lnTo>
                <a:lnTo>
                  <a:pt x="1027928" y="0"/>
                </a:lnTo>
                <a:lnTo>
                  <a:pt x="985104" y="0"/>
                </a:lnTo>
                <a:lnTo>
                  <a:pt x="942270" y="0"/>
                </a:lnTo>
                <a:lnTo>
                  <a:pt x="899436" y="0"/>
                </a:lnTo>
                <a:lnTo>
                  <a:pt x="856612" y="0"/>
                </a:lnTo>
                <a:lnTo>
                  <a:pt x="813778" y="0"/>
                </a:lnTo>
                <a:lnTo>
                  <a:pt x="770944" y="0"/>
                </a:lnTo>
                <a:lnTo>
                  <a:pt x="728120" y="0"/>
                </a:lnTo>
                <a:lnTo>
                  <a:pt x="685286" y="0"/>
                </a:lnTo>
                <a:lnTo>
                  <a:pt x="642452" y="0"/>
                </a:lnTo>
                <a:lnTo>
                  <a:pt x="599627" y="0"/>
                </a:lnTo>
                <a:lnTo>
                  <a:pt x="556793" y="0"/>
                </a:lnTo>
                <a:lnTo>
                  <a:pt x="513969" y="0"/>
                </a:lnTo>
                <a:lnTo>
                  <a:pt x="471135" y="0"/>
                </a:lnTo>
                <a:lnTo>
                  <a:pt x="428301" y="0"/>
                </a:lnTo>
                <a:lnTo>
                  <a:pt x="385477" y="0"/>
                </a:lnTo>
                <a:lnTo>
                  <a:pt x="342643" y="0"/>
                </a:lnTo>
                <a:lnTo>
                  <a:pt x="299809" y="0"/>
                </a:lnTo>
                <a:lnTo>
                  <a:pt x="256985" y="0"/>
                </a:lnTo>
                <a:lnTo>
                  <a:pt x="214151" y="0"/>
                </a:lnTo>
                <a:lnTo>
                  <a:pt x="171326" y="0"/>
                </a:lnTo>
                <a:lnTo>
                  <a:pt x="128492" y="0"/>
                </a:lnTo>
                <a:lnTo>
                  <a:pt x="85658" y="0"/>
                </a:lnTo>
                <a:lnTo>
                  <a:pt x="42834" y="0"/>
                </a:lnTo>
                <a:lnTo>
                  <a:pt x="0" y="0"/>
                </a:lnTo>
                <a:close/>
              </a:path>
            </a:pathLst>
          </a:custGeom>
          <a:gradFill xmlns:a="http://schemas.openxmlformats.org/drawingml/2006/main">
            <a:gsLst>
              <a:gs pos="0">
                <a:srgbClr val="000000"/>
              </a:gs>
              <a:gs pos="42">
                <a:srgbClr val="B8D8F2">
                  <a:alpha val="16000"/>
                </a:srgbClr>
              </a:gs>
              <a:gs pos="76">
                <a:srgbClr val="8FC4EE">
                  <a:alpha val="32000"/>
                </a:srgbClr>
              </a:gs>
              <a:gs pos="100">
                <a:srgbClr val="72B3E8">
                  <a:alpha val="52000"/>
                </a:srgbClr>
              </a:gs>
            </a:gsLst>
            <a:lin ang="10800000"/>
          </a:gradFill>
          <a:ln xmlns:a="http://schemas.openxmlformats.org/drawingml/2006/main" w="9525">
            <a:noFill/>
            <a:prstDash val="solid"/>
          </a:ln>
        </p:spPr>
      </p:sp>
      <p:sp>
        <p:nvSpPr>
          <p:cNvPr id="44" name="phase-label-0">
            <a:extLst xmlns:a="http://schemas.openxmlformats.org/drawingml/2006/main">
              <a:ext uri="{FF2B5EF4-FFF2-40B4-BE49-F238E27FC236}">
                <a16:creationId xmlns:a16="http://schemas.microsoft.com/office/drawing/2014/main" id="{55C63525-A0E9-4C31-A884-A8328995F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1638300"/>
            <a:ext cx="228600" cy="2293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阶段一</a:t>
            </a:r>
          </a:p>
        </p:txBody>
      </p:sp>
      <p:sp>
        <p:nvSpPr>
          <p:cNvPr id="45" name="phase-label-1">
            <a:extLst xmlns:a="http://schemas.openxmlformats.org/drawingml/2006/main">
              <a:ext uri="{FF2B5EF4-FFF2-40B4-BE49-F238E27FC236}">
                <a16:creationId xmlns:a16="http://schemas.microsoft.com/office/drawing/2014/main" id="{5EF89E90-9D0D-4C73-98FD-EB3604BCF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3931891"/>
            <a:ext cx="228600" cy="227826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阶段二</a:t>
            </a:r>
          </a:p>
        </p:txBody>
      </p:sp>
      <p:sp>
        <p:nvSpPr>
          <p:cNvPr id="46" name="funnel-step-title-0">
            <a:extLst xmlns:a="http://schemas.openxmlformats.org/drawingml/2006/main">
              <a:ext uri="{FF2B5EF4-FFF2-40B4-BE49-F238E27FC236}">
                <a16:creationId xmlns:a16="http://schemas.microsoft.com/office/drawing/2014/main" id="{31B8B9B8-E50E-4A91-9D7A-A1AA86CB6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357343" y="2702128"/>
            <a:ext cx="2524573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3600"/>
              </a:lnSpc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广泛触达</a:t>
            </a:r>
          </a:p>
        </p:txBody>
      </p:sp>
      <p:sp>
        <p:nvSpPr>
          <p:cNvPr id="47" name="funnel-step-title-1">
            <a:extLst xmlns:a="http://schemas.openxmlformats.org/drawingml/2006/main">
              <a:ext uri="{FF2B5EF4-FFF2-40B4-BE49-F238E27FC236}">
                <a16:creationId xmlns:a16="http://schemas.microsoft.com/office/drawing/2014/main" id="{8BE14512-EB88-4B83-8739-FA51DDFEC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608632" y="3429895"/>
            <a:ext cx="2021977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3600"/>
              </a:lnSpc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兴趣识别</a:t>
            </a:r>
          </a:p>
        </p:txBody>
      </p:sp>
      <p:sp>
        <p:nvSpPr>
          <p:cNvPr id="48" name="funnel-step-title-2">
            <a:extLst xmlns:a="http://schemas.openxmlformats.org/drawingml/2006/main">
              <a:ext uri="{FF2B5EF4-FFF2-40B4-BE49-F238E27FC236}">
                <a16:creationId xmlns:a16="http://schemas.microsoft.com/office/drawing/2014/main" id="{81720D30-C3A7-4546-924A-C44E5F409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837232" y="4157663"/>
            <a:ext cx="1564777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3600"/>
              </a:lnSpc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意向培育</a:t>
            </a:r>
          </a:p>
        </p:txBody>
      </p:sp>
      <p:sp>
        <p:nvSpPr>
          <p:cNvPr id="49" name="funnel-step-title-3">
            <a:extLst xmlns:a="http://schemas.openxmlformats.org/drawingml/2006/main">
              <a:ext uri="{FF2B5EF4-FFF2-40B4-BE49-F238E27FC236}">
                <a16:creationId xmlns:a16="http://schemas.microsoft.com/office/drawing/2014/main" id="{C5572363-9E5E-4271-B0AB-D06D9A09A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52221" y="4885287"/>
            <a:ext cx="1134818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3600"/>
              </a:lnSpc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行动转化</a:t>
            </a:r>
          </a:p>
        </p:txBody>
      </p:sp>
      <p:sp>
        <p:nvSpPr>
          <p:cNvPr id="50" name="funnel-step-title-4">
            <a:extLst xmlns:a="http://schemas.openxmlformats.org/drawingml/2006/main">
              <a:ext uri="{FF2B5EF4-FFF2-40B4-BE49-F238E27FC236}">
                <a16:creationId xmlns:a16="http://schemas.microsoft.com/office/drawing/2014/main" id="{2B031BC4-B0DF-4F09-9F30-06506C700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200525" y="5613054"/>
            <a:ext cx="8382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持续留存</a:t>
            </a:r>
          </a:p>
        </p:txBody>
      </p:sp>
      <p:sp>
        <p:nvSpPr>
          <p:cNvPr id="51" name="input-core-0">
            <a:extLst xmlns:a="http://schemas.openxmlformats.org/drawingml/2006/main">
              <a:ext uri="{FF2B5EF4-FFF2-40B4-BE49-F238E27FC236}">
                <a16:creationId xmlns:a16="http://schemas.microsoft.com/office/drawing/2014/main" id="{1CBBF130-C2EB-4342-83FB-8AC815B3F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057525" y="194310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23"/>
          <a:fontRef xmlns:a="http://schemas.openxmlformats.org/drawingml/2006/main" idx="major"/>
        </p:style>
      </p:sp>
      <p:pic>
        <p:nvPicPr>
          <p:cNvPr id="1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043892ae2a94222">
            <a:extLst>
              <a:ext uri="{96DAC541-7B7A-43D3-8B79-37D633B846F1}">
                <asvg:svgBlip xmlns:asvg="http://schemas.microsoft.com/office/drawing/2016/SVG/main" r:embed="Rc628000fc9c34e4a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3152775" y="2038350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53" name="input-core-1">
            <a:extLst xmlns:a="http://schemas.openxmlformats.org/drawingml/2006/main">
              <a:ext uri="{FF2B5EF4-FFF2-40B4-BE49-F238E27FC236}">
                <a16:creationId xmlns:a16="http://schemas.microsoft.com/office/drawing/2014/main" id="{5FDD4715-6994-4676-90EB-400F89FDA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52850" y="1743075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23"/>
          <a:fontRef xmlns:a="http://schemas.openxmlformats.org/drawingml/2006/main" idx="major"/>
        </p:style>
      </p:sp>
      <p:pic>
        <p:nvPicPr>
          <p:cNvPr id="1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1f0c63b34344f01">
            <a:extLst>
              <a:ext uri="{96DAC541-7B7A-43D3-8B79-37D633B846F1}">
                <asvg:svgBlip xmlns:asvg="http://schemas.microsoft.com/office/drawing/2016/SVG/main" r:embed="Ref786725484c4c36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3848100" y="1838325"/>
            <a:ext cx="209550" cy="209550"/>
          </a:xfrm>
          <a:prstGeom xmlns:a="http://schemas.openxmlformats.org/drawingml/2006/main" prst="rect">
            <a:avLst/>
          </a:prstGeom>
        </p:spPr>
      </p:pic>
      <p:sp>
        <p:nvSpPr>
          <p:cNvPr id="55" name="input-core-2">
            <a:extLst xmlns:a="http://schemas.openxmlformats.org/drawingml/2006/main">
              <a:ext uri="{FF2B5EF4-FFF2-40B4-BE49-F238E27FC236}">
                <a16:creationId xmlns:a16="http://schemas.microsoft.com/office/drawing/2014/main" id="{8B43B1DD-A72D-4456-A0D8-3C0DCFF21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391025" y="162877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23"/>
          <a:fontRef xmlns:a="http://schemas.openxmlformats.org/drawingml/2006/main" idx="major"/>
        </p:style>
      </p:sp>
      <p:pic>
        <p:nvPicPr>
          <p:cNvPr id="1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80442dbd9834fad">
            <a:extLst>
              <a:ext uri="{96DAC541-7B7A-43D3-8B79-37D633B846F1}">
                <asvg:svgBlip xmlns:asvg="http://schemas.microsoft.com/office/drawing/2016/SVG/main" r:embed="R40096bc2a24e4583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4486275" y="1724025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57" name="input-core-3">
            <a:extLst xmlns:a="http://schemas.openxmlformats.org/drawingml/2006/main">
              <a:ext uri="{FF2B5EF4-FFF2-40B4-BE49-F238E27FC236}">
                <a16:creationId xmlns:a16="http://schemas.microsoft.com/office/drawing/2014/main" id="{85710636-F966-4A32-89A7-4F6405070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086350" y="1781175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23"/>
          <a:fontRef xmlns:a="http://schemas.openxmlformats.org/drawingml/2006/main" idx="major"/>
        </p:style>
      </p:sp>
      <p:pic>
        <p:nvPicPr>
          <p:cNvPr id="1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88e69b96765465a">
            <a:extLst>
              <a:ext uri="{96DAC541-7B7A-43D3-8B79-37D633B846F1}">
                <asvg:svgBlip xmlns:asvg="http://schemas.microsoft.com/office/drawing/2016/SVG/main" r:embed="R8506cb9da7db4027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5181600" y="1876425"/>
            <a:ext cx="209550" cy="209550"/>
          </a:xfrm>
          <a:prstGeom xmlns:a="http://schemas.openxmlformats.org/drawingml/2006/main" prst="rect">
            <a:avLst/>
          </a:prstGeom>
        </p:spPr>
      </p:pic>
      <p:sp>
        <p:nvSpPr>
          <p:cNvPr id="59" name="input-core-4">
            <a:extLst xmlns:a="http://schemas.openxmlformats.org/drawingml/2006/main">
              <a:ext uri="{FF2B5EF4-FFF2-40B4-BE49-F238E27FC236}">
                <a16:creationId xmlns:a16="http://schemas.microsoft.com/office/drawing/2014/main" id="{1C94D3E6-D2BE-4644-802D-6DFE4FE02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724525" y="191452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23"/>
          <a:fontRef xmlns:a="http://schemas.openxmlformats.org/drawingml/2006/main" idx="major"/>
        </p:style>
      </p:sp>
      <p:pic>
        <p:nvPicPr>
          <p:cNvPr id="1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d1820c2b9f54f10">
            <a:extLst>
              <a:ext uri="{96DAC541-7B7A-43D3-8B79-37D633B846F1}">
                <asvg:svgBlip xmlns:asvg="http://schemas.microsoft.com/office/drawing/2016/SVG/main" r:embed="R2a12d9a7388a43a7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5819775" y="2009775"/>
            <a:ext cx="266700" cy="2667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6580891"/>
      </p:ext>
    </p:extLst>
  </p:cSld>
</p:sld>
</file>

<file path=ppt/slides/slide3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3" name="phase-band-0">
            <a:extLst xmlns:a="http://schemas.openxmlformats.org/drawingml/2006/main">
              <a:ext uri="{FF2B5EF4-FFF2-40B4-BE49-F238E27FC236}">
                <a16:creationId xmlns:a16="http://schemas.microsoft.com/office/drawing/2014/main" id="{C03DC982-C7E3-4A27-A7F8-0F7BF58D2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1638300"/>
            <a:ext cx="11144250" cy="229359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phase-band-1">
            <a:extLst xmlns:a="http://schemas.openxmlformats.org/drawingml/2006/main">
              <a:ext uri="{FF2B5EF4-FFF2-40B4-BE49-F238E27FC236}">
                <a16:creationId xmlns:a16="http://schemas.microsoft.com/office/drawing/2014/main" id="{B91308A7-763A-42B6-8DE3-E7C7E3286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3931891"/>
            <a:ext cx="11144250" cy="227826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38100">
            <a:solidFill>
              <a:srgbClr val="FFFFFF"/>
            </a:solidFill>
            <a:prstDash val="solid"/>
          </a:ln>
        </p:spPr>
      </p:sp>
      <p:sp>
        <p:nvSpPr>
          <p:cNvPr id="3" name="phase-rail-0">
            <a:extLst xmlns:a="http://schemas.openxmlformats.org/drawingml/2006/main">
              <a:ext uri="{FF2B5EF4-FFF2-40B4-BE49-F238E27FC236}">
                <a16:creationId xmlns:a16="http://schemas.microsoft.com/office/drawing/2014/main" id="{F989C6D9-0F04-4801-B573-24A6FA82C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1638300"/>
            <a:ext cx="514350" cy="2288981"/>
          </a:xfrm>
          <a:custGeom xmlns:a="http://schemas.openxmlformats.org/drawingml/2006/main">
            <a:pathLst>
              <a:path w="514350" h="2288981">
                <a:moveTo>
                  <a:pt x="0" y="0"/>
                </a:moveTo>
                <a:lnTo>
                  <a:pt x="22517" y="0"/>
                </a:lnTo>
                <a:lnTo>
                  <a:pt x="45034" y="0"/>
                </a:lnTo>
                <a:lnTo>
                  <a:pt x="67551" y="0"/>
                </a:lnTo>
                <a:lnTo>
                  <a:pt x="90068" y="0"/>
                </a:lnTo>
                <a:lnTo>
                  <a:pt x="112586" y="0"/>
                </a:lnTo>
                <a:lnTo>
                  <a:pt x="135103" y="0"/>
                </a:lnTo>
                <a:lnTo>
                  <a:pt x="157620" y="0"/>
                </a:lnTo>
                <a:lnTo>
                  <a:pt x="180137" y="0"/>
                </a:lnTo>
                <a:lnTo>
                  <a:pt x="202663" y="0"/>
                </a:lnTo>
                <a:lnTo>
                  <a:pt x="225181" y="0"/>
                </a:lnTo>
                <a:lnTo>
                  <a:pt x="247698" y="0"/>
                </a:lnTo>
                <a:lnTo>
                  <a:pt x="270215" y="0"/>
                </a:lnTo>
                <a:lnTo>
                  <a:pt x="292732" y="0"/>
                </a:lnTo>
                <a:lnTo>
                  <a:pt x="315249" y="0"/>
                </a:lnTo>
                <a:lnTo>
                  <a:pt x="337766" y="0"/>
                </a:lnTo>
                <a:lnTo>
                  <a:pt x="360283" y="0"/>
                </a:lnTo>
                <a:lnTo>
                  <a:pt x="382800" y="0"/>
                </a:lnTo>
                <a:lnTo>
                  <a:pt x="405317" y="0"/>
                </a:lnTo>
                <a:lnTo>
                  <a:pt x="427834" y="0"/>
                </a:lnTo>
                <a:lnTo>
                  <a:pt x="450352" y="0"/>
                </a:lnTo>
                <a:lnTo>
                  <a:pt x="472869" y="0"/>
                </a:lnTo>
                <a:lnTo>
                  <a:pt x="495386" y="0"/>
                </a:lnTo>
                <a:lnTo>
                  <a:pt x="514350" y="3553"/>
                </a:lnTo>
                <a:lnTo>
                  <a:pt x="514350" y="26070"/>
                </a:lnTo>
                <a:lnTo>
                  <a:pt x="514350" y="48587"/>
                </a:lnTo>
                <a:lnTo>
                  <a:pt x="514350" y="71104"/>
                </a:lnTo>
                <a:lnTo>
                  <a:pt x="514350" y="93621"/>
                </a:lnTo>
                <a:lnTo>
                  <a:pt x="514350" y="116138"/>
                </a:lnTo>
                <a:lnTo>
                  <a:pt x="514350" y="138655"/>
                </a:lnTo>
                <a:lnTo>
                  <a:pt x="514350" y="161182"/>
                </a:lnTo>
                <a:lnTo>
                  <a:pt x="514350" y="183699"/>
                </a:lnTo>
                <a:lnTo>
                  <a:pt x="514350" y="206216"/>
                </a:lnTo>
                <a:lnTo>
                  <a:pt x="514350" y="228733"/>
                </a:lnTo>
                <a:lnTo>
                  <a:pt x="514350" y="251250"/>
                </a:lnTo>
                <a:lnTo>
                  <a:pt x="514350" y="273768"/>
                </a:lnTo>
                <a:lnTo>
                  <a:pt x="514350" y="296285"/>
                </a:lnTo>
                <a:lnTo>
                  <a:pt x="514350" y="318802"/>
                </a:lnTo>
                <a:lnTo>
                  <a:pt x="514350" y="341319"/>
                </a:lnTo>
                <a:lnTo>
                  <a:pt x="514350" y="363836"/>
                </a:lnTo>
                <a:lnTo>
                  <a:pt x="514350" y="386353"/>
                </a:lnTo>
                <a:lnTo>
                  <a:pt x="514350" y="408870"/>
                </a:lnTo>
                <a:lnTo>
                  <a:pt x="514350" y="431387"/>
                </a:lnTo>
                <a:lnTo>
                  <a:pt x="514350" y="453904"/>
                </a:lnTo>
                <a:lnTo>
                  <a:pt x="514350" y="476421"/>
                </a:lnTo>
                <a:lnTo>
                  <a:pt x="514350" y="498939"/>
                </a:lnTo>
                <a:lnTo>
                  <a:pt x="514350" y="521456"/>
                </a:lnTo>
                <a:lnTo>
                  <a:pt x="514350" y="543973"/>
                </a:lnTo>
                <a:lnTo>
                  <a:pt x="514350" y="566490"/>
                </a:lnTo>
                <a:lnTo>
                  <a:pt x="514350" y="589007"/>
                </a:lnTo>
                <a:lnTo>
                  <a:pt x="514350" y="611524"/>
                </a:lnTo>
                <a:lnTo>
                  <a:pt x="514350" y="634041"/>
                </a:lnTo>
                <a:lnTo>
                  <a:pt x="514350" y="656558"/>
                </a:lnTo>
                <a:lnTo>
                  <a:pt x="514350" y="679075"/>
                </a:lnTo>
                <a:lnTo>
                  <a:pt x="514350" y="701592"/>
                </a:lnTo>
                <a:lnTo>
                  <a:pt x="514350" y="724110"/>
                </a:lnTo>
                <a:lnTo>
                  <a:pt x="514350" y="746627"/>
                </a:lnTo>
                <a:lnTo>
                  <a:pt x="514350" y="769144"/>
                </a:lnTo>
                <a:lnTo>
                  <a:pt x="514350" y="791661"/>
                </a:lnTo>
                <a:lnTo>
                  <a:pt x="514350" y="814178"/>
                </a:lnTo>
                <a:lnTo>
                  <a:pt x="514350" y="836695"/>
                </a:lnTo>
                <a:lnTo>
                  <a:pt x="514350" y="859212"/>
                </a:lnTo>
                <a:lnTo>
                  <a:pt x="514350" y="881729"/>
                </a:lnTo>
                <a:lnTo>
                  <a:pt x="514350" y="904246"/>
                </a:lnTo>
                <a:lnTo>
                  <a:pt x="514350" y="926763"/>
                </a:lnTo>
                <a:lnTo>
                  <a:pt x="514350" y="949281"/>
                </a:lnTo>
                <a:lnTo>
                  <a:pt x="514350" y="971798"/>
                </a:lnTo>
                <a:lnTo>
                  <a:pt x="514350" y="994324"/>
                </a:lnTo>
                <a:lnTo>
                  <a:pt x="514350" y="1016841"/>
                </a:lnTo>
                <a:lnTo>
                  <a:pt x="514350" y="1039358"/>
                </a:lnTo>
                <a:lnTo>
                  <a:pt x="514350" y="1061876"/>
                </a:lnTo>
                <a:lnTo>
                  <a:pt x="514350" y="1084393"/>
                </a:lnTo>
                <a:lnTo>
                  <a:pt x="514350" y="1106910"/>
                </a:lnTo>
                <a:lnTo>
                  <a:pt x="514350" y="1129427"/>
                </a:lnTo>
                <a:lnTo>
                  <a:pt x="514350" y="1151944"/>
                </a:lnTo>
                <a:lnTo>
                  <a:pt x="514350" y="1174461"/>
                </a:lnTo>
                <a:lnTo>
                  <a:pt x="514350" y="1196978"/>
                </a:lnTo>
                <a:lnTo>
                  <a:pt x="514350" y="1219495"/>
                </a:lnTo>
                <a:lnTo>
                  <a:pt x="514350" y="1242012"/>
                </a:lnTo>
                <a:lnTo>
                  <a:pt x="514350" y="1264529"/>
                </a:lnTo>
                <a:lnTo>
                  <a:pt x="514350" y="1287047"/>
                </a:lnTo>
                <a:lnTo>
                  <a:pt x="514350" y="1309564"/>
                </a:lnTo>
                <a:lnTo>
                  <a:pt x="514350" y="1332081"/>
                </a:lnTo>
                <a:lnTo>
                  <a:pt x="514350" y="1354598"/>
                </a:lnTo>
                <a:lnTo>
                  <a:pt x="514350" y="1377115"/>
                </a:lnTo>
                <a:lnTo>
                  <a:pt x="514350" y="1399632"/>
                </a:lnTo>
                <a:lnTo>
                  <a:pt x="514350" y="1422149"/>
                </a:lnTo>
                <a:lnTo>
                  <a:pt x="514350" y="1444666"/>
                </a:lnTo>
                <a:lnTo>
                  <a:pt x="514350" y="1467183"/>
                </a:lnTo>
                <a:lnTo>
                  <a:pt x="514350" y="1489700"/>
                </a:lnTo>
                <a:lnTo>
                  <a:pt x="514350" y="1512218"/>
                </a:lnTo>
                <a:lnTo>
                  <a:pt x="514350" y="1534735"/>
                </a:lnTo>
                <a:lnTo>
                  <a:pt x="514350" y="1557252"/>
                </a:lnTo>
                <a:lnTo>
                  <a:pt x="514350" y="1579769"/>
                </a:lnTo>
                <a:lnTo>
                  <a:pt x="514350" y="1602286"/>
                </a:lnTo>
                <a:lnTo>
                  <a:pt x="514350" y="1624803"/>
                </a:lnTo>
                <a:lnTo>
                  <a:pt x="514350" y="1647320"/>
                </a:lnTo>
                <a:lnTo>
                  <a:pt x="514350" y="1669837"/>
                </a:lnTo>
                <a:lnTo>
                  <a:pt x="514350" y="1692354"/>
                </a:lnTo>
                <a:lnTo>
                  <a:pt x="514350" y="1714871"/>
                </a:lnTo>
                <a:lnTo>
                  <a:pt x="514350" y="1737389"/>
                </a:lnTo>
                <a:lnTo>
                  <a:pt x="514350" y="1759906"/>
                </a:lnTo>
                <a:lnTo>
                  <a:pt x="514350" y="1782423"/>
                </a:lnTo>
                <a:lnTo>
                  <a:pt x="514350" y="1804940"/>
                </a:lnTo>
                <a:lnTo>
                  <a:pt x="514350" y="1827457"/>
                </a:lnTo>
                <a:lnTo>
                  <a:pt x="514350" y="1849984"/>
                </a:lnTo>
                <a:lnTo>
                  <a:pt x="514350" y="1872501"/>
                </a:lnTo>
                <a:lnTo>
                  <a:pt x="514350" y="1895018"/>
                </a:lnTo>
                <a:lnTo>
                  <a:pt x="514350" y="1917535"/>
                </a:lnTo>
                <a:lnTo>
                  <a:pt x="514350" y="1940052"/>
                </a:lnTo>
                <a:lnTo>
                  <a:pt x="514350" y="1962569"/>
                </a:lnTo>
                <a:lnTo>
                  <a:pt x="514350" y="1985086"/>
                </a:lnTo>
                <a:lnTo>
                  <a:pt x="514350" y="2007603"/>
                </a:lnTo>
                <a:lnTo>
                  <a:pt x="514350" y="2030120"/>
                </a:lnTo>
                <a:lnTo>
                  <a:pt x="514350" y="2052638"/>
                </a:lnTo>
                <a:lnTo>
                  <a:pt x="514350" y="2075155"/>
                </a:lnTo>
                <a:lnTo>
                  <a:pt x="514350" y="2097672"/>
                </a:lnTo>
                <a:lnTo>
                  <a:pt x="514350" y="2120189"/>
                </a:lnTo>
                <a:lnTo>
                  <a:pt x="514350" y="2142706"/>
                </a:lnTo>
                <a:lnTo>
                  <a:pt x="501672" y="2157765"/>
                </a:lnTo>
                <a:lnTo>
                  <a:pt x="481984" y="2168700"/>
                </a:lnTo>
                <a:lnTo>
                  <a:pt x="462305" y="2179634"/>
                </a:lnTo>
                <a:lnTo>
                  <a:pt x="442617" y="2190569"/>
                </a:lnTo>
                <a:lnTo>
                  <a:pt x="422939" y="2201504"/>
                </a:lnTo>
                <a:lnTo>
                  <a:pt x="403250" y="2212438"/>
                </a:lnTo>
                <a:lnTo>
                  <a:pt x="383562" y="2223373"/>
                </a:lnTo>
                <a:lnTo>
                  <a:pt x="363884" y="2234308"/>
                </a:lnTo>
                <a:lnTo>
                  <a:pt x="344195" y="2245243"/>
                </a:lnTo>
                <a:lnTo>
                  <a:pt x="324517" y="2256177"/>
                </a:lnTo>
                <a:lnTo>
                  <a:pt x="304829" y="2267112"/>
                </a:lnTo>
                <a:lnTo>
                  <a:pt x="285150" y="2278047"/>
                </a:lnTo>
                <a:lnTo>
                  <a:pt x="265462" y="2288981"/>
                </a:lnTo>
                <a:lnTo>
                  <a:pt x="245783" y="2287257"/>
                </a:lnTo>
                <a:lnTo>
                  <a:pt x="226095" y="2276323"/>
                </a:lnTo>
                <a:lnTo>
                  <a:pt x="206407" y="2265388"/>
                </a:lnTo>
                <a:lnTo>
                  <a:pt x="186728" y="2254453"/>
                </a:lnTo>
                <a:lnTo>
                  <a:pt x="167040" y="2243519"/>
                </a:lnTo>
                <a:lnTo>
                  <a:pt x="147361" y="2232584"/>
                </a:lnTo>
                <a:lnTo>
                  <a:pt x="127673" y="2221649"/>
                </a:lnTo>
                <a:lnTo>
                  <a:pt x="107994" y="2210714"/>
                </a:lnTo>
                <a:lnTo>
                  <a:pt x="88306" y="2199780"/>
                </a:lnTo>
                <a:lnTo>
                  <a:pt x="68628" y="2188845"/>
                </a:lnTo>
                <a:lnTo>
                  <a:pt x="48939" y="2177901"/>
                </a:lnTo>
                <a:lnTo>
                  <a:pt x="29251" y="2166966"/>
                </a:lnTo>
                <a:lnTo>
                  <a:pt x="9573" y="2156031"/>
                </a:lnTo>
                <a:lnTo>
                  <a:pt x="0" y="2139153"/>
                </a:lnTo>
                <a:lnTo>
                  <a:pt x="0" y="2116636"/>
                </a:lnTo>
                <a:lnTo>
                  <a:pt x="0" y="2094109"/>
                </a:lnTo>
                <a:lnTo>
                  <a:pt x="0" y="2071592"/>
                </a:lnTo>
                <a:lnTo>
                  <a:pt x="0" y="2049075"/>
                </a:lnTo>
                <a:lnTo>
                  <a:pt x="0" y="2026558"/>
                </a:lnTo>
                <a:lnTo>
                  <a:pt x="0" y="2004041"/>
                </a:lnTo>
                <a:lnTo>
                  <a:pt x="0" y="1981524"/>
                </a:lnTo>
                <a:lnTo>
                  <a:pt x="0" y="1959007"/>
                </a:lnTo>
                <a:lnTo>
                  <a:pt x="0" y="1936490"/>
                </a:lnTo>
                <a:lnTo>
                  <a:pt x="0" y="1913973"/>
                </a:lnTo>
                <a:lnTo>
                  <a:pt x="0" y="1891455"/>
                </a:lnTo>
                <a:lnTo>
                  <a:pt x="0" y="1868938"/>
                </a:lnTo>
                <a:lnTo>
                  <a:pt x="0" y="1846421"/>
                </a:lnTo>
                <a:lnTo>
                  <a:pt x="0" y="1823904"/>
                </a:lnTo>
                <a:lnTo>
                  <a:pt x="0" y="1801387"/>
                </a:lnTo>
                <a:lnTo>
                  <a:pt x="0" y="1778870"/>
                </a:lnTo>
                <a:lnTo>
                  <a:pt x="0" y="1756353"/>
                </a:lnTo>
                <a:lnTo>
                  <a:pt x="0" y="1733836"/>
                </a:lnTo>
                <a:lnTo>
                  <a:pt x="0" y="1711319"/>
                </a:lnTo>
                <a:lnTo>
                  <a:pt x="0" y="1688802"/>
                </a:lnTo>
                <a:lnTo>
                  <a:pt x="0" y="1666284"/>
                </a:lnTo>
                <a:lnTo>
                  <a:pt x="0" y="1643767"/>
                </a:lnTo>
                <a:lnTo>
                  <a:pt x="0" y="1621250"/>
                </a:lnTo>
                <a:lnTo>
                  <a:pt x="0" y="1598733"/>
                </a:lnTo>
                <a:lnTo>
                  <a:pt x="0" y="1576216"/>
                </a:lnTo>
                <a:lnTo>
                  <a:pt x="0" y="1553699"/>
                </a:lnTo>
                <a:lnTo>
                  <a:pt x="0" y="1531182"/>
                </a:lnTo>
                <a:lnTo>
                  <a:pt x="0" y="1508665"/>
                </a:lnTo>
                <a:lnTo>
                  <a:pt x="0" y="1486148"/>
                </a:lnTo>
                <a:lnTo>
                  <a:pt x="0" y="1463631"/>
                </a:lnTo>
                <a:lnTo>
                  <a:pt x="0" y="1441113"/>
                </a:lnTo>
                <a:lnTo>
                  <a:pt x="0" y="1418596"/>
                </a:lnTo>
                <a:lnTo>
                  <a:pt x="0" y="1396079"/>
                </a:lnTo>
                <a:lnTo>
                  <a:pt x="0" y="1373562"/>
                </a:lnTo>
                <a:lnTo>
                  <a:pt x="0" y="1351045"/>
                </a:lnTo>
                <a:lnTo>
                  <a:pt x="0" y="1328528"/>
                </a:lnTo>
                <a:lnTo>
                  <a:pt x="0" y="1306011"/>
                </a:lnTo>
                <a:lnTo>
                  <a:pt x="0" y="1283494"/>
                </a:lnTo>
                <a:lnTo>
                  <a:pt x="0" y="1260967"/>
                </a:lnTo>
                <a:lnTo>
                  <a:pt x="0" y="1238450"/>
                </a:lnTo>
                <a:lnTo>
                  <a:pt x="0" y="1215933"/>
                </a:lnTo>
                <a:lnTo>
                  <a:pt x="0" y="1193416"/>
                </a:lnTo>
                <a:lnTo>
                  <a:pt x="0" y="1170899"/>
                </a:lnTo>
                <a:lnTo>
                  <a:pt x="0" y="1148382"/>
                </a:lnTo>
                <a:lnTo>
                  <a:pt x="0" y="1125865"/>
                </a:lnTo>
                <a:lnTo>
                  <a:pt x="0" y="1103347"/>
                </a:lnTo>
                <a:lnTo>
                  <a:pt x="0" y="1080830"/>
                </a:lnTo>
                <a:lnTo>
                  <a:pt x="0" y="1058313"/>
                </a:lnTo>
                <a:lnTo>
                  <a:pt x="0" y="1035796"/>
                </a:lnTo>
                <a:lnTo>
                  <a:pt x="0" y="1013279"/>
                </a:lnTo>
                <a:lnTo>
                  <a:pt x="0" y="990762"/>
                </a:lnTo>
                <a:lnTo>
                  <a:pt x="0" y="968245"/>
                </a:lnTo>
                <a:lnTo>
                  <a:pt x="0" y="945728"/>
                </a:lnTo>
                <a:lnTo>
                  <a:pt x="0" y="923211"/>
                </a:lnTo>
                <a:lnTo>
                  <a:pt x="0" y="900694"/>
                </a:lnTo>
                <a:lnTo>
                  <a:pt x="0" y="878176"/>
                </a:lnTo>
                <a:lnTo>
                  <a:pt x="0" y="855659"/>
                </a:lnTo>
                <a:lnTo>
                  <a:pt x="0" y="833142"/>
                </a:lnTo>
                <a:lnTo>
                  <a:pt x="0" y="810625"/>
                </a:lnTo>
                <a:lnTo>
                  <a:pt x="0" y="788108"/>
                </a:lnTo>
                <a:lnTo>
                  <a:pt x="0" y="765591"/>
                </a:lnTo>
                <a:lnTo>
                  <a:pt x="0" y="743074"/>
                </a:lnTo>
                <a:lnTo>
                  <a:pt x="0" y="720557"/>
                </a:lnTo>
                <a:lnTo>
                  <a:pt x="0" y="698040"/>
                </a:lnTo>
                <a:lnTo>
                  <a:pt x="0" y="675523"/>
                </a:lnTo>
                <a:lnTo>
                  <a:pt x="0" y="653005"/>
                </a:lnTo>
                <a:lnTo>
                  <a:pt x="0" y="630488"/>
                </a:lnTo>
                <a:lnTo>
                  <a:pt x="0" y="607971"/>
                </a:lnTo>
                <a:lnTo>
                  <a:pt x="0" y="585454"/>
                </a:lnTo>
                <a:lnTo>
                  <a:pt x="0" y="562937"/>
                </a:lnTo>
                <a:lnTo>
                  <a:pt x="0" y="540420"/>
                </a:lnTo>
                <a:lnTo>
                  <a:pt x="0" y="517903"/>
                </a:lnTo>
                <a:lnTo>
                  <a:pt x="0" y="495386"/>
                </a:lnTo>
                <a:lnTo>
                  <a:pt x="0" y="472869"/>
                </a:lnTo>
                <a:lnTo>
                  <a:pt x="0" y="450352"/>
                </a:lnTo>
                <a:lnTo>
                  <a:pt x="0" y="427834"/>
                </a:lnTo>
                <a:lnTo>
                  <a:pt x="0" y="405308"/>
                </a:lnTo>
                <a:lnTo>
                  <a:pt x="0" y="382791"/>
                </a:lnTo>
                <a:lnTo>
                  <a:pt x="0" y="360274"/>
                </a:lnTo>
                <a:lnTo>
                  <a:pt x="0" y="337757"/>
                </a:lnTo>
                <a:lnTo>
                  <a:pt x="0" y="315239"/>
                </a:lnTo>
                <a:lnTo>
                  <a:pt x="0" y="292722"/>
                </a:lnTo>
                <a:lnTo>
                  <a:pt x="0" y="270205"/>
                </a:lnTo>
                <a:lnTo>
                  <a:pt x="0" y="247688"/>
                </a:lnTo>
                <a:lnTo>
                  <a:pt x="0" y="225171"/>
                </a:lnTo>
                <a:lnTo>
                  <a:pt x="0" y="202654"/>
                </a:lnTo>
                <a:lnTo>
                  <a:pt x="0" y="180137"/>
                </a:lnTo>
                <a:lnTo>
                  <a:pt x="0" y="157620"/>
                </a:lnTo>
                <a:lnTo>
                  <a:pt x="0" y="135103"/>
                </a:lnTo>
                <a:lnTo>
                  <a:pt x="0" y="112586"/>
                </a:lnTo>
                <a:lnTo>
                  <a:pt x="0" y="90068"/>
                </a:lnTo>
                <a:lnTo>
                  <a:pt x="0" y="67551"/>
                </a:lnTo>
                <a:lnTo>
                  <a:pt x="0" y="45034"/>
                </a:lnTo>
                <a:lnTo>
                  <a:pt x="0" y="22517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4" name="phase-title-0">
            <a:extLst xmlns:a="http://schemas.openxmlformats.org/drawingml/2006/main">
              <a:ext uri="{FF2B5EF4-FFF2-40B4-BE49-F238E27FC236}">
                <a16:creationId xmlns:a16="http://schemas.microsoft.com/office/drawing/2014/main" id="{ED91AB32-7BEA-4C13-AA73-2119D0547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2314280"/>
            <a:ext cx="1428750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获取与识别</a:t>
            </a:r>
          </a:p>
        </p:txBody>
      </p:sp>
      <p:sp>
        <p:nvSpPr>
          <p:cNvPr id="5" name="phase-body-0">
            <a:extLst xmlns:a="http://schemas.openxmlformats.org/drawingml/2006/main">
              <a:ext uri="{FF2B5EF4-FFF2-40B4-BE49-F238E27FC236}">
                <a16:creationId xmlns:a16="http://schemas.microsoft.com/office/drawing/2014/main" id="{EA9722E7-5645-4BA4-BFEF-F821D41EF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2668486"/>
            <a:ext cx="1428750" cy="587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让目标对象进</a:t>
            </a:r>
          </a:p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入并形成意向</a:t>
            </a:r>
          </a:p>
        </p:txBody>
      </p:sp>
      <p:sp>
        <p:nvSpPr>
          <p:cNvPr id="6" name="action-icon-shell-0-0">
            <a:extLst xmlns:a="http://schemas.openxmlformats.org/drawingml/2006/main">
              <a:ext uri="{FF2B5EF4-FFF2-40B4-BE49-F238E27FC236}">
                <a16:creationId xmlns:a16="http://schemas.microsoft.com/office/drawing/2014/main" id="{27E5C3BB-BD8E-40F8-A9C9-5AE18F45F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2308774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6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50fa585b4984f20">
            <a:extLst>
              <a:ext uri="{96DAC541-7B7A-43D3-8B79-37D633B846F1}">
                <asvg:svgBlip xmlns:asvg="http://schemas.microsoft.com/office/drawing/2016/SVG/main" r:embed="Rc7af952e62564987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2384974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8" name="action-title-0-0">
            <a:extLst xmlns:a="http://schemas.openxmlformats.org/drawingml/2006/main">
              <a:ext uri="{FF2B5EF4-FFF2-40B4-BE49-F238E27FC236}">
                <a16:creationId xmlns:a16="http://schemas.microsoft.com/office/drawing/2014/main" id="{5793889A-3800-462F-B37A-95EBD3144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247748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标签体系</a:t>
            </a:r>
          </a:p>
        </p:txBody>
      </p:sp>
      <p:sp>
        <p:nvSpPr>
          <p:cNvPr id="9" name="action-body-0-0">
            <a:extLst xmlns:a="http://schemas.openxmlformats.org/drawingml/2006/main">
              <a:ext uri="{FF2B5EF4-FFF2-40B4-BE49-F238E27FC236}">
                <a16:creationId xmlns:a16="http://schemas.microsoft.com/office/drawing/2014/main" id="{A8C621C4-8A78-419B-8C8D-F5DC39DBF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476348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形成可识别对象</a:t>
            </a:r>
          </a:p>
        </p:txBody>
      </p:sp>
      <p:sp>
        <p:nvSpPr>
          <p:cNvPr id="10" name="action-icon-shell-0-1">
            <a:extLst xmlns:a="http://schemas.openxmlformats.org/drawingml/2006/main">
              <a:ext uri="{FF2B5EF4-FFF2-40B4-BE49-F238E27FC236}">
                <a16:creationId xmlns:a16="http://schemas.microsoft.com/office/drawing/2014/main" id="{6A100F2F-B5E0-4B01-9F6E-66BB3D395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2308774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7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9d1d8a9d9de483f">
            <a:extLst>
              <a:ext uri="{96DAC541-7B7A-43D3-8B79-37D633B846F1}">
                <asvg:svgBlip xmlns:asvg="http://schemas.microsoft.com/office/drawing/2016/SVG/main" r:embed="Rceb60fea99db43fa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2384974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12" name="action-title-0-1">
            <a:extLst xmlns:a="http://schemas.openxmlformats.org/drawingml/2006/main">
              <a:ext uri="{FF2B5EF4-FFF2-40B4-BE49-F238E27FC236}">
                <a16:creationId xmlns:a16="http://schemas.microsoft.com/office/drawing/2014/main" id="{9D760956-A066-4643-BA53-ABA4B9F13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247748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渠道连接</a:t>
            </a:r>
          </a:p>
        </p:txBody>
      </p:sp>
      <p:sp>
        <p:nvSpPr>
          <p:cNvPr id="13" name="action-body-0-1">
            <a:extLst xmlns:a="http://schemas.openxmlformats.org/drawingml/2006/main">
              <a:ext uri="{FF2B5EF4-FFF2-40B4-BE49-F238E27FC236}">
                <a16:creationId xmlns:a16="http://schemas.microsoft.com/office/drawing/2014/main" id="{2866D419-0A05-4DAB-877E-821FB82C2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476348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连接主要触点</a:t>
            </a:r>
          </a:p>
        </p:txBody>
      </p:sp>
      <p:sp>
        <p:nvSpPr>
          <p:cNvPr id="14" name="action-icon-shell-0-2">
            <a:extLst xmlns:a="http://schemas.openxmlformats.org/drawingml/2006/main">
              <a:ext uri="{FF2B5EF4-FFF2-40B4-BE49-F238E27FC236}">
                <a16:creationId xmlns:a16="http://schemas.microsoft.com/office/drawing/2014/main" id="{4A8F5089-9B55-4B7A-8D4F-CD71BD453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2918374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7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c5472384a114cf7">
            <a:extLst>
              <a:ext uri="{96DAC541-7B7A-43D3-8B79-37D633B846F1}">
                <asvg:svgBlip xmlns:asvg="http://schemas.microsoft.com/office/drawing/2016/SVG/main" r:embed="Re934baefbd48418f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2994574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16" name="action-title-0-2">
            <a:extLst xmlns:a="http://schemas.openxmlformats.org/drawingml/2006/main">
              <a:ext uri="{FF2B5EF4-FFF2-40B4-BE49-F238E27FC236}">
                <a16:creationId xmlns:a16="http://schemas.microsoft.com/office/drawing/2014/main" id="{179C00AF-47B0-4EF1-8FD5-9EC2BE812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857348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内容优化</a:t>
            </a:r>
          </a:p>
        </p:txBody>
      </p:sp>
      <p:sp>
        <p:nvSpPr>
          <p:cNvPr id="17" name="action-body-0-2">
            <a:extLst xmlns:a="http://schemas.openxmlformats.org/drawingml/2006/main">
              <a:ext uri="{FF2B5EF4-FFF2-40B4-BE49-F238E27FC236}">
                <a16:creationId xmlns:a16="http://schemas.microsoft.com/office/drawing/2014/main" id="{E1B32D83-65EA-4E3C-A3C2-2510CD53E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3085948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提高触达质量</a:t>
            </a:r>
          </a:p>
        </p:txBody>
      </p:sp>
      <p:sp>
        <p:nvSpPr>
          <p:cNvPr id="18" name="action-icon-shell-0-3">
            <a:extLst xmlns:a="http://schemas.openxmlformats.org/drawingml/2006/main">
              <a:ext uri="{FF2B5EF4-FFF2-40B4-BE49-F238E27FC236}">
                <a16:creationId xmlns:a16="http://schemas.microsoft.com/office/drawing/2014/main" id="{FB945447-87F0-4AA8-98F2-37D74241C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2918374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8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c80033777f0431f">
            <a:extLst>
              <a:ext uri="{96DAC541-7B7A-43D3-8B79-37D633B846F1}">
                <asvg:svgBlip xmlns:asvg="http://schemas.microsoft.com/office/drawing/2016/SVG/main" r:embed="R2aeb9a1033bc458e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2994574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20" name="action-title-0-3">
            <a:extLst xmlns:a="http://schemas.openxmlformats.org/drawingml/2006/main">
              <a:ext uri="{FF2B5EF4-FFF2-40B4-BE49-F238E27FC236}">
                <a16:creationId xmlns:a16="http://schemas.microsoft.com/office/drawing/2014/main" id="{86D35BD0-D8DB-40F9-B59A-AA27A7200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857348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行为追踪</a:t>
            </a:r>
          </a:p>
        </p:txBody>
      </p:sp>
      <p:sp>
        <p:nvSpPr>
          <p:cNvPr id="21" name="action-body-0-3">
            <a:extLst xmlns:a="http://schemas.openxmlformats.org/drawingml/2006/main">
              <a:ext uri="{FF2B5EF4-FFF2-40B4-BE49-F238E27FC236}">
                <a16:creationId xmlns:a16="http://schemas.microsoft.com/office/drawing/2014/main" id="{E9EB831C-74ED-4D7D-BF46-0D495D38D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3085948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记录关键反馈</a:t>
            </a:r>
          </a:p>
        </p:txBody>
      </p:sp>
      <p:sp>
        <p:nvSpPr>
          <p:cNvPr id="22" name="phase-rail-1">
            <a:extLst xmlns:a="http://schemas.openxmlformats.org/drawingml/2006/main">
              <a:ext uri="{FF2B5EF4-FFF2-40B4-BE49-F238E27FC236}">
                <a16:creationId xmlns:a16="http://schemas.microsoft.com/office/drawing/2014/main" id="{0AFFE01B-E0DD-491F-96F9-1AFDF388A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3931891"/>
            <a:ext cx="514350" cy="2277828"/>
          </a:xfrm>
          <a:custGeom xmlns:a="http://schemas.openxmlformats.org/drawingml/2006/main">
            <a:pathLst>
              <a:path w="514350" h="2277828">
                <a:moveTo>
                  <a:pt x="0" y="0"/>
                </a:moveTo>
                <a:lnTo>
                  <a:pt x="19841" y="11020"/>
                </a:lnTo>
                <a:lnTo>
                  <a:pt x="39681" y="22050"/>
                </a:lnTo>
                <a:lnTo>
                  <a:pt x="59531" y="33071"/>
                </a:lnTo>
                <a:lnTo>
                  <a:pt x="79372" y="44091"/>
                </a:lnTo>
                <a:lnTo>
                  <a:pt x="99212" y="55112"/>
                </a:lnTo>
                <a:lnTo>
                  <a:pt x="119053" y="66142"/>
                </a:lnTo>
                <a:lnTo>
                  <a:pt x="138903" y="77162"/>
                </a:lnTo>
                <a:lnTo>
                  <a:pt x="158744" y="88182"/>
                </a:lnTo>
                <a:lnTo>
                  <a:pt x="178584" y="99212"/>
                </a:lnTo>
                <a:lnTo>
                  <a:pt x="198425" y="110233"/>
                </a:lnTo>
                <a:lnTo>
                  <a:pt x="218265" y="121253"/>
                </a:lnTo>
                <a:lnTo>
                  <a:pt x="238115" y="132274"/>
                </a:lnTo>
                <a:lnTo>
                  <a:pt x="257956" y="142437"/>
                </a:lnTo>
                <a:lnTo>
                  <a:pt x="277797" y="131407"/>
                </a:lnTo>
                <a:lnTo>
                  <a:pt x="297637" y="120386"/>
                </a:lnTo>
                <a:lnTo>
                  <a:pt x="317478" y="109366"/>
                </a:lnTo>
                <a:lnTo>
                  <a:pt x="337328" y="98346"/>
                </a:lnTo>
                <a:lnTo>
                  <a:pt x="357168" y="87316"/>
                </a:lnTo>
                <a:lnTo>
                  <a:pt x="377009" y="76295"/>
                </a:lnTo>
                <a:lnTo>
                  <a:pt x="396850" y="65275"/>
                </a:lnTo>
                <a:lnTo>
                  <a:pt x="416700" y="54254"/>
                </a:lnTo>
                <a:lnTo>
                  <a:pt x="436540" y="43224"/>
                </a:lnTo>
                <a:lnTo>
                  <a:pt x="456381" y="32204"/>
                </a:lnTo>
                <a:lnTo>
                  <a:pt x="476221" y="21184"/>
                </a:lnTo>
                <a:lnTo>
                  <a:pt x="496062" y="10154"/>
                </a:lnTo>
                <a:lnTo>
                  <a:pt x="514350" y="1781"/>
                </a:lnTo>
                <a:lnTo>
                  <a:pt x="514350" y="24479"/>
                </a:lnTo>
                <a:lnTo>
                  <a:pt x="514350" y="47177"/>
                </a:lnTo>
                <a:lnTo>
                  <a:pt x="514350" y="69875"/>
                </a:lnTo>
                <a:lnTo>
                  <a:pt x="514350" y="92573"/>
                </a:lnTo>
                <a:lnTo>
                  <a:pt x="514350" y="115272"/>
                </a:lnTo>
                <a:lnTo>
                  <a:pt x="514350" y="137970"/>
                </a:lnTo>
                <a:lnTo>
                  <a:pt x="514350" y="160668"/>
                </a:lnTo>
                <a:lnTo>
                  <a:pt x="514350" y="183366"/>
                </a:lnTo>
                <a:lnTo>
                  <a:pt x="514350" y="206064"/>
                </a:lnTo>
                <a:lnTo>
                  <a:pt x="514350" y="228762"/>
                </a:lnTo>
                <a:lnTo>
                  <a:pt x="514350" y="251460"/>
                </a:lnTo>
                <a:lnTo>
                  <a:pt x="514350" y="274158"/>
                </a:lnTo>
                <a:lnTo>
                  <a:pt x="514350" y="296856"/>
                </a:lnTo>
                <a:lnTo>
                  <a:pt x="514350" y="319554"/>
                </a:lnTo>
                <a:lnTo>
                  <a:pt x="514350" y="342252"/>
                </a:lnTo>
                <a:lnTo>
                  <a:pt x="514350" y="364950"/>
                </a:lnTo>
                <a:lnTo>
                  <a:pt x="514350" y="387648"/>
                </a:lnTo>
                <a:lnTo>
                  <a:pt x="514350" y="410347"/>
                </a:lnTo>
                <a:lnTo>
                  <a:pt x="514350" y="433045"/>
                </a:lnTo>
                <a:lnTo>
                  <a:pt x="514350" y="455743"/>
                </a:lnTo>
                <a:lnTo>
                  <a:pt x="514350" y="478441"/>
                </a:lnTo>
                <a:lnTo>
                  <a:pt x="514350" y="501139"/>
                </a:lnTo>
                <a:lnTo>
                  <a:pt x="514350" y="523837"/>
                </a:lnTo>
                <a:lnTo>
                  <a:pt x="514350" y="546535"/>
                </a:lnTo>
                <a:lnTo>
                  <a:pt x="514350" y="569233"/>
                </a:lnTo>
                <a:lnTo>
                  <a:pt x="514350" y="591931"/>
                </a:lnTo>
                <a:lnTo>
                  <a:pt x="514350" y="614629"/>
                </a:lnTo>
                <a:lnTo>
                  <a:pt x="514350" y="637327"/>
                </a:lnTo>
                <a:lnTo>
                  <a:pt x="514350" y="660025"/>
                </a:lnTo>
                <a:lnTo>
                  <a:pt x="514350" y="682723"/>
                </a:lnTo>
                <a:lnTo>
                  <a:pt x="514350" y="705422"/>
                </a:lnTo>
                <a:lnTo>
                  <a:pt x="514350" y="728120"/>
                </a:lnTo>
                <a:lnTo>
                  <a:pt x="514350" y="750818"/>
                </a:lnTo>
                <a:lnTo>
                  <a:pt x="514350" y="773516"/>
                </a:lnTo>
                <a:lnTo>
                  <a:pt x="514350" y="796214"/>
                </a:lnTo>
                <a:lnTo>
                  <a:pt x="514350" y="818912"/>
                </a:lnTo>
                <a:lnTo>
                  <a:pt x="514350" y="841610"/>
                </a:lnTo>
                <a:lnTo>
                  <a:pt x="514350" y="864308"/>
                </a:lnTo>
                <a:lnTo>
                  <a:pt x="514350" y="887006"/>
                </a:lnTo>
                <a:lnTo>
                  <a:pt x="514350" y="909704"/>
                </a:lnTo>
                <a:lnTo>
                  <a:pt x="514350" y="932402"/>
                </a:lnTo>
                <a:lnTo>
                  <a:pt x="514350" y="955100"/>
                </a:lnTo>
                <a:lnTo>
                  <a:pt x="514350" y="977798"/>
                </a:lnTo>
                <a:lnTo>
                  <a:pt x="514350" y="1000496"/>
                </a:lnTo>
                <a:lnTo>
                  <a:pt x="514350" y="1023195"/>
                </a:lnTo>
                <a:lnTo>
                  <a:pt x="514350" y="1045893"/>
                </a:lnTo>
                <a:lnTo>
                  <a:pt x="514350" y="1068591"/>
                </a:lnTo>
                <a:lnTo>
                  <a:pt x="514350" y="1091289"/>
                </a:lnTo>
                <a:lnTo>
                  <a:pt x="514350" y="1113987"/>
                </a:lnTo>
                <a:lnTo>
                  <a:pt x="514350" y="1136685"/>
                </a:lnTo>
                <a:lnTo>
                  <a:pt x="514350" y="1159383"/>
                </a:lnTo>
                <a:lnTo>
                  <a:pt x="514350" y="1182081"/>
                </a:lnTo>
                <a:lnTo>
                  <a:pt x="514350" y="1204779"/>
                </a:lnTo>
                <a:lnTo>
                  <a:pt x="514350" y="1227477"/>
                </a:lnTo>
                <a:lnTo>
                  <a:pt x="514350" y="1250175"/>
                </a:lnTo>
                <a:lnTo>
                  <a:pt x="514350" y="1272873"/>
                </a:lnTo>
                <a:lnTo>
                  <a:pt x="514350" y="1295571"/>
                </a:lnTo>
                <a:lnTo>
                  <a:pt x="514350" y="1318270"/>
                </a:lnTo>
                <a:lnTo>
                  <a:pt x="514350" y="1340968"/>
                </a:lnTo>
                <a:lnTo>
                  <a:pt x="514350" y="1363666"/>
                </a:lnTo>
                <a:lnTo>
                  <a:pt x="514350" y="1386364"/>
                </a:lnTo>
                <a:lnTo>
                  <a:pt x="514350" y="1409062"/>
                </a:lnTo>
                <a:lnTo>
                  <a:pt x="514350" y="1431760"/>
                </a:lnTo>
                <a:lnTo>
                  <a:pt x="514350" y="1454458"/>
                </a:lnTo>
                <a:lnTo>
                  <a:pt x="514350" y="1477156"/>
                </a:lnTo>
                <a:lnTo>
                  <a:pt x="514350" y="1499854"/>
                </a:lnTo>
                <a:lnTo>
                  <a:pt x="514350" y="1522552"/>
                </a:lnTo>
                <a:lnTo>
                  <a:pt x="514350" y="1545250"/>
                </a:lnTo>
                <a:lnTo>
                  <a:pt x="514350" y="1567948"/>
                </a:lnTo>
                <a:lnTo>
                  <a:pt x="514350" y="1590646"/>
                </a:lnTo>
                <a:lnTo>
                  <a:pt x="514350" y="1613345"/>
                </a:lnTo>
                <a:lnTo>
                  <a:pt x="514350" y="1636033"/>
                </a:lnTo>
                <a:lnTo>
                  <a:pt x="514350" y="1658731"/>
                </a:lnTo>
                <a:lnTo>
                  <a:pt x="514350" y="1681429"/>
                </a:lnTo>
                <a:lnTo>
                  <a:pt x="514350" y="1704127"/>
                </a:lnTo>
                <a:lnTo>
                  <a:pt x="514350" y="1726825"/>
                </a:lnTo>
                <a:lnTo>
                  <a:pt x="514350" y="1749523"/>
                </a:lnTo>
                <a:lnTo>
                  <a:pt x="514350" y="1772222"/>
                </a:lnTo>
                <a:lnTo>
                  <a:pt x="514350" y="1794920"/>
                </a:lnTo>
                <a:lnTo>
                  <a:pt x="514350" y="1817618"/>
                </a:lnTo>
                <a:lnTo>
                  <a:pt x="514350" y="1840316"/>
                </a:lnTo>
                <a:lnTo>
                  <a:pt x="514350" y="1863014"/>
                </a:lnTo>
                <a:lnTo>
                  <a:pt x="514350" y="1885712"/>
                </a:lnTo>
                <a:lnTo>
                  <a:pt x="514350" y="1908410"/>
                </a:lnTo>
                <a:lnTo>
                  <a:pt x="514350" y="1931108"/>
                </a:lnTo>
                <a:lnTo>
                  <a:pt x="514350" y="1953806"/>
                </a:lnTo>
                <a:lnTo>
                  <a:pt x="514350" y="1976504"/>
                </a:lnTo>
                <a:lnTo>
                  <a:pt x="514350" y="1999202"/>
                </a:lnTo>
                <a:lnTo>
                  <a:pt x="514350" y="2021900"/>
                </a:lnTo>
                <a:lnTo>
                  <a:pt x="514350" y="2044598"/>
                </a:lnTo>
                <a:lnTo>
                  <a:pt x="514350" y="2067296"/>
                </a:lnTo>
                <a:lnTo>
                  <a:pt x="514350" y="2089995"/>
                </a:lnTo>
                <a:lnTo>
                  <a:pt x="514350" y="2112693"/>
                </a:lnTo>
                <a:lnTo>
                  <a:pt x="514350" y="2135391"/>
                </a:lnTo>
                <a:lnTo>
                  <a:pt x="494509" y="2146421"/>
                </a:lnTo>
                <a:lnTo>
                  <a:pt x="474669" y="2157441"/>
                </a:lnTo>
                <a:lnTo>
                  <a:pt x="454819" y="2168462"/>
                </a:lnTo>
                <a:lnTo>
                  <a:pt x="434978" y="2179482"/>
                </a:lnTo>
                <a:lnTo>
                  <a:pt x="415138" y="2190512"/>
                </a:lnTo>
                <a:lnTo>
                  <a:pt x="395297" y="2201532"/>
                </a:lnTo>
                <a:lnTo>
                  <a:pt x="375447" y="2212553"/>
                </a:lnTo>
                <a:lnTo>
                  <a:pt x="355606" y="2223583"/>
                </a:lnTo>
                <a:lnTo>
                  <a:pt x="335766" y="2234603"/>
                </a:lnTo>
                <a:lnTo>
                  <a:pt x="315925" y="2245624"/>
                </a:lnTo>
                <a:lnTo>
                  <a:pt x="296085" y="2256644"/>
                </a:lnTo>
                <a:lnTo>
                  <a:pt x="276235" y="2267674"/>
                </a:lnTo>
                <a:lnTo>
                  <a:pt x="256394" y="2277828"/>
                </a:lnTo>
                <a:lnTo>
                  <a:pt x="236553" y="2266807"/>
                </a:lnTo>
                <a:lnTo>
                  <a:pt x="216713" y="2255777"/>
                </a:lnTo>
                <a:lnTo>
                  <a:pt x="196872" y="2244757"/>
                </a:lnTo>
                <a:lnTo>
                  <a:pt x="177022" y="2233736"/>
                </a:lnTo>
                <a:lnTo>
                  <a:pt x="157182" y="2222716"/>
                </a:lnTo>
                <a:lnTo>
                  <a:pt x="137341" y="2211686"/>
                </a:lnTo>
                <a:lnTo>
                  <a:pt x="117500" y="2200666"/>
                </a:lnTo>
                <a:lnTo>
                  <a:pt x="97650" y="2189645"/>
                </a:lnTo>
                <a:lnTo>
                  <a:pt x="77810" y="2178625"/>
                </a:lnTo>
                <a:lnTo>
                  <a:pt x="57969" y="2167595"/>
                </a:lnTo>
                <a:lnTo>
                  <a:pt x="38129" y="2156574"/>
                </a:lnTo>
                <a:lnTo>
                  <a:pt x="18288" y="2145554"/>
                </a:lnTo>
                <a:lnTo>
                  <a:pt x="0" y="2133610"/>
                </a:lnTo>
                <a:lnTo>
                  <a:pt x="0" y="2110911"/>
                </a:lnTo>
                <a:lnTo>
                  <a:pt x="0" y="2088213"/>
                </a:lnTo>
                <a:lnTo>
                  <a:pt x="0" y="2065515"/>
                </a:lnTo>
                <a:lnTo>
                  <a:pt x="0" y="2042817"/>
                </a:lnTo>
                <a:lnTo>
                  <a:pt x="0" y="2020119"/>
                </a:lnTo>
                <a:lnTo>
                  <a:pt x="0" y="1997421"/>
                </a:lnTo>
                <a:lnTo>
                  <a:pt x="0" y="1974723"/>
                </a:lnTo>
                <a:lnTo>
                  <a:pt x="0" y="1952025"/>
                </a:lnTo>
                <a:lnTo>
                  <a:pt x="0" y="1929327"/>
                </a:lnTo>
                <a:lnTo>
                  <a:pt x="0" y="1906629"/>
                </a:lnTo>
                <a:lnTo>
                  <a:pt x="0" y="1883931"/>
                </a:lnTo>
                <a:lnTo>
                  <a:pt x="0" y="1861233"/>
                </a:lnTo>
                <a:lnTo>
                  <a:pt x="0" y="1838535"/>
                </a:lnTo>
                <a:lnTo>
                  <a:pt x="0" y="1815836"/>
                </a:lnTo>
                <a:lnTo>
                  <a:pt x="0" y="1793138"/>
                </a:lnTo>
                <a:lnTo>
                  <a:pt x="0" y="1770440"/>
                </a:lnTo>
                <a:lnTo>
                  <a:pt x="0" y="1747742"/>
                </a:lnTo>
                <a:lnTo>
                  <a:pt x="0" y="1725044"/>
                </a:lnTo>
                <a:lnTo>
                  <a:pt x="0" y="1702346"/>
                </a:lnTo>
                <a:lnTo>
                  <a:pt x="0" y="1679648"/>
                </a:lnTo>
                <a:lnTo>
                  <a:pt x="0" y="1656950"/>
                </a:lnTo>
                <a:lnTo>
                  <a:pt x="0" y="1634252"/>
                </a:lnTo>
                <a:lnTo>
                  <a:pt x="0" y="1611554"/>
                </a:lnTo>
                <a:lnTo>
                  <a:pt x="0" y="1588856"/>
                </a:lnTo>
                <a:lnTo>
                  <a:pt x="0" y="1566158"/>
                </a:lnTo>
                <a:lnTo>
                  <a:pt x="0" y="1543460"/>
                </a:lnTo>
                <a:lnTo>
                  <a:pt x="0" y="1520762"/>
                </a:lnTo>
                <a:lnTo>
                  <a:pt x="0" y="1498063"/>
                </a:lnTo>
                <a:lnTo>
                  <a:pt x="0" y="1475365"/>
                </a:lnTo>
                <a:lnTo>
                  <a:pt x="0" y="1452667"/>
                </a:lnTo>
                <a:lnTo>
                  <a:pt x="0" y="1429969"/>
                </a:lnTo>
                <a:lnTo>
                  <a:pt x="0" y="1407271"/>
                </a:lnTo>
                <a:lnTo>
                  <a:pt x="0" y="1384573"/>
                </a:lnTo>
                <a:lnTo>
                  <a:pt x="0" y="1361875"/>
                </a:lnTo>
                <a:lnTo>
                  <a:pt x="0" y="1339177"/>
                </a:lnTo>
                <a:lnTo>
                  <a:pt x="0" y="1316479"/>
                </a:lnTo>
                <a:lnTo>
                  <a:pt x="0" y="1293781"/>
                </a:lnTo>
                <a:lnTo>
                  <a:pt x="0" y="1271083"/>
                </a:lnTo>
                <a:lnTo>
                  <a:pt x="0" y="1248385"/>
                </a:lnTo>
                <a:lnTo>
                  <a:pt x="0" y="1225687"/>
                </a:lnTo>
                <a:lnTo>
                  <a:pt x="0" y="1202988"/>
                </a:lnTo>
                <a:lnTo>
                  <a:pt x="0" y="1180290"/>
                </a:lnTo>
                <a:lnTo>
                  <a:pt x="0" y="1157592"/>
                </a:lnTo>
                <a:lnTo>
                  <a:pt x="0" y="1134904"/>
                </a:lnTo>
                <a:lnTo>
                  <a:pt x="0" y="1112206"/>
                </a:lnTo>
                <a:lnTo>
                  <a:pt x="0" y="1089508"/>
                </a:lnTo>
                <a:lnTo>
                  <a:pt x="0" y="1066810"/>
                </a:lnTo>
                <a:lnTo>
                  <a:pt x="0" y="1044111"/>
                </a:lnTo>
                <a:lnTo>
                  <a:pt x="0" y="1021413"/>
                </a:lnTo>
                <a:lnTo>
                  <a:pt x="0" y="998715"/>
                </a:lnTo>
                <a:lnTo>
                  <a:pt x="0" y="976017"/>
                </a:lnTo>
                <a:lnTo>
                  <a:pt x="0" y="953319"/>
                </a:lnTo>
                <a:lnTo>
                  <a:pt x="0" y="930621"/>
                </a:lnTo>
                <a:lnTo>
                  <a:pt x="0" y="907923"/>
                </a:lnTo>
                <a:lnTo>
                  <a:pt x="0" y="885225"/>
                </a:lnTo>
                <a:lnTo>
                  <a:pt x="0" y="862527"/>
                </a:lnTo>
                <a:lnTo>
                  <a:pt x="0" y="839829"/>
                </a:lnTo>
                <a:lnTo>
                  <a:pt x="0" y="817131"/>
                </a:lnTo>
                <a:lnTo>
                  <a:pt x="0" y="794433"/>
                </a:lnTo>
                <a:lnTo>
                  <a:pt x="0" y="771735"/>
                </a:lnTo>
                <a:lnTo>
                  <a:pt x="0" y="749036"/>
                </a:lnTo>
                <a:lnTo>
                  <a:pt x="0" y="726338"/>
                </a:lnTo>
                <a:lnTo>
                  <a:pt x="0" y="703640"/>
                </a:lnTo>
                <a:lnTo>
                  <a:pt x="0" y="680942"/>
                </a:lnTo>
                <a:lnTo>
                  <a:pt x="0" y="658244"/>
                </a:lnTo>
                <a:lnTo>
                  <a:pt x="0" y="635546"/>
                </a:lnTo>
                <a:lnTo>
                  <a:pt x="0" y="612848"/>
                </a:lnTo>
                <a:lnTo>
                  <a:pt x="0" y="590150"/>
                </a:lnTo>
                <a:lnTo>
                  <a:pt x="0" y="567452"/>
                </a:lnTo>
                <a:lnTo>
                  <a:pt x="0" y="544754"/>
                </a:lnTo>
                <a:lnTo>
                  <a:pt x="0" y="522056"/>
                </a:lnTo>
                <a:lnTo>
                  <a:pt x="0" y="499358"/>
                </a:lnTo>
                <a:lnTo>
                  <a:pt x="0" y="476660"/>
                </a:lnTo>
                <a:lnTo>
                  <a:pt x="0" y="453961"/>
                </a:lnTo>
                <a:lnTo>
                  <a:pt x="0" y="431263"/>
                </a:lnTo>
                <a:lnTo>
                  <a:pt x="0" y="408565"/>
                </a:lnTo>
                <a:lnTo>
                  <a:pt x="0" y="385867"/>
                </a:lnTo>
                <a:lnTo>
                  <a:pt x="0" y="363169"/>
                </a:lnTo>
                <a:lnTo>
                  <a:pt x="0" y="340471"/>
                </a:lnTo>
                <a:lnTo>
                  <a:pt x="0" y="317773"/>
                </a:lnTo>
                <a:lnTo>
                  <a:pt x="0" y="295075"/>
                </a:lnTo>
                <a:lnTo>
                  <a:pt x="0" y="272377"/>
                </a:lnTo>
                <a:lnTo>
                  <a:pt x="0" y="249679"/>
                </a:lnTo>
                <a:lnTo>
                  <a:pt x="0" y="226981"/>
                </a:lnTo>
                <a:lnTo>
                  <a:pt x="0" y="204283"/>
                </a:lnTo>
                <a:lnTo>
                  <a:pt x="0" y="181585"/>
                </a:lnTo>
                <a:lnTo>
                  <a:pt x="0" y="158887"/>
                </a:lnTo>
                <a:lnTo>
                  <a:pt x="0" y="136188"/>
                </a:lnTo>
                <a:lnTo>
                  <a:pt x="0" y="113490"/>
                </a:lnTo>
                <a:lnTo>
                  <a:pt x="0" y="90792"/>
                </a:lnTo>
                <a:lnTo>
                  <a:pt x="0" y="68094"/>
                </a:lnTo>
                <a:lnTo>
                  <a:pt x="0" y="45396"/>
                </a:lnTo>
                <a:lnTo>
                  <a:pt x="0" y="22698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23" name="phase-title-1">
            <a:extLst xmlns:a="http://schemas.openxmlformats.org/drawingml/2006/main">
              <a:ext uri="{FF2B5EF4-FFF2-40B4-BE49-F238E27FC236}">
                <a16:creationId xmlns:a16="http://schemas.microsoft.com/office/drawing/2014/main" id="{B8CC704E-7251-4ED4-88C8-EB7B6C611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4600280"/>
            <a:ext cx="1428750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培育与转化</a:t>
            </a:r>
          </a:p>
        </p:txBody>
      </p:sp>
      <p:sp>
        <p:nvSpPr>
          <p:cNvPr id="24" name="phase-body-1">
            <a:extLst xmlns:a="http://schemas.openxmlformats.org/drawingml/2006/main">
              <a:ext uri="{FF2B5EF4-FFF2-40B4-BE49-F238E27FC236}">
                <a16:creationId xmlns:a16="http://schemas.microsoft.com/office/drawing/2014/main" id="{28B73378-000D-446D-AD40-80D5D3086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4954486"/>
            <a:ext cx="1428750" cy="587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让有效意向沉</a:t>
            </a:r>
          </a:p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淀为长期价值</a:t>
            </a:r>
          </a:p>
        </p:txBody>
      </p:sp>
      <p:sp>
        <p:nvSpPr>
          <p:cNvPr id="25" name="action-icon-shell-1-0">
            <a:extLst xmlns:a="http://schemas.openxmlformats.org/drawingml/2006/main">
              <a:ext uri="{FF2B5EF4-FFF2-40B4-BE49-F238E27FC236}">
                <a16:creationId xmlns:a16="http://schemas.microsoft.com/office/drawing/2014/main" id="{9697D3BA-65E0-46C0-BA3C-9D7EE8567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4899574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8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a77951a20004e96">
            <a:extLst>
              <a:ext uri="{96DAC541-7B7A-43D3-8B79-37D633B846F1}">
                <asvg:svgBlip xmlns:asvg="http://schemas.microsoft.com/office/drawing/2016/SVG/main" r:embed="R2aa76ee680af4853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4975774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27" name="action-title-1-0">
            <a:extLst xmlns:a="http://schemas.openxmlformats.org/drawingml/2006/main">
              <a:ext uri="{FF2B5EF4-FFF2-40B4-BE49-F238E27FC236}">
                <a16:creationId xmlns:a16="http://schemas.microsoft.com/office/drawing/2014/main" id="{A64C972B-8C90-4C63-83D6-555D7B06F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4838548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数据打通</a:t>
            </a:r>
          </a:p>
        </p:txBody>
      </p:sp>
      <p:sp>
        <p:nvSpPr>
          <p:cNvPr id="28" name="action-body-1-0">
            <a:extLst xmlns:a="http://schemas.openxmlformats.org/drawingml/2006/main">
              <a:ext uri="{FF2B5EF4-FFF2-40B4-BE49-F238E27FC236}">
                <a16:creationId xmlns:a16="http://schemas.microsoft.com/office/drawing/2014/main" id="{6C30EFB9-D2C4-4199-9145-9543740C8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5067148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统一分析对象</a:t>
            </a:r>
          </a:p>
        </p:txBody>
      </p:sp>
      <p:sp>
        <p:nvSpPr>
          <p:cNvPr id="29" name="action-icon-shell-1-1">
            <a:extLst xmlns:a="http://schemas.openxmlformats.org/drawingml/2006/main">
              <a:ext uri="{FF2B5EF4-FFF2-40B4-BE49-F238E27FC236}">
                <a16:creationId xmlns:a16="http://schemas.microsoft.com/office/drawing/2014/main" id="{2D80433A-666B-44F1-970A-897CAEF44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4899574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9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171fc6157a341c6">
            <a:extLst>
              <a:ext uri="{96DAC541-7B7A-43D3-8B79-37D633B846F1}">
                <asvg:svgBlip xmlns:asvg="http://schemas.microsoft.com/office/drawing/2016/SVG/main" r:embed="R0e64945e428240c9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4975774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31" name="action-title-1-1">
            <a:extLst xmlns:a="http://schemas.openxmlformats.org/drawingml/2006/main">
              <a:ext uri="{FF2B5EF4-FFF2-40B4-BE49-F238E27FC236}">
                <a16:creationId xmlns:a16="http://schemas.microsoft.com/office/drawing/2014/main" id="{DE79A69B-EA89-483C-8C8C-E49498FE7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4838548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自动分群</a:t>
            </a:r>
          </a:p>
        </p:txBody>
      </p:sp>
      <p:sp>
        <p:nvSpPr>
          <p:cNvPr id="32" name="action-body-1-1">
            <a:extLst xmlns:a="http://schemas.openxmlformats.org/drawingml/2006/main">
              <a:ext uri="{FF2B5EF4-FFF2-40B4-BE49-F238E27FC236}">
                <a16:creationId xmlns:a16="http://schemas.microsoft.com/office/drawing/2014/main" id="{B2DE107F-E6BB-4B9A-8910-92B048488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5067148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指导持续运营</a:t>
            </a:r>
          </a:p>
        </p:txBody>
      </p:sp>
      <p:sp>
        <p:nvSpPr>
          <p:cNvPr id="33" name="funnel-step-body-0">
            <a:extLst xmlns:a="http://schemas.openxmlformats.org/drawingml/2006/main">
              <a:ext uri="{FF2B5EF4-FFF2-40B4-BE49-F238E27FC236}">
                <a16:creationId xmlns:a16="http://schemas.microsoft.com/office/drawing/2014/main" id="{7E89036D-94DB-4D9C-AB74-DA90AFEE0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52750" y="2514600"/>
            <a:ext cx="3327997" cy="627078"/>
          </a:xfrm>
          <a:custGeom xmlns:a="http://schemas.openxmlformats.org/drawingml/2006/main">
            <a:pathLst>
              <a:path w="3327997" h="627078">
                <a:moveTo>
                  <a:pt x="0" y="0"/>
                </a:moveTo>
                <a:lnTo>
                  <a:pt x="15573" y="26270"/>
                </a:lnTo>
                <a:lnTo>
                  <a:pt x="31156" y="52549"/>
                </a:lnTo>
                <a:lnTo>
                  <a:pt x="46730" y="78819"/>
                </a:lnTo>
                <a:lnTo>
                  <a:pt x="62313" y="105099"/>
                </a:lnTo>
                <a:lnTo>
                  <a:pt x="77886" y="131369"/>
                </a:lnTo>
                <a:lnTo>
                  <a:pt x="93459" y="157639"/>
                </a:lnTo>
                <a:lnTo>
                  <a:pt x="109042" y="183918"/>
                </a:lnTo>
                <a:lnTo>
                  <a:pt x="124616" y="210188"/>
                </a:lnTo>
                <a:lnTo>
                  <a:pt x="140198" y="236468"/>
                </a:lnTo>
                <a:lnTo>
                  <a:pt x="155772" y="262738"/>
                </a:lnTo>
                <a:lnTo>
                  <a:pt x="171345" y="289008"/>
                </a:lnTo>
                <a:lnTo>
                  <a:pt x="186928" y="315287"/>
                </a:lnTo>
                <a:lnTo>
                  <a:pt x="202502" y="341557"/>
                </a:lnTo>
                <a:lnTo>
                  <a:pt x="218084" y="367836"/>
                </a:lnTo>
                <a:lnTo>
                  <a:pt x="233658" y="394106"/>
                </a:lnTo>
                <a:lnTo>
                  <a:pt x="249231" y="420376"/>
                </a:lnTo>
                <a:lnTo>
                  <a:pt x="264814" y="446656"/>
                </a:lnTo>
                <a:lnTo>
                  <a:pt x="280387" y="472926"/>
                </a:lnTo>
                <a:lnTo>
                  <a:pt x="295970" y="499205"/>
                </a:lnTo>
                <a:lnTo>
                  <a:pt x="311544" y="525475"/>
                </a:lnTo>
                <a:lnTo>
                  <a:pt x="327117" y="551745"/>
                </a:lnTo>
                <a:lnTo>
                  <a:pt x="350701" y="568690"/>
                </a:lnTo>
                <a:lnTo>
                  <a:pt x="380333" y="576043"/>
                </a:lnTo>
                <a:lnTo>
                  <a:pt x="410423" y="581292"/>
                </a:lnTo>
                <a:lnTo>
                  <a:pt x="440674" y="585511"/>
                </a:lnTo>
                <a:lnTo>
                  <a:pt x="471011" y="589074"/>
                </a:lnTo>
                <a:lnTo>
                  <a:pt x="501396" y="592188"/>
                </a:lnTo>
                <a:lnTo>
                  <a:pt x="531809" y="594951"/>
                </a:lnTo>
                <a:lnTo>
                  <a:pt x="562251" y="597446"/>
                </a:lnTo>
                <a:lnTo>
                  <a:pt x="592712" y="599713"/>
                </a:lnTo>
                <a:lnTo>
                  <a:pt x="623192" y="601780"/>
                </a:lnTo>
                <a:lnTo>
                  <a:pt x="653672" y="603704"/>
                </a:lnTo>
                <a:lnTo>
                  <a:pt x="684162" y="605485"/>
                </a:lnTo>
                <a:lnTo>
                  <a:pt x="714661" y="607133"/>
                </a:lnTo>
                <a:lnTo>
                  <a:pt x="745169" y="608686"/>
                </a:lnTo>
                <a:lnTo>
                  <a:pt x="775678" y="610124"/>
                </a:lnTo>
                <a:lnTo>
                  <a:pt x="806196" y="611467"/>
                </a:lnTo>
                <a:lnTo>
                  <a:pt x="836714" y="612734"/>
                </a:lnTo>
                <a:lnTo>
                  <a:pt x="867232" y="613924"/>
                </a:lnTo>
                <a:lnTo>
                  <a:pt x="897760" y="615039"/>
                </a:lnTo>
                <a:lnTo>
                  <a:pt x="928287" y="616087"/>
                </a:lnTo>
                <a:lnTo>
                  <a:pt x="958815" y="617068"/>
                </a:lnTo>
                <a:lnTo>
                  <a:pt x="989343" y="617992"/>
                </a:lnTo>
                <a:lnTo>
                  <a:pt x="1019870" y="618858"/>
                </a:lnTo>
                <a:lnTo>
                  <a:pt x="1050407" y="619677"/>
                </a:lnTo>
                <a:lnTo>
                  <a:pt x="1080945" y="620439"/>
                </a:lnTo>
                <a:lnTo>
                  <a:pt x="1111482" y="621154"/>
                </a:lnTo>
                <a:lnTo>
                  <a:pt x="1142019" y="621821"/>
                </a:lnTo>
                <a:lnTo>
                  <a:pt x="1172556" y="622440"/>
                </a:lnTo>
                <a:lnTo>
                  <a:pt x="1203093" y="623021"/>
                </a:lnTo>
                <a:lnTo>
                  <a:pt x="1233630" y="623554"/>
                </a:lnTo>
                <a:lnTo>
                  <a:pt x="1264177" y="624049"/>
                </a:lnTo>
                <a:lnTo>
                  <a:pt x="1294714" y="624497"/>
                </a:lnTo>
                <a:lnTo>
                  <a:pt x="1325251" y="624916"/>
                </a:lnTo>
                <a:lnTo>
                  <a:pt x="1355798" y="625288"/>
                </a:lnTo>
                <a:lnTo>
                  <a:pt x="1386335" y="625631"/>
                </a:lnTo>
                <a:lnTo>
                  <a:pt x="1416882" y="625926"/>
                </a:lnTo>
                <a:lnTo>
                  <a:pt x="1447429" y="626193"/>
                </a:lnTo>
                <a:lnTo>
                  <a:pt x="1477966" y="626421"/>
                </a:lnTo>
                <a:lnTo>
                  <a:pt x="1508512" y="626621"/>
                </a:lnTo>
                <a:lnTo>
                  <a:pt x="1539059" y="626783"/>
                </a:lnTo>
                <a:lnTo>
                  <a:pt x="1569606" y="626907"/>
                </a:lnTo>
                <a:lnTo>
                  <a:pt x="1600143" y="626993"/>
                </a:lnTo>
                <a:lnTo>
                  <a:pt x="1630690" y="627050"/>
                </a:lnTo>
                <a:lnTo>
                  <a:pt x="1661236" y="627078"/>
                </a:lnTo>
                <a:lnTo>
                  <a:pt x="1691783" y="627059"/>
                </a:lnTo>
                <a:lnTo>
                  <a:pt x="1722320" y="627021"/>
                </a:lnTo>
                <a:lnTo>
                  <a:pt x="1752867" y="626945"/>
                </a:lnTo>
                <a:lnTo>
                  <a:pt x="1783413" y="626831"/>
                </a:lnTo>
                <a:lnTo>
                  <a:pt x="1813951" y="626678"/>
                </a:lnTo>
                <a:lnTo>
                  <a:pt x="1844497" y="626497"/>
                </a:lnTo>
                <a:lnTo>
                  <a:pt x="1875044" y="626278"/>
                </a:lnTo>
                <a:lnTo>
                  <a:pt x="1905581" y="626031"/>
                </a:lnTo>
                <a:lnTo>
                  <a:pt x="1936128" y="625735"/>
                </a:lnTo>
                <a:lnTo>
                  <a:pt x="1966674" y="625412"/>
                </a:lnTo>
                <a:lnTo>
                  <a:pt x="1997212" y="625050"/>
                </a:lnTo>
                <a:lnTo>
                  <a:pt x="2027758" y="624650"/>
                </a:lnTo>
                <a:lnTo>
                  <a:pt x="2058295" y="624211"/>
                </a:lnTo>
                <a:lnTo>
                  <a:pt x="2088833" y="623735"/>
                </a:lnTo>
                <a:lnTo>
                  <a:pt x="2119379" y="623221"/>
                </a:lnTo>
                <a:lnTo>
                  <a:pt x="2149916" y="622659"/>
                </a:lnTo>
                <a:lnTo>
                  <a:pt x="2180453" y="622049"/>
                </a:lnTo>
                <a:lnTo>
                  <a:pt x="2210991" y="621401"/>
                </a:lnTo>
                <a:lnTo>
                  <a:pt x="2241528" y="620706"/>
                </a:lnTo>
                <a:lnTo>
                  <a:pt x="2272065" y="619963"/>
                </a:lnTo>
                <a:lnTo>
                  <a:pt x="2302593" y="619173"/>
                </a:lnTo>
                <a:lnTo>
                  <a:pt x="2333130" y="618325"/>
                </a:lnTo>
                <a:lnTo>
                  <a:pt x="2363657" y="617420"/>
                </a:lnTo>
                <a:lnTo>
                  <a:pt x="2394194" y="616458"/>
                </a:lnTo>
                <a:lnTo>
                  <a:pt x="2424713" y="615429"/>
                </a:lnTo>
                <a:lnTo>
                  <a:pt x="2455240" y="614343"/>
                </a:lnTo>
                <a:lnTo>
                  <a:pt x="2485768" y="613181"/>
                </a:lnTo>
                <a:lnTo>
                  <a:pt x="2516286" y="611953"/>
                </a:lnTo>
                <a:lnTo>
                  <a:pt x="2546795" y="610629"/>
                </a:lnTo>
                <a:lnTo>
                  <a:pt x="2577313" y="609219"/>
                </a:lnTo>
                <a:lnTo>
                  <a:pt x="2607821" y="607724"/>
                </a:lnTo>
                <a:lnTo>
                  <a:pt x="2638320" y="606104"/>
                </a:lnTo>
                <a:lnTo>
                  <a:pt x="2668819" y="604371"/>
                </a:lnTo>
                <a:lnTo>
                  <a:pt x="2699299" y="602513"/>
                </a:lnTo>
                <a:lnTo>
                  <a:pt x="2729779" y="600504"/>
                </a:lnTo>
                <a:lnTo>
                  <a:pt x="2760250" y="598303"/>
                </a:lnTo>
                <a:lnTo>
                  <a:pt x="2790692" y="595903"/>
                </a:lnTo>
                <a:lnTo>
                  <a:pt x="2821124" y="593246"/>
                </a:lnTo>
                <a:lnTo>
                  <a:pt x="2851518" y="590274"/>
                </a:lnTo>
                <a:lnTo>
                  <a:pt x="2881874" y="586892"/>
                </a:lnTo>
                <a:lnTo>
                  <a:pt x="2912164" y="582940"/>
                </a:lnTo>
                <a:lnTo>
                  <a:pt x="2942330" y="578148"/>
                </a:lnTo>
                <a:lnTo>
                  <a:pt x="2972200" y="571795"/>
                </a:lnTo>
                <a:lnTo>
                  <a:pt x="3000566" y="560870"/>
                </a:lnTo>
                <a:lnTo>
                  <a:pt x="3016453" y="535181"/>
                </a:lnTo>
                <a:lnTo>
                  <a:pt x="3032027" y="508911"/>
                </a:lnTo>
                <a:lnTo>
                  <a:pt x="3047609" y="482632"/>
                </a:lnTo>
                <a:lnTo>
                  <a:pt x="3063183" y="456362"/>
                </a:lnTo>
                <a:lnTo>
                  <a:pt x="3078756" y="430092"/>
                </a:lnTo>
                <a:lnTo>
                  <a:pt x="3094339" y="403812"/>
                </a:lnTo>
                <a:lnTo>
                  <a:pt x="3109913" y="377542"/>
                </a:lnTo>
                <a:lnTo>
                  <a:pt x="3125495" y="351263"/>
                </a:lnTo>
                <a:lnTo>
                  <a:pt x="3141069" y="324993"/>
                </a:lnTo>
                <a:lnTo>
                  <a:pt x="3156642" y="298714"/>
                </a:lnTo>
                <a:lnTo>
                  <a:pt x="3172225" y="272444"/>
                </a:lnTo>
                <a:lnTo>
                  <a:pt x="3187798" y="246174"/>
                </a:lnTo>
                <a:lnTo>
                  <a:pt x="3203381" y="219894"/>
                </a:lnTo>
                <a:lnTo>
                  <a:pt x="3218955" y="193624"/>
                </a:lnTo>
                <a:lnTo>
                  <a:pt x="3234528" y="167354"/>
                </a:lnTo>
                <a:lnTo>
                  <a:pt x="3250111" y="141075"/>
                </a:lnTo>
                <a:lnTo>
                  <a:pt x="3265684" y="114805"/>
                </a:lnTo>
                <a:lnTo>
                  <a:pt x="3281267" y="88525"/>
                </a:lnTo>
                <a:lnTo>
                  <a:pt x="3296841" y="62255"/>
                </a:lnTo>
                <a:lnTo>
                  <a:pt x="3312414" y="35985"/>
                </a:lnTo>
                <a:lnTo>
                  <a:pt x="3327997" y="9706"/>
                </a:lnTo>
                <a:lnTo>
                  <a:pt x="3319005" y="10963"/>
                </a:lnTo>
                <a:lnTo>
                  <a:pt x="3289468" y="18612"/>
                </a:lnTo>
                <a:lnTo>
                  <a:pt x="3259360" y="23746"/>
                </a:lnTo>
                <a:lnTo>
                  <a:pt x="3229089" y="27813"/>
                </a:lnTo>
                <a:lnTo>
                  <a:pt x="3198733" y="31223"/>
                </a:lnTo>
                <a:lnTo>
                  <a:pt x="3168329" y="34195"/>
                </a:lnTo>
                <a:lnTo>
                  <a:pt x="3137906" y="36833"/>
                </a:lnTo>
                <a:lnTo>
                  <a:pt x="3107455" y="39224"/>
                </a:lnTo>
                <a:lnTo>
                  <a:pt x="3076985" y="41396"/>
                </a:lnTo>
                <a:lnTo>
                  <a:pt x="3046505" y="43405"/>
                </a:lnTo>
                <a:lnTo>
                  <a:pt x="3016025" y="45263"/>
                </a:lnTo>
                <a:lnTo>
                  <a:pt x="2985526" y="46987"/>
                </a:lnTo>
                <a:lnTo>
                  <a:pt x="2955026" y="48606"/>
                </a:lnTo>
                <a:lnTo>
                  <a:pt x="2924518" y="50121"/>
                </a:lnTo>
                <a:lnTo>
                  <a:pt x="2894009" y="51549"/>
                </a:lnTo>
                <a:lnTo>
                  <a:pt x="2863491" y="52892"/>
                </a:lnTo>
                <a:lnTo>
                  <a:pt x="2832973" y="54169"/>
                </a:lnTo>
                <a:lnTo>
                  <a:pt x="2802455" y="55369"/>
                </a:lnTo>
                <a:lnTo>
                  <a:pt x="2771927" y="56512"/>
                </a:lnTo>
                <a:lnTo>
                  <a:pt x="2741409" y="57588"/>
                </a:lnTo>
                <a:lnTo>
                  <a:pt x="2710882" y="58617"/>
                </a:lnTo>
                <a:lnTo>
                  <a:pt x="2680354" y="59598"/>
                </a:lnTo>
                <a:lnTo>
                  <a:pt x="2649817" y="60522"/>
                </a:lnTo>
                <a:lnTo>
                  <a:pt x="2619289" y="61408"/>
                </a:lnTo>
                <a:lnTo>
                  <a:pt x="2588752" y="62246"/>
                </a:lnTo>
                <a:lnTo>
                  <a:pt x="2558225" y="63046"/>
                </a:lnTo>
                <a:lnTo>
                  <a:pt x="2527687" y="63808"/>
                </a:lnTo>
                <a:lnTo>
                  <a:pt x="2497150" y="64522"/>
                </a:lnTo>
                <a:lnTo>
                  <a:pt x="2466613" y="65208"/>
                </a:lnTo>
                <a:lnTo>
                  <a:pt x="2436076" y="65856"/>
                </a:lnTo>
                <a:lnTo>
                  <a:pt x="2405539" y="66475"/>
                </a:lnTo>
                <a:lnTo>
                  <a:pt x="2375002" y="67066"/>
                </a:lnTo>
                <a:lnTo>
                  <a:pt x="2344464" y="67618"/>
                </a:lnTo>
                <a:lnTo>
                  <a:pt x="2313918" y="68151"/>
                </a:lnTo>
                <a:lnTo>
                  <a:pt x="2283381" y="68647"/>
                </a:lnTo>
                <a:lnTo>
                  <a:pt x="2252843" y="69104"/>
                </a:lnTo>
                <a:lnTo>
                  <a:pt x="2222297" y="69552"/>
                </a:lnTo>
                <a:lnTo>
                  <a:pt x="2191760" y="69961"/>
                </a:lnTo>
                <a:lnTo>
                  <a:pt x="2161213" y="70352"/>
                </a:lnTo>
                <a:lnTo>
                  <a:pt x="2130676" y="70714"/>
                </a:lnTo>
                <a:lnTo>
                  <a:pt x="2100129" y="71047"/>
                </a:lnTo>
                <a:lnTo>
                  <a:pt x="2069592" y="71352"/>
                </a:lnTo>
                <a:lnTo>
                  <a:pt x="2039045" y="71638"/>
                </a:lnTo>
                <a:lnTo>
                  <a:pt x="2008499" y="71904"/>
                </a:lnTo>
                <a:lnTo>
                  <a:pt x="1977962" y="72152"/>
                </a:lnTo>
                <a:lnTo>
                  <a:pt x="1947415" y="72361"/>
                </a:lnTo>
                <a:lnTo>
                  <a:pt x="1916868" y="72552"/>
                </a:lnTo>
                <a:lnTo>
                  <a:pt x="1886331" y="72714"/>
                </a:lnTo>
                <a:lnTo>
                  <a:pt x="1855784" y="72857"/>
                </a:lnTo>
                <a:lnTo>
                  <a:pt x="1825238" y="73000"/>
                </a:lnTo>
                <a:lnTo>
                  <a:pt x="1794691" y="73085"/>
                </a:lnTo>
                <a:lnTo>
                  <a:pt x="1764154" y="73171"/>
                </a:lnTo>
                <a:lnTo>
                  <a:pt x="1733607" y="73238"/>
                </a:lnTo>
                <a:lnTo>
                  <a:pt x="1703060" y="73266"/>
                </a:lnTo>
                <a:lnTo>
                  <a:pt x="1672514" y="73285"/>
                </a:lnTo>
                <a:lnTo>
                  <a:pt x="1641977" y="73276"/>
                </a:lnTo>
                <a:lnTo>
                  <a:pt x="1611430" y="73247"/>
                </a:lnTo>
                <a:lnTo>
                  <a:pt x="1580883" y="73200"/>
                </a:lnTo>
                <a:lnTo>
                  <a:pt x="1550337" y="73114"/>
                </a:lnTo>
                <a:lnTo>
                  <a:pt x="1519799" y="73038"/>
                </a:lnTo>
                <a:lnTo>
                  <a:pt x="1489253" y="72914"/>
                </a:lnTo>
                <a:lnTo>
                  <a:pt x="1458706" y="72771"/>
                </a:lnTo>
                <a:lnTo>
                  <a:pt x="1428159" y="72619"/>
                </a:lnTo>
                <a:lnTo>
                  <a:pt x="1397622" y="72438"/>
                </a:lnTo>
                <a:lnTo>
                  <a:pt x="1367076" y="72228"/>
                </a:lnTo>
                <a:lnTo>
                  <a:pt x="1336529" y="71999"/>
                </a:lnTo>
                <a:lnTo>
                  <a:pt x="1305992" y="71742"/>
                </a:lnTo>
                <a:lnTo>
                  <a:pt x="1275445" y="71466"/>
                </a:lnTo>
                <a:lnTo>
                  <a:pt x="1244908" y="71161"/>
                </a:lnTo>
                <a:lnTo>
                  <a:pt x="1214361" y="70837"/>
                </a:lnTo>
                <a:lnTo>
                  <a:pt x="1183815" y="70485"/>
                </a:lnTo>
                <a:lnTo>
                  <a:pt x="1153277" y="70104"/>
                </a:lnTo>
                <a:lnTo>
                  <a:pt x="1122731" y="69704"/>
                </a:lnTo>
                <a:lnTo>
                  <a:pt x="1092194" y="69275"/>
                </a:lnTo>
                <a:lnTo>
                  <a:pt x="1061657" y="68818"/>
                </a:lnTo>
                <a:lnTo>
                  <a:pt x="1031110" y="68332"/>
                </a:lnTo>
                <a:lnTo>
                  <a:pt x="1000573" y="67818"/>
                </a:lnTo>
                <a:lnTo>
                  <a:pt x="970036" y="67275"/>
                </a:lnTo>
                <a:lnTo>
                  <a:pt x="939498" y="66704"/>
                </a:lnTo>
                <a:lnTo>
                  <a:pt x="908952" y="66094"/>
                </a:lnTo>
                <a:lnTo>
                  <a:pt x="878415" y="65456"/>
                </a:lnTo>
                <a:lnTo>
                  <a:pt x="847877" y="64780"/>
                </a:lnTo>
                <a:lnTo>
                  <a:pt x="817340" y="64075"/>
                </a:lnTo>
                <a:lnTo>
                  <a:pt x="786813" y="63322"/>
                </a:lnTo>
                <a:lnTo>
                  <a:pt x="756275" y="62541"/>
                </a:lnTo>
                <a:lnTo>
                  <a:pt x="725738" y="61722"/>
                </a:lnTo>
                <a:lnTo>
                  <a:pt x="695211" y="60855"/>
                </a:lnTo>
                <a:lnTo>
                  <a:pt x="664683" y="59941"/>
                </a:lnTo>
                <a:lnTo>
                  <a:pt x="634146" y="58988"/>
                </a:lnTo>
                <a:lnTo>
                  <a:pt x="603618" y="57979"/>
                </a:lnTo>
                <a:lnTo>
                  <a:pt x="573100" y="56912"/>
                </a:lnTo>
                <a:lnTo>
                  <a:pt x="542573" y="55797"/>
                </a:lnTo>
                <a:lnTo>
                  <a:pt x="512054" y="54616"/>
                </a:lnTo>
                <a:lnTo>
                  <a:pt x="481536" y="53369"/>
                </a:lnTo>
                <a:lnTo>
                  <a:pt x="451018" y="52054"/>
                </a:lnTo>
                <a:lnTo>
                  <a:pt x="420500" y="50654"/>
                </a:lnTo>
                <a:lnTo>
                  <a:pt x="389992" y="49178"/>
                </a:lnTo>
                <a:lnTo>
                  <a:pt x="359493" y="47596"/>
                </a:lnTo>
                <a:lnTo>
                  <a:pt x="328994" y="45911"/>
                </a:lnTo>
                <a:lnTo>
                  <a:pt x="298504" y="44110"/>
                </a:lnTo>
                <a:lnTo>
                  <a:pt x="268024" y="42158"/>
                </a:lnTo>
                <a:lnTo>
                  <a:pt x="237554" y="40043"/>
                </a:lnTo>
                <a:lnTo>
                  <a:pt x="207093" y="37748"/>
                </a:lnTo>
                <a:lnTo>
                  <a:pt x="176651" y="35204"/>
                </a:lnTo>
                <a:lnTo>
                  <a:pt x="146247" y="32366"/>
                </a:lnTo>
                <a:lnTo>
                  <a:pt x="115872" y="29127"/>
                </a:lnTo>
                <a:lnTo>
                  <a:pt x="85563" y="25337"/>
                </a:lnTo>
                <a:lnTo>
                  <a:pt x="55378" y="20679"/>
                </a:lnTo>
                <a:lnTo>
                  <a:pt x="25517" y="14297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34" name="funnel-step-cap-0">
            <a:extLst xmlns:a="http://schemas.openxmlformats.org/drawingml/2006/main">
              <a:ext uri="{FF2B5EF4-FFF2-40B4-BE49-F238E27FC236}">
                <a16:creationId xmlns:a16="http://schemas.microsoft.com/office/drawing/2014/main" id="{C782124F-CB9D-47FA-80CE-B77C34A6E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52750" y="2410358"/>
            <a:ext cx="3333750" cy="2084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35" name="funnel-step-body-1">
            <a:extLst xmlns:a="http://schemas.openxmlformats.org/drawingml/2006/main">
              <a:ext uri="{FF2B5EF4-FFF2-40B4-BE49-F238E27FC236}">
                <a16:creationId xmlns:a16="http://schemas.microsoft.com/office/drawing/2014/main" id="{1DA576D4-0F05-49F7-B9FD-D596A9918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281077" y="3242310"/>
            <a:ext cx="2676249" cy="627078"/>
          </a:xfrm>
          <a:custGeom xmlns:a="http://schemas.openxmlformats.org/drawingml/2006/main">
            <a:pathLst>
              <a:path w="2676249" h="627078">
                <a:moveTo>
                  <a:pt x="0" y="0"/>
                </a:moveTo>
                <a:lnTo>
                  <a:pt x="10516" y="23165"/>
                </a:lnTo>
                <a:lnTo>
                  <a:pt x="21022" y="46330"/>
                </a:lnTo>
                <a:lnTo>
                  <a:pt x="31537" y="69494"/>
                </a:lnTo>
                <a:lnTo>
                  <a:pt x="42043" y="92659"/>
                </a:lnTo>
                <a:lnTo>
                  <a:pt x="52559" y="115824"/>
                </a:lnTo>
                <a:lnTo>
                  <a:pt x="63065" y="138998"/>
                </a:lnTo>
                <a:lnTo>
                  <a:pt x="73581" y="162163"/>
                </a:lnTo>
                <a:lnTo>
                  <a:pt x="84087" y="185328"/>
                </a:lnTo>
                <a:lnTo>
                  <a:pt x="94602" y="208493"/>
                </a:lnTo>
                <a:lnTo>
                  <a:pt x="105108" y="231658"/>
                </a:lnTo>
                <a:lnTo>
                  <a:pt x="115624" y="254822"/>
                </a:lnTo>
                <a:lnTo>
                  <a:pt x="126130" y="277987"/>
                </a:lnTo>
                <a:lnTo>
                  <a:pt x="136646" y="301152"/>
                </a:lnTo>
                <a:lnTo>
                  <a:pt x="147152" y="324317"/>
                </a:lnTo>
                <a:lnTo>
                  <a:pt x="157667" y="347482"/>
                </a:lnTo>
                <a:lnTo>
                  <a:pt x="168173" y="370656"/>
                </a:lnTo>
                <a:lnTo>
                  <a:pt x="178689" y="393821"/>
                </a:lnTo>
                <a:lnTo>
                  <a:pt x="189195" y="416985"/>
                </a:lnTo>
                <a:lnTo>
                  <a:pt x="199711" y="440150"/>
                </a:lnTo>
                <a:lnTo>
                  <a:pt x="210217" y="463315"/>
                </a:lnTo>
                <a:lnTo>
                  <a:pt x="220732" y="486480"/>
                </a:lnTo>
                <a:lnTo>
                  <a:pt x="231238" y="509645"/>
                </a:lnTo>
                <a:lnTo>
                  <a:pt x="241754" y="532809"/>
                </a:lnTo>
                <a:lnTo>
                  <a:pt x="251698" y="556146"/>
                </a:lnTo>
                <a:lnTo>
                  <a:pt x="272405" y="569814"/>
                </a:lnTo>
                <a:lnTo>
                  <a:pt x="296847" y="576853"/>
                </a:lnTo>
                <a:lnTo>
                  <a:pt x="321755" y="581997"/>
                </a:lnTo>
                <a:lnTo>
                  <a:pt x="346843" y="586169"/>
                </a:lnTo>
                <a:lnTo>
                  <a:pt x="372037" y="589721"/>
                </a:lnTo>
                <a:lnTo>
                  <a:pt x="397278" y="592817"/>
                </a:lnTo>
                <a:lnTo>
                  <a:pt x="422567" y="595579"/>
                </a:lnTo>
                <a:lnTo>
                  <a:pt x="447885" y="598065"/>
                </a:lnTo>
                <a:lnTo>
                  <a:pt x="473221" y="600332"/>
                </a:lnTo>
                <a:lnTo>
                  <a:pt x="498577" y="602409"/>
                </a:lnTo>
                <a:lnTo>
                  <a:pt x="523942" y="604323"/>
                </a:lnTo>
                <a:lnTo>
                  <a:pt x="549326" y="606095"/>
                </a:lnTo>
                <a:lnTo>
                  <a:pt x="574710" y="607752"/>
                </a:lnTo>
                <a:lnTo>
                  <a:pt x="600104" y="609286"/>
                </a:lnTo>
                <a:lnTo>
                  <a:pt x="625497" y="610724"/>
                </a:lnTo>
                <a:lnTo>
                  <a:pt x="650900" y="612067"/>
                </a:lnTo>
                <a:lnTo>
                  <a:pt x="676313" y="613324"/>
                </a:lnTo>
                <a:lnTo>
                  <a:pt x="701726" y="614496"/>
                </a:lnTo>
                <a:lnTo>
                  <a:pt x="727139" y="615610"/>
                </a:lnTo>
                <a:lnTo>
                  <a:pt x="752551" y="616649"/>
                </a:lnTo>
                <a:lnTo>
                  <a:pt x="777973" y="617620"/>
                </a:lnTo>
                <a:lnTo>
                  <a:pt x="803396" y="618534"/>
                </a:lnTo>
                <a:lnTo>
                  <a:pt x="828818" y="619382"/>
                </a:lnTo>
                <a:lnTo>
                  <a:pt x="854250" y="620182"/>
                </a:lnTo>
                <a:lnTo>
                  <a:pt x="879672" y="620935"/>
                </a:lnTo>
                <a:lnTo>
                  <a:pt x="905104" y="621630"/>
                </a:lnTo>
                <a:lnTo>
                  <a:pt x="930535" y="622278"/>
                </a:lnTo>
                <a:lnTo>
                  <a:pt x="955967" y="622887"/>
                </a:lnTo>
                <a:lnTo>
                  <a:pt x="981399" y="623440"/>
                </a:lnTo>
                <a:lnTo>
                  <a:pt x="1006831" y="623954"/>
                </a:lnTo>
                <a:lnTo>
                  <a:pt x="1032262" y="624430"/>
                </a:lnTo>
                <a:lnTo>
                  <a:pt x="1057704" y="624859"/>
                </a:lnTo>
                <a:lnTo>
                  <a:pt x="1083135" y="625250"/>
                </a:lnTo>
                <a:lnTo>
                  <a:pt x="1108577" y="625602"/>
                </a:lnTo>
                <a:lnTo>
                  <a:pt x="1134008" y="625916"/>
                </a:lnTo>
                <a:lnTo>
                  <a:pt x="1159450" y="626183"/>
                </a:lnTo>
                <a:lnTo>
                  <a:pt x="1184881" y="626421"/>
                </a:lnTo>
                <a:lnTo>
                  <a:pt x="1210323" y="626621"/>
                </a:lnTo>
                <a:lnTo>
                  <a:pt x="1235764" y="626783"/>
                </a:lnTo>
                <a:lnTo>
                  <a:pt x="1261205" y="626916"/>
                </a:lnTo>
                <a:lnTo>
                  <a:pt x="1286637" y="627002"/>
                </a:lnTo>
                <a:lnTo>
                  <a:pt x="1312078" y="627059"/>
                </a:lnTo>
                <a:lnTo>
                  <a:pt x="1337520" y="627078"/>
                </a:lnTo>
                <a:lnTo>
                  <a:pt x="1362951" y="627059"/>
                </a:lnTo>
                <a:lnTo>
                  <a:pt x="1388393" y="627012"/>
                </a:lnTo>
                <a:lnTo>
                  <a:pt x="1413834" y="626926"/>
                </a:lnTo>
                <a:lnTo>
                  <a:pt x="1439275" y="626802"/>
                </a:lnTo>
                <a:lnTo>
                  <a:pt x="1464707" y="626640"/>
                </a:lnTo>
                <a:lnTo>
                  <a:pt x="1490148" y="626440"/>
                </a:lnTo>
                <a:lnTo>
                  <a:pt x="1515589" y="626212"/>
                </a:lnTo>
                <a:lnTo>
                  <a:pt x="1541021" y="625935"/>
                </a:lnTo>
                <a:lnTo>
                  <a:pt x="1566462" y="625631"/>
                </a:lnTo>
                <a:lnTo>
                  <a:pt x="1591894" y="625278"/>
                </a:lnTo>
                <a:lnTo>
                  <a:pt x="1617335" y="624897"/>
                </a:lnTo>
                <a:lnTo>
                  <a:pt x="1642767" y="624469"/>
                </a:lnTo>
                <a:lnTo>
                  <a:pt x="1668199" y="623992"/>
                </a:lnTo>
                <a:lnTo>
                  <a:pt x="1693640" y="623487"/>
                </a:lnTo>
                <a:lnTo>
                  <a:pt x="1719072" y="622935"/>
                </a:lnTo>
                <a:lnTo>
                  <a:pt x="1744504" y="622335"/>
                </a:lnTo>
                <a:lnTo>
                  <a:pt x="1769936" y="621687"/>
                </a:lnTo>
                <a:lnTo>
                  <a:pt x="1795358" y="620992"/>
                </a:lnTo>
                <a:lnTo>
                  <a:pt x="1820789" y="620249"/>
                </a:lnTo>
                <a:lnTo>
                  <a:pt x="1846212" y="619449"/>
                </a:lnTo>
                <a:lnTo>
                  <a:pt x="1871643" y="618601"/>
                </a:lnTo>
                <a:lnTo>
                  <a:pt x="1897066" y="617696"/>
                </a:lnTo>
                <a:lnTo>
                  <a:pt x="1922478" y="616734"/>
                </a:lnTo>
                <a:lnTo>
                  <a:pt x="1947901" y="615696"/>
                </a:lnTo>
                <a:lnTo>
                  <a:pt x="1973313" y="614591"/>
                </a:lnTo>
                <a:lnTo>
                  <a:pt x="1998726" y="613420"/>
                </a:lnTo>
                <a:lnTo>
                  <a:pt x="2024139" y="612172"/>
                </a:lnTo>
                <a:lnTo>
                  <a:pt x="2049542" y="610838"/>
                </a:lnTo>
                <a:lnTo>
                  <a:pt x="2074936" y="609400"/>
                </a:lnTo>
                <a:lnTo>
                  <a:pt x="2100329" y="607876"/>
                </a:lnTo>
                <a:lnTo>
                  <a:pt x="2125713" y="606238"/>
                </a:lnTo>
                <a:lnTo>
                  <a:pt x="2151097" y="604466"/>
                </a:lnTo>
                <a:lnTo>
                  <a:pt x="2176463" y="602571"/>
                </a:lnTo>
                <a:lnTo>
                  <a:pt x="2201818" y="600513"/>
                </a:lnTo>
                <a:lnTo>
                  <a:pt x="2227155" y="598256"/>
                </a:lnTo>
                <a:lnTo>
                  <a:pt x="2252472" y="595789"/>
                </a:lnTo>
                <a:lnTo>
                  <a:pt x="2277761" y="593055"/>
                </a:lnTo>
                <a:lnTo>
                  <a:pt x="2303021" y="589988"/>
                </a:lnTo>
                <a:lnTo>
                  <a:pt x="2328215" y="586483"/>
                </a:lnTo>
                <a:lnTo>
                  <a:pt x="2353313" y="582368"/>
                </a:lnTo>
                <a:lnTo>
                  <a:pt x="2378250" y="577320"/>
                </a:lnTo>
                <a:lnTo>
                  <a:pt x="2402748" y="570509"/>
                </a:lnTo>
                <a:lnTo>
                  <a:pt x="2424465" y="557975"/>
                </a:lnTo>
                <a:lnTo>
                  <a:pt x="2434495" y="534686"/>
                </a:lnTo>
                <a:lnTo>
                  <a:pt x="2445001" y="511521"/>
                </a:lnTo>
                <a:lnTo>
                  <a:pt x="2455516" y="488356"/>
                </a:lnTo>
                <a:lnTo>
                  <a:pt x="2466023" y="465191"/>
                </a:lnTo>
                <a:lnTo>
                  <a:pt x="2476538" y="442027"/>
                </a:lnTo>
                <a:lnTo>
                  <a:pt x="2487044" y="418862"/>
                </a:lnTo>
                <a:lnTo>
                  <a:pt x="2497560" y="395697"/>
                </a:lnTo>
                <a:lnTo>
                  <a:pt x="2508066" y="372532"/>
                </a:lnTo>
                <a:lnTo>
                  <a:pt x="2518581" y="349367"/>
                </a:lnTo>
                <a:lnTo>
                  <a:pt x="2529088" y="326203"/>
                </a:lnTo>
                <a:lnTo>
                  <a:pt x="2539603" y="303028"/>
                </a:lnTo>
                <a:lnTo>
                  <a:pt x="2550109" y="279864"/>
                </a:lnTo>
                <a:lnTo>
                  <a:pt x="2560625" y="256699"/>
                </a:lnTo>
                <a:lnTo>
                  <a:pt x="2571131" y="233534"/>
                </a:lnTo>
                <a:lnTo>
                  <a:pt x="2581646" y="210369"/>
                </a:lnTo>
                <a:lnTo>
                  <a:pt x="2592153" y="187204"/>
                </a:lnTo>
                <a:lnTo>
                  <a:pt x="2602668" y="164040"/>
                </a:lnTo>
                <a:lnTo>
                  <a:pt x="2613174" y="140875"/>
                </a:lnTo>
                <a:lnTo>
                  <a:pt x="2623690" y="117710"/>
                </a:lnTo>
                <a:lnTo>
                  <a:pt x="2634196" y="94545"/>
                </a:lnTo>
                <a:lnTo>
                  <a:pt x="2644712" y="71371"/>
                </a:lnTo>
                <a:lnTo>
                  <a:pt x="2655227" y="48206"/>
                </a:lnTo>
                <a:lnTo>
                  <a:pt x="2665733" y="25041"/>
                </a:lnTo>
                <a:lnTo>
                  <a:pt x="2676249" y="1876"/>
                </a:lnTo>
                <a:lnTo>
                  <a:pt x="2659266" y="13364"/>
                </a:lnTo>
                <a:lnTo>
                  <a:pt x="2634777" y="20203"/>
                </a:lnTo>
                <a:lnTo>
                  <a:pt x="2609821" y="25098"/>
                </a:lnTo>
                <a:lnTo>
                  <a:pt x="2584685" y="29042"/>
                </a:lnTo>
                <a:lnTo>
                  <a:pt x="2559472" y="32385"/>
                </a:lnTo>
                <a:lnTo>
                  <a:pt x="2534202" y="35319"/>
                </a:lnTo>
                <a:lnTo>
                  <a:pt x="2508895" y="37929"/>
                </a:lnTo>
                <a:lnTo>
                  <a:pt x="2483568" y="40300"/>
                </a:lnTo>
                <a:lnTo>
                  <a:pt x="2458222" y="42462"/>
                </a:lnTo>
                <a:lnTo>
                  <a:pt x="2432866" y="44453"/>
                </a:lnTo>
                <a:lnTo>
                  <a:pt x="2407491" y="46292"/>
                </a:lnTo>
                <a:lnTo>
                  <a:pt x="2382107" y="48006"/>
                </a:lnTo>
                <a:lnTo>
                  <a:pt x="2356723" y="49616"/>
                </a:lnTo>
                <a:lnTo>
                  <a:pt x="2331329" y="51130"/>
                </a:lnTo>
                <a:lnTo>
                  <a:pt x="2305926" y="52549"/>
                </a:lnTo>
                <a:lnTo>
                  <a:pt x="2280523" y="53883"/>
                </a:lnTo>
                <a:lnTo>
                  <a:pt x="2255120" y="55150"/>
                </a:lnTo>
                <a:lnTo>
                  <a:pt x="2229707" y="56340"/>
                </a:lnTo>
                <a:lnTo>
                  <a:pt x="2204295" y="57464"/>
                </a:lnTo>
                <a:lnTo>
                  <a:pt x="2178872" y="58541"/>
                </a:lnTo>
                <a:lnTo>
                  <a:pt x="2153460" y="59550"/>
                </a:lnTo>
                <a:lnTo>
                  <a:pt x="2128037" y="60512"/>
                </a:lnTo>
                <a:lnTo>
                  <a:pt x="2102615" y="61436"/>
                </a:lnTo>
                <a:lnTo>
                  <a:pt x="2077193" y="62303"/>
                </a:lnTo>
                <a:lnTo>
                  <a:pt x="2051761" y="63122"/>
                </a:lnTo>
                <a:lnTo>
                  <a:pt x="2026339" y="63913"/>
                </a:lnTo>
                <a:lnTo>
                  <a:pt x="2000907" y="64656"/>
                </a:lnTo>
                <a:lnTo>
                  <a:pt x="1975485" y="65351"/>
                </a:lnTo>
                <a:lnTo>
                  <a:pt x="1950053" y="66018"/>
                </a:lnTo>
                <a:lnTo>
                  <a:pt x="1924622" y="66646"/>
                </a:lnTo>
                <a:lnTo>
                  <a:pt x="1899190" y="67247"/>
                </a:lnTo>
                <a:lnTo>
                  <a:pt x="1873758" y="67808"/>
                </a:lnTo>
                <a:lnTo>
                  <a:pt x="1848326" y="68342"/>
                </a:lnTo>
                <a:lnTo>
                  <a:pt x="1822885" y="68847"/>
                </a:lnTo>
                <a:lnTo>
                  <a:pt x="1797453" y="69323"/>
                </a:lnTo>
                <a:lnTo>
                  <a:pt x="1772021" y="69761"/>
                </a:lnTo>
                <a:lnTo>
                  <a:pt x="1746580" y="70180"/>
                </a:lnTo>
                <a:lnTo>
                  <a:pt x="1721148" y="70561"/>
                </a:lnTo>
                <a:lnTo>
                  <a:pt x="1695707" y="70923"/>
                </a:lnTo>
                <a:lnTo>
                  <a:pt x="1670275" y="71257"/>
                </a:lnTo>
                <a:lnTo>
                  <a:pt x="1644834" y="71561"/>
                </a:lnTo>
                <a:lnTo>
                  <a:pt x="1619402" y="71838"/>
                </a:lnTo>
                <a:lnTo>
                  <a:pt x="1593961" y="72095"/>
                </a:lnTo>
                <a:lnTo>
                  <a:pt x="1568529" y="72323"/>
                </a:lnTo>
                <a:lnTo>
                  <a:pt x="1543088" y="72523"/>
                </a:lnTo>
                <a:lnTo>
                  <a:pt x="1517647" y="72704"/>
                </a:lnTo>
                <a:lnTo>
                  <a:pt x="1492215" y="72866"/>
                </a:lnTo>
                <a:lnTo>
                  <a:pt x="1466774" y="72990"/>
                </a:lnTo>
                <a:lnTo>
                  <a:pt x="1441333" y="73095"/>
                </a:lnTo>
                <a:lnTo>
                  <a:pt x="1415891" y="73181"/>
                </a:lnTo>
                <a:lnTo>
                  <a:pt x="1390460" y="73238"/>
                </a:lnTo>
                <a:lnTo>
                  <a:pt x="1365018" y="73276"/>
                </a:lnTo>
                <a:lnTo>
                  <a:pt x="1339577" y="73295"/>
                </a:lnTo>
                <a:lnTo>
                  <a:pt x="1314136" y="73285"/>
                </a:lnTo>
                <a:lnTo>
                  <a:pt x="1288704" y="73247"/>
                </a:lnTo>
                <a:lnTo>
                  <a:pt x="1263263" y="73190"/>
                </a:lnTo>
                <a:lnTo>
                  <a:pt x="1237821" y="73104"/>
                </a:lnTo>
                <a:lnTo>
                  <a:pt x="1212390" y="73009"/>
                </a:lnTo>
                <a:lnTo>
                  <a:pt x="1186948" y="72876"/>
                </a:lnTo>
                <a:lnTo>
                  <a:pt x="1161507" y="72714"/>
                </a:lnTo>
                <a:lnTo>
                  <a:pt x="1136066" y="72542"/>
                </a:lnTo>
                <a:lnTo>
                  <a:pt x="1110634" y="72342"/>
                </a:lnTo>
                <a:lnTo>
                  <a:pt x="1085193" y="72114"/>
                </a:lnTo>
                <a:lnTo>
                  <a:pt x="1059752" y="71866"/>
                </a:lnTo>
                <a:lnTo>
                  <a:pt x="1034320" y="71580"/>
                </a:lnTo>
                <a:lnTo>
                  <a:pt x="1008878" y="71276"/>
                </a:lnTo>
                <a:lnTo>
                  <a:pt x="983447" y="70952"/>
                </a:lnTo>
                <a:lnTo>
                  <a:pt x="958005" y="70590"/>
                </a:lnTo>
                <a:lnTo>
                  <a:pt x="932574" y="70209"/>
                </a:lnTo>
                <a:lnTo>
                  <a:pt x="907142" y="69799"/>
                </a:lnTo>
                <a:lnTo>
                  <a:pt x="881701" y="69361"/>
                </a:lnTo>
                <a:lnTo>
                  <a:pt x="856269" y="68885"/>
                </a:lnTo>
                <a:lnTo>
                  <a:pt x="830837" y="68390"/>
                </a:lnTo>
                <a:lnTo>
                  <a:pt x="805405" y="67856"/>
                </a:lnTo>
                <a:lnTo>
                  <a:pt x="779964" y="67294"/>
                </a:lnTo>
                <a:lnTo>
                  <a:pt x="754532" y="66704"/>
                </a:lnTo>
                <a:lnTo>
                  <a:pt x="729101" y="66075"/>
                </a:lnTo>
                <a:lnTo>
                  <a:pt x="703678" y="65408"/>
                </a:lnTo>
                <a:lnTo>
                  <a:pt x="678247" y="64713"/>
                </a:lnTo>
                <a:lnTo>
                  <a:pt x="652815" y="63970"/>
                </a:lnTo>
                <a:lnTo>
                  <a:pt x="627393" y="63189"/>
                </a:lnTo>
                <a:lnTo>
                  <a:pt x="601970" y="62370"/>
                </a:lnTo>
                <a:lnTo>
                  <a:pt x="576539" y="61503"/>
                </a:lnTo>
                <a:lnTo>
                  <a:pt x="551117" y="60589"/>
                </a:lnTo>
                <a:lnTo>
                  <a:pt x="525694" y="59636"/>
                </a:lnTo>
                <a:lnTo>
                  <a:pt x="500282" y="58617"/>
                </a:lnTo>
                <a:lnTo>
                  <a:pt x="474859" y="57560"/>
                </a:lnTo>
                <a:lnTo>
                  <a:pt x="449447" y="56426"/>
                </a:lnTo>
                <a:lnTo>
                  <a:pt x="424034" y="55245"/>
                </a:lnTo>
                <a:lnTo>
                  <a:pt x="398631" y="53988"/>
                </a:lnTo>
                <a:lnTo>
                  <a:pt x="373228" y="52664"/>
                </a:lnTo>
                <a:lnTo>
                  <a:pt x="347824" y="51245"/>
                </a:lnTo>
                <a:lnTo>
                  <a:pt x="322431" y="49740"/>
                </a:lnTo>
                <a:lnTo>
                  <a:pt x="297047" y="48139"/>
                </a:lnTo>
                <a:lnTo>
                  <a:pt x="271663" y="46444"/>
                </a:lnTo>
                <a:lnTo>
                  <a:pt x="246288" y="44606"/>
                </a:lnTo>
                <a:lnTo>
                  <a:pt x="220932" y="42624"/>
                </a:lnTo>
                <a:lnTo>
                  <a:pt x="195577" y="40481"/>
                </a:lnTo>
                <a:lnTo>
                  <a:pt x="170250" y="38129"/>
                </a:lnTo>
                <a:lnTo>
                  <a:pt x="144942" y="35538"/>
                </a:lnTo>
                <a:lnTo>
                  <a:pt x="119672" y="32633"/>
                </a:lnTo>
                <a:lnTo>
                  <a:pt x="94450" y="29327"/>
                </a:lnTo>
                <a:lnTo>
                  <a:pt x="69313" y="25451"/>
                </a:lnTo>
                <a:lnTo>
                  <a:pt x="44329" y="20650"/>
                </a:lnTo>
                <a:lnTo>
                  <a:pt x="19774" y="14049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36" name="funnel-step-cap-1">
            <a:extLst xmlns:a="http://schemas.openxmlformats.org/drawingml/2006/main">
              <a:ext uri="{FF2B5EF4-FFF2-40B4-BE49-F238E27FC236}">
                <a16:creationId xmlns:a16="http://schemas.microsoft.com/office/drawing/2014/main" id="{B3A99557-BCEE-48B8-9A18-9E1A5B018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281067" y="3138068"/>
            <a:ext cx="2677106" cy="2084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37" name="funnel-step-body-2">
            <a:extLst xmlns:a="http://schemas.openxmlformats.org/drawingml/2006/main">
              <a:ext uri="{FF2B5EF4-FFF2-40B4-BE49-F238E27FC236}">
                <a16:creationId xmlns:a16="http://schemas.microsoft.com/office/drawing/2014/main" id="{566DDA57-52A2-486A-A8D3-8873E17CA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532346" y="3970020"/>
            <a:ext cx="2171271" cy="627069"/>
          </a:xfrm>
          <a:custGeom xmlns:a="http://schemas.openxmlformats.org/drawingml/2006/main">
            <a:pathLst>
              <a:path w="2171271" h="627069">
                <a:moveTo>
                  <a:pt x="0" y="0"/>
                </a:moveTo>
                <a:lnTo>
                  <a:pt x="8163" y="19774"/>
                </a:lnTo>
                <a:lnTo>
                  <a:pt x="16326" y="39548"/>
                </a:lnTo>
                <a:lnTo>
                  <a:pt x="24489" y="59312"/>
                </a:lnTo>
                <a:lnTo>
                  <a:pt x="32652" y="79086"/>
                </a:lnTo>
                <a:lnTo>
                  <a:pt x="40805" y="98860"/>
                </a:lnTo>
                <a:lnTo>
                  <a:pt x="48968" y="118634"/>
                </a:lnTo>
                <a:lnTo>
                  <a:pt x="57131" y="138408"/>
                </a:lnTo>
                <a:lnTo>
                  <a:pt x="65294" y="158182"/>
                </a:lnTo>
                <a:lnTo>
                  <a:pt x="73457" y="177946"/>
                </a:lnTo>
                <a:lnTo>
                  <a:pt x="81620" y="197720"/>
                </a:lnTo>
                <a:lnTo>
                  <a:pt x="89783" y="217494"/>
                </a:lnTo>
                <a:lnTo>
                  <a:pt x="97946" y="237268"/>
                </a:lnTo>
                <a:lnTo>
                  <a:pt x="106109" y="257042"/>
                </a:lnTo>
                <a:lnTo>
                  <a:pt x="114271" y="276816"/>
                </a:lnTo>
                <a:lnTo>
                  <a:pt x="122425" y="296580"/>
                </a:lnTo>
                <a:lnTo>
                  <a:pt x="130588" y="316354"/>
                </a:lnTo>
                <a:lnTo>
                  <a:pt x="138751" y="336128"/>
                </a:lnTo>
                <a:lnTo>
                  <a:pt x="146914" y="355902"/>
                </a:lnTo>
                <a:lnTo>
                  <a:pt x="155077" y="375676"/>
                </a:lnTo>
                <a:lnTo>
                  <a:pt x="163239" y="395449"/>
                </a:lnTo>
                <a:lnTo>
                  <a:pt x="171402" y="415214"/>
                </a:lnTo>
                <a:lnTo>
                  <a:pt x="179565" y="434988"/>
                </a:lnTo>
                <a:lnTo>
                  <a:pt x="187728" y="454762"/>
                </a:lnTo>
                <a:lnTo>
                  <a:pt x="195882" y="474536"/>
                </a:lnTo>
                <a:lnTo>
                  <a:pt x="204045" y="494309"/>
                </a:lnTo>
                <a:lnTo>
                  <a:pt x="212207" y="514083"/>
                </a:lnTo>
                <a:lnTo>
                  <a:pt x="220370" y="533848"/>
                </a:lnTo>
                <a:lnTo>
                  <a:pt x="228533" y="553622"/>
                </a:lnTo>
                <a:lnTo>
                  <a:pt x="242526" y="568481"/>
                </a:lnTo>
                <a:lnTo>
                  <a:pt x="262452" y="576196"/>
                </a:lnTo>
                <a:lnTo>
                  <a:pt x="283112" y="581730"/>
                </a:lnTo>
                <a:lnTo>
                  <a:pt x="304038" y="586169"/>
                </a:lnTo>
                <a:lnTo>
                  <a:pt x="325098" y="589902"/>
                </a:lnTo>
                <a:lnTo>
                  <a:pt x="346234" y="593160"/>
                </a:lnTo>
                <a:lnTo>
                  <a:pt x="367436" y="596036"/>
                </a:lnTo>
                <a:lnTo>
                  <a:pt x="388668" y="598627"/>
                </a:lnTo>
                <a:lnTo>
                  <a:pt x="409927" y="600980"/>
                </a:lnTo>
                <a:lnTo>
                  <a:pt x="431206" y="603123"/>
                </a:lnTo>
                <a:lnTo>
                  <a:pt x="452504" y="605104"/>
                </a:lnTo>
                <a:lnTo>
                  <a:pt x="473821" y="606923"/>
                </a:lnTo>
                <a:lnTo>
                  <a:pt x="495148" y="608619"/>
                </a:lnTo>
                <a:lnTo>
                  <a:pt x="516474" y="610181"/>
                </a:lnTo>
                <a:lnTo>
                  <a:pt x="537820" y="611648"/>
                </a:lnTo>
                <a:lnTo>
                  <a:pt x="559165" y="613010"/>
                </a:lnTo>
                <a:lnTo>
                  <a:pt x="580520" y="614286"/>
                </a:lnTo>
                <a:lnTo>
                  <a:pt x="601875" y="615467"/>
                </a:lnTo>
                <a:lnTo>
                  <a:pt x="623240" y="616582"/>
                </a:lnTo>
                <a:lnTo>
                  <a:pt x="644604" y="617630"/>
                </a:lnTo>
                <a:lnTo>
                  <a:pt x="665969" y="618592"/>
                </a:lnTo>
                <a:lnTo>
                  <a:pt x="687343" y="619496"/>
                </a:lnTo>
                <a:lnTo>
                  <a:pt x="708717" y="620335"/>
                </a:lnTo>
                <a:lnTo>
                  <a:pt x="730091" y="621116"/>
                </a:lnTo>
                <a:lnTo>
                  <a:pt x="751475" y="621849"/>
                </a:lnTo>
                <a:lnTo>
                  <a:pt x="772849" y="622525"/>
                </a:lnTo>
                <a:lnTo>
                  <a:pt x="794233" y="623145"/>
                </a:lnTo>
                <a:lnTo>
                  <a:pt x="815616" y="623716"/>
                </a:lnTo>
                <a:lnTo>
                  <a:pt x="837000" y="624230"/>
                </a:lnTo>
                <a:lnTo>
                  <a:pt x="858383" y="624707"/>
                </a:lnTo>
                <a:lnTo>
                  <a:pt x="879777" y="625135"/>
                </a:lnTo>
                <a:lnTo>
                  <a:pt x="901160" y="625526"/>
                </a:lnTo>
                <a:lnTo>
                  <a:pt x="922544" y="625859"/>
                </a:lnTo>
                <a:lnTo>
                  <a:pt x="943937" y="626164"/>
                </a:lnTo>
                <a:lnTo>
                  <a:pt x="965321" y="626412"/>
                </a:lnTo>
                <a:lnTo>
                  <a:pt x="986714" y="626631"/>
                </a:lnTo>
                <a:lnTo>
                  <a:pt x="1008107" y="626802"/>
                </a:lnTo>
                <a:lnTo>
                  <a:pt x="1029491" y="626926"/>
                </a:lnTo>
                <a:lnTo>
                  <a:pt x="1050884" y="627021"/>
                </a:lnTo>
                <a:lnTo>
                  <a:pt x="1072277" y="627069"/>
                </a:lnTo>
                <a:lnTo>
                  <a:pt x="1093670" y="627069"/>
                </a:lnTo>
                <a:lnTo>
                  <a:pt x="1115054" y="627040"/>
                </a:lnTo>
                <a:lnTo>
                  <a:pt x="1136447" y="626964"/>
                </a:lnTo>
                <a:lnTo>
                  <a:pt x="1157840" y="626850"/>
                </a:lnTo>
                <a:lnTo>
                  <a:pt x="1179224" y="626697"/>
                </a:lnTo>
                <a:lnTo>
                  <a:pt x="1200617" y="626507"/>
                </a:lnTo>
                <a:lnTo>
                  <a:pt x="1222010" y="626269"/>
                </a:lnTo>
                <a:lnTo>
                  <a:pt x="1243394" y="625993"/>
                </a:lnTo>
                <a:lnTo>
                  <a:pt x="1264787" y="625669"/>
                </a:lnTo>
                <a:lnTo>
                  <a:pt x="1286170" y="625297"/>
                </a:lnTo>
                <a:lnTo>
                  <a:pt x="1307554" y="624888"/>
                </a:lnTo>
                <a:lnTo>
                  <a:pt x="1328947" y="624430"/>
                </a:lnTo>
                <a:lnTo>
                  <a:pt x="1350331" y="623926"/>
                </a:lnTo>
                <a:lnTo>
                  <a:pt x="1371714" y="623373"/>
                </a:lnTo>
                <a:lnTo>
                  <a:pt x="1393098" y="622773"/>
                </a:lnTo>
                <a:lnTo>
                  <a:pt x="1414472" y="622125"/>
                </a:lnTo>
                <a:lnTo>
                  <a:pt x="1435856" y="621421"/>
                </a:lnTo>
                <a:lnTo>
                  <a:pt x="1457230" y="620659"/>
                </a:lnTo>
                <a:lnTo>
                  <a:pt x="1478604" y="619839"/>
                </a:lnTo>
                <a:lnTo>
                  <a:pt x="1499978" y="618963"/>
                </a:lnTo>
                <a:lnTo>
                  <a:pt x="1521352" y="618020"/>
                </a:lnTo>
                <a:lnTo>
                  <a:pt x="1542717" y="617010"/>
                </a:lnTo>
                <a:lnTo>
                  <a:pt x="1564081" y="615934"/>
                </a:lnTo>
                <a:lnTo>
                  <a:pt x="1585436" y="614772"/>
                </a:lnTo>
                <a:lnTo>
                  <a:pt x="1606791" y="613534"/>
                </a:lnTo>
                <a:lnTo>
                  <a:pt x="1628146" y="612210"/>
                </a:lnTo>
                <a:lnTo>
                  <a:pt x="1649482" y="610791"/>
                </a:lnTo>
                <a:lnTo>
                  <a:pt x="1670818" y="609257"/>
                </a:lnTo>
                <a:lnTo>
                  <a:pt x="1692145" y="607619"/>
                </a:lnTo>
                <a:lnTo>
                  <a:pt x="1713462" y="605847"/>
                </a:lnTo>
                <a:lnTo>
                  <a:pt x="1734769" y="603942"/>
                </a:lnTo>
                <a:lnTo>
                  <a:pt x="1756058" y="601866"/>
                </a:lnTo>
                <a:lnTo>
                  <a:pt x="1777327" y="599599"/>
                </a:lnTo>
                <a:lnTo>
                  <a:pt x="1798577" y="597113"/>
                </a:lnTo>
                <a:lnTo>
                  <a:pt x="1819789" y="594360"/>
                </a:lnTo>
                <a:lnTo>
                  <a:pt x="1840954" y="591264"/>
                </a:lnTo>
                <a:lnTo>
                  <a:pt x="1862052" y="587740"/>
                </a:lnTo>
                <a:lnTo>
                  <a:pt x="1883045" y="583616"/>
                </a:lnTo>
                <a:lnTo>
                  <a:pt x="1903828" y="578606"/>
                </a:lnTo>
                <a:lnTo>
                  <a:pt x="1924164" y="571995"/>
                </a:lnTo>
                <a:lnTo>
                  <a:pt x="1942490" y="561251"/>
                </a:lnTo>
                <a:lnTo>
                  <a:pt x="1950901" y="541811"/>
                </a:lnTo>
                <a:lnTo>
                  <a:pt x="1959064" y="522046"/>
                </a:lnTo>
                <a:lnTo>
                  <a:pt x="1967227" y="502272"/>
                </a:lnTo>
                <a:lnTo>
                  <a:pt x="1975380" y="482498"/>
                </a:lnTo>
                <a:lnTo>
                  <a:pt x="1983543" y="462725"/>
                </a:lnTo>
                <a:lnTo>
                  <a:pt x="1991706" y="442951"/>
                </a:lnTo>
                <a:lnTo>
                  <a:pt x="1999869" y="423177"/>
                </a:lnTo>
                <a:lnTo>
                  <a:pt x="2008032" y="403412"/>
                </a:lnTo>
                <a:lnTo>
                  <a:pt x="2016195" y="383638"/>
                </a:lnTo>
                <a:lnTo>
                  <a:pt x="2024358" y="363865"/>
                </a:lnTo>
                <a:lnTo>
                  <a:pt x="2032521" y="344091"/>
                </a:lnTo>
                <a:lnTo>
                  <a:pt x="2040684" y="324317"/>
                </a:lnTo>
                <a:lnTo>
                  <a:pt x="2048837" y="304543"/>
                </a:lnTo>
                <a:lnTo>
                  <a:pt x="2057000" y="284778"/>
                </a:lnTo>
                <a:lnTo>
                  <a:pt x="2065163" y="265005"/>
                </a:lnTo>
                <a:lnTo>
                  <a:pt x="2073326" y="245231"/>
                </a:lnTo>
                <a:lnTo>
                  <a:pt x="2081489" y="225457"/>
                </a:lnTo>
                <a:lnTo>
                  <a:pt x="2089652" y="205683"/>
                </a:lnTo>
                <a:lnTo>
                  <a:pt x="2097815" y="185918"/>
                </a:lnTo>
                <a:lnTo>
                  <a:pt x="2105978" y="166145"/>
                </a:lnTo>
                <a:lnTo>
                  <a:pt x="2114140" y="146371"/>
                </a:lnTo>
                <a:lnTo>
                  <a:pt x="2122303" y="126597"/>
                </a:lnTo>
                <a:lnTo>
                  <a:pt x="2130457" y="106823"/>
                </a:lnTo>
                <a:lnTo>
                  <a:pt x="2138620" y="87049"/>
                </a:lnTo>
                <a:lnTo>
                  <a:pt x="2146783" y="67285"/>
                </a:lnTo>
                <a:lnTo>
                  <a:pt x="2154946" y="47511"/>
                </a:lnTo>
                <a:lnTo>
                  <a:pt x="2163108" y="27737"/>
                </a:lnTo>
                <a:lnTo>
                  <a:pt x="2171271" y="7963"/>
                </a:lnTo>
                <a:lnTo>
                  <a:pt x="2167071" y="9706"/>
                </a:lnTo>
                <a:lnTo>
                  <a:pt x="2147430" y="18059"/>
                </a:lnTo>
                <a:lnTo>
                  <a:pt x="2126780" y="23584"/>
                </a:lnTo>
                <a:lnTo>
                  <a:pt x="2105825" y="27889"/>
                </a:lnTo>
                <a:lnTo>
                  <a:pt x="2084746" y="31499"/>
                </a:lnTo>
                <a:lnTo>
                  <a:pt x="2063582" y="34623"/>
                </a:lnTo>
                <a:lnTo>
                  <a:pt x="2042370" y="37386"/>
                </a:lnTo>
                <a:lnTo>
                  <a:pt x="2021129" y="39881"/>
                </a:lnTo>
                <a:lnTo>
                  <a:pt x="1999859" y="42148"/>
                </a:lnTo>
                <a:lnTo>
                  <a:pt x="1978562" y="44225"/>
                </a:lnTo>
                <a:lnTo>
                  <a:pt x="1957264" y="46149"/>
                </a:lnTo>
                <a:lnTo>
                  <a:pt x="1935947" y="47939"/>
                </a:lnTo>
                <a:lnTo>
                  <a:pt x="1914620" y="49597"/>
                </a:lnTo>
                <a:lnTo>
                  <a:pt x="1893284" y="51159"/>
                </a:lnTo>
                <a:lnTo>
                  <a:pt x="1871948" y="52626"/>
                </a:lnTo>
                <a:lnTo>
                  <a:pt x="1850603" y="53997"/>
                </a:lnTo>
                <a:lnTo>
                  <a:pt x="1829248" y="55293"/>
                </a:lnTo>
                <a:lnTo>
                  <a:pt x="1807893" y="56521"/>
                </a:lnTo>
                <a:lnTo>
                  <a:pt x="1786538" y="57674"/>
                </a:lnTo>
                <a:lnTo>
                  <a:pt x="1765173" y="58769"/>
                </a:lnTo>
                <a:lnTo>
                  <a:pt x="1743808" y="59807"/>
                </a:lnTo>
                <a:lnTo>
                  <a:pt x="1722434" y="60789"/>
                </a:lnTo>
                <a:lnTo>
                  <a:pt x="1701070" y="61722"/>
                </a:lnTo>
                <a:lnTo>
                  <a:pt x="1679696" y="62608"/>
                </a:lnTo>
                <a:lnTo>
                  <a:pt x="1658322" y="63446"/>
                </a:lnTo>
                <a:lnTo>
                  <a:pt x="1636947" y="64237"/>
                </a:lnTo>
                <a:lnTo>
                  <a:pt x="1615564" y="64980"/>
                </a:lnTo>
                <a:lnTo>
                  <a:pt x="1594190" y="65694"/>
                </a:lnTo>
                <a:lnTo>
                  <a:pt x="1572806" y="66361"/>
                </a:lnTo>
                <a:lnTo>
                  <a:pt x="1551432" y="66999"/>
                </a:lnTo>
                <a:lnTo>
                  <a:pt x="1530048" y="67599"/>
                </a:lnTo>
                <a:lnTo>
                  <a:pt x="1508665" y="68161"/>
                </a:lnTo>
                <a:lnTo>
                  <a:pt x="1487281" y="68694"/>
                </a:lnTo>
                <a:lnTo>
                  <a:pt x="1465898" y="69190"/>
                </a:lnTo>
                <a:lnTo>
                  <a:pt x="1444504" y="69656"/>
                </a:lnTo>
                <a:lnTo>
                  <a:pt x="1423121" y="70094"/>
                </a:lnTo>
                <a:lnTo>
                  <a:pt x="1401737" y="70495"/>
                </a:lnTo>
                <a:lnTo>
                  <a:pt x="1380344" y="70876"/>
                </a:lnTo>
                <a:lnTo>
                  <a:pt x="1358960" y="71218"/>
                </a:lnTo>
                <a:lnTo>
                  <a:pt x="1337567" y="71542"/>
                </a:lnTo>
                <a:lnTo>
                  <a:pt x="1316184" y="71828"/>
                </a:lnTo>
                <a:lnTo>
                  <a:pt x="1294790" y="72095"/>
                </a:lnTo>
                <a:lnTo>
                  <a:pt x="1273407" y="72323"/>
                </a:lnTo>
                <a:lnTo>
                  <a:pt x="1252014" y="72533"/>
                </a:lnTo>
                <a:lnTo>
                  <a:pt x="1230620" y="72723"/>
                </a:lnTo>
                <a:lnTo>
                  <a:pt x="1209237" y="72885"/>
                </a:lnTo>
                <a:lnTo>
                  <a:pt x="1187844" y="73019"/>
                </a:lnTo>
                <a:lnTo>
                  <a:pt x="1166451" y="73123"/>
                </a:lnTo>
                <a:lnTo>
                  <a:pt x="1145067" y="73200"/>
                </a:lnTo>
                <a:lnTo>
                  <a:pt x="1123674" y="73257"/>
                </a:lnTo>
                <a:lnTo>
                  <a:pt x="1102281" y="73285"/>
                </a:lnTo>
                <a:lnTo>
                  <a:pt x="1080887" y="73295"/>
                </a:lnTo>
                <a:lnTo>
                  <a:pt x="1059504" y="73276"/>
                </a:lnTo>
                <a:lnTo>
                  <a:pt x="1038111" y="73228"/>
                </a:lnTo>
                <a:lnTo>
                  <a:pt x="1016718" y="73152"/>
                </a:lnTo>
                <a:lnTo>
                  <a:pt x="995324" y="73057"/>
                </a:lnTo>
                <a:lnTo>
                  <a:pt x="973941" y="72933"/>
                </a:lnTo>
                <a:lnTo>
                  <a:pt x="952548" y="72790"/>
                </a:lnTo>
                <a:lnTo>
                  <a:pt x="931154" y="72619"/>
                </a:lnTo>
                <a:lnTo>
                  <a:pt x="909771" y="72419"/>
                </a:lnTo>
                <a:lnTo>
                  <a:pt x="888378" y="72190"/>
                </a:lnTo>
                <a:lnTo>
                  <a:pt x="866994" y="71933"/>
                </a:lnTo>
                <a:lnTo>
                  <a:pt x="845601" y="71657"/>
                </a:lnTo>
                <a:lnTo>
                  <a:pt x="824217" y="71352"/>
                </a:lnTo>
                <a:lnTo>
                  <a:pt x="802824" y="71018"/>
                </a:lnTo>
                <a:lnTo>
                  <a:pt x="781441" y="70656"/>
                </a:lnTo>
                <a:lnTo>
                  <a:pt x="760047" y="70266"/>
                </a:lnTo>
                <a:lnTo>
                  <a:pt x="738664" y="69837"/>
                </a:lnTo>
                <a:lnTo>
                  <a:pt x="717280" y="69380"/>
                </a:lnTo>
                <a:lnTo>
                  <a:pt x="695897" y="68894"/>
                </a:lnTo>
                <a:lnTo>
                  <a:pt x="674513" y="68380"/>
                </a:lnTo>
                <a:lnTo>
                  <a:pt x="653129" y="67828"/>
                </a:lnTo>
                <a:lnTo>
                  <a:pt x="631746" y="67247"/>
                </a:lnTo>
                <a:lnTo>
                  <a:pt x="610362" y="66627"/>
                </a:lnTo>
                <a:lnTo>
                  <a:pt x="588978" y="65970"/>
                </a:lnTo>
                <a:lnTo>
                  <a:pt x="567604" y="65275"/>
                </a:lnTo>
                <a:lnTo>
                  <a:pt x="546221" y="64541"/>
                </a:lnTo>
                <a:lnTo>
                  <a:pt x="524847" y="63770"/>
                </a:lnTo>
                <a:lnTo>
                  <a:pt x="503472" y="62951"/>
                </a:lnTo>
                <a:lnTo>
                  <a:pt x="482098" y="62093"/>
                </a:lnTo>
                <a:lnTo>
                  <a:pt x="460724" y="61179"/>
                </a:lnTo>
                <a:lnTo>
                  <a:pt x="439360" y="60217"/>
                </a:lnTo>
                <a:lnTo>
                  <a:pt x="417995" y="59198"/>
                </a:lnTo>
                <a:lnTo>
                  <a:pt x="396631" y="58131"/>
                </a:lnTo>
                <a:lnTo>
                  <a:pt x="375266" y="56998"/>
                </a:lnTo>
                <a:lnTo>
                  <a:pt x="353911" y="55797"/>
                </a:lnTo>
                <a:lnTo>
                  <a:pt x="332556" y="54531"/>
                </a:lnTo>
                <a:lnTo>
                  <a:pt x="311210" y="53178"/>
                </a:lnTo>
                <a:lnTo>
                  <a:pt x="289865" y="51759"/>
                </a:lnTo>
                <a:lnTo>
                  <a:pt x="268529" y="50235"/>
                </a:lnTo>
                <a:lnTo>
                  <a:pt x="247202" y="48616"/>
                </a:lnTo>
                <a:lnTo>
                  <a:pt x="225876" y="46882"/>
                </a:lnTo>
                <a:lnTo>
                  <a:pt x="204568" y="45015"/>
                </a:lnTo>
                <a:lnTo>
                  <a:pt x="183271" y="43005"/>
                </a:lnTo>
                <a:lnTo>
                  <a:pt x="162001" y="40815"/>
                </a:lnTo>
                <a:lnTo>
                  <a:pt x="140741" y="38424"/>
                </a:lnTo>
                <a:lnTo>
                  <a:pt x="119520" y="35776"/>
                </a:lnTo>
                <a:lnTo>
                  <a:pt x="98327" y="32804"/>
                </a:lnTo>
                <a:lnTo>
                  <a:pt x="77210" y="29413"/>
                </a:lnTo>
                <a:lnTo>
                  <a:pt x="56198" y="25422"/>
                </a:lnTo>
                <a:lnTo>
                  <a:pt x="35385" y="20479"/>
                </a:lnTo>
                <a:lnTo>
                  <a:pt x="15135" y="13659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38" name="funnel-step-cap-2">
            <a:extLst xmlns:a="http://schemas.openxmlformats.org/drawingml/2006/main">
              <a:ext uri="{FF2B5EF4-FFF2-40B4-BE49-F238E27FC236}">
                <a16:creationId xmlns:a16="http://schemas.microsoft.com/office/drawing/2014/main" id="{3B1E1508-259C-42BC-B6EA-B76D8412D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532375" y="3865778"/>
            <a:ext cx="2174510" cy="2084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7EAC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39" name="funnel-step-body-3">
            <a:extLst xmlns:a="http://schemas.openxmlformats.org/drawingml/2006/main">
              <a:ext uri="{FF2B5EF4-FFF2-40B4-BE49-F238E27FC236}">
                <a16:creationId xmlns:a16="http://schemas.microsoft.com/office/drawing/2014/main" id="{BD0547EB-7307-48E7-965E-6B3FCFEF7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60946" y="4697730"/>
            <a:ext cx="1713681" cy="627069"/>
          </a:xfrm>
          <a:custGeom xmlns:a="http://schemas.openxmlformats.org/drawingml/2006/main">
            <a:pathLst>
              <a:path w="1713681" h="627069">
                <a:moveTo>
                  <a:pt x="0" y="0"/>
                </a:moveTo>
                <a:lnTo>
                  <a:pt x="6887" y="17745"/>
                </a:lnTo>
                <a:lnTo>
                  <a:pt x="13783" y="35490"/>
                </a:lnTo>
                <a:lnTo>
                  <a:pt x="20669" y="53235"/>
                </a:lnTo>
                <a:lnTo>
                  <a:pt x="27565" y="70971"/>
                </a:lnTo>
                <a:lnTo>
                  <a:pt x="34452" y="88716"/>
                </a:lnTo>
                <a:lnTo>
                  <a:pt x="41348" y="106461"/>
                </a:lnTo>
                <a:lnTo>
                  <a:pt x="48235" y="124206"/>
                </a:lnTo>
                <a:lnTo>
                  <a:pt x="55131" y="141951"/>
                </a:lnTo>
                <a:lnTo>
                  <a:pt x="62017" y="159696"/>
                </a:lnTo>
                <a:lnTo>
                  <a:pt x="68913" y="177432"/>
                </a:lnTo>
                <a:lnTo>
                  <a:pt x="75800" y="195177"/>
                </a:lnTo>
                <a:lnTo>
                  <a:pt x="82696" y="212922"/>
                </a:lnTo>
                <a:lnTo>
                  <a:pt x="89583" y="230667"/>
                </a:lnTo>
                <a:lnTo>
                  <a:pt x="96479" y="248412"/>
                </a:lnTo>
                <a:lnTo>
                  <a:pt x="103365" y="266157"/>
                </a:lnTo>
                <a:lnTo>
                  <a:pt x="110261" y="283893"/>
                </a:lnTo>
                <a:lnTo>
                  <a:pt x="117148" y="301638"/>
                </a:lnTo>
                <a:lnTo>
                  <a:pt x="124044" y="319383"/>
                </a:lnTo>
                <a:lnTo>
                  <a:pt x="130931" y="337128"/>
                </a:lnTo>
                <a:lnTo>
                  <a:pt x="137827" y="354873"/>
                </a:lnTo>
                <a:lnTo>
                  <a:pt x="144713" y="372618"/>
                </a:lnTo>
                <a:lnTo>
                  <a:pt x="151600" y="390354"/>
                </a:lnTo>
                <a:lnTo>
                  <a:pt x="158496" y="408099"/>
                </a:lnTo>
                <a:lnTo>
                  <a:pt x="165383" y="425844"/>
                </a:lnTo>
                <a:lnTo>
                  <a:pt x="172279" y="443589"/>
                </a:lnTo>
                <a:lnTo>
                  <a:pt x="179165" y="461334"/>
                </a:lnTo>
                <a:lnTo>
                  <a:pt x="186061" y="479079"/>
                </a:lnTo>
                <a:lnTo>
                  <a:pt x="192948" y="496824"/>
                </a:lnTo>
                <a:lnTo>
                  <a:pt x="199844" y="514560"/>
                </a:lnTo>
                <a:lnTo>
                  <a:pt x="206731" y="532305"/>
                </a:lnTo>
                <a:lnTo>
                  <a:pt x="213627" y="550050"/>
                </a:lnTo>
                <a:lnTo>
                  <a:pt x="222514" y="566261"/>
                </a:lnTo>
                <a:lnTo>
                  <a:pt x="239030" y="575605"/>
                </a:lnTo>
                <a:lnTo>
                  <a:pt x="256937" y="582044"/>
                </a:lnTo>
                <a:lnTo>
                  <a:pt x="275292" y="587092"/>
                </a:lnTo>
                <a:lnTo>
                  <a:pt x="293856" y="591283"/>
                </a:lnTo>
                <a:lnTo>
                  <a:pt x="312544" y="594884"/>
                </a:lnTo>
                <a:lnTo>
                  <a:pt x="331318" y="598046"/>
                </a:lnTo>
                <a:lnTo>
                  <a:pt x="350139" y="600856"/>
                </a:lnTo>
                <a:lnTo>
                  <a:pt x="369008" y="603390"/>
                </a:lnTo>
                <a:lnTo>
                  <a:pt x="387896" y="605685"/>
                </a:lnTo>
                <a:lnTo>
                  <a:pt x="406822" y="607781"/>
                </a:lnTo>
                <a:lnTo>
                  <a:pt x="425758" y="609695"/>
                </a:lnTo>
                <a:lnTo>
                  <a:pt x="444713" y="611457"/>
                </a:lnTo>
                <a:lnTo>
                  <a:pt x="463677" y="613086"/>
                </a:lnTo>
                <a:lnTo>
                  <a:pt x="482651" y="614572"/>
                </a:lnTo>
                <a:lnTo>
                  <a:pt x="501634" y="615953"/>
                </a:lnTo>
                <a:lnTo>
                  <a:pt x="520627" y="617220"/>
                </a:lnTo>
                <a:lnTo>
                  <a:pt x="539629" y="618401"/>
                </a:lnTo>
                <a:lnTo>
                  <a:pt x="558632" y="619477"/>
                </a:lnTo>
                <a:lnTo>
                  <a:pt x="577644" y="620478"/>
                </a:lnTo>
                <a:lnTo>
                  <a:pt x="596656" y="621382"/>
                </a:lnTo>
                <a:lnTo>
                  <a:pt x="615667" y="622221"/>
                </a:lnTo>
                <a:lnTo>
                  <a:pt x="634689" y="622983"/>
                </a:lnTo>
                <a:lnTo>
                  <a:pt x="653710" y="623668"/>
                </a:lnTo>
                <a:lnTo>
                  <a:pt x="672732" y="624288"/>
                </a:lnTo>
                <a:lnTo>
                  <a:pt x="691763" y="624840"/>
                </a:lnTo>
                <a:lnTo>
                  <a:pt x="710794" y="625326"/>
                </a:lnTo>
                <a:lnTo>
                  <a:pt x="729825" y="625754"/>
                </a:lnTo>
                <a:lnTo>
                  <a:pt x="748856" y="626116"/>
                </a:lnTo>
                <a:lnTo>
                  <a:pt x="767886" y="626421"/>
                </a:lnTo>
                <a:lnTo>
                  <a:pt x="786917" y="626669"/>
                </a:lnTo>
                <a:lnTo>
                  <a:pt x="805948" y="626859"/>
                </a:lnTo>
                <a:lnTo>
                  <a:pt x="824989" y="626983"/>
                </a:lnTo>
                <a:lnTo>
                  <a:pt x="844020" y="627059"/>
                </a:lnTo>
                <a:lnTo>
                  <a:pt x="863051" y="627069"/>
                </a:lnTo>
                <a:lnTo>
                  <a:pt x="882091" y="627031"/>
                </a:lnTo>
                <a:lnTo>
                  <a:pt x="901122" y="626935"/>
                </a:lnTo>
                <a:lnTo>
                  <a:pt x="920153" y="626783"/>
                </a:lnTo>
                <a:lnTo>
                  <a:pt x="939194" y="626564"/>
                </a:lnTo>
                <a:lnTo>
                  <a:pt x="958225" y="626288"/>
                </a:lnTo>
                <a:lnTo>
                  <a:pt x="977255" y="625964"/>
                </a:lnTo>
                <a:lnTo>
                  <a:pt x="996286" y="625564"/>
                </a:lnTo>
                <a:lnTo>
                  <a:pt x="1015317" y="625107"/>
                </a:lnTo>
                <a:lnTo>
                  <a:pt x="1034339" y="624592"/>
                </a:lnTo>
                <a:lnTo>
                  <a:pt x="1053370" y="624011"/>
                </a:lnTo>
                <a:lnTo>
                  <a:pt x="1072391" y="623354"/>
                </a:lnTo>
                <a:lnTo>
                  <a:pt x="1091413" y="622640"/>
                </a:lnTo>
                <a:lnTo>
                  <a:pt x="1110434" y="621849"/>
                </a:lnTo>
                <a:lnTo>
                  <a:pt x="1129446" y="620973"/>
                </a:lnTo>
                <a:lnTo>
                  <a:pt x="1148458" y="620030"/>
                </a:lnTo>
                <a:lnTo>
                  <a:pt x="1167460" y="618992"/>
                </a:lnTo>
                <a:lnTo>
                  <a:pt x="1186463" y="617868"/>
                </a:lnTo>
                <a:lnTo>
                  <a:pt x="1205465" y="616658"/>
                </a:lnTo>
                <a:lnTo>
                  <a:pt x="1224448" y="615334"/>
                </a:lnTo>
                <a:lnTo>
                  <a:pt x="1243432" y="613905"/>
                </a:lnTo>
                <a:lnTo>
                  <a:pt x="1262405" y="612353"/>
                </a:lnTo>
                <a:lnTo>
                  <a:pt x="1281360" y="610667"/>
                </a:lnTo>
                <a:lnTo>
                  <a:pt x="1300305" y="608838"/>
                </a:lnTo>
                <a:lnTo>
                  <a:pt x="1319241" y="606847"/>
                </a:lnTo>
                <a:lnTo>
                  <a:pt x="1338148" y="604657"/>
                </a:lnTo>
                <a:lnTo>
                  <a:pt x="1357027" y="602256"/>
                </a:lnTo>
                <a:lnTo>
                  <a:pt x="1375877" y="599608"/>
                </a:lnTo>
                <a:lnTo>
                  <a:pt x="1394679" y="596636"/>
                </a:lnTo>
                <a:lnTo>
                  <a:pt x="1413415" y="593293"/>
                </a:lnTo>
                <a:lnTo>
                  <a:pt x="1432055" y="589436"/>
                </a:lnTo>
                <a:lnTo>
                  <a:pt x="1450543" y="584902"/>
                </a:lnTo>
                <a:lnTo>
                  <a:pt x="1468736" y="579311"/>
                </a:lnTo>
                <a:lnTo>
                  <a:pt x="1486224" y="571843"/>
                </a:lnTo>
                <a:lnTo>
                  <a:pt x="1500626" y="559765"/>
                </a:lnTo>
                <a:lnTo>
                  <a:pt x="1506903" y="541896"/>
                </a:lnTo>
                <a:lnTo>
                  <a:pt x="1513789" y="524151"/>
                </a:lnTo>
                <a:lnTo>
                  <a:pt x="1520685" y="506406"/>
                </a:lnTo>
                <a:lnTo>
                  <a:pt x="1527572" y="488661"/>
                </a:lnTo>
                <a:lnTo>
                  <a:pt x="1534468" y="470916"/>
                </a:lnTo>
                <a:lnTo>
                  <a:pt x="1541355" y="453171"/>
                </a:lnTo>
                <a:lnTo>
                  <a:pt x="1548251" y="435435"/>
                </a:lnTo>
                <a:lnTo>
                  <a:pt x="1555137" y="417690"/>
                </a:lnTo>
                <a:lnTo>
                  <a:pt x="1562033" y="399945"/>
                </a:lnTo>
                <a:lnTo>
                  <a:pt x="1568920" y="382200"/>
                </a:lnTo>
                <a:lnTo>
                  <a:pt x="1575816" y="364455"/>
                </a:lnTo>
                <a:lnTo>
                  <a:pt x="1582703" y="346710"/>
                </a:lnTo>
                <a:lnTo>
                  <a:pt x="1589599" y="328974"/>
                </a:lnTo>
                <a:lnTo>
                  <a:pt x="1596485" y="311229"/>
                </a:lnTo>
                <a:lnTo>
                  <a:pt x="1603372" y="293484"/>
                </a:lnTo>
                <a:lnTo>
                  <a:pt x="1610268" y="275739"/>
                </a:lnTo>
                <a:lnTo>
                  <a:pt x="1617155" y="257994"/>
                </a:lnTo>
                <a:lnTo>
                  <a:pt x="1624051" y="240249"/>
                </a:lnTo>
                <a:lnTo>
                  <a:pt x="1630937" y="222514"/>
                </a:lnTo>
                <a:lnTo>
                  <a:pt x="1637833" y="204768"/>
                </a:lnTo>
                <a:lnTo>
                  <a:pt x="1644720" y="187023"/>
                </a:lnTo>
                <a:lnTo>
                  <a:pt x="1651616" y="169278"/>
                </a:lnTo>
                <a:lnTo>
                  <a:pt x="1658503" y="151533"/>
                </a:lnTo>
                <a:lnTo>
                  <a:pt x="1665399" y="133788"/>
                </a:lnTo>
                <a:lnTo>
                  <a:pt x="1672285" y="116043"/>
                </a:lnTo>
                <a:lnTo>
                  <a:pt x="1679181" y="98308"/>
                </a:lnTo>
                <a:lnTo>
                  <a:pt x="1686068" y="80562"/>
                </a:lnTo>
                <a:lnTo>
                  <a:pt x="1692964" y="62817"/>
                </a:lnTo>
                <a:lnTo>
                  <a:pt x="1699851" y="45072"/>
                </a:lnTo>
                <a:lnTo>
                  <a:pt x="1706747" y="27327"/>
                </a:lnTo>
                <a:lnTo>
                  <a:pt x="1713633" y="9582"/>
                </a:lnTo>
                <a:lnTo>
                  <a:pt x="1713681" y="7696"/>
                </a:lnTo>
                <a:lnTo>
                  <a:pt x="1697460" y="17431"/>
                </a:lnTo>
                <a:lnTo>
                  <a:pt x="1679467" y="23622"/>
                </a:lnTo>
                <a:lnTo>
                  <a:pt x="1661036" y="28365"/>
                </a:lnTo>
                <a:lnTo>
                  <a:pt x="1642415" y="32290"/>
                </a:lnTo>
                <a:lnTo>
                  <a:pt x="1623679" y="35652"/>
                </a:lnTo>
                <a:lnTo>
                  <a:pt x="1604877" y="38624"/>
                </a:lnTo>
                <a:lnTo>
                  <a:pt x="1586027" y="41272"/>
                </a:lnTo>
                <a:lnTo>
                  <a:pt x="1567148" y="43672"/>
                </a:lnTo>
                <a:lnTo>
                  <a:pt x="1548241" y="45872"/>
                </a:lnTo>
                <a:lnTo>
                  <a:pt x="1529315" y="47892"/>
                </a:lnTo>
                <a:lnTo>
                  <a:pt x="1510370" y="49759"/>
                </a:lnTo>
                <a:lnTo>
                  <a:pt x="1491415" y="51502"/>
                </a:lnTo>
                <a:lnTo>
                  <a:pt x="1472451" y="53111"/>
                </a:lnTo>
                <a:lnTo>
                  <a:pt x="1453477" y="54626"/>
                </a:lnTo>
                <a:lnTo>
                  <a:pt x="1434494" y="56045"/>
                </a:lnTo>
                <a:lnTo>
                  <a:pt x="1415501" y="57369"/>
                </a:lnTo>
                <a:lnTo>
                  <a:pt x="1396508" y="58617"/>
                </a:lnTo>
                <a:lnTo>
                  <a:pt x="1377515" y="59788"/>
                </a:lnTo>
                <a:lnTo>
                  <a:pt x="1358513" y="60893"/>
                </a:lnTo>
                <a:lnTo>
                  <a:pt x="1339501" y="61932"/>
                </a:lnTo>
                <a:lnTo>
                  <a:pt x="1320489" y="62913"/>
                </a:lnTo>
                <a:lnTo>
                  <a:pt x="1301477" y="63837"/>
                </a:lnTo>
                <a:lnTo>
                  <a:pt x="1282465" y="64703"/>
                </a:lnTo>
                <a:lnTo>
                  <a:pt x="1263444" y="65513"/>
                </a:lnTo>
                <a:lnTo>
                  <a:pt x="1244432" y="66275"/>
                </a:lnTo>
                <a:lnTo>
                  <a:pt x="1225410" y="66999"/>
                </a:lnTo>
                <a:lnTo>
                  <a:pt x="1206379" y="67666"/>
                </a:lnTo>
                <a:lnTo>
                  <a:pt x="1187358" y="68294"/>
                </a:lnTo>
                <a:lnTo>
                  <a:pt x="1168337" y="68875"/>
                </a:lnTo>
                <a:lnTo>
                  <a:pt x="1149306" y="69428"/>
                </a:lnTo>
                <a:lnTo>
                  <a:pt x="1130275" y="69933"/>
                </a:lnTo>
                <a:lnTo>
                  <a:pt x="1111253" y="70399"/>
                </a:lnTo>
                <a:lnTo>
                  <a:pt x="1092222" y="70828"/>
                </a:lnTo>
                <a:lnTo>
                  <a:pt x="1073191" y="71218"/>
                </a:lnTo>
                <a:lnTo>
                  <a:pt x="1054160" y="71580"/>
                </a:lnTo>
                <a:lnTo>
                  <a:pt x="1035129" y="71895"/>
                </a:lnTo>
                <a:lnTo>
                  <a:pt x="1016098" y="72190"/>
                </a:lnTo>
                <a:lnTo>
                  <a:pt x="997058" y="72438"/>
                </a:lnTo>
                <a:lnTo>
                  <a:pt x="978027" y="72657"/>
                </a:lnTo>
                <a:lnTo>
                  <a:pt x="958996" y="72847"/>
                </a:lnTo>
                <a:lnTo>
                  <a:pt x="939956" y="73000"/>
                </a:lnTo>
                <a:lnTo>
                  <a:pt x="920925" y="73123"/>
                </a:lnTo>
                <a:lnTo>
                  <a:pt x="901894" y="73209"/>
                </a:lnTo>
                <a:lnTo>
                  <a:pt x="882853" y="73266"/>
                </a:lnTo>
                <a:lnTo>
                  <a:pt x="863822" y="73295"/>
                </a:lnTo>
                <a:lnTo>
                  <a:pt x="844782" y="73285"/>
                </a:lnTo>
                <a:lnTo>
                  <a:pt x="825751" y="73247"/>
                </a:lnTo>
                <a:lnTo>
                  <a:pt x="806720" y="73171"/>
                </a:lnTo>
                <a:lnTo>
                  <a:pt x="787679" y="73066"/>
                </a:lnTo>
                <a:lnTo>
                  <a:pt x="768648" y="72933"/>
                </a:lnTo>
                <a:lnTo>
                  <a:pt x="749618" y="72761"/>
                </a:lnTo>
                <a:lnTo>
                  <a:pt x="730577" y="72561"/>
                </a:lnTo>
                <a:lnTo>
                  <a:pt x="711546" y="72323"/>
                </a:lnTo>
                <a:lnTo>
                  <a:pt x="692515" y="72057"/>
                </a:lnTo>
                <a:lnTo>
                  <a:pt x="673484" y="71752"/>
                </a:lnTo>
                <a:lnTo>
                  <a:pt x="654453" y="71418"/>
                </a:lnTo>
                <a:lnTo>
                  <a:pt x="635422" y="71047"/>
                </a:lnTo>
                <a:lnTo>
                  <a:pt x="616391" y="70637"/>
                </a:lnTo>
                <a:lnTo>
                  <a:pt x="597360" y="70190"/>
                </a:lnTo>
                <a:lnTo>
                  <a:pt x="578329" y="69704"/>
                </a:lnTo>
                <a:lnTo>
                  <a:pt x="559308" y="69180"/>
                </a:lnTo>
                <a:lnTo>
                  <a:pt x="540277" y="68618"/>
                </a:lnTo>
                <a:lnTo>
                  <a:pt x="521256" y="68009"/>
                </a:lnTo>
                <a:lnTo>
                  <a:pt x="502225" y="67361"/>
                </a:lnTo>
                <a:lnTo>
                  <a:pt x="483203" y="66665"/>
                </a:lnTo>
                <a:lnTo>
                  <a:pt x="464182" y="65932"/>
                </a:lnTo>
                <a:lnTo>
                  <a:pt x="445170" y="65141"/>
                </a:lnTo>
                <a:lnTo>
                  <a:pt x="426149" y="64303"/>
                </a:lnTo>
                <a:lnTo>
                  <a:pt x="407137" y="63417"/>
                </a:lnTo>
                <a:lnTo>
                  <a:pt x="388125" y="62465"/>
                </a:lnTo>
                <a:lnTo>
                  <a:pt x="369122" y="61465"/>
                </a:lnTo>
                <a:lnTo>
                  <a:pt x="350110" y="60398"/>
                </a:lnTo>
                <a:lnTo>
                  <a:pt x="331108" y="59265"/>
                </a:lnTo>
                <a:lnTo>
                  <a:pt x="312115" y="58055"/>
                </a:lnTo>
                <a:lnTo>
                  <a:pt x="293122" y="56769"/>
                </a:lnTo>
                <a:lnTo>
                  <a:pt x="274139" y="55397"/>
                </a:lnTo>
                <a:lnTo>
                  <a:pt x="255165" y="53950"/>
                </a:lnTo>
                <a:lnTo>
                  <a:pt x="236191" y="52388"/>
                </a:lnTo>
                <a:lnTo>
                  <a:pt x="217227" y="50721"/>
                </a:lnTo>
                <a:lnTo>
                  <a:pt x="198282" y="48920"/>
                </a:lnTo>
                <a:lnTo>
                  <a:pt x="179346" y="46987"/>
                </a:lnTo>
                <a:lnTo>
                  <a:pt x="160420" y="44891"/>
                </a:lnTo>
                <a:lnTo>
                  <a:pt x="141532" y="42605"/>
                </a:lnTo>
                <a:lnTo>
                  <a:pt x="122663" y="40091"/>
                </a:lnTo>
                <a:lnTo>
                  <a:pt x="103832" y="37300"/>
                </a:lnTo>
                <a:lnTo>
                  <a:pt x="85058" y="34166"/>
                </a:lnTo>
                <a:lnTo>
                  <a:pt x="66361" y="30566"/>
                </a:lnTo>
                <a:lnTo>
                  <a:pt x="47815" y="26318"/>
                </a:lnTo>
                <a:lnTo>
                  <a:pt x="29537" y="21022"/>
                </a:lnTo>
                <a:lnTo>
                  <a:pt x="12002" y="13678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40" name="funnel-step-cap-3">
            <a:extLst xmlns:a="http://schemas.openxmlformats.org/drawingml/2006/main">
              <a:ext uri="{FF2B5EF4-FFF2-40B4-BE49-F238E27FC236}">
                <a16:creationId xmlns:a16="http://schemas.microsoft.com/office/drawing/2014/main" id="{C89B7D6A-4F08-4509-BAC4-41E3BC08A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60984" y="4593488"/>
            <a:ext cx="1717272" cy="2084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7EAC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41" name="funnel-step-body-4">
            <a:extLst xmlns:a="http://schemas.openxmlformats.org/drawingml/2006/main">
              <a:ext uri="{FF2B5EF4-FFF2-40B4-BE49-F238E27FC236}">
                <a16:creationId xmlns:a16="http://schemas.microsoft.com/office/drawing/2014/main" id="{F8731420-CE32-4F9E-A2DD-D2A1F2656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76021" y="5425440"/>
            <a:ext cx="1287123" cy="627078"/>
          </a:xfrm>
          <a:custGeom xmlns:a="http://schemas.openxmlformats.org/drawingml/2006/main">
            <a:pathLst>
              <a:path w="1287123" h="627078">
                <a:moveTo>
                  <a:pt x="0" y="0"/>
                </a:moveTo>
                <a:lnTo>
                  <a:pt x="6629" y="17859"/>
                </a:lnTo>
                <a:lnTo>
                  <a:pt x="13249" y="35719"/>
                </a:lnTo>
                <a:lnTo>
                  <a:pt x="19879" y="53578"/>
                </a:lnTo>
                <a:lnTo>
                  <a:pt x="26499" y="71428"/>
                </a:lnTo>
                <a:lnTo>
                  <a:pt x="33128" y="89287"/>
                </a:lnTo>
                <a:lnTo>
                  <a:pt x="39748" y="107147"/>
                </a:lnTo>
                <a:lnTo>
                  <a:pt x="46377" y="125006"/>
                </a:lnTo>
                <a:lnTo>
                  <a:pt x="53007" y="142865"/>
                </a:lnTo>
                <a:lnTo>
                  <a:pt x="59627" y="160725"/>
                </a:lnTo>
                <a:lnTo>
                  <a:pt x="66256" y="178575"/>
                </a:lnTo>
                <a:lnTo>
                  <a:pt x="72876" y="196434"/>
                </a:lnTo>
                <a:lnTo>
                  <a:pt x="79505" y="214293"/>
                </a:lnTo>
                <a:lnTo>
                  <a:pt x="86125" y="232153"/>
                </a:lnTo>
                <a:lnTo>
                  <a:pt x="92754" y="250012"/>
                </a:lnTo>
                <a:lnTo>
                  <a:pt x="99384" y="267872"/>
                </a:lnTo>
                <a:lnTo>
                  <a:pt x="106004" y="285731"/>
                </a:lnTo>
                <a:lnTo>
                  <a:pt x="112633" y="303581"/>
                </a:lnTo>
                <a:lnTo>
                  <a:pt x="119253" y="321440"/>
                </a:lnTo>
                <a:lnTo>
                  <a:pt x="125882" y="339300"/>
                </a:lnTo>
                <a:lnTo>
                  <a:pt x="132502" y="357159"/>
                </a:lnTo>
                <a:lnTo>
                  <a:pt x="139132" y="375018"/>
                </a:lnTo>
                <a:lnTo>
                  <a:pt x="145761" y="392878"/>
                </a:lnTo>
                <a:lnTo>
                  <a:pt x="152381" y="410737"/>
                </a:lnTo>
                <a:lnTo>
                  <a:pt x="159010" y="428587"/>
                </a:lnTo>
                <a:lnTo>
                  <a:pt x="165630" y="446446"/>
                </a:lnTo>
                <a:lnTo>
                  <a:pt x="172260" y="464306"/>
                </a:lnTo>
                <a:lnTo>
                  <a:pt x="178880" y="482165"/>
                </a:lnTo>
                <a:lnTo>
                  <a:pt x="185509" y="500024"/>
                </a:lnTo>
                <a:lnTo>
                  <a:pt x="192138" y="517884"/>
                </a:lnTo>
                <a:lnTo>
                  <a:pt x="198758" y="535734"/>
                </a:lnTo>
                <a:lnTo>
                  <a:pt x="205388" y="553593"/>
                </a:lnTo>
                <a:lnTo>
                  <a:pt x="214074" y="569909"/>
                </a:lnTo>
                <a:lnTo>
                  <a:pt x="230038" y="580187"/>
                </a:lnTo>
                <a:lnTo>
                  <a:pt x="247612" y="587512"/>
                </a:lnTo>
                <a:lnTo>
                  <a:pt x="265767" y="593246"/>
                </a:lnTo>
                <a:lnTo>
                  <a:pt x="284226" y="597960"/>
                </a:lnTo>
                <a:lnTo>
                  <a:pt x="302838" y="601961"/>
                </a:lnTo>
                <a:lnTo>
                  <a:pt x="321574" y="605428"/>
                </a:lnTo>
                <a:lnTo>
                  <a:pt x="340376" y="608457"/>
                </a:lnTo>
                <a:lnTo>
                  <a:pt x="359235" y="611124"/>
                </a:lnTo>
                <a:lnTo>
                  <a:pt x="378133" y="613486"/>
                </a:lnTo>
                <a:lnTo>
                  <a:pt x="397069" y="615591"/>
                </a:lnTo>
                <a:lnTo>
                  <a:pt x="416023" y="617468"/>
                </a:lnTo>
                <a:lnTo>
                  <a:pt x="434997" y="619125"/>
                </a:lnTo>
                <a:lnTo>
                  <a:pt x="453981" y="620601"/>
                </a:lnTo>
                <a:lnTo>
                  <a:pt x="472992" y="621897"/>
                </a:lnTo>
                <a:lnTo>
                  <a:pt x="492004" y="623030"/>
                </a:lnTo>
                <a:lnTo>
                  <a:pt x="511026" y="624011"/>
                </a:lnTo>
                <a:lnTo>
                  <a:pt x="530057" y="624840"/>
                </a:lnTo>
                <a:lnTo>
                  <a:pt x="549088" y="625535"/>
                </a:lnTo>
                <a:lnTo>
                  <a:pt x="568128" y="626097"/>
                </a:lnTo>
                <a:lnTo>
                  <a:pt x="587169" y="626526"/>
                </a:lnTo>
                <a:lnTo>
                  <a:pt x="606209" y="626840"/>
                </a:lnTo>
                <a:lnTo>
                  <a:pt x="625259" y="627021"/>
                </a:lnTo>
                <a:lnTo>
                  <a:pt x="644309" y="627078"/>
                </a:lnTo>
                <a:lnTo>
                  <a:pt x="663350" y="627012"/>
                </a:lnTo>
                <a:lnTo>
                  <a:pt x="682400" y="626821"/>
                </a:lnTo>
                <a:lnTo>
                  <a:pt x="701450" y="626507"/>
                </a:lnTo>
                <a:lnTo>
                  <a:pt x="720490" y="626059"/>
                </a:lnTo>
                <a:lnTo>
                  <a:pt x="739521" y="625488"/>
                </a:lnTo>
                <a:lnTo>
                  <a:pt x="758561" y="624783"/>
                </a:lnTo>
                <a:lnTo>
                  <a:pt x="777592" y="623945"/>
                </a:lnTo>
                <a:lnTo>
                  <a:pt x="796614" y="622954"/>
                </a:lnTo>
                <a:lnTo>
                  <a:pt x="815626" y="621802"/>
                </a:lnTo>
                <a:lnTo>
                  <a:pt x="834628" y="620497"/>
                </a:lnTo>
                <a:lnTo>
                  <a:pt x="853611" y="619011"/>
                </a:lnTo>
                <a:lnTo>
                  <a:pt x="872585" y="617334"/>
                </a:lnTo>
                <a:lnTo>
                  <a:pt x="891540" y="615448"/>
                </a:lnTo>
                <a:lnTo>
                  <a:pt x="910466" y="613324"/>
                </a:lnTo>
                <a:lnTo>
                  <a:pt x="929364" y="610943"/>
                </a:lnTo>
                <a:lnTo>
                  <a:pt x="948223" y="608247"/>
                </a:lnTo>
                <a:lnTo>
                  <a:pt x="967026" y="605190"/>
                </a:lnTo>
                <a:lnTo>
                  <a:pt x="985742" y="601685"/>
                </a:lnTo>
                <a:lnTo>
                  <a:pt x="1004354" y="597637"/>
                </a:lnTo>
                <a:lnTo>
                  <a:pt x="1022795" y="592855"/>
                </a:lnTo>
                <a:lnTo>
                  <a:pt x="1040921" y="587035"/>
                </a:lnTo>
                <a:lnTo>
                  <a:pt x="1058428" y="579558"/>
                </a:lnTo>
                <a:lnTo>
                  <a:pt x="1074172" y="568947"/>
                </a:lnTo>
                <a:lnTo>
                  <a:pt x="1082316" y="552279"/>
                </a:lnTo>
                <a:lnTo>
                  <a:pt x="1088936" y="534419"/>
                </a:lnTo>
                <a:lnTo>
                  <a:pt x="1095566" y="516560"/>
                </a:lnTo>
                <a:lnTo>
                  <a:pt x="1102185" y="498700"/>
                </a:lnTo>
                <a:lnTo>
                  <a:pt x="1108815" y="480851"/>
                </a:lnTo>
                <a:lnTo>
                  <a:pt x="1115435" y="462991"/>
                </a:lnTo>
                <a:lnTo>
                  <a:pt x="1122064" y="445132"/>
                </a:lnTo>
                <a:lnTo>
                  <a:pt x="1128693" y="427272"/>
                </a:lnTo>
                <a:lnTo>
                  <a:pt x="1135313" y="409413"/>
                </a:lnTo>
                <a:lnTo>
                  <a:pt x="1141943" y="391554"/>
                </a:lnTo>
                <a:lnTo>
                  <a:pt x="1148563" y="373694"/>
                </a:lnTo>
                <a:lnTo>
                  <a:pt x="1155192" y="355844"/>
                </a:lnTo>
                <a:lnTo>
                  <a:pt x="1161812" y="337985"/>
                </a:lnTo>
                <a:lnTo>
                  <a:pt x="1168441" y="320126"/>
                </a:lnTo>
                <a:lnTo>
                  <a:pt x="1175071" y="302266"/>
                </a:lnTo>
                <a:lnTo>
                  <a:pt x="1181691" y="284407"/>
                </a:lnTo>
                <a:lnTo>
                  <a:pt x="1188320" y="266548"/>
                </a:lnTo>
                <a:lnTo>
                  <a:pt x="1194940" y="248698"/>
                </a:lnTo>
                <a:lnTo>
                  <a:pt x="1201569" y="230838"/>
                </a:lnTo>
                <a:lnTo>
                  <a:pt x="1208189" y="212979"/>
                </a:lnTo>
                <a:lnTo>
                  <a:pt x="1214819" y="195120"/>
                </a:lnTo>
                <a:lnTo>
                  <a:pt x="1221448" y="177260"/>
                </a:lnTo>
                <a:lnTo>
                  <a:pt x="1228068" y="159401"/>
                </a:lnTo>
                <a:lnTo>
                  <a:pt x="1234697" y="141542"/>
                </a:lnTo>
                <a:lnTo>
                  <a:pt x="1241317" y="123692"/>
                </a:lnTo>
                <a:lnTo>
                  <a:pt x="1247946" y="105832"/>
                </a:lnTo>
                <a:lnTo>
                  <a:pt x="1254566" y="87973"/>
                </a:lnTo>
                <a:lnTo>
                  <a:pt x="1261196" y="70114"/>
                </a:lnTo>
                <a:lnTo>
                  <a:pt x="1267825" y="52254"/>
                </a:lnTo>
                <a:lnTo>
                  <a:pt x="1274445" y="34395"/>
                </a:lnTo>
                <a:lnTo>
                  <a:pt x="1281074" y="16545"/>
                </a:lnTo>
                <a:lnTo>
                  <a:pt x="1287123" y="1400"/>
                </a:lnTo>
                <a:lnTo>
                  <a:pt x="1275350" y="15621"/>
                </a:lnTo>
                <a:lnTo>
                  <a:pt x="1258214" y="23860"/>
                </a:lnTo>
                <a:lnTo>
                  <a:pt x="1240126" y="29813"/>
                </a:lnTo>
                <a:lnTo>
                  <a:pt x="1221686" y="34585"/>
                </a:lnTo>
                <a:lnTo>
                  <a:pt x="1203065" y="38586"/>
                </a:lnTo>
                <a:lnTo>
                  <a:pt x="1184339" y="42053"/>
                </a:lnTo>
                <a:lnTo>
                  <a:pt x="1165536" y="45110"/>
                </a:lnTo>
                <a:lnTo>
                  <a:pt x="1146686" y="47835"/>
                </a:lnTo>
                <a:lnTo>
                  <a:pt x="1127798" y="50302"/>
                </a:lnTo>
                <a:lnTo>
                  <a:pt x="1108881" y="52530"/>
                </a:lnTo>
                <a:lnTo>
                  <a:pt x="1089946" y="54569"/>
                </a:lnTo>
                <a:lnTo>
                  <a:pt x="1070991" y="56445"/>
                </a:lnTo>
                <a:lnTo>
                  <a:pt x="1052017" y="58169"/>
                </a:lnTo>
                <a:lnTo>
                  <a:pt x="1033043" y="59741"/>
                </a:lnTo>
                <a:lnTo>
                  <a:pt x="1014051" y="61208"/>
                </a:lnTo>
                <a:lnTo>
                  <a:pt x="995048" y="62551"/>
                </a:lnTo>
                <a:lnTo>
                  <a:pt x="976046" y="63798"/>
                </a:lnTo>
                <a:lnTo>
                  <a:pt x="957024" y="64941"/>
                </a:lnTo>
                <a:lnTo>
                  <a:pt x="938012" y="65999"/>
                </a:lnTo>
                <a:lnTo>
                  <a:pt x="918991" y="66970"/>
                </a:lnTo>
                <a:lnTo>
                  <a:pt x="899960" y="67856"/>
                </a:lnTo>
                <a:lnTo>
                  <a:pt x="880929" y="68675"/>
                </a:lnTo>
                <a:lnTo>
                  <a:pt x="861898" y="69409"/>
                </a:lnTo>
                <a:lnTo>
                  <a:pt x="842867" y="70075"/>
                </a:lnTo>
                <a:lnTo>
                  <a:pt x="823827" y="70676"/>
                </a:lnTo>
                <a:lnTo>
                  <a:pt x="804786" y="71209"/>
                </a:lnTo>
                <a:lnTo>
                  <a:pt x="785746" y="71676"/>
                </a:lnTo>
                <a:lnTo>
                  <a:pt x="766705" y="72085"/>
                </a:lnTo>
                <a:lnTo>
                  <a:pt x="747655" y="72438"/>
                </a:lnTo>
                <a:lnTo>
                  <a:pt x="728615" y="72723"/>
                </a:lnTo>
                <a:lnTo>
                  <a:pt x="709565" y="72952"/>
                </a:lnTo>
                <a:lnTo>
                  <a:pt x="690515" y="73123"/>
                </a:lnTo>
                <a:lnTo>
                  <a:pt x="671474" y="73228"/>
                </a:lnTo>
                <a:lnTo>
                  <a:pt x="652424" y="73285"/>
                </a:lnTo>
                <a:lnTo>
                  <a:pt x="633374" y="73285"/>
                </a:lnTo>
                <a:lnTo>
                  <a:pt x="614334" y="73228"/>
                </a:lnTo>
                <a:lnTo>
                  <a:pt x="595284" y="73104"/>
                </a:lnTo>
                <a:lnTo>
                  <a:pt x="576234" y="72933"/>
                </a:lnTo>
                <a:lnTo>
                  <a:pt x="557193" y="72704"/>
                </a:lnTo>
                <a:lnTo>
                  <a:pt x="538143" y="72409"/>
                </a:lnTo>
                <a:lnTo>
                  <a:pt x="519103" y="72057"/>
                </a:lnTo>
                <a:lnTo>
                  <a:pt x="500063" y="71647"/>
                </a:lnTo>
                <a:lnTo>
                  <a:pt x="481022" y="71171"/>
                </a:lnTo>
                <a:lnTo>
                  <a:pt x="461982" y="70637"/>
                </a:lnTo>
                <a:lnTo>
                  <a:pt x="442941" y="70028"/>
                </a:lnTo>
                <a:lnTo>
                  <a:pt x="423901" y="69361"/>
                </a:lnTo>
                <a:lnTo>
                  <a:pt x="404870" y="68609"/>
                </a:lnTo>
                <a:lnTo>
                  <a:pt x="385839" y="67789"/>
                </a:lnTo>
                <a:lnTo>
                  <a:pt x="366817" y="66904"/>
                </a:lnTo>
                <a:lnTo>
                  <a:pt x="347796" y="65923"/>
                </a:lnTo>
                <a:lnTo>
                  <a:pt x="328774" y="64865"/>
                </a:lnTo>
                <a:lnTo>
                  <a:pt x="309763" y="63713"/>
                </a:lnTo>
                <a:lnTo>
                  <a:pt x="290760" y="62455"/>
                </a:lnTo>
                <a:lnTo>
                  <a:pt x="271758" y="61103"/>
                </a:lnTo>
                <a:lnTo>
                  <a:pt x="252765" y="59636"/>
                </a:lnTo>
                <a:lnTo>
                  <a:pt x="233791" y="58045"/>
                </a:lnTo>
                <a:lnTo>
                  <a:pt x="214817" y="56312"/>
                </a:lnTo>
                <a:lnTo>
                  <a:pt x="195863" y="54426"/>
                </a:lnTo>
                <a:lnTo>
                  <a:pt x="176927" y="52378"/>
                </a:lnTo>
                <a:lnTo>
                  <a:pt x="158020" y="50130"/>
                </a:lnTo>
                <a:lnTo>
                  <a:pt x="139132" y="47644"/>
                </a:lnTo>
                <a:lnTo>
                  <a:pt x="120282" y="44891"/>
                </a:lnTo>
                <a:lnTo>
                  <a:pt x="101489" y="41815"/>
                </a:lnTo>
                <a:lnTo>
                  <a:pt x="82763" y="38310"/>
                </a:lnTo>
                <a:lnTo>
                  <a:pt x="64151" y="34261"/>
                </a:lnTo>
                <a:lnTo>
                  <a:pt x="45730" y="29423"/>
                </a:lnTo>
                <a:lnTo>
                  <a:pt x="27689" y="23346"/>
                </a:lnTo>
                <a:lnTo>
                  <a:pt x="10678" y="14859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42" name="funnel-step-cap-4">
            <a:extLst xmlns:a="http://schemas.openxmlformats.org/drawingml/2006/main">
              <a:ext uri="{FF2B5EF4-FFF2-40B4-BE49-F238E27FC236}">
                <a16:creationId xmlns:a16="http://schemas.microsoft.com/office/drawing/2014/main" id="{4AB30107-0D8F-4360-9CB0-DB4409824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76021" y="5321198"/>
            <a:ext cx="1287218" cy="2084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7EAC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43" name="funnel-flow-arrow">
            <a:extLst xmlns:a="http://schemas.openxmlformats.org/drawingml/2006/main">
              <a:ext uri="{FF2B5EF4-FFF2-40B4-BE49-F238E27FC236}">
                <a16:creationId xmlns:a16="http://schemas.microsoft.com/office/drawing/2014/main" id="{EFDB2F72-18E0-435C-82E7-20707CCCD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52850" y="2466975"/>
            <a:ext cx="1733550" cy="3631168"/>
          </a:xfrm>
          <a:custGeom xmlns:a="http://schemas.openxmlformats.org/drawingml/2006/main">
            <a:pathLst>
              <a:path w="1733550" h="3631168">
                <a:moveTo>
                  <a:pt x="0" y="0"/>
                </a:moveTo>
                <a:lnTo>
                  <a:pt x="0" y="42834"/>
                </a:lnTo>
                <a:lnTo>
                  <a:pt x="9001" y="84582"/>
                </a:lnTo>
                <a:lnTo>
                  <a:pt x="19136" y="126197"/>
                </a:lnTo>
                <a:lnTo>
                  <a:pt x="29270" y="167811"/>
                </a:lnTo>
                <a:lnTo>
                  <a:pt x="39405" y="209426"/>
                </a:lnTo>
                <a:lnTo>
                  <a:pt x="49540" y="251031"/>
                </a:lnTo>
                <a:lnTo>
                  <a:pt x="59684" y="292646"/>
                </a:lnTo>
                <a:lnTo>
                  <a:pt x="69818" y="334261"/>
                </a:lnTo>
                <a:lnTo>
                  <a:pt x="79953" y="375876"/>
                </a:lnTo>
                <a:lnTo>
                  <a:pt x="90087" y="417490"/>
                </a:lnTo>
                <a:lnTo>
                  <a:pt x="100222" y="459105"/>
                </a:lnTo>
                <a:lnTo>
                  <a:pt x="110357" y="500720"/>
                </a:lnTo>
                <a:lnTo>
                  <a:pt x="120491" y="542334"/>
                </a:lnTo>
                <a:lnTo>
                  <a:pt x="130626" y="583949"/>
                </a:lnTo>
                <a:lnTo>
                  <a:pt x="140770" y="625564"/>
                </a:lnTo>
                <a:lnTo>
                  <a:pt x="150905" y="667179"/>
                </a:lnTo>
                <a:lnTo>
                  <a:pt x="160611" y="708879"/>
                </a:lnTo>
                <a:lnTo>
                  <a:pt x="168907" y="750903"/>
                </a:lnTo>
                <a:lnTo>
                  <a:pt x="176974" y="792966"/>
                </a:lnTo>
                <a:lnTo>
                  <a:pt x="184718" y="835085"/>
                </a:lnTo>
                <a:lnTo>
                  <a:pt x="192462" y="877214"/>
                </a:lnTo>
                <a:lnTo>
                  <a:pt x="200196" y="919343"/>
                </a:lnTo>
                <a:lnTo>
                  <a:pt x="207940" y="961463"/>
                </a:lnTo>
                <a:lnTo>
                  <a:pt x="215684" y="1003592"/>
                </a:lnTo>
                <a:lnTo>
                  <a:pt x="223428" y="1045712"/>
                </a:lnTo>
                <a:lnTo>
                  <a:pt x="231162" y="1087841"/>
                </a:lnTo>
                <a:lnTo>
                  <a:pt x="238906" y="1129960"/>
                </a:lnTo>
                <a:lnTo>
                  <a:pt x="246650" y="1172089"/>
                </a:lnTo>
                <a:lnTo>
                  <a:pt x="254394" y="1214218"/>
                </a:lnTo>
                <a:lnTo>
                  <a:pt x="262128" y="1256338"/>
                </a:lnTo>
                <a:lnTo>
                  <a:pt x="269872" y="1298467"/>
                </a:lnTo>
                <a:lnTo>
                  <a:pt x="277616" y="1340587"/>
                </a:lnTo>
                <a:lnTo>
                  <a:pt x="285359" y="1382716"/>
                </a:lnTo>
                <a:lnTo>
                  <a:pt x="293094" y="1424835"/>
                </a:lnTo>
                <a:lnTo>
                  <a:pt x="300447" y="1467031"/>
                </a:lnTo>
                <a:lnTo>
                  <a:pt x="307734" y="1509236"/>
                </a:lnTo>
                <a:lnTo>
                  <a:pt x="314782" y="1551489"/>
                </a:lnTo>
                <a:lnTo>
                  <a:pt x="321831" y="1593733"/>
                </a:lnTo>
                <a:lnTo>
                  <a:pt x="328879" y="1635976"/>
                </a:lnTo>
                <a:lnTo>
                  <a:pt x="335928" y="1678229"/>
                </a:lnTo>
                <a:lnTo>
                  <a:pt x="342976" y="1720472"/>
                </a:lnTo>
                <a:lnTo>
                  <a:pt x="350025" y="1762716"/>
                </a:lnTo>
                <a:lnTo>
                  <a:pt x="357073" y="1804968"/>
                </a:lnTo>
                <a:lnTo>
                  <a:pt x="364112" y="1847212"/>
                </a:lnTo>
                <a:lnTo>
                  <a:pt x="371161" y="1889455"/>
                </a:lnTo>
                <a:lnTo>
                  <a:pt x="378209" y="1931708"/>
                </a:lnTo>
                <a:lnTo>
                  <a:pt x="385258" y="1973951"/>
                </a:lnTo>
                <a:lnTo>
                  <a:pt x="392306" y="2016195"/>
                </a:lnTo>
                <a:lnTo>
                  <a:pt x="399355" y="2058448"/>
                </a:lnTo>
                <a:lnTo>
                  <a:pt x="406403" y="2100691"/>
                </a:lnTo>
                <a:lnTo>
                  <a:pt x="413452" y="2142935"/>
                </a:lnTo>
                <a:lnTo>
                  <a:pt x="420329" y="2185216"/>
                </a:lnTo>
                <a:lnTo>
                  <a:pt x="427149" y="2227497"/>
                </a:lnTo>
                <a:lnTo>
                  <a:pt x="433797" y="2269808"/>
                </a:lnTo>
                <a:lnTo>
                  <a:pt x="440426" y="2312127"/>
                </a:lnTo>
                <a:lnTo>
                  <a:pt x="447056" y="2354437"/>
                </a:lnTo>
                <a:lnTo>
                  <a:pt x="453685" y="2396747"/>
                </a:lnTo>
                <a:lnTo>
                  <a:pt x="460324" y="2439067"/>
                </a:lnTo>
                <a:lnTo>
                  <a:pt x="466954" y="2481377"/>
                </a:lnTo>
                <a:lnTo>
                  <a:pt x="473583" y="2523696"/>
                </a:lnTo>
                <a:lnTo>
                  <a:pt x="480212" y="2566006"/>
                </a:lnTo>
                <a:lnTo>
                  <a:pt x="486842" y="2608316"/>
                </a:lnTo>
                <a:lnTo>
                  <a:pt x="493481" y="2650636"/>
                </a:lnTo>
                <a:lnTo>
                  <a:pt x="500110" y="2692946"/>
                </a:lnTo>
                <a:lnTo>
                  <a:pt x="506740" y="2735266"/>
                </a:lnTo>
                <a:lnTo>
                  <a:pt x="513369" y="2777576"/>
                </a:lnTo>
                <a:lnTo>
                  <a:pt x="520008" y="2819886"/>
                </a:lnTo>
                <a:lnTo>
                  <a:pt x="526637" y="2862205"/>
                </a:lnTo>
                <a:lnTo>
                  <a:pt x="533181" y="2904534"/>
                </a:lnTo>
                <a:lnTo>
                  <a:pt x="539648" y="2946873"/>
                </a:lnTo>
                <a:lnTo>
                  <a:pt x="503663" y="2952750"/>
                </a:lnTo>
                <a:lnTo>
                  <a:pt x="460829" y="2952750"/>
                </a:lnTo>
                <a:lnTo>
                  <a:pt x="418005" y="2952750"/>
                </a:lnTo>
                <a:lnTo>
                  <a:pt x="375171" y="2952750"/>
                </a:lnTo>
                <a:lnTo>
                  <a:pt x="332337" y="2952750"/>
                </a:lnTo>
                <a:lnTo>
                  <a:pt x="289512" y="2952750"/>
                </a:lnTo>
                <a:lnTo>
                  <a:pt x="246678" y="2952750"/>
                </a:lnTo>
                <a:lnTo>
                  <a:pt x="225533" y="2962075"/>
                </a:lnTo>
                <a:lnTo>
                  <a:pt x="254994" y="2993155"/>
                </a:lnTo>
                <a:lnTo>
                  <a:pt x="284464" y="3024245"/>
                </a:lnTo>
                <a:lnTo>
                  <a:pt x="313925" y="3055325"/>
                </a:lnTo>
                <a:lnTo>
                  <a:pt x="343395" y="3086414"/>
                </a:lnTo>
                <a:lnTo>
                  <a:pt x="372856" y="3117494"/>
                </a:lnTo>
                <a:lnTo>
                  <a:pt x="402326" y="3148574"/>
                </a:lnTo>
                <a:lnTo>
                  <a:pt x="431787" y="3179664"/>
                </a:lnTo>
                <a:lnTo>
                  <a:pt x="461258" y="3210744"/>
                </a:lnTo>
                <a:lnTo>
                  <a:pt x="490718" y="3241834"/>
                </a:lnTo>
                <a:lnTo>
                  <a:pt x="520189" y="3272914"/>
                </a:lnTo>
                <a:lnTo>
                  <a:pt x="549650" y="3304003"/>
                </a:lnTo>
                <a:lnTo>
                  <a:pt x="579110" y="3335084"/>
                </a:lnTo>
                <a:lnTo>
                  <a:pt x="608581" y="3366173"/>
                </a:lnTo>
                <a:lnTo>
                  <a:pt x="638042" y="3397253"/>
                </a:lnTo>
                <a:lnTo>
                  <a:pt x="667512" y="3428333"/>
                </a:lnTo>
                <a:lnTo>
                  <a:pt x="696973" y="3459423"/>
                </a:lnTo>
                <a:lnTo>
                  <a:pt x="726443" y="3490503"/>
                </a:lnTo>
                <a:lnTo>
                  <a:pt x="755904" y="3521593"/>
                </a:lnTo>
                <a:lnTo>
                  <a:pt x="785374" y="3552673"/>
                </a:lnTo>
                <a:lnTo>
                  <a:pt x="814835" y="3583762"/>
                </a:lnTo>
                <a:lnTo>
                  <a:pt x="844306" y="3614842"/>
                </a:lnTo>
                <a:lnTo>
                  <a:pt x="873766" y="3631168"/>
                </a:lnTo>
                <a:lnTo>
                  <a:pt x="903237" y="3600088"/>
                </a:lnTo>
                <a:lnTo>
                  <a:pt x="932698" y="3568998"/>
                </a:lnTo>
                <a:lnTo>
                  <a:pt x="962168" y="3537918"/>
                </a:lnTo>
                <a:lnTo>
                  <a:pt x="991629" y="3506838"/>
                </a:lnTo>
                <a:lnTo>
                  <a:pt x="1021099" y="3475749"/>
                </a:lnTo>
                <a:lnTo>
                  <a:pt x="1050560" y="3444669"/>
                </a:lnTo>
                <a:lnTo>
                  <a:pt x="1080030" y="3413579"/>
                </a:lnTo>
                <a:lnTo>
                  <a:pt x="1109491" y="3382499"/>
                </a:lnTo>
                <a:lnTo>
                  <a:pt x="1138961" y="3351409"/>
                </a:lnTo>
                <a:lnTo>
                  <a:pt x="1168422" y="3320329"/>
                </a:lnTo>
                <a:lnTo>
                  <a:pt x="1197893" y="3289240"/>
                </a:lnTo>
                <a:lnTo>
                  <a:pt x="1227353" y="3258160"/>
                </a:lnTo>
                <a:lnTo>
                  <a:pt x="1256814" y="3227080"/>
                </a:lnTo>
                <a:lnTo>
                  <a:pt x="1286285" y="3195990"/>
                </a:lnTo>
                <a:lnTo>
                  <a:pt x="1315745" y="3164910"/>
                </a:lnTo>
                <a:lnTo>
                  <a:pt x="1345216" y="3133820"/>
                </a:lnTo>
                <a:lnTo>
                  <a:pt x="1374677" y="3102740"/>
                </a:lnTo>
                <a:lnTo>
                  <a:pt x="1404147" y="3071651"/>
                </a:lnTo>
                <a:lnTo>
                  <a:pt x="1433608" y="3040571"/>
                </a:lnTo>
                <a:lnTo>
                  <a:pt x="1463078" y="3009481"/>
                </a:lnTo>
                <a:lnTo>
                  <a:pt x="1492539" y="2978401"/>
                </a:lnTo>
                <a:lnTo>
                  <a:pt x="1509370" y="2952750"/>
                </a:lnTo>
                <a:lnTo>
                  <a:pt x="1466536" y="2952750"/>
                </a:lnTo>
                <a:lnTo>
                  <a:pt x="1423711" y="2952750"/>
                </a:lnTo>
                <a:lnTo>
                  <a:pt x="1380877" y="2952750"/>
                </a:lnTo>
                <a:lnTo>
                  <a:pt x="1338043" y="2952750"/>
                </a:lnTo>
                <a:lnTo>
                  <a:pt x="1295219" y="2952750"/>
                </a:lnTo>
                <a:lnTo>
                  <a:pt x="1252385" y="2952750"/>
                </a:lnTo>
                <a:lnTo>
                  <a:pt x="1209561" y="2952750"/>
                </a:lnTo>
                <a:lnTo>
                  <a:pt x="1196978" y="2926775"/>
                </a:lnTo>
                <a:lnTo>
                  <a:pt x="1203436" y="2884427"/>
                </a:lnTo>
                <a:lnTo>
                  <a:pt x="1210066" y="2842117"/>
                </a:lnTo>
                <a:lnTo>
                  <a:pt x="1216695" y="2799798"/>
                </a:lnTo>
                <a:lnTo>
                  <a:pt x="1223324" y="2757488"/>
                </a:lnTo>
                <a:lnTo>
                  <a:pt x="1229954" y="2715177"/>
                </a:lnTo>
                <a:lnTo>
                  <a:pt x="1236593" y="2672858"/>
                </a:lnTo>
                <a:lnTo>
                  <a:pt x="1243222" y="2630548"/>
                </a:lnTo>
                <a:lnTo>
                  <a:pt x="1249851" y="2588228"/>
                </a:lnTo>
                <a:lnTo>
                  <a:pt x="1256481" y="2545918"/>
                </a:lnTo>
                <a:lnTo>
                  <a:pt x="1263120" y="2503608"/>
                </a:lnTo>
                <a:lnTo>
                  <a:pt x="1269749" y="2461289"/>
                </a:lnTo>
                <a:lnTo>
                  <a:pt x="1276379" y="2418979"/>
                </a:lnTo>
                <a:lnTo>
                  <a:pt x="1283008" y="2376659"/>
                </a:lnTo>
                <a:lnTo>
                  <a:pt x="1289637" y="2334349"/>
                </a:lnTo>
                <a:lnTo>
                  <a:pt x="1296276" y="2292039"/>
                </a:lnTo>
                <a:lnTo>
                  <a:pt x="1302906" y="2249719"/>
                </a:lnTo>
                <a:lnTo>
                  <a:pt x="1309640" y="2207428"/>
                </a:lnTo>
                <a:lnTo>
                  <a:pt x="1316460" y="2165137"/>
                </a:lnTo>
                <a:lnTo>
                  <a:pt x="1323451" y="2122884"/>
                </a:lnTo>
                <a:lnTo>
                  <a:pt x="1330500" y="2080641"/>
                </a:lnTo>
                <a:lnTo>
                  <a:pt x="1337539" y="2038388"/>
                </a:lnTo>
                <a:lnTo>
                  <a:pt x="1344587" y="1996145"/>
                </a:lnTo>
                <a:lnTo>
                  <a:pt x="1351636" y="1953901"/>
                </a:lnTo>
                <a:lnTo>
                  <a:pt x="1358684" y="1911648"/>
                </a:lnTo>
                <a:lnTo>
                  <a:pt x="1365733" y="1869405"/>
                </a:lnTo>
                <a:lnTo>
                  <a:pt x="1372781" y="1827162"/>
                </a:lnTo>
                <a:lnTo>
                  <a:pt x="1379830" y="1784909"/>
                </a:lnTo>
                <a:lnTo>
                  <a:pt x="1386878" y="1742665"/>
                </a:lnTo>
                <a:lnTo>
                  <a:pt x="1393917" y="1700413"/>
                </a:lnTo>
                <a:lnTo>
                  <a:pt x="1400966" y="1658169"/>
                </a:lnTo>
                <a:lnTo>
                  <a:pt x="1408014" y="1615926"/>
                </a:lnTo>
                <a:lnTo>
                  <a:pt x="1415063" y="1573673"/>
                </a:lnTo>
                <a:lnTo>
                  <a:pt x="1422111" y="1531430"/>
                </a:lnTo>
                <a:lnTo>
                  <a:pt x="1429255" y="1489196"/>
                </a:lnTo>
                <a:lnTo>
                  <a:pt x="1436580" y="1447000"/>
                </a:lnTo>
                <a:lnTo>
                  <a:pt x="1444133" y="1404842"/>
                </a:lnTo>
                <a:lnTo>
                  <a:pt x="1451867" y="1362713"/>
                </a:lnTo>
                <a:lnTo>
                  <a:pt x="1459611" y="1320594"/>
                </a:lnTo>
                <a:lnTo>
                  <a:pt x="1467355" y="1278465"/>
                </a:lnTo>
                <a:lnTo>
                  <a:pt x="1475099" y="1236345"/>
                </a:lnTo>
                <a:lnTo>
                  <a:pt x="1482833" y="1194216"/>
                </a:lnTo>
                <a:lnTo>
                  <a:pt x="1490577" y="1152087"/>
                </a:lnTo>
                <a:lnTo>
                  <a:pt x="1498321" y="1109967"/>
                </a:lnTo>
                <a:lnTo>
                  <a:pt x="1506055" y="1067838"/>
                </a:lnTo>
                <a:lnTo>
                  <a:pt x="1513799" y="1025719"/>
                </a:lnTo>
                <a:lnTo>
                  <a:pt x="1521543" y="983590"/>
                </a:lnTo>
                <a:lnTo>
                  <a:pt x="1529286" y="941470"/>
                </a:lnTo>
                <a:lnTo>
                  <a:pt x="1537021" y="899341"/>
                </a:lnTo>
                <a:lnTo>
                  <a:pt x="1544765" y="857212"/>
                </a:lnTo>
                <a:lnTo>
                  <a:pt x="1552508" y="815092"/>
                </a:lnTo>
                <a:lnTo>
                  <a:pt x="1560281" y="772973"/>
                </a:lnTo>
                <a:lnTo>
                  <a:pt x="1568577" y="730949"/>
                </a:lnTo>
                <a:lnTo>
                  <a:pt x="1577321" y="689029"/>
                </a:lnTo>
                <a:lnTo>
                  <a:pt x="1587456" y="647424"/>
                </a:lnTo>
                <a:lnTo>
                  <a:pt x="1597600" y="605809"/>
                </a:lnTo>
                <a:lnTo>
                  <a:pt x="1607734" y="564194"/>
                </a:lnTo>
                <a:lnTo>
                  <a:pt x="1617869" y="522580"/>
                </a:lnTo>
                <a:lnTo>
                  <a:pt x="1628003" y="480965"/>
                </a:lnTo>
                <a:lnTo>
                  <a:pt x="1638138" y="439350"/>
                </a:lnTo>
                <a:lnTo>
                  <a:pt x="1648273" y="397735"/>
                </a:lnTo>
                <a:lnTo>
                  <a:pt x="1658407" y="356121"/>
                </a:lnTo>
                <a:lnTo>
                  <a:pt x="1668542" y="314506"/>
                </a:lnTo>
                <a:lnTo>
                  <a:pt x="1678686" y="272891"/>
                </a:lnTo>
                <a:lnTo>
                  <a:pt x="1688821" y="231277"/>
                </a:lnTo>
                <a:lnTo>
                  <a:pt x="1698955" y="189671"/>
                </a:lnTo>
                <a:lnTo>
                  <a:pt x="1709090" y="148057"/>
                </a:lnTo>
                <a:lnTo>
                  <a:pt x="1719224" y="106442"/>
                </a:lnTo>
                <a:lnTo>
                  <a:pt x="1729359" y="64827"/>
                </a:lnTo>
                <a:lnTo>
                  <a:pt x="1733550" y="22498"/>
                </a:lnTo>
                <a:lnTo>
                  <a:pt x="1713214" y="0"/>
                </a:lnTo>
                <a:lnTo>
                  <a:pt x="1670390" y="0"/>
                </a:lnTo>
                <a:lnTo>
                  <a:pt x="1627556" y="0"/>
                </a:lnTo>
                <a:lnTo>
                  <a:pt x="1584722" y="0"/>
                </a:lnTo>
                <a:lnTo>
                  <a:pt x="1541897" y="0"/>
                </a:lnTo>
                <a:lnTo>
                  <a:pt x="1499064" y="0"/>
                </a:lnTo>
                <a:lnTo>
                  <a:pt x="1456230" y="0"/>
                </a:lnTo>
                <a:lnTo>
                  <a:pt x="1413405" y="0"/>
                </a:lnTo>
                <a:lnTo>
                  <a:pt x="1370571" y="0"/>
                </a:lnTo>
                <a:lnTo>
                  <a:pt x="1327747" y="0"/>
                </a:lnTo>
                <a:lnTo>
                  <a:pt x="1284913" y="0"/>
                </a:lnTo>
                <a:lnTo>
                  <a:pt x="1242079" y="0"/>
                </a:lnTo>
                <a:lnTo>
                  <a:pt x="1199255" y="0"/>
                </a:lnTo>
                <a:lnTo>
                  <a:pt x="1156421" y="0"/>
                </a:lnTo>
                <a:lnTo>
                  <a:pt x="1113587" y="0"/>
                </a:lnTo>
                <a:lnTo>
                  <a:pt x="1070762" y="0"/>
                </a:lnTo>
                <a:lnTo>
                  <a:pt x="1027928" y="0"/>
                </a:lnTo>
                <a:lnTo>
                  <a:pt x="985104" y="0"/>
                </a:lnTo>
                <a:lnTo>
                  <a:pt x="942270" y="0"/>
                </a:lnTo>
                <a:lnTo>
                  <a:pt x="899436" y="0"/>
                </a:lnTo>
                <a:lnTo>
                  <a:pt x="856612" y="0"/>
                </a:lnTo>
                <a:lnTo>
                  <a:pt x="813778" y="0"/>
                </a:lnTo>
                <a:lnTo>
                  <a:pt x="770944" y="0"/>
                </a:lnTo>
                <a:lnTo>
                  <a:pt x="728120" y="0"/>
                </a:lnTo>
                <a:lnTo>
                  <a:pt x="685286" y="0"/>
                </a:lnTo>
                <a:lnTo>
                  <a:pt x="642452" y="0"/>
                </a:lnTo>
                <a:lnTo>
                  <a:pt x="599627" y="0"/>
                </a:lnTo>
                <a:lnTo>
                  <a:pt x="556793" y="0"/>
                </a:lnTo>
                <a:lnTo>
                  <a:pt x="513969" y="0"/>
                </a:lnTo>
                <a:lnTo>
                  <a:pt x="471135" y="0"/>
                </a:lnTo>
                <a:lnTo>
                  <a:pt x="428301" y="0"/>
                </a:lnTo>
                <a:lnTo>
                  <a:pt x="385477" y="0"/>
                </a:lnTo>
                <a:lnTo>
                  <a:pt x="342643" y="0"/>
                </a:lnTo>
                <a:lnTo>
                  <a:pt x="299809" y="0"/>
                </a:lnTo>
                <a:lnTo>
                  <a:pt x="256985" y="0"/>
                </a:lnTo>
                <a:lnTo>
                  <a:pt x="214151" y="0"/>
                </a:lnTo>
                <a:lnTo>
                  <a:pt x="171326" y="0"/>
                </a:lnTo>
                <a:lnTo>
                  <a:pt x="128492" y="0"/>
                </a:lnTo>
                <a:lnTo>
                  <a:pt x="85658" y="0"/>
                </a:lnTo>
                <a:lnTo>
                  <a:pt x="42834" y="0"/>
                </a:lnTo>
                <a:lnTo>
                  <a:pt x="0" y="0"/>
                </a:lnTo>
                <a:close/>
              </a:path>
            </a:pathLst>
          </a:custGeom>
          <a:gradFill xmlns:a="http://schemas.openxmlformats.org/drawingml/2006/main">
            <a:gsLst>
              <a:gs pos="0">
                <a:srgbClr val="000000"/>
              </a:gs>
              <a:gs pos="42">
                <a:srgbClr val="B8D8F2">
                  <a:alpha val="16000"/>
                </a:srgbClr>
              </a:gs>
              <a:gs pos="76">
                <a:srgbClr val="8FC4EE">
                  <a:alpha val="32000"/>
                </a:srgbClr>
              </a:gs>
              <a:gs pos="100">
                <a:srgbClr val="72B3E8">
                  <a:alpha val="52000"/>
                </a:srgbClr>
              </a:gs>
            </a:gsLst>
            <a:lin ang="10800000"/>
          </a:gradFill>
          <a:ln xmlns:a="http://schemas.openxmlformats.org/drawingml/2006/main" w="9525">
            <a:noFill/>
            <a:prstDash val="solid"/>
          </a:ln>
        </p:spPr>
      </p:sp>
      <p:sp>
        <p:nvSpPr>
          <p:cNvPr id="44" name="phase-label-0">
            <a:extLst xmlns:a="http://schemas.openxmlformats.org/drawingml/2006/main">
              <a:ext uri="{FF2B5EF4-FFF2-40B4-BE49-F238E27FC236}">
                <a16:creationId xmlns:a16="http://schemas.microsoft.com/office/drawing/2014/main" id="{EAF4A235-77B4-4CFF-9CA8-56D4578C8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1638300"/>
            <a:ext cx="228600" cy="2293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阶段一</a:t>
            </a:r>
          </a:p>
        </p:txBody>
      </p:sp>
      <p:sp>
        <p:nvSpPr>
          <p:cNvPr id="45" name="phase-label-1">
            <a:extLst xmlns:a="http://schemas.openxmlformats.org/drawingml/2006/main">
              <a:ext uri="{FF2B5EF4-FFF2-40B4-BE49-F238E27FC236}">
                <a16:creationId xmlns:a16="http://schemas.microsoft.com/office/drawing/2014/main" id="{8DA3C2A4-EEEA-4F3B-8078-9817C77A0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3931891"/>
            <a:ext cx="228600" cy="227826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阶段二</a:t>
            </a:r>
          </a:p>
        </p:txBody>
      </p:sp>
      <p:sp>
        <p:nvSpPr>
          <p:cNvPr id="46" name="funnel-step-title-0">
            <a:extLst xmlns:a="http://schemas.openxmlformats.org/drawingml/2006/main">
              <a:ext uri="{FF2B5EF4-FFF2-40B4-BE49-F238E27FC236}">
                <a16:creationId xmlns:a16="http://schemas.microsoft.com/office/drawing/2014/main" id="{D32E0D94-9396-494C-8629-C3B897B8B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357343" y="2702128"/>
            <a:ext cx="2524573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3600"/>
              </a:lnSpc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广泛触达</a:t>
            </a:r>
          </a:p>
        </p:txBody>
      </p:sp>
      <p:sp>
        <p:nvSpPr>
          <p:cNvPr id="47" name="funnel-step-title-1">
            <a:extLst xmlns:a="http://schemas.openxmlformats.org/drawingml/2006/main">
              <a:ext uri="{FF2B5EF4-FFF2-40B4-BE49-F238E27FC236}">
                <a16:creationId xmlns:a16="http://schemas.microsoft.com/office/drawing/2014/main" id="{276FB1A8-3645-44B2-864F-E8782173F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608632" y="3429895"/>
            <a:ext cx="2021977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3600"/>
              </a:lnSpc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兴趣识别</a:t>
            </a:r>
          </a:p>
        </p:txBody>
      </p:sp>
      <p:sp>
        <p:nvSpPr>
          <p:cNvPr id="48" name="funnel-step-title-2">
            <a:extLst xmlns:a="http://schemas.openxmlformats.org/drawingml/2006/main">
              <a:ext uri="{FF2B5EF4-FFF2-40B4-BE49-F238E27FC236}">
                <a16:creationId xmlns:a16="http://schemas.microsoft.com/office/drawing/2014/main" id="{F7CC8058-3741-4290-8822-96D25B34C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837232" y="4157663"/>
            <a:ext cx="1564777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3600"/>
              </a:lnSpc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意向培育</a:t>
            </a:r>
          </a:p>
        </p:txBody>
      </p:sp>
      <p:sp>
        <p:nvSpPr>
          <p:cNvPr id="49" name="funnel-step-title-3">
            <a:extLst xmlns:a="http://schemas.openxmlformats.org/drawingml/2006/main">
              <a:ext uri="{FF2B5EF4-FFF2-40B4-BE49-F238E27FC236}">
                <a16:creationId xmlns:a16="http://schemas.microsoft.com/office/drawing/2014/main" id="{D895D9FB-C2AA-4D91-B5B2-E854C695F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52221" y="4885287"/>
            <a:ext cx="1134818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3600"/>
              </a:lnSpc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行动转化</a:t>
            </a:r>
          </a:p>
        </p:txBody>
      </p:sp>
      <p:sp>
        <p:nvSpPr>
          <p:cNvPr id="50" name="funnel-step-title-4">
            <a:extLst xmlns:a="http://schemas.openxmlformats.org/drawingml/2006/main">
              <a:ext uri="{FF2B5EF4-FFF2-40B4-BE49-F238E27FC236}">
                <a16:creationId xmlns:a16="http://schemas.microsoft.com/office/drawing/2014/main" id="{F1E0DD31-7C27-4853-857A-3739A1D5F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200525" y="5613054"/>
            <a:ext cx="8382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持续留存</a:t>
            </a:r>
          </a:p>
        </p:txBody>
      </p:sp>
      <p:sp>
        <p:nvSpPr>
          <p:cNvPr id="51" name="input-core-0">
            <a:extLst xmlns:a="http://schemas.openxmlformats.org/drawingml/2006/main">
              <a:ext uri="{FF2B5EF4-FFF2-40B4-BE49-F238E27FC236}">
                <a16:creationId xmlns:a16="http://schemas.microsoft.com/office/drawing/2014/main" id="{7BCC61A2-9A31-4EEB-8790-A90CEAD9C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62275" y="194310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23"/>
          <a:fontRef xmlns:a="http://schemas.openxmlformats.org/drawingml/2006/main" idx="major"/>
        </p:style>
      </p:sp>
      <p:pic>
        <p:nvPicPr>
          <p:cNvPr id="1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6125f36720c413b">
            <a:extLst>
              <a:ext uri="{96DAC541-7B7A-43D3-8B79-37D633B846F1}">
                <asvg:svgBlip xmlns:asvg="http://schemas.microsoft.com/office/drawing/2016/SVG/main" r:embed="R11fee1e3f92d4f64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3057525" y="2038350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53" name="input-core-1">
            <a:extLst xmlns:a="http://schemas.openxmlformats.org/drawingml/2006/main">
              <a:ext uri="{FF2B5EF4-FFF2-40B4-BE49-F238E27FC236}">
                <a16:creationId xmlns:a16="http://schemas.microsoft.com/office/drawing/2014/main" id="{7471C491-2B81-4042-A55D-332C89AA6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562350" y="1762125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23"/>
          <a:fontRef xmlns:a="http://schemas.openxmlformats.org/drawingml/2006/main" idx="major"/>
        </p:style>
      </p:sp>
      <p:pic>
        <p:nvPicPr>
          <p:cNvPr id="1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364ba94791e47da">
            <a:extLst>
              <a:ext uri="{96DAC541-7B7A-43D3-8B79-37D633B846F1}">
                <asvg:svgBlip xmlns:asvg="http://schemas.microsoft.com/office/drawing/2016/SVG/main" r:embed="R62a0c1e703c04927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3657600" y="1857375"/>
            <a:ext cx="209550" cy="209550"/>
          </a:xfrm>
          <a:prstGeom xmlns:a="http://schemas.openxmlformats.org/drawingml/2006/main" prst="rect">
            <a:avLst/>
          </a:prstGeom>
        </p:spPr>
      </p:pic>
      <p:sp>
        <p:nvSpPr>
          <p:cNvPr id="55" name="input-core-2">
            <a:extLst xmlns:a="http://schemas.openxmlformats.org/drawingml/2006/main">
              <a:ext uri="{FF2B5EF4-FFF2-40B4-BE49-F238E27FC236}">
                <a16:creationId xmlns:a16="http://schemas.microsoft.com/office/drawing/2014/main" id="{B64FEF85-001C-4C4F-A157-2218A2901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105275" y="162877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23"/>
          <a:fontRef xmlns:a="http://schemas.openxmlformats.org/drawingml/2006/main" idx="major"/>
        </p:style>
      </p:sp>
      <p:pic>
        <p:nvPicPr>
          <p:cNvPr id="1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806f130758e4dc5">
            <a:extLst>
              <a:ext uri="{96DAC541-7B7A-43D3-8B79-37D633B846F1}">
                <asvg:svgBlip xmlns:asvg="http://schemas.microsoft.com/office/drawing/2016/SVG/main" r:embed="R1658754baac24b8b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4200525" y="1724025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57" name="input-core-3">
            <a:extLst xmlns:a="http://schemas.openxmlformats.org/drawingml/2006/main">
              <a:ext uri="{FF2B5EF4-FFF2-40B4-BE49-F238E27FC236}">
                <a16:creationId xmlns:a16="http://schemas.microsoft.com/office/drawing/2014/main" id="{3872FC79-F826-44AB-B406-AA1ECB0E6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705350" y="1704975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23"/>
          <a:fontRef xmlns:a="http://schemas.openxmlformats.org/drawingml/2006/main" idx="major"/>
        </p:style>
      </p:sp>
      <p:pic>
        <p:nvPicPr>
          <p:cNvPr id="1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98cc175812b4192">
            <a:extLst>
              <a:ext uri="{96DAC541-7B7A-43D3-8B79-37D633B846F1}">
                <asvg:svgBlip xmlns:asvg="http://schemas.microsoft.com/office/drawing/2016/SVG/main" r:embed="R1eb03a50fb884cec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4800600" y="1800225"/>
            <a:ext cx="209550" cy="209550"/>
          </a:xfrm>
          <a:prstGeom xmlns:a="http://schemas.openxmlformats.org/drawingml/2006/main" prst="rect">
            <a:avLst/>
          </a:prstGeom>
        </p:spPr>
      </p:pic>
      <p:sp>
        <p:nvSpPr>
          <p:cNvPr id="59" name="input-core-4">
            <a:extLst xmlns:a="http://schemas.openxmlformats.org/drawingml/2006/main">
              <a:ext uri="{FF2B5EF4-FFF2-40B4-BE49-F238E27FC236}">
                <a16:creationId xmlns:a16="http://schemas.microsoft.com/office/drawing/2014/main" id="{52C1C58C-B886-475B-87D2-0B8327735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48275" y="18097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23"/>
          <a:fontRef xmlns:a="http://schemas.openxmlformats.org/drawingml/2006/main" idx="major"/>
        </p:style>
      </p:sp>
      <p:pic>
        <p:nvPicPr>
          <p:cNvPr id="1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b465d709c7643e5">
            <a:extLst>
              <a:ext uri="{96DAC541-7B7A-43D3-8B79-37D633B846F1}">
                <asvg:svgBlip xmlns:asvg="http://schemas.microsoft.com/office/drawing/2016/SVG/main" r:embed="R6c6bcf7401eb4bad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5343525" y="1905000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61" name="input-core-5">
            <a:extLst xmlns:a="http://schemas.openxmlformats.org/drawingml/2006/main">
              <a:ext uri="{FF2B5EF4-FFF2-40B4-BE49-F238E27FC236}">
                <a16:creationId xmlns:a16="http://schemas.microsoft.com/office/drawing/2014/main" id="{786EFB99-C360-44EF-A199-B1C0E2A20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848350" y="1952625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23"/>
          <a:fontRef xmlns:a="http://schemas.openxmlformats.org/drawingml/2006/main" idx="major"/>
        </p:style>
      </p:sp>
      <p:pic>
        <p:nvPicPr>
          <p:cNvPr id="1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e674c0b67a246f5">
            <a:extLst>
              <a:ext uri="{96DAC541-7B7A-43D3-8B79-37D633B846F1}">
                <asvg:svgBlip xmlns:asvg="http://schemas.microsoft.com/office/drawing/2016/SVG/main" r:embed="R26997812dd864790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5943600" y="2047875"/>
            <a:ext cx="209550" cy="2095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6337554"/>
      </p:ext>
    </p:extLst>
  </p:cSld>
</p:sld>
</file>

<file path=ppt/slides/slide4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5" name="phase-band-0">
            <a:extLst xmlns:a="http://schemas.openxmlformats.org/drawingml/2006/main">
              <a:ext uri="{FF2B5EF4-FFF2-40B4-BE49-F238E27FC236}">
                <a16:creationId xmlns:a16="http://schemas.microsoft.com/office/drawing/2014/main" id="{F881E333-2007-4464-BE01-27150EE9E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1638300"/>
            <a:ext cx="11144250" cy="229359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phase-band-1">
            <a:extLst xmlns:a="http://schemas.openxmlformats.org/drawingml/2006/main">
              <a:ext uri="{FF2B5EF4-FFF2-40B4-BE49-F238E27FC236}">
                <a16:creationId xmlns:a16="http://schemas.microsoft.com/office/drawing/2014/main" id="{0B554D68-FB69-43DA-A5AB-C22875735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3931891"/>
            <a:ext cx="11144250" cy="227826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38100">
            <a:solidFill>
              <a:srgbClr val="FFFFFF"/>
            </a:solidFill>
            <a:prstDash val="solid"/>
          </a:ln>
        </p:spPr>
      </p:sp>
      <p:sp>
        <p:nvSpPr>
          <p:cNvPr id="3" name="phase-rail-0">
            <a:extLst xmlns:a="http://schemas.openxmlformats.org/drawingml/2006/main">
              <a:ext uri="{FF2B5EF4-FFF2-40B4-BE49-F238E27FC236}">
                <a16:creationId xmlns:a16="http://schemas.microsoft.com/office/drawing/2014/main" id="{F932569D-F5B4-47A5-A0E5-5B2B3AFB9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1638300"/>
            <a:ext cx="514350" cy="2288981"/>
          </a:xfrm>
          <a:custGeom xmlns:a="http://schemas.openxmlformats.org/drawingml/2006/main">
            <a:pathLst>
              <a:path w="514350" h="2288981">
                <a:moveTo>
                  <a:pt x="0" y="0"/>
                </a:moveTo>
                <a:lnTo>
                  <a:pt x="22517" y="0"/>
                </a:lnTo>
                <a:lnTo>
                  <a:pt x="45034" y="0"/>
                </a:lnTo>
                <a:lnTo>
                  <a:pt x="67551" y="0"/>
                </a:lnTo>
                <a:lnTo>
                  <a:pt x="90068" y="0"/>
                </a:lnTo>
                <a:lnTo>
                  <a:pt x="112586" y="0"/>
                </a:lnTo>
                <a:lnTo>
                  <a:pt x="135103" y="0"/>
                </a:lnTo>
                <a:lnTo>
                  <a:pt x="157620" y="0"/>
                </a:lnTo>
                <a:lnTo>
                  <a:pt x="180137" y="0"/>
                </a:lnTo>
                <a:lnTo>
                  <a:pt x="202663" y="0"/>
                </a:lnTo>
                <a:lnTo>
                  <a:pt x="225181" y="0"/>
                </a:lnTo>
                <a:lnTo>
                  <a:pt x="247698" y="0"/>
                </a:lnTo>
                <a:lnTo>
                  <a:pt x="270215" y="0"/>
                </a:lnTo>
                <a:lnTo>
                  <a:pt x="292732" y="0"/>
                </a:lnTo>
                <a:lnTo>
                  <a:pt x="315249" y="0"/>
                </a:lnTo>
                <a:lnTo>
                  <a:pt x="337766" y="0"/>
                </a:lnTo>
                <a:lnTo>
                  <a:pt x="360283" y="0"/>
                </a:lnTo>
                <a:lnTo>
                  <a:pt x="382800" y="0"/>
                </a:lnTo>
                <a:lnTo>
                  <a:pt x="405317" y="0"/>
                </a:lnTo>
                <a:lnTo>
                  <a:pt x="427834" y="0"/>
                </a:lnTo>
                <a:lnTo>
                  <a:pt x="450352" y="0"/>
                </a:lnTo>
                <a:lnTo>
                  <a:pt x="472869" y="0"/>
                </a:lnTo>
                <a:lnTo>
                  <a:pt x="495386" y="0"/>
                </a:lnTo>
                <a:lnTo>
                  <a:pt x="514350" y="3553"/>
                </a:lnTo>
                <a:lnTo>
                  <a:pt x="514350" y="26070"/>
                </a:lnTo>
                <a:lnTo>
                  <a:pt x="514350" y="48587"/>
                </a:lnTo>
                <a:lnTo>
                  <a:pt x="514350" y="71104"/>
                </a:lnTo>
                <a:lnTo>
                  <a:pt x="514350" y="93621"/>
                </a:lnTo>
                <a:lnTo>
                  <a:pt x="514350" y="116138"/>
                </a:lnTo>
                <a:lnTo>
                  <a:pt x="514350" y="138655"/>
                </a:lnTo>
                <a:lnTo>
                  <a:pt x="514350" y="161182"/>
                </a:lnTo>
                <a:lnTo>
                  <a:pt x="514350" y="183699"/>
                </a:lnTo>
                <a:lnTo>
                  <a:pt x="514350" y="206216"/>
                </a:lnTo>
                <a:lnTo>
                  <a:pt x="514350" y="228733"/>
                </a:lnTo>
                <a:lnTo>
                  <a:pt x="514350" y="251250"/>
                </a:lnTo>
                <a:lnTo>
                  <a:pt x="514350" y="273768"/>
                </a:lnTo>
                <a:lnTo>
                  <a:pt x="514350" y="296285"/>
                </a:lnTo>
                <a:lnTo>
                  <a:pt x="514350" y="318802"/>
                </a:lnTo>
                <a:lnTo>
                  <a:pt x="514350" y="341319"/>
                </a:lnTo>
                <a:lnTo>
                  <a:pt x="514350" y="363836"/>
                </a:lnTo>
                <a:lnTo>
                  <a:pt x="514350" y="386353"/>
                </a:lnTo>
                <a:lnTo>
                  <a:pt x="514350" y="408870"/>
                </a:lnTo>
                <a:lnTo>
                  <a:pt x="514350" y="431387"/>
                </a:lnTo>
                <a:lnTo>
                  <a:pt x="514350" y="453904"/>
                </a:lnTo>
                <a:lnTo>
                  <a:pt x="514350" y="476421"/>
                </a:lnTo>
                <a:lnTo>
                  <a:pt x="514350" y="498939"/>
                </a:lnTo>
                <a:lnTo>
                  <a:pt x="514350" y="521456"/>
                </a:lnTo>
                <a:lnTo>
                  <a:pt x="514350" y="543973"/>
                </a:lnTo>
                <a:lnTo>
                  <a:pt x="514350" y="566490"/>
                </a:lnTo>
                <a:lnTo>
                  <a:pt x="514350" y="589007"/>
                </a:lnTo>
                <a:lnTo>
                  <a:pt x="514350" y="611524"/>
                </a:lnTo>
                <a:lnTo>
                  <a:pt x="514350" y="634041"/>
                </a:lnTo>
                <a:lnTo>
                  <a:pt x="514350" y="656558"/>
                </a:lnTo>
                <a:lnTo>
                  <a:pt x="514350" y="679075"/>
                </a:lnTo>
                <a:lnTo>
                  <a:pt x="514350" y="701592"/>
                </a:lnTo>
                <a:lnTo>
                  <a:pt x="514350" y="724110"/>
                </a:lnTo>
                <a:lnTo>
                  <a:pt x="514350" y="746627"/>
                </a:lnTo>
                <a:lnTo>
                  <a:pt x="514350" y="769144"/>
                </a:lnTo>
                <a:lnTo>
                  <a:pt x="514350" y="791661"/>
                </a:lnTo>
                <a:lnTo>
                  <a:pt x="514350" y="814178"/>
                </a:lnTo>
                <a:lnTo>
                  <a:pt x="514350" y="836695"/>
                </a:lnTo>
                <a:lnTo>
                  <a:pt x="514350" y="859212"/>
                </a:lnTo>
                <a:lnTo>
                  <a:pt x="514350" y="881729"/>
                </a:lnTo>
                <a:lnTo>
                  <a:pt x="514350" y="904246"/>
                </a:lnTo>
                <a:lnTo>
                  <a:pt x="514350" y="926763"/>
                </a:lnTo>
                <a:lnTo>
                  <a:pt x="514350" y="949281"/>
                </a:lnTo>
                <a:lnTo>
                  <a:pt x="514350" y="971798"/>
                </a:lnTo>
                <a:lnTo>
                  <a:pt x="514350" y="994324"/>
                </a:lnTo>
                <a:lnTo>
                  <a:pt x="514350" y="1016841"/>
                </a:lnTo>
                <a:lnTo>
                  <a:pt x="514350" y="1039358"/>
                </a:lnTo>
                <a:lnTo>
                  <a:pt x="514350" y="1061876"/>
                </a:lnTo>
                <a:lnTo>
                  <a:pt x="514350" y="1084393"/>
                </a:lnTo>
                <a:lnTo>
                  <a:pt x="514350" y="1106910"/>
                </a:lnTo>
                <a:lnTo>
                  <a:pt x="514350" y="1129427"/>
                </a:lnTo>
                <a:lnTo>
                  <a:pt x="514350" y="1151944"/>
                </a:lnTo>
                <a:lnTo>
                  <a:pt x="514350" y="1174461"/>
                </a:lnTo>
                <a:lnTo>
                  <a:pt x="514350" y="1196978"/>
                </a:lnTo>
                <a:lnTo>
                  <a:pt x="514350" y="1219495"/>
                </a:lnTo>
                <a:lnTo>
                  <a:pt x="514350" y="1242012"/>
                </a:lnTo>
                <a:lnTo>
                  <a:pt x="514350" y="1264529"/>
                </a:lnTo>
                <a:lnTo>
                  <a:pt x="514350" y="1287047"/>
                </a:lnTo>
                <a:lnTo>
                  <a:pt x="514350" y="1309564"/>
                </a:lnTo>
                <a:lnTo>
                  <a:pt x="514350" y="1332081"/>
                </a:lnTo>
                <a:lnTo>
                  <a:pt x="514350" y="1354598"/>
                </a:lnTo>
                <a:lnTo>
                  <a:pt x="514350" y="1377115"/>
                </a:lnTo>
                <a:lnTo>
                  <a:pt x="514350" y="1399632"/>
                </a:lnTo>
                <a:lnTo>
                  <a:pt x="514350" y="1422149"/>
                </a:lnTo>
                <a:lnTo>
                  <a:pt x="514350" y="1444666"/>
                </a:lnTo>
                <a:lnTo>
                  <a:pt x="514350" y="1467183"/>
                </a:lnTo>
                <a:lnTo>
                  <a:pt x="514350" y="1489700"/>
                </a:lnTo>
                <a:lnTo>
                  <a:pt x="514350" y="1512218"/>
                </a:lnTo>
                <a:lnTo>
                  <a:pt x="514350" y="1534735"/>
                </a:lnTo>
                <a:lnTo>
                  <a:pt x="514350" y="1557252"/>
                </a:lnTo>
                <a:lnTo>
                  <a:pt x="514350" y="1579769"/>
                </a:lnTo>
                <a:lnTo>
                  <a:pt x="514350" y="1602286"/>
                </a:lnTo>
                <a:lnTo>
                  <a:pt x="514350" y="1624803"/>
                </a:lnTo>
                <a:lnTo>
                  <a:pt x="514350" y="1647320"/>
                </a:lnTo>
                <a:lnTo>
                  <a:pt x="514350" y="1669837"/>
                </a:lnTo>
                <a:lnTo>
                  <a:pt x="514350" y="1692354"/>
                </a:lnTo>
                <a:lnTo>
                  <a:pt x="514350" y="1714871"/>
                </a:lnTo>
                <a:lnTo>
                  <a:pt x="514350" y="1737389"/>
                </a:lnTo>
                <a:lnTo>
                  <a:pt x="514350" y="1759906"/>
                </a:lnTo>
                <a:lnTo>
                  <a:pt x="514350" y="1782423"/>
                </a:lnTo>
                <a:lnTo>
                  <a:pt x="514350" y="1804940"/>
                </a:lnTo>
                <a:lnTo>
                  <a:pt x="514350" y="1827457"/>
                </a:lnTo>
                <a:lnTo>
                  <a:pt x="514350" y="1849984"/>
                </a:lnTo>
                <a:lnTo>
                  <a:pt x="514350" y="1872501"/>
                </a:lnTo>
                <a:lnTo>
                  <a:pt x="514350" y="1895018"/>
                </a:lnTo>
                <a:lnTo>
                  <a:pt x="514350" y="1917535"/>
                </a:lnTo>
                <a:lnTo>
                  <a:pt x="514350" y="1940052"/>
                </a:lnTo>
                <a:lnTo>
                  <a:pt x="514350" y="1962569"/>
                </a:lnTo>
                <a:lnTo>
                  <a:pt x="514350" y="1985086"/>
                </a:lnTo>
                <a:lnTo>
                  <a:pt x="514350" y="2007603"/>
                </a:lnTo>
                <a:lnTo>
                  <a:pt x="514350" y="2030120"/>
                </a:lnTo>
                <a:lnTo>
                  <a:pt x="514350" y="2052638"/>
                </a:lnTo>
                <a:lnTo>
                  <a:pt x="514350" y="2075155"/>
                </a:lnTo>
                <a:lnTo>
                  <a:pt x="514350" y="2097672"/>
                </a:lnTo>
                <a:lnTo>
                  <a:pt x="514350" y="2120189"/>
                </a:lnTo>
                <a:lnTo>
                  <a:pt x="514350" y="2142706"/>
                </a:lnTo>
                <a:lnTo>
                  <a:pt x="501672" y="2157765"/>
                </a:lnTo>
                <a:lnTo>
                  <a:pt x="481984" y="2168700"/>
                </a:lnTo>
                <a:lnTo>
                  <a:pt x="462305" y="2179634"/>
                </a:lnTo>
                <a:lnTo>
                  <a:pt x="442617" y="2190569"/>
                </a:lnTo>
                <a:lnTo>
                  <a:pt x="422939" y="2201504"/>
                </a:lnTo>
                <a:lnTo>
                  <a:pt x="403250" y="2212438"/>
                </a:lnTo>
                <a:lnTo>
                  <a:pt x="383562" y="2223373"/>
                </a:lnTo>
                <a:lnTo>
                  <a:pt x="363884" y="2234308"/>
                </a:lnTo>
                <a:lnTo>
                  <a:pt x="344195" y="2245243"/>
                </a:lnTo>
                <a:lnTo>
                  <a:pt x="324517" y="2256177"/>
                </a:lnTo>
                <a:lnTo>
                  <a:pt x="304829" y="2267112"/>
                </a:lnTo>
                <a:lnTo>
                  <a:pt x="285150" y="2278047"/>
                </a:lnTo>
                <a:lnTo>
                  <a:pt x="265462" y="2288981"/>
                </a:lnTo>
                <a:lnTo>
                  <a:pt x="245783" y="2287257"/>
                </a:lnTo>
                <a:lnTo>
                  <a:pt x="226095" y="2276323"/>
                </a:lnTo>
                <a:lnTo>
                  <a:pt x="206407" y="2265388"/>
                </a:lnTo>
                <a:lnTo>
                  <a:pt x="186728" y="2254453"/>
                </a:lnTo>
                <a:lnTo>
                  <a:pt x="167040" y="2243519"/>
                </a:lnTo>
                <a:lnTo>
                  <a:pt x="147361" y="2232584"/>
                </a:lnTo>
                <a:lnTo>
                  <a:pt x="127673" y="2221649"/>
                </a:lnTo>
                <a:lnTo>
                  <a:pt x="107994" y="2210714"/>
                </a:lnTo>
                <a:lnTo>
                  <a:pt x="88306" y="2199780"/>
                </a:lnTo>
                <a:lnTo>
                  <a:pt x="68628" y="2188845"/>
                </a:lnTo>
                <a:lnTo>
                  <a:pt x="48939" y="2177901"/>
                </a:lnTo>
                <a:lnTo>
                  <a:pt x="29251" y="2166966"/>
                </a:lnTo>
                <a:lnTo>
                  <a:pt x="9573" y="2156031"/>
                </a:lnTo>
                <a:lnTo>
                  <a:pt x="0" y="2139153"/>
                </a:lnTo>
                <a:lnTo>
                  <a:pt x="0" y="2116636"/>
                </a:lnTo>
                <a:lnTo>
                  <a:pt x="0" y="2094109"/>
                </a:lnTo>
                <a:lnTo>
                  <a:pt x="0" y="2071592"/>
                </a:lnTo>
                <a:lnTo>
                  <a:pt x="0" y="2049075"/>
                </a:lnTo>
                <a:lnTo>
                  <a:pt x="0" y="2026558"/>
                </a:lnTo>
                <a:lnTo>
                  <a:pt x="0" y="2004041"/>
                </a:lnTo>
                <a:lnTo>
                  <a:pt x="0" y="1981524"/>
                </a:lnTo>
                <a:lnTo>
                  <a:pt x="0" y="1959007"/>
                </a:lnTo>
                <a:lnTo>
                  <a:pt x="0" y="1936490"/>
                </a:lnTo>
                <a:lnTo>
                  <a:pt x="0" y="1913973"/>
                </a:lnTo>
                <a:lnTo>
                  <a:pt x="0" y="1891455"/>
                </a:lnTo>
                <a:lnTo>
                  <a:pt x="0" y="1868938"/>
                </a:lnTo>
                <a:lnTo>
                  <a:pt x="0" y="1846421"/>
                </a:lnTo>
                <a:lnTo>
                  <a:pt x="0" y="1823904"/>
                </a:lnTo>
                <a:lnTo>
                  <a:pt x="0" y="1801387"/>
                </a:lnTo>
                <a:lnTo>
                  <a:pt x="0" y="1778870"/>
                </a:lnTo>
                <a:lnTo>
                  <a:pt x="0" y="1756353"/>
                </a:lnTo>
                <a:lnTo>
                  <a:pt x="0" y="1733836"/>
                </a:lnTo>
                <a:lnTo>
                  <a:pt x="0" y="1711319"/>
                </a:lnTo>
                <a:lnTo>
                  <a:pt x="0" y="1688802"/>
                </a:lnTo>
                <a:lnTo>
                  <a:pt x="0" y="1666284"/>
                </a:lnTo>
                <a:lnTo>
                  <a:pt x="0" y="1643767"/>
                </a:lnTo>
                <a:lnTo>
                  <a:pt x="0" y="1621250"/>
                </a:lnTo>
                <a:lnTo>
                  <a:pt x="0" y="1598733"/>
                </a:lnTo>
                <a:lnTo>
                  <a:pt x="0" y="1576216"/>
                </a:lnTo>
                <a:lnTo>
                  <a:pt x="0" y="1553699"/>
                </a:lnTo>
                <a:lnTo>
                  <a:pt x="0" y="1531182"/>
                </a:lnTo>
                <a:lnTo>
                  <a:pt x="0" y="1508665"/>
                </a:lnTo>
                <a:lnTo>
                  <a:pt x="0" y="1486148"/>
                </a:lnTo>
                <a:lnTo>
                  <a:pt x="0" y="1463631"/>
                </a:lnTo>
                <a:lnTo>
                  <a:pt x="0" y="1441113"/>
                </a:lnTo>
                <a:lnTo>
                  <a:pt x="0" y="1418596"/>
                </a:lnTo>
                <a:lnTo>
                  <a:pt x="0" y="1396079"/>
                </a:lnTo>
                <a:lnTo>
                  <a:pt x="0" y="1373562"/>
                </a:lnTo>
                <a:lnTo>
                  <a:pt x="0" y="1351045"/>
                </a:lnTo>
                <a:lnTo>
                  <a:pt x="0" y="1328528"/>
                </a:lnTo>
                <a:lnTo>
                  <a:pt x="0" y="1306011"/>
                </a:lnTo>
                <a:lnTo>
                  <a:pt x="0" y="1283494"/>
                </a:lnTo>
                <a:lnTo>
                  <a:pt x="0" y="1260967"/>
                </a:lnTo>
                <a:lnTo>
                  <a:pt x="0" y="1238450"/>
                </a:lnTo>
                <a:lnTo>
                  <a:pt x="0" y="1215933"/>
                </a:lnTo>
                <a:lnTo>
                  <a:pt x="0" y="1193416"/>
                </a:lnTo>
                <a:lnTo>
                  <a:pt x="0" y="1170899"/>
                </a:lnTo>
                <a:lnTo>
                  <a:pt x="0" y="1148382"/>
                </a:lnTo>
                <a:lnTo>
                  <a:pt x="0" y="1125865"/>
                </a:lnTo>
                <a:lnTo>
                  <a:pt x="0" y="1103347"/>
                </a:lnTo>
                <a:lnTo>
                  <a:pt x="0" y="1080830"/>
                </a:lnTo>
                <a:lnTo>
                  <a:pt x="0" y="1058313"/>
                </a:lnTo>
                <a:lnTo>
                  <a:pt x="0" y="1035796"/>
                </a:lnTo>
                <a:lnTo>
                  <a:pt x="0" y="1013279"/>
                </a:lnTo>
                <a:lnTo>
                  <a:pt x="0" y="990762"/>
                </a:lnTo>
                <a:lnTo>
                  <a:pt x="0" y="968245"/>
                </a:lnTo>
                <a:lnTo>
                  <a:pt x="0" y="945728"/>
                </a:lnTo>
                <a:lnTo>
                  <a:pt x="0" y="923211"/>
                </a:lnTo>
                <a:lnTo>
                  <a:pt x="0" y="900694"/>
                </a:lnTo>
                <a:lnTo>
                  <a:pt x="0" y="878176"/>
                </a:lnTo>
                <a:lnTo>
                  <a:pt x="0" y="855659"/>
                </a:lnTo>
                <a:lnTo>
                  <a:pt x="0" y="833142"/>
                </a:lnTo>
                <a:lnTo>
                  <a:pt x="0" y="810625"/>
                </a:lnTo>
                <a:lnTo>
                  <a:pt x="0" y="788108"/>
                </a:lnTo>
                <a:lnTo>
                  <a:pt x="0" y="765591"/>
                </a:lnTo>
                <a:lnTo>
                  <a:pt x="0" y="743074"/>
                </a:lnTo>
                <a:lnTo>
                  <a:pt x="0" y="720557"/>
                </a:lnTo>
                <a:lnTo>
                  <a:pt x="0" y="698040"/>
                </a:lnTo>
                <a:lnTo>
                  <a:pt x="0" y="675523"/>
                </a:lnTo>
                <a:lnTo>
                  <a:pt x="0" y="653005"/>
                </a:lnTo>
                <a:lnTo>
                  <a:pt x="0" y="630488"/>
                </a:lnTo>
                <a:lnTo>
                  <a:pt x="0" y="607971"/>
                </a:lnTo>
                <a:lnTo>
                  <a:pt x="0" y="585454"/>
                </a:lnTo>
                <a:lnTo>
                  <a:pt x="0" y="562937"/>
                </a:lnTo>
                <a:lnTo>
                  <a:pt x="0" y="540420"/>
                </a:lnTo>
                <a:lnTo>
                  <a:pt x="0" y="517903"/>
                </a:lnTo>
                <a:lnTo>
                  <a:pt x="0" y="495386"/>
                </a:lnTo>
                <a:lnTo>
                  <a:pt x="0" y="472869"/>
                </a:lnTo>
                <a:lnTo>
                  <a:pt x="0" y="450352"/>
                </a:lnTo>
                <a:lnTo>
                  <a:pt x="0" y="427834"/>
                </a:lnTo>
                <a:lnTo>
                  <a:pt x="0" y="405308"/>
                </a:lnTo>
                <a:lnTo>
                  <a:pt x="0" y="382791"/>
                </a:lnTo>
                <a:lnTo>
                  <a:pt x="0" y="360274"/>
                </a:lnTo>
                <a:lnTo>
                  <a:pt x="0" y="337757"/>
                </a:lnTo>
                <a:lnTo>
                  <a:pt x="0" y="315239"/>
                </a:lnTo>
                <a:lnTo>
                  <a:pt x="0" y="292722"/>
                </a:lnTo>
                <a:lnTo>
                  <a:pt x="0" y="270205"/>
                </a:lnTo>
                <a:lnTo>
                  <a:pt x="0" y="247688"/>
                </a:lnTo>
                <a:lnTo>
                  <a:pt x="0" y="225171"/>
                </a:lnTo>
                <a:lnTo>
                  <a:pt x="0" y="202654"/>
                </a:lnTo>
                <a:lnTo>
                  <a:pt x="0" y="180137"/>
                </a:lnTo>
                <a:lnTo>
                  <a:pt x="0" y="157620"/>
                </a:lnTo>
                <a:lnTo>
                  <a:pt x="0" y="135103"/>
                </a:lnTo>
                <a:lnTo>
                  <a:pt x="0" y="112586"/>
                </a:lnTo>
                <a:lnTo>
                  <a:pt x="0" y="90068"/>
                </a:lnTo>
                <a:lnTo>
                  <a:pt x="0" y="67551"/>
                </a:lnTo>
                <a:lnTo>
                  <a:pt x="0" y="45034"/>
                </a:lnTo>
                <a:lnTo>
                  <a:pt x="0" y="22517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4" name="phase-title-0">
            <a:extLst xmlns:a="http://schemas.openxmlformats.org/drawingml/2006/main">
              <a:ext uri="{FF2B5EF4-FFF2-40B4-BE49-F238E27FC236}">
                <a16:creationId xmlns:a16="http://schemas.microsoft.com/office/drawing/2014/main" id="{67440A5F-29D8-42C3-ADA7-CCC6D59FD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2314280"/>
            <a:ext cx="1428750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获取与识别</a:t>
            </a:r>
          </a:p>
        </p:txBody>
      </p:sp>
      <p:sp>
        <p:nvSpPr>
          <p:cNvPr id="5" name="phase-body-0">
            <a:extLst xmlns:a="http://schemas.openxmlformats.org/drawingml/2006/main">
              <a:ext uri="{FF2B5EF4-FFF2-40B4-BE49-F238E27FC236}">
                <a16:creationId xmlns:a16="http://schemas.microsoft.com/office/drawing/2014/main" id="{4C710E70-05D9-4196-AAF7-850AB407C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2668486"/>
            <a:ext cx="1428750" cy="587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让目标对象进</a:t>
            </a:r>
          </a:p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入并形成意向</a:t>
            </a:r>
          </a:p>
        </p:txBody>
      </p:sp>
      <p:sp>
        <p:nvSpPr>
          <p:cNvPr id="6" name="action-icon-shell-0-0">
            <a:extLst xmlns:a="http://schemas.openxmlformats.org/drawingml/2006/main">
              <a:ext uri="{FF2B5EF4-FFF2-40B4-BE49-F238E27FC236}">
                <a16:creationId xmlns:a16="http://schemas.microsoft.com/office/drawing/2014/main" id="{8559ACE0-8D13-4E2E-BF8B-3F337FDB2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2308774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7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ed6ccb525b04f62">
            <a:extLst>
              <a:ext uri="{96DAC541-7B7A-43D3-8B79-37D633B846F1}">
                <asvg:svgBlip xmlns:asvg="http://schemas.microsoft.com/office/drawing/2016/SVG/main" r:embed="Rc1b4d9e8c1174761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2384974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8" name="action-title-0-0">
            <a:extLst xmlns:a="http://schemas.openxmlformats.org/drawingml/2006/main">
              <a:ext uri="{FF2B5EF4-FFF2-40B4-BE49-F238E27FC236}">
                <a16:creationId xmlns:a16="http://schemas.microsoft.com/office/drawing/2014/main" id="{36FD0B3A-9EA5-493C-88F9-22C6EC2C1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247748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标签体系</a:t>
            </a:r>
          </a:p>
        </p:txBody>
      </p:sp>
      <p:sp>
        <p:nvSpPr>
          <p:cNvPr id="9" name="action-body-0-0">
            <a:extLst xmlns:a="http://schemas.openxmlformats.org/drawingml/2006/main">
              <a:ext uri="{FF2B5EF4-FFF2-40B4-BE49-F238E27FC236}">
                <a16:creationId xmlns:a16="http://schemas.microsoft.com/office/drawing/2014/main" id="{69DDC01B-A635-499A-A703-A9E8486A6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476348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形成可识别对象</a:t>
            </a:r>
          </a:p>
        </p:txBody>
      </p:sp>
      <p:sp>
        <p:nvSpPr>
          <p:cNvPr id="10" name="action-icon-shell-0-1">
            <a:extLst xmlns:a="http://schemas.openxmlformats.org/drawingml/2006/main">
              <a:ext uri="{FF2B5EF4-FFF2-40B4-BE49-F238E27FC236}">
                <a16:creationId xmlns:a16="http://schemas.microsoft.com/office/drawing/2014/main" id="{F74882AF-B08E-4BB4-A5B2-533025B1D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2308774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7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2a2ede724c641a4">
            <a:extLst>
              <a:ext uri="{96DAC541-7B7A-43D3-8B79-37D633B846F1}">
                <asvg:svgBlip xmlns:asvg="http://schemas.microsoft.com/office/drawing/2016/SVG/main" r:embed="R5bc03a57afac4e8a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2384974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12" name="action-title-0-1">
            <a:extLst xmlns:a="http://schemas.openxmlformats.org/drawingml/2006/main">
              <a:ext uri="{FF2B5EF4-FFF2-40B4-BE49-F238E27FC236}">
                <a16:creationId xmlns:a16="http://schemas.microsoft.com/office/drawing/2014/main" id="{97EA13AF-220B-4EDD-86E2-20DA1735C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247748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渠道连接</a:t>
            </a:r>
          </a:p>
        </p:txBody>
      </p:sp>
      <p:sp>
        <p:nvSpPr>
          <p:cNvPr id="13" name="action-body-0-1">
            <a:extLst xmlns:a="http://schemas.openxmlformats.org/drawingml/2006/main">
              <a:ext uri="{FF2B5EF4-FFF2-40B4-BE49-F238E27FC236}">
                <a16:creationId xmlns:a16="http://schemas.microsoft.com/office/drawing/2014/main" id="{945F928C-5039-45B0-93C8-E7AA99EC1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476348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连接主要触点</a:t>
            </a:r>
          </a:p>
        </p:txBody>
      </p:sp>
      <p:sp>
        <p:nvSpPr>
          <p:cNvPr id="14" name="action-icon-shell-0-2">
            <a:extLst xmlns:a="http://schemas.openxmlformats.org/drawingml/2006/main">
              <a:ext uri="{FF2B5EF4-FFF2-40B4-BE49-F238E27FC236}">
                <a16:creationId xmlns:a16="http://schemas.microsoft.com/office/drawing/2014/main" id="{B5FB09EE-EED4-4442-BB86-43059949A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2918374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7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1f975b594f048a8">
            <a:extLst>
              <a:ext uri="{96DAC541-7B7A-43D3-8B79-37D633B846F1}">
                <asvg:svgBlip xmlns:asvg="http://schemas.microsoft.com/office/drawing/2016/SVG/main" r:embed="R82f4ab805ae14955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2994574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16" name="action-title-0-2">
            <a:extLst xmlns:a="http://schemas.openxmlformats.org/drawingml/2006/main">
              <a:ext uri="{FF2B5EF4-FFF2-40B4-BE49-F238E27FC236}">
                <a16:creationId xmlns:a16="http://schemas.microsoft.com/office/drawing/2014/main" id="{D7FC8407-C9BC-445A-9AD6-D68BB373C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857348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内容优化</a:t>
            </a:r>
          </a:p>
        </p:txBody>
      </p:sp>
      <p:sp>
        <p:nvSpPr>
          <p:cNvPr id="17" name="action-body-0-2">
            <a:extLst xmlns:a="http://schemas.openxmlformats.org/drawingml/2006/main">
              <a:ext uri="{FF2B5EF4-FFF2-40B4-BE49-F238E27FC236}">
                <a16:creationId xmlns:a16="http://schemas.microsoft.com/office/drawing/2014/main" id="{EF77C675-B580-4EDF-86C4-62726C42E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3085948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提高触达质量</a:t>
            </a:r>
          </a:p>
        </p:txBody>
      </p:sp>
      <p:sp>
        <p:nvSpPr>
          <p:cNvPr id="18" name="action-icon-shell-0-3">
            <a:extLst xmlns:a="http://schemas.openxmlformats.org/drawingml/2006/main">
              <a:ext uri="{FF2B5EF4-FFF2-40B4-BE49-F238E27FC236}">
                <a16:creationId xmlns:a16="http://schemas.microsoft.com/office/drawing/2014/main" id="{33EE54E2-A56B-4CDA-A825-2D6EDDE20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2918374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8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0323a8fad9f431a">
            <a:extLst>
              <a:ext uri="{96DAC541-7B7A-43D3-8B79-37D633B846F1}">
                <asvg:svgBlip xmlns:asvg="http://schemas.microsoft.com/office/drawing/2016/SVG/main" r:embed="Red89348c91b04ed8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2994574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20" name="action-title-0-3">
            <a:extLst xmlns:a="http://schemas.openxmlformats.org/drawingml/2006/main">
              <a:ext uri="{FF2B5EF4-FFF2-40B4-BE49-F238E27FC236}">
                <a16:creationId xmlns:a16="http://schemas.microsoft.com/office/drawing/2014/main" id="{FB42AB9A-8EAF-40B3-BB75-323DDB869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857348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行为追踪</a:t>
            </a:r>
          </a:p>
        </p:txBody>
      </p:sp>
      <p:sp>
        <p:nvSpPr>
          <p:cNvPr id="21" name="action-body-0-3">
            <a:extLst xmlns:a="http://schemas.openxmlformats.org/drawingml/2006/main">
              <a:ext uri="{FF2B5EF4-FFF2-40B4-BE49-F238E27FC236}">
                <a16:creationId xmlns:a16="http://schemas.microsoft.com/office/drawing/2014/main" id="{C9311869-2125-4FE0-9B8D-4EE07F930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3085948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记录关键反馈</a:t>
            </a:r>
          </a:p>
        </p:txBody>
      </p:sp>
      <p:sp>
        <p:nvSpPr>
          <p:cNvPr id="22" name="phase-rail-1">
            <a:extLst xmlns:a="http://schemas.openxmlformats.org/drawingml/2006/main">
              <a:ext uri="{FF2B5EF4-FFF2-40B4-BE49-F238E27FC236}">
                <a16:creationId xmlns:a16="http://schemas.microsoft.com/office/drawing/2014/main" id="{C230F88D-27D4-46D8-A8CD-8CC77EC31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3931891"/>
            <a:ext cx="514350" cy="2277828"/>
          </a:xfrm>
          <a:custGeom xmlns:a="http://schemas.openxmlformats.org/drawingml/2006/main">
            <a:pathLst>
              <a:path w="514350" h="2277828">
                <a:moveTo>
                  <a:pt x="0" y="0"/>
                </a:moveTo>
                <a:lnTo>
                  <a:pt x="19841" y="11020"/>
                </a:lnTo>
                <a:lnTo>
                  <a:pt x="39681" y="22050"/>
                </a:lnTo>
                <a:lnTo>
                  <a:pt x="59531" y="33071"/>
                </a:lnTo>
                <a:lnTo>
                  <a:pt x="79372" y="44091"/>
                </a:lnTo>
                <a:lnTo>
                  <a:pt x="99212" y="55112"/>
                </a:lnTo>
                <a:lnTo>
                  <a:pt x="119053" y="66142"/>
                </a:lnTo>
                <a:lnTo>
                  <a:pt x="138903" y="77162"/>
                </a:lnTo>
                <a:lnTo>
                  <a:pt x="158744" y="88182"/>
                </a:lnTo>
                <a:lnTo>
                  <a:pt x="178584" y="99212"/>
                </a:lnTo>
                <a:lnTo>
                  <a:pt x="198425" y="110233"/>
                </a:lnTo>
                <a:lnTo>
                  <a:pt x="218265" y="121253"/>
                </a:lnTo>
                <a:lnTo>
                  <a:pt x="238115" y="132274"/>
                </a:lnTo>
                <a:lnTo>
                  <a:pt x="257956" y="142437"/>
                </a:lnTo>
                <a:lnTo>
                  <a:pt x="277797" y="131407"/>
                </a:lnTo>
                <a:lnTo>
                  <a:pt x="297637" y="120386"/>
                </a:lnTo>
                <a:lnTo>
                  <a:pt x="317478" y="109366"/>
                </a:lnTo>
                <a:lnTo>
                  <a:pt x="337328" y="98346"/>
                </a:lnTo>
                <a:lnTo>
                  <a:pt x="357168" y="87316"/>
                </a:lnTo>
                <a:lnTo>
                  <a:pt x="377009" y="76295"/>
                </a:lnTo>
                <a:lnTo>
                  <a:pt x="396850" y="65275"/>
                </a:lnTo>
                <a:lnTo>
                  <a:pt x="416700" y="54254"/>
                </a:lnTo>
                <a:lnTo>
                  <a:pt x="436540" y="43224"/>
                </a:lnTo>
                <a:lnTo>
                  <a:pt x="456381" y="32204"/>
                </a:lnTo>
                <a:lnTo>
                  <a:pt x="476221" y="21184"/>
                </a:lnTo>
                <a:lnTo>
                  <a:pt x="496062" y="10154"/>
                </a:lnTo>
                <a:lnTo>
                  <a:pt x="514350" y="1781"/>
                </a:lnTo>
                <a:lnTo>
                  <a:pt x="514350" y="24479"/>
                </a:lnTo>
                <a:lnTo>
                  <a:pt x="514350" y="47177"/>
                </a:lnTo>
                <a:lnTo>
                  <a:pt x="514350" y="69875"/>
                </a:lnTo>
                <a:lnTo>
                  <a:pt x="514350" y="92573"/>
                </a:lnTo>
                <a:lnTo>
                  <a:pt x="514350" y="115272"/>
                </a:lnTo>
                <a:lnTo>
                  <a:pt x="514350" y="137970"/>
                </a:lnTo>
                <a:lnTo>
                  <a:pt x="514350" y="160668"/>
                </a:lnTo>
                <a:lnTo>
                  <a:pt x="514350" y="183366"/>
                </a:lnTo>
                <a:lnTo>
                  <a:pt x="514350" y="206064"/>
                </a:lnTo>
                <a:lnTo>
                  <a:pt x="514350" y="228762"/>
                </a:lnTo>
                <a:lnTo>
                  <a:pt x="514350" y="251460"/>
                </a:lnTo>
                <a:lnTo>
                  <a:pt x="514350" y="274158"/>
                </a:lnTo>
                <a:lnTo>
                  <a:pt x="514350" y="296856"/>
                </a:lnTo>
                <a:lnTo>
                  <a:pt x="514350" y="319554"/>
                </a:lnTo>
                <a:lnTo>
                  <a:pt x="514350" y="342252"/>
                </a:lnTo>
                <a:lnTo>
                  <a:pt x="514350" y="364950"/>
                </a:lnTo>
                <a:lnTo>
                  <a:pt x="514350" y="387648"/>
                </a:lnTo>
                <a:lnTo>
                  <a:pt x="514350" y="410347"/>
                </a:lnTo>
                <a:lnTo>
                  <a:pt x="514350" y="433045"/>
                </a:lnTo>
                <a:lnTo>
                  <a:pt x="514350" y="455743"/>
                </a:lnTo>
                <a:lnTo>
                  <a:pt x="514350" y="478441"/>
                </a:lnTo>
                <a:lnTo>
                  <a:pt x="514350" y="501139"/>
                </a:lnTo>
                <a:lnTo>
                  <a:pt x="514350" y="523837"/>
                </a:lnTo>
                <a:lnTo>
                  <a:pt x="514350" y="546535"/>
                </a:lnTo>
                <a:lnTo>
                  <a:pt x="514350" y="569233"/>
                </a:lnTo>
                <a:lnTo>
                  <a:pt x="514350" y="591931"/>
                </a:lnTo>
                <a:lnTo>
                  <a:pt x="514350" y="614629"/>
                </a:lnTo>
                <a:lnTo>
                  <a:pt x="514350" y="637327"/>
                </a:lnTo>
                <a:lnTo>
                  <a:pt x="514350" y="660025"/>
                </a:lnTo>
                <a:lnTo>
                  <a:pt x="514350" y="682723"/>
                </a:lnTo>
                <a:lnTo>
                  <a:pt x="514350" y="705422"/>
                </a:lnTo>
                <a:lnTo>
                  <a:pt x="514350" y="728120"/>
                </a:lnTo>
                <a:lnTo>
                  <a:pt x="514350" y="750818"/>
                </a:lnTo>
                <a:lnTo>
                  <a:pt x="514350" y="773516"/>
                </a:lnTo>
                <a:lnTo>
                  <a:pt x="514350" y="796214"/>
                </a:lnTo>
                <a:lnTo>
                  <a:pt x="514350" y="818912"/>
                </a:lnTo>
                <a:lnTo>
                  <a:pt x="514350" y="841610"/>
                </a:lnTo>
                <a:lnTo>
                  <a:pt x="514350" y="864308"/>
                </a:lnTo>
                <a:lnTo>
                  <a:pt x="514350" y="887006"/>
                </a:lnTo>
                <a:lnTo>
                  <a:pt x="514350" y="909704"/>
                </a:lnTo>
                <a:lnTo>
                  <a:pt x="514350" y="932402"/>
                </a:lnTo>
                <a:lnTo>
                  <a:pt x="514350" y="955100"/>
                </a:lnTo>
                <a:lnTo>
                  <a:pt x="514350" y="977798"/>
                </a:lnTo>
                <a:lnTo>
                  <a:pt x="514350" y="1000496"/>
                </a:lnTo>
                <a:lnTo>
                  <a:pt x="514350" y="1023195"/>
                </a:lnTo>
                <a:lnTo>
                  <a:pt x="514350" y="1045893"/>
                </a:lnTo>
                <a:lnTo>
                  <a:pt x="514350" y="1068591"/>
                </a:lnTo>
                <a:lnTo>
                  <a:pt x="514350" y="1091289"/>
                </a:lnTo>
                <a:lnTo>
                  <a:pt x="514350" y="1113987"/>
                </a:lnTo>
                <a:lnTo>
                  <a:pt x="514350" y="1136685"/>
                </a:lnTo>
                <a:lnTo>
                  <a:pt x="514350" y="1159383"/>
                </a:lnTo>
                <a:lnTo>
                  <a:pt x="514350" y="1182081"/>
                </a:lnTo>
                <a:lnTo>
                  <a:pt x="514350" y="1204779"/>
                </a:lnTo>
                <a:lnTo>
                  <a:pt x="514350" y="1227477"/>
                </a:lnTo>
                <a:lnTo>
                  <a:pt x="514350" y="1250175"/>
                </a:lnTo>
                <a:lnTo>
                  <a:pt x="514350" y="1272873"/>
                </a:lnTo>
                <a:lnTo>
                  <a:pt x="514350" y="1295571"/>
                </a:lnTo>
                <a:lnTo>
                  <a:pt x="514350" y="1318270"/>
                </a:lnTo>
                <a:lnTo>
                  <a:pt x="514350" y="1340968"/>
                </a:lnTo>
                <a:lnTo>
                  <a:pt x="514350" y="1363666"/>
                </a:lnTo>
                <a:lnTo>
                  <a:pt x="514350" y="1386364"/>
                </a:lnTo>
                <a:lnTo>
                  <a:pt x="514350" y="1409062"/>
                </a:lnTo>
                <a:lnTo>
                  <a:pt x="514350" y="1431760"/>
                </a:lnTo>
                <a:lnTo>
                  <a:pt x="514350" y="1454458"/>
                </a:lnTo>
                <a:lnTo>
                  <a:pt x="514350" y="1477156"/>
                </a:lnTo>
                <a:lnTo>
                  <a:pt x="514350" y="1499854"/>
                </a:lnTo>
                <a:lnTo>
                  <a:pt x="514350" y="1522552"/>
                </a:lnTo>
                <a:lnTo>
                  <a:pt x="514350" y="1545250"/>
                </a:lnTo>
                <a:lnTo>
                  <a:pt x="514350" y="1567948"/>
                </a:lnTo>
                <a:lnTo>
                  <a:pt x="514350" y="1590646"/>
                </a:lnTo>
                <a:lnTo>
                  <a:pt x="514350" y="1613345"/>
                </a:lnTo>
                <a:lnTo>
                  <a:pt x="514350" y="1636033"/>
                </a:lnTo>
                <a:lnTo>
                  <a:pt x="514350" y="1658731"/>
                </a:lnTo>
                <a:lnTo>
                  <a:pt x="514350" y="1681429"/>
                </a:lnTo>
                <a:lnTo>
                  <a:pt x="514350" y="1704127"/>
                </a:lnTo>
                <a:lnTo>
                  <a:pt x="514350" y="1726825"/>
                </a:lnTo>
                <a:lnTo>
                  <a:pt x="514350" y="1749523"/>
                </a:lnTo>
                <a:lnTo>
                  <a:pt x="514350" y="1772222"/>
                </a:lnTo>
                <a:lnTo>
                  <a:pt x="514350" y="1794920"/>
                </a:lnTo>
                <a:lnTo>
                  <a:pt x="514350" y="1817618"/>
                </a:lnTo>
                <a:lnTo>
                  <a:pt x="514350" y="1840316"/>
                </a:lnTo>
                <a:lnTo>
                  <a:pt x="514350" y="1863014"/>
                </a:lnTo>
                <a:lnTo>
                  <a:pt x="514350" y="1885712"/>
                </a:lnTo>
                <a:lnTo>
                  <a:pt x="514350" y="1908410"/>
                </a:lnTo>
                <a:lnTo>
                  <a:pt x="514350" y="1931108"/>
                </a:lnTo>
                <a:lnTo>
                  <a:pt x="514350" y="1953806"/>
                </a:lnTo>
                <a:lnTo>
                  <a:pt x="514350" y="1976504"/>
                </a:lnTo>
                <a:lnTo>
                  <a:pt x="514350" y="1999202"/>
                </a:lnTo>
                <a:lnTo>
                  <a:pt x="514350" y="2021900"/>
                </a:lnTo>
                <a:lnTo>
                  <a:pt x="514350" y="2044598"/>
                </a:lnTo>
                <a:lnTo>
                  <a:pt x="514350" y="2067296"/>
                </a:lnTo>
                <a:lnTo>
                  <a:pt x="514350" y="2089995"/>
                </a:lnTo>
                <a:lnTo>
                  <a:pt x="514350" y="2112693"/>
                </a:lnTo>
                <a:lnTo>
                  <a:pt x="514350" y="2135391"/>
                </a:lnTo>
                <a:lnTo>
                  <a:pt x="494509" y="2146421"/>
                </a:lnTo>
                <a:lnTo>
                  <a:pt x="474669" y="2157441"/>
                </a:lnTo>
                <a:lnTo>
                  <a:pt x="454819" y="2168462"/>
                </a:lnTo>
                <a:lnTo>
                  <a:pt x="434978" y="2179482"/>
                </a:lnTo>
                <a:lnTo>
                  <a:pt x="415138" y="2190512"/>
                </a:lnTo>
                <a:lnTo>
                  <a:pt x="395297" y="2201532"/>
                </a:lnTo>
                <a:lnTo>
                  <a:pt x="375447" y="2212553"/>
                </a:lnTo>
                <a:lnTo>
                  <a:pt x="355606" y="2223583"/>
                </a:lnTo>
                <a:lnTo>
                  <a:pt x="335766" y="2234603"/>
                </a:lnTo>
                <a:lnTo>
                  <a:pt x="315925" y="2245624"/>
                </a:lnTo>
                <a:lnTo>
                  <a:pt x="296085" y="2256644"/>
                </a:lnTo>
                <a:lnTo>
                  <a:pt x="276235" y="2267674"/>
                </a:lnTo>
                <a:lnTo>
                  <a:pt x="256394" y="2277828"/>
                </a:lnTo>
                <a:lnTo>
                  <a:pt x="236553" y="2266807"/>
                </a:lnTo>
                <a:lnTo>
                  <a:pt x="216713" y="2255777"/>
                </a:lnTo>
                <a:lnTo>
                  <a:pt x="196872" y="2244757"/>
                </a:lnTo>
                <a:lnTo>
                  <a:pt x="177022" y="2233736"/>
                </a:lnTo>
                <a:lnTo>
                  <a:pt x="157182" y="2222716"/>
                </a:lnTo>
                <a:lnTo>
                  <a:pt x="137341" y="2211686"/>
                </a:lnTo>
                <a:lnTo>
                  <a:pt x="117500" y="2200666"/>
                </a:lnTo>
                <a:lnTo>
                  <a:pt x="97650" y="2189645"/>
                </a:lnTo>
                <a:lnTo>
                  <a:pt x="77810" y="2178625"/>
                </a:lnTo>
                <a:lnTo>
                  <a:pt x="57969" y="2167595"/>
                </a:lnTo>
                <a:lnTo>
                  <a:pt x="38129" y="2156574"/>
                </a:lnTo>
                <a:lnTo>
                  <a:pt x="18288" y="2145554"/>
                </a:lnTo>
                <a:lnTo>
                  <a:pt x="0" y="2133610"/>
                </a:lnTo>
                <a:lnTo>
                  <a:pt x="0" y="2110911"/>
                </a:lnTo>
                <a:lnTo>
                  <a:pt x="0" y="2088213"/>
                </a:lnTo>
                <a:lnTo>
                  <a:pt x="0" y="2065515"/>
                </a:lnTo>
                <a:lnTo>
                  <a:pt x="0" y="2042817"/>
                </a:lnTo>
                <a:lnTo>
                  <a:pt x="0" y="2020119"/>
                </a:lnTo>
                <a:lnTo>
                  <a:pt x="0" y="1997421"/>
                </a:lnTo>
                <a:lnTo>
                  <a:pt x="0" y="1974723"/>
                </a:lnTo>
                <a:lnTo>
                  <a:pt x="0" y="1952025"/>
                </a:lnTo>
                <a:lnTo>
                  <a:pt x="0" y="1929327"/>
                </a:lnTo>
                <a:lnTo>
                  <a:pt x="0" y="1906629"/>
                </a:lnTo>
                <a:lnTo>
                  <a:pt x="0" y="1883931"/>
                </a:lnTo>
                <a:lnTo>
                  <a:pt x="0" y="1861233"/>
                </a:lnTo>
                <a:lnTo>
                  <a:pt x="0" y="1838535"/>
                </a:lnTo>
                <a:lnTo>
                  <a:pt x="0" y="1815836"/>
                </a:lnTo>
                <a:lnTo>
                  <a:pt x="0" y="1793138"/>
                </a:lnTo>
                <a:lnTo>
                  <a:pt x="0" y="1770440"/>
                </a:lnTo>
                <a:lnTo>
                  <a:pt x="0" y="1747742"/>
                </a:lnTo>
                <a:lnTo>
                  <a:pt x="0" y="1725044"/>
                </a:lnTo>
                <a:lnTo>
                  <a:pt x="0" y="1702346"/>
                </a:lnTo>
                <a:lnTo>
                  <a:pt x="0" y="1679648"/>
                </a:lnTo>
                <a:lnTo>
                  <a:pt x="0" y="1656950"/>
                </a:lnTo>
                <a:lnTo>
                  <a:pt x="0" y="1634252"/>
                </a:lnTo>
                <a:lnTo>
                  <a:pt x="0" y="1611554"/>
                </a:lnTo>
                <a:lnTo>
                  <a:pt x="0" y="1588856"/>
                </a:lnTo>
                <a:lnTo>
                  <a:pt x="0" y="1566158"/>
                </a:lnTo>
                <a:lnTo>
                  <a:pt x="0" y="1543460"/>
                </a:lnTo>
                <a:lnTo>
                  <a:pt x="0" y="1520762"/>
                </a:lnTo>
                <a:lnTo>
                  <a:pt x="0" y="1498063"/>
                </a:lnTo>
                <a:lnTo>
                  <a:pt x="0" y="1475365"/>
                </a:lnTo>
                <a:lnTo>
                  <a:pt x="0" y="1452667"/>
                </a:lnTo>
                <a:lnTo>
                  <a:pt x="0" y="1429969"/>
                </a:lnTo>
                <a:lnTo>
                  <a:pt x="0" y="1407271"/>
                </a:lnTo>
                <a:lnTo>
                  <a:pt x="0" y="1384573"/>
                </a:lnTo>
                <a:lnTo>
                  <a:pt x="0" y="1361875"/>
                </a:lnTo>
                <a:lnTo>
                  <a:pt x="0" y="1339177"/>
                </a:lnTo>
                <a:lnTo>
                  <a:pt x="0" y="1316479"/>
                </a:lnTo>
                <a:lnTo>
                  <a:pt x="0" y="1293781"/>
                </a:lnTo>
                <a:lnTo>
                  <a:pt x="0" y="1271083"/>
                </a:lnTo>
                <a:lnTo>
                  <a:pt x="0" y="1248385"/>
                </a:lnTo>
                <a:lnTo>
                  <a:pt x="0" y="1225687"/>
                </a:lnTo>
                <a:lnTo>
                  <a:pt x="0" y="1202988"/>
                </a:lnTo>
                <a:lnTo>
                  <a:pt x="0" y="1180290"/>
                </a:lnTo>
                <a:lnTo>
                  <a:pt x="0" y="1157592"/>
                </a:lnTo>
                <a:lnTo>
                  <a:pt x="0" y="1134904"/>
                </a:lnTo>
                <a:lnTo>
                  <a:pt x="0" y="1112206"/>
                </a:lnTo>
                <a:lnTo>
                  <a:pt x="0" y="1089508"/>
                </a:lnTo>
                <a:lnTo>
                  <a:pt x="0" y="1066810"/>
                </a:lnTo>
                <a:lnTo>
                  <a:pt x="0" y="1044111"/>
                </a:lnTo>
                <a:lnTo>
                  <a:pt x="0" y="1021413"/>
                </a:lnTo>
                <a:lnTo>
                  <a:pt x="0" y="998715"/>
                </a:lnTo>
                <a:lnTo>
                  <a:pt x="0" y="976017"/>
                </a:lnTo>
                <a:lnTo>
                  <a:pt x="0" y="953319"/>
                </a:lnTo>
                <a:lnTo>
                  <a:pt x="0" y="930621"/>
                </a:lnTo>
                <a:lnTo>
                  <a:pt x="0" y="907923"/>
                </a:lnTo>
                <a:lnTo>
                  <a:pt x="0" y="885225"/>
                </a:lnTo>
                <a:lnTo>
                  <a:pt x="0" y="862527"/>
                </a:lnTo>
                <a:lnTo>
                  <a:pt x="0" y="839829"/>
                </a:lnTo>
                <a:lnTo>
                  <a:pt x="0" y="817131"/>
                </a:lnTo>
                <a:lnTo>
                  <a:pt x="0" y="794433"/>
                </a:lnTo>
                <a:lnTo>
                  <a:pt x="0" y="771735"/>
                </a:lnTo>
                <a:lnTo>
                  <a:pt x="0" y="749036"/>
                </a:lnTo>
                <a:lnTo>
                  <a:pt x="0" y="726338"/>
                </a:lnTo>
                <a:lnTo>
                  <a:pt x="0" y="703640"/>
                </a:lnTo>
                <a:lnTo>
                  <a:pt x="0" y="680942"/>
                </a:lnTo>
                <a:lnTo>
                  <a:pt x="0" y="658244"/>
                </a:lnTo>
                <a:lnTo>
                  <a:pt x="0" y="635546"/>
                </a:lnTo>
                <a:lnTo>
                  <a:pt x="0" y="612848"/>
                </a:lnTo>
                <a:lnTo>
                  <a:pt x="0" y="590150"/>
                </a:lnTo>
                <a:lnTo>
                  <a:pt x="0" y="567452"/>
                </a:lnTo>
                <a:lnTo>
                  <a:pt x="0" y="544754"/>
                </a:lnTo>
                <a:lnTo>
                  <a:pt x="0" y="522056"/>
                </a:lnTo>
                <a:lnTo>
                  <a:pt x="0" y="499358"/>
                </a:lnTo>
                <a:lnTo>
                  <a:pt x="0" y="476660"/>
                </a:lnTo>
                <a:lnTo>
                  <a:pt x="0" y="453961"/>
                </a:lnTo>
                <a:lnTo>
                  <a:pt x="0" y="431263"/>
                </a:lnTo>
                <a:lnTo>
                  <a:pt x="0" y="408565"/>
                </a:lnTo>
                <a:lnTo>
                  <a:pt x="0" y="385867"/>
                </a:lnTo>
                <a:lnTo>
                  <a:pt x="0" y="363169"/>
                </a:lnTo>
                <a:lnTo>
                  <a:pt x="0" y="340471"/>
                </a:lnTo>
                <a:lnTo>
                  <a:pt x="0" y="317773"/>
                </a:lnTo>
                <a:lnTo>
                  <a:pt x="0" y="295075"/>
                </a:lnTo>
                <a:lnTo>
                  <a:pt x="0" y="272377"/>
                </a:lnTo>
                <a:lnTo>
                  <a:pt x="0" y="249679"/>
                </a:lnTo>
                <a:lnTo>
                  <a:pt x="0" y="226981"/>
                </a:lnTo>
                <a:lnTo>
                  <a:pt x="0" y="204283"/>
                </a:lnTo>
                <a:lnTo>
                  <a:pt x="0" y="181585"/>
                </a:lnTo>
                <a:lnTo>
                  <a:pt x="0" y="158887"/>
                </a:lnTo>
                <a:lnTo>
                  <a:pt x="0" y="136188"/>
                </a:lnTo>
                <a:lnTo>
                  <a:pt x="0" y="113490"/>
                </a:lnTo>
                <a:lnTo>
                  <a:pt x="0" y="90792"/>
                </a:lnTo>
                <a:lnTo>
                  <a:pt x="0" y="68094"/>
                </a:lnTo>
                <a:lnTo>
                  <a:pt x="0" y="45396"/>
                </a:lnTo>
                <a:lnTo>
                  <a:pt x="0" y="22698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23" name="phase-title-1">
            <a:extLst xmlns:a="http://schemas.openxmlformats.org/drawingml/2006/main">
              <a:ext uri="{FF2B5EF4-FFF2-40B4-BE49-F238E27FC236}">
                <a16:creationId xmlns:a16="http://schemas.microsoft.com/office/drawing/2014/main" id="{DC5286BA-DFFB-4746-A1B2-A0BA58CF5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4600280"/>
            <a:ext cx="1428750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培育与转化</a:t>
            </a:r>
          </a:p>
        </p:txBody>
      </p:sp>
      <p:sp>
        <p:nvSpPr>
          <p:cNvPr id="24" name="phase-body-1">
            <a:extLst xmlns:a="http://schemas.openxmlformats.org/drawingml/2006/main">
              <a:ext uri="{FF2B5EF4-FFF2-40B4-BE49-F238E27FC236}">
                <a16:creationId xmlns:a16="http://schemas.microsoft.com/office/drawing/2014/main" id="{53B3BCC3-603B-4DD4-BAD9-79B5ADB1E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4954486"/>
            <a:ext cx="1428750" cy="587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让有效意向沉</a:t>
            </a:r>
          </a:p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淀为长期价值</a:t>
            </a:r>
          </a:p>
        </p:txBody>
      </p:sp>
      <p:sp>
        <p:nvSpPr>
          <p:cNvPr id="25" name="action-icon-shell-1-0">
            <a:extLst xmlns:a="http://schemas.openxmlformats.org/drawingml/2006/main">
              <a:ext uri="{FF2B5EF4-FFF2-40B4-BE49-F238E27FC236}">
                <a16:creationId xmlns:a16="http://schemas.microsoft.com/office/drawing/2014/main" id="{97F61653-536A-4FCB-A13B-E827BA122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4899574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9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b52c908aef94cf6">
            <a:extLst>
              <a:ext uri="{96DAC541-7B7A-43D3-8B79-37D633B846F1}">
                <asvg:svgBlip xmlns:asvg="http://schemas.microsoft.com/office/drawing/2016/SVG/main" r:embed="R3822923f33814163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4975774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27" name="action-title-1-0">
            <a:extLst xmlns:a="http://schemas.openxmlformats.org/drawingml/2006/main">
              <a:ext uri="{FF2B5EF4-FFF2-40B4-BE49-F238E27FC236}">
                <a16:creationId xmlns:a16="http://schemas.microsoft.com/office/drawing/2014/main" id="{60C94FED-761A-45CB-9210-D9D4C8BA9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4838548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数据打通</a:t>
            </a:r>
          </a:p>
        </p:txBody>
      </p:sp>
      <p:sp>
        <p:nvSpPr>
          <p:cNvPr id="28" name="action-body-1-0">
            <a:extLst xmlns:a="http://schemas.openxmlformats.org/drawingml/2006/main">
              <a:ext uri="{FF2B5EF4-FFF2-40B4-BE49-F238E27FC236}">
                <a16:creationId xmlns:a16="http://schemas.microsoft.com/office/drawing/2014/main" id="{7FEBC8FA-387F-4DAF-832B-14EB80533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5067148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统一分析对象</a:t>
            </a:r>
          </a:p>
        </p:txBody>
      </p:sp>
      <p:sp>
        <p:nvSpPr>
          <p:cNvPr id="29" name="action-icon-shell-1-1">
            <a:extLst xmlns:a="http://schemas.openxmlformats.org/drawingml/2006/main">
              <a:ext uri="{FF2B5EF4-FFF2-40B4-BE49-F238E27FC236}">
                <a16:creationId xmlns:a16="http://schemas.microsoft.com/office/drawing/2014/main" id="{93121D5B-7D09-4CA4-8A77-72C1BD3C0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4899574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9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ceec9b191e04074">
            <a:extLst>
              <a:ext uri="{96DAC541-7B7A-43D3-8B79-37D633B846F1}">
                <asvg:svgBlip xmlns:asvg="http://schemas.microsoft.com/office/drawing/2016/SVG/main" r:embed="R02a92d0acddf4b7a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4975774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31" name="action-title-1-1">
            <a:extLst xmlns:a="http://schemas.openxmlformats.org/drawingml/2006/main">
              <a:ext uri="{FF2B5EF4-FFF2-40B4-BE49-F238E27FC236}">
                <a16:creationId xmlns:a16="http://schemas.microsoft.com/office/drawing/2014/main" id="{7B34D715-A182-4A3E-97EE-F8846428C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4838548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自动分群</a:t>
            </a:r>
          </a:p>
        </p:txBody>
      </p:sp>
      <p:sp>
        <p:nvSpPr>
          <p:cNvPr id="32" name="action-body-1-1">
            <a:extLst xmlns:a="http://schemas.openxmlformats.org/drawingml/2006/main">
              <a:ext uri="{FF2B5EF4-FFF2-40B4-BE49-F238E27FC236}">
                <a16:creationId xmlns:a16="http://schemas.microsoft.com/office/drawing/2014/main" id="{8478A986-AADB-4578-B22D-0703D2275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5067148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指导持续运营</a:t>
            </a:r>
          </a:p>
        </p:txBody>
      </p:sp>
      <p:sp>
        <p:nvSpPr>
          <p:cNvPr id="33" name="funnel-step-body-0">
            <a:extLst xmlns:a="http://schemas.openxmlformats.org/drawingml/2006/main">
              <a:ext uri="{FF2B5EF4-FFF2-40B4-BE49-F238E27FC236}">
                <a16:creationId xmlns:a16="http://schemas.microsoft.com/office/drawing/2014/main" id="{146ED481-0752-4665-9748-62378477D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52750" y="2514600"/>
            <a:ext cx="3327997" cy="627078"/>
          </a:xfrm>
          <a:custGeom xmlns:a="http://schemas.openxmlformats.org/drawingml/2006/main">
            <a:pathLst>
              <a:path w="3327997" h="627078">
                <a:moveTo>
                  <a:pt x="0" y="0"/>
                </a:moveTo>
                <a:lnTo>
                  <a:pt x="15573" y="26270"/>
                </a:lnTo>
                <a:lnTo>
                  <a:pt x="31156" y="52549"/>
                </a:lnTo>
                <a:lnTo>
                  <a:pt x="46730" y="78819"/>
                </a:lnTo>
                <a:lnTo>
                  <a:pt x="62313" y="105099"/>
                </a:lnTo>
                <a:lnTo>
                  <a:pt x="77886" y="131369"/>
                </a:lnTo>
                <a:lnTo>
                  <a:pt x="93459" y="157639"/>
                </a:lnTo>
                <a:lnTo>
                  <a:pt x="109042" y="183918"/>
                </a:lnTo>
                <a:lnTo>
                  <a:pt x="124616" y="210188"/>
                </a:lnTo>
                <a:lnTo>
                  <a:pt x="140198" y="236468"/>
                </a:lnTo>
                <a:lnTo>
                  <a:pt x="155772" y="262738"/>
                </a:lnTo>
                <a:lnTo>
                  <a:pt x="171345" y="289008"/>
                </a:lnTo>
                <a:lnTo>
                  <a:pt x="186928" y="315287"/>
                </a:lnTo>
                <a:lnTo>
                  <a:pt x="202502" y="341557"/>
                </a:lnTo>
                <a:lnTo>
                  <a:pt x="218084" y="367836"/>
                </a:lnTo>
                <a:lnTo>
                  <a:pt x="233658" y="394106"/>
                </a:lnTo>
                <a:lnTo>
                  <a:pt x="249231" y="420376"/>
                </a:lnTo>
                <a:lnTo>
                  <a:pt x="264814" y="446656"/>
                </a:lnTo>
                <a:lnTo>
                  <a:pt x="280387" y="472926"/>
                </a:lnTo>
                <a:lnTo>
                  <a:pt x="295970" y="499205"/>
                </a:lnTo>
                <a:lnTo>
                  <a:pt x="311544" y="525475"/>
                </a:lnTo>
                <a:lnTo>
                  <a:pt x="327117" y="551745"/>
                </a:lnTo>
                <a:lnTo>
                  <a:pt x="350701" y="568690"/>
                </a:lnTo>
                <a:lnTo>
                  <a:pt x="380333" y="576043"/>
                </a:lnTo>
                <a:lnTo>
                  <a:pt x="410423" y="581292"/>
                </a:lnTo>
                <a:lnTo>
                  <a:pt x="440674" y="585511"/>
                </a:lnTo>
                <a:lnTo>
                  <a:pt x="471011" y="589074"/>
                </a:lnTo>
                <a:lnTo>
                  <a:pt x="501396" y="592188"/>
                </a:lnTo>
                <a:lnTo>
                  <a:pt x="531809" y="594951"/>
                </a:lnTo>
                <a:lnTo>
                  <a:pt x="562251" y="597446"/>
                </a:lnTo>
                <a:lnTo>
                  <a:pt x="592712" y="599713"/>
                </a:lnTo>
                <a:lnTo>
                  <a:pt x="623192" y="601780"/>
                </a:lnTo>
                <a:lnTo>
                  <a:pt x="653672" y="603704"/>
                </a:lnTo>
                <a:lnTo>
                  <a:pt x="684162" y="605485"/>
                </a:lnTo>
                <a:lnTo>
                  <a:pt x="714661" y="607133"/>
                </a:lnTo>
                <a:lnTo>
                  <a:pt x="745169" y="608686"/>
                </a:lnTo>
                <a:lnTo>
                  <a:pt x="775678" y="610124"/>
                </a:lnTo>
                <a:lnTo>
                  <a:pt x="806196" y="611467"/>
                </a:lnTo>
                <a:lnTo>
                  <a:pt x="836714" y="612734"/>
                </a:lnTo>
                <a:lnTo>
                  <a:pt x="867232" y="613924"/>
                </a:lnTo>
                <a:lnTo>
                  <a:pt x="897760" y="615039"/>
                </a:lnTo>
                <a:lnTo>
                  <a:pt x="928287" y="616087"/>
                </a:lnTo>
                <a:lnTo>
                  <a:pt x="958815" y="617068"/>
                </a:lnTo>
                <a:lnTo>
                  <a:pt x="989343" y="617992"/>
                </a:lnTo>
                <a:lnTo>
                  <a:pt x="1019870" y="618858"/>
                </a:lnTo>
                <a:lnTo>
                  <a:pt x="1050407" y="619677"/>
                </a:lnTo>
                <a:lnTo>
                  <a:pt x="1080945" y="620439"/>
                </a:lnTo>
                <a:lnTo>
                  <a:pt x="1111482" y="621154"/>
                </a:lnTo>
                <a:lnTo>
                  <a:pt x="1142019" y="621821"/>
                </a:lnTo>
                <a:lnTo>
                  <a:pt x="1172556" y="622440"/>
                </a:lnTo>
                <a:lnTo>
                  <a:pt x="1203093" y="623021"/>
                </a:lnTo>
                <a:lnTo>
                  <a:pt x="1233630" y="623554"/>
                </a:lnTo>
                <a:lnTo>
                  <a:pt x="1264177" y="624049"/>
                </a:lnTo>
                <a:lnTo>
                  <a:pt x="1294714" y="624497"/>
                </a:lnTo>
                <a:lnTo>
                  <a:pt x="1325251" y="624916"/>
                </a:lnTo>
                <a:lnTo>
                  <a:pt x="1355798" y="625288"/>
                </a:lnTo>
                <a:lnTo>
                  <a:pt x="1386335" y="625631"/>
                </a:lnTo>
                <a:lnTo>
                  <a:pt x="1416882" y="625926"/>
                </a:lnTo>
                <a:lnTo>
                  <a:pt x="1447429" y="626193"/>
                </a:lnTo>
                <a:lnTo>
                  <a:pt x="1477966" y="626421"/>
                </a:lnTo>
                <a:lnTo>
                  <a:pt x="1508512" y="626621"/>
                </a:lnTo>
                <a:lnTo>
                  <a:pt x="1539059" y="626783"/>
                </a:lnTo>
                <a:lnTo>
                  <a:pt x="1569606" y="626907"/>
                </a:lnTo>
                <a:lnTo>
                  <a:pt x="1600143" y="626993"/>
                </a:lnTo>
                <a:lnTo>
                  <a:pt x="1630690" y="627050"/>
                </a:lnTo>
                <a:lnTo>
                  <a:pt x="1661236" y="627078"/>
                </a:lnTo>
                <a:lnTo>
                  <a:pt x="1691783" y="627059"/>
                </a:lnTo>
                <a:lnTo>
                  <a:pt x="1722320" y="627021"/>
                </a:lnTo>
                <a:lnTo>
                  <a:pt x="1752867" y="626945"/>
                </a:lnTo>
                <a:lnTo>
                  <a:pt x="1783413" y="626831"/>
                </a:lnTo>
                <a:lnTo>
                  <a:pt x="1813951" y="626678"/>
                </a:lnTo>
                <a:lnTo>
                  <a:pt x="1844497" y="626497"/>
                </a:lnTo>
                <a:lnTo>
                  <a:pt x="1875044" y="626278"/>
                </a:lnTo>
                <a:lnTo>
                  <a:pt x="1905581" y="626031"/>
                </a:lnTo>
                <a:lnTo>
                  <a:pt x="1936128" y="625735"/>
                </a:lnTo>
                <a:lnTo>
                  <a:pt x="1966674" y="625412"/>
                </a:lnTo>
                <a:lnTo>
                  <a:pt x="1997212" y="625050"/>
                </a:lnTo>
                <a:lnTo>
                  <a:pt x="2027758" y="624650"/>
                </a:lnTo>
                <a:lnTo>
                  <a:pt x="2058295" y="624211"/>
                </a:lnTo>
                <a:lnTo>
                  <a:pt x="2088833" y="623735"/>
                </a:lnTo>
                <a:lnTo>
                  <a:pt x="2119379" y="623221"/>
                </a:lnTo>
                <a:lnTo>
                  <a:pt x="2149916" y="622659"/>
                </a:lnTo>
                <a:lnTo>
                  <a:pt x="2180453" y="622049"/>
                </a:lnTo>
                <a:lnTo>
                  <a:pt x="2210991" y="621401"/>
                </a:lnTo>
                <a:lnTo>
                  <a:pt x="2241528" y="620706"/>
                </a:lnTo>
                <a:lnTo>
                  <a:pt x="2272065" y="619963"/>
                </a:lnTo>
                <a:lnTo>
                  <a:pt x="2302593" y="619173"/>
                </a:lnTo>
                <a:lnTo>
                  <a:pt x="2333130" y="618325"/>
                </a:lnTo>
                <a:lnTo>
                  <a:pt x="2363657" y="617420"/>
                </a:lnTo>
                <a:lnTo>
                  <a:pt x="2394194" y="616458"/>
                </a:lnTo>
                <a:lnTo>
                  <a:pt x="2424713" y="615429"/>
                </a:lnTo>
                <a:lnTo>
                  <a:pt x="2455240" y="614343"/>
                </a:lnTo>
                <a:lnTo>
                  <a:pt x="2485768" y="613181"/>
                </a:lnTo>
                <a:lnTo>
                  <a:pt x="2516286" y="611953"/>
                </a:lnTo>
                <a:lnTo>
                  <a:pt x="2546795" y="610629"/>
                </a:lnTo>
                <a:lnTo>
                  <a:pt x="2577313" y="609219"/>
                </a:lnTo>
                <a:lnTo>
                  <a:pt x="2607821" y="607724"/>
                </a:lnTo>
                <a:lnTo>
                  <a:pt x="2638320" y="606104"/>
                </a:lnTo>
                <a:lnTo>
                  <a:pt x="2668819" y="604371"/>
                </a:lnTo>
                <a:lnTo>
                  <a:pt x="2699299" y="602513"/>
                </a:lnTo>
                <a:lnTo>
                  <a:pt x="2729779" y="600504"/>
                </a:lnTo>
                <a:lnTo>
                  <a:pt x="2760250" y="598303"/>
                </a:lnTo>
                <a:lnTo>
                  <a:pt x="2790692" y="595903"/>
                </a:lnTo>
                <a:lnTo>
                  <a:pt x="2821124" y="593246"/>
                </a:lnTo>
                <a:lnTo>
                  <a:pt x="2851518" y="590274"/>
                </a:lnTo>
                <a:lnTo>
                  <a:pt x="2881874" y="586892"/>
                </a:lnTo>
                <a:lnTo>
                  <a:pt x="2912164" y="582940"/>
                </a:lnTo>
                <a:lnTo>
                  <a:pt x="2942330" y="578148"/>
                </a:lnTo>
                <a:lnTo>
                  <a:pt x="2972200" y="571795"/>
                </a:lnTo>
                <a:lnTo>
                  <a:pt x="3000566" y="560870"/>
                </a:lnTo>
                <a:lnTo>
                  <a:pt x="3016453" y="535181"/>
                </a:lnTo>
                <a:lnTo>
                  <a:pt x="3032027" y="508911"/>
                </a:lnTo>
                <a:lnTo>
                  <a:pt x="3047609" y="482632"/>
                </a:lnTo>
                <a:lnTo>
                  <a:pt x="3063183" y="456362"/>
                </a:lnTo>
                <a:lnTo>
                  <a:pt x="3078756" y="430092"/>
                </a:lnTo>
                <a:lnTo>
                  <a:pt x="3094339" y="403812"/>
                </a:lnTo>
                <a:lnTo>
                  <a:pt x="3109913" y="377542"/>
                </a:lnTo>
                <a:lnTo>
                  <a:pt x="3125495" y="351263"/>
                </a:lnTo>
                <a:lnTo>
                  <a:pt x="3141069" y="324993"/>
                </a:lnTo>
                <a:lnTo>
                  <a:pt x="3156642" y="298714"/>
                </a:lnTo>
                <a:lnTo>
                  <a:pt x="3172225" y="272444"/>
                </a:lnTo>
                <a:lnTo>
                  <a:pt x="3187798" y="246174"/>
                </a:lnTo>
                <a:lnTo>
                  <a:pt x="3203381" y="219894"/>
                </a:lnTo>
                <a:lnTo>
                  <a:pt x="3218955" y="193624"/>
                </a:lnTo>
                <a:lnTo>
                  <a:pt x="3234528" y="167354"/>
                </a:lnTo>
                <a:lnTo>
                  <a:pt x="3250111" y="141075"/>
                </a:lnTo>
                <a:lnTo>
                  <a:pt x="3265684" y="114805"/>
                </a:lnTo>
                <a:lnTo>
                  <a:pt x="3281267" y="88525"/>
                </a:lnTo>
                <a:lnTo>
                  <a:pt x="3296841" y="62255"/>
                </a:lnTo>
                <a:lnTo>
                  <a:pt x="3312414" y="35985"/>
                </a:lnTo>
                <a:lnTo>
                  <a:pt x="3327997" y="9706"/>
                </a:lnTo>
                <a:lnTo>
                  <a:pt x="3319005" y="10963"/>
                </a:lnTo>
                <a:lnTo>
                  <a:pt x="3289468" y="18612"/>
                </a:lnTo>
                <a:lnTo>
                  <a:pt x="3259360" y="23746"/>
                </a:lnTo>
                <a:lnTo>
                  <a:pt x="3229089" y="27813"/>
                </a:lnTo>
                <a:lnTo>
                  <a:pt x="3198733" y="31223"/>
                </a:lnTo>
                <a:lnTo>
                  <a:pt x="3168329" y="34195"/>
                </a:lnTo>
                <a:lnTo>
                  <a:pt x="3137906" y="36833"/>
                </a:lnTo>
                <a:lnTo>
                  <a:pt x="3107455" y="39224"/>
                </a:lnTo>
                <a:lnTo>
                  <a:pt x="3076985" y="41396"/>
                </a:lnTo>
                <a:lnTo>
                  <a:pt x="3046505" y="43405"/>
                </a:lnTo>
                <a:lnTo>
                  <a:pt x="3016025" y="45263"/>
                </a:lnTo>
                <a:lnTo>
                  <a:pt x="2985526" y="46987"/>
                </a:lnTo>
                <a:lnTo>
                  <a:pt x="2955026" y="48606"/>
                </a:lnTo>
                <a:lnTo>
                  <a:pt x="2924518" y="50121"/>
                </a:lnTo>
                <a:lnTo>
                  <a:pt x="2894009" y="51549"/>
                </a:lnTo>
                <a:lnTo>
                  <a:pt x="2863491" y="52892"/>
                </a:lnTo>
                <a:lnTo>
                  <a:pt x="2832973" y="54169"/>
                </a:lnTo>
                <a:lnTo>
                  <a:pt x="2802455" y="55369"/>
                </a:lnTo>
                <a:lnTo>
                  <a:pt x="2771927" y="56512"/>
                </a:lnTo>
                <a:lnTo>
                  <a:pt x="2741409" y="57588"/>
                </a:lnTo>
                <a:lnTo>
                  <a:pt x="2710882" y="58617"/>
                </a:lnTo>
                <a:lnTo>
                  <a:pt x="2680354" y="59598"/>
                </a:lnTo>
                <a:lnTo>
                  <a:pt x="2649817" y="60522"/>
                </a:lnTo>
                <a:lnTo>
                  <a:pt x="2619289" y="61408"/>
                </a:lnTo>
                <a:lnTo>
                  <a:pt x="2588752" y="62246"/>
                </a:lnTo>
                <a:lnTo>
                  <a:pt x="2558225" y="63046"/>
                </a:lnTo>
                <a:lnTo>
                  <a:pt x="2527687" y="63808"/>
                </a:lnTo>
                <a:lnTo>
                  <a:pt x="2497150" y="64522"/>
                </a:lnTo>
                <a:lnTo>
                  <a:pt x="2466613" y="65208"/>
                </a:lnTo>
                <a:lnTo>
                  <a:pt x="2436076" y="65856"/>
                </a:lnTo>
                <a:lnTo>
                  <a:pt x="2405539" y="66475"/>
                </a:lnTo>
                <a:lnTo>
                  <a:pt x="2375002" y="67066"/>
                </a:lnTo>
                <a:lnTo>
                  <a:pt x="2344464" y="67618"/>
                </a:lnTo>
                <a:lnTo>
                  <a:pt x="2313918" y="68151"/>
                </a:lnTo>
                <a:lnTo>
                  <a:pt x="2283381" y="68647"/>
                </a:lnTo>
                <a:lnTo>
                  <a:pt x="2252843" y="69104"/>
                </a:lnTo>
                <a:lnTo>
                  <a:pt x="2222297" y="69552"/>
                </a:lnTo>
                <a:lnTo>
                  <a:pt x="2191760" y="69961"/>
                </a:lnTo>
                <a:lnTo>
                  <a:pt x="2161213" y="70352"/>
                </a:lnTo>
                <a:lnTo>
                  <a:pt x="2130676" y="70714"/>
                </a:lnTo>
                <a:lnTo>
                  <a:pt x="2100129" y="71047"/>
                </a:lnTo>
                <a:lnTo>
                  <a:pt x="2069592" y="71352"/>
                </a:lnTo>
                <a:lnTo>
                  <a:pt x="2039045" y="71638"/>
                </a:lnTo>
                <a:lnTo>
                  <a:pt x="2008499" y="71904"/>
                </a:lnTo>
                <a:lnTo>
                  <a:pt x="1977962" y="72152"/>
                </a:lnTo>
                <a:lnTo>
                  <a:pt x="1947415" y="72361"/>
                </a:lnTo>
                <a:lnTo>
                  <a:pt x="1916868" y="72552"/>
                </a:lnTo>
                <a:lnTo>
                  <a:pt x="1886331" y="72714"/>
                </a:lnTo>
                <a:lnTo>
                  <a:pt x="1855784" y="72857"/>
                </a:lnTo>
                <a:lnTo>
                  <a:pt x="1825238" y="73000"/>
                </a:lnTo>
                <a:lnTo>
                  <a:pt x="1794691" y="73085"/>
                </a:lnTo>
                <a:lnTo>
                  <a:pt x="1764154" y="73171"/>
                </a:lnTo>
                <a:lnTo>
                  <a:pt x="1733607" y="73238"/>
                </a:lnTo>
                <a:lnTo>
                  <a:pt x="1703060" y="73266"/>
                </a:lnTo>
                <a:lnTo>
                  <a:pt x="1672514" y="73285"/>
                </a:lnTo>
                <a:lnTo>
                  <a:pt x="1641977" y="73276"/>
                </a:lnTo>
                <a:lnTo>
                  <a:pt x="1611430" y="73247"/>
                </a:lnTo>
                <a:lnTo>
                  <a:pt x="1580883" y="73200"/>
                </a:lnTo>
                <a:lnTo>
                  <a:pt x="1550337" y="73114"/>
                </a:lnTo>
                <a:lnTo>
                  <a:pt x="1519799" y="73038"/>
                </a:lnTo>
                <a:lnTo>
                  <a:pt x="1489253" y="72914"/>
                </a:lnTo>
                <a:lnTo>
                  <a:pt x="1458706" y="72771"/>
                </a:lnTo>
                <a:lnTo>
                  <a:pt x="1428159" y="72619"/>
                </a:lnTo>
                <a:lnTo>
                  <a:pt x="1397622" y="72438"/>
                </a:lnTo>
                <a:lnTo>
                  <a:pt x="1367076" y="72228"/>
                </a:lnTo>
                <a:lnTo>
                  <a:pt x="1336529" y="71999"/>
                </a:lnTo>
                <a:lnTo>
                  <a:pt x="1305992" y="71742"/>
                </a:lnTo>
                <a:lnTo>
                  <a:pt x="1275445" y="71466"/>
                </a:lnTo>
                <a:lnTo>
                  <a:pt x="1244908" y="71161"/>
                </a:lnTo>
                <a:lnTo>
                  <a:pt x="1214361" y="70837"/>
                </a:lnTo>
                <a:lnTo>
                  <a:pt x="1183815" y="70485"/>
                </a:lnTo>
                <a:lnTo>
                  <a:pt x="1153277" y="70104"/>
                </a:lnTo>
                <a:lnTo>
                  <a:pt x="1122731" y="69704"/>
                </a:lnTo>
                <a:lnTo>
                  <a:pt x="1092194" y="69275"/>
                </a:lnTo>
                <a:lnTo>
                  <a:pt x="1061657" y="68818"/>
                </a:lnTo>
                <a:lnTo>
                  <a:pt x="1031110" y="68332"/>
                </a:lnTo>
                <a:lnTo>
                  <a:pt x="1000573" y="67818"/>
                </a:lnTo>
                <a:lnTo>
                  <a:pt x="970036" y="67275"/>
                </a:lnTo>
                <a:lnTo>
                  <a:pt x="939498" y="66704"/>
                </a:lnTo>
                <a:lnTo>
                  <a:pt x="908952" y="66094"/>
                </a:lnTo>
                <a:lnTo>
                  <a:pt x="878415" y="65456"/>
                </a:lnTo>
                <a:lnTo>
                  <a:pt x="847877" y="64780"/>
                </a:lnTo>
                <a:lnTo>
                  <a:pt x="817340" y="64075"/>
                </a:lnTo>
                <a:lnTo>
                  <a:pt x="786813" y="63322"/>
                </a:lnTo>
                <a:lnTo>
                  <a:pt x="756275" y="62541"/>
                </a:lnTo>
                <a:lnTo>
                  <a:pt x="725738" y="61722"/>
                </a:lnTo>
                <a:lnTo>
                  <a:pt x="695211" y="60855"/>
                </a:lnTo>
                <a:lnTo>
                  <a:pt x="664683" y="59941"/>
                </a:lnTo>
                <a:lnTo>
                  <a:pt x="634146" y="58988"/>
                </a:lnTo>
                <a:lnTo>
                  <a:pt x="603618" y="57979"/>
                </a:lnTo>
                <a:lnTo>
                  <a:pt x="573100" y="56912"/>
                </a:lnTo>
                <a:lnTo>
                  <a:pt x="542573" y="55797"/>
                </a:lnTo>
                <a:lnTo>
                  <a:pt x="512054" y="54616"/>
                </a:lnTo>
                <a:lnTo>
                  <a:pt x="481536" y="53369"/>
                </a:lnTo>
                <a:lnTo>
                  <a:pt x="451018" y="52054"/>
                </a:lnTo>
                <a:lnTo>
                  <a:pt x="420500" y="50654"/>
                </a:lnTo>
                <a:lnTo>
                  <a:pt x="389992" y="49178"/>
                </a:lnTo>
                <a:lnTo>
                  <a:pt x="359493" y="47596"/>
                </a:lnTo>
                <a:lnTo>
                  <a:pt x="328994" y="45911"/>
                </a:lnTo>
                <a:lnTo>
                  <a:pt x="298504" y="44110"/>
                </a:lnTo>
                <a:lnTo>
                  <a:pt x="268024" y="42158"/>
                </a:lnTo>
                <a:lnTo>
                  <a:pt x="237554" y="40043"/>
                </a:lnTo>
                <a:lnTo>
                  <a:pt x="207093" y="37748"/>
                </a:lnTo>
                <a:lnTo>
                  <a:pt x="176651" y="35204"/>
                </a:lnTo>
                <a:lnTo>
                  <a:pt x="146247" y="32366"/>
                </a:lnTo>
                <a:lnTo>
                  <a:pt x="115872" y="29127"/>
                </a:lnTo>
                <a:lnTo>
                  <a:pt x="85563" y="25337"/>
                </a:lnTo>
                <a:lnTo>
                  <a:pt x="55378" y="20679"/>
                </a:lnTo>
                <a:lnTo>
                  <a:pt x="25517" y="14297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34" name="funnel-step-cap-0">
            <a:extLst xmlns:a="http://schemas.openxmlformats.org/drawingml/2006/main">
              <a:ext uri="{FF2B5EF4-FFF2-40B4-BE49-F238E27FC236}">
                <a16:creationId xmlns:a16="http://schemas.microsoft.com/office/drawing/2014/main" id="{C6BA5A28-5482-468E-AF56-4738253F0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52750" y="2410358"/>
            <a:ext cx="3333750" cy="2084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35" name="funnel-step-body-1">
            <a:extLst xmlns:a="http://schemas.openxmlformats.org/drawingml/2006/main">
              <a:ext uri="{FF2B5EF4-FFF2-40B4-BE49-F238E27FC236}">
                <a16:creationId xmlns:a16="http://schemas.microsoft.com/office/drawing/2014/main" id="{3764B1EB-74C2-42BB-8807-86E8AECFD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281077" y="3242310"/>
            <a:ext cx="2676249" cy="627078"/>
          </a:xfrm>
          <a:custGeom xmlns:a="http://schemas.openxmlformats.org/drawingml/2006/main">
            <a:pathLst>
              <a:path w="2676249" h="627078">
                <a:moveTo>
                  <a:pt x="0" y="0"/>
                </a:moveTo>
                <a:lnTo>
                  <a:pt x="10516" y="23165"/>
                </a:lnTo>
                <a:lnTo>
                  <a:pt x="21022" y="46330"/>
                </a:lnTo>
                <a:lnTo>
                  <a:pt x="31537" y="69494"/>
                </a:lnTo>
                <a:lnTo>
                  <a:pt x="42043" y="92659"/>
                </a:lnTo>
                <a:lnTo>
                  <a:pt x="52559" y="115824"/>
                </a:lnTo>
                <a:lnTo>
                  <a:pt x="63065" y="138998"/>
                </a:lnTo>
                <a:lnTo>
                  <a:pt x="73581" y="162163"/>
                </a:lnTo>
                <a:lnTo>
                  <a:pt x="84087" y="185328"/>
                </a:lnTo>
                <a:lnTo>
                  <a:pt x="94602" y="208493"/>
                </a:lnTo>
                <a:lnTo>
                  <a:pt x="105108" y="231658"/>
                </a:lnTo>
                <a:lnTo>
                  <a:pt x="115624" y="254822"/>
                </a:lnTo>
                <a:lnTo>
                  <a:pt x="126130" y="277987"/>
                </a:lnTo>
                <a:lnTo>
                  <a:pt x="136646" y="301152"/>
                </a:lnTo>
                <a:lnTo>
                  <a:pt x="147152" y="324317"/>
                </a:lnTo>
                <a:lnTo>
                  <a:pt x="157667" y="347482"/>
                </a:lnTo>
                <a:lnTo>
                  <a:pt x="168173" y="370656"/>
                </a:lnTo>
                <a:lnTo>
                  <a:pt x="178689" y="393821"/>
                </a:lnTo>
                <a:lnTo>
                  <a:pt x="189195" y="416985"/>
                </a:lnTo>
                <a:lnTo>
                  <a:pt x="199711" y="440150"/>
                </a:lnTo>
                <a:lnTo>
                  <a:pt x="210217" y="463315"/>
                </a:lnTo>
                <a:lnTo>
                  <a:pt x="220732" y="486480"/>
                </a:lnTo>
                <a:lnTo>
                  <a:pt x="231238" y="509645"/>
                </a:lnTo>
                <a:lnTo>
                  <a:pt x="241754" y="532809"/>
                </a:lnTo>
                <a:lnTo>
                  <a:pt x="251698" y="556146"/>
                </a:lnTo>
                <a:lnTo>
                  <a:pt x="272405" y="569814"/>
                </a:lnTo>
                <a:lnTo>
                  <a:pt x="296847" y="576853"/>
                </a:lnTo>
                <a:lnTo>
                  <a:pt x="321755" y="581997"/>
                </a:lnTo>
                <a:lnTo>
                  <a:pt x="346843" y="586169"/>
                </a:lnTo>
                <a:lnTo>
                  <a:pt x="372037" y="589721"/>
                </a:lnTo>
                <a:lnTo>
                  <a:pt x="397278" y="592817"/>
                </a:lnTo>
                <a:lnTo>
                  <a:pt x="422567" y="595579"/>
                </a:lnTo>
                <a:lnTo>
                  <a:pt x="447885" y="598065"/>
                </a:lnTo>
                <a:lnTo>
                  <a:pt x="473221" y="600332"/>
                </a:lnTo>
                <a:lnTo>
                  <a:pt x="498577" y="602409"/>
                </a:lnTo>
                <a:lnTo>
                  <a:pt x="523942" y="604323"/>
                </a:lnTo>
                <a:lnTo>
                  <a:pt x="549326" y="606095"/>
                </a:lnTo>
                <a:lnTo>
                  <a:pt x="574710" y="607752"/>
                </a:lnTo>
                <a:lnTo>
                  <a:pt x="600104" y="609286"/>
                </a:lnTo>
                <a:lnTo>
                  <a:pt x="625497" y="610724"/>
                </a:lnTo>
                <a:lnTo>
                  <a:pt x="650900" y="612067"/>
                </a:lnTo>
                <a:lnTo>
                  <a:pt x="676313" y="613324"/>
                </a:lnTo>
                <a:lnTo>
                  <a:pt x="701726" y="614496"/>
                </a:lnTo>
                <a:lnTo>
                  <a:pt x="727139" y="615610"/>
                </a:lnTo>
                <a:lnTo>
                  <a:pt x="752551" y="616649"/>
                </a:lnTo>
                <a:lnTo>
                  <a:pt x="777973" y="617620"/>
                </a:lnTo>
                <a:lnTo>
                  <a:pt x="803396" y="618534"/>
                </a:lnTo>
                <a:lnTo>
                  <a:pt x="828818" y="619382"/>
                </a:lnTo>
                <a:lnTo>
                  <a:pt x="854250" y="620182"/>
                </a:lnTo>
                <a:lnTo>
                  <a:pt x="879672" y="620935"/>
                </a:lnTo>
                <a:lnTo>
                  <a:pt x="905104" y="621630"/>
                </a:lnTo>
                <a:lnTo>
                  <a:pt x="930535" y="622278"/>
                </a:lnTo>
                <a:lnTo>
                  <a:pt x="955967" y="622887"/>
                </a:lnTo>
                <a:lnTo>
                  <a:pt x="981399" y="623440"/>
                </a:lnTo>
                <a:lnTo>
                  <a:pt x="1006831" y="623954"/>
                </a:lnTo>
                <a:lnTo>
                  <a:pt x="1032262" y="624430"/>
                </a:lnTo>
                <a:lnTo>
                  <a:pt x="1057704" y="624859"/>
                </a:lnTo>
                <a:lnTo>
                  <a:pt x="1083135" y="625250"/>
                </a:lnTo>
                <a:lnTo>
                  <a:pt x="1108577" y="625602"/>
                </a:lnTo>
                <a:lnTo>
                  <a:pt x="1134008" y="625916"/>
                </a:lnTo>
                <a:lnTo>
                  <a:pt x="1159450" y="626183"/>
                </a:lnTo>
                <a:lnTo>
                  <a:pt x="1184881" y="626421"/>
                </a:lnTo>
                <a:lnTo>
                  <a:pt x="1210323" y="626621"/>
                </a:lnTo>
                <a:lnTo>
                  <a:pt x="1235764" y="626783"/>
                </a:lnTo>
                <a:lnTo>
                  <a:pt x="1261205" y="626916"/>
                </a:lnTo>
                <a:lnTo>
                  <a:pt x="1286637" y="627002"/>
                </a:lnTo>
                <a:lnTo>
                  <a:pt x="1312078" y="627059"/>
                </a:lnTo>
                <a:lnTo>
                  <a:pt x="1337520" y="627078"/>
                </a:lnTo>
                <a:lnTo>
                  <a:pt x="1362951" y="627059"/>
                </a:lnTo>
                <a:lnTo>
                  <a:pt x="1388393" y="627012"/>
                </a:lnTo>
                <a:lnTo>
                  <a:pt x="1413834" y="626926"/>
                </a:lnTo>
                <a:lnTo>
                  <a:pt x="1439275" y="626802"/>
                </a:lnTo>
                <a:lnTo>
                  <a:pt x="1464707" y="626640"/>
                </a:lnTo>
                <a:lnTo>
                  <a:pt x="1490148" y="626440"/>
                </a:lnTo>
                <a:lnTo>
                  <a:pt x="1515589" y="626212"/>
                </a:lnTo>
                <a:lnTo>
                  <a:pt x="1541021" y="625935"/>
                </a:lnTo>
                <a:lnTo>
                  <a:pt x="1566462" y="625631"/>
                </a:lnTo>
                <a:lnTo>
                  <a:pt x="1591894" y="625278"/>
                </a:lnTo>
                <a:lnTo>
                  <a:pt x="1617335" y="624897"/>
                </a:lnTo>
                <a:lnTo>
                  <a:pt x="1642767" y="624469"/>
                </a:lnTo>
                <a:lnTo>
                  <a:pt x="1668199" y="623992"/>
                </a:lnTo>
                <a:lnTo>
                  <a:pt x="1693640" y="623487"/>
                </a:lnTo>
                <a:lnTo>
                  <a:pt x="1719072" y="622935"/>
                </a:lnTo>
                <a:lnTo>
                  <a:pt x="1744504" y="622335"/>
                </a:lnTo>
                <a:lnTo>
                  <a:pt x="1769936" y="621687"/>
                </a:lnTo>
                <a:lnTo>
                  <a:pt x="1795358" y="620992"/>
                </a:lnTo>
                <a:lnTo>
                  <a:pt x="1820789" y="620249"/>
                </a:lnTo>
                <a:lnTo>
                  <a:pt x="1846212" y="619449"/>
                </a:lnTo>
                <a:lnTo>
                  <a:pt x="1871643" y="618601"/>
                </a:lnTo>
                <a:lnTo>
                  <a:pt x="1897066" y="617696"/>
                </a:lnTo>
                <a:lnTo>
                  <a:pt x="1922478" y="616734"/>
                </a:lnTo>
                <a:lnTo>
                  <a:pt x="1947901" y="615696"/>
                </a:lnTo>
                <a:lnTo>
                  <a:pt x="1973313" y="614591"/>
                </a:lnTo>
                <a:lnTo>
                  <a:pt x="1998726" y="613420"/>
                </a:lnTo>
                <a:lnTo>
                  <a:pt x="2024139" y="612172"/>
                </a:lnTo>
                <a:lnTo>
                  <a:pt x="2049542" y="610838"/>
                </a:lnTo>
                <a:lnTo>
                  <a:pt x="2074936" y="609400"/>
                </a:lnTo>
                <a:lnTo>
                  <a:pt x="2100329" y="607876"/>
                </a:lnTo>
                <a:lnTo>
                  <a:pt x="2125713" y="606238"/>
                </a:lnTo>
                <a:lnTo>
                  <a:pt x="2151097" y="604466"/>
                </a:lnTo>
                <a:lnTo>
                  <a:pt x="2176463" y="602571"/>
                </a:lnTo>
                <a:lnTo>
                  <a:pt x="2201818" y="600513"/>
                </a:lnTo>
                <a:lnTo>
                  <a:pt x="2227155" y="598256"/>
                </a:lnTo>
                <a:lnTo>
                  <a:pt x="2252472" y="595789"/>
                </a:lnTo>
                <a:lnTo>
                  <a:pt x="2277761" y="593055"/>
                </a:lnTo>
                <a:lnTo>
                  <a:pt x="2303021" y="589988"/>
                </a:lnTo>
                <a:lnTo>
                  <a:pt x="2328215" y="586483"/>
                </a:lnTo>
                <a:lnTo>
                  <a:pt x="2353313" y="582368"/>
                </a:lnTo>
                <a:lnTo>
                  <a:pt x="2378250" y="577320"/>
                </a:lnTo>
                <a:lnTo>
                  <a:pt x="2402748" y="570509"/>
                </a:lnTo>
                <a:lnTo>
                  <a:pt x="2424465" y="557975"/>
                </a:lnTo>
                <a:lnTo>
                  <a:pt x="2434495" y="534686"/>
                </a:lnTo>
                <a:lnTo>
                  <a:pt x="2445001" y="511521"/>
                </a:lnTo>
                <a:lnTo>
                  <a:pt x="2455516" y="488356"/>
                </a:lnTo>
                <a:lnTo>
                  <a:pt x="2466023" y="465191"/>
                </a:lnTo>
                <a:lnTo>
                  <a:pt x="2476538" y="442027"/>
                </a:lnTo>
                <a:lnTo>
                  <a:pt x="2487044" y="418862"/>
                </a:lnTo>
                <a:lnTo>
                  <a:pt x="2497560" y="395697"/>
                </a:lnTo>
                <a:lnTo>
                  <a:pt x="2508066" y="372532"/>
                </a:lnTo>
                <a:lnTo>
                  <a:pt x="2518581" y="349367"/>
                </a:lnTo>
                <a:lnTo>
                  <a:pt x="2529088" y="326203"/>
                </a:lnTo>
                <a:lnTo>
                  <a:pt x="2539603" y="303028"/>
                </a:lnTo>
                <a:lnTo>
                  <a:pt x="2550109" y="279864"/>
                </a:lnTo>
                <a:lnTo>
                  <a:pt x="2560625" y="256699"/>
                </a:lnTo>
                <a:lnTo>
                  <a:pt x="2571131" y="233534"/>
                </a:lnTo>
                <a:lnTo>
                  <a:pt x="2581646" y="210369"/>
                </a:lnTo>
                <a:lnTo>
                  <a:pt x="2592153" y="187204"/>
                </a:lnTo>
                <a:lnTo>
                  <a:pt x="2602668" y="164040"/>
                </a:lnTo>
                <a:lnTo>
                  <a:pt x="2613174" y="140875"/>
                </a:lnTo>
                <a:lnTo>
                  <a:pt x="2623690" y="117710"/>
                </a:lnTo>
                <a:lnTo>
                  <a:pt x="2634196" y="94545"/>
                </a:lnTo>
                <a:lnTo>
                  <a:pt x="2644712" y="71371"/>
                </a:lnTo>
                <a:lnTo>
                  <a:pt x="2655227" y="48206"/>
                </a:lnTo>
                <a:lnTo>
                  <a:pt x="2665733" y="25041"/>
                </a:lnTo>
                <a:lnTo>
                  <a:pt x="2676249" y="1876"/>
                </a:lnTo>
                <a:lnTo>
                  <a:pt x="2659266" y="13364"/>
                </a:lnTo>
                <a:lnTo>
                  <a:pt x="2634777" y="20203"/>
                </a:lnTo>
                <a:lnTo>
                  <a:pt x="2609821" y="25098"/>
                </a:lnTo>
                <a:lnTo>
                  <a:pt x="2584685" y="29042"/>
                </a:lnTo>
                <a:lnTo>
                  <a:pt x="2559472" y="32385"/>
                </a:lnTo>
                <a:lnTo>
                  <a:pt x="2534202" y="35319"/>
                </a:lnTo>
                <a:lnTo>
                  <a:pt x="2508895" y="37929"/>
                </a:lnTo>
                <a:lnTo>
                  <a:pt x="2483568" y="40300"/>
                </a:lnTo>
                <a:lnTo>
                  <a:pt x="2458222" y="42462"/>
                </a:lnTo>
                <a:lnTo>
                  <a:pt x="2432866" y="44453"/>
                </a:lnTo>
                <a:lnTo>
                  <a:pt x="2407491" y="46292"/>
                </a:lnTo>
                <a:lnTo>
                  <a:pt x="2382107" y="48006"/>
                </a:lnTo>
                <a:lnTo>
                  <a:pt x="2356723" y="49616"/>
                </a:lnTo>
                <a:lnTo>
                  <a:pt x="2331329" y="51130"/>
                </a:lnTo>
                <a:lnTo>
                  <a:pt x="2305926" y="52549"/>
                </a:lnTo>
                <a:lnTo>
                  <a:pt x="2280523" y="53883"/>
                </a:lnTo>
                <a:lnTo>
                  <a:pt x="2255120" y="55150"/>
                </a:lnTo>
                <a:lnTo>
                  <a:pt x="2229707" y="56340"/>
                </a:lnTo>
                <a:lnTo>
                  <a:pt x="2204295" y="57464"/>
                </a:lnTo>
                <a:lnTo>
                  <a:pt x="2178872" y="58541"/>
                </a:lnTo>
                <a:lnTo>
                  <a:pt x="2153460" y="59550"/>
                </a:lnTo>
                <a:lnTo>
                  <a:pt x="2128037" y="60512"/>
                </a:lnTo>
                <a:lnTo>
                  <a:pt x="2102615" y="61436"/>
                </a:lnTo>
                <a:lnTo>
                  <a:pt x="2077193" y="62303"/>
                </a:lnTo>
                <a:lnTo>
                  <a:pt x="2051761" y="63122"/>
                </a:lnTo>
                <a:lnTo>
                  <a:pt x="2026339" y="63913"/>
                </a:lnTo>
                <a:lnTo>
                  <a:pt x="2000907" y="64656"/>
                </a:lnTo>
                <a:lnTo>
                  <a:pt x="1975485" y="65351"/>
                </a:lnTo>
                <a:lnTo>
                  <a:pt x="1950053" y="66018"/>
                </a:lnTo>
                <a:lnTo>
                  <a:pt x="1924622" y="66646"/>
                </a:lnTo>
                <a:lnTo>
                  <a:pt x="1899190" y="67247"/>
                </a:lnTo>
                <a:lnTo>
                  <a:pt x="1873758" y="67808"/>
                </a:lnTo>
                <a:lnTo>
                  <a:pt x="1848326" y="68342"/>
                </a:lnTo>
                <a:lnTo>
                  <a:pt x="1822885" y="68847"/>
                </a:lnTo>
                <a:lnTo>
                  <a:pt x="1797453" y="69323"/>
                </a:lnTo>
                <a:lnTo>
                  <a:pt x="1772021" y="69761"/>
                </a:lnTo>
                <a:lnTo>
                  <a:pt x="1746580" y="70180"/>
                </a:lnTo>
                <a:lnTo>
                  <a:pt x="1721148" y="70561"/>
                </a:lnTo>
                <a:lnTo>
                  <a:pt x="1695707" y="70923"/>
                </a:lnTo>
                <a:lnTo>
                  <a:pt x="1670275" y="71257"/>
                </a:lnTo>
                <a:lnTo>
                  <a:pt x="1644834" y="71561"/>
                </a:lnTo>
                <a:lnTo>
                  <a:pt x="1619402" y="71838"/>
                </a:lnTo>
                <a:lnTo>
                  <a:pt x="1593961" y="72095"/>
                </a:lnTo>
                <a:lnTo>
                  <a:pt x="1568529" y="72323"/>
                </a:lnTo>
                <a:lnTo>
                  <a:pt x="1543088" y="72523"/>
                </a:lnTo>
                <a:lnTo>
                  <a:pt x="1517647" y="72704"/>
                </a:lnTo>
                <a:lnTo>
                  <a:pt x="1492215" y="72866"/>
                </a:lnTo>
                <a:lnTo>
                  <a:pt x="1466774" y="72990"/>
                </a:lnTo>
                <a:lnTo>
                  <a:pt x="1441333" y="73095"/>
                </a:lnTo>
                <a:lnTo>
                  <a:pt x="1415891" y="73181"/>
                </a:lnTo>
                <a:lnTo>
                  <a:pt x="1390460" y="73238"/>
                </a:lnTo>
                <a:lnTo>
                  <a:pt x="1365018" y="73276"/>
                </a:lnTo>
                <a:lnTo>
                  <a:pt x="1339577" y="73295"/>
                </a:lnTo>
                <a:lnTo>
                  <a:pt x="1314136" y="73285"/>
                </a:lnTo>
                <a:lnTo>
                  <a:pt x="1288704" y="73247"/>
                </a:lnTo>
                <a:lnTo>
                  <a:pt x="1263263" y="73190"/>
                </a:lnTo>
                <a:lnTo>
                  <a:pt x="1237821" y="73104"/>
                </a:lnTo>
                <a:lnTo>
                  <a:pt x="1212390" y="73009"/>
                </a:lnTo>
                <a:lnTo>
                  <a:pt x="1186948" y="72876"/>
                </a:lnTo>
                <a:lnTo>
                  <a:pt x="1161507" y="72714"/>
                </a:lnTo>
                <a:lnTo>
                  <a:pt x="1136066" y="72542"/>
                </a:lnTo>
                <a:lnTo>
                  <a:pt x="1110634" y="72342"/>
                </a:lnTo>
                <a:lnTo>
                  <a:pt x="1085193" y="72114"/>
                </a:lnTo>
                <a:lnTo>
                  <a:pt x="1059752" y="71866"/>
                </a:lnTo>
                <a:lnTo>
                  <a:pt x="1034320" y="71580"/>
                </a:lnTo>
                <a:lnTo>
                  <a:pt x="1008878" y="71276"/>
                </a:lnTo>
                <a:lnTo>
                  <a:pt x="983447" y="70952"/>
                </a:lnTo>
                <a:lnTo>
                  <a:pt x="958005" y="70590"/>
                </a:lnTo>
                <a:lnTo>
                  <a:pt x="932574" y="70209"/>
                </a:lnTo>
                <a:lnTo>
                  <a:pt x="907142" y="69799"/>
                </a:lnTo>
                <a:lnTo>
                  <a:pt x="881701" y="69361"/>
                </a:lnTo>
                <a:lnTo>
                  <a:pt x="856269" y="68885"/>
                </a:lnTo>
                <a:lnTo>
                  <a:pt x="830837" y="68390"/>
                </a:lnTo>
                <a:lnTo>
                  <a:pt x="805405" y="67856"/>
                </a:lnTo>
                <a:lnTo>
                  <a:pt x="779964" y="67294"/>
                </a:lnTo>
                <a:lnTo>
                  <a:pt x="754532" y="66704"/>
                </a:lnTo>
                <a:lnTo>
                  <a:pt x="729101" y="66075"/>
                </a:lnTo>
                <a:lnTo>
                  <a:pt x="703678" y="65408"/>
                </a:lnTo>
                <a:lnTo>
                  <a:pt x="678247" y="64713"/>
                </a:lnTo>
                <a:lnTo>
                  <a:pt x="652815" y="63970"/>
                </a:lnTo>
                <a:lnTo>
                  <a:pt x="627393" y="63189"/>
                </a:lnTo>
                <a:lnTo>
                  <a:pt x="601970" y="62370"/>
                </a:lnTo>
                <a:lnTo>
                  <a:pt x="576539" y="61503"/>
                </a:lnTo>
                <a:lnTo>
                  <a:pt x="551117" y="60589"/>
                </a:lnTo>
                <a:lnTo>
                  <a:pt x="525694" y="59636"/>
                </a:lnTo>
                <a:lnTo>
                  <a:pt x="500282" y="58617"/>
                </a:lnTo>
                <a:lnTo>
                  <a:pt x="474859" y="57560"/>
                </a:lnTo>
                <a:lnTo>
                  <a:pt x="449447" y="56426"/>
                </a:lnTo>
                <a:lnTo>
                  <a:pt x="424034" y="55245"/>
                </a:lnTo>
                <a:lnTo>
                  <a:pt x="398631" y="53988"/>
                </a:lnTo>
                <a:lnTo>
                  <a:pt x="373228" y="52664"/>
                </a:lnTo>
                <a:lnTo>
                  <a:pt x="347824" y="51245"/>
                </a:lnTo>
                <a:lnTo>
                  <a:pt x="322431" y="49740"/>
                </a:lnTo>
                <a:lnTo>
                  <a:pt x="297047" y="48139"/>
                </a:lnTo>
                <a:lnTo>
                  <a:pt x="271663" y="46444"/>
                </a:lnTo>
                <a:lnTo>
                  <a:pt x="246288" y="44606"/>
                </a:lnTo>
                <a:lnTo>
                  <a:pt x="220932" y="42624"/>
                </a:lnTo>
                <a:lnTo>
                  <a:pt x="195577" y="40481"/>
                </a:lnTo>
                <a:lnTo>
                  <a:pt x="170250" y="38129"/>
                </a:lnTo>
                <a:lnTo>
                  <a:pt x="144942" y="35538"/>
                </a:lnTo>
                <a:lnTo>
                  <a:pt x="119672" y="32633"/>
                </a:lnTo>
                <a:lnTo>
                  <a:pt x="94450" y="29327"/>
                </a:lnTo>
                <a:lnTo>
                  <a:pt x="69313" y="25451"/>
                </a:lnTo>
                <a:lnTo>
                  <a:pt x="44329" y="20650"/>
                </a:lnTo>
                <a:lnTo>
                  <a:pt x="19774" y="14049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36" name="funnel-step-cap-1">
            <a:extLst xmlns:a="http://schemas.openxmlformats.org/drawingml/2006/main">
              <a:ext uri="{FF2B5EF4-FFF2-40B4-BE49-F238E27FC236}">
                <a16:creationId xmlns:a16="http://schemas.microsoft.com/office/drawing/2014/main" id="{D59ED084-2C59-4F31-8036-97C13AF49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281067" y="3138068"/>
            <a:ext cx="2677106" cy="2084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37" name="funnel-step-body-2">
            <a:extLst xmlns:a="http://schemas.openxmlformats.org/drawingml/2006/main">
              <a:ext uri="{FF2B5EF4-FFF2-40B4-BE49-F238E27FC236}">
                <a16:creationId xmlns:a16="http://schemas.microsoft.com/office/drawing/2014/main" id="{C84EBD80-B8C1-4316-81C8-BDE117545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532346" y="3970020"/>
            <a:ext cx="2171271" cy="627069"/>
          </a:xfrm>
          <a:custGeom xmlns:a="http://schemas.openxmlformats.org/drawingml/2006/main">
            <a:pathLst>
              <a:path w="2171271" h="627069">
                <a:moveTo>
                  <a:pt x="0" y="0"/>
                </a:moveTo>
                <a:lnTo>
                  <a:pt x="8163" y="19774"/>
                </a:lnTo>
                <a:lnTo>
                  <a:pt x="16326" y="39548"/>
                </a:lnTo>
                <a:lnTo>
                  <a:pt x="24489" y="59312"/>
                </a:lnTo>
                <a:lnTo>
                  <a:pt x="32652" y="79086"/>
                </a:lnTo>
                <a:lnTo>
                  <a:pt x="40805" y="98860"/>
                </a:lnTo>
                <a:lnTo>
                  <a:pt x="48968" y="118634"/>
                </a:lnTo>
                <a:lnTo>
                  <a:pt x="57131" y="138408"/>
                </a:lnTo>
                <a:lnTo>
                  <a:pt x="65294" y="158182"/>
                </a:lnTo>
                <a:lnTo>
                  <a:pt x="73457" y="177946"/>
                </a:lnTo>
                <a:lnTo>
                  <a:pt x="81620" y="197720"/>
                </a:lnTo>
                <a:lnTo>
                  <a:pt x="89783" y="217494"/>
                </a:lnTo>
                <a:lnTo>
                  <a:pt x="97946" y="237268"/>
                </a:lnTo>
                <a:lnTo>
                  <a:pt x="106109" y="257042"/>
                </a:lnTo>
                <a:lnTo>
                  <a:pt x="114271" y="276816"/>
                </a:lnTo>
                <a:lnTo>
                  <a:pt x="122425" y="296580"/>
                </a:lnTo>
                <a:lnTo>
                  <a:pt x="130588" y="316354"/>
                </a:lnTo>
                <a:lnTo>
                  <a:pt x="138751" y="336128"/>
                </a:lnTo>
                <a:lnTo>
                  <a:pt x="146914" y="355902"/>
                </a:lnTo>
                <a:lnTo>
                  <a:pt x="155077" y="375676"/>
                </a:lnTo>
                <a:lnTo>
                  <a:pt x="163239" y="395449"/>
                </a:lnTo>
                <a:lnTo>
                  <a:pt x="171402" y="415214"/>
                </a:lnTo>
                <a:lnTo>
                  <a:pt x="179565" y="434988"/>
                </a:lnTo>
                <a:lnTo>
                  <a:pt x="187728" y="454762"/>
                </a:lnTo>
                <a:lnTo>
                  <a:pt x="195882" y="474536"/>
                </a:lnTo>
                <a:lnTo>
                  <a:pt x="204045" y="494309"/>
                </a:lnTo>
                <a:lnTo>
                  <a:pt x="212207" y="514083"/>
                </a:lnTo>
                <a:lnTo>
                  <a:pt x="220370" y="533848"/>
                </a:lnTo>
                <a:lnTo>
                  <a:pt x="228533" y="553622"/>
                </a:lnTo>
                <a:lnTo>
                  <a:pt x="242526" y="568481"/>
                </a:lnTo>
                <a:lnTo>
                  <a:pt x="262452" y="576196"/>
                </a:lnTo>
                <a:lnTo>
                  <a:pt x="283112" y="581730"/>
                </a:lnTo>
                <a:lnTo>
                  <a:pt x="304038" y="586169"/>
                </a:lnTo>
                <a:lnTo>
                  <a:pt x="325098" y="589902"/>
                </a:lnTo>
                <a:lnTo>
                  <a:pt x="346234" y="593160"/>
                </a:lnTo>
                <a:lnTo>
                  <a:pt x="367436" y="596036"/>
                </a:lnTo>
                <a:lnTo>
                  <a:pt x="388668" y="598627"/>
                </a:lnTo>
                <a:lnTo>
                  <a:pt x="409927" y="600980"/>
                </a:lnTo>
                <a:lnTo>
                  <a:pt x="431206" y="603123"/>
                </a:lnTo>
                <a:lnTo>
                  <a:pt x="452504" y="605104"/>
                </a:lnTo>
                <a:lnTo>
                  <a:pt x="473821" y="606923"/>
                </a:lnTo>
                <a:lnTo>
                  <a:pt x="495148" y="608619"/>
                </a:lnTo>
                <a:lnTo>
                  <a:pt x="516474" y="610181"/>
                </a:lnTo>
                <a:lnTo>
                  <a:pt x="537820" y="611648"/>
                </a:lnTo>
                <a:lnTo>
                  <a:pt x="559165" y="613010"/>
                </a:lnTo>
                <a:lnTo>
                  <a:pt x="580520" y="614286"/>
                </a:lnTo>
                <a:lnTo>
                  <a:pt x="601875" y="615467"/>
                </a:lnTo>
                <a:lnTo>
                  <a:pt x="623240" y="616582"/>
                </a:lnTo>
                <a:lnTo>
                  <a:pt x="644604" y="617630"/>
                </a:lnTo>
                <a:lnTo>
                  <a:pt x="665969" y="618592"/>
                </a:lnTo>
                <a:lnTo>
                  <a:pt x="687343" y="619496"/>
                </a:lnTo>
                <a:lnTo>
                  <a:pt x="708717" y="620335"/>
                </a:lnTo>
                <a:lnTo>
                  <a:pt x="730091" y="621116"/>
                </a:lnTo>
                <a:lnTo>
                  <a:pt x="751475" y="621849"/>
                </a:lnTo>
                <a:lnTo>
                  <a:pt x="772849" y="622525"/>
                </a:lnTo>
                <a:lnTo>
                  <a:pt x="794233" y="623145"/>
                </a:lnTo>
                <a:lnTo>
                  <a:pt x="815616" y="623716"/>
                </a:lnTo>
                <a:lnTo>
                  <a:pt x="837000" y="624230"/>
                </a:lnTo>
                <a:lnTo>
                  <a:pt x="858383" y="624707"/>
                </a:lnTo>
                <a:lnTo>
                  <a:pt x="879777" y="625135"/>
                </a:lnTo>
                <a:lnTo>
                  <a:pt x="901160" y="625526"/>
                </a:lnTo>
                <a:lnTo>
                  <a:pt x="922544" y="625859"/>
                </a:lnTo>
                <a:lnTo>
                  <a:pt x="943937" y="626164"/>
                </a:lnTo>
                <a:lnTo>
                  <a:pt x="965321" y="626412"/>
                </a:lnTo>
                <a:lnTo>
                  <a:pt x="986714" y="626631"/>
                </a:lnTo>
                <a:lnTo>
                  <a:pt x="1008107" y="626802"/>
                </a:lnTo>
                <a:lnTo>
                  <a:pt x="1029491" y="626926"/>
                </a:lnTo>
                <a:lnTo>
                  <a:pt x="1050884" y="627021"/>
                </a:lnTo>
                <a:lnTo>
                  <a:pt x="1072277" y="627069"/>
                </a:lnTo>
                <a:lnTo>
                  <a:pt x="1093670" y="627069"/>
                </a:lnTo>
                <a:lnTo>
                  <a:pt x="1115054" y="627040"/>
                </a:lnTo>
                <a:lnTo>
                  <a:pt x="1136447" y="626964"/>
                </a:lnTo>
                <a:lnTo>
                  <a:pt x="1157840" y="626850"/>
                </a:lnTo>
                <a:lnTo>
                  <a:pt x="1179224" y="626697"/>
                </a:lnTo>
                <a:lnTo>
                  <a:pt x="1200617" y="626507"/>
                </a:lnTo>
                <a:lnTo>
                  <a:pt x="1222010" y="626269"/>
                </a:lnTo>
                <a:lnTo>
                  <a:pt x="1243394" y="625993"/>
                </a:lnTo>
                <a:lnTo>
                  <a:pt x="1264787" y="625669"/>
                </a:lnTo>
                <a:lnTo>
                  <a:pt x="1286170" y="625297"/>
                </a:lnTo>
                <a:lnTo>
                  <a:pt x="1307554" y="624888"/>
                </a:lnTo>
                <a:lnTo>
                  <a:pt x="1328947" y="624430"/>
                </a:lnTo>
                <a:lnTo>
                  <a:pt x="1350331" y="623926"/>
                </a:lnTo>
                <a:lnTo>
                  <a:pt x="1371714" y="623373"/>
                </a:lnTo>
                <a:lnTo>
                  <a:pt x="1393098" y="622773"/>
                </a:lnTo>
                <a:lnTo>
                  <a:pt x="1414472" y="622125"/>
                </a:lnTo>
                <a:lnTo>
                  <a:pt x="1435856" y="621421"/>
                </a:lnTo>
                <a:lnTo>
                  <a:pt x="1457230" y="620659"/>
                </a:lnTo>
                <a:lnTo>
                  <a:pt x="1478604" y="619839"/>
                </a:lnTo>
                <a:lnTo>
                  <a:pt x="1499978" y="618963"/>
                </a:lnTo>
                <a:lnTo>
                  <a:pt x="1521352" y="618020"/>
                </a:lnTo>
                <a:lnTo>
                  <a:pt x="1542717" y="617010"/>
                </a:lnTo>
                <a:lnTo>
                  <a:pt x="1564081" y="615934"/>
                </a:lnTo>
                <a:lnTo>
                  <a:pt x="1585436" y="614772"/>
                </a:lnTo>
                <a:lnTo>
                  <a:pt x="1606791" y="613534"/>
                </a:lnTo>
                <a:lnTo>
                  <a:pt x="1628146" y="612210"/>
                </a:lnTo>
                <a:lnTo>
                  <a:pt x="1649482" y="610791"/>
                </a:lnTo>
                <a:lnTo>
                  <a:pt x="1670818" y="609257"/>
                </a:lnTo>
                <a:lnTo>
                  <a:pt x="1692145" y="607619"/>
                </a:lnTo>
                <a:lnTo>
                  <a:pt x="1713462" y="605847"/>
                </a:lnTo>
                <a:lnTo>
                  <a:pt x="1734769" y="603942"/>
                </a:lnTo>
                <a:lnTo>
                  <a:pt x="1756058" y="601866"/>
                </a:lnTo>
                <a:lnTo>
                  <a:pt x="1777327" y="599599"/>
                </a:lnTo>
                <a:lnTo>
                  <a:pt x="1798577" y="597113"/>
                </a:lnTo>
                <a:lnTo>
                  <a:pt x="1819789" y="594360"/>
                </a:lnTo>
                <a:lnTo>
                  <a:pt x="1840954" y="591264"/>
                </a:lnTo>
                <a:lnTo>
                  <a:pt x="1862052" y="587740"/>
                </a:lnTo>
                <a:lnTo>
                  <a:pt x="1883045" y="583616"/>
                </a:lnTo>
                <a:lnTo>
                  <a:pt x="1903828" y="578606"/>
                </a:lnTo>
                <a:lnTo>
                  <a:pt x="1924164" y="571995"/>
                </a:lnTo>
                <a:lnTo>
                  <a:pt x="1942490" y="561251"/>
                </a:lnTo>
                <a:lnTo>
                  <a:pt x="1950901" y="541811"/>
                </a:lnTo>
                <a:lnTo>
                  <a:pt x="1959064" y="522046"/>
                </a:lnTo>
                <a:lnTo>
                  <a:pt x="1967227" y="502272"/>
                </a:lnTo>
                <a:lnTo>
                  <a:pt x="1975380" y="482498"/>
                </a:lnTo>
                <a:lnTo>
                  <a:pt x="1983543" y="462725"/>
                </a:lnTo>
                <a:lnTo>
                  <a:pt x="1991706" y="442951"/>
                </a:lnTo>
                <a:lnTo>
                  <a:pt x="1999869" y="423177"/>
                </a:lnTo>
                <a:lnTo>
                  <a:pt x="2008032" y="403412"/>
                </a:lnTo>
                <a:lnTo>
                  <a:pt x="2016195" y="383638"/>
                </a:lnTo>
                <a:lnTo>
                  <a:pt x="2024358" y="363865"/>
                </a:lnTo>
                <a:lnTo>
                  <a:pt x="2032521" y="344091"/>
                </a:lnTo>
                <a:lnTo>
                  <a:pt x="2040684" y="324317"/>
                </a:lnTo>
                <a:lnTo>
                  <a:pt x="2048837" y="304543"/>
                </a:lnTo>
                <a:lnTo>
                  <a:pt x="2057000" y="284778"/>
                </a:lnTo>
                <a:lnTo>
                  <a:pt x="2065163" y="265005"/>
                </a:lnTo>
                <a:lnTo>
                  <a:pt x="2073326" y="245231"/>
                </a:lnTo>
                <a:lnTo>
                  <a:pt x="2081489" y="225457"/>
                </a:lnTo>
                <a:lnTo>
                  <a:pt x="2089652" y="205683"/>
                </a:lnTo>
                <a:lnTo>
                  <a:pt x="2097815" y="185918"/>
                </a:lnTo>
                <a:lnTo>
                  <a:pt x="2105978" y="166145"/>
                </a:lnTo>
                <a:lnTo>
                  <a:pt x="2114140" y="146371"/>
                </a:lnTo>
                <a:lnTo>
                  <a:pt x="2122303" y="126597"/>
                </a:lnTo>
                <a:lnTo>
                  <a:pt x="2130457" y="106823"/>
                </a:lnTo>
                <a:lnTo>
                  <a:pt x="2138620" y="87049"/>
                </a:lnTo>
                <a:lnTo>
                  <a:pt x="2146783" y="67285"/>
                </a:lnTo>
                <a:lnTo>
                  <a:pt x="2154946" y="47511"/>
                </a:lnTo>
                <a:lnTo>
                  <a:pt x="2163108" y="27737"/>
                </a:lnTo>
                <a:lnTo>
                  <a:pt x="2171271" y="7963"/>
                </a:lnTo>
                <a:lnTo>
                  <a:pt x="2167071" y="9706"/>
                </a:lnTo>
                <a:lnTo>
                  <a:pt x="2147430" y="18059"/>
                </a:lnTo>
                <a:lnTo>
                  <a:pt x="2126780" y="23584"/>
                </a:lnTo>
                <a:lnTo>
                  <a:pt x="2105825" y="27889"/>
                </a:lnTo>
                <a:lnTo>
                  <a:pt x="2084746" y="31499"/>
                </a:lnTo>
                <a:lnTo>
                  <a:pt x="2063582" y="34623"/>
                </a:lnTo>
                <a:lnTo>
                  <a:pt x="2042370" y="37386"/>
                </a:lnTo>
                <a:lnTo>
                  <a:pt x="2021129" y="39881"/>
                </a:lnTo>
                <a:lnTo>
                  <a:pt x="1999859" y="42148"/>
                </a:lnTo>
                <a:lnTo>
                  <a:pt x="1978562" y="44225"/>
                </a:lnTo>
                <a:lnTo>
                  <a:pt x="1957264" y="46149"/>
                </a:lnTo>
                <a:lnTo>
                  <a:pt x="1935947" y="47939"/>
                </a:lnTo>
                <a:lnTo>
                  <a:pt x="1914620" y="49597"/>
                </a:lnTo>
                <a:lnTo>
                  <a:pt x="1893284" y="51159"/>
                </a:lnTo>
                <a:lnTo>
                  <a:pt x="1871948" y="52626"/>
                </a:lnTo>
                <a:lnTo>
                  <a:pt x="1850603" y="53997"/>
                </a:lnTo>
                <a:lnTo>
                  <a:pt x="1829248" y="55293"/>
                </a:lnTo>
                <a:lnTo>
                  <a:pt x="1807893" y="56521"/>
                </a:lnTo>
                <a:lnTo>
                  <a:pt x="1786538" y="57674"/>
                </a:lnTo>
                <a:lnTo>
                  <a:pt x="1765173" y="58769"/>
                </a:lnTo>
                <a:lnTo>
                  <a:pt x="1743808" y="59807"/>
                </a:lnTo>
                <a:lnTo>
                  <a:pt x="1722434" y="60789"/>
                </a:lnTo>
                <a:lnTo>
                  <a:pt x="1701070" y="61722"/>
                </a:lnTo>
                <a:lnTo>
                  <a:pt x="1679696" y="62608"/>
                </a:lnTo>
                <a:lnTo>
                  <a:pt x="1658322" y="63446"/>
                </a:lnTo>
                <a:lnTo>
                  <a:pt x="1636947" y="64237"/>
                </a:lnTo>
                <a:lnTo>
                  <a:pt x="1615564" y="64980"/>
                </a:lnTo>
                <a:lnTo>
                  <a:pt x="1594190" y="65694"/>
                </a:lnTo>
                <a:lnTo>
                  <a:pt x="1572806" y="66361"/>
                </a:lnTo>
                <a:lnTo>
                  <a:pt x="1551432" y="66999"/>
                </a:lnTo>
                <a:lnTo>
                  <a:pt x="1530048" y="67599"/>
                </a:lnTo>
                <a:lnTo>
                  <a:pt x="1508665" y="68161"/>
                </a:lnTo>
                <a:lnTo>
                  <a:pt x="1487281" y="68694"/>
                </a:lnTo>
                <a:lnTo>
                  <a:pt x="1465898" y="69190"/>
                </a:lnTo>
                <a:lnTo>
                  <a:pt x="1444504" y="69656"/>
                </a:lnTo>
                <a:lnTo>
                  <a:pt x="1423121" y="70094"/>
                </a:lnTo>
                <a:lnTo>
                  <a:pt x="1401737" y="70495"/>
                </a:lnTo>
                <a:lnTo>
                  <a:pt x="1380344" y="70876"/>
                </a:lnTo>
                <a:lnTo>
                  <a:pt x="1358960" y="71218"/>
                </a:lnTo>
                <a:lnTo>
                  <a:pt x="1337567" y="71542"/>
                </a:lnTo>
                <a:lnTo>
                  <a:pt x="1316184" y="71828"/>
                </a:lnTo>
                <a:lnTo>
                  <a:pt x="1294790" y="72095"/>
                </a:lnTo>
                <a:lnTo>
                  <a:pt x="1273407" y="72323"/>
                </a:lnTo>
                <a:lnTo>
                  <a:pt x="1252014" y="72533"/>
                </a:lnTo>
                <a:lnTo>
                  <a:pt x="1230620" y="72723"/>
                </a:lnTo>
                <a:lnTo>
                  <a:pt x="1209237" y="72885"/>
                </a:lnTo>
                <a:lnTo>
                  <a:pt x="1187844" y="73019"/>
                </a:lnTo>
                <a:lnTo>
                  <a:pt x="1166451" y="73123"/>
                </a:lnTo>
                <a:lnTo>
                  <a:pt x="1145067" y="73200"/>
                </a:lnTo>
                <a:lnTo>
                  <a:pt x="1123674" y="73257"/>
                </a:lnTo>
                <a:lnTo>
                  <a:pt x="1102281" y="73285"/>
                </a:lnTo>
                <a:lnTo>
                  <a:pt x="1080887" y="73295"/>
                </a:lnTo>
                <a:lnTo>
                  <a:pt x="1059504" y="73276"/>
                </a:lnTo>
                <a:lnTo>
                  <a:pt x="1038111" y="73228"/>
                </a:lnTo>
                <a:lnTo>
                  <a:pt x="1016718" y="73152"/>
                </a:lnTo>
                <a:lnTo>
                  <a:pt x="995324" y="73057"/>
                </a:lnTo>
                <a:lnTo>
                  <a:pt x="973941" y="72933"/>
                </a:lnTo>
                <a:lnTo>
                  <a:pt x="952548" y="72790"/>
                </a:lnTo>
                <a:lnTo>
                  <a:pt x="931154" y="72619"/>
                </a:lnTo>
                <a:lnTo>
                  <a:pt x="909771" y="72419"/>
                </a:lnTo>
                <a:lnTo>
                  <a:pt x="888378" y="72190"/>
                </a:lnTo>
                <a:lnTo>
                  <a:pt x="866994" y="71933"/>
                </a:lnTo>
                <a:lnTo>
                  <a:pt x="845601" y="71657"/>
                </a:lnTo>
                <a:lnTo>
                  <a:pt x="824217" y="71352"/>
                </a:lnTo>
                <a:lnTo>
                  <a:pt x="802824" y="71018"/>
                </a:lnTo>
                <a:lnTo>
                  <a:pt x="781441" y="70656"/>
                </a:lnTo>
                <a:lnTo>
                  <a:pt x="760047" y="70266"/>
                </a:lnTo>
                <a:lnTo>
                  <a:pt x="738664" y="69837"/>
                </a:lnTo>
                <a:lnTo>
                  <a:pt x="717280" y="69380"/>
                </a:lnTo>
                <a:lnTo>
                  <a:pt x="695897" y="68894"/>
                </a:lnTo>
                <a:lnTo>
                  <a:pt x="674513" y="68380"/>
                </a:lnTo>
                <a:lnTo>
                  <a:pt x="653129" y="67828"/>
                </a:lnTo>
                <a:lnTo>
                  <a:pt x="631746" y="67247"/>
                </a:lnTo>
                <a:lnTo>
                  <a:pt x="610362" y="66627"/>
                </a:lnTo>
                <a:lnTo>
                  <a:pt x="588978" y="65970"/>
                </a:lnTo>
                <a:lnTo>
                  <a:pt x="567604" y="65275"/>
                </a:lnTo>
                <a:lnTo>
                  <a:pt x="546221" y="64541"/>
                </a:lnTo>
                <a:lnTo>
                  <a:pt x="524847" y="63770"/>
                </a:lnTo>
                <a:lnTo>
                  <a:pt x="503472" y="62951"/>
                </a:lnTo>
                <a:lnTo>
                  <a:pt x="482098" y="62093"/>
                </a:lnTo>
                <a:lnTo>
                  <a:pt x="460724" y="61179"/>
                </a:lnTo>
                <a:lnTo>
                  <a:pt x="439360" y="60217"/>
                </a:lnTo>
                <a:lnTo>
                  <a:pt x="417995" y="59198"/>
                </a:lnTo>
                <a:lnTo>
                  <a:pt x="396631" y="58131"/>
                </a:lnTo>
                <a:lnTo>
                  <a:pt x="375266" y="56998"/>
                </a:lnTo>
                <a:lnTo>
                  <a:pt x="353911" y="55797"/>
                </a:lnTo>
                <a:lnTo>
                  <a:pt x="332556" y="54531"/>
                </a:lnTo>
                <a:lnTo>
                  <a:pt x="311210" y="53178"/>
                </a:lnTo>
                <a:lnTo>
                  <a:pt x="289865" y="51759"/>
                </a:lnTo>
                <a:lnTo>
                  <a:pt x="268529" y="50235"/>
                </a:lnTo>
                <a:lnTo>
                  <a:pt x="247202" y="48616"/>
                </a:lnTo>
                <a:lnTo>
                  <a:pt x="225876" y="46882"/>
                </a:lnTo>
                <a:lnTo>
                  <a:pt x="204568" y="45015"/>
                </a:lnTo>
                <a:lnTo>
                  <a:pt x="183271" y="43005"/>
                </a:lnTo>
                <a:lnTo>
                  <a:pt x="162001" y="40815"/>
                </a:lnTo>
                <a:lnTo>
                  <a:pt x="140741" y="38424"/>
                </a:lnTo>
                <a:lnTo>
                  <a:pt x="119520" y="35776"/>
                </a:lnTo>
                <a:lnTo>
                  <a:pt x="98327" y="32804"/>
                </a:lnTo>
                <a:lnTo>
                  <a:pt x="77210" y="29413"/>
                </a:lnTo>
                <a:lnTo>
                  <a:pt x="56198" y="25422"/>
                </a:lnTo>
                <a:lnTo>
                  <a:pt x="35385" y="20479"/>
                </a:lnTo>
                <a:lnTo>
                  <a:pt x="15135" y="13659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38" name="funnel-step-cap-2">
            <a:extLst xmlns:a="http://schemas.openxmlformats.org/drawingml/2006/main">
              <a:ext uri="{FF2B5EF4-FFF2-40B4-BE49-F238E27FC236}">
                <a16:creationId xmlns:a16="http://schemas.microsoft.com/office/drawing/2014/main" id="{485BADE1-5DB7-49E8-BD30-3A124AF89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532375" y="3865778"/>
            <a:ext cx="2174510" cy="2084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7EAC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39" name="funnel-step-body-3">
            <a:extLst xmlns:a="http://schemas.openxmlformats.org/drawingml/2006/main">
              <a:ext uri="{FF2B5EF4-FFF2-40B4-BE49-F238E27FC236}">
                <a16:creationId xmlns:a16="http://schemas.microsoft.com/office/drawing/2014/main" id="{A6002B6F-6BD6-456F-9506-5348AFEB7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60946" y="4697730"/>
            <a:ext cx="1713681" cy="627069"/>
          </a:xfrm>
          <a:custGeom xmlns:a="http://schemas.openxmlformats.org/drawingml/2006/main">
            <a:pathLst>
              <a:path w="1713681" h="627069">
                <a:moveTo>
                  <a:pt x="0" y="0"/>
                </a:moveTo>
                <a:lnTo>
                  <a:pt x="6887" y="17745"/>
                </a:lnTo>
                <a:lnTo>
                  <a:pt x="13783" y="35490"/>
                </a:lnTo>
                <a:lnTo>
                  <a:pt x="20669" y="53235"/>
                </a:lnTo>
                <a:lnTo>
                  <a:pt x="27565" y="70971"/>
                </a:lnTo>
                <a:lnTo>
                  <a:pt x="34452" y="88716"/>
                </a:lnTo>
                <a:lnTo>
                  <a:pt x="41348" y="106461"/>
                </a:lnTo>
                <a:lnTo>
                  <a:pt x="48235" y="124206"/>
                </a:lnTo>
                <a:lnTo>
                  <a:pt x="55131" y="141951"/>
                </a:lnTo>
                <a:lnTo>
                  <a:pt x="62017" y="159696"/>
                </a:lnTo>
                <a:lnTo>
                  <a:pt x="68913" y="177432"/>
                </a:lnTo>
                <a:lnTo>
                  <a:pt x="75800" y="195177"/>
                </a:lnTo>
                <a:lnTo>
                  <a:pt x="82696" y="212922"/>
                </a:lnTo>
                <a:lnTo>
                  <a:pt x="89583" y="230667"/>
                </a:lnTo>
                <a:lnTo>
                  <a:pt x="96479" y="248412"/>
                </a:lnTo>
                <a:lnTo>
                  <a:pt x="103365" y="266157"/>
                </a:lnTo>
                <a:lnTo>
                  <a:pt x="110261" y="283893"/>
                </a:lnTo>
                <a:lnTo>
                  <a:pt x="117148" y="301638"/>
                </a:lnTo>
                <a:lnTo>
                  <a:pt x="124044" y="319383"/>
                </a:lnTo>
                <a:lnTo>
                  <a:pt x="130931" y="337128"/>
                </a:lnTo>
                <a:lnTo>
                  <a:pt x="137827" y="354873"/>
                </a:lnTo>
                <a:lnTo>
                  <a:pt x="144713" y="372618"/>
                </a:lnTo>
                <a:lnTo>
                  <a:pt x="151600" y="390354"/>
                </a:lnTo>
                <a:lnTo>
                  <a:pt x="158496" y="408099"/>
                </a:lnTo>
                <a:lnTo>
                  <a:pt x="165383" y="425844"/>
                </a:lnTo>
                <a:lnTo>
                  <a:pt x="172279" y="443589"/>
                </a:lnTo>
                <a:lnTo>
                  <a:pt x="179165" y="461334"/>
                </a:lnTo>
                <a:lnTo>
                  <a:pt x="186061" y="479079"/>
                </a:lnTo>
                <a:lnTo>
                  <a:pt x="192948" y="496824"/>
                </a:lnTo>
                <a:lnTo>
                  <a:pt x="199844" y="514560"/>
                </a:lnTo>
                <a:lnTo>
                  <a:pt x="206731" y="532305"/>
                </a:lnTo>
                <a:lnTo>
                  <a:pt x="213627" y="550050"/>
                </a:lnTo>
                <a:lnTo>
                  <a:pt x="222514" y="566261"/>
                </a:lnTo>
                <a:lnTo>
                  <a:pt x="239030" y="575605"/>
                </a:lnTo>
                <a:lnTo>
                  <a:pt x="256937" y="582044"/>
                </a:lnTo>
                <a:lnTo>
                  <a:pt x="275292" y="587092"/>
                </a:lnTo>
                <a:lnTo>
                  <a:pt x="293856" y="591283"/>
                </a:lnTo>
                <a:lnTo>
                  <a:pt x="312544" y="594884"/>
                </a:lnTo>
                <a:lnTo>
                  <a:pt x="331318" y="598046"/>
                </a:lnTo>
                <a:lnTo>
                  <a:pt x="350139" y="600856"/>
                </a:lnTo>
                <a:lnTo>
                  <a:pt x="369008" y="603390"/>
                </a:lnTo>
                <a:lnTo>
                  <a:pt x="387896" y="605685"/>
                </a:lnTo>
                <a:lnTo>
                  <a:pt x="406822" y="607781"/>
                </a:lnTo>
                <a:lnTo>
                  <a:pt x="425758" y="609695"/>
                </a:lnTo>
                <a:lnTo>
                  <a:pt x="444713" y="611457"/>
                </a:lnTo>
                <a:lnTo>
                  <a:pt x="463677" y="613086"/>
                </a:lnTo>
                <a:lnTo>
                  <a:pt x="482651" y="614572"/>
                </a:lnTo>
                <a:lnTo>
                  <a:pt x="501634" y="615953"/>
                </a:lnTo>
                <a:lnTo>
                  <a:pt x="520627" y="617220"/>
                </a:lnTo>
                <a:lnTo>
                  <a:pt x="539629" y="618401"/>
                </a:lnTo>
                <a:lnTo>
                  <a:pt x="558632" y="619477"/>
                </a:lnTo>
                <a:lnTo>
                  <a:pt x="577644" y="620478"/>
                </a:lnTo>
                <a:lnTo>
                  <a:pt x="596656" y="621382"/>
                </a:lnTo>
                <a:lnTo>
                  <a:pt x="615667" y="622221"/>
                </a:lnTo>
                <a:lnTo>
                  <a:pt x="634689" y="622983"/>
                </a:lnTo>
                <a:lnTo>
                  <a:pt x="653710" y="623668"/>
                </a:lnTo>
                <a:lnTo>
                  <a:pt x="672732" y="624288"/>
                </a:lnTo>
                <a:lnTo>
                  <a:pt x="691763" y="624840"/>
                </a:lnTo>
                <a:lnTo>
                  <a:pt x="710794" y="625326"/>
                </a:lnTo>
                <a:lnTo>
                  <a:pt x="729825" y="625754"/>
                </a:lnTo>
                <a:lnTo>
                  <a:pt x="748856" y="626116"/>
                </a:lnTo>
                <a:lnTo>
                  <a:pt x="767886" y="626421"/>
                </a:lnTo>
                <a:lnTo>
                  <a:pt x="786917" y="626669"/>
                </a:lnTo>
                <a:lnTo>
                  <a:pt x="805948" y="626859"/>
                </a:lnTo>
                <a:lnTo>
                  <a:pt x="824989" y="626983"/>
                </a:lnTo>
                <a:lnTo>
                  <a:pt x="844020" y="627059"/>
                </a:lnTo>
                <a:lnTo>
                  <a:pt x="863051" y="627069"/>
                </a:lnTo>
                <a:lnTo>
                  <a:pt x="882091" y="627031"/>
                </a:lnTo>
                <a:lnTo>
                  <a:pt x="901122" y="626935"/>
                </a:lnTo>
                <a:lnTo>
                  <a:pt x="920153" y="626783"/>
                </a:lnTo>
                <a:lnTo>
                  <a:pt x="939194" y="626564"/>
                </a:lnTo>
                <a:lnTo>
                  <a:pt x="958225" y="626288"/>
                </a:lnTo>
                <a:lnTo>
                  <a:pt x="977255" y="625964"/>
                </a:lnTo>
                <a:lnTo>
                  <a:pt x="996286" y="625564"/>
                </a:lnTo>
                <a:lnTo>
                  <a:pt x="1015317" y="625107"/>
                </a:lnTo>
                <a:lnTo>
                  <a:pt x="1034339" y="624592"/>
                </a:lnTo>
                <a:lnTo>
                  <a:pt x="1053370" y="624011"/>
                </a:lnTo>
                <a:lnTo>
                  <a:pt x="1072391" y="623354"/>
                </a:lnTo>
                <a:lnTo>
                  <a:pt x="1091413" y="622640"/>
                </a:lnTo>
                <a:lnTo>
                  <a:pt x="1110434" y="621849"/>
                </a:lnTo>
                <a:lnTo>
                  <a:pt x="1129446" y="620973"/>
                </a:lnTo>
                <a:lnTo>
                  <a:pt x="1148458" y="620030"/>
                </a:lnTo>
                <a:lnTo>
                  <a:pt x="1167460" y="618992"/>
                </a:lnTo>
                <a:lnTo>
                  <a:pt x="1186463" y="617868"/>
                </a:lnTo>
                <a:lnTo>
                  <a:pt x="1205465" y="616658"/>
                </a:lnTo>
                <a:lnTo>
                  <a:pt x="1224448" y="615334"/>
                </a:lnTo>
                <a:lnTo>
                  <a:pt x="1243432" y="613905"/>
                </a:lnTo>
                <a:lnTo>
                  <a:pt x="1262405" y="612353"/>
                </a:lnTo>
                <a:lnTo>
                  <a:pt x="1281360" y="610667"/>
                </a:lnTo>
                <a:lnTo>
                  <a:pt x="1300305" y="608838"/>
                </a:lnTo>
                <a:lnTo>
                  <a:pt x="1319241" y="606847"/>
                </a:lnTo>
                <a:lnTo>
                  <a:pt x="1338148" y="604657"/>
                </a:lnTo>
                <a:lnTo>
                  <a:pt x="1357027" y="602256"/>
                </a:lnTo>
                <a:lnTo>
                  <a:pt x="1375877" y="599608"/>
                </a:lnTo>
                <a:lnTo>
                  <a:pt x="1394679" y="596636"/>
                </a:lnTo>
                <a:lnTo>
                  <a:pt x="1413415" y="593293"/>
                </a:lnTo>
                <a:lnTo>
                  <a:pt x="1432055" y="589436"/>
                </a:lnTo>
                <a:lnTo>
                  <a:pt x="1450543" y="584902"/>
                </a:lnTo>
                <a:lnTo>
                  <a:pt x="1468736" y="579311"/>
                </a:lnTo>
                <a:lnTo>
                  <a:pt x="1486224" y="571843"/>
                </a:lnTo>
                <a:lnTo>
                  <a:pt x="1500626" y="559765"/>
                </a:lnTo>
                <a:lnTo>
                  <a:pt x="1506903" y="541896"/>
                </a:lnTo>
                <a:lnTo>
                  <a:pt x="1513789" y="524151"/>
                </a:lnTo>
                <a:lnTo>
                  <a:pt x="1520685" y="506406"/>
                </a:lnTo>
                <a:lnTo>
                  <a:pt x="1527572" y="488661"/>
                </a:lnTo>
                <a:lnTo>
                  <a:pt x="1534468" y="470916"/>
                </a:lnTo>
                <a:lnTo>
                  <a:pt x="1541355" y="453171"/>
                </a:lnTo>
                <a:lnTo>
                  <a:pt x="1548251" y="435435"/>
                </a:lnTo>
                <a:lnTo>
                  <a:pt x="1555137" y="417690"/>
                </a:lnTo>
                <a:lnTo>
                  <a:pt x="1562033" y="399945"/>
                </a:lnTo>
                <a:lnTo>
                  <a:pt x="1568920" y="382200"/>
                </a:lnTo>
                <a:lnTo>
                  <a:pt x="1575816" y="364455"/>
                </a:lnTo>
                <a:lnTo>
                  <a:pt x="1582703" y="346710"/>
                </a:lnTo>
                <a:lnTo>
                  <a:pt x="1589599" y="328974"/>
                </a:lnTo>
                <a:lnTo>
                  <a:pt x="1596485" y="311229"/>
                </a:lnTo>
                <a:lnTo>
                  <a:pt x="1603372" y="293484"/>
                </a:lnTo>
                <a:lnTo>
                  <a:pt x="1610268" y="275739"/>
                </a:lnTo>
                <a:lnTo>
                  <a:pt x="1617155" y="257994"/>
                </a:lnTo>
                <a:lnTo>
                  <a:pt x="1624051" y="240249"/>
                </a:lnTo>
                <a:lnTo>
                  <a:pt x="1630937" y="222514"/>
                </a:lnTo>
                <a:lnTo>
                  <a:pt x="1637833" y="204768"/>
                </a:lnTo>
                <a:lnTo>
                  <a:pt x="1644720" y="187023"/>
                </a:lnTo>
                <a:lnTo>
                  <a:pt x="1651616" y="169278"/>
                </a:lnTo>
                <a:lnTo>
                  <a:pt x="1658503" y="151533"/>
                </a:lnTo>
                <a:lnTo>
                  <a:pt x="1665399" y="133788"/>
                </a:lnTo>
                <a:lnTo>
                  <a:pt x="1672285" y="116043"/>
                </a:lnTo>
                <a:lnTo>
                  <a:pt x="1679181" y="98308"/>
                </a:lnTo>
                <a:lnTo>
                  <a:pt x="1686068" y="80562"/>
                </a:lnTo>
                <a:lnTo>
                  <a:pt x="1692964" y="62817"/>
                </a:lnTo>
                <a:lnTo>
                  <a:pt x="1699851" y="45072"/>
                </a:lnTo>
                <a:lnTo>
                  <a:pt x="1706747" y="27327"/>
                </a:lnTo>
                <a:lnTo>
                  <a:pt x="1713633" y="9582"/>
                </a:lnTo>
                <a:lnTo>
                  <a:pt x="1713681" y="7696"/>
                </a:lnTo>
                <a:lnTo>
                  <a:pt x="1697460" y="17431"/>
                </a:lnTo>
                <a:lnTo>
                  <a:pt x="1679467" y="23622"/>
                </a:lnTo>
                <a:lnTo>
                  <a:pt x="1661036" y="28365"/>
                </a:lnTo>
                <a:lnTo>
                  <a:pt x="1642415" y="32290"/>
                </a:lnTo>
                <a:lnTo>
                  <a:pt x="1623679" y="35652"/>
                </a:lnTo>
                <a:lnTo>
                  <a:pt x="1604877" y="38624"/>
                </a:lnTo>
                <a:lnTo>
                  <a:pt x="1586027" y="41272"/>
                </a:lnTo>
                <a:lnTo>
                  <a:pt x="1567148" y="43672"/>
                </a:lnTo>
                <a:lnTo>
                  <a:pt x="1548241" y="45872"/>
                </a:lnTo>
                <a:lnTo>
                  <a:pt x="1529315" y="47892"/>
                </a:lnTo>
                <a:lnTo>
                  <a:pt x="1510370" y="49759"/>
                </a:lnTo>
                <a:lnTo>
                  <a:pt x="1491415" y="51502"/>
                </a:lnTo>
                <a:lnTo>
                  <a:pt x="1472451" y="53111"/>
                </a:lnTo>
                <a:lnTo>
                  <a:pt x="1453477" y="54626"/>
                </a:lnTo>
                <a:lnTo>
                  <a:pt x="1434494" y="56045"/>
                </a:lnTo>
                <a:lnTo>
                  <a:pt x="1415501" y="57369"/>
                </a:lnTo>
                <a:lnTo>
                  <a:pt x="1396508" y="58617"/>
                </a:lnTo>
                <a:lnTo>
                  <a:pt x="1377515" y="59788"/>
                </a:lnTo>
                <a:lnTo>
                  <a:pt x="1358513" y="60893"/>
                </a:lnTo>
                <a:lnTo>
                  <a:pt x="1339501" y="61932"/>
                </a:lnTo>
                <a:lnTo>
                  <a:pt x="1320489" y="62913"/>
                </a:lnTo>
                <a:lnTo>
                  <a:pt x="1301477" y="63837"/>
                </a:lnTo>
                <a:lnTo>
                  <a:pt x="1282465" y="64703"/>
                </a:lnTo>
                <a:lnTo>
                  <a:pt x="1263444" y="65513"/>
                </a:lnTo>
                <a:lnTo>
                  <a:pt x="1244432" y="66275"/>
                </a:lnTo>
                <a:lnTo>
                  <a:pt x="1225410" y="66999"/>
                </a:lnTo>
                <a:lnTo>
                  <a:pt x="1206379" y="67666"/>
                </a:lnTo>
                <a:lnTo>
                  <a:pt x="1187358" y="68294"/>
                </a:lnTo>
                <a:lnTo>
                  <a:pt x="1168337" y="68875"/>
                </a:lnTo>
                <a:lnTo>
                  <a:pt x="1149306" y="69428"/>
                </a:lnTo>
                <a:lnTo>
                  <a:pt x="1130275" y="69933"/>
                </a:lnTo>
                <a:lnTo>
                  <a:pt x="1111253" y="70399"/>
                </a:lnTo>
                <a:lnTo>
                  <a:pt x="1092222" y="70828"/>
                </a:lnTo>
                <a:lnTo>
                  <a:pt x="1073191" y="71218"/>
                </a:lnTo>
                <a:lnTo>
                  <a:pt x="1054160" y="71580"/>
                </a:lnTo>
                <a:lnTo>
                  <a:pt x="1035129" y="71895"/>
                </a:lnTo>
                <a:lnTo>
                  <a:pt x="1016098" y="72190"/>
                </a:lnTo>
                <a:lnTo>
                  <a:pt x="997058" y="72438"/>
                </a:lnTo>
                <a:lnTo>
                  <a:pt x="978027" y="72657"/>
                </a:lnTo>
                <a:lnTo>
                  <a:pt x="958996" y="72847"/>
                </a:lnTo>
                <a:lnTo>
                  <a:pt x="939956" y="73000"/>
                </a:lnTo>
                <a:lnTo>
                  <a:pt x="920925" y="73123"/>
                </a:lnTo>
                <a:lnTo>
                  <a:pt x="901894" y="73209"/>
                </a:lnTo>
                <a:lnTo>
                  <a:pt x="882853" y="73266"/>
                </a:lnTo>
                <a:lnTo>
                  <a:pt x="863822" y="73295"/>
                </a:lnTo>
                <a:lnTo>
                  <a:pt x="844782" y="73285"/>
                </a:lnTo>
                <a:lnTo>
                  <a:pt x="825751" y="73247"/>
                </a:lnTo>
                <a:lnTo>
                  <a:pt x="806720" y="73171"/>
                </a:lnTo>
                <a:lnTo>
                  <a:pt x="787679" y="73066"/>
                </a:lnTo>
                <a:lnTo>
                  <a:pt x="768648" y="72933"/>
                </a:lnTo>
                <a:lnTo>
                  <a:pt x="749618" y="72761"/>
                </a:lnTo>
                <a:lnTo>
                  <a:pt x="730577" y="72561"/>
                </a:lnTo>
                <a:lnTo>
                  <a:pt x="711546" y="72323"/>
                </a:lnTo>
                <a:lnTo>
                  <a:pt x="692515" y="72057"/>
                </a:lnTo>
                <a:lnTo>
                  <a:pt x="673484" y="71752"/>
                </a:lnTo>
                <a:lnTo>
                  <a:pt x="654453" y="71418"/>
                </a:lnTo>
                <a:lnTo>
                  <a:pt x="635422" y="71047"/>
                </a:lnTo>
                <a:lnTo>
                  <a:pt x="616391" y="70637"/>
                </a:lnTo>
                <a:lnTo>
                  <a:pt x="597360" y="70190"/>
                </a:lnTo>
                <a:lnTo>
                  <a:pt x="578329" y="69704"/>
                </a:lnTo>
                <a:lnTo>
                  <a:pt x="559308" y="69180"/>
                </a:lnTo>
                <a:lnTo>
                  <a:pt x="540277" y="68618"/>
                </a:lnTo>
                <a:lnTo>
                  <a:pt x="521256" y="68009"/>
                </a:lnTo>
                <a:lnTo>
                  <a:pt x="502225" y="67361"/>
                </a:lnTo>
                <a:lnTo>
                  <a:pt x="483203" y="66665"/>
                </a:lnTo>
                <a:lnTo>
                  <a:pt x="464182" y="65932"/>
                </a:lnTo>
                <a:lnTo>
                  <a:pt x="445170" y="65141"/>
                </a:lnTo>
                <a:lnTo>
                  <a:pt x="426149" y="64303"/>
                </a:lnTo>
                <a:lnTo>
                  <a:pt x="407137" y="63417"/>
                </a:lnTo>
                <a:lnTo>
                  <a:pt x="388125" y="62465"/>
                </a:lnTo>
                <a:lnTo>
                  <a:pt x="369122" y="61465"/>
                </a:lnTo>
                <a:lnTo>
                  <a:pt x="350110" y="60398"/>
                </a:lnTo>
                <a:lnTo>
                  <a:pt x="331108" y="59265"/>
                </a:lnTo>
                <a:lnTo>
                  <a:pt x="312115" y="58055"/>
                </a:lnTo>
                <a:lnTo>
                  <a:pt x="293122" y="56769"/>
                </a:lnTo>
                <a:lnTo>
                  <a:pt x="274139" y="55397"/>
                </a:lnTo>
                <a:lnTo>
                  <a:pt x="255165" y="53950"/>
                </a:lnTo>
                <a:lnTo>
                  <a:pt x="236191" y="52388"/>
                </a:lnTo>
                <a:lnTo>
                  <a:pt x="217227" y="50721"/>
                </a:lnTo>
                <a:lnTo>
                  <a:pt x="198282" y="48920"/>
                </a:lnTo>
                <a:lnTo>
                  <a:pt x="179346" y="46987"/>
                </a:lnTo>
                <a:lnTo>
                  <a:pt x="160420" y="44891"/>
                </a:lnTo>
                <a:lnTo>
                  <a:pt x="141532" y="42605"/>
                </a:lnTo>
                <a:lnTo>
                  <a:pt x="122663" y="40091"/>
                </a:lnTo>
                <a:lnTo>
                  <a:pt x="103832" y="37300"/>
                </a:lnTo>
                <a:lnTo>
                  <a:pt x="85058" y="34166"/>
                </a:lnTo>
                <a:lnTo>
                  <a:pt x="66361" y="30566"/>
                </a:lnTo>
                <a:lnTo>
                  <a:pt x="47815" y="26318"/>
                </a:lnTo>
                <a:lnTo>
                  <a:pt x="29537" y="21022"/>
                </a:lnTo>
                <a:lnTo>
                  <a:pt x="12002" y="13678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40" name="funnel-step-cap-3">
            <a:extLst xmlns:a="http://schemas.openxmlformats.org/drawingml/2006/main">
              <a:ext uri="{FF2B5EF4-FFF2-40B4-BE49-F238E27FC236}">
                <a16:creationId xmlns:a16="http://schemas.microsoft.com/office/drawing/2014/main" id="{2187E9FD-9FFA-4CED-ABB2-DE70514C4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60984" y="4593488"/>
            <a:ext cx="1717272" cy="2084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7EAC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41" name="funnel-step-body-4">
            <a:extLst xmlns:a="http://schemas.openxmlformats.org/drawingml/2006/main">
              <a:ext uri="{FF2B5EF4-FFF2-40B4-BE49-F238E27FC236}">
                <a16:creationId xmlns:a16="http://schemas.microsoft.com/office/drawing/2014/main" id="{97C6A7A7-E9EC-4385-A4F0-98E3BC807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76021" y="5425440"/>
            <a:ext cx="1287123" cy="627078"/>
          </a:xfrm>
          <a:custGeom xmlns:a="http://schemas.openxmlformats.org/drawingml/2006/main">
            <a:pathLst>
              <a:path w="1287123" h="627078">
                <a:moveTo>
                  <a:pt x="0" y="0"/>
                </a:moveTo>
                <a:lnTo>
                  <a:pt x="6629" y="17859"/>
                </a:lnTo>
                <a:lnTo>
                  <a:pt x="13249" y="35719"/>
                </a:lnTo>
                <a:lnTo>
                  <a:pt x="19879" y="53578"/>
                </a:lnTo>
                <a:lnTo>
                  <a:pt x="26499" y="71428"/>
                </a:lnTo>
                <a:lnTo>
                  <a:pt x="33128" y="89287"/>
                </a:lnTo>
                <a:lnTo>
                  <a:pt x="39748" y="107147"/>
                </a:lnTo>
                <a:lnTo>
                  <a:pt x="46377" y="125006"/>
                </a:lnTo>
                <a:lnTo>
                  <a:pt x="53007" y="142865"/>
                </a:lnTo>
                <a:lnTo>
                  <a:pt x="59627" y="160725"/>
                </a:lnTo>
                <a:lnTo>
                  <a:pt x="66256" y="178575"/>
                </a:lnTo>
                <a:lnTo>
                  <a:pt x="72876" y="196434"/>
                </a:lnTo>
                <a:lnTo>
                  <a:pt x="79505" y="214293"/>
                </a:lnTo>
                <a:lnTo>
                  <a:pt x="86125" y="232153"/>
                </a:lnTo>
                <a:lnTo>
                  <a:pt x="92754" y="250012"/>
                </a:lnTo>
                <a:lnTo>
                  <a:pt x="99384" y="267872"/>
                </a:lnTo>
                <a:lnTo>
                  <a:pt x="106004" y="285731"/>
                </a:lnTo>
                <a:lnTo>
                  <a:pt x="112633" y="303581"/>
                </a:lnTo>
                <a:lnTo>
                  <a:pt x="119253" y="321440"/>
                </a:lnTo>
                <a:lnTo>
                  <a:pt x="125882" y="339300"/>
                </a:lnTo>
                <a:lnTo>
                  <a:pt x="132502" y="357159"/>
                </a:lnTo>
                <a:lnTo>
                  <a:pt x="139132" y="375018"/>
                </a:lnTo>
                <a:lnTo>
                  <a:pt x="145761" y="392878"/>
                </a:lnTo>
                <a:lnTo>
                  <a:pt x="152381" y="410737"/>
                </a:lnTo>
                <a:lnTo>
                  <a:pt x="159010" y="428587"/>
                </a:lnTo>
                <a:lnTo>
                  <a:pt x="165630" y="446446"/>
                </a:lnTo>
                <a:lnTo>
                  <a:pt x="172260" y="464306"/>
                </a:lnTo>
                <a:lnTo>
                  <a:pt x="178880" y="482165"/>
                </a:lnTo>
                <a:lnTo>
                  <a:pt x="185509" y="500024"/>
                </a:lnTo>
                <a:lnTo>
                  <a:pt x="192138" y="517884"/>
                </a:lnTo>
                <a:lnTo>
                  <a:pt x="198758" y="535734"/>
                </a:lnTo>
                <a:lnTo>
                  <a:pt x="205388" y="553593"/>
                </a:lnTo>
                <a:lnTo>
                  <a:pt x="214074" y="569909"/>
                </a:lnTo>
                <a:lnTo>
                  <a:pt x="230038" y="580187"/>
                </a:lnTo>
                <a:lnTo>
                  <a:pt x="247612" y="587512"/>
                </a:lnTo>
                <a:lnTo>
                  <a:pt x="265767" y="593246"/>
                </a:lnTo>
                <a:lnTo>
                  <a:pt x="284226" y="597960"/>
                </a:lnTo>
                <a:lnTo>
                  <a:pt x="302838" y="601961"/>
                </a:lnTo>
                <a:lnTo>
                  <a:pt x="321574" y="605428"/>
                </a:lnTo>
                <a:lnTo>
                  <a:pt x="340376" y="608457"/>
                </a:lnTo>
                <a:lnTo>
                  <a:pt x="359235" y="611124"/>
                </a:lnTo>
                <a:lnTo>
                  <a:pt x="378133" y="613486"/>
                </a:lnTo>
                <a:lnTo>
                  <a:pt x="397069" y="615591"/>
                </a:lnTo>
                <a:lnTo>
                  <a:pt x="416023" y="617468"/>
                </a:lnTo>
                <a:lnTo>
                  <a:pt x="434997" y="619125"/>
                </a:lnTo>
                <a:lnTo>
                  <a:pt x="453981" y="620601"/>
                </a:lnTo>
                <a:lnTo>
                  <a:pt x="472992" y="621897"/>
                </a:lnTo>
                <a:lnTo>
                  <a:pt x="492004" y="623030"/>
                </a:lnTo>
                <a:lnTo>
                  <a:pt x="511026" y="624011"/>
                </a:lnTo>
                <a:lnTo>
                  <a:pt x="530057" y="624840"/>
                </a:lnTo>
                <a:lnTo>
                  <a:pt x="549088" y="625535"/>
                </a:lnTo>
                <a:lnTo>
                  <a:pt x="568128" y="626097"/>
                </a:lnTo>
                <a:lnTo>
                  <a:pt x="587169" y="626526"/>
                </a:lnTo>
                <a:lnTo>
                  <a:pt x="606209" y="626840"/>
                </a:lnTo>
                <a:lnTo>
                  <a:pt x="625259" y="627021"/>
                </a:lnTo>
                <a:lnTo>
                  <a:pt x="644309" y="627078"/>
                </a:lnTo>
                <a:lnTo>
                  <a:pt x="663350" y="627012"/>
                </a:lnTo>
                <a:lnTo>
                  <a:pt x="682400" y="626821"/>
                </a:lnTo>
                <a:lnTo>
                  <a:pt x="701450" y="626507"/>
                </a:lnTo>
                <a:lnTo>
                  <a:pt x="720490" y="626059"/>
                </a:lnTo>
                <a:lnTo>
                  <a:pt x="739521" y="625488"/>
                </a:lnTo>
                <a:lnTo>
                  <a:pt x="758561" y="624783"/>
                </a:lnTo>
                <a:lnTo>
                  <a:pt x="777592" y="623945"/>
                </a:lnTo>
                <a:lnTo>
                  <a:pt x="796614" y="622954"/>
                </a:lnTo>
                <a:lnTo>
                  <a:pt x="815626" y="621802"/>
                </a:lnTo>
                <a:lnTo>
                  <a:pt x="834628" y="620497"/>
                </a:lnTo>
                <a:lnTo>
                  <a:pt x="853611" y="619011"/>
                </a:lnTo>
                <a:lnTo>
                  <a:pt x="872585" y="617334"/>
                </a:lnTo>
                <a:lnTo>
                  <a:pt x="891540" y="615448"/>
                </a:lnTo>
                <a:lnTo>
                  <a:pt x="910466" y="613324"/>
                </a:lnTo>
                <a:lnTo>
                  <a:pt x="929364" y="610943"/>
                </a:lnTo>
                <a:lnTo>
                  <a:pt x="948223" y="608247"/>
                </a:lnTo>
                <a:lnTo>
                  <a:pt x="967026" y="605190"/>
                </a:lnTo>
                <a:lnTo>
                  <a:pt x="985742" y="601685"/>
                </a:lnTo>
                <a:lnTo>
                  <a:pt x="1004354" y="597637"/>
                </a:lnTo>
                <a:lnTo>
                  <a:pt x="1022795" y="592855"/>
                </a:lnTo>
                <a:lnTo>
                  <a:pt x="1040921" y="587035"/>
                </a:lnTo>
                <a:lnTo>
                  <a:pt x="1058428" y="579558"/>
                </a:lnTo>
                <a:lnTo>
                  <a:pt x="1074172" y="568947"/>
                </a:lnTo>
                <a:lnTo>
                  <a:pt x="1082316" y="552279"/>
                </a:lnTo>
                <a:lnTo>
                  <a:pt x="1088936" y="534419"/>
                </a:lnTo>
                <a:lnTo>
                  <a:pt x="1095566" y="516560"/>
                </a:lnTo>
                <a:lnTo>
                  <a:pt x="1102185" y="498700"/>
                </a:lnTo>
                <a:lnTo>
                  <a:pt x="1108815" y="480851"/>
                </a:lnTo>
                <a:lnTo>
                  <a:pt x="1115435" y="462991"/>
                </a:lnTo>
                <a:lnTo>
                  <a:pt x="1122064" y="445132"/>
                </a:lnTo>
                <a:lnTo>
                  <a:pt x="1128693" y="427272"/>
                </a:lnTo>
                <a:lnTo>
                  <a:pt x="1135313" y="409413"/>
                </a:lnTo>
                <a:lnTo>
                  <a:pt x="1141943" y="391554"/>
                </a:lnTo>
                <a:lnTo>
                  <a:pt x="1148563" y="373694"/>
                </a:lnTo>
                <a:lnTo>
                  <a:pt x="1155192" y="355844"/>
                </a:lnTo>
                <a:lnTo>
                  <a:pt x="1161812" y="337985"/>
                </a:lnTo>
                <a:lnTo>
                  <a:pt x="1168441" y="320126"/>
                </a:lnTo>
                <a:lnTo>
                  <a:pt x="1175071" y="302266"/>
                </a:lnTo>
                <a:lnTo>
                  <a:pt x="1181691" y="284407"/>
                </a:lnTo>
                <a:lnTo>
                  <a:pt x="1188320" y="266548"/>
                </a:lnTo>
                <a:lnTo>
                  <a:pt x="1194940" y="248698"/>
                </a:lnTo>
                <a:lnTo>
                  <a:pt x="1201569" y="230838"/>
                </a:lnTo>
                <a:lnTo>
                  <a:pt x="1208189" y="212979"/>
                </a:lnTo>
                <a:lnTo>
                  <a:pt x="1214819" y="195120"/>
                </a:lnTo>
                <a:lnTo>
                  <a:pt x="1221448" y="177260"/>
                </a:lnTo>
                <a:lnTo>
                  <a:pt x="1228068" y="159401"/>
                </a:lnTo>
                <a:lnTo>
                  <a:pt x="1234697" y="141542"/>
                </a:lnTo>
                <a:lnTo>
                  <a:pt x="1241317" y="123692"/>
                </a:lnTo>
                <a:lnTo>
                  <a:pt x="1247946" y="105832"/>
                </a:lnTo>
                <a:lnTo>
                  <a:pt x="1254566" y="87973"/>
                </a:lnTo>
                <a:lnTo>
                  <a:pt x="1261196" y="70114"/>
                </a:lnTo>
                <a:lnTo>
                  <a:pt x="1267825" y="52254"/>
                </a:lnTo>
                <a:lnTo>
                  <a:pt x="1274445" y="34395"/>
                </a:lnTo>
                <a:lnTo>
                  <a:pt x="1281074" y="16545"/>
                </a:lnTo>
                <a:lnTo>
                  <a:pt x="1287123" y="1400"/>
                </a:lnTo>
                <a:lnTo>
                  <a:pt x="1275350" y="15621"/>
                </a:lnTo>
                <a:lnTo>
                  <a:pt x="1258214" y="23860"/>
                </a:lnTo>
                <a:lnTo>
                  <a:pt x="1240126" y="29813"/>
                </a:lnTo>
                <a:lnTo>
                  <a:pt x="1221686" y="34585"/>
                </a:lnTo>
                <a:lnTo>
                  <a:pt x="1203065" y="38586"/>
                </a:lnTo>
                <a:lnTo>
                  <a:pt x="1184339" y="42053"/>
                </a:lnTo>
                <a:lnTo>
                  <a:pt x="1165536" y="45110"/>
                </a:lnTo>
                <a:lnTo>
                  <a:pt x="1146686" y="47835"/>
                </a:lnTo>
                <a:lnTo>
                  <a:pt x="1127798" y="50302"/>
                </a:lnTo>
                <a:lnTo>
                  <a:pt x="1108881" y="52530"/>
                </a:lnTo>
                <a:lnTo>
                  <a:pt x="1089946" y="54569"/>
                </a:lnTo>
                <a:lnTo>
                  <a:pt x="1070991" y="56445"/>
                </a:lnTo>
                <a:lnTo>
                  <a:pt x="1052017" y="58169"/>
                </a:lnTo>
                <a:lnTo>
                  <a:pt x="1033043" y="59741"/>
                </a:lnTo>
                <a:lnTo>
                  <a:pt x="1014051" y="61208"/>
                </a:lnTo>
                <a:lnTo>
                  <a:pt x="995048" y="62551"/>
                </a:lnTo>
                <a:lnTo>
                  <a:pt x="976046" y="63798"/>
                </a:lnTo>
                <a:lnTo>
                  <a:pt x="957024" y="64941"/>
                </a:lnTo>
                <a:lnTo>
                  <a:pt x="938012" y="65999"/>
                </a:lnTo>
                <a:lnTo>
                  <a:pt x="918991" y="66970"/>
                </a:lnTo>
                <a:lnTo>
                  <a:pt x="899960" y="67856"/>
                </a:lnTo>
                <a:lnTo>
                  <a:pt x="880929" y="68675"/>
                </a:lnTo>
                <a:lnTo>
                  <a:pt x="861898" y="69409"/>
                </a:lnTo>
                <a:lnTo>
                  <a:pt x="842867" y="70075"/>
                </a:lnTo>
                <a:lnTo>
                  <a:pt x="823827" y="70676"/>
                </a:lnTo>
                <a:lnTo>
                  <a:pt x="804786" y="71209"/>
                </a:lnTo>
                <a:lnTo>
                  <a:pt x="785746" y="71676"/>
                </a:lnTo>
                <a:lnTo>
                  <a:pt x="766705" y="72085"/>
                </a:lnTo>
                <a:lnTo>
                  <a:pt x="747655" y="72438"/>
                </a:lnTo>
                <a:lnTo>
                  <a:pt x="728615" y="72723"/>
                </a:lnTo>
                <a:lnTo>
                  <a:pt x="709565" y="72952"/>
                </a:lnTo>
                <a:lnTo>
                  <a:pt x="690515" y="73123"/>
                </a:lnTo>
                <a:lnTo>
                  <a:pt x="671474" y="73228"/>
                </a:lnTo>
                <a:lnTo>
                  <a:pt x="652424" y="73285"/>
                </a:lnTo>
                <a:lnTo>
                  <a:pt x="633374" y="73285"/>
                </a:lnTo>
                <a:lnTo>
                  <a:pt x="614334" y="73228"/>
                </a:lnTo>
                <a:lnTo>
                  <a:pt x="595284" y="73104"/>
                </a:lnTo>
                <a:lnTo>
                  <a:pt x="576234" y="72933"/>
                </a:lnTo>
                <a:lnTo>
                  <a:pt x="557193" y="72704"/>
                </a:lnTo>
                <a:lnTo>
                  <a:pt x="538143" y="72409"/>
                </a:lnTo>
                <a:lnTo>
                  <a:pt x="519103" y="72057"/>
                </a:lnTo>
                <a:lnTo>
                  <a:pt x="500063" y="71647"/>
                </a:lnTo>
                <a:lnTo>
                  <a:pt x="481022" y="71171"/>
                </a:lnTo>
                <a:lnTo>
                  <a:pt x="461982" y="70637"/>
                </a:lnTo>
                <a:lnTo>
                  <a:pt x="442941" y="70028"/>
                </a:lnTo>
                <a:lnTo>
                  <a:pt x="423901" y="69361"/>
                </a:lnTo>
                <a:lnTo>
                  <a:pt x="404870" y="68609"/>
                </a:lnTo>
                <a:lnTo>
                  <a:pt x="385839" y="67789"/>
                </a:lnTo>
                <a:lnTo>
                  <a:pt x="366817" y="66904"/>
                </a:lnTo>
                <a:lnTo>
                  <a:pt x="347796" y="65923"/>
                </a:lnTo>
                <a:lnTo>
                  <a:pt x="328774" y="64865"/>
                </a:lnTo>
                <a:lnTo>
                  <a:pt x="309763" y="63713"/>
                </a:lnTo>
                <a:lnTo>
                  <a:pt x="290760" y="62455"/>
                </a:lnTo>
                <a:lnTo>
                  <a:pt x="271758" y="61103"/>
                </a:lnTo>
                <a:lnTo>
                  <a:pt x="252765" y="59636"/>
                </a:lnTo>
                <a:lnTo>
                  <a:pt x="233791" y="58045"/>
                </a:lnTo>
                <a:lnTo>
                  <a:pt x="214817" y="56312"/>
                </a:lnTo>
                <a:lnTo>
                  <a:pt x="195863" y="54426"/>
                </a:lnTo>
                <a:lnTo>
                  <a:pt x="176927" y="52378"/>
                </a:lnTo>
                <a:lnTo>
                  <a:pt x="158020" y="50130"/>
                </a:lnTo>
                <a:lnTo>
                  <a:pt x="139132" y="47644"/>
                </a:lnTo>
                <a:lnTo>
                  <a:pt x="120282" y="44891"/>
                </a:lnTo>
                <a:lnTo>
                  <a:pt x="101489" y="41815"/>
                </a:lnTo>
                <a:lnTo>
                  <a:pt x="82763" y="38310"/>
                </a:lnTo>
                <a:lnTo>
                  <a:pt x="64151" y="34261"/>
                </a:lnTo>
                <a:lnTo>
                  <a:pt x="45730" y="29423"/>
                </a:lnTo>
                <a:lnTo>
                  <a:pt x="27689" y="23346"/>
                </a:lnTo>
                <a:lnTo>
                  <a:pt x="10678" y="14859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42" name="funnel-step-cap-4">
            <a:extLst xmlns:a="http://schemas.openxmlformats.org/drawingml/2006/main">
              <a:ext uri="{FF2B5EF4-FFF2-40B4-BE49-F238E27FC236}">
                <a16:creationId xmlns:a16="http://schemas.microsoft.com/office/drawing/2014/main" id="{D220899E-36FC-4951-AB98-4DAE5C000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76021" y="5321198"/>
            <a:ext cx="1287218" cy="2084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7EAC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43" name="funnel-flow-arrow">
            <a:extLst xmlns:a="http://schemas.openxmlformats.org/drawingml/2006/main">
              <a:ext uri="{FF2B5EF4-FFF2-40B4-BE49-F238E27FC236}">
                <a16:creationId xmlns:a16="http://schemas.microsoft.com/office/drawing/2014/main" id="{B810CB56-52AE-461A-B73B-73F90F70B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52850" y="2466975"/>
            <a:ext cx="1733550" cy="3631168"/>
          </a:xfrm>
          <a:custGeom xmlns:a="http://schemas.openxmlformats.org/drawingml/2006/main">
            <a:pathLst>
              <a:path w="1733550" h="3631168">
                <a:moveTo>
                  <a:pt x="0" y="0"/>
                </a:moveTo>
                <a:lnTo>
                  <a:pt x="0" y="42834"/>
                </a:lnTo>
                <a:lnTo>
                  <a:pt x="9001" y="84582"/>
                </a:lnTo>
                <a:lnTo>
                  <a:pt x="19136" y="126197"/>
                </a:lnTo>
                <a:lnTo>
                  <a:pt x="29270" y="167811"/>
                </a:lnTo>
                <a:lnTo>
                  <a:pt x="39405" y="209426"/>
                </a:lnTo>
                <a:lnTo>
                  <a:pt x="49540" y="251031"/>
                </a:lnTo>
                <a:lnTo>
                  <a:pt x="59684" y="292646"/>
                </a:lnTo>
                <a:lnTo>
                  <a:pt x="69818" y="334261"/>
                </a:lnTo>
                <a:lnTo>
                  <a:pt x="79953" y="375876"/>
                </a:lnTo>
                <a:lnTo>
                  <a:pt x="90087" y="417490"/>
                </a:lnTo>
                <a:lnTo>
                  <a:pt x="100222" y="459105"/>
                </a:lnTo>
                <a:lnTo>
                  <a:pt x="110357" y="500720"/>
                </a:lnTo>
                <a:lnTo>
                  <a:pt x="120491" y="542334"/>
                </a:lnTo>
                <a:lnTo>
                  <a:pt x="130626" y="583949"/>
                </a:lnTo>
                <a:lnTo>
                  <a:pt x="140770" y="625564"/>
                </a:lnTo>
                <a:lnTo>
                  <a:pt x="150905" y="667179"/>
                </a:lnTo>
                <a:lnTo>
                  <a:pt x="160611" y="708879"/>
                </a:lnTo>
                <a:lnTo>
                  <a:pt x="168907" y="750903"/>
                </a:lnTo>
                <a:lnTo>
                  <a:pt x="176974" y="792966"/>
                </a:lnTo>
                <a:lnTo>
                  <a:pt x="184718" y="835085"/>
                </a:lnTo>
                <a:lnTo>
                  <a:pt x="192462" y="877214"/>
                </a:lnTo>
                <a:lnTo>
                  <a:pt x="200196" y="919343"/>
                </a:lnTo>
                <a:lnTo>
                  <a:pt x="207940" y="961463"/>
                </a:lnTo>
                <a:lnTo>
                  <a:pt x="215684" y="1003592"/>
                </a:lnTo>
                <a:lnTo>
                  <a:pt x="223428" y="1045712"/>
                </a:lnTo>
                <a:lnTo>
                  <a:pt x="231162" y="1087841"/>
                </a:lnTo>
                <a:lnTo>
                  <a:pt x="238906" y="1129960"/>
                </a:lnTo>
                <a:lnTo>
                  <a:pt x="246650" y="1172089"/>
                </a:lnTo>
                <a:lnTo>
                  <a:pt x="254394" y="1214218"/>
                </a:lnTo>
                <a:lnTo>
                  <a:pt x="262128" y="1256338"/>
                </a:lnTo>
                <a:lnTo>
                  <a:pt x="269872" y="1298467"/>
                </a:lnTo>
                <a:lnTo>
                  <a:pt x="277616" y="1340587"/>
                </a:lnTo>
                <a:lnTo>
                  <a:pt x="285359" y="1382716"/>
                </a:lnTo>
                <a:lnTo>
                  <a:pt x="293094" y="1424835"/>
                </a:lnTo>
                <a:lnTo>
                  <a:pt x="300447" y="1467031"/>
                </a:lnTo>
                <a:lnTo>
                  <a:pt x="307734" y="1509236"/>
                </a:lnTo>
                <a:lnTo>
                  <a:pt x="314782" y="1551489"/>
                </a:lnTo>
                <a:lnTo>
                  <a:pt x="321831" y="1593733"/>
                </a:lnTo>
                <a:lnTo>
                  <a:pt x="328879" y="1635976"/>
                </a:lnTo>
                <a:lnTo>
                  <a:pt x="335928" y="1678229"/>
                </a:lnTo>
                <a:lnTo>
                  <a:pt x="342976" y="1720472"/>
                </a:lnTo>
                <a:lnTo>
                  <a:pt x="350025" y="1762716"/>
                </a:lnTo>
                <a:lnTo>
                  <a:pt x="357073" y="1804968"/>
                </a:lnTo>
                <a:lnTo>
                  <a:pt x="364112" y="1847212"/>
                </a:lnTo>
                <a:lnTo>
                  <a:pt x="371161" y="1889455"/>
                </a:lnTo>
                <a:lnTo>
                  <a:pt x="378209" y="1931708"/>
                </a:lnTo>
                <a:lnTo>
                  <a:pt x="385258" y="1973951"/>
                </a:lnTo>
                <a:lnTo>
                  <a:pt x="392306" y="2016195"/>
                </a:lnTo>
                <a:lnTo>
                  <a:pt x="399355" y="2058448"/>
                </a:lnTo>
                <a:lnTo>
                  <a:pt x="406403" y="2100691"/>
                </a:lnTo>
                <a:lnTo>
                  <a:pt x="413452" y="2142935"/>
                </a:lnTo>
                <a:lnTo>
                  <a:pt x="420329" y="2185216"/>
                </a:lnTo>
                <a:lnTo>
                  <a:pt x="427149" y="2227497"/>
                </a:lnTo>
                <a:lnTo>
                  <a:pt x="433797" y="2269808"/>
                </a:lnTo>
                <a:lnTo>
                  <a:pt x="440426" y="2312127"/>
                </a:lnTo>
                <a:lnTo>
                  <a:pt x="447056" y="2354437"/>
                </a:lnTo>
                <a:lnTo>
                  <a:pt x="453685" y="2396747"/>
                </a:lnTo>
                <a:lnTo>
                  <a:pt x="460324" y="2439067"/>
                </a:lnTo>
                <a:lnTo>
                  <a:pt x="466954" y="2481377"/>
                </a:lnTo>
                <a:lnTo>
                  <a:pt x="473583" y="2523696"/>
                </a:lnTo>
                <a:lnTo>
                  <a:pt x="480212" y="2566006"/>
                </a:lnTo>
                <a:lnTo>
                  <a:pt x="486842" y="2608316"/>
                </a:lnTo>
                <a:lnTo>
                  <a:pt x="493481" y="2650636"/>
                </a:lnTo>
                <a:lnTo>
                  <a:pt x="500110" y="2692946"/>
                </a:lnTo>
                <a:lnTo>
                  <a:pt x="506740" y="2735266"/>
                </a:lnTo>
                <a:lnTo>
                  <a:pt x="513369" y="2777576"/>
                </a:lnTo>
                <a:lnTo>
                  <a:pt x="520008" y="2819886"/>
                </a:lnTo>
                <a:lnTo>
                  <a:pt x="526637" y="2862205"/>
                </a:lnTo>
                <a:lnTo>
                  <a:pt x="533181" y="2904534"/>
                </a:lnTo>
                <a:lnTo>
                  <a:pt x="539648" y="2946873"/>
                </a:lnTo>
                <a:lnTo>
                  <a:pt x="503663" y="2952750"/>
                </a:lnTo>
                <a:lnTo>
                  <a:pt x="460829" y="2952750"/>
                </a:lnTo>
                <a:lnTo>
                  <a:pt x="418005" y="2952750"/>
                </a:lnTo>
                <a:lnTo>
                  <a:pt x="375171" y="2952750"/>
                </a:lnTo>
                <a:lnTo>
                  <a:pt x="332337" y="2952750"/>
                </a:lnTo>
                <a:lnTo>
                  <a:pt x="289512" y="2952750"/>
                </a:lnTo>
                <a:lnTo>
                  <a:pt x="246678" y="2952750"/>
                </a:lnTo>
                <a:lnTo>
                  <a:pt x="225533" y="2962075"/>
                </a:lnTo>
                <a:lnTo>
                  <a:pt x="254994" y="2993155"/>
                </a:lnTo>
                <a:lnTo>
                  <a:pt x="284464" y="3024245"/>
                </a:lnTo>
                <a:lnTo>
                  <a:pt x="313925" y="3055325"/>
                </a:lnTo>
                <a:lnTo>
                  <a:pt x="343395" y="3086414"/>
                </a:lnTo>
                <a:lnTo>
                  <a:pt x="372856" y="3117494"/>
                </a:lnTo>
                <a:lnTo>
                  <a:pt x="402326" y="3148574"/>
                </a:lnTo>
                <a:lnTo>
                  <a:pt x="431787" y="3179664"/>
                </a:lnTo>
                <a:lnTo>
                  <a:pt x="461258" y="3210744"/>
                </a:lnTo>
                <a:lnTo>
                  <a:pt x="490718" y="3241834"/>
                </a:lnTo>
                <a:lnTo>
                  <a:pt x="520189" y="3272914"/>
                </a:lnTo>
                <a:lnTo>
                  <a:pt x="549650" y="3304003"/>
                </a:lnTo>
                <a:lnTo>
                  <a:pt x="579110" y="3335084"/>
                </a:lnTo>
                <a:lnTo>
                  <a:pt x="608581" y="3366173"/>
                </a:lnTo>
                <a:lnTo>
                  <a:pt x="638042" y="3397253"/>
                </a:lnTo>
                <a:lnTo>
                  <a:pt x="667512" y="3428333"/>
                </a:lnTo>
                <a:lnTo>
                  <a:pt x="696973" y="3459423"/>
                </a:lnTo>
                <a:lnTo>
                  <a:pt x="726443" y="3490503"/>
                </a:lnTo>
                <a:lnTo>
                  <a:pt x="755904" y="3521593"/>
                </a:lnTo>
                <a:lnTo>
                  <a:pt x="785374" y="3552673"/>
                </a:lnTo>
                <a:lnTo>
                  <a:pt x="814835" y="3583762"/>
                </a:lnTo>
                <a:lnTo>
                  <a:pt x="844306" y="3614842"/>
                </a:lnTo>
                <a:lnTo>
                  <a:pt x="873766" y="3631168"/>
                </a:lnTo>
                <a:lnTo>
                  <a:pt x="903237" y="3600088"/>
                </a:lnTo>
                <a:lnTo>
                  <a:pt x="932698" y="3568998"/>
                </a:lnTo>
                <a:lnTo>
                  <a:pt x="962168" y="3537918"/>
                </a:lnTo>
                <a:lnTo>
                  <a:pt x="991629" y="3506838"/>
                </a:lnTo>
                <a:lnTo>
                  <a:pt x="1021099" y="3475749"/>
                </a:lnTo>
                <a:lnTo>
                  <a:pt x="1050560" y="3444669"/>
                </a:lnTo>
                <a:lnTo>
                  <a:pt x="1080030" y="3413579"/>
                </a:lnTo>
                <a:lnTo>
                  <a:pt x="1109491" y="3382499"/>
                </a:lnTo>
                <a:lnTo>
                  <a:pt x="1138961" y="3351409"/>
                </a:lnTo>
                <a:lnTo>
                  <a:pt x="1168422" y="3320329"/>
                </a:lnTo>
                <a:lnTo>
                  <a:pt x="1197893" y="3289240"/>
                </a:lnTo>
                <a:lnTo>
                  <a:pt x="1227353" y="3258160"/>
                </a:lnTo>
                <a:lnTo>
                  <a:pt x="1256814" y="3227080"/>
                </a:lnTo>
                <a:lnTo>
                  <a:pt x="1286285" y="3195990"/>
                </a:lnTo>
                <a:lnTo>
                  <a:pt x="1315745" y="3164910"/>
                </a:lnTo>
                <a:lnTo>
                  <a:pt x="1345216" y="3133820"/>
                </a:lnTo>
                <a:lnTo>
                  <a:pt x="1374677" y="3102740"/>
                </a:lnTo>
                <a:lnTo>
                  <a:pt x="1404147" y="3071651"/>
                </a:lnTo>
                <a:lnTo>
                  <a:pt x="1433608" y="3040571"/>
                </a:lnTo>
                <a:lnTo>
                  <a:pt x="1463078" y="3009481"/>
                </a:lnTo>
                <a:lnTo>
                  <a:pt x="1492539" y="2978401"/>
                </a:lnTo>
                <a:lnTo>
                  <a:pt x="1509370" y="2952750"/>
                </a:lnTo>
                <a:lnTo>
                  <a:pt x="1466536" y="2952750"/>
                </a:lnTo>
                <a:lnTo>
                  <a:pt x="1423711" y="2952750"/>
                </a:lnTo>
                <a:lnTo>
                  <a:pt x="1380877" y="2952750"/>
                </a:lnTo>
                <a:lnTo>
                  <a:pt x="1338043" y="2952750"/>
                </a:lnTo>
                <a:lnTo>
                  <a:pt x="1295219" y="2952750"/>
                </a:lnTo>
                <a:lnTo>
                  <a:pt x="1252385" y="2952750"/>
                </a:lnTo>
                <a:lnTo>
                  <a:pt x="1209561" y="2952750"/>
                </a:lnTo>
                <a:lnTo>
                  <a:pt x="1196978" y="2926775"/>
                </a:lnTo>
                <a:lnTo>
                  <a:pt x="1203436" y="2884427"/>
                </a:lnTo>
                <a:lnTo>
                  <a:pt x="1210066" y="2842117"/>
                </a:lnTo>
                <a:lnTo>
                  <a:pt x="1216695" y="2799798"/>
                </a:lnTo>
                <a:lnTo>
                  <a:pt x="1223324" y="2757488"/>
                </a:lnTo>
                <a:lnTo>
                  <a:pt x="1229954" y="2715177"/>
                </a:lnTo>
                <a:lnTo>
                  <a:pt x="1236593" y="2672858"/>
                </a:lnTo>
                <a:lnTo>
                  <a:pt x="1243222" y="2630548"/>
                </a:lnTo>
                <a:lnTo>
                  <a:pt x="1249851" y="2588228"/>
                </a:lnTo>
                <a:lnTo>
                  <a:pt x="1256481" y="2545918"/>
                </a:lnTo>
                <a:lnTo>
                  <a:pt x="1263120" y="2503608"/>
                </a:lnTo>
                <a:lnTo>
                  <a:pt x="1269749" y="2461289"/>
                </a:lnTo>
                <a:lnTo>
                  <a:pt x="1276379" y="2418979"/>
                </a:lnTo>
                <a:lnTo>
                  <a:pt x="1283008" y="2376659"/>
                </a:lnTo>
                <a:lnTo>
                  <a:pt x="1289637" y="2334349"/>
                </a:lnTo>
                <a:lnTo>
                  <a:pt x="1296276" y="2292039"/>
                </a:lnTo>
                <a:lnTo>
                  <a:pt x="1302906" y="2249719"/>
                </a:lnTo>
                <a:lnTo>
                  <a:pt x="1309640" y="2207428"/>
                </a:lnTo>
                <a:lnTo>
                  <a:pt x="1316460" y="2165137"/>
                </a:lnTo>
                <a:lnTo>
                  <a:pt x="1323451" y="2122884"/>
                </a:lnTo>
                <a:lnTo>
                  <a:pt x="1330500" y="2080641"/>
                </a:lnTo>
                <a:lnTo>
                  <a:pt x="1337539" y="2038388"/>
                </a:lnTo>
                <a:lnTo>
                  <a:pt x="1344587" y="1996145"/>
                </a:lnTo>
                <a:lnTo>
                  <a:pt x="1351636" y="1953901"/>
                </a:lnTo>
                <a:lnTo>
                  <a:pt x="1358684" y="1911648"/>
                </a:lnTo>
                <a:lnTo>
                  <a:pt x="1365733" y="1869405"/>
                </a:lnTo>
                <a:lnTo>
                  <a:pt x="1372781" y="1827162"/>
                </a:lnTo>
                <a:lnTo>
                  <a:pt x="1379830" y="1784909"/>
                </a:lnTo>
                <a:lnTo>
                  <a:pt x="1386878" y="1742665"/>
                </a:lnTo>
                <a:lnTo>
                  <a:pt x="1393917" y="1700413"/>
                </a:lnTo>
                <a:lnTo>
                  <a:pt x="1400966" y="1658169"/>
                </a:lnTo>
                <a:lnTo>
                  <a:pt x="1408014" y="1615926"/>
                </a:lnTo>
                <a:lnTo>
                  <a:pt x="1415063" y="1573673"/>
                </a:lnTo>
                <a:lnTo>
                  <a:pt x="1422111" y="1531430"/>
                </a:lnTo>
                <a:lnTo>
                  <a:pt x="1429255" y="1489196"/>
                </a:lnTo>
                <a:lnTo>
                  <a:pt x="1436580" y="1447000"/>
                </a:lnTo>
                <a:lnTo>
                  <a:pt x="1444133" y="1404842"/>
                </a:lnTo>
                <a:lnTo>
                  <a:pt x="1451867" y="1362713"/>
                </a:lnTo>
                <a:lnTo>
                  <a:pt x="1459611" y="1320594"/>
                </a:lnTo>
                <a:lnTo>
                  <a:pt x="1467355" y="1278465"/>
                </a:lnTo>
                <a:lnTo>
                  <a:pt x="1475099" y="1236345"/>
                </a:lnTo>
                <a:lnTo>
                  <a:pt x="1482833" y="1194216"/>
                </a:lnTo>
                <a:lnTo>
                  <a:pt x="1490577" y="1152087"/>
                </a:lnTo>
                <a:lnTo>
                  <a:pt x="1498321" y="1109967"/>
                </a:lnTo>
                <a:lnTo>
                  <a:pt x="1506055" y="1067838"/>
                </a:lnTo>
                <a:lnTo>
                  <a:pt x="1513799" y="1025719"/>
                </a:lnTo>
                <a:lnTo>
                  <a:pt x="1521543" y="983590"/>
                </a:lnTo>
                <a:lnTo>
                  <a:pt x="1529286" y="941470"/>
                </a:lnTo>
                <a:lnTo>
                  <a:pt x="1537021" y="899341"/>
                </a:lnTo>
                <a:lnTo>
                  <a:pt x="1544765" y="857212"/>
                </a:lnTo>
                <a:lnTo>
                  <a:pt x="1552508" y="815092"/>
                </a:lnTo>
                <a:lnTo>
                  <a:pt x="1560281" y="772973"/>
                </a:lnTo>
                <a:lnTo>
                  <a:pt x="1568577" y="730949"/>
                </a:lnTo>
                <a:lnTo>
                  <a:pt x="1577321" y="689029"/>
                </a:lnTo>
                <a:lnTo>
                  <a:pt x="1587456" y="647424"/>
                </a:lnTo>
                <a:lnTo>
                  <a:pt x="1597600" y="605809"/>
                </a:lnTo>
                <a:lnTo>
                  <a:pt x="1607734" y="564194"/>
                </a:lnTo>
                <a:lnTo>
                  <a:pt x="1617869" y="522580"/>
                </a:lnTo>
                <a:lnTo>
                  <a:pt x="1628003" y="480965"/>
                </a:lnTo>
                <a:lnTo>
                  <a:pt x="1638138" y="439350"/>
                </a:lnTo>
                <a:lnTo>
                  <a:pt x="1648273" y="397735"/>
                </a:lnTo>
                <a:lnTo>
                  <a:pt x="1658407" y="356121"/>
                </a:lnTo>
                <a:lnTo>
                  <a:pt x="1668542" y="314506"/>
                </a:lnTo>
                <a:lnTo>
                  <a:pt x="1678686" y="272891"/>
                </a:lnTo>
                <a:lnTo>
                  <a:pt x="1688821" y="231277"/>
                </a:lnTo>
                <a:lnTo>
                  <a:pt x="1698955" y="189671"/>
                </a:lnTo>
                <a:lnTo>
                  <a:pt x="1709090" y="148057"/>
                </a:lnTo>
                <a:lnTo>
                  <a:pt x="1719224" y="106442"/>
                </a:lnTo>
                <a:lnTo>
                  <a:pt x="1729359" y="64827"/>
                </a:lnTo>
                <a:lnTo>
                  <a:pt x="1733550" y="22498"/>
                </a:lnTo>
                <a:lnTo>
                  <a:pt x="1713214" y="0"/>
                </a:lnTo>
                <a:lnTo>
                  <a:pt x="1670390" y="0"/>
                </a:lnTo>
                <a:lnTo>
                  <a:pt x="1627556" y="0"/>
                </a:lnTo>
                <a:lnTo>
                  <a:pt x="1584722" y="0"/>
                </a:lnTo>
                <a:lnTo>
                  <a:pt x="1541897" y="0"/>
                </a:lnTo>
                <a:lnTo>
                  <a:pt x="1499064" y="0"/>
                </a:lnTo>
                <a:lnTo>
                  <a:pt x="1456230" y="0"/>
                </a:lnTo>
                <a:lnTo>
                  <a:pt x="1413405" y="0"/>
                </a:lnTo>
                <a:lnTo>
                  <a:pt x="1370571" y="0"/>
                </a:lnTo>
                <a:lnTo>
                  <a:pt x="1327747" y="0"/>
                </a:lnTo>
                <a:lnTo>
                  <a:pt x="1284913" y="0"/>
                </a:lnTo>
                <a:lnTo>
                  <a:pt x="1242079" y="0"/>
                </a:lnTo>
                <a:lnTo>
                  <a:pt x="1199255" y="0"/>
                </a:lnTo>
                <a:lnTo>
                  <a:pt x="1156421" y="0"/>
                </a:lnTo>
                <a:lnTo>
                  <a:pt x="1113587" y="0"/>
                </a:lnTo>
                <a:lnTo>
                  <a:pt x="1070762" y="0"/>
                </a:lnTo>
                <a:lnTo>
                  <a:pt x="1027928" y="0"/>
                </a:lnTo>
                <a:lnTo>
                  <a:pt x="985104" y="0"/>
                </a:lnTo>
                <a:lnTo>
                  <a:pt x="942270" y="0"/>
                </a:lnTo>
                <a:lnTo>
                  <a:pt x="899436" y="0"/>
                </a:lnTo>
                <a:lnTo>
                  <a:pt x="856612" y="0"/>
                </a:lnTo>
                <a:lnTo>
                  <a:pt x="813778" y="0"/>
                </a:lnTo>
                <a:lnTo>
                  <a:pt x="770944" y="0"/>
                </a:lnTo>
                <a:lnTo>
                  <a:pt x="728120" y="0"/>
                </a:lnTo>
                <a:lnTo>
                  <a:pt x="685286" y="0"/>
                </a:lnTo>
                <a:lnTo>
                  <a:pt x="642452" y="0"/>
                </a:lnTo>
                <a:lnTo>
                  <a:pt x="599627" y="0"/>
                </a:lnTo>
                <a:lnTo>
                  <a:pt x="556793" y="0"/>
                </a:lnTo>
                <a:lnTo>
                  <a:pt x="513969" y="0"/>
                </a:lnTo>
                <a:lnTo>
                  <a:pt x="471135" y="0"/>
                </a:lnTo>
                <a:lnTo>
                  <a:pt x="428301" y="0"/>
                </a:lnTo>
                <a:lnTo>
                  <a:pt x="385477" y="0"/>
                </a:lnTo>
                <a:lnTo>
                  <a:pt x="342643" y="0"/>
                </a:lnTo>
                <a:lnTo>
                  <a:pt x="299809" y="0"/>
                </a:lnTo>
                <a:lnTo>
                  <a:pt x="256985" y="0"/>
                </a:lnTo>
                <a:lnTo>
                  <a:pt x="214151" y="0"/>
                </a:lnTo>
                <a:lnTo>
                  <a:pt x="171326" y="0"/>
                </a:lnTo>
                <a:lnTo>
                  <a:pt x="128492" y="0"/>
                </a:lnTo>
                <a:lnTo>
                  <a:pt x="85658" y="0"/>
                </a:lnTo>
                <a:lnTo>
                  <a:pt x="42834" y="0"/>
                </a:lnTo>
                <a:lnTo>
                  <a:pt x="0" y="0"/>
                </a:lnTo>
                <a:close/>
              </a:path>
            </a:pathLst>
          </a:custGeom>
          <a:gradFill xmlns:a="http://schemas.openxmlformats.org/drawingml/2006/main">
            <a:gsLst>
              <a:gs pos="0">
                <a:srgbClr val="000000"/>
              </a:gs>
              <a:gs pos="42">
                <a:srgbClr val="B8D8F2">
                  <a:alpha val="16000"/>
                </a:srgbClr>
              </a:gs>
              <a:gs pos="76">
                <a:srgbClr val="8FC4EE">
                  <a:alpha val="32000"/>
                </a:srgbClr>
              </a:gs>
              <a:gs pos="100">
                <a:srgbClr val="72B3E8">
                  <a:alpha val="52000"/>
                </a:srgbClr>
              </a:gs>
            </a:gsLst>
            <a:lin ang="10800000"/>
          </a:gradFill>
          <a:ln xmlns:a="http://schemas.openxmlformats.org/drawingml/2006/main" w="9525">
            <a:noFill/>
            <a:prstDash val="solid"/>
          </a:ln>
        </p:spPr>
      </p:sp>
      <p:sp>
        <p:nvSpPr>
          <p:cNvPr id="44" name="phase-label-0">
            <a:extLst xmlns:a="http://schemas.openxmlformats.org/drawingml/2006/main">
              <a:ext uri="{FF2B5EF4-FFF2-40B4-BE49-F238E27FC236}">
                <a16:creationId xmlns:a16="http://schemas.microsoft.com/office/drawing/2014/main" id="{0A9D4D5E-D858-47CA-97EC-826E08366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1638300"/>
            <a:ext cx="228600" cy="2293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阶段一</a:t>
            </a:r>
          </a:p>
        </p:txBody>
      </p:sp>
      <p:sp>
        <p:nvSpPr>
          <p:cNvPr id="45" name="phase-label-1">
            <a:extLst xmlns:a="http://schemas.openxmlformats.org/drawingml/2006/main">
              <a:ext uri="{FF2B5EF4-FFF2-40B4-BE49-F238E27FC236}">
                <a16:creationId xmlns:a16="http://schemas.microsoft.com/office/drawing/2014/main" id="{61222569-DACA-4351-8F06-1B2219F9B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3931891"/>
            <a:ext cx="228600" cy="227826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阶段二</a:t>
            </a:r>
          </a:p>
        </p:txBody>
      </p:sp>
      <p:sp>
        <p:nvSpPr>
          <p:cNvPr id="46" name="funnel-step-title-0">
            <a:extLst xmlns:a="http://schemas.openxmlformats.org/drawingml/2006/main">
              <a:ext uri="{FF2B5EF4-FFF2-40B4-BE49-F238E27FC236}">
                <a16:creationId xmlns:a16="http://schemas.microsoft.com/office/drawing/2014/main" id="{3DD7E8A5-18A0-4352-8CBC-E6543DDC1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357343" y="2702128"/>
            <a:ext cx="2524573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3600"/>
              </a:lnSpc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广泛触达</a:t>
            </a:r>
          </a:p>
        </p:txBody>
      </p:sp>
      <p:sp>
        <p:nvSpPr>
          <p:cNvPr id="47" name="funnel-step-title-1">
            <a:extLst xmlns:a="http://schemas.openxmlformats.org/drawingml/2006/main">
              <a:ext uri="{FF2B5EF4-FFF2-40B4-BE49-F238E27FC236}">
                <a16:creationId xmlns:a16="http://schemas.microsoft.com/office/drawing/2014/main" id="{1072FE96-0182-4808-842E-762DBF367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608632" y="3429895"/>
            <a:ext cx="2021977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3600"/>
              </a:lnSpc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兴趣识别</a:t>
            </a:r>
          </a:p>
        </p:txBody>
      </p:sp>
      <p:sp>
        <p:nvSpPr>
          <p:cNvPr id="48" name="funnel-step-title-2">
            <a:extLst xmlns:a="http://schemas.openxmlformats.org/drawingml/2006/main">
              <a:ext uri="{FF2B5EF4-FFF2-40B4-BE49-F238E27FC236}">
                <a16:creationId xmlns:a16="http://schemas.microsoft.com/office/drawing/2014/main" id="{63346C4D-E252-40A6-A0BE-8145075C6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837232" y="4157663"/>
            <a:ext cx="1564777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3600"/>
              </a:lnSpc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意向培育</a:t>
            </a:r>
          </a:p>
        </p:txBody>
      </p:sp>
      <p:sp>
        <p:nvSpPr>
          <p:cNvPr id="49" name="funnel-step-title-3">
            <a:extLst xmlns:a="http://schemas.openxmlformats.org/drawingml/2006/main">
              <a:ext uri="{FF2B5EF4-FFF2-40B4-BE49-F238E27FC236}">
                <a16:creationId xmlns:a16="http://schemas.microsoft.com/office/drawing/2014/main" id="{EF58A5A3-F838-4CD7-AB2B-7EF54844E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52221" y="4885287"/>
            <a:ext cx="1134818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3600"/>
              </a:lnSpc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行动转化</a:t>
            </a:r>
          </a:p>
        </p:txBody>
      </p:sp>
      <p:sp>
        <p:nvSpPr>
          <p:cNvPr id="50" name="funnel-step-title-4">
            <a:extLst xmlns:a="http://schemas.openxmlformats.org/drawingml/2006/main">
              <a:ext uri="{FF2B5EF4-FFF2-40B4-BE49-F238E27FC236}">
                <a16:creationId xmlns:a16="http://schemas.microsoft.com/office/drawing/2014/main" id="{A8BE6E51-9C44-42DF-AAC5-09677B901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200525" y="5613054"/>
            <a:ext cx="8382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持续留存</a:t>
            </a:r>
          </a:p>
        </p:txBody>
      </p:sp>
      <p:sp>
        <p:nvSpPr>
          <p:cNvPr id="51" name="input-core-0">
            <a:extLst xmlns:a="http://schemas.openxmlformats.org/drawingml/2006/main">
              <a:ext uri="{FF2B5EF4-FFF2-40B4-BE49-F238E27FC236}">
                <a16:creationId xmlns:a16="http://schemas.microsoft.com/office/drawing/2014/main" id="{504EAB63-BC7E-441A-AE0E-0E9210C8C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890838" y="194310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23"/>
          <a:fontRef xmlns:a="http://schemas.openxmlformats.org/drawingml/2006/main" idx="major"/>
        </p:style>
      </p:sp>
      <p:pic>
        <p:nvPicPr>
          <p:cNvPr id="1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4d14fdd5b534b65">
            <a:extLst>
              <a:ext uri="{96DAC541-7B7A-43D3-8B79-37D633B846F1}">
                <asvg:svgBlip xmlns:asvg="http://schemas.microsoft.com/office/drawing/2016/SVG/main" r:embed="Rc0a6f583fff042e6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2986088" y="2038350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53" name="input-core-1">
            <a:extLst xmlns:a="http://schemas.openxmlformats.org/drawingml/2006/main">
              <a:ext uri="{FF2B5EF4-FFF2-40B4-BE49-F238E27FC236}">
                <a16:creationId xmlns:a16="http://schemas.microsoft.com/office/drawing/2014/main" id="{FEF47ADD-6A76-4B9A-B5A5-F0D2EF61E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419475" y="1781175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23"/>
          <a:fontRef xmlns:a="http://schemas.openxmlformats.org/drawingml/2006/main" idx="major"/>
        </p:style>
      </p:sp>
      <p:pic>
        <p:nvPicPr>
          <p:cNvPr id="1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2c283c0dd5e44d4">
            <a:extLst>
              <a:ext uri="{96DAC541-7B7A-43D3-8B79-37D633B846F1}">
                <asvg:svgBlip xmlns:asvg="http://schemas.microsoft.com/office/drawing/2016/SVG/main" r:embed="R7b0dc6ff10a7447b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3514725" y="1876425"/>
            <a:ext cx="209550" cy="209550"/>
          </a:xfrm>
          <a:prstGeom xmlns:a="http://schemas.openxmlformats.org/drawingml/2006/main" prst="rect">
            <a:avLst/>
          </a:prstGeom>
        </p:spPr>
      </p:pic>
      <p:sp>
        <p:nvSpPr>
          <p:cNvPr id="55" name="input-core-2">
            <a:extLst xmlns:a="http://schemas.openxmlformats.org/drawingml/2006/main">
              <a:ext uri="{FF2B5EF4-FFF2-40B4-BE49-F238E27FC236}">
                <a16:creationId xmlns:a16="http://schemas.microsoft.com/office/drawing/2014/main" id="{500ACA4C-0307-4745-BDD9-304FC7BDE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890963" y="163830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23"/>
          <a:fontRef xmlns:a="http://schemas.openxmlformats.org/drawingml/2006/main" idx="major"/>
        </p:style>
      </p:sp>
      <p:pic>
        <p:nvPicPr>
          <p:cNvPr id="1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521270bb67c4e1e">
            <a:extLst>
              <a:ext uri="{96DAC541-7B7A-43D3-8B79-37D633B846F1}">
                <asvg:svgBlip xmlns:asvg="http://schemas.microsoft.com/office/drawing/2016/SVG/main" r:embed="Rb7c023b5ed234242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3986213" y="1733550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57" name="input-core-3">
            <a:extLst xmlns:a="http://schemas.openxmlformats.org/drawingml/2006/main">
              <a:ext uri="{FF2B5EF4-FFF2-40B4-BE49-F238E27FC236}">
                <a16:creationId xmlns:a16="http://schemas.microsoft.com/office/drawing/2014/main" id="{6D8CE861-8287-4557-9CDC-157C3939A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419600" y="1628775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23"/>
          <a:fontRef xmlns:a="http://schemas.openxmlformats.org/drawingml/2006/main" idx="major"/>
        </p:style>
      </p:sp>
      <p:pic>
        <p:nvPicPr>
          <p:cNvPr id="1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55223ed87854b6b">
            <a:extLst>
              <a:ext uri="{96DAC541-7B7A-43D3-8B79-37D633B846F1}">
                <asvg:svgBlip xmlns:asvg="http://schemas.microsoft.com/office/drawing/2016/SVG/main" r:embed="R26fe8d75384a4371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4514850" y="1724025"/>
            <a:ext cx="209550" cy="209550"/>
          </a:xfrm>
          <a:prstGeom xmlns:a="http://schemas.openxmlformats.org/drawingml/2006/main" prst="rect">
            <a:avLst/>
          </a:prstGeom>
        </p:spPr>
      </p:pic>
      <p:sp>
        <p:nvSpPr>
          <p:cNvPr id="59" name="input-core-4">
            <a:extLst xmlns:a="http://schemas.openxmlformats.org/drawingml/2006/main">
              <a:ext uri="{FF2B5EF4-FFF2-40B4-BE49-F238E27FC236}">
                <a16:creationId xmlns:a16="http://schemas.microsoft.com/office/drawing/2014/main" id="{2B75C7D2-E2E0-4E3D-9423-1B63560AD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891088" y="168592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23"/>
          <a:fontRef xmlns:a="http://schemas.openxmlformats.org/drawingml/2006/main" idx="major"/>
        </p:style>
      </p:sp>
      <p:pic>
        <p:nvPicPr>
          <p:cNvPr id="1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05e625149014ed9">
            <a:extLst>
              <a:ext uri="{96DAC541-7B7A-43D3-8B79-37D633B846F1}">
                <asvg:svgBlip xmlns:asvg="http://schemas.microsoft.com/office/drawing/2016/SVG/main" r:embed="R132d4e9fa5a143be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4986338" y="1781175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61" name="input-core-5">
            <a:extLst xmlns:a="http://schemas.openxmlformats.org/drawingml/2006/main">
              <a:ext uri="{FF2B5EF4-FFF2-40B4-BE49-F238E27FC236}">
                <a16:creationId xmlns:a16="http://schemas.microsoft.com/office/drawing/2014/main" id="{AEAFC301-8E20-4AE6-9652-1B31CD34E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419725" y="1857375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23"/>
          <a:fontRef xmlns:a="http://schemas.openxmlformats.org/drawingml/2006/main" idx="major"/>
        </p:style>
      </p:sp>
      <p:pic>
        <p:nvPicPr>
          <p:cNvPr id="1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bfb472ea6e14e3a">
            <a:extLst>
              <a:ext uri="{96DAC541-7B7A-43D3-8B79-37D633B846F1}">
                <asvg:svgBlip xmlns:asvg="http://schemas.microsoft.com/office/drawing/2016/SVG/main" r:embed="R2a8b974d72eb4494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5514975" y="1952625"/>
            <a:ext cx="209550" cy="209550"/>
          </a:xfrm>
          <a:prstGeom xmlns:a="http://schemas.openxmlformats.org/drawingml/2006/main" prst="rect">
            <a:avLst/>
          </a:prstGeom>
        </p:spPr>
      </p:pic>
      <p:sp>
        <p:nvSpPr>
          <p:cNvPr id="63" name="input-core-6">
            <a:extLst xmlns:a="http://schemas.openxmlformats.org/drawingml/2006/main">
              <a:ext uri="{FF2B5EF4-FFF2-40B4-BE49-F238E27FC236}">
                <a16:creationId xmlns:a16="http://schemas.microsoft.com/office/drawing/2014/main" id="{517C9E5D-C9A0-4773-AEFD-DF60B1810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891213" y="193357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23"/>
          <a:fontRef xmlns:a="http://schemas.openxmlformats.org/drawingml/2006/main" idx="major"/>
        </p:style>
      </p:sp>
      <p:pic>
        <p:nvPicPr>
          <p:cNvPr id="12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9be75161b8842fb">
            <a:extLst>
              <a:ext uri="{96DAC541-7B7A-43D3-8B79-37D633B846F1}">
                <asvg:svgBlip xmlns:asvg="http://schemas.microsoft.com/office/drawing/2016/SVG/main" r:embed="R3d1fb6ebd8ef4635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5986463" y="2028825"/>
            <a:ext cx="266700" cy="2667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3924088"/>
      </p:ext>
    </p:extLst>
  </p:cSld>
</p:sld>
</file>

<file path=ppt/slides/slide4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1" name="phase-band-0">
            <a:extLst xmlns:a="http://schemas.openxmlformats.org/drawingml/2006/main">
              <a:ext uri="{FF2B5EF4-FFF2-40B4-BE49-F238E27FC236}">
                <a16:creationId xmlns:a16="http://schemas.microsoft.com/office/drawing/2014/main" id="{E27873D5-1551-4C4B-81CF-223EDA81D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1638300"/>
            <a:ext cx="11144250" cy="102483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phase-band-1">
            <a:extLst xmlns:a="http://schemas.openxmlformats.org/drawingml/2006/main">
              <a:ext uri="{FF2B5EF4-FFF2-40B4-BE49-F238E27FC236}">
                <a16:creationId xmlns:a16="http://schemas.microsoft.com/office/drawing/2014/main" id="{CA13E73A-F74B-410C-A722-A4B9CCC5C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2663133"/>
            <a:ext cx="11144250" cy="170676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38100">
            <a:solidFill>
              <a:srgbClr val="FFFFFF"/>
            </a:solidFill>
            <a:prstDash val="solid"/>
          </a:ln>
        </p:spPr>
      </p:sp>
      <p:sp>
        <p:nvSpPr>
          <p:cNvPr id="3" name="phase-band-2">
            <a:extLst xmlns:a="http://schemas.openxmlformats.org/drawingml/2006/main">
              <a:ext uri="{FF2B5EF4-FFF2-40B4-BE49-F238E27FC236}">
                <a16:creationId xmlns:a16="http://schemas.microsoft.com/office/drawing/2014/main" id="{6FD41202-EE99-4147-BA10-EE71F310E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4370041"/>
            <a:ext cx="11144250" cy="18401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38100">
            <a:solidFill>
              <a:srgbClr val="FFFFFF"/>
            </a:solidFill>
            <a:prstDash val="solid"/>
          </a:ln>
        </p:spPr>
      </p:sp>
      <p:sp>
        <p:nvSpPr>
          <p:cNvPr id="4" name="phase-rail-0">
            <a:extLst xmlns:a="http://schemas.openxmlformats.org/drawingml/2006/main">
              <a:ext uri="{FF2B5EF4-FFF2-40B4-BE49-F238E27FC236}">
                <a16:creationId xmlns:a16="http://schemas.microsoft.com/office/drawing/2014/main" id="{1E5FD170-C085-4969-888C-B4D417B7F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1638300"/>
            <a:ext cx="514350" cy="1024404"/>
          </a:xfrm>
          <a:custGeom xmlns:a="http://schemas.openxmlformats.org/drawingml/2006/main">
            <a:pathLst>
              <a:path w="514350" h="1024404">
                <a:moveTo>
                  <a:pt x="0" y="0"/>
                </a:moveTo>
                <a:lnTo>
                  <a:pt x="18983" y="0"/>
                </a:lnTo>
                <a:lnTo>
                  <a:pt x="37967" y="0"/>
                </a:lnTo>
                <a:lnTo>
                  <a:pt x="56960" y="0"/>
                </a:lnTo>
                <a:lnTo>
                  <a:pt x="75943" y="0"/>
                </a:lnTo>
                <a:lnTo>
                  <a:pt x="94926" y="0"/>
                </a:lnTo>
                <a:lnTo>
                  <a:pt x="113909" y="0"/>
                </a:lnTo>
                <a:lnTo>
                  <a:pt x="132893" y="0"/>
                </a:lnTo>
                <a:lnTo>
                  <a:pt x="151886" y="0"/>
                </a:lnTo>
                <a:lnTo>
                  <a:pt x="170869" y="0"/>
                </a:lnTo>
                <a:lnTo>
                  <a:pt x="189852" y="0"/>
                </a:lnTo>
                <a:lnTo>
                  <a:pt x="208836" y="0"/>
                </a:lnTo>
                <a:lnTo>
                  <a:pt x="227819" y="0"/>
                </a:lnTo>
                <a:lnTo>
                  <a:pt x="246812" y="0"/>
                </a:lnTo>
                <a:lnTo>
                  <a:pt x="265795" y="0"/>
                </a:lnTo>
                <a:lnTo>
                  <a:pt x="284778" y="0"/>
                </a:lnTo>
                <a:lnTo>
                  <a:pt x="303762" y="0"/>
                </a:lnTo>
                <a:lnTo>
                  <a:pt x="322745" y="0"/>
                </a:lnTo>
                <a:lnTo>
                  <a:pt x="341738" y="0"/>
                </a:lnTo>
                <a:lnTo>
                  <a:pt x="360721" y="0"/>
                </a:lnTo>
                <a:lnTo>
                  <a:pt x="379705" y="0"/>
                </a:lnTo>
                <a:lnTo>
                  <a:pt x="398688" y="0"/>
                </a:lnTo>
                <a:lnTo>
                  <a:pt x="417671" y="0"/>
                </a:lnTo>
                <a:lnTo>
                  <a:pt x="436664" y="0"/>
                </a:lnTo>
                <a:lnTo>
                  <a:pt x="455647" y="0"/>
                </a:lnTo>
                <a:lnTo>
                  <a:pt x="474631" y="0"/>
                </a:lnTo>
                <a:lnTo>
                  <a:pt x="493614" y="0"/>
                </a:lnTo>
                <a:lnTo>
                  <a:pt x="512607" y="0"/>
                </a:lnTo>
                <a:lnTo>
                  <a:pt x="514350" y="17240"/>
                </a:lnTo>
                <a:lnTo>
                  <a:pt x="514350" y="36224"/>
                </a:lnTo>
                <a:lnTo>
                  <a:pt x="514350" y="55207"/>
                </a:lnTo>
                <a:lnTo>
                  <a:pt x="514350" y="74190"/>
                </a:lnTo>
                <a:lnTo>
                  <a:pt x="514350" y="93174"/>
                </a:lnTo>
                <a:lnTo>
                  <a:pt x="514350" y="112157"/>
                </a:lnTo>
                <a:lnTo>
                  <a:pt x="514350" y="131140"/>
                </a:lnTo>
                <a:lnTo>
                  <a:pt x="514350" y="150124"/>
                </a:lnTo>
                <a:lnTo>
                  <a:pt x="514350" y="169107"/>
                </a:lnTo>
                <a:lnTo>
                  <a:pt x="514350" y="188090"/>
                </a:lnTo>
                <a:lnTo>
                  <a:pt x="514350" y="207073"/>
                </a:lnTo>
                <a:lnTo>
                  <a:pt x="514350" y="226066"/>
                </a:lnTo>
                <a:lnTo>
                  <a:pt x="514350" y="245050"/>
                </a:lnTo>
                <a:lnTo>
                  <a:pt x="514350" y="264033"/>
                </a:lnTo>
                <a:lnTo>
                  <a:pt x="514350" y="283016"/>
                </a:lnTo>
                <a:lnTo>
                  <a:pt x="514350" y="302000"/>
                </a:lnTo>
                <a:lnTo>
                  <a:pt x="514350" y="320983"/>
                </a:lnTo>
                <a:lnTo>
                  <a:pt x="514350" y="339966"/>
                </a:lnTo>
                <a:lnTo>
                  <a:pt x="514350" y="358950"/>
                </a:lnTo>
                <a:lnTo>
                  <a:pt x="514350" y="377933"/>
                </a:lnTo>
                <a:lnTo>
                  <a:pt x="514350" y="396916"/>
                </a:lnTo>
                <a:lnTo>
                  <a:pt x="514350" y="415900"/>
                </a:lnTo>
                <a:lnTo>
                  <a:pt x="514350" y="434892"/>
                </a:lnTo>
                <a:lnTo>
                  <a:pt x="514350" y="453876"/>
                </a:lnTo>
                <a:lnTo>
                  <a:pt x="514350" y="472859"/>
                </a:lnTo>
                <a:lnTo>
                  <a:pt x="514350" y="491842"/>
                </a:lnTo>
                <a:lnTo>
                  <a:pt x="514350" y="510826"/>
                </a:lnTo>
                <a:lnTo>
                  <a:pt x="514350" y="529809"/>
                </a:lnTo>
                <a:lnTo>
                  <a:pt x="514350" y="548792"/>
                </a:lnTo>
                <a:lnTo>
                  <a:pt x="514350" y="567776"/>
                </a:lnTo>
                <a:lnTo>
                  <a:pt x="514350" y="586759"/>
                </a:lnTo>
                <a:lnTo>
                  <a:pt x="514350" y="605742"/>
                </a:lnTo>
                <a:lnTo>
                  <a:pt x="514350" y="624726"/>
                </a:lnTo>
                <a:lnTo>
                  <a:pt x="514350" y="643719"/>
                </a:lnTo>
                <a:lnTo>
                  <a:pt x="514350" y="662702"/>
                </a:lnTo>
                <a:lnTo>
                  <a:pt x="514350" y="681685"/>
                </a:lnTo>
                <a:lnTo>
                  <a:pt x="514350" y="700669"/>
                </a:lnTo>
                <a:lnTo>
                  <a:pt x="514350" y="719652"/>
                </a:lnTo>
                <a:lnTo>
                  <a:pt x="514350" y="738635"/>
                </a:lnTo>
                <a:lnTo>
                  <a:pt x="514350" y="757619"/>
                </a:lnTo>
                <a:lnTo>
                  <a:pt x="514350" y="776602"/>
                </a:lnTo>
                <a:lnTo>
                  <a:pt x="514350" y="795585"/>
                </a:lnTo>
                <a:lnTo>
                  <a:pt x="514350" y="814568"/>
                </a:lnTo>
                <a:lnTo>
                  <a:pt x="514350" y="833552"/>
                </a:lnTo>
                <a:lnTo>
                  <a:pt x="514350" y="852535"/>
                </a:lnTo>
                <a:lnTo>
                  <a:pt x="514350" y="871528"/>
                </a:lnTo>
                <a:lnTo>
                  <a:pt x="506882" y="886111"/>
                </a:lnTo>
                <a:lnTo>
                  <a:pt x="490280" y="895331"/>
                </a:lnTo>
                <a:lnTo>
                  <a:pt x="473688" y="904551"/>
                </a:lnTo>
                <a:lnTo>
                  <a:pt x="457095" y="913771"/>
                </a:lnTo>
                <a:lnTo>
                  <a:pt x="440493" y="922992"/>
                </a:lnTo>
                <a:lnTo>
                  <a:pt x="423901" y="932212"/>
                </a:lnTo>
                <a:lnTo>
                  <a:pt x="407308" y="941432"/>
                </a:lnTo>
                <a:lnTo>
                  <a:pt x="390706" y="950652"/>
                </a:lnTo>
                <a:lnTo>
                  <a:pt x="374113" y="959872"/>
                </a:lnTo>
                <a:lnTo>
                  <a:pt x="357511" y="969093"/>
                </a:lnTo>
                <a:lnTo>
                  <a:pt x="340919" y="978313"/>
                </a:lnTo>
                <a:lnTo>
                  <a:pt x="324326" y="987523"/>
                </a:lnTo>
                <a:lnTo>
                  <a:pt x="307724" y="996744"/>
                </a:lnTo>
                <a:lnTo>
                  <a:pt x="291132" y="1005964"/>
                </a:lnTo>
                <a:lnTo>
                  <a:pt x="274539" y="1015184"/>
                </a:lnTo>
                <a:lnTo>
                  <a:pt x="257937" y="1024404"/>
                </a:lnTo>
                <a:lnTo>
                  <a:pt x="241344" y="1016032"/>
                </a:lnTo>
                <a:lnTo>
                  <a:pt x="224742" y="1006812"/>
                </a:lnTo>
                <a:lnTo>
                  <a:pt x="208150" y="997601"/>
                </a:lnTo>
                <a:lnTo>
                  <a:pt x="191557" y="988381"/>
                </a:lnTo>
                <a:lnTo>
                  <a:pt x="174955" y="979160"/>
                </a:lnTo>
                <a:lnTo>
                  <a:pt x="158363" y="969940"/>
                </a:lnTo>
                <a:lnTo>
                  <a:pt x="141770" y="960720"/>
                </a:lnTo>
                <a:lnTo>
                  <a:pt x="125168" y="951500"/>
                </a:lnTo>
                <a:lnTo>
                  <a:pt x="108575" y="942280"/>
                </a:lnTo>
                <a:lnTo>
                  <a:pt x="91973" y="933059"/>
                </a:lnTo>
                <a:lnTo>
                  <a:pt x="75381" y="923839"/>
                </a:lnTo>
                <a:lnTo>
                  <a:pt x="58788" y="914619"/>
                </a:lnTo>
                <a:lnTo>
                  <a:pt x="42186" y="905399"/>
                </a:lnTo>
                <a:lnTo>
                  <a:pt x="25594" y="896179"/>
                </a:lnTo>
                <a:lnTo>
                  <a:pt x="9001" y="886958"/>
                </a:lnTo>
                <a:lnTo>
                  <a:pt x="0" y="873271"/>
                </a:lnTo>
                <a:lnTo>
                  <a:pt x="0" y="854288"/>
                </a:lnTo>
                <a:lnTo>
                  <a:pt x="0" y="835304"/>
                </a:lnTo>
                <a:lnTo>
                  <a:pt x="0" y="816321"/>
                </a:lnTo>
                <a:lnTo>
                  <a:pt x="0" y="797338"/>
                </a:lnTo>
                <a:lnTo>
                  <a:pt x="0" y="778354"/>
                </a:lnTo>
                <a:lnTo>
                  <a:pt x="0" y="759371"/>
                </a:lnTo>
                <a:lnTo>
                  <a:pt x="0" y="740378"/>
                </a:lnTo>
                <a:lnTo>
                  <a:pt x="0" y="721395"/>
                </a:lnTo>
                <a:lnTo>
                  <a:pt x="0" y="702412"/>
                </a:lnTo>
                <a:lnTo>
                  <a:pt x="0" y="683428"/>
                </a:lnTo>
                <a:lnTo>
                  <a:pt x="0" y="664445"/>
                </a:lnTo>
                <a:lnTo>
                  <a:pt x="0" y="645462"/>
                </a:lnTo>
                <a:lnTo>
                  <a:pt x="0" y="626478"/>
                </a:lnTo>
                <a:lnTo>
                  <a:pt x="0" y="607495"/>
                </a:lnTo>
                <a:lnTo>
                  <a:pt x="0" y="588512"/>
                </a:lnTo>
                <a:lnTo>
                  <a:pt x="0" y="569528"/>
                </a:lnTo>
                <a:lnTo>
                  <a:pt x="0" y="550545"/>
                </a:lnTo>
                <a:lnTo>
                  <a:pt x="0" y="531552"/>
                </a:lnTo>
                <a:lnTo>
                  <a:pt x="0" y="512569"/>
                </a:lnTo>
                <a:lnTo>
                  <a:pt x="0" y="493586"/>
                </a:lnTo>
                <a:lnTo>
                  <a:pt x="0" y="474602"/>
                </a:lnTo>
                <a:lnTo>
                  <a:pt x="0" y="455619"/>
                </a:lnTo>
                <a:lnTo>
                  <a:pt x="0" y="436636"/>
                </a:lnTo>
                <a:lnTo>
                  <a:pt x="0" y="417652"/>
                </a:lnTo>
                <a:lnTo>
                  <a:pt x="0" y="398669"/>
                </a:lnTo>
                <a:lnTo>
                  <a:pt x="0" y="379686"/>
                </a:lnTo>
                <a:lnTo>
                  <a:pt x="0" y="360702"/>
                </a:lnTo>
                <a:lnTo>
                  <a:pt x="0" y="341719"/>
                </a:lnTo>
                <a:lnTo>
                  <a:pt x="0" y="322726"/>
                </a:lnTo>
                <a:lnTo>
                  <a:pt x="0" y="303743"/>
                </a:lnTo>
                <a:lnTo>
                  <a:pt x="0" y="284759"/>
                </a:lnTo>
                <a:lnTo>
                  <a:pt x="0" y="265776"/>
                </a:lnTo>
                <a:lnTo>
                  <a:pt x="0" y="246793"/>
                </a:lnTo>
                <a:lnTo>
                  <a:pt x="0" y="227809"/>
                </a:lnTo>
                <a:lnTo>
                  <a:pt x="0" y="208826"/>
                </a:lnTo>
                <a:lnTo>
                  <a:pt x="0" y="189843"/>
                </a:lnTo>
                <a:lnTo>
                  <a:pt x="0" y="170859"/>
                </a:lnTo>
                <a:lnTo>
                  <a:pt x="0" y="151876"/>
                </a:lnTo>
                <a:lnTo>
                  <a:pt x="0" y="132893"/>
                </a:lnTo>
                <a:lnTo>
                  <a:pt x="0" y="113909"/>
                </a:lnTo>
                <a:lnTo>
                  <a:pt x="0" y="94917"/>
                </a:lnTo>
                <a:lnTo>
                  <a:pt x="0" y="75933"/>
                </a:lnTo>
                <a:lnTo>
                  <a:pt x="0" y="56950"/>
                </a:lnTo>
                <a:lnTo>
                  <a:pt x="0" y="37967"/>
                </a:lnTo>
                <a:lnTo>
                  <a:pt x="0" y="18983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5" name="phase-rail-1">
            <a:extLst xmlns:a="http://schemas.openxmlformats.org/drawingml/2006/main">
              <a:ext uri="{FF2B5EF4-FFF2-40B4-BE49-F238E27FC236}">
                <a16:creationId xmlns:a16="http://schemas.microsoft.com/office/drawing/2014/main" id="{086C7A94-0EFC-482E-A0C6-553163981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2663133"/>
            <a:ext cx="514350" cy="1702641"/>
          </a:xfrm>
          <a:custGeom xmlns:a="http://schemas.openxmlformats.org/drawingml/2006/main">
            <a:pathLst>
              <a:path w="514350" h="1702641">
                <a:moveTo>
                  <a:pt x="0" y="0"/>
                </a:moveTo>
                <a:lnTo>
                  <a:pt x="16650" y="9249"/>
                </a:lnTo>
                <a:lnTo>
                  <a:pt x="33299" y="18498"/>
                </a:lnTo>
                <a:lnTo>
                  <a:pt x="49949" y="27746"/>
                </a:lnTo>
                <a:lnTo>
                  <a:pt x="66599" y="36995"/>
                </a:lnTo>
                <a:lnTo>
                  <a:pt x="83258" y="46253"/>
                </a:lnTo>
                <a:lnTo>
                  <a:pt x="99908" y="55502"/>
                </a:lnTo>
                <a:lnTo>
                  <a:pt x="116557" y="64751"/>
                </a:lnTo>
                <a:lnTo>
                  <a:pt x="133207" y="74000"/>
                </a:lnTo>
                <a:lnTo>
                  <a:pt x="149857" y="83249"/>
                </a:lnTo>
                <a:lnTo>
                  <a:pt x="166507" y="92497"/>
                </a:lnTo>
                <a:lnTo>
                  <a:pt x="183156" y="101746"/>
                </a:lnTo>
                <a:lnTo>
                  <a:pt x="199806" y="110995"/>
                </a:lnTo>
                <a:lnTo>
                  <a:pt x="216456" y="120244"/>
                </a:lnTo>
                <a:lnTo>
                  <a:pt x="233115" y="129492"/>
                </a:lnTo>
                <a:lnTo>
                  <a:pt x="249765" y="138751"/>
                </a:lnTo>
                <a:lnTo>
                  <a:pt x="266414" y="137732"/>
                </a:lnTo>
                <a:lnTo>
                  <a:pt x="283064" y="128483"/>
                </a:lnTo>
                <a:lnTo>
                  <a:pt x="299714" y="119234"/>
                </a:lnTo>
                <a:lnTo>
                  <a:pt x="316363" y="109985"/>
                </a:lnTo>
                <a:lnTo>
                  <a:pt x="333013" y="100736"/>
                </a:lnTo>
                <a:lnTo>
                  <a:pt x="349663" y="91488"/>
                </a:lnTo>
                <a:lnTo>
                  <a:pt x="366312" y="82239"/>
                </a:lnTo>
                <a:lnTo>
                  <a:pt x="382972" y="72981"/>
                </a:lnTo>
                <a:lnTo>
                  <a:pt x="399621" y="63732"/>
                </a:lnTo>
                <a:lnTo>
                  <a:pt x="416271" y="54483"/>
                </a:lnTo>
                <a:lnTo>
                  <a:pt x="432921" y="45234"/>
                </a:lnTo>
                <a:lnTo>
                  <a:pt x="449570" y="35985"/>
                </a:lnTo>
                <a:lnTo>
                  <a:pt x="466220" y="26737"/>
                </a:lnTo>
                <a:lnTo>
                  <a:pt x="482870" y="17488"/>
                </a:lnTo>
                <a:lnTo>
                  <a:pt x="499520" y="8239"/>
                </a:lnTo>
                <a:lnTo>
                  <a:pt x="514350" y="2086"/>
                </a:lnTo>
                <a:lnTo>
                  <a:pt x="514350" y="21136"/>
                </a:lnTo>
                <a:lnTo>
                  <a:pt x="514350" y="40176"/>
                </a:lnTo>
                <a:lnTo>
                  <a:pt x="514350" y="59226"/>
                </a:lnTo>
                <a:lnTo>
                  <a:pt x="514350" y="78276"/>
                </a:lnTo>
                <a:lnTo>
                  <a:pt x="514350" y="97317"/>
                </a:lnTo>
                <a:lnTo>
                  <a:pt x="514350" y="116367"/>
                </a:lnTo>
                <a:lnTo>
                  <a:pt x="514350" y="135407"/>
                </a:lnTo>
                <a:lnTo>
                  <a:pt x="514350" y="154457"/>
                </a:lnTo>
                <a:lnTo>
                  <a:pt x="514350" y="173507"/>
                </a:lnTo>
                <a:lnTo>
                  <a:pt x="514350" y="192548"/>
                </a:lnTo>
                <a:lnTo>
                  <a:pt x="514350" y="211598"/>
                </a:lnTo>
                <a:lnTo>
                  <a:pt x="514350" y="230648"/>
                </a:lnTo>
                <a:lnTo>
                  <a:pt x="514350" y="249688"/>
                </a:lnTo>
                <a:lnTo>
                  <a:pt x="514350" y="268738"/>
                </a:lnTo>
                <a:lnTo>
                  <a:pt x="514350" y="287779"/>
                </a:lnTo>
                <a:lnTo>
                  <a:pt x="514350" y="306829"/>
                </a:lnTo>
                <a:lnTo>
                  <a:pt x="514350" y="325879"/>
                </a:lnTo>
                <a:lnTo>
                  <a:pt x="514350" y="344919"/>
                </a:lnTo>
                <a:lnTo>
                  <a:pt x="514350" y="363969"/>
                </a:lnTo>
                <a:lnTo>
                  <a:pt x="514350" y="383019"/>
                </a:lnTo>
                <a:lnTo>
                  <a:pt x="514350" y="402060"/>
                </a:lnTo>
                <a:lnTo>
                  <a:pt x="514350" y="421110"/>
                </a:lnTo>
                <a:lnTo>
                  <a:pt x="514350" y="440150"/>
                </a:lnTo>
                <a:lnTo>
                  <a:pt x="514350" y="459200"/>
                </a:lnTo>
                <a:lnTo>
                  <a:pt x="514350" y="478250"/>
                </a:lnTo>
                <a:lnTo>
                  <a:pt x="514350" y="497291"/>
                </a:lnTo>
                <a:lnTo>
                  <a:pt x="514350" y="516341"/>
                </a:lnTo>
                <a:lnTo>
                  <a:pt x="514350" y="535391"/>
                </a:lnTo>
                <a:lnTo>
                  <a:pt x="514350" y="554431"/>
                </a:lnTo>
                <a:lnTo>
                  <a:pt x="514350" y="573481"/>
                </a:lnTo>
                <a:lnTo>
                  <a:pt x="514350" y="592522"/>
                </a:lnTo>
                <a:lnTo>
                  <a:pt x="514350" y="611572"/>
                </a:lnTo>
                <a:lnTo>
                  <a:pt x="514350" y="630622"/>
                </a:lnTo>
                <a:lnTo>
                  <a:pt x="514350" y="649662"/>
                </a:lnTo>
                <a:lnTo>
                  <a:pt x="514350" y="668712"/>
                </a:lnTo>
                <a:lnTo>
                  <a:pt x="514350" y="687762"/>
                </a:lnTo>
                <a:lnTo>
                  <a:pt x="514350" y="706803"/>
                </a:lnTo>
                <a:lnTo>
                  <a:pt x="514350" y="725853"/>
                </a:lnTo>
                <a:lnTo>
                  <a:pt x="514350" y="744903"/>
                </a:lnTo>
                <a:lnTo>
                  <a:pt x="514350" y="763943"/>
                </a:lnTo>
                <a:lnTo>
                  <a:pt x="514350" y="782993"/>
                </a:lnTo>
                <a:lnTo>
                  <a:pt x="514350" y="802034"/>
                </a:lnTo>
                <a:lnTo>
                  <a:pt x="514350" y="821084"/>
                </a:lnTo>
                <a:lnTo>
                  <a:pt x="514350" y="840134"/>
                </a:lnTo>
                <a:lnTo>
                  <a:pt x="514350" y="859174"/>
                </a:lnTo>
                <a:lnTo>
                  <a:pt x="514350" y="878224"/>
                </a:lnTo>
                <a:lnTo>
                  <a:pt x="514350" y="897274"/>
                </a:lnTo>
                <a:lnTo>
                  <a:pt x="514350" y="916315"/>
                </a:lnTo>
                <a:lnTo>
                  <a:pt x="514350" y="935365"/>
                </a:lnTo>
                <a:lnTo>
                  <a:pt x="514350" y="954405"/>
                </a:lnTo>
                <a:lnTo>
                  <a:pt x="514350" y="973455"/>
                </a:lnTo>
                <a:lnTo>
                  <a:pt x="514350" y="992505"/>
                </a:lnTo>
                <a:lnTo>
                  <a:pt x="514350" y="1011545"/>
                </a:lnTo>
                <a:lnTo>
                  <a:pt x="514350" y="1030595"/>
                </a:lnTo>
                <a:lnTo>
                  <a:pt x="514350" y="1049645"/>
                </a:lnTo>
                <a:lnTo>
                  <a:pt x="514350" y="1068686"/>
                </a:lnTo>
                <a:lnTo>
                  <a:pt x="514350" y="1087736"/>
                </a:lnTo>
                <a:lnTo>
                  <a:pt x="514350" y="1106776"/>
                </a:lnTo>
                <a:lnTo>
                  <a:pt x="514350" y="1125826"/>
                </a:lnTo>
                <a:lnTo>
                  <a:pt x="514350" y="1144876"/>
                </a:lnTo>
                <a:lnTo>
                  <a:pt x="514350" y="1163917"/>
                </a:lnTo>
                <a:lnTo>
                  <a:pt x="514350" y="1182967"/>
                </a:lnTo>
                <a:lnTo>
                  <a:pt x="514350" y="1202017"/>
                </a:lnTo>
                <a:lnTo>
                  <a:pt x="514350" y="1221057"/>
                </a:lnTo>
                <a:lnTo>
                  <a:pt x="514350" y="1240107"/>
                </a:lnTo>
                <a:lnTo>
                  <a:pt x="514350" y="1259148"/>
                </a:lnTo>
                <a:lnTo>
                  <a:pt x="514350" y="1278198"/>
                </a:lnTo>
                <a:lnTo>
                  <a:pt x="514350" y="1297248"/>
                </a:lnTo>
                <a:lnTo>
                  <a:pt x="514350" y="1316288"/>
                </a:lnTo>
                <a:lnTo>
                  <a:pt x="514350" y="1335338"/>
                </a:lnTo>
                <a:lnTo>
                  <a:pt x="514350" y="1354388"/>
                </a:lnTo>
                <a:lnTo>
                  <a:pt x="514350" y="1373429"/>
                </a:lnTo>
                <a:lnTo>
                  <a:pt x="514350" y="1392479"/>
                </a:lnTo>
                <a:lnTo>
                  <a:pt x="514350" y="1411529"/>
                </a:lnTo>
                <a:lnTo>
                  <a:pt x="514350" y="1430569"/>
                </a:lnTo>
                <a:lnTo>
                  <a:pt x="514350" y="1449619"/>
                </a:lnTo>
                <a:lnTo>
                  <a:pt x="514350" y="1468660"/>
                </a:lnTo>
                <a:lnTo>
                  <a:pt x="514350" y="1487710"/>
                </a:lnTo>
                <a:lnTo>
                  <a:pt x="514350" y="1506760"/>
                </a:lnTo>
                <a:lnTo>
                  <a:pt x="514350" y="1525800"/>
                </a:lnTo>
                <a:lnTo>
                  <a:pt x="514350" y="1544850"/>
                </a:lnTo>
                <a:lnTo>
                  <a:pt x="514350" y="1563900"/>
                </a:lnTo>
                <a:lnTo>
                  <a:pt x="497700" y="1573149"/>
                </a:lnTo>
                <a:lnTo>
                  <a:pt x="481051" y="1582398"/>
                </a:lnTo>
                <a:lnTo>
                  <a:pt x="464401" y="1591647"/>
                </a:lnTo>
                <a:lnTo>
                  <a:pt x="447751" y="1600895"/>
                </a:lnTo>
                <a:lnTo>
                  <a:pt x="431092" y="1610144"/>
                </a:lnTo>
                <a:lnTo>
                  <a:pt x="414442" y="1619393"/>
                </a:lnTo>
                <a:lnTo>
                  <a:pt x="397793" y="1628642"/>
                </a:lnTo>
                <a:lnTo>
                  <a:pt x="381143" y="1637890"/>
                </a:lnTo>
                <a:lnTo>
                  <a:pt x="364493" y="1647139"/>
                </a:lnTo>
                <a:lnTo>
                  <a:pt x="347843" y="1656398"/>
                </a:lnTo>
                <a:lnTo>
                  <a:pt x="331194" y="1665646"/>
                </a:lnTo>
                <a:lnTo>
                  <a:pt x="314544" y="1674895"/>
                </a:lnTo>
                <a:lnTo>
                  <a:pt x="297894" y="1684144"/>
                </a:lnTo>
                <a:lnTo>
                  <a:pt x="281235" y="1693393"/>
                </a:lnTo>
                <a:lnTo>
                  <a:pt x="264585" y="1702641"/>
                </a:lnTo>
                <a:lnTo>
                  <a:pt x="247936" y="1701632"/>
                </a:lnTo>
                <a:lnTo>
                  <a:pt x="231286" y="1692383"/>
                </a:lnTo>
                <a:lnTo>
                  <a:pt x="214636" y="1683134"/>
                </a:lnTo>
                <a:lnTo>
                  <a:pt x="197987" y="1673876"/>
                </a:lnTo>
                <a:lnTo>
                  <a:pt x="181337" y="1664627"/>
                </a:lnTo>
                <a:lnTo>
                  <a:pt x="164687" y="1655378"/>
                </a:lnTo>
                <a:lnTo>
                  <a:pt x="148038" y="1646130"/>
                </a:lnTo>
                <a:lnTo>
                  <a:pt x="131378" y="1636881"/>
                </a:lnTo>
                <a:lnTo>
                  <a:pt x="114729" y="1627632"/>
                </a:lnTo>
                <a:lnTo>
                  <a:pt x="98079" y="1618383"/>
                </a:lnTo>
                <a:lnTo>
                  <a:pt x="81429" y="1609134"/>
                </a:lnTo>
                <a:lnTo>
                  <a:pt x="64780" y="1599886"/>
                </a:lnTo>
                <a:lnTo>
                  <a:pt x="48130" y="1590637"/>
                </a:lnTo>
                <a:lnTo>
                  <a:pt x="31480" y="1581379"/>
                </a:lnTo>
                <a:lnTo>
                  <a:pt x="14830" y="1572130"/>
                </a:lnTo>
                <a:lnTo>
                  <a:pt x="0" y="1561814"/>
                </a:lnTo>
                <a:lnTo>
                  <a:pt x="0" y="1542764"/>
                </a:lnTo>
                <a:lnTo>
                  <a:pt x="0" y="1523714"/>
                </a:lnTo>
                <a:lnTo>
                  <a:pt x="0" y="1504674"/>
                </a:lnTo>
                <a:lnTo>
                  <a:pt x="0" y="1485624"/>
                </a:lnTo>
                <a:lnTo>
                  <a:pt x="0" y="1466574"/>
                </a:lnTo>
                <a:lnTo>
                  <a:pt x="0" y="1447533"/>
                </a:lnTo>
                <a:lnTo>
                  <a:pt x="0" y="1428483"/>
                </a:lnTo>
                <a:lnTo>
                  <a:pt x="0" y="1409433"/>
                </a:lnTo>
                <a:lnTo>
                  <a:pt x="0" y="1390393"/>
                </a:lnTo>
                <a:lnTo>
                  <a:pt x="0" y="1371343"/>
                </a:lnTo>
                <a:lnTo>
                  <a:pt x="0" y="1352302"/>
                </a:lnTo>
                <a:lnTo>
                  <a:pt x="0" y="1333252"/>
                </a:lnTo>
                <a:lnTo>
                  <a:pt x="0" y="1314202"/>
                </a:lnTo>
                <a:lnTo>
                  <a:pt x="0" y="1295162"/>
                </a:lnTo>
                <a:lnTo>
                  <a:pt x="0" y="1276112"/>
                </a:lnTo>
                <a:lnTo>
                  <a:pt x="0" y="1257062"/>
                </a:lnTo>
                <a:lnTo>
                  <a:pt x="0" y="1238021"/>
                </a:lnTo>
                <a:lnTo>
                  <a:pt x="0" y="1218971"/>
                </a:lnTo>
                <a:lnTo>
                  <a:pt x="0" y="1199931"/>
                </a:lnTo>
                <a:lnTo>
                  <a:pt x="0" y="1180881"/>
                </a:lnTo>
                <a:lnTo>
                  <a:pt x="0" y="1161831"/>
                </a:lnTo>
                <a:lnTo>
                  <a:pt x="0" y="1142790"/>
                </a:lnTo>
                <a:lnTo>
                  <a:pt x="0" y="1123740"/>
                </a:lnTo>
                <a:lnTo>
                  <a:pt x="0" y="1104690"/>
                </a:lnTo>
                <a:lnTo>
                  <a:pt x="0" y="1085650"/>
                </a:lnTo>
                <a:lnTo>
                  <a:pt x="0" y="1066600"/>
                </a:lnTo>
                <a:lnTo>
                  <a:pt x="0" y="1047560"/>
                </a:lnTo>
                <a:lnTo>
                  <a:pt x="0" y="1028510"/>
                </a:lnTo>
                <a:lnTo>
                  <a:pt x="0" y="1009460"/>
                </a:lnTo>
                <a:lnTo>
                  <a:pt x="0" y="990419"/>
                </a:lnTo>
                <a:lnTo>
                  <a:pt x="0" y="971369"/>
                </a:lnTo>
                <a:lnTo>
                  <a:pt x="0" y="952319"/>
                </a:lnTo>
                <a:lnTo>
                  <a:pt x="0" y="933279"/>
                </a:lnTo>
                <a:lnTo>
                  <a:pt x="0" y="914229"/>
                </a:lnTo>
                <a:lnTo>
                  <a:pt x="0" y="895188"/>
                </a:lnTo>
                <a:lnTo>
                  <a:pt x="0" y="876138"/>
                </a:lnTo>
                <a:lnTo>
                  <a:pt x="0" y="857088"/>
                </a:lnTo>
                <a:lnTo>
                  <a:pt x="0" y="838048"/>
                </a:lnTo>
                <a:lnTo>
                  <a:pt x="0" y="818998"/>
                </a:lnTo>
                <a:lnTo>
                  <a:pt x="0" y="799948"/>
                </a:lnTo>
                <a:lnTo>
                  <a:pt x="0" y="780907"/>
                </a:lnTo>
                <a:lnTo>
                  <a:pt x="0" y="761857"/>
                </a:lnTo>
                <a:lnTo>
                  <a:pt x="0" y="742817"/>
                </a:lnTo>
                <a:lnTo>
                  <a:pt x="0" y="723767"/>
                </a:lnTo>
                <a:lnTo>
                  <a:pt x="0" y="704717"/>
                </a:lnTo>
                <a:lnTo>
                  <a:pt x="0" y="685676"/>
                </a:lnTo>
                <a:lnTo>
                  <a:pt x="0" y="666626"/>
                </a:lnTo>
                <a:lnTo>
                  <a:pt x="0" y="647576"/>
                </a:lnTo>
                <a:lnTo>
                  <a:pt x="0" y="628536"/>
                </a:lnTo>
                <a:lnTo>
                  <a:pt x="0" y="609486"/>
                </a:lnTo>
                <a:lnTo>
                  <a:pt x="0" y="590436"/>
                </a:lnTo>
                <a:lnTo>
                  <a:pt x="0" y="571395"/>
                </a:lnTo>
                <a:lnTo>
                  <a:pt x="0" y="552345"/>
                </a:lnTo>
                <a:lnTo>
                  <a:pt x="0" y="533305"/>
                </a:lnTo>
                <a:lnTo>
                  <a:pt x="0" y="514255"/>
                </a:lnTo>
                <a:lnTo>
                  <a:pt x="0" y="495205"/>
                </a:lnTo>
                <a:lnTo>
                  <a:pt x="0" y="476164"/>
                </a:lnTo>
                <a:lnTo>
                  <a:pt x="0" y="457114"/>
                </a:lnTo>
                <a:lnTo>
                  <a:pt x="0" y="438064"/>
                </a:lnTo>
                <a:lnTo>
                  <a:pt x="0" y="419024"/>
                </a:lnTo>
                <a:lnTo>
                  <a:pt x="0" y="399974"/>
                </a:lnTo>
                <a:lnTo>
                  <a:pt x="0" y="380933"/>
                </a:lnTo>
                <a:lnTo>
                  <a:pt x="0" y="361883"/>
                </a:lnTo>
                <a:lnTo>
                  <a:pt x="0" y="342833"/>
                </a:lnTo>
                <a:lnTo>
                  <a:pt x="0" y="323793"/>
                </a:lnTo>
                <a:lnTo>
                  <a:pt x="0" y="304743"/>
                </a:lnTo>
                <a:lnTo>
                  <a:pt x="0" y="285693"/>
                </a:lnTo>
                <a:lnTo>
                  <a:pt x="0" y="266652"/>
                </a:lnTo>
                <a:lnTo>
                  <a:pt x="0" y="247602"/>
                </a:lnTo>
                <a:lnTo>
                  <a:pt x="0" y="228562"/>
                </a:lnTo>
                <a:lnTo>
                  <a:pt x="0" y="209512"/>
                </a:lnTo>
                <a:lnTo>
                  <a:pt x="0" y="190462"/>
                </a:lnTo>
                <a:lnTo>
                  <a:pt x="0" y="171421"/>
                </a:lnTo>
                <a:lnTo>
                  <a:pt x="0" y="152371"/>
                </a:lnTo>
                <a:lnTo>
                  <a:pt x="0" y="133321"/>
                </a:lnTo>
                <a:lnTo>
                  <a:pt x="0" y="114281"/>
                </a:lnTo>
                <a:lnTo>
                  <a:pt x="0" y="95231"/>
                </a:lnTo>
                <a:lnTo>
                  <a:pt x="0" y="76190"/>
                </a:lnTo>
                <a:lnTo>
                  <a:pt x="0" y="57140"/>
                </a:lnTo>
                <a:lnTo>
                  <a:pt x="0" y="3809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6" name="phase-rail-2">
            <a:extLst xmlns:a="http://schemas.openxmlformats.org/drawingml/2006/main">
              <a:ext uri="{FF2B5EF4-FFF2-40B4-BE49-F238E27FC236}">
                <a16:creationId xmlns:a16="http://schemas.microsoft.com/office/drawing/2014/main" id="{EEE17465-CBE0-4A37-BD90-575367CFC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4370041"/>
            <a:ext cx="514350" cy="1835991"/>
          </a:xfrm>
          <a:custGeom xmlns:a="http://schemas.openxmlformats.org/drawingml/2006/main">
            <a:pathLst>
              <a:path w="514350" h="1835991">
                <a:moveTo>
                  <a:pt x="0" y="0"/>
                </a:moveTo>
                <a:lnTo>
                  <a:pt x="16650" y="9249"/>
                </a:lnTo>
                <a:lnTo>
                  <a:pt x="33299" y="18498"/>
                </a:lnTo>
                <a:lnTo>
                  <a:pt x="49949" y="27746"/>
                </a:lnTo>
                <a:lnTo>
                  <a:pt x="66599" y="36995"/>
                </a:lnTo>
                <a:lnTo>
                  <a:pt x="83258" y="46253"/>
                </a:lnTo>
                <a:lnTo>
                  <a:pt x="99908" y="55502"/>
                </a:lnTo>
                <a:lnTo>
                  <a:pt x="116557" y="64751"/>
                </a:lnTo>
                <a:lnTo>
                  <a:pt x="133207" y="74000"/>
                </a:lnTo>
                <a:lnTo>
                  <a:pt x="149857" y="83249"/>
                </a:lnTo>
                <a:lnTo>
                  <a:pt x="166507" y="92497"/>
                </a:lnTo>
                <a:lnTo>
                  <a:pt x="183156" y="101746"/>
                </a:lnTo>
                <a:lnTo>
                  <a:pt x="199806" y="110995"/>
                </a:lnTo>
                <a:lnTo>
                  <a:pt x="216465" y="120253"/>
                </a:lnTo>
                <a:lnTo>
                  <a:pt x="233115" y="129502"/>
                </a:lnTo>
                <a:lnTo>
                  <a:pt x="249765" y="138751"/>
                </a:lnTo>
                <a:lnTo>
                  <a:pt x="266414" y="137732"/>
                </a:lnTo>
                <a:lnTo>
                  <a:pt x="283064" y="128483"/>
                </a:lnTo>
                <a:lnTo>
                  <a:pt x="299714" y="119234"/>
                </a:lnTo>
                <a:lnTo>
                  <a:pt x="316363" y="109985"/>
                </a:lnTo>
                <a:lnTo>
                  <a:pt x="333013" y="100736"/>
                </a:lnTo>
                <a:lnTo>
                  <a:pt x="349672" y="91488"/>
                </a:lnTo>
                <a:lnTo>
                  <a:pt x="366322" y="82229"/>
                </a:lnTo>
                <a:lnTo>
                  <a:pt x="382972" y="72981"/>
                </a:lnTo>
                <a:lnTo>
                  <a:pt x="399621" y="63732"/>
                </a:lnTo>
                <a:lnTo>
                  <a:pt x="416271" y="54483"/>
                </a:lnTo>
                <a:lnTo>
                  <a:pt x="432921" y="45234"/>
                </a:lnTo>
                <a:lnTo>
                  <a:pt x="449570" y="35985"/>
                </a:lnTo>
                <a:lnTo>
                  <a:pt x="466220" y="26737"/>
                </a:lnTo>
                <a:lnTo>
                  <a:pt x="482879" y="17488"/>
                </a:lnTo>
                <a:lnTo>
                  <a:pt x="499529" y="8239"/>
                </a:lnTo>
                <a:lnTo>
                  <a:pt x="514350" y="2086"/>
                </a:lnTo>
                <a:lnTo>
                  <a:pt x="514350" y="21136"/>
                </a:lnTo>
                <a:lnTo>
                  <a:pt x="514350" y="40186"/>
                </a:lnTo>
                <a:lnTo>
                  <a:pt x="514350" y="59226"/>
                </a:lnTo>
                <a:lnTo>
                  <a:pt x="514350" y="78276"/>
                </a:lnTo>
                <a:lnTo>
                  <a:pt x="514350" y="97326"/>
                </a:lnTo>
                <a:lnTo>
                  <a:pt x="514350" y="116367"/>
                </a:lnTo>
                <a:lnTo>
                  <a:pt x="514350" y="135417"/>
                </a:lnTo>
                <a:lnTo>
                  <a:pt x="514350" y="154467"/>
                </a:lnTo>
                <a:lnTo>
                  <a:pt x="514350" y="173507"/>
                </a:lnTo>
                <a:lnTo>
                  <a:pt x="514350" y="192557"/>
                </a:lnTo>
                <a:lnTo>
                  <a:pt x="514350" y="211607"/>
                </a:lnTo>
                <a:lnTo>
                  <a:pt x="514350" y="230648"/>
                </a:lnTo>
                <a:lnTo>
                  <a:pt x="514350" y="249698"/>
                </a:lnTo>
                <a:lnTo>
                  <a:pt x="514350" y="268748"/>
                </a:lnTo>
                <a:lnTo>
                  <a:pt x="514350" y="287788"/>
                </a:lnTo>
                <a:lnTo>
                  <a:pt x="514350" y="306838"/>
                </a:lnTo>
                <a:lnTo>
                  <a:pt x="514350" y="325888"/>
                </a:lnTo>
                <a:lnTo>
                  <a:pt x="514350" y="344929"/>
                </a:lnTo>
                <a:lnTo>
                  <a:pt x="514350" y="363979"/>
                </a:lnTo>
                <a:lnTo>
                  <a:pt x="514350" y="383019"/>
                </a:lnTo>
                <a:lnTo>
                  <a:pt x="514350" y="402069"/>
                </a:lnTo>
                <a:lnTo>
                  <a:pt x="514350" y="421119"/>
                </a:lnTo>
                <a:lnTo>
                  <a:pt x="514350" y="440160"/>
                </a:lnTo>
                <a:lnTo>
                  <a:pt x="514350" y="459210"/>
                </a:lnTo>
                <a:lnTo>
                  <a:pt x="514350" y="478260"/>
                </a:lnTo>
                <a:lnTo>
                  <a:pt x="514350" y="497300"/>
                </a:lnTo>
                <a:lnTo>
                  <a:pt x="514350" y="516350"/>
                </a:lnTo>
                <a:lnTo>
                  <a:pt x="514350" y="535400"/>
                </a:lnTo>
                <a:lnTo>
                  <a:pt x="514350" y="554441"/>
                </a:lnTo>
                <a:lnTo>
                  <a:pt x="514350" y="573491"/>
                </a:lnTo>
                <a:lnTo>
                  <a:pt x="514350" y="592541"/>
                </a:lnTo>
                <a:lnTo>
                  <a:pt x="514350" y="611581"/>
                </a:lnTo>
                <a:lnTo>
                  <a:pt x="514350" y="630631"/>
                </a:lnTo>
                <a:lnTo>
                  <a:pt x="514350" y="649681"/>
                </a:lnTo>
                <a:lnTo>
                  <a:pt x="514350" y="668722"/>
                </a:lnTo>
                <a:lnTo>
                  <a:pt x="514350" y="687772"/>
                </a:lnTo>
                <a:lnTo>
                  <a:pt x="514350" y="706822"/>
                </a:lnTo>
                <a:lnTo>
                  <a:pt x="514350" y="725862"/>
                </a:lnTo>
                <a:lnTo>
                  <a:pt x="514350" y="744912"/>
                </a:lnTo>
                <a:lnTo>
                  <a:pt x="514350" y="763962"/>
                </a:lnTo>
                <a:lnTo>
                  <a:pt x="514350" y="783003"/>
                </a:lnTo>
                <a:lnTo>
                  <a:pt x="514350" y="802053"/>
                </a:lnTo>
                <a:lnTo>
                  <a:pt x="514350" y="821093"/>
                </a:lnTo>
                <a:lnTo>
                  <a:pt x="514350" y="840143"/>
                </a:lnTo>
                <a:lnTo>
                  <a:pt x="514350" y="859193"/>
                </a:lnTo>
                <a:lnTo>
                  <a:pt x="514350" y="878234"/>
                </a:lnTo>
                <a:lnTo>
                  <a:pt x="514350" y="897284"/>
                </a:lnTo>
                <a:lnTo>
                  <a:pt x="514350" y="916334"/>
                </a:lnTo>
                <a:lnTo>
                  <a:pt x="514350" y="935374"/>
                </a:lnTo>
                <a:lnTo>
                  <a:pt x="514350" y="954424"/>
                </a:lnTo>
                <a:lnTo>
                  <a:pt x="514350" y="973474"/>
                </a:lnTo>
                <a:lnTo>
                  <a:pt x="514350" y="992515"/>
                </a:lnTo>
                <a:lnTo>
                  <a:pt x="514350" y="1011565"/>
                </a:lnTo>
                <a:lnTo>
                  <a:pt x="514350" y="1030615"/>
                </a:lnTo>
                <a:lnTo>
                  <a:pt x="514350" y="1049655"/>
                </a:lnTo>
                <a:lnTo>
                  <a:pt x="514350" y="1068705"/>
                </a:lnTo>
                <a:lnTo>
                  <a:pt x="514350" y="1087755"/>
                </a:lnTo>
                <a:lnTo>
                  <a:pt x="514350" y="1106795"/>
                </a:lnTo>
                <a:lnTo>
                  <a:pt x="514350" y="1125845"/>
                </a:lnTo>
                <a:lnTo>
                  <a:pt x="514350" y="1144895"/>
                </a:lnTo>
                <a:lnTo>
                  <a:pt x="514350" y="1163936"/>
                </a:lnTo>
                <a:lnTo>
                  <a:pt x="514350" y="1182986"/>
                </a:lnTo>
                <a:lnTo>
                  <a:pt x="514350" y="1202036"/>
                </a:lnTo>
                <a:lnTo>
                  <a:pt x="514350" y="1221076"/>
                </a:lnTo>
                <a:lnTo>
                  <a:pt x="514350" y="1240126"/>
                </a:lnTo>
                <a:lnTo>
                  <a:pt x="514350" y="1259167"/>
                </a:lnTo>
                <a:lnTo>
                  <a:pt x="514350" y="1278217"/>
                </a:lnTo>
                <a:lnTo>
                  <a:pt x="514350" y="1297267"/>
                </a:lnTo>
                <a:lnTo>
                  <a:pt x="514350" y="1316307"/>
                </a:lnTo>
                <a:lnTo>
                  <a:pt x="514350" y="1335357"/>
                </a:lnTo>
                <a:lnTo>
                  <a:pt x="514350" y="1354407"/>
                </a:lnTo>
                <a:lnTo>
                  <a:pt x="514350" y="1373448"/>
                </a:lnTo>
                <a:lnTo>
                  <a:pt x="514350" y="1392498"/>
                </a:lnTo>
                <a:lnTo>
                  <a:pt x="514350" y="1411548"/>
                </a:lnTo>
                <a:lnTo>
                  <a:pt x="514350" y="1430588"/>
                </a:lnTo>
                <a:lnTo>
                  <a:pt x="514350" y="1449638"/>
                </a:lnTo>
                <a:lnTo>
                  <a:pt x="514350" y="1468688"/>
                </a:lnTo>
                <a:lnTo>
                  <a:pt x="514350" y="1487729"/>
                </a:lnTo>
                <a:lnTo>
                  <a:pt x="514350" y="1506779"/>
                </a:lnTo>
                <a:lnTo>
                  <a:pt x="514350" y="1525829"/>
                </a:lnTo>
                <a:lnTo>
                  <a:pt x="514350" y="1544869"/>
                </a:lnTo>
                <a:lnTo>
                  <a:pt x="514350" y="1563919"/>
                </a:lnTo>
                <a:lnTo>
                  <a:pt x="514350" y="1582969"/>
                </a:lnTo>
                <a:lnTo>
                  <a:pt x="514350" y="1602010"/>
                </a:lnTo>
                <a:lnTo>
                  <a:pt x="514350" y="1621060"/>
                </a:lnTo>
                <a:lnTo>
                  <a:pt x="514350" y="1640110"/>
                </a:lnTo>
                <a:lnTo>
                  <a:pt x="514350" y="1659150"/>
                </a:lnTo>
                <a:lnTo>
                  <a:pt x="514350" y="1678200"/>
                </a:lnTo>
                <a:lnTo>
                  <a:pt x="514350" y="1697241"/>
                </a:lnTo>
                <a:lnTo>
                  <a:pt x="497700" y="1706499"/>
                </a:lnTo>
                <a:lnTo>
                  <a:pt x="481051" y="1715748"/>
                </a:lnTo>
                <a:lnTo>
                  <a:pt x="464401" y="1724997"/>
                </a:lnTo>
                <a:lnTo>
                  <a:pt x="447751" y="1734245"/>
                </a:lnTo>
                <a:lnTo>
                  <a:pt x="431092" y="1743494"/>
                </a:lnTo>
                <a:lnTo>
                  <a:pt x="414442" y="1752743"/>
                </a:lnTo>
                <a:lnTo>
                  <a:pt x="397793" y="1761992"/>
                </a:lnTo>
                <a:lnTo>
                  <a:pt x="381143" y="1771240"/>
                </a:lnTo>
                <a:lnTo>
                  <a:pt x="364493" y="1780499"/>
                </a:lnTo>
                <a:lnTo>
                  <a:pt x="347843" y="1789748"/>
                </a:lnTo>
                <a:lnTo>
                  <a:pt x="331194" y="1798996"/>
                </a:lnTo>
                <a:lnTo>
                  <a:pt x="314544" y="1808245"/>
                </a:lnTo>
                <a:lnTo>
                  <a:pt x="297885" y="1817494"/>
                </a:lnTo>
                <a:lnTo>
                  <a:pt x="281235" y="1826743"/>
                </a:lnTo>
                <a:lnTo>
                  <a:pt x="264585" y="1835991"/>
                </a:lnTo>
                <a:lnTo>
                  <a:pt x="247936" y="1834982"/>
                </a:lnTo>
                <a:lnTo>
                  <a:pt x="231286" y="1825733"/>
                </a:lnTo>
                <a:lnTo>
                  <a:pt x="214636" y="1816475"/>
                </a:lnTo>
                <a:lnTo>
                  <a:pt x="197987" y="1807226"/>
                </a:lnTo>
                <a:lnTo>
                  <a:pt x="181337" y="1797977"/>
                </a:lnTo>
                <a:lnTo>
                  <a:pt x="164678" y="1788728"/>
                </a:lnTo>
                <a:lnTo>
                  <a:pt x="148028" y="1779480"/>
                </a:lnTo>
                <a:lnTo>
                  <a:pt x="131378" y="1770231"/>
                </a:lnTo>
                <a:lnTo>
                  <a:pt x="114729" y="1760982"/>
                </a:lnTo>
                <a:lnTo>
                  <a:pt x="98079" y="1751733"/>
                </a:lnTo>
                <a:lnTo>
                  <a:pt x="81429" y="1742475"/>
                </a:lnTo>
                <a:lnTo>
                  <a:pt x="64780" y="1733226"/>
                </a:lnTo>
                <a:lnTo>
                  <a:pt x="48130" y="1723977"/>
                </a:lnTo>
                <a:lnTo>
                  <a:pt x="31471" y="1714729"/>
                </a:lnTo>
                <a:lnTo>
                  <a:pt x="14821" y="1705480"/>
                </a:lnTo>
                <a:lnTo>
                  <a:pt x="0" y="1695155"/>
                </a:lnTo>
                <a:lnTo>
                  <a:pt x="0" y="1676105"/>
                </a:lnTo>
                <a:lnTo>
                  <a:pt x="0" y="1657064"/>
                </a:lnTo>
                <a:lnTo>
                  <a:pt x="0" y="1638014"/>
                </a:lnTo>
                <a:lnTo>
                  <a:pt x="0" y="1618964"/>
                </a:lnTo>
                <a:lnTo>
                  <a:pt x="0" y="1599924"/>
                </a:lnTo>
                <a:lnTo>
                  <a:pt x="0" y="1580874"/>
                </a:lnTo>
                <a:lnTo>
                  <a:pt x="0" y="1561824"/>
                </a:lnTo>
                <a:lnTo>
                  <a:pt x="0" y="1542783"/>
                </a:lnTo>
                <a:lnTo>
                  <a:pt x="0" y="1523733"/>
                </a:lnTo>
                <a:lnTo>
                  <a:pt x="0" y="1504693"/>
                </a:lnTo>
                <a:lnTo>
                  <a:pt x="0" y="1485643"/>
                </a:lnTo>
                <a:lnTo>
                  <a:pt x="0" y="1466593"/>
                </a:lnTo>
                <a:lnTo>
                  <a:pt x="0" y="1447552"/>
                </a:lnTo>
                <a:lnTo>
                  <a:pt x="0" y="1428502"/>
                </a:lnTo>
                <a:lnTo>
                  <a:pt x="0" y="1409452"/>
                </a:lnTo>
                <a:lnTo>
                  <a:pt x="0" y="1390412"/>
                </a:lnTo>
                <a:lnTo>
                  <a:pt x="0" y="1371362"/>
                </a:lnTo>
                <a:lnTo>
                  <a:pt x="0" y="1352312"/>
                </a:lnTo>
                <a:lnTo>
                  <a:pt x="0" y="1333271"/>
                </a:lnTo>
                <a:lnTo>
                  <a:pt x="0" y="1314221"/>
                </a:lnTo>
                <a:lnTo>
                  <a:pt x="0" y="1295171"/>
                </a:lnTo>
                <a:lnTo>
                  <a:pt x="0" y="1276131"/>
                </a:lnTo>
                <a:lnTo>
                  <a:pt x="0" y="1257081"/>
                </a:lnTo>
                <a:lnTo>
                  <a:pt x="0" y="1238031"/>
                </a:lnTo>
                <a:lnTo>
                  <a:pt x="0" y="1218990"/>
                </a:lnTo>
                <a:lnTo>
                  <a:pt x="0" y="1199940"/>
                </a:lnTo>
                <a:lnTo>
                  <a:pt x="0" y="1180890"/>
                </a:lnTo>
                <a:lnTo>
                  <a:pt x="0" y="1161850"/>
                </a:lnTo>
                <a:lnTo>
                  <a:pt x="0" y="1142800"/>
                </a:lnTo>
                <a:lnTo>
                  <a:pt x="0" y="1123750"/>
                </a:lnTo>
                <a:lnTo>
                  <a:pt x="0" y="1104710"/>
                </a:lnTo>
                <a:lnTo>
                  <a:pt x="0" y="1085660"/>
                </a:lnTo>
                <a:lnTo>
                  <a:pt x="0" y="1066619"/>
                </a:lnTo>
                <a:lnTo>
                  <a:pt x="0" y="1047569"/>
                </a:lnTo>
                <a:lnTo>
                  <a:pt x="0" y="1028519"/>
                </a:lnTo>
                <a:lnTo>
                  <a:pt x="0" y="1009479"/>
                </a:lnTo>
                <a:lnTo>
                  <a:pt x="0" y="990429"/>
                </a:lnTo>
                <a:lnTo>
                  <a:pt x="0" y="971379"/>
                </a:lnTo>
                <a:lnTo>
                  <a:pt x="0" y="952338"/>
                </a:lnTo>
                <a:lnTo>
                  <a:pt x="0" y="933288"/>
                </a:lnTo>
                <a:lnTo>
                  <a:pt x="0" y="914238"/>
                </a:lnTo>
                <a:lnTo>
                  <a:pt x="0" y="895198"/>
                </a:lnTo>
                <a:lnTo>
                  <a:pt x="0" y="876148"/>
                </a:lnTo>
                <a:lnTo>
                  <a:pt x="0" y="857098"/>
                </a:lnTo>
                <a:lnTo>
                  <a:pt x="0" y="838057"/>
                </a:lnTo>
                <a:lnTo>
                  <a:pt x="0" y="819007"/>
                </a:lnTo>
                <a:lnTo>
                  <a:pt x="0" y="799957"/>
                </a:lnTo>
                <a:lnTo>
                  <a:pt x="0" y="780917"/>
                </a:lnTo>
                <a:lnTo>
                  <a:pt x="0" y="761867"/>
                </a:lnTo>
                <a:lnTo>
                  <a:pt x="0" y="742817"/>
                </a:lnTo>
                <a:lnTo>
                  <a:pt x="0" y="723776"/>
                </a:lnTo>
                <a:lnTo>
                  <a:pt x="0" y="704726"/>
                </a:lnTo>
                <a:lnTo>
                  <a:pt x="0" y="685676"/>
                </a:lnTo>
                <a:lnTo>
                  <a:pt x="0" y="666636"/>
                </a:lnTo>
                <a:lnTo>
                  <a:pt x="0" y="647586"/>
                </a:lnTo>
                <a:lnTo>
                  <a:pt x="0" y="628545"/>
                </a:lnTo>
                <a:lnTo>
                  <a:pt x="0" y="609495"/>
                </a:lnTo>
                <a:lnTo>
                  <a:pt x="0" y="590445"/>
                </a:lnTo>
                <a:lnTo>
                  <a:pt x="0" y="571405"/>
                </a:lnTo>
                <a:lnTo>
                  <a:pt x="0" y="552355"/>
                </a:lnTo>
                <a:lnTo>
                  <a:pt x="0" y="533305"/>
                </a:lnTo>
                <a:lnTo>
                  <a:pt x="0" y="514264"/>
                </a:lnTo>
                <a:lnTo>
                  <a:pt x="0" y="495214"/>
                </a:lnTo>
                <a:lnTo>
                  <a:pt x="0" y="476164"/>
                </a:lnTo>
                <a:lnTo>
                  <a:pt x="0" y="457124"/>
                </a:lnTo>
                <a:lnTo>
                  <a:pt x="0" y="438074"/>
                </a:lnTo>
                <a:lnTo>
                  <a:pt x="0" y="419024"/>
                </a:lnTo>
                <a:lnTo>
                  <a:pt x="0" y="399983"/>
                </a:lnTo>
                <a:lnTo>
                  <a:pt x="0" y="380933"/>
                </a:lnTo>
                <a:lnTo>
                  <a:pt x="0" y="361883"/>
                </a:lnTo>
                <a:lnTo>
                  <a:pt x="0" y="342843"/>
                </a:lnTo>
                <a:lnTo>
                  <a:pt x="0" y="323793"/>
                </a:lnTo>
                <a:lnTo>
                  <a:pt x="0" y="304743"/>
                </a:lnTo>
                <a:lnTo>
                  <a:pt x="0" y="285702"/>
                </a:lnTo>
                <a:lnTo>
                  <a:pt x="0" y="266652"/>
                </a:lnTo>
                <a:lnTo>
                  <a:pt x="0" y="247602"/>
                </a:lnTo>
                <a:lnTo>
                  <a:pt x="0" y="228562"/>
                </a:lnTo>
                <a:lnTo>
                  <a:pt x="0" y="209512"/>
                </a:lnTo>
                <a:lnTo>
                  <a:pt x="0" y="190471"/>
                </a:lnTo>
                <a:lnTo>
                  <a:pt x="0" y="171421"/>
                </a:lnTo>
                <a:lnTo>
                  <a:pt x="0" y="152371"/>
                </a:lnTo>
                <a:lnTo>
                  <a:pt x="0" y="133331"/>
                </a:lnTo>
                <a:lnTo>
                  <a:pt x="0" y="114281"/>
                </a:lnTo>
                <a:lnTo>
                  <a:pt x="0" y="95231"/>
                </a:lnTo>
                <a:lnTo>
                  <a:pt x="0" y="76190"/>
                </a:lnTo>
                <a:lnTo>
                  <a:pt x="0" y="57140"/>
                </a:lnTo>
                <a:lnTo>
                  <a:pt x="0" y="3809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78A8D5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7" name="funnel-step-body-0">
            <a:extLst xmlns:a="http://schemas.openxmlformats.org/drawingml/2006/main">
              <a:ext uri="{FF2B5EF4-FFF2-40B4-BE49-F238E27FC236}">
                <a16:creationId xmlns:a16="http://schemas.microsoft.com/office/drawing/2014/main" id="{30DD0706-55D4-4952-ADF3-0249CB78F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714625" y="1847850"/>
            <a:ext cx="3328140" cy="751037"/>
          </a:xfrm>
          <a:custGeom xmlns:a="http://schemas.openxmlformats.org/drawingml/2006/main">
            <a:pathLst>
              <a:path w="3328140" h="751037">
                <a:moveTo>
                  <a:pt x="0" y="0"/>
                </a:moveTo>
                <a:lnTo>
                  <a:pt x="13792" y="28242"/>
                </a:lnTo>
                <a:lnTo>
                  <a:pt x="27584" y="56493"/>
                </a:lnTo>
                <a:lnTo>
                  <a:pt x="41377" y="84734"/>
                </a:lnTo>
                <a:lnTo>
                  <a:pt x="55159" y="112986"/>
                </a:lnTo>
                <a:lnTo>
                  <a:pt x="68951" y="141227"/>
                </a:lnTo>
                <a:lnTo>
                  <a:pt x="82744" y="169478"/>
                </a:lnTo>
                <a:lnTo>
                  <a:pt x="96536" y="197720"/>
                </a:lnTo>
                <a:lnTo>
                  <a:pt x="110328" y="225962"/>
                </a:lnTo>
                <a:lnTo>
                  <a:pt x="124120" y="254213"/>
                </a:lnTo>
                <a:lnTo>
                  <a:pt x="137903" y="282454"/>
                </a:lnTo>
                <a:lnTo>
                  <a:pt x="151695" y="310706"/>
                </a:lnTo>
                <a:lnTo>
                  <a:pt x="165487" y="338947"/>
                </a:lnTo>
                <a:lnTo>
                  <a:pt x="179280" y="367189"/>
                </a:lnTo>
                <a:lnTo>
                  <a:pt x="193072" y="395440"/>
                </a:lnTo>
                <a:lnTo>
                  <a:pt x="206864" y="423682"/>
                </a:lnTo>
                <a:lnTo>
                  <a:pt x="220656" y="451933"/>
                </a:lnTo>
                <a:lnTo>
                  <a:pt x="234439" y="480174"/>
                </a:lnTo>
                <a:lnTo>
                  <a:pt x="248231" y="508425"/>
                </a:lnTo>
                <a:lnTo>
                  <a:pt x="262023" y="536667"/>
                </a:lnTo>
                <a:lnTo>
                  <a:pt x="275815" y="564909"/>
                </a:lnTo>
                <a:lnTo>
                  <a:pt x="289608" y="593160"/>
                </a:lnTo>
                <a:lnTo>
                  <a:pt x="303400" y="621401"/>
                </a:lnTo>
                <a:lnTo>
                  <a:pt x="317183" y="649653"/>
                </a:lnTo>
                <a:lnTo>
                  <a:pt x="330746" y="677856"/>
                </a:lnTo>
                <a:lnTo>
                  <a:pt x="358940" y="691039"/>
                </a:lnTo>
                <a:lnTo>
                  <a:pt x="389525" y="698221"/>
                </a:lnTo>
                <a:lnTo>
                  <a:pt x="420500" y="703564"/>
                </a:lnTo>
                <a:lnTo>
                  <a:pt x="451628" y="707927"/>
                </a:lnTo>
                <a:lnTo>
                  <a:pt x="482841" y="711651"/>
                </a:lnTo>
                <a:lnTo>
                  <a:pt x="514102" y="714918"/>
                </a:lnTo>
                <a:lnTo>
                  <a:pt x="545402" y="717823"/>
                </a:lnTo>
                <a:lnTo>
                  <a:pt x="576720" y="720452"/>
                </a:lnTo>
                <a:lnTo>
                  <a:pt x="608057" y="722852"/>
                </a:lnTo>
                <a:lnTo>
                  <a:pt x="639413" y="725053"/>
                </a:lnTo>
                <a:lnTo>
                  <a:pt x="670779" y="727072"/>
                </a:lnTo>
                <a:lnTo>
                  <a:pt x="702154" y="728958"/>
                </a:lnTo>
                <a:lnTo>
                  <a:pt x="733539" y="730701"/>
                </a:lnTo>
                <a:lnTo>
                  <a:pt x="764934" y="732330"/>
                </a:lnTo>
                <a:lnTo>
                  <a:pt x="796328" y="733854"/>
                </a:lnTo>
                <a:lnTo>
                  <a:pt x="827732" y="735273"/>
                </a:lnTo>
                <a:lnTo>
                  <a:pt x="859136" y="736606"/>
                </a:lnTo>
                <a:lnTo>
                  <a:pt x="890540" y="737864"/>
                </a:lnTo>
                <a:lnTo>
                  <a:pt x="921953" y="739035"/>
                </a:lnTo>
                <a:lnTo>
                  <a:pt x="953367" y="740131"/>
                </a:lnTo>
                <a:lnTo>
                  <a:pt x="984780" y="741159"/>
                </a:lnTo>
                <a:lnTo>
                  <a:pt x="1016194" y="742131"/>
                </a:lnTo>
                <a:lnTo>
                  <a:pt x="1047617" y="743026"/>
                </a:lnTo>
                <a:lnTo>
                  <a:pt x="1079040" y="743874"/>
                </a:lnTo>
                <a:lnTo>
                  <a:pt x="1110463" y="744665"/>
                </a:lnTo>
                <a:lnTo>
                  <a:pt x="1141886" y="745407"/>
                </a:lnTo>
                <a:lnTo>
                  <a:pt x="1173309" y="746093"/>
                </a:lnTo>
                <a:lnTo>
                  <a:pt x="1204732" y="746722"/>
                </a:lnTo>
                <a:lnTo>
                  <a:pt x="1236164" y="747312"/>
                </a:lnTo>
                <a:lnTo>
                  <a:pt x="1267587" y="747855"/>
                </a:lnTo>
                <a:lnTo>
                  <a:pt x="1299020" y="748341"/>
                </a:lnTo>
                <a:lnTo>
                  <a:pt x="1330452" y="748798"/>
                </a:lnTo>
                <a:lnTo>
                  <a:pt x="1361875" y="749198"/>
                </a:lnTo>
                <a:lnTo>
                  <a:pt x="1393307" y="749570"/>
                </a:lnTo>
                <a:lnTo>
                  <a:pt x="1424740" y="749884"/>
                </a:lnTo>
                <a:lnTo>
                  <a:pt x="1456172" y="750170"/>
                </a:lnTo>
                <a:lnTo>
                  <a:pt x="1487605" y="750408"/>
                </a:lnTo>
                <a:lnTo>
                  <a:pt x="1519037" y="750618"/>
                </a:lnTo>
                <a:lnTo>
                  <a:pt x="1550470" y="750780"/>
                </a:lnTo>
                <a:lnTo>
                  <a:pt x="1581893" y="750903"/>
                </a:lnTo>
                <a:lnTo>
                  <a:pt x="1613335" y="750989"/>
                </a:lnTo>
                <a:lnTo>
                  <a:pt x="1644758" y="751037"/>
                </a:lnTo>
                <a:lnTo>
                  <a:pt x="1676190" y="751037"/>
                </a:lnTo>
                <a:lnTo>
                  <a:pt x="1707623" y="751008"/>
                </a:lnTo>
                <a:lnTo>
                  <a:pt x="1739055" y="750941"/>
                </a:lnTo>
                <a:lnTo>
                  <a:pt x="1770488" y="750837"/>
                </a:lnTo>
                <a:lnTo>
                  <a:pt x="1801920" y="750684"/>
                </a:lnTo>
                <a:lnTo>
                  <a:pt x="1833353" y="750503"/>
                </a:lnTo>
                <a:lnTo>
                  <a:pt x="1864785" y="750275"/>
                </a:lnTo>
                <a:lnTo>
                  <a:pt x="1896218" y="750008"/>
                </a:lnTo>
                <a:lnTo>
                  <a:pt x="1927650" y="749703"/>
                </a:lnTo>
                <a:lnTo>
                  <a:pt x="1959083" y="749351"/>
                </a:lnTo>
                <a:lnTo>
                  <a:pt x="1990515" y="748960"/>
                </a:lnTo>
                <a:lnTo>
                  <a:pt x="2021938" y="748532"/>
                </a:lnTo>
                <a:lnTo>
                  <a:pt x="2053371" y="748055"/>
                </a:lnTo>
                <a:lnTo>
                  <a:pt x="2084794" y="747532"/>
                </a:lnTo>
                <a:lnTo>
                  <a:pt x="2116226" y="746970"/>
                </a:lnTo>
                <a:lnTo>
                  <a:pt x="2147649" y="746350"/>
                </a:lnTo>
                <a:lnTo>
                  <a:pt x="2179072" y="745684"/>
                </a:lnTo>
                <a:lnTo>
                  <a:pt x="2210505" y="744969"/>
                </a:lnTo>
                <a:lnTo>
                  <a:pt x="2241928" y="744207"/>
                </a:lnTo>
                <a:lnTo>
                  <a:pt x="2273341" y="743388"/>
                </a:lnTo>
                <a:lnTo>
                  <a:pt x="2304764" y="742502"/>
                </a:lnTo>
                <a:lnTo>
                  <a:pt x="2336187" y="741559"/>
                </a:lnTo>
                <a:lnTo>
                  <a:pt x="2367601" y="740559"/>
                </a:lnTo>
                <a:lnTo>
                  <a:pt x="2399014" y="739483"/>
                </a:lnTo>
                <a:lnTo>
                  <a:pt x="2430428" y="738349"/>
                </a:lnTo>
                <a:lnTo>
                  <a:pt x="2461832" y="737130"/>
                </a:lnTo>
                <a:lnTo>
                  <a:pt x="2493245" y="735835"/>
                </a:lnTo>
                <a:lnTo>
                  <a:pt x="2524639" y="734444"/>
                </a:lnTo>
                <a:lnTo>
                  <a:pt x="2556043" y="732958"/>
                </a:lnTo>
                <a:lnTo>
                  <a:pt x="2587438" y="731387"/>
                </a:lnTo>
                <a:lnTo>
                  <a:pt x="2618823" y="729682"/>
                </a:lnTo>
                <a:lnTo>
                  <a:pt x="2650198" y="727853"/>
                </a:lnTo>
                <a:lnTo>
                  <a:pt x="2681573" y="725891"/>
                </a:lnTo>
                <a:lnTo>
                  <a:pt x="2712930" y="723767"/>
                </a:lnTo>
                <a:lnTo>
                  <a:pt x="2744276" y="721452"/>
                </a:lnTo>
                <a:lnTo>
                  <a:pt x="2775604" y="718928"/>
                </a:lnTo>
                <a:lnTo>
                  <a:pt x="2806913" y="716137"/>
                </a:lnTo>
                <a:lnTo>
                  <a:pt x="2838193" y="713032"/>
                </a:lnTo>
                <a:lnTo>
                  <a:pt x="2869425" y="709508"/>
                </a:lnTo>
                <a:lnTo>
                  <a:pt x="2900591" y="705431"/>
                </a:lnTo>
                <a:lnTo>
                  <a:pt x="2931643" y="700545"/>
                </a:lnTo>
                <a:lnTo>
                  <a:pt x="2962437" y="694287"/>
                </a:lnTo>
                <a:lnTo>
                  <a:pt x="2992355" y="684790"/>
                </a:lnTo>
                <a:lnTo>
                  <a:pt x="3010948" y="661149"/>
                </a:lnTo>
                <a:lnTo>
                  <a:pt x="3024740" y="632898"/>
                </a:lnTo>
                <a:lnTo>
                  <a:pt x="3038532" y="604657"/>
                </a:lnTo>
                <a:lnTo>
                  <a:pt x="3052324" y="576405"/>
                </a:lnTo>
                <a:lnTo>
                  <a:pt x="3066117" y="548164"/>
                </a:lnTo>
                <a:lnTo>
                  <a:pt x="3079899" y="519922"/>
                </a:lnTo>
                <a:lnTo>
                  <a:pt x="3093691" y="491671"/>
                </a:lnTo>
                <a:lnTo>
                  <a:pt x="3107484" y="463429"/>
                </a:lnTo>
                <a:lnTo>
                  <a:pt x="3121276" y="435178"/>
                </a:lnTo>
                <a:lnTo>
                  <a:pt x="3135068" y="406937"/>
                </a:lnTo>
                <a:lnTo>
                  <a:pt x="3148860" y="378685"/>
                </a:lnTo>
                <a:lnTo>
                  <a:pt x="3162652" y="350444"/>
                </a:lnTo>
                <a:lnTo>
                  <a:pt x="3176435" y="322202"/>
                </a:lnTo>
                <a:lnTo>
                  <a:pt x="3190227" y="293951"/>
                </a:lnTo>
                <a:lnTo>
                  <a:pt x="3204020" y="265709"/>
                </a:lnTo>
                <a:lnTo>
                  <a:pt x="3217812" y="237458"/>
                </a:lnTo>
                <a:lnTo>
                  <a:pt x="3231604" y="209217"/>
                </a:lnTo>
                <a:lnTo>
                  <a:pt x="3245396" y="180965"/>
                </a:lnTo>
                <a:lnTo>
                  <a:pt x="3259179" y="152724"/>
                </a:lnTo>
                <a:lnTo>
                  <a:pt x="3272971" y="124482"/>
                </a:lnTo>
                <a:lnTo>
                  <a:pt x="3286763" y="96231"/>
                </a:lnTo>
                <a:lnTo>
                  <a:pt x="3300555" y="67989"/>
                </a:lnTo>
                <a:lnTo>
                  <a:pt x="3314348" y="39738"/>
                </a:lnTo>
                <a:lnTo>
                  <a:pt x="3328140" y="11497"/>
                </a:lnTo>
                <a:lnTo>
                  <a:pt x="3320063" y="11335"/>
                </a:lnTo>
                <a:lnTo>
                  <a:pt x="3289849" y="19869"/>
                </a:lnTo>
                <a:lnTo>
                  <a:pt x="3258931" y="25527"/>
                </a:lnTo>
                <a:lnTo>
                  <a:pt x="3227822" y="29975"/>
                </a:lnTo>
                <a:lnTo>
                  <a:pt x="3196609" y="33709"/>
                </a:lnTo>
                <a:lnTo>
                  <a:pt x="3165348" y="36947"/>
                </a:lnTo>
                <a:lnTo>
                  <a:pt x="3134049" y="39834"/>
                </a:lnTo>
                <a:lnTo>
                  <a:pt x="3102721" y="42424"/>
                </a:lnTo>
                <a:lnTo>
                  <a:pt x="3071374" y="44796"/>
                </a:lnTo>
                <a:lnTo>
                  <a:pt x="3040018" y="46968"/>
                </a:lnTo>
                <a:lnTo>
                  <a:pt x="3008652" y="48987"/>
                </a:lnTo>
                <a:lnTo>
                  <a:pt x="2977277" y="50864"/>
                </a:lnTo>
                <a:lnTo>
                  <a:pt x="2945892" y="52607"/>
                </a:lnTo>
                <a:lnTo>
                  <a:pt x="2914498" y="54245"/>
                </a:lnTo>
                <a:lnTo>
                  <a:pt x="2883103" y="55788"/>
                </a:lnTo>
                <a:lnTo>
                  <a:pt x="2851709" y="57245"/>
                </a:lnTo>
                <a:lnTo>
                  <a:pt x="2820305" y="58617"/>
                </a:lnTo>
                <a:lnTo>
                  <a:pt x="2788901" y="59912"/>
                </a:lnTo>
                <a:lnTo>
                  <a:pt x="2757488" y="61141"/>
                </a:lnTo>
                <a:lnTo>
                  <a:pt x="2726084" y="62303"/>
                </a:lnTo>
                <a:lnTo>
                  <a:pt x="2694670" y="63408"/>
                </a:lnTo>
                <a:lnTo>
                  <a:pt x="2663257" y="64456"/>
                </a:lnTo>
                <a:lnTo>
                  <a:pt x="2631834" y="65456"/>
                </a:lnTo>
                <a:lnTo>
                  <a:pt x="2600420" y="66399"/>
                </a:lnTo>
                <a:lnTo>
                  <a:pt x="2568997" y="67294"/>
                </a:lnTo>
                <a:lnTo>
                  <a:pt x="2537574" y="68142"/>
                </a:lnTo>
                <a:lnTo>
                  <a:pt x="2506151" y="68951"/>
                </a:lnTo>
                <a:lnTo>
                  <a:pt x="2474728" y="69723"/>
                </a:lnTo>
                <a:lnTo>
                  <a:pt x="2443305" y="70447"/>
                </a:lnTo>
                <a:lnTo>
                  <a:pt x="2411882" y="71142"/>
                </a:lnTo>
                <a:lnTo>
                  <a:pt x="2380459" y="71790"/>
                </a:lnTo>
                <a:lnTo>
                  <a:pt x="2349027" y="72409"/>
                </a:lnTo>
                <a:lnTo>
                  <a:pt x="2317604" y="73000"/>
                </a:lnTo>
                <a:lnTo>
                  <a:pt x="2286171" y="73543"/>
                </a:lnTo>
                <a:lnTo>
                  <a:pt x="2254748" y="74057"/>
                </a:lnTo>
                <a:lnTo>
                  <a:pt x="2223316" y="74543"/>
                </a:lnTo>
                <a:lnTo>
                  <a:pt x="2191893" y="75000"/>
                </a:lnTo>
                <a:lnTo>
                  <a:pt x="2160461" y="75428"/>
                </a:lnTo>
                <a:lnTo>
                  <a:pt x="2129028" y="75829"/>
                </a:lnTo>
                <a:lnTo>
                  <a:pt x="2097605" y="76200"/>
                </a:lnTo>
                <a:lnTo>
                  <a:pt x="2066173" y="76533"/>
                </a:lnTo>
                <a:lnTo>
                  <a:pt x="2034740" y="76848"/>
                </a:lnTo>
                <a:lnTo>
                  <a:pt x="2003308" y="77133"/>
                </a:lnTo>
                <a:lnTo>
                  <a:pt x="1971875" y="77400"/>
                </a:lnTo>
                <a:lnTo>
                  <a:pt x="1940443" y="77629"/>
                </a:lnTo>
                <a:lnTo>
                  <a:pt x="1909010" y="77838"/>
                </a:lnTo>
                <a:lnTo>
                  <a:pt x="1877578" y="78019"/>
                </a:lnTo>
                <a:lnTo>
                  <a:pt x="1846145" y="78172"/>
                </a:lnTo>
                <a:lnTo>
                  <a:pt x="1814722" y="78305"/>
                </a:lnTo>
                <a:lnTo>
                  <a:pt x="1783290" y="78410"/>
                </a:lnTo>
                <a:lnTo>
                  <a:pt x="1751857" y="78486"/>
                </a:lnTo>
                <a:lnTo>
                  <a:pt x="1720415" y="78543"/>
                </a:lnTo>
                <a:lnTo>
                  <a:pt x="1688992" y="78572"/>
                </a:lnTo>
                <a:lnTo>
                  <a:pt x="1657560" y="78581"/>
                </a:lnTo>
                <a:lnTo>
                  <a:pt x="1626127" y="78562"/>
                </a:lnTo>
                <a:lnTo>
                  <a:pt x="1594695" y="78515"/>
                </a:lnTo>
                <a:lnTo>
                  <a:pt x="1563262" y="78438"/>
                </a:lnTo>
                <a:lnTo>
                  <a:pt x="1531830" y="78343"/>
                </a:lnTo>
                <a:lnTo>
                  <a:pt x="1500397" y="78229"/>
                </a:lnTo>
                <a:lnTo>
                  <a:pt x="1468965" y="78086"/>
                </a:lnTo>
                <a:lnTo>
                  <a:pt x="1437532" y="77915"/>
                </a:lnTo>
                <a:lnTo>
                  <a:pt x="1406100" y="77714"/>
                </a:lnTo>
                <a:lnTo>
                  <a:pt x="1374667" y="77495"/>
                </a:lnTo>
                <a:lnTo>
                  <a:pt x="1343235" y="77248"/>
                </a:lnTo>
                <a:lnTo>
                  <a:pt x="1311802" y="76972"/>
                </a:lnTo>
                <a:lnTo>
                  <a:pt x="1280370" y="76676"/>
                </a:lnTo>
                <a:lnTo>
                  <a:pt x="1248937" y="76343"/>
                </a:lnTo>
                <a:lnTo>
                  <a:pt x="1217514" y="75981"/>
                </a:lnTo>
                <a:lnTo>
                  <a:pt x="1186082" y="75600"/>
                </a:lnTo>
                <a:lnTo>
                  <a:pt x="1154649" y="75181"/>
                </a:lnTo>
                <a:lnTo>
                  <a:pt x="1123226" y="74743"/>
                </a:lnTo>
                <a:lnTo>
                  <a:pt x="1091794" y="74266"/>
                </a:lnTo>
                <a:lnTo>
                  <a:pt x="1060361" y="73762"/>
                </a:lnTo>
                <a:lnTo>
                  <a:pt x="1028938" y="73219"/>
                </a:lnTo>
                <a:lnTo>
                  <a:pt x="997506" y="72647"/>
                </a:lnTo>
                <a:lnTo>
                  <a:pt x="966083" y="72047"/>
                </a:lnTo>
                <a:lnTo>
                  <a:pt x="934660" y="71409"/>
                </a:lnTo>
                <a:lnTo>
                  <a:pt x="903227" y="70733"/>
                </a:lnTo>
                <a:lnTo>
                  <a:pt x="871804" y="70028"/>
                </a:lnTo>
                <a:lnTo>
                  <a:pt x="840381" y="69275"/>
                </a:lnTo>
                <a:lnTo>
                  <a:pt x="808958" y="68485"/>
                </a:lnTo>
                <a:lnTo>
                  <a:pt x="777535" y="67647"/>
                </a:lnTo>
                <a:lnTo>
                  <a:pt x="746122" y="66770"/>
                </a:lnTo>
                <a:lnTo>
                  <a:pt x="714699" y="65837"/>
                </a:lnTo>
                <a:lnTo>
                  <a:pt x="683285" y="64865"/>
                </a:lnTo>
                <a:lnTo>
                  <a:pt x="651872" y="63846"/>
                </a:lnTo>
                <a:lnTo>
                  <a:pt x="620459" y="62760"/>
                </a:lnTo>
                <a:lnTo>
                  <a:pt x="589045" y="61627"/>
                </a:lnTo>
                <a:lnTo>
                  <a:pt x="557632" y="60417"/>
                </a:lnTo>
                <a:lnTo>
                  <a:pt x="526228" y="59150"/>
                </a:lnTo>
                <a:lnTo>
                  <a:pt x="494824" y="57817"/>
                </a:lnTo>
                <a:lnTo>
                  <a:pt x="463420" y="56398"/>
                </a:lnTo>
                <a:lnTo>
                  <a:pt x="432025" y="54893"/>
                </a:lnTo>
                <a:lnTo>
                  <a:pt x="400631" y="53283"/>
                </a:lnTo>
                <a:lnTo>
                  <a:pt x="369246" y="51578"/>
                </a:lnTo>
                <a:lnTo>
                  <a:pt x="337871" y="49759"/>
                </a:lnTo>
                <a:lnTo>
                  <a:pt x="306495" y="47806"/>
                </a:lnTo>
                <a:lnTo>
                  <a:pt x="275139" y="45701"/>
                </a:lnTo>
                <a:lnTo>
                  <a:pt x="243783" y="43415"/>
                </a:lnTo>
                <a:lnTo>
                  <a:pt x="212455" y="40919"/>
                </a:lnTo>
                <a:lnTo>
                  <a:pt x="181137" y="38157"/>
                </a:lnTo>
                <a:lnTo>
                  <a:pt x="149857" y="35081"/>
                </a:lnTo>
                <a:lnTo>
                  <a:pt x="118624" y="31566"/>
                </a:lnTo>
                <a:lnTo>
                  <a:pt x="87468" y="27451"/>
                </a:lnTo>
                <a:lnTo>
                  <a:pt x="56445" y="22374"/>
                </a:lnTo>
                <a:lnTo>
                  <a:pt x="25813" y="15411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8" name="funnel-step-cap-0">
            <a:extLst xmlns:a="http://schemas.openxmlformats.org/drawingml/2006/main">
              <a:ext uri="{FF2B5EF4-FFF2-40B4-BE49-F238E27FC236}">
                <a16:creationId xmlns:a16="http://schemas.microsoft.com/office/drawing/2014/main" id="{05107523-B118-49A7-938F-18ADD0AF7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714625" y="1724025"/>
            <a:ext cx="33337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9" name="funnel-step-body-1">
            <a:extLst xmlns:a="http://schemas.openxmlformats.org/drawingml/2006/main">
              <a:ext uri="{FF2B5EF4-FFF2-40B4-BE49-F238E27FC236}">
                <a16:creationId xmlns:a16="http://schemas.microsoft.com/office/drawing/2014/main" id="{00A9CC82-278F-43EC-8379-DF78F6C3A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042952" y="2701290"/>
            <a:ext cx="2674306" cy="751046"/>
          </a:xfrm>
          <a:custGeom xmlns:a="http://schemas.openxmlformats.org/drawingml/2006/main">
            <a:pathLst>
              <a:path w="2674306" h="751046">
                <a:moveTo>
                  <a:pt x="0" y="0"/>
                </a:moveTo>
                <a:lnTo>
                  <a:pt x="9230" y="24708"/>
                </a:lnTo>
                <a:lnTo>
                  <a:pt x="18459" y="49406"/>
                </a:lnTo>
                <a:lnTo>
                  <a:pt x="27689" y="74114"/>
                </a:lnTo>
                <a:lnTo>
                  <a:pt x="36928" y="98822"/>
                </a:lnTo>
                <a:lnTo>
                  <a:pt x="46158" y="123520"/>
                </a:lnTo>
                <a:lnTo>
                  <a:pt x="55388" y="148228"/>
                </a:lnTo>
                <a:lnTo>
                  <a:pt x="64618" y="172936"/>
                </a:lnTo>
                <a:lnTo>
                  <a:pt x="73847" y="197634"/>
                </a:lnTo>
                <a:lnTo>
                  <a:pt x="83077" y="222342"/>
                </a:lnTo>
                <a:lnTo>
                  <a:pt x="92307" y="247050"/>
                </a:lnTo>
                <a:lnTo>
                  <a:pt x="101537" y="271748"/>
                </a:lnTo>
                <a:lnTo>
                  <a:pt x="110776" y="296456"/>
                </a:lnTo>
                <a:lnTo>
                  <a:pt x="120005" y="321164"/>
                </a:lnTo>
                <a:lnTo>
                  <a:pt x="129235" y="345862"/>
                </a:lnTo>
                <a:lnTo>
                  <a:pt x="138465" y="370570"/>
                </a:lnTo>
                <a:lnTo>
                  <a:pt x="147695" y="395278"/>
                </a:lnTo>
                <a:lnTo>
                  <a:pt x="156924" y="419976"/>
                </a:lnTo>
                <a:lnTo>
                  <a:pt x="166154" y="444684"/>
                </a:lnTo>
                <a:lnTo>
                  <a:pt x="175393" y="469392"/>
                </a:lnTo>
                <a:lnTo>
                  <a:pt x="184623" y="494090"/>
                </a:lnTo>
                <a:lnTo>
                  <a:pt x="193853" y="518798"/>
                </a:lnTo>
                <a:lnTo>
                  <a:pt x="203083" y="543506"/>
                </a:lnTo>
                <a:lnTo>
                  <a:pt x="212312" y="568204"/>
                </a:lnTo>
                <a:lnTo>
                  <a:pt x="221542" y="592912"/>
                </a:lnTo>
                <a:lnTo>
                  <a:pt x="230772" y="617620"/>
                </a:lnTo>
                <a:lnTo>
                  <a:pt x="240011" y="642318"/>
                </a:lnTo>
                <a:lnTo>
                  <a:pt x="249241" y="667026"/>
                </a:lnTo>
                <a:lnTo>
                  <a:pt x="265033" y="686448"/>
                </a:lnTo>
                <a:lnTo>
                  <a:pt x="289836" y="695335"/>
                </a:lnTo>
                <a:lnTo>
                  <a:pt x="315478" y="701450"/>
                </a:lnTo>
                <a:lnTo>
                  <a:pt x="341405" y="706288"/>
                </a:lnTo>
                <a:lnTo>
                  <a:pt x="367465" y="710346"/>
                </a:lnTo>
                <a:lnTo>
                  <a:pt x="393602" y="713861"/>
                </a:lnTo>
                <a:lnTo>
                  <a:pt x="419786" y="716966"/>
                </a:lnTo>
                <a:lnTo>
                  <a:pt x="446018" y="719757"/>
                </a:lnTo>
                <a:lnTo>
                  <a:pt x="472269" y="722281"/>
                </a:lnTo>
                <a:lnTo>
                  <a:pt x="498539" y="724595"/>
                </a:lnTo>
                <a:lnTo>
                  <a:pt x="524828" y="726719"/>
                </a:lnTo>
                <a:lnTo>
                  <a:pt x="551126" y="728691"/>
                </a:lnTo>
                <a:lnTo>
                  <a:pt x="577434" y="730501"/>
                </a:lnTo>
                <a:lnTo>
                  <a:pt x="603752" y="732196"/>
                </a:lnTo>
                <a:lnTo>
                  <a:pt x="630079" y="733777"/>
                </a:lnTo>
                <a:lnTo>
                  <a:pt x="656406" y="735244"/>
                </a:lnTo>
                <a:lnTo>
                  <a:pt x="682742" y="736625"/>
                </a:lnTo>
                <a:lnTo>
                  <a:pt x="709089" y="737911"/>
                </a:lnTo>
                <a:lnTo>
                  <a:pt x="735435" y="739121"/>
                </a:lnTo>
                <a:lnTo>
                  <a:pt x="761781" y="740245"/>
                </a:lnTo>
                <a:lnTo>
                  <a:pt x="788137" y="741302"/>
                </a:lnTo>
                <a:lnTo>
                  <a:pt x="814492" y="742293"/>
                </a:lnTo>
                <a:lnTo>
                  <a:pt x="840848" y="743217"/>
                </a:lnTo>
                <a:lnTo>
                  <a:pt x="867204" y="744074"/>
                </a:lnTo>
                <a:lnTo>
                  <a:pt x="893569" y="744874"/>
                </a:lnTo>
                <a:lnTo>
                  <a:pt x="919925" y="745617"/>
                </a:lnTo>
                <a:lnTo>
                  <a:pt x="946290" y="746312"/>
                </a:lnTo>
                <a:lnTo>
                  <a:pt x="972655" y="746941"/>
                </a:lnTo>
                <a:lnTo>
                  <a:pt x="999020" y="747532"/>
                </a:lnTo>
                <a:lnTo>
                  <a:pt x="1025385" y="748065"/>
                </a:lnTo>
                <a:lnTo>
                  <a:pt x="1051760" y="748560"/>
                </a:lnTo>
                <a:lnTo>
                  <a:pt x="1078125" y="749008"/>
                </a:lnTo>
                <a:lnTo>
                  <a:pt x="1104500" y="749398"/>
                </a:lnTo>
                <a:lnTo>
                  <a:pt x="1130865" y="749751"/>
                </a:lnTo>
                <a:lnTo>
                  <a:pt x="1157240" y="750065"/>
                </a:lnTo>
                <a:lnTo>
                  <a:pt x="1183615" y="750332"/>
                </a:lnTo>
                <a:lnTo>
                  <a:pt x="1209980" y="750551"/>
                </a:lnTo>
                <a:lnTo>
                  <a:pt x="1236355" y="750732"/>
                </a:lnTo>
                <a:lnTo>
                  <a:pt x="1262729" y="750875"/>
                </a:lnTo>
                <a:lnTo>
                  <a:pt x="1289104" y="750970"/>
                </a:lnTo>
                <a:lnTo>
                  <a:pt x="1315469" y="751027"/>
                </a:lnTo>
                <a:lnTo>
                  <a:pt x="1341844" y="751046"/>
                </a:lnTo>
                <a:lnTo>
                  <a:pt x="1368219" y="751018"/>
                </a:lnTo>
                <a:lnTo>
                  <a:pt x="1394593" y="750951"/>
                </a:lnTo>
                <a:lnTo>
                  <a:pt x="1420968" y="750846"/>
                </a:lnTo>
                <a:lnTo>
                  <a:pt x="1447333" y="750694"/>
                </a:lnTo>
                <a:lnTo>
                  <a:pt x="1473708" y="750503"/>
                </a:lnTo>
                <a:lnTo>
                  <a:pt x="1500083" y="750265"/>
                </a:lnTo>
                <a:lnTo>
                  <a:pt x="1526457" y="749989"/>
                </a:lnTo>
                <a:lnTo>
                  <a:pt x="1552823" y="749665"/>
                </a:lnTo>
                <a:lnTo>
                  <a:pt x="1579197" y="749303"/>
                </a:lnTo>
                <a:lnTo>
                  <a:pt x="1605563" y="748894"/>
                </a:lnTo>
                <a:lnTo>
                  <a:pt x="1631937" y="748446"/>
                </a:lnTo>
                <a:lnTo>
                  <a:pt x="1658303" y="747941"/>
                </a:lnTo>
                <a:lnTo>
                  <a:pt x="1684668" y="747389"/>
                </a:lnTo>
                <a:lnTo>
                  <a:pt x="1711033" y="746789"/>
                </a:lnTo>
                <a:lnTo>
                  <a:pt x="1737398" y="746141"/>
                </a:lnTo>
                <a:lnTo>
                  <a:pt x="1763763" y="745436"/>
                </a:lnTo>
                <a:lnTo>
                  <a:pt x="1790129" y="744684"/>
                </a:lnTo>
                <a:lnTo>
                  <a:pt x="1816484" y="743864"/>
                </a:lnTo>
                <a:lnTo>
                  <a:pt x="1842840" y="742988"/>
                </a:lnTo>
                <a:lnTo>
                  <a:pt x="1869196" y="742045"/>
                </a:lnTo>
                <a:lnTo>
                  <a:pt x="1895551" y="741045"/>
                </a:lnTo>
                <a:lnTo>
                  <a:pt x="1921907" y="739978"/>
                </a:lnTo>
                <a:lnTo>
                  <a:pt x="1948253" y="738826"/>
                </a:lnTo>
                <a:lnTo>
                  <a:pt x="1974599" y="737597"/>
                </a:lnTo>
                <a:lnTo>
                  <a:pt x="2000936" y="736292"/>
                </a:lnTo>
                <a:lnTo>
                  <a:pt x="2027272" y="734892"/>
                </a:lnTo>
                <a:lnTo>
                  <a:pt x="2053600" y="733387"/>
                </a:lnTo>
                <a:lnTo>
                  <a:pt x="2079927" y="731787"/>
                </a:lnTo>
                <a:lnTo>
                  <a:pt x="2106244" y="730063"/>
                </a:lnTo>
                <a:lnTo>
                  <a:pt x="2132552" y="728215"/>
                </a:lnTo>
                <a:lnTo>
                  <a:pt x="2158851" y="726205"/>
                </a:lnTo>
                <a:lnTo>
                  <a:pt x="2185130" y="724043"/>
                </a:lnTo>
                <a:lnTo>
                  <a:pt x="2211400" y="721671"/>
                </a:lnTo>
                <a:lnTo>
                  <a:pt x="2237642" y="719080"/>
                </a:lnTo>
                <a:lnTo>
                  <a:pt x="2263864" y="716223"/>
                </a:lnTo>
                <a:lnTo>
                  <a:pt x="2290039" y="713022"/>
                </a:lnTo>
                <a:lnTo>
                  <a:pt x="2316156" y="709393"/>
                </a:lnTo>
                <a:lnTo>
                  <a:pt x="2342188" y="705164"/>
                </a:lnTo>
                <a:lnTo>
                  <a:pt x="2368067" y="700068"/>
                </a:lnTo>
                <a:lnTo>
                  <a:pt x="2393594" y="693477"/>
                </a:lnTo>
                <a:lnTo>
                  <a:pt x="2417807" y="683219"/>
                </a:lnTo>
                <a:lnTo>
                  <a:pt x="2430170" y="660845"/>
                </a:lnTo>
                <a:lnTo>
                  <a:pt x="2439400" y="636146"/>
                </a:lnTo>
                <a:lnTo>
                  <a:pt x="2448630" y="611438"/>
                </a:lnTo>
                <a:lnTo>
                  <a:pt x="2457860" y="586730"/>
                </a:lnTo>
                <a:lnTo>
                  <a:pt x="2467089" y="562032"/>
                </a:lnTo>
                <a:lnTo>
                  <a:pt x="2476319" y="537324"/>
                </a:lnTo>
                <a:lnTo>
                  <a:pt x="2485558" y="512616"/>
                </a:lnTo>
                <a:lnTo>
                  <a:pt x="2494788" y="487918"/>
                </a:lnTo>
                <a:lnTo>
                  <a:pt x="2504018" y="463210"/>
                </a:lnTo>
                <a:lnTo>
                  <a:pt x="2513247" y="438502"/>
                </a:lnTo>
                <a:lnTo>
                  <a:pt x="2522477" y="413804"/>
                </a:lnTo>
                <a:lnTo>
                  <a:pt x="2531707" y="389096"/>
                </a:lnTo>
                <a:lnTo>
                  <a:pt x="2540937" y="364388"/>
                </a:lnTo>
                <a:lnTo>
                  <a:pt x="2550166" y="339690"/>
                </a:lnTo>
                <a:lnTo>
                  <a:pt x="2559406" y="314982"/>
                </a:lnTo>
                <a:lnTo>
                  <a:pt x="2568635" y="290274"/>
                </a:lnTo>
                <a:lnTo>
                  <a:pt x="2577865" y="265576"/>
                </a:lnTo>
                <a:lnTo>
                  <a:pt x="2587095" y="240868"/>
                </a:lnTo>
                <a:lnTo>
                  <a:pt x="2596325" y="216160"/>
                </a:lnTo>
                <a:lnTo>
                  <a:pt x="2605554" y="191462"/>
                </a:lnTo>
                <a:lnTo>
                  <a:pt x="2614784" y="166754"/>
                </a:lnTo>
                <a:lnTo>
                  <a:pt x="2624023" y="142046"/>
                </a:lnTo>
                <a:lnTo>
                  <a:pt x="2633253" y="117348"/>
                </a:lnTo>
                <a:lnTo>
                  <a:pt x="2642483" y="92640"/>
                </a:lnTo>
                <a:lnTo>
                  <a:pt x="2651712" y="67932"/>
                </a:lnTo>
                <a:lnTo>
                  <a:pt x="2660942" y="43234"/>
                </a:lnTo>
                <a:lnTo>
                  <a:pt x="2670172" y="18526"/>
                </a:lnTo>
                <a:lnTo>
                  <a:pt x="2674306" y="5791"/>
                </a:lnTo>
                <a:lnTo>
                  <a:pt x="2650798" y="17278"/>
                </a:lnTo>
                <a:lnTo>
                  <a:pt x="2625261" y="23832"/>
                </a:lnTo>
                <a:lnTo>
                  <a:pt x="2599363" y="28766"/>
                </a:lnTo>
                <a:lnTo>
                  <a:pt x="2573303" y="32823"/>
                </a:lnTo>
                <a:lnTo>
                  <a:pt x="2547156" y="36300"/>
                </a:lnTo>
                <a:lnTo>
                  <a:pt x="2520963" y="39367"/>
                </a:lnTo>
                <a:lnTo>
                  <a:pt x="2494740" y="42110"/>
                </a:lnTo>
                <a:lnTo>
                  <a:pt x="2468480" y="44606"/>
                </a:lnTo>
                <a:lnTo>
                  <a:pt x="2442210" y="46892"/>
                </a:lnTo>
                <a:lnTo>
                  <a:pt x="2415921" y="48997"/>
                </a:lnTo>
                <a:lnTo>
                  <a:pt x="2389622" y="50949"/>
                </a:lnTo>
                <a:lnTo>
                  <a:pt x="2363305" y="52769"/>
                </a:lnTo>
                <a:lnTo>
                  <a:pt x="2336987" y="54464"/>
                </a:lnTo>
                <a:lnTo>
                  <a:pt x="2310670" y="56055"/>
                </a:lnTo>
                <a:lnTo>
                  <a:pt x="2284333" y="57560"/>
                </a:lnTo>
                <a:lnTo>
                  <a:pt x="2258006" y="58979"/>
                </a:lnTo>
                <a:lnTo>
                  <a:pt x="2231660" y="60303"/>
                </a:lnTo>
                <a:lnTo>
                  <a:pt x="2205323" y="61570"/>
                </a:lnTo>
                <a:lnTo>
                  <a:pt x="2178977" y="62760"/>
                </a:lnTo>
                <a:lnTo>
                  <a:pt x="2152621" y="63884"/>
                </a:lnTo>
                <a:lnTo>
                  <a:pt x="2126275" y="64951"/>
                </a:lnTo>
                <a:lnTo>
                  <a:pt x="2099920" y="65961"/>
                </a:lnTo>
                <a:lnTo>
                  <a:pt x="2073564" y="66923"/>
                </a:lnTo>
                <a:lnTo>
                  <a:pt x="2047208" y="67828"/>
                </a:lnTo>
                <a:lnTo>
                  <a:pt x="2020853" y="68694"/>
                </a:lnTo>
                <a:lnTo>
                  <a:pt x="1994487" y="69504"/>
                </a:lnTo>
                <a:lnTo>
                  <a:pt x="1968122" y="70275"/>
                </a:lnTo>
                <a:lnTo>
                  <a:pt x="1941767" y="71009"/>
                </a:lnTo>
                <a:lnTo>
                  <a:pt x="1915401" y="71695"/>
                </a:lnTo>
                <a:lnTo>
                  <a:pt x="1889036" y="72352"/>
                </a:lnTo>
                <a:lnTo>
                  <a:pt x="1862671" y="72962"/>
                </a:lnTo>
                <a:lnTo>
                  <a:pt x="1836306" y="73533"/>
                </a:lnTo>
                <a:lnTo>
                  <a:pt x="1809931" y="74076"/>
                </a:lnTo>
                <a:lnTo>
                  <a:pt x="1783566" y="74581"/>
                </a:lnTo>
                <a:lnTo>
                  <a:pt x="1757201" y="75057"/>
                </a:lnTo>
                <a:lnTo>
                  <a:pt x="1730826" y="75495"/>
                </a:lnTo>
                <a:lnTo>
                  <a:pt x="1704461" y="75905"/>
                </a:lnTo>
                <a:lnTo>
                  <a:pt x="1678086" y="76286"/>
                </a:lnTo>
                <a:lnTo>
                  <a:pt x="1651721" y="76638"/>
                </a:lnTo>
                <a:lnTo>
                  <a:pt x="1625346" y="76952"/>
                </a:lnTo>
                <a:lnTo>
                  <a:pt x="1598971" y="77238"/>
                </a:lnTo>
                <a:lnTo>
                  <a:pt x="1572606" y="77495"/>
                </a:lnTo>
                <a:lnTo>
                  <a:pt x="1546231" y="77734"/>
                </a:lnTo>
                <a:lnTo>
                  <a:pt x="1519857" y="77934"/>
                </a:lnTo>
                <a:lnTo>
                  <a:pt x="1493491" y="78115"/>
                </a:lnTo>
                <a:lnTo>
                  <a:pt x="1467117" y="78257"/>
                </a:lnTo>
                <a:lnTo>
                  <a:pt x="1440742" y="78372"/>
                </a:lnTo>
                <a:lnTo>
                  <a:pt x="1414367" y="78467"/>
                </a:lnTo>
                <a:lnTo>
                  <a:pt x="1387993" y="78534"/>
                </a:lnTo>
                <a:lnTo>
                  <a:pt x="1361627" y="78572"/>
                </a:lnTo>
                <a:lnTo>
                  <a:pt x="1335253" y="78581"/>
                </a:lnTo>
                <a:lnTo>
                  <a:pt x="1308878" y="78562"/>
                </a:lnTo>
                <a:lnTo>
                  <a:pt x="1282503" y="78515"/>
                </a:lnTo>
                <a:lnTo>
                  <a:pt x="1256128" y="78448"/>
                </a:lnTo>
                <a:lnTo>
                  <a:pt x="1229763" y="78343"/>
                </a:lnTo>
                <a:lnTo>
                  <a:pt x="1203389" y="78219"/>
                </a:lnTo>
                <a:lnTo>
                  <a:pt x="1177014" y="78067"/>
                </a:lnTo>
                <a:lnTo>
                  <a:pt x="1150639" y="77886"/>
                </a:lnTo>
                <a:lnTo>
                  <a:pt x="1124274" y="77676"/>
                </a:lnTo>
                <a:lnTo>
                  <a:pt x="1097899" y="77438"/>
                </a:lnTo>
                <a:lnTo>
                  <a:pt x="1071524" y="77172"/>
                </a:lnTo>
                <a:lnTo>
                  <a:pt x="1045159" y="76876"/>
                </a:lnTo>
                <a:lnTo>
                  <a:pt x="1018784" y="76552"/>
                </a:lnTo>
                <a:lnTo>
                  <a:pt x="992410" y="76200"/>
                </a:lnTo>
                <a:lnTo>
                  <a:pt x="966045" y="75809"/>
                </a:lnTo>
                <a:lnTo>
                  <a:pt x="939670" y="75390"/>
                </a:lnTo>
                <a:lnTo>
                  <a:pt x="913305" y="74943"/>
                </a:lnTo>
                <a:lnTo>
                  <a:pt x="886939" y="74457"/>
                </a:lnTo>
                <a:lnTo>
                  <a:pt x="860565" y="73943"/>
                </a:lnTo>
                <a:lnTo>
                  <a:pt x="834200" y="73390"/>
                </a:lnTo>
                <a:lnTo>
                  <a:pt x="807834" y="72809"/>
                </a:lnTo>
                <a:lnTo>
                  <a:pt x="781469" y="72190"/>
                </a:lnTo>
                <a:lnTo>
                  <a:pt x="755104" y="71523"/>
                </a:lnTo>
                <a:lnTo>
                  <a:pt x="728739" y="70828"/>
                </a:lnTo>
                <a:lnTo>
                  <a:pt x="702374" y="70094"/>
                </a:lnTo>
                <a:lnTo>
                  <a:pt x="676018" y="69313"/>
                </a:lnTo>
                <a:lnTo>
                  <a:pt x="649653" y="68485"/>
                </a:lnTo>
                <a:lnTo>
                  <a:pt x="623297" y="67608"/>
                </a:lnTo>
                <a:lnTo>
                  <a:pt x="596941" y="66694"/>
                </a:lnTo>
                <a:lnTo>
                  <a:pt x="570586" y="65713"/>
                </a:lnTo>
                <a:lnTo>
                  <a:pt x="544230" y="64694"/>
                </a:lnTo>
                <a:lnTo>
                  <a:pt x="517884" y="63608"/>
                </a:lnTo>
                <a:lnTo>
                  <a:pt x="491538" y="62465"/>
                </a:lnTo>
                <a:lnTo>
                  <a:pt x="465191" y="61265"/>
                </a:lnTo>
                <a:lnTo>
                  <a:pt x="438845" y="59979"/>
                </a:lnTo>
                <a:lnTo>
                  <a:pt x="412509" y="58626"/>
                </a:lnTo>
                <a:lnTo>
                  <a:pt x="386172" y="57188"/>
                </a:lnTo>
                <a:lnTo>
                  <a:pt x="359845" y="55664"/>
                </a:lnTo>
                <a:lnTo>
                  <a:pt x="333518" y="54045"/>
                </a:lnTo>
                <a:lnTo>
                  <a:pt x="307210" y="52321"/>
                </a:lnTo>
                <a:lnTo>
                  <a:pt x="280902" y="50473"/>
                </a:lnTo>
                <a:lnTo>
                  <a:pt x="254603" y="48482"/>
                </a:lnTo>
                <a:lnTo>
                  <a:pt x="228314" y="46339"/>
                </a:lnTo>
                <a:lnTo>
                  <a:pt x="202044" y="44006"/>
                </a:lnTo>
                <a:lnTo>
                  <a:pt x="175793" y="41453"/>
                </a:lnTo>
                <a:lnTo>
                  <a:pt x="149571" y="38633"/>
                </a:lnTo>
                <a:lnTo>
                  <a:pt x="123387" y="35471"/>
                </a:lnTo>
                <a:lnTo>
                  <a:pt x="97269" y="31871"/>
                </a:lnTo>
                <a:lnTo>
                  <a:pt x="71237" y="27632"/>
                </a:lnTo>
                <a:lnTo>
                  <a:pt x="45396" y="22393"/>
                </a:lnTo>
                <a:lnTo>
                  <a:pt x="20050" y="15164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10" name="funnel-step-cap-1">
            <a:extLst xmlns:a="http://schemas.openxmlformats.org/drawingml/2006/main">
              <a:ext uri="{FF2B5EF4-FFF2-40B4-BE49-F238E27FC236}">
                <a16:creationId xmlns:a16="http://schemas.microsoft.com/office/drawing/2014/main" id="{212E252D-1983-4F57-A170-76123F35A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042942" y="2577465"/>
            <a:ext cx="2677106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7EAC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11" name="funnel-step-body-2">
            <a:extLst xmlns:a="http://schemas.openxmlformats.org/drawingml/2006/main">
              <a:ext uri="{FF2B5EF4-FFF2-40B4-BE49-F238E27FC236}">
                <a16:creationId xmlns:a16="http://schemas.microsoft.com/office/drawing/2014/main" id="{F0A175A5-1CB1-4C59-B5ED-0D3278407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294221" y="3554730"/>
            <a:ext cx="2171281" cy="751046"/>
          </a:xfrm>
          <a:custGeom xmlns:a="http://schemas.openxmlformats.org/drawingml/2006/main">
            <a:pathLst>
              <a:path w="2171281" h="751046">
                <a:moveTo>
                  <a:pt x="0" y="0"/>
                </a:moveTo>
                <a:lnTo>
                  <a:pt x="7191" y="21155"/>
                </a:lnTo>
                <a:lnTo>
                  <a:pt x="14383" y="42301"/>
                </a:lnTo>
                <a:lnTo>
                  <a:pt x="21574" y="63456"/>
                </a:lnTo>
                <a:lnTo>
                  <a:pt x="28756" y="84601"/>
                </a:lnTo>
                <a:lnTo>
                  <a:pt x="35947" y="105756"/>
                </a:lnTo>
                <a:lnTo>
                  <a:pt x="43139" y="126902"/>
                </a:lnTo>
                <a:lnTo>
                  <a:pt x="50330" y="148057"/>
                </a:lnTo>
                <a:lnTo>
                  <a:pt x="57521" y="169202"/>
                </a:lnTo>
                <a:lnTo>
                  <a:pt x="64713" y="190357"/>
                </a:lnTo>
                <a:lnTo>
                  <a:pt x="71904" y="211503"/>
                </a:lnTo>
                <a:lnTo>
                  <a:pt x="79086" y="232658"/>
                </a:lnTo>
                <a:lnTo>
                  <a:pt x="86277" y="253813"/>
                </a:lnTo>
                <a:lnTo>
                  <a:pt x="93469" y="274958"/>
                </a:lnTo>
                <a:lnTo>
                  <a:pt x="100660" y="296113"/>
                </a:lnTo>
                <a:lnTo>
                  <a:pt x="107852" y="317259"/>
                </a:lnTo>
                <a:lnTo>
                  <a:pt x="115043" y="338414"/>
                </a:lnTo>
                <a:lnTo>
                  <a:pt x="122234" y="359559"/>
                </a:lnTo>
                <a:lnTo>
                  <a:pt x="129416" y="380714"/>
                </a:lnTo>
                <a:lnTo>
                  <a:pt x="136608" y="401860"/>
                </a:lnTo>
                <a:lnTo>
                  <a:pt x="143799" y="423015"/>
                </a:lnTo>
                <a:lnTo>
                  <a:pt x="150990" y="444160"/>
                </a:lnTo>
                <a:lnTo>
                  <a:pt x="158182" y="465315"/>
                </a:lnTo>
                <a:lnTo>
                  <a:pt x="165373" y="486461"/>
                </a:lnTo>
                <a:lnTo>
                  <a:pt x="172564" y="507616"/>
                </a:lnTo>
                <a:lnTo>
                  <a:pt x="179746" y="528771"/>
                </a:lnTo>
                <a:lnTo>
                  <a:pt x="186938" y="549916"/>
                </a:lnTo>
                <a:lnTo>
                  <a:pt x="194129" y="571071"/>
                </a:lnTo>
                <a:lnTo>
                  <a:pt x="201320" y="592217"/>
                </a:lnTo>
                <a:lnTo>
                  <a:pt x="208512" y="613372"/>
                </a:lnTo>
                <a:lnTo>
                  <a:pt x="215703" y="634517"/>
                </a:lnTo>
                <a:lnTo>
                  <a:pt x="222895" y="655672"/>
                </a:lnTo>
                <a:lnTo>
                  <a:pt x="229648" y="676904"/>
                </a:lnTo>
                <a:lnTo>
                  <a:pt x="246936" y="690439"/>
                </a:lnTo>
                <a:lnTo>
                  <a:pt x="267853" y="698221"/>
                </a:lnTo>
                <a:lnTo>
                  <a:pt x="289436" y="703974"/>
                </a:lnTo>
                <a:lnTo>
                  <a:pt x="311287" y="708641"/>
                </a:lnTo>
                <a:lnTo>
                  <a:pt x="333270" y="712594"/>
                </a:lnTo>
                <a:lnTo>
                  <a:pt x="355340" y="716051"/>
                </a:lnTo>
                <a:lnTo>
                  <a:pt x="377466" y="719118"/>
                </a:lnTo>
                <a:lnTo>
                  <a:pt x="399631" y="721881"/>
                </a:lnTo>
                <a:lnTo>
                  <a:pt x="421834" y="724376"/>
                </a:lnTo>
                <a:lnTo>
                  <a:pt x="444056" y="726662"/>
                </a:lnTo>
                <a:lnTo>
                  <a:pt x="466296" y="728767"/>
                </a:lnTo>
                <a:lnTo>
                  <a:pt x="488547" y="730701"/>
                </a:lnTo>
                <a:lnTo>
                  <a:pt x="510816" y="732501"/>
                </a:lnTo>
                <a:lnTo>
                  <a:pt x="533095" y="734158"/>
                </a:lnTo>
                <a:lnTo>
                  <a:pt x="555374" y="735711"/>
                </a:lnTo>
                <a:lnTo>
                  <a:pt x="577672" y="737159"/>
                </a:lnTo>
                <a:lnTo>
                  <a:pt x="599970" y="738492"/>
                </a:lnTo>
                <a:lnTo>
                  <a:pt x="622278" y="739740"/>
                </a:lnTo>
                <a:lnTo>
                  <a:pt x="644585" y="740912"/>
                </a:lnTo>
                <a:lnTo>
                  <a:pt x="666893" y="741988"/>
                </a:lnTo>
                <a:lnTo>
                  <a:pt x="689210" y="742998"/>
                </a:lnTo>
                <a:lnTo>
                  <a:pt x="711537" y="743931"/>
                </a:lnTo>
                <a:lnTo>
                  <a:pt x="733854" y="744807"/>
                </a:lnTo>
                <a:lnTo>
                  <a:pt x="756180" y="745598"/>
                </a:lnTo>
                <a:lnTo>
                  <a:pt x="778507" y="746341"/>
                </a:lnTo>
                <a:lnTo>
                  <a:pt x="800833" y="747017"/>
                </a:lnTo>
                <a:lnTo>
                  <a:pt x="823170" y="747636"/>
                </a:lnTo>
                <a:lnTo>
                  <a:pt x="845496" y="748208"/>
                </a:lnTo>
                <a:lnTo>
                  <a:pt x="867832" y="748722"/>
                </a:lnTo>
                <a:lnTo>
                  <a:pt x="890168" y="749170"/>
                </a:lnTo>
                <a:lnTo>
                  <a:pt x="912505" y="749579"/>
                </a:lnTo>
                <a:lnTo>
                  <a:pt x="934841" y="749932"/>
                </a:lnTo>
                <a:lnTo>
                  <a:pt x="957177" y="750237"/>
                </a:lnTo>
                <a:lnTo>
                  <a:pt x="979513" y="750484"/>
                </a:lnTo>
                <a:lnTo>
                  <a:pt x="1001859" y="750694"/>
                </a:lnTo>
                <a:lnTo>
                  <a:pt x="1024195" y="750856"/>
                </a:lnTo>
                <a:lnTo>
                  <a:pt x="1046531" y="750970"/>
                </a:lnTo>
                <a:lnTo>
                  <a:pt x="1068867" y="751027"/>
                </a:lnTo>
                <a:lnTo>
                  <a:pt x="1091213" y="751046"/>
                </a:lnTo>
                <a:lnTo>
                  <a:pt x="1113549" y="751008"/>
                </a:lnTo>
                <a:lnTo>
                  <a:pt x="1135885" y="750932"/>
                </a:lnTo>
                <a:lnTo>
                  <a:pt x="1158230" y="750799"/>
                </a:lnTo>
                <a:lnTo>
                  <a:pt x="1180567" y="750627"/>
                </a:lnTo>
                <a:lnTo>
                  <a:pt x="1202903" y="750408"/>
                </a:lnTo>
                <a:lnTo>
                  <a:pt x="1225239" y="750132"/>
                </a:lnTo>
                <a:lnTo>
                  <a:pt x="1247575" y="749818"/>
                </a:lnTo>
                <a:lnTo>
                  <a:pt x="1269921" y="749446"/>
                </a:lnTo>
                <a:lnTo>
                  <a:pt x="1292247" y="749017"/>
                </a:lnTo>
                <a:lnTo>
                  <a:pt x="1314583" y="748541"/>
                </a:lnTo>
                <a:lnTo>
                  <a:pt x="1336919" y="748008"/>
                </a:lnTo>
                <a:lnTo>
                  <a:pt x="1359246" y="747427"/>
                </a:lnTo>
                <a:lnTo>
                  <a:pt x="1381582" y="746789"/>
                </a:lnTo>
                <a:lnTo>
                  <a:pt x="1403909" y="746093"/>
                </a:lnTo>
                <a:lnTo>
                  <a:pt x="1426235" y="745322"/>
                </a:lnTo>
                <a:lnTo>
                  <a:pt x="1448562" y="744503"/>
                </a:lnTo>
                <a:lnTo>
                  <a:pt x="1470879" y="743607"/>
                </a:lnTo>
                <a:lnTo>
                  <a:pt x="1493196" y="742655"/>
                </a:lnTo>
                <a:lnTo>
                  <a:pt x="1515513" y="741617"/>
                </a:lnTo>
                <a:lnTo>
                  <a:pt x="1537830" y="740502"/>
                </a:lnTo>
                <a:lnTo>
                  <a:pt x="1560138" y="739311"/>
                </a:lnTo>
                <a:lnTo>
                  <a:pt x="1582436" y="738035"/>
                </a:lnTo>
                <a:lnTo>
                  <a:pt x="1604734" y="736654"/>
                </a:lnTo>
                <a:lnTo>
                  <a:pt x="1627022" y="735178"/>
                </a:lnTo>
                <a:lnTo>
                  <a:pt x="1649311" y="733596"/>
                </a:lnTo>
                <a:lnTo>
                  <a:pt x="1671580" y="731882"/>
                </a:lnTo>
                <a:lnTo>
                  <a:pt x="1693840" y="730044"/>
                </a:lnTo>
                <a:lnTo>
                  <a:pt x="1716091" y="728043"/>
                </a:lnTo>
                <a:lnTo>
                  <a:pt x="1738332" y="725881"/>
                </a:lnTo>
                <a:lnTo>
                  <a:pt x="1760544" y="723519"/>
                </a:lnTo>
                <a:lnTo>
                  <a:pt x="1782728" y="720938"/>
                </a:lnTo>
                <a:lnTo>
                  <a:pt x="1804883" y="718080"/>
                </a:lnTo>
                <a:lnTo>
                  <a:pt x="1827000" y="714880"/>
                </a:lnTo>
                <a:lnTo>
                  <a:pt x="1849041" y="711270"/>
                </a:lnTo>
                <a:lnTo>
                  <a:pt x="1870986" y="707088"/>
                </a:lnTo>
                <a:lnTo>
                  <a:pt x="1892760" y="702097"/>
                </a:lnTo>
                <a:lnTo>
                  <a:pt x="1914182" y="695792"/>
                </a:lnTo>
                <a:lnTo>
                  <a:pt x="1934575" y="686762"/>
                </a:lnTo>
                <a:lnTo>
                  <a:pt x="1947005" y="669379"/>
                </a:lnTo>
                <a:lnTo>
                  <a:pt x="1954197" y="648224"/>
                </a:lnTo>
                <a:lnTo>
                  <a:pt x="1961388" y="627078"/>
                </a:lnTo>
                <a:lnTo>
                  <a:pt x="1968579" y="605923"/>
                </a:lnTo>
                <a:lnTo>
                  <a:pt x="1975771" y="584768"/>
                </a:lnTo>
                <a:lnTo>
                  <a:pt x="1982962" y="563623"/>
                </a:lnTo>
                <a:lnTo>
                  <a:pt x="1990144" y="542468"/>
                </a:lnTo>
                <a:lnTo>
                  <a:pt x="1997335" y="521322"/>
                </a:lnTo>
                <a:lnTo>
                  <a:pt x="2004527" y="500167"/>
                </a:lnTo>
                <a:lnTo>
                  <a:pt x="2011718" y="479022"/>
                </a:lnTo>
                <a:lnTo>
                  <a:pt x="2018909" y="457867"/>
                </a:lnTo>
                <a:lnTo>
                  <a:pt x="2026101" y="436721"/>
                </a:lnTo>
                <a:lnTo>
                  <a:pt x="2033292" y="415566"/>
                </a:lnTo>
                <a:lnTo>
                  <a:pt x="2040474" y="394421"/>
                </a:lnTo>
                <a:lnTo>
                  <a:pt x="2047665" y="373266"/>
                </a:lnTo>
                <a:lnTo>
                  <a:pt x="2054857" y="352120"/>
                </a:lnTo>
                <a:lnTo>
                  <a:pt x="2062048" y="330965"/>
                </a:lnTo>
                <a:lnTo>
                  <a:pt x="2069240" y="309810"/>
                </a:lnTo>
                <a:lnTo>
                  <a:pt x="2076431" y="288665"/>
                </a:lnTo>
                <a:lnTo>
                  <a:pt x="2083622" y="267510"/>
                </a:lnTo>
                <a:lnTo>
                  <a:pt x="2090804" y="246364"/>
                </a:lnTo>
                <a:lnTo>
                  <a:pt x="2097996" y="225209"/>
                </a:lnTo>
                <a:lnTo>
                  <a:pt x="2105187" y="204064"/>
                </a:lnTo>
                <a:lnTo>
                  <a:pt x="2112378" y="182909"/>
                </a:lnTo>
                <a:lnTo>
                  <a:pt x="2119570" y="161763"/>
                </a:lnTo>
                <a:lnTo>
                  <a:pt x="2126761" y="140608"/>
                </a:lnTo>
                <a:lnTo>
                  <a:pt x="2133952" y="119463"/>
                </a:lnTo>
                <a:lnTo>
                  <a:pt x="2141134" y="98308"/>
                </a:lnTo>
                <a:lnTo>
                  <a:pt x="2148326" y="77153"/>
                </a:lnTo>
                <a:lnTo>
                  <a:pt x="2155517" y="56007"/>
                </a:lnTo>
                <a:lnTo>
                  <a:pt x="2162708" y="34852"/>
                </a:lnTo>
                <a:lnTo>
                  <a:pt x="2169900" y="13706"/>
                </a:lnTo>
                <a:lnTo>
                  <a:pt x="2171281" y="6934"/>
                </a:lnTo>
                <a:lnTo>
                  <a:pt x="2151926" y="17755"/>
                </a:lnTo>
                <a:lnTo>
                  <a:pt x="2130581" y="24317"/>
                </a:lnTo>
                <a:lnTo>
                  <a:pt x="2108806" y="29308"/>
                </a:lnTo>
                <a:lnTo>
                  <a:pt x="2086851" y="33414"/>
                </a:lnTo>
                <a:lnTo>
                  <a:pt x="2064791" y="36938"/>
                </a:lnTo>
                <a:lnTo>
                  <a:pt x="2042674" y="40043"/>
                </a:lnTo>
                <a:lnTo>
                  <a:pt x="2020510" y="42824"/>
                </a:lnTo>
                <a:lnTo>
                  <a:pt x="1998307" y="45358"/>
                </a:lnTo>
                <a:lnTo>
                  <a:pt x="1976095" y="47663"/>
                </a:lnTo>
                <a:lnTo>
                  <a:pt x="1953854" y="49797"/>
                </a:lnTo>
                <a:lnTo>
                  <a:pt x="1931603" y="51768"/>
                </a:lnTo>
                <a:lnTo>
                  <a:pt x="1909343" y="53607"/>
                </a:lnTo>
                <a:lnTo>
                  <a:pt x="1887064" y="55321"/>
                </a:lnTo>
                <a:lnTo>
                  <a:pt x="1864785" y="56921"/>
                </a:lnTo>
                <a:lnTo>
                  <a:pt x="1842497" y="58426"/>
                </a:lnTo>
                <a:lnTo>
                  <a:pt x="1820199" y="59846"/>
                </a:lnTo>
                <a:lnTo>
                  <a:pt x="1797901" y="61189"/>
                </a:lnTo>
                <a:lnTo>
                  <a:pt x="1775603" y="62455"/>
                </a:lnTo>
                <a:lnTo>
                  <a:pt x="1753295" y="63646"/>
                </a:lnTo>
                <a:lnTo>
                  <a:pt x="1730978" y="64760"/>
                </a:lnTo>
                <a:lnTo>
                  <a:pt x="1708661" y="65827"/>
                </a:lnTo>
                <a:lnTo>
                  <a:pt x="1686344" y="66837"/>
                </a:lnTo>
                <a:lnTo>
                  <a:pt x="1664027" y="67780"/>
                </a:lnTo>
                <a:lnTo>
                  <a:pt x="1641710" y="68685"/>
                </a:lnTo>
                <a:lnTo>
                  <a:pt x="1619383" y="69533"/>
                </a:lnTo>
                <a:lnTo>
                  <a:pt x="1597057" y="70333"/>
                </a:lnTo>
                <a:lnTo>
                  <a:pt x="1574730" y="71085"/>
                </a:lnTo>
                <a:lnTo>
                  <a:pt x="1552404" y="71799"/>
                </a:lnTo>
                <a:lnTo>
                  <a:pt x="1530077" y="72476"/>
                </a:lnTo>
                <a:lnTo>
                  <a:pt x="1507750" y="73104"/>
                </a:lnTo>
                <a:lnTo>
                  <a:pt x="1485414" y="73695"/>
                </a:lnTo>
                <a:lnTo>
                  <a:pt x="1463078" y="74247"/>
                </a:lnTo>
                <a:lnTo>
                  <a:pt x="1440752" y="74762"/>
                </a:lnTo>
                <a:lnTo>
                  <a:pt x="1418415" y="75248"/>
                </a:lnTo>
                <a:lnTo>
                  <a:pt x="1396079" y="75686"/>
                </a:lnTo>
                <a:lnTo>
                  <a:pt x="1373743" y="76105"/>
                </a:lnTo>
                <a:lnTo>
                  <a:pt x="1351407" y="76476"/>
                </a:lnTo>
                <a:lnTo>
                  <a:pt x="1329071" y="76819"/>
                </a:lnTo>
                <a:lnTo>
                  <a:pt x="1306735" y="77133"/>
                </a:lnTo>
                <a:lnTo>
                  <a:pt x="1284399" y="77419"/>
                </a:lnTo>
                <a:lnTo>
                  <a:pt x="1262063" y="77667"/>
                </a:lnTo>
                <a:lnTo>
                  <a:pt x="1239717" y="77895"/>
                </a:lnTo>
                <a:lnTo>
                  <a:pt x="1217381" y="78076"/>
                </a:lnTo>
                <a:lnTo>
                  <a:pt x="1195045" y="78238"/>
                </a:lnTo>
                <a:lnTo>
                  <a:pt x="1172699" y="78362"/>
                </a:lnTo>
                <a:lnTo>
                  <a:pt x="1150363" y="78457"/>
                </a:lnTo>
                <a:lnTo>
                  <a:pt x="1128027" y="78524"/>
                </a:lnTo>
                <a:lnTo>
                  <a:pt x="1105691" y="78572"/>
                </a:lnTo>
                <a:lnTo>
                  <a:pt x="1083345" y="78581"/>
                </a:lnTo>
                <a:lnTo>
                  <a:pt x="1061009" y="78562"/>
                </a:lnTo>
                <a:lnTo>
                  <a:pt x="1038673" y="78505"/>
                </a:lnTo>
                <a:lnTo>
                  <a:pt x="1016327" y="78429"/>
                </a:lnTo>
                <a:lnTo>
                  <a:pt x="993991" y="78324"/>
                </a:lnTo>
                <a:lnTo>
                  <a:pt x="971655" y="78181"/>
                </a:lnTo>
                <a:lnTo>
                  <a:pt x="949309" y="78010"/>
                </a:lnTo>
                <a:lnTo>
                  <a:pt x="926973" y="77810"/>
                </a:lnTo>
                <a:lnTo>
                  <a:pt x="904637" y="77581"/>
                </a:lnTo>
                <a:lnTo>
                  <a:pt x="882301" y="77324"/>
                </a:lnTo>
                <a:lnTo>
                  <a:pt x="859965" y="77038"/>
                </a:lnTo>
                <a:lnTo>
                  <a:pt x="837619" y="76705"/>
                </a:lnTo>
                <a:lnTo>
                  <a:pt x="815283" y="76352"/>
                </a:lnTo>
                <a:lnTo>
                  <a:pt x="792947" y="75962"/>
                </a:lnTo>
                <a:lnTo>
                  <a:pt x="770620" y="75533"/>
                </a:lnTo>
                <a:lnTo>
                  <a:pt x="748284" y="75076"/>
                </a:lnTo>
                <a:lnTo>
                  <a:pt x="725948" y="74581"/>
                </a:lnTo>
                <a:lnTo>
                  <a:pt x="703612" y="74057"/>
                </a:lnTo>
                <a:lnTo>
                  <a:pt x="681285" y="73485"/>
                </a:lnTo>
                <a:lnTo>
                  <a:pt x="658949" y="72885"/>
                </a:lnTo>
                <a:lnTo>
                  <a:pt x="636622" y="72238"/>
                </a:lnTo>
                <a:lnTo>
                  <a:pt x="614296" y="71561"/>
                </a:lnTo>
                <a:lnTo>
                  <a:pt x="591960" y="70828"/>
                </a:lnTo>
                <a:lnTo>
                  <a:pt x="569643" y="70056"/>
                </a:lnTo>
                <a:lnTo>
                  <a:pt x="547316" y="69237"/>
                </a:lnTo>
                <a:lnTo>
                  <a:pt x="524989" y="68370"/>
                </a:lnTo>
                <a:lnTo>
                  <a:pt x="502672" y="67456"/>
                </a:lnTo>
                <a:lnTo>
                  <a:pt x="480355" y="66485"/>
                </a:lnTo>
                <a:lnTo>
                  <a:pt x="458038" y="65465"/>
                </a:lnTo>
                <a:lnTo>
                  <a:pt x="435721" y="64379"/>
                </a:lnTo>
                <a:lnTo>
                  <a:pt x="413414" y="63227"/>
                </a:lnTo>
                <a:lnTo>
                  <a:pt x="391106" y="62008"/>
                </a:lnTo>
                <a:lnTo>
                  <a:pt x="368808" y="60722"/>
                </a:lnTo>
                <a:lnTo>
                  <a:pt x="346510" y="59360"/>
                </a:lnTo>
                <a:lnTo>
                  <a:pt x="324212" y="57912"/>
                </a:lnTo>
                <a:lnTo>
                  <a:pt x="301933" y="56369"/>
                </a:lnTo>
                <a:lnTo>
                  <a:pt x="279654" y="54731"/>
                </a:lnTo>
                <a:lnTo>
                  <a:pt x="257385" y="52969"/>
                </a:lnTo>
                <a:lnTo>
                  <a:pt x="235125" y="51092"/>
                </a:lnTo>
                <a:lnTo>
                  <a:pt x="212874" y="49063"/>
                </a:lnTo>
                <a:lnTo>
                  <a:pt x="190643" y="46873"/>
                </a:lnTo>
                <a:lnTo>
                  <a:pt x="168431" y="44491"/>
                </a:lnTo>
                <a:lnTo>
                  <a:pt x="146247" y="41881"/>
                </a:lnTo>
                <a:lnTo>
                  <a:pt x="124092" y="38995"/>
                </a:lnTo>
                <a:lnTo>
                  <a:pt x="101994" y="35747"/>
                </a:lnTo>
                <a:lnTo>
                  <a:pt x="79962" y="32042"/>
                </a:lnTo>
                <a:lnTo>
                  <a:pt x="58055" y="27670"/>
                </a:lnTo>
                <a:lnTo>
                  <a:pt x="36386" y="22250"/>
                </a:lnTo>
                <a:lnTo>
                  <a:pt x="15364" y="14745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12" name="funnel-step-cap-2">
            <a:extLst xmlns:a="http://schemas.openxmlformats.org/drawingml/2006/main">
              <a:ext uri="{FF2B5EF4-FFF2-40B4-BE49-F238E27FC236}">
                <a16:creationId xmlns:a16="http://schemas.microsoft.com/office/drawing/2014/main" id="{C39FF4DB-BD41-4834-BECE-F3E1EECED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294250" y="3430905"/>
            <a:ext cx="217451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7EAC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13" name="funnel-step-body-3">
            <a:extLst xmlns:a="http://schemas.openxmlformats.org/drawingml/2006/main">
              <a:ext uri="{FF2B5EF4-FFF2-40B4-BE49-F238E27FC236}">
                <a16:creationId xmlns:a16="http://schemas.microsoft.com/office/drawing/2014/main" id="{EAC02DB1-1008-4DB2-B823-26526A0F6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522821" y="4408170"/>
            <a:ext cx="1714891" cy="751037"/>
          </a:xfrm>
          <a:custGeom xmlns:a="http://schemas.openxmlformats.org/drawingml/2006/main">
            <a:pathLst>
              <a:path w="1714891" h="751037">
                <a:moveTo>
                  <a:pt x="0" y="0"/>
                </a:moveTo>
                <a:lnTo>
                  <a:pt x="5801" y="18136"/>
                </a:lnTo>
                <a:lnTo>
                  <a:pt x="11601" y="36271"/>
                </a:lnTo>
                <a:lnTo>
                  <a:pt x="17402" y="54416"/>
                </a:lnTo>
                <a:lnTo>
                  <a:pt x="23203" y="72552"/>
                </a:lnTo>
                <a:lnTo>
                  <a:pt x="29004" y="90688"/>
                </a:lnTo>
                <a:lnTo>
                  <a:pt x="34804" y="108823"/>
                </a:lnTo>
                <a:lnTo>
                  <a:pt x="40605" y="126959"/>
                </a:lnTo>
                <a:lnTo>
                  <a:pt x="46406" y="145094"/>
                </a:lnTo>
                <a:lnTo>
                  <a:pt x="52207" y="163239"/>
                </a:lnTo>
                <a:lnTo>
                  <a:pt x="58007" y="181375"/>
                </a:lnTo>
                <a:lnTo>
                  <a:pt x="63808" y="199511"/>
                </a:lnTo>
                <a:lnTo>
                  <a:pt x="69609" y="217646"/>
                </a:lnTo>
                <a:lnTo>
                  <a:pt x="75409" y="235782"/>
                </a:lnTo>
                <a:lnTo>
                  <a:pt x="81210" y="253927"/>
                </a:lnTo>
                <a:lnTo>
                  <a:pt x="87011" y="272063"/>
                </a:lnTo>
                <a:lnTo>
                  <a:pt x="92812" y="290198"/>
                </a:lnTo>
                <a:lnTo>
                  <a:pt x="98612" y="308334"/>
                </a:lnTo>
                <a:lnTo>
                  <a:pt x="104413" y="326469"/>
                </a:lnTo>
                <a:lnTo>
                  <a:pt x="110214" y="344605"/>
                </a:lnTo>
                <a:lnTo>
                  <a:pt x="116015" y="362750"/>
                </a:lnTo>
                <a:lnTo>
                  <a:pt x="121815" y="380886"/>
                </a:lnTo>
                <a:lnTo>
                  <a:pt x="127616" y="399021"/>
                </a:lnTo>
                <a:lnTo>
                  <a:pt x="133417" y="417157"/>
                </a:lnTo>
                <a:lnTo>
                  <a:pt x="139217" y="435293"/>
                </a:lnTo>
                <a:lnTo>
                  <a:pt x="145018" y="453438"/>
                </a:lnTo>
                <a:lnTo>
                  <a:pt x="150819" y="471573"/>
                </a:lnTo>
                <a:lnTo>
                  <a:pt x="156620" y="489709"/>
                </a:lnTo>
                <a:lnTo>
                  <a:pt x="162420" y="507844"/>
                </a:lnTo>
                <a:lnTo>
                  <a:pt x="168221" y="525980"/>
                </a:lnTo>
                <a:lnTo>
                  <a:pt x="174022" y="544116"/>
                </a:lnTo>
                <a:lnTo>
                  <a:pt x="179822" y="562261"/>
                </a:lnTo>
                <a:lnTo>
                  <a:pt x="185623" y="580396"/>
                </a:lnTo>
                <a:lnTo>
                  <a:pt x="191424" y="598532"/>
                </a:lnTo>
                <a:lnTo>
                  <a:pt x="197225" y="616668"/>
                </a:lnTo>
                <a:lnTo>
                  <a:pt x="203025" y="634803"/>
                </a:lnTo>
                <a:lnTo>
                  <a:pt x="208826" y="652948"/>
                </a:lnTo>
                <a:lnTo>
                  <a:pt x="214636" y="671084"/>
                </a:lnTo>
                <a:lnTo>
                  <a:pt x="223895" y="686991"/>
                </a:lnTo>
                <a:lnTo>
                  <a:pt x="240354" y="696458"/>
                </a:lnTo>
                <a:lnTo>
                  <a:pt x="258166" y="703174"/>
                </a:lnTo>
                <a:lnTo>
                  <a:pt x="276454" y="708479"/>
                </a:lnTo>
                <a:lnTo>
                  <a:pt x="294970" y="712918"/>
                </a:lnTo>
                <a:lnTo>
                  <a:pt x="313620" y="716737"/>
                </a:lnTo>
                <a:lnTo>
                  <a:pt x="332365" y="720100"/>
                </a:lnTo>
                <a:lnTo>
                  <a:pt x="351168" y="723090"/>
                </a:lnTo>
                <a:lnTo>
                  <a:pt x="370027" y="725786"/>
                </a:lnTo>
                <a:lnTo>
                  <a:pt x="388906" y="728243"/>
                </a:lnTo>
                <a:lnTo>
                  <a:pt x="407822" y="730472"/>
                </a:lnTo>
                <a:lnTo>
                  <a:pt x="426749" y="732520"/>
                </a:lnTo>
                <a:lnTo>
                  <a:pt x="445703" y="734387"/>
                </a:lnTo>
                <a:lnTo>
                  <a:pt x="464668" y="736130"/>
                </a:lnTo>
                <a:lnTo>
                  <a:pt x="483641" y="737721"/>
                </a:lnTo>
                <a:lnTo>
                  <a:pt x="502625" y="739197"/>
                </a:lnTo>
                <a:lnTo>
                  <a:pt x="521618" y="740550"/>
                </a:lnTo>
                <a:lnTo>
                  <a:pt x="540620" y="741807"/>
                </a:lnTo>
                <a:lnTo>
                  <a:pt x="559622" y="742960"/>
                </a:lnTo>
                <a:lnTo>
                  <a:pt x="578634" y="744017"/>
                </a:lnTo>
                <a:lnTo>
                  <a:pt x="597656" y="744988"/>
                </a:lnTo>
                <a:lnTo>
                  <a:pt x="616677" y="745884"/>
                </a:lnTo>
                <a:lnTo>
                  <a:pt x="635699" y="746693"/>
                </a:lnTo>
                <a:lnTo>
                  <a:pt x="654729" y="747427"/>
                </a:lnTo>
                <a:lnTo>
                  <a:pt x="673760" y="748084"/>
                </a:lnTo>
                <a:lnTo>
                  <a:pt x="692791" y="748675"/>
                </a:lnTo>
                <a:lnTo>
                  <a:pt x="711832" y="749198"/>
                </a:lnTo>
                <a:lnTo>
                  <a:pt x="730863" y="749646"/>
                </a:lnTo>
                <a:lnTo>
                  <a:pt x="749903" y="750037"/>
                </a:lnTo>
                <a:lnTo>
                  <a:pt x="768944" y="750360"/>
                </a:lnTo>
                <a:lnTo>
                  <a:pt x="787984" y="750618"/>
                </a:lnTo>
                <a:lnTo>
                  <a:pt x="807025" y="750818"/>
                </a:lnTo>
                <a:lnTo>
                  <a:pt x="826065" y="750951"/>
                </a:lnTo>
                <a:lnTo>
                  <a:pt x="845115" y="751027"/>
                </a:lnTo>
                <a:lnTo>
                  <a:pt x="864156" y="751037"/>
                </a:lnTo>
                <a:lnTo>
                  <a:pt x="883196" y="750989"/>
                </a:lnTo>
                <a:lnTo>
                  <a:pt x="902237" y="750884"/>
                </a:lnTo>
                <a:lnTo>
                  <a:pt x="921277" y="750713"/>
                </a:lnTo>
                <a:lnTo>
                  <a:pt x="940318" y="750475"/>
                </a:lnTo>
                <a:lnTo>
                  <a:pt x="959358" y="750179"/>
                </a:lnTo>
                <a:lnTo>
                  <a:pt x="978398" y="749827"/>
                </a:lnTo>
                <a:lnTo>
                  <a:pt x="997439" y="749398"/>
                </a:lnTo>
                <a:lnTo>
                  <a:pt x="1016470" y="748903"/>
                </a:lnTo>
                <a:lnTo>
                  <a:pt x="1035510" y="748351"/>
                </a:lnTo>
                <a:lnTo>
                  <a:pt x="1054541" y="747713"/>
                </a:lnTo>
                <a:lnTo>
                  <a:pt x="1073572" y="747008"/>
                </a:lnTo>
                <a:lnTo>
                  <a:pt x="1092594" y="746236"/>
                </a:lnTo>
                <a:lnTo>
                  <a:pt x="1111615" y="745379"/>
                </a:lnTo>
                <a:lnTo>
                  <a:pt x="1130637" y="744436"/>
                </a:lnTo>
                <a:lnTo>
                  <a:pt x="1149648" y="743417"/>
                </a:lnTo>
                <a:lnTo>
                  <a:pt x="1168660" y="742302"/>
                </a:lnTo>
                <a:lnTo>
                  <a:pt x="1187663" y="741093"/>
                </a:lnTo>
                <a:lnTo>
                  <a:pt x="1206665" y="739778"/>
                </a:lnTo>
                <a:lnTo>
                  <a:pt x="1225648" y="738359"/>
                </a:lnTo>
                <a:lnTo>
                  <a:pt x="1244632" y="736816"/>
                </a:lnTo>
                <a:lnTo>
                  <a:pt x="1263606" y="735149"/>
                </a:lnTo>
                <a:lnTo>
                  <a:pt x="1282560" y="733330"/>
                </a:lnTo>
                <a:lnTo>
                  <a:pt x="1301496" y="731368"/>
                </a:lnTo>
                <a:lnTo>
                  <a:pt x="1320413" y="729215"/>
                </a:lnTo>
                <a:lnTo>
                  <a:pt x="1339310" y="726862"/>
                </a:lnTo>
                <a:lnTo>
                  <a:pt x="1358179" y="724271"/>
                </a:lnTo>
                <a:lnTo>
                  <a:pt x="1377001" y="721414"/>
                </a:lnTo>
                <a:lnTo>
                  <a:pt x="1395774" y="718214"/>
                </a:lnTo>
                <a:lnTo>
                  <a:pt x="1414472" y="714604"/>
                </a:lnTo>
                <a:lnTo>
                  <a:pt x="1433055" y="710460"/>
                </a:lnTo>
                <a:lnTo>
                  <a:pt x="1451458" y="705555"/>
                </a:lnTo>
                <a:lnTo>
                  <a:pt x="1469517" y="699535"/>
                </a:lnTo>
                <a:lnTo>
                  <a:pt x="1486767" y="691515"/>
                </a:lnTo>
                <a:lnTo>
                  <a:pt x="1500654" y="678837"/>
                </a:lnTo>
                <a:lnTo>
                  <a:pt x="1506064" y="660654"/>
                </a:lnTo>
                <a:lnTo>
                  <a:pt x="1511865" y="642518"/>
                </a:lnTo>
                <a:lnTo>
                  <a:pt x="1517666" y="624373"/>
                </a:lnTo>
                <a:lnTo>
                  <a:pt x="1523467" y="606238"/>
                </a:lnTo>
                <a:lnTo>
                  <a:pt x="1529267" y="588102"/>
                </a:lnTo>
                <a:lnTo>
                  <a:pt x="1535068" y="569966"/>
                </a:lnTo>
                <a:lnTo>
                  <a:pt x="1540869" y="551831"/>
                </a:lnTo>
                <a:lnTo>
                  <a:pt x="1546670" y="533686"/>
                </a:lnTo>
                <a:lnTo>
                  <a:pt x="1552470" y="515550"/>
                </a:lnTo>
                <a:lnTo>
                  <a:pt x="1558271" y="497415"/>
                </a:lnTo>
                <a:lnTo>
                  <a:pt x="1564072" y="479279"/>
                </a:lnTo>
                <a:lnTo>
                  <a:pt x="1569872" y="461143"/>
                </a:lnTo>
                <a:lnTo>
                  <a:pt x="1575673" y="443008"/>
                </a:lnTo>
                <a:lnTo>
                  <a:pt x="1581474" y="424863"/>
                </a:lnTo>
                <a:lnTo>
                  <a:pt x="1587275" y="406727"/>
                </a:lnTo>
                <a:lnTo>
                  <a:pt x="1593075" y="388591"/>
                </a:lnTo>
                <a:lnTo>
                  <a:pt x="1598876" y="370456"/>
                </a:lnTo>
                <a:lnTo>
                  <a:pt x="1604677" y="352320"/>
                </a:lnTo>
                <a:lnTo>
                  <a:pt x="1610477" y="334175"/>
                </a:lnTo>
                <a:lnTo>
                  <a:pt x="1616278" y="316040"/>
                </a:lnTo>
                <a:lnTo>
                  <a:pt x="1622079" y="297904"/>
                </a:lnTo>
                <a:lnTo>
                  <a:pt x="1627880" y="279768"/>
                </a:lnTo>
                <a:lnTo>
                  <a:pt x="1633680" y="261633"/>
                </a:lnTo>
                <a:lnTo>
                  <a:pt x="1639481" y="243497"/>
                </a:lnTo>
                <a:lnTo>
                  <a:pt x="1645282" y="225352"/>
                </a:lnTo>
                <a:lnTo>
                  <a:pt x="1651083" y="207216"/>
                </a:lnTo>
                <a:lnTo>
                  <a:pt x="1656883" y="189081"/>
                </a:lnTo>
                <a:lnTo>
                  <a:pt x="1662684" y="170945"/>
                </a:lnTo>
                <a:lnTo>
                  <a:pt x="1668485" y="152810"/>
                </a:lnTo>
                <a:lnTo>
                  <a:pt x="1674285" y="134664"/>
                </a:lnTo>
                <a:lnTo>
                  <a:pt x="1680086" y="116529"/>
                </a:lnTo>
                <a:lnTo>
                  <a:pt x="1685887" y="98393"/>
                </a:lnTo>
                <a:lnTo>
                  <a:pt x="1691688" y="80258"/>
                </a:lnTo>
                <a:lnTo>
                  <a:pt x="1697488" y="62122"/>
                </a:lnTo>
                <a:lnTo>
                  <a:pt x="1703289" y="43986"/>
                </a:lnTo>
                <a:lnTo>
                  <a:pt x="1709090" y="25841"/>
                </a:lnTo>
                <a:lnTo>
                  <a:pt x="1714891" y="7706"/>
                </a:lnTo>
                <a:lnTo>
                  <a:pt x="1712481" y="9468"/>
                </a:lnTo>
                <a:lnTo>
                  <a:pt x="1696241" y="19231"/>
                </a:lnTo>
                <a:lnTo>
                  <a:pt x="1678334" y="25679"/>
                </a:lnTo>
                <a:lnTo>
                  <a:pt x="1659969" y="30680"/>
                </a:lnTo>
                <a:lnTo>
                  <a:pt x="1641377" y="34823"/>
                </a:lnTo>
                <a:lnTo>
                  <a:pt x="1622679" y="38405"/>
                </a:lnTo>
                <a:lnTo>
                  <a:pt x="1603896" y="41558"/>
                </a:lnTo>
                <a:lnTo>
                  <a:pt x="1585065" y="44387"/>
                </a:lnTo>
                <a:lnTo>
                  <a:pt x="1566196" y="46949"/>
                </a:lnTo>
                <a:lnTo>
                  <a:pt x="1547298" y="49292"/>
                </a:lnTo>
                <a:lnTo>
                  <a:pt x="1528382" y="51454"/>
                </a:lnTo>
                <a:lnTo>
                  <a:pt x="1509446" y="53445"/>
                </a:lnTo>
                <a:lnTo>
                  <a:pt x="1490491" y="55302"/>
                </a:lnTo>
                <a:lnTo>
                  <a:pt x="1471527" y="57026"/>
                </a:lnTo>
                <a:lnTo>
                  <a:pt x="1452553" y="58645"/>
                </a:lnTo>
                <a:lnTo>
                  <a:pt x="1433570" y="60160"/>
                </a:lnTo>
                <a:lnTo>
                  <a:pt x="1414586" y="61579"/>
                </a:lnTo>
                <a:lnTo>
                  <a:pt x="1395584" y="62903"/>
                </a:lnTo>
                <a:lnTo>
                  <a:pt x="1376582" y="64160"/>
                </a:lnTo>
                <a:lnTo>
                  <a:pt x="1357579" y="65342"/>
                </a:lnTo>
                <a:lnTo>
                  <a:pt x="1338567" y="66456"/>
                </a:lnTo>
                <a:lnTo>
                  <a:pt x="1319555" y="67504"/>
                </a:lnTo>
                <a:lnTo>
                  <a:pt x="1300544" y="68485"/>
                </a:lnTo>
                <a:lnTo>
                  <a:pt x="1281522" y="69409"/>
                </a:lnTo>
                <a:lnTo>
                  <a:pt x="1262501" y="70275"/>
                </a:lnTo>
                <a:lnTo>
                  <a:pt x="1243470" y="71095"/>
                </a:lnTo>
                <a:lnTo>
                  <a:pt x="1224448" y="71866"/>
                </a:lnTo>
                <a:lnTo>
                  <a:pt x="1205417" y="72581"/>
                </a:lnTo>
                <a:lnTo>
                  <a:pt x="1186386" y="73247"/>
                </a:lnTo>
                <a:lnTo>
                  <a:pt x="1167355" y="73876"/>
                </a:lnTo>
                <a:lnTo>
                  <a:pt x="1148324" y="74457"/>
                </a:lnTo>
                <a:lnTo>
                  <a:pt x="1129284" y="75000"/>
                </a:lnTo>
                <a:lnTo>
                  <a:pt x="1110253" y="75495"/>
                </a:lnTo>
                <a:lnTo>
                  <a:pt x="1091213" y="75962"/>
                </a:lnTo>
                <a:lnTo>
                  <a:pt x="1072172" y="76381"/>
                </a:lnTo>
                <a:lnTo>
                  <a:pt x="1053141" y="76762"/>
                </a:lnTo>
                <a:lnTo>
                  <a:pt x="1034101" y="77105"/>
                </a:lnTo>
                <a:lnTo>
                  <a:pt x="1015060" y="77410"/>
                </a:lnTo>
                <a:lnTo>
                  <a:pt x="996020" y="77676"/>
                </a:lnTo>
                <a:lnTo>
                  <a:pt x="976979" y="77915"/>
                </a:lnTo>
                <a:lnTo>
                  <a:pt x="957939" y="78115"/>
                </a:lnTo>
                <a:lnTo>
                  <a:pt x="938898" y="78276"/>
                </a:lnTo>
                <a:lnTo>
                  <a:pt x="919848" y="78400"/>
                </a:lnTo>
                <a:lnTo>
                  <a:pt x="900808" y="78496"/>
                </a:lnTo>
                <a:lnTo>
                  <a:pt x="881767" y="78553"/>
                </a:lnTo>
                <a:lnTo>
                  <a:pt x="862727" y="78581"/>
                </a:lnTo>
                <a:lnTo>
                  <a:pt x="843686" y="78572"/>
                </a:lnTo>
                <a:lnTo>
                  <a:pt x="824636" y="78524"/>
                </a:lnTo>
                <a:lnTo>
                  <a:pt x="805596" y="78448"/>
                </a:lnTo>
                <a:lnTo>
                  <a:pt x="786555" y="78334"/>
                </a:lnTo>
                <a:lnTo>
                  <a:pt x="767515" y="78181"/>
                </a:lnTo>
                <a:lnTo>
                  <a:pt x="748475" y="78000"/>
                </a:lnTo>
                <a:lnTo>
                  <a:pt x="729434" y="77781"/>
                </a:lnTo>
                <a:lnTo>
                  <a:pt x="710394" y="77524"/>
                </a:lnTo>
                <a:lnTo>
                  <a:pt x="691353" y="77238"/>
                </a:lnTo>
                <a:lnTo>
                  <a:pt x="672313" y="76905"/>
                </a:lnTo>
                <a:lnTo>
                  <a:pt x="653272" y="76543"/>
                </a:lnTo>
                <a:lnTo>
                  <a:pt x="634232" y="76143"/>
                </a:lnTo>
                <a:lnTo>
                  <a:pt x="615201" y="75695"/>
                </a:lnTo>
                <a:lnTo>
                  <a:pt x="596160" y="75219"/>
                </a:lnTo>
                <a:lnTo>
                  <a:pt x="577129" y="74695"/>
                </a:lnTo>
                <a:lnTo>
                  <a:pt x="558089" y="74133"/>
                </a:lnTo>
                <a:lnTo>
                  <a:pt x="539058" y="73523"/>
                </a:lnTo>
                <a:lnTo>
                  <a:pt x="520027" y="72876"/>
                </a:lnTo>
                <a:lnTo>
                  <a:pt x="500996" y="72171"/>
                </a:lnTo>
                <a:lnTo>
                  <a:pt x="481975" y="71428"/>
                </a:lnTo>
                <a:lnTo>
                  <a:pt x="462944" y="70628"/>
                </a:lnTo>
                <a:lnTo>
                  <a:pt x="443922" y="69780"/>
                </a:lnTo>
                <a:lnTo>
                  <a:pt x="424901" y="68885"/>
                </a:lnTo>
                <a:lnTo>
                  <a:pt x="405879" y="67923"/>
                </a:lnTo>
                <a:lnTo>
                  <a:pt x="386867" y="66904"/>
                </a:lnTo>
                <a:lnTo>
                  <a:pt x="367856" y="65827"/>
                </a:lnTo>
                <a:lnTo>
                  <a:pt x="348844" y="64675"/>
                </a:lnTo>
                <a:lnTo>
                  <a:pt x="329841" y="63456"/>
                </a:lnTo>
                <a:lnTo>
                  <a:pt x="310848" y="62151"/>
                </a:lnTo>
                <a:lnTo>
                  <a:pt x="291856" y="60770"/>
                </a:lnTo>
                <a:lnTo>
                  <a:pt x="272872" y="59293"/>
                </a:lnTo>
                <a:lnTo>
                  <a:pt x="253889" y="57731"/>
                </a:lnTo>
                <a:lnTo>
                  <a:pt x="234925" y="56045"/>
                </a:lnTo>
                <a:lnTo>
                  <a:pt x="215970" y="54254"/>
                </a:lnTo>
                <a:lnTo>
                  <a:pt x="197025" y="52321"/>
                </a:lnTo>
                <a:lnTo>
                  <a:pt x="178098" y="50235"/>
                </a:lnTo>
                <a:lnTo>
                  <a:pt x="159182" y="47968"/>
                </a:lnTo>
                <a:lnTo>
                  <a:pt x="140303" y="45510"/>
                </a:lnTo>
                <a:lnTo>
                  <a:pt x="121453" y="42796"/>
                </a:lnTo>
                <a:lnTo>
                  <a:pt x="102651" y="39795"/>
                </a:lnTo>
                <a:lnTo>
                  <a:pt x="83915" y="36405"/>
                </a:lnTo>
                <a:lnTo>
                  <a:pt x="65275" y="32528"/>
                </a:lnTo>
                <a:lnTo>
                  <a:pt x="46796" y="27937"/>
                </a:lnTo>
                <a:lnTo>
                  <a:pt x="28632" y="22212"/>
                </a:lnTo>
                <a:lnTo>
                  <a:pt x="11354" y="14278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78A8D5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14" name="funnel-step-cap-3">
            <a:extLst xmlns:a="http://schemas.openxmlformats.org/drawingml/2006/main">
              <a:ext uri="{FF2B5EF4-FFF2-40B4-BE49-F238E27FC236}">
                <a16:creationId xmlns:a16="http://schemas.microsoft.com/office/drawing/2014/main" id="{E6510063-2772-4067-B276-D455A86D7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522859" y="4284345"/>
            <a:ext cx="1717272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8A8D5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15" name="funnel-step-body-4">
            <a:extLst xmlns:a="http://schemas.openxmlformats.org/drawingml/2006/main">
              <a:ext uri="{FF2B5EF4-FFF2-40B4-BE49-F238E27FC236}">
                <a16:creationId xmlns:a16="http://schemas.microsoft.com/office/drawing/2014/main" id="{9871674C-8F60-4259-B58B-554F6A41B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37896" y="5261610"/>
            <a:ext cx="1284656" cy="751037"/>
          </a:xfrm>
          <a:custGeom xmlns:a="http://schemas.openxmlformats.org/drawingml/2006/main">
            <a:pathLst>
              <a:path w="1284656" h="751037">
                <a:moveTo>
                  <a:pt x="0" y="0"/>
                </a:moveTo>
                <a:lnTo>
                  <a:pt x="5544" y="18145"/>
                </a:lnTo>
                <a:lnTo>
                  <a:pt x="11087" y="36281"/>
                </a:lnTo>
                <a:lnTo>
                  <a:pt x="16631" y="54426"/>
                </a:lnTo>
                <a:lnTo>
                  <a:pt x="22174" y="72571"/>
                </a:lnTo>
                <a:lnTo>
                  <a:pt x="27718" y="90707"/>
                </a:lnTo>
                <a:lnTo>
                  <a:pt x="33252" y="108852"/>
                </a:lnTo>
                <a:lnTo>
                  <a:pt x="38795" y="126987"/>
                </a:lnTo>
                <a:lnTo>
                  <a:pt x="44339" y="145132"/>
                </a:lnTo>
                <a:lnTo>
                  <a:pt x="49882" y="163278"/>
                </a:lnTo>
                <a:lnTo>
                  <a:pt x="55426" y="181413"/>
                </a:lnTo>
                <a:lnTo>
                  <a:pt x="60970" y="199558"/>
                </a:lnTo>
                <a:lnTo>
                  <a:pt x="66513" y="217703"/>
                </a:lnTo>
                <a:lnTo>
                  <a:pt x="72057" y="235839"/>
                </a:lnTo>
                <a:lnTo>
                  <a:pt x="77600" y="253984"/>
                </a:lnTo>
                <a:lnTo>
                  <a:pt x="83144" y="272129"/>
                </a:lnTo>
                <a:lnTo>
                  <a:pt x="88687" y="290265"/>
                </a:lnTo>
                <a:lnTo>
                  <a:pt x="94221" y="308410"/>
                </a:lnTo>
                <a:lnTo>
                  <a:pt x="99765" y="326546"/>
                </a:lnTo>
                <a:lnTo>
                  <a:pt x="105308" y="344691"/>
                </a:lnTo>
                <a:lnTo>
                  <a:pt x="110852" y="362836"/>
                </a:lnTo>
                <a:lnTo>
                  <a:pt x="116396" y="380971"/>
                </a:lnTo>
                <a:lnTo>
                  <a:pt x="121939" y="399117"/>
                </a:lnTo>
                <a:lnTo>
                  <a:pt x="127483" y="417262"/>
                </a:lnTo>
                <a:lnTo>
                  <a:pt x="133026" y="435397"/>
                </a:lnTo>
                <a:lnTo>
                  <a:pt x="138570" y="453542"/>
                </a:lnTo>
                <a:lnTo>
                  <a:pt x="144113" y="471678"/>
                </a:lnTo>
                <a:lnTo>
                  <a:pt x="149657" y="489823"/>
                </a:lnTo>
                <a:lnTo>
                  <a:pt x="155200" y="507968"/>
                </a:lnTo>
                <a:lnTo>
                  <a:pt x="160734" y="526104"/>
                </a:lnTo>
                <a:lnTo>
                  <a:pt x="166278" y="544249"/>
                </a:lnTo>
                <a:lnTo>
                  <a:pt x="171821" y="562394"/>
                </a:lnTo>
                <a:lnTo>
                  <a:pt x="177365" y="580530"/>
                </a:lnTo>
                <a:lnTo>
                  <a:pt x="182909" y="598675"/>
                </a:lnTo>
                <a:lnTo>
                  <a:pt x="188452" y="616820"/>
                </a:lnTo>
                <a:lnTo>
                  <a:pt x="193996" y="634956"/>
                </a:lnTo>
                <a:lnTo>
                  <a:pt x="199539" y="653101"/>
                </a:lnTo>
                <a:lnTo>
                  <a:pt x="205083" y="671236"/>
                </a:lnTo>
                <a:lnTo>
                  <a:pt x="212541" y="688200"/>
                </a:lnTo>
                <a:lnTo>
                  <a:pt x="227695" y="699497"/>
                </a:lnTo>
                <a:lnTo>
                  <a:pt x="244850" y="707546"/>
                </a:lnTo>
                <a:lnTo>
                  <a:pt x="262747" y="713842"/>
                </a:lnTo>
                <a:lnTo>
                  <a:pt x="280997" y="719004"/>
                </a:lnTo>
                <a:lnTo>
                  <a:pt x="299447" y="723386"/>
                </a:lnTo>
                <a:lnTo>
                  <a:pt x="318040" y="727167"/>
                </a:lnTo>
                <a:lnTo>
                  <a:pt x="336718" y="730482"/>
                </a:lnTo>
                <a:lnTo>
                  <a:pt x="355463" y="733396"/>
                </a:lnTo>
                <a:lnTo>
                  <a:pt x="374247" y="735987"/>
                </a:lnTo>
                <a:lnTo>
                  <a:pt x="393078" y="738283"/>
                </a:lnTo>
                <a:lnTo>
                  <a:pt x="411937" y="740321"/>
                </a:lnTo>
                <a:lnTo>
                  <a:pt x="430825" y="742140"/>
                </a:lnTo>
                <a:lnTo>
                  <a:pt x="449723" y="743760"/>
                </a:lnTo>
                <a:lnTo>
                  <a:pt x="468640" y="745188"/>
                </a:lnTo>
                <a:lnTo>
                  <a:pt x="487566" y="746436"/>
                </a:lnTo>
                <a:lnTo>
                  <a:pt x="506501" y="747512"/>
                </a:lnTo>
                <a:lnTo>
                  <a:pt x="525447" y="748446"/>
                </a:lnTo>
                <a:lnTo>
                  <a:pt x="544401" y="749227"/>
                </a:lnTo>
                <a:lnTo>
                  <a:pt x="563366" y="749865"/>
                </a:lnTo>
                <a:lnTo>
                  <a:pt x="582330" y="750360"/>
                </a:lnTo>
                <a:lnTo>
                  <a:pt x="601294" y="750713"/>
                </a:lnTo>
                <a:lnTo>
                  <a:pt x="620258" y="750941"/>
                </a:lnTo>
                <a:lnTo>
                  <a:pt x="639232" y="751037"/>
                </a:lnTo>
                <a:lnTo>
                  <a:pt x="658197" y="750999"/>
                </a:lnTo>
                <a:lnTo>
                  <a:pt x="677170" y="750837"/>
                </a:lnTo>
                <a:lnTo>
                  <a:pt x="696135" y="750541"/>
                </a:lnTo>
                <a:lnTo>
                  <a:pt x="715099" y="750113"/>
                </a:lnTo>
                <a:lnTo>
                  <a:pt x="734063" y="749532"/>
                </a:lnTo>
                <a:lnTo>
                  <a:pt x="753018" y="748827"/>
                </a:lnTo>
                <a:lnTo>
                  <a:pt x="771963" y="747960"/>
                </a:lnTo>
                <a:lnTo>
                  <a:pt x="790908" y="746951"/>
                </a:lnTo>
                <a:lnTo>
                  <a:pt x="809844" y="745779"/>
                </a:lnTo>
                <a:lnTo>
                  <a:pt x="828761" y="744436"/>
                </a:lnTo>
                <a:lnTo>
                  <a:pt x="847668" y="742912"/>
                </a:lnTo>
                <a:lnTo>
                  <a:pt x="866565" y="741188"/>
                </a:lnTo>
                <a:lnTo>
                  <a:pt x="885434" y="739254"/>
                </a:lnTo>
                <a:lnTo>
                  <a:pt x="904275" y="737083"/>
                </a:lnTo>
                <a:lnTo>
                  <a:pt x="923087" y="734625"/>
                </a:lnTo>
                <a:lnTo>
                  <a:pt x="941851" y="731872"/>
                </a:lnTo>
                <a:lnTo>
                  <a:pt x="960568" y="728748"/>
                </a:lnTo>
                <a:lnTo>
                  <a:pt x="979199" y="725195"/>
                </a:lnTo>
                <a:lnTo>
                  <a:pt x="997725" y="721119"/>
                </a:lnTo>
                <a:lnTo>
                  <a:pt x="1016079" y="716337"/>
                </a:lnTo>
                <a:lnTo>
                  <a:pt x="1034158" y="710622"/>
                </a:lnTo>
                <a:lnTo>
                  <a:pt x="1051731" y="703497"/>
                </a:lnTo>
                <a:lnTo>
                  <a:pt x="1068105" y="693972"/>
                </a:lnTo>
                <a:lnTo>
                  <a:pt x="1080297" y="679742"/>
                </a:lnTo>
                <a:lnTo>
                  <a:pt x="1085117" y="661464"/>
                </a:lnTo>
                <a:lnTo>
                  <a:pt x="1090660" y="643328"/>
                </a:lnTo>
                <a:lnTo>
                  <a:pt x="1096204" y="625183"/>
                </a:lnTo>
                <a:lnTo>
                  <a:pt x="1101738" y="607047"/>
                </a:lnTo>
                <a:lnTo>
                  <a:pt x="1107281" y="588902"/>
                </a:lnTo>
                <a:lnTo>
                  <a:pt x="1112825" y="570757"/>
                </a:lnTo>
                <a:lnTo>
                  <a:pt x="1118368" y="552621"/>
                </a:lnTo>
                <a:lnTo>
                  <a:pt x="1123912" y="534476"/>
                </a:lnTo>
                <a:lnTo>
                  <a:pt x="1129455" y="516331"/>
                </a:lnTo>
                <a:lnTo>
                  <a:pt x="1134999" y="498196"/>
                </a:lnTo>
                <a:lnTo>
                  <a:pt x="1140543" y="480050"/>
                </a:lnTo>
                <a:lnTo>
                  <a:pt x="1146086" y="461905"/>
                </a:lnTo>
                <a:lnTo>
                  <a:pt x="1151630" y="443770"/>
                </a:lnTo>
                <a:lnTo>
                  <a:pt x="1157173" y="425625"/>
                </a:lnTo>
                <a:lnTo>
                  <a:pt x="1162717" y="407489"/>
                </a:lnTo>
                <a:lnTo>
                  <a:pt x="1168251" y="389344"/>
                </a:lnTo>
                <a:lnTo>
                  <a:pt x="1173794" y="371199"/>
                </a:lnTo>
                <a:lnTo>
                  <a:pt x="1179338" y="353063"/>
                </a:lnTo>
                <a:lnTo>
                  <a:pt x="1184881" y="334918"/>
                </a:lnTo>
                <a:lnTo>
                  <a:pt x="1190425" y="316773"/>
                </a:lnTo>
                <a:lnTo>
                  <a:pt x="1195969" y="298637"/>
                </a:lnTo>
                <a:lnTo>
                  <a:pt x="1201512" y="280492"/>
                </a:lnTo>
                <a:lnTo>
                  <a:pt x="1207056" y="262347"/>
                </a:lnTo>
                <a:lnTo>
                  <a:pt x="1212599" y="244211"/>
                </a:lnTo>
                <a:lnTo>
                  <a:pt x="1218143" y="226066"/>
                </a:lnTo>
                <a:lnTo>
                  <a:pt x="1223686" y="207931"/>
                </a:lnTo>
                <a:lnTo>
                  <a:pt x="1229220" y="189786"/>
                </a:lnTo>
                <a:lnTo>
                  <a:pt x="1234764" y="171641"/>
                </a:lnTo>
                <a:lnTo>
                  <a:pt x="1240307" y="153505"/>
                </a:lnTo>
                <a:lnTo>
                  <a:pt x="1245851" y="135360"/>
                </a:lnTo>
                <a:lnTo>
                  <a:pt x="1251395" y="117215"/>
                </a:lnTo>
                <a:lnTo>
                  <a:pt x="1256938" y="99079"/>
                </a:lnTo>
                <a:lnTo>
                  <a:pt x="1262482" y="80934"/>
                </a:lnTo>
                <a:lnTo>
                  <a:pt x="1268025" y="62798"/>
                </a:lnTo>
                <a:lnTo>
                  <a:pt x="1273569" y="44653"/>
                </a:lnTo>
                <a:lnTo>
                  <a:pt x="1279112" y="26508"/>
                </a:lnTo>
                <a:lnTo>
                  <a:pt x="1284656" y="8372"/>
                </a:lnTo>
                <a:lnTo>
                  <a:pt x="1283627" y="9363"/>
                </a:lnTo>
                <a:lnTo>
                  <a:pt x="1268625" y="20755"/>
                </a:lnTo>
                <a:lnTo>
                  <a:pt x="1251223" y="28270"/>
                </a:lnTo>
                <a:lnTo>
                  <a:pt x="1233154" y="34023"/>
                </a:lnTo>
                <a:lnTo>
                  <a:pt x="1214780" y="38748"/>
                </a:lnTo>
                <a:lnTo>
                  <a:pt x="1196245" y="42786"/>
                </a:lnTo>
                <a:lnTo>
                  <a:pt x="1177614" y="46301"/>
                </a:lnTo>
                <a:lnTo>
                  <a:pt x="1158897" y="49425"/>
                </a:lnTo>
                <a:lnTo>
                  <a:pt x="1140143" y="52235"/>
                </a:lnTo>
                <a:lnTo>
                  <a:pt x="1121340" y="54769"/>
                </a:lnTo>
                <a:lnTo>
                  <a:pt x="1102509" y="57083"/>
                </a:lnTo>
                <a:lnTo>
                  <a:pt x="1083659" y="59198"/>
                </a:lnTo>
                <a:lnTo>
                  <a:pt x="1064790" y="61131"/>
                </a:lnTo>
                <a:lnTo>
                  <a:pt x="1045902" y="62922"/>
                </a:lnTo>
                <a:lnTo>
                  <a:pt x="1027005" y="64570"/>
                </a:lnTo>
                <a:lnTo>
                  <a:pt x="1008097" y="66084"/>
                </a:lnTo>
                <a:lnTo>
                  <a:pt x="989181" y="67494"/>
                </a:lnTo>
                <a:lnTo>
                  <a:pt x="970255" y="68780"/>
                </a:lnTo>
                <a:lnTo>
                  <a:pt x="951328" y="69980"/>
                </a:lnTo>
                <a:lnTo>
                  <a:pt x="932383" y="71076"/>
                </a:lnTo>
                <a:lnTo>
                  <a:pt x="913448" y="72085"/>
                </a:lnTo>
                <a:lnTo>
                  <a:pt x="894502" y="73009"/>
                </a:lnTo>
                <a:lnTo>
                  <a:pt x="875548" y="73857"/>
                </a:lnTo>
                <a:lnTo>
                  <a:pt x="856593" y="74619"/>
                </a:lnTo>
                <a:lnTo>
                  <a:pt x="837638" y="75314"/>
                </a:lnTo>
                <a:lnTo>
                  <a:pt x="818674" y="75933"/>
                </a:lnTo>
                <a:lnTo>
                  <a:pt x="799719" y="76486"/>
                </a:lnTo>
                <a:lnTo>
                  <a:pt x="780755" y="76972"/>
                </a:lnTo>
                <a:lnTo>
                  <a:pt x="761790" y="77391"/>
                </a:lnTo>
                <a:lnTo>
                  <a:pt x="742826" y="77743"/>
                </a:lnTo>
                <a:lnTo>
                  <a:pt x="723852" y="78029"/>
                </a:lnTo>
                <a:lnTo>
                  <a:pt x="704888" y="78267"/>
                </a:lnTo>
                <a:lnTo>
                  <a:pt x="685914" y="78429"/>
                </a:lnTo>
                <a:lnTo>
                  <a:pt x="666950" y="78534"/>
                </a:lnTo>
                <a:lnTo>
                  <a:pt x="647976" y="78572"/>
                </a:lnTo>
                <a:lnTo>
                  <a:pt x="629012" y="78562"/>
                </a:lnTo>
                <a:lnTo>
                  <a:pt x="610038" y="78486"/>
                </a:lnTo>
                <a:lnTo>
                  <a:pt x="591074" y="78343"/>
                </a:lnTo>
                <a:lnTo>
                  <a:pt x="572100" y="78143"/>
                </a:lnTo>
                <a:lnTo>
                  <a:pt x="553136" y="77886"/>
                </a:lnTo>
                <a:lnTo>
                  <a:pt x="534172" y="77562"/>
                </a:lnTo>
                <a:lnTo>
                  <a:pt x="515207" y="77172"/>
                </a:lnTo>
                <a:lnTo>
                  <a:pt x="496243" y="76714"/>
                </a:lnTo>
                <a:lnTo>
                  <a:pt x="477279" y="76200"/>
                </a:lnTo>
                <a:lnTo>
                  <a:pt x="458314" y="75609"/>
                </a:lnTo>
                <a:lnTo>
                  <a:pt x="439360" y="74952"/>
                </a:lnTo>
                <a:lnTo>
                  <a:pt x="420405" y="74219"/>
                </a:lnTo>
                <a:lnTo>
                  <a:pt x="401450" y="73409"/>
                </a:lnTo>
                <a:lnTo>
                  <a:pt x="382505" y="72523"/>
                </a:lnTo>
                <a:lnTo>
                  <a:pt x="363560" y="71552"/>
                </a:lnTo>
                <a:lnTo>
                  <a:pt x="344615" y="70495"/>
                </a:lnTo>
                <a:lnTo>
                  <a:pt x="325679" y="69352"/>
                </a:lnTo>
                <a:lnTo>
                  <a:pt x="306753" y="68094"/>
                </a:lnTo>
                <a:lnTo>
                  <a:pt x="287836" y="66751"/>
                </a:lnTo>
                <a:lnTo>
                  <a:pt x="268919" y="65284"/>
                </a:lnTo>
                <a:lnTo>
                  <a:pt x="250022" y="63694"/>
                </a:lnTo>
                <a:lnTo>
                  <a:pt x="231124" y="61970"/>
                </a:lnTo>
                <a:lnTo>
                  <a:pt x="212246" y="60112"/>
                </a:lnTo>
                <a:lnTo>
                  <a:pt x="193386" y="58083"/>
                </a:lnTo>
                <a:lnTo>
                  <a:pt x="174555" y="55864"/>
                </a:lnTo>
                <a:lnTo>
                  <a:pt x="155734" y="53435"/>
                </a:lnTo>
                <a:lnTo>
                  <a:pt x="136960" y="50759"/>
                </a:lnTo>
                <a:lnTo>
                  <a:pt x="118224" y="47787"/>
                </a:lnTo>
                <a:lnTo>
                  <a:pt x="99546" y="44463"/>
                </a:lnTo>
                <a:lnTo>
                  <a:pt x="80963" y="40681"/>
                </a:lnTo>
                <a:lnTo>
                  <a:pt x="62503" y="36309"/>
                </a:lnTo>
                <a:lnTo>
                  <a:pt x="44272" y="31080"/>
                </a:lnTo>
                <a:lnTo>
                  <a:pt x="26479" y="24517"/>
                </a:lnTo>
                <a:lnTo>
                  <a:pt x="9906" y="15364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78A8D5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16" name="funnel-step-cap-4">
            <a:extLst xmlns:a="http://schemas.openxmlformats.org/drawingml/2006/main">
              <a:ext uri="{FF2B5EF4-FFF2-40B4-BE49-F238E27FC236}">
                <a16:creationId xmlns:a16="http://schemas.microsoft.com/office/drawing/2014/main" id="{1C01558C-C245-4E95-BAF3-AD1979926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37896" y="5137785"/>
            <a:ext cx="1287218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8A8D5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17" name="funnel-flow-arrow">
            <a:extLst xmlns:a="http://schemas.openxmlformats.org/drawingml/2006/main">
              <a:ext uri="{FF2B5EF4-FFF2-40B4-BE49-F238E27FC236}">
                <a16:creationId xmlns:a16="http://schemas.microsoft.com/office/drawing/2014/main" id="{6D4518CF-248D-4725-B5E7-20BA784DA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514725" y="1800225"/>
            <a:ext cx="1733550" cy="4264219"/>
          </a:xfrm>
          <a:custGeom xmlns:a="http://schemas.openxmlformats.org/drawingml/2006/main">
            <a:pathLst>
              <a:path w="1733550" h="4264219">
                <a:moveTo>
                  <a:pt x="0" y="0"/>
                </a:moveTo>
                <a:lnTo>
                  <a:pt x="57" y="47920"/>
                </a:lnTo>
                <a:lnTo>
                  <a:pt x="9754" y="94859"/>
                </a:lnTo>
                <a:lnTo>
                  <a:pt x="19450" y="141799"/>
                </a:lnTo>
                <a:lnTo>
                  <a:pt x="29137" y="188738"/>
                </a:lnTo>
                <a:lnTo>
                  <a:pt x="38833" y="235677"/>
                </a:lnTo>
                <a:lnTo>
                  <a:pt x="48520" y="282616"/>
                </a:lnTo>
                <a:lnTo>
                  <a:pt x="58217" y="329555"/>
                </a:lnTo>
                <a:lnTo>
                  <a:pt x="67913" y="376495"/>
                </a:lnTo>
                <a:lnTo>
                  <a:pt x="77600" y="423434"/>
                </a:lnTo>
                <a:lnTo>
                  <a:pt x="87297" y="470364"/>
                </a:lnTo>
                <a:lnTo>
                  <a:pt x="96984" y="517303"/>
                </a:lnTo>
                <a:lnTo>
                  <a:pt x="106680" y="564242"/>
                </a:lnTo>
                <a:lnTo>
                  <a:pt x="116376" y="611181"/>
                </a:lnTo>
                <a:lnTo>
                  <a:pt x="126063" y="658120"/>
                </a:lnTo>
                <a:lnTo>
                  <a:pt x="135760" y="705060"/>
                </a:lnTo>
                <a:lnTo>
                  <a:pt x="145447" y="751999"/>
                </a:lnTo>
                <a:lnTo>
                  <a:pt x="155143" y="798938"/>
                </a:lnTo>
                <a:lnTo>
                  <a:pt x="164040" y="846020"/>
                </a:lnTo>
                <a:lnTo>
                  <a:pt x="171955" y="893293"/>
                </a:lnTo>
                <a:lnTo>
                  <a:pt x="179441" y="940632"/>
                </a:lnTo>
                <a:lnTo>
                  <a:pt x="186833" y="987990"/>
                </a:lnTo>
                <a:lnTo>
                  <a:pt x="194224" y="1035348"/>
                </a:lnTo>
                <a:lnTo>
                  <a:pt x="201616" y="1082697"/>
                </a:lnTo>
                <a:lnTo>
                  <a:pt x="209007" y="1130056"/>
                </a:lnTo>
                <a:lnTo>
                  <a:pt x="216408" y="1177414"/>
                </a:lnTo>
                <a:lnTo>
                  <a:pt x="223799" y="1224763"/>
                </a:lnTo>
                <a:lnTo>
                  <a:pt x="231191" y="1272121"/>
                </a:lnTo>
                <a:lnTo>
                  <a:pt x="238582" y="1319479"/>
                </a:lnTo>
                <a:lnTo>
                  <a:pt x="245983" y="1366828"/>
                </a:lnTo>
                <a:lnTo>
                  <a:pt x="253375" y="1414186"/>
                </a:lnTo>
                <a:lnTo>
                  <a:pt x="260766" y="1461545"/>
                </a:lnTo>
                <a:lnTo>
                  <a:pt x="268157" y="1508893"/>
                </a:lnTo>
                <a:lnTo>
                  <a:pt x="275549" y="1556252"/>
                </a:lnTo>
                <a:lnTo>
                  <a:pt x="282950" y="1603610"/>
                </a:lnTo>
                <a:lnTo>
                  <a:pt x="290341" y="1650959"/>
                </a:lnTo>
                <a:lnTo>
                  <a:pt x="297561" y="1698346"/>
                </a:lnTo>
                <a:lnTo>
                  <a:pt x="304562" y="1745761"/>
                </a:lnTo>
                <a:lnTo>
                  <a:pt x="311344" y="1793205"/>
                </a:lnTo>
                <a:lnTo>
                  <a:pt x="318078" y="1840659"/>
                </a:lnTo>
                <a:lnTo>
                  <a:pt x="324812" y="1888112"/>
                </a:lnTo>
                <a:lnTo>
                  <a:pt x="331546" y="1935566"/>
                </a:lnTo>
                <a:lnTo>
                  <a:pt x="338280" y="1983019"/>
                </a:lnTo>
                <a:lnTo>
                  <a:pt x="345015" y="2030473"/>
                </a:lnTo>
                <a:lnTo>
                  <a:pt x="351749" y="2077926"/>
                </a:lnTo>
                <a:lnTo>
                  <a:pt x="358483" y="2125380"/>
                </a:lnTo>
                <a:lnTo>
                  <a:pt x="365217" y="2172833"/>
                </a:lnTo>
                <a:lnTo>
                  <a:pt x="371951" y="2220287"/>
                </a:lnTo>
                <a:lnTo>
                  <a:pt x="378685" y="2267741"/>
                </a:lnTo>
                <a:lnTo>
                  <a:pt x="385420" y="2315194"/>
                </a:lnTo>
                <a:lnTo>
                  <a:pt x="392154" y="2362648"/>
                </a:lnTo>
                <a:lnTo>
                  <a:pt x="398888" y="2410101"/>
                </a:lnTo>
                <a:lnTo>
                  <a:pt x="405622" y="2457545"/>
                </a:lnTo>
                <a:lnTo>
                  <a:pt x="412356" y="2504999"/>
                </a:lnTo>
                <a:lnTo>
                  <a:pt x="418976" y="2552471"/>
                </a:lnTo>
                <a:lnTo>
                  <a:pt x="425444" y="2599963"/>
                </a:lnTo>
                <a:lnTo>
                  <a:pt x="431797" y="2647464"/>
                </a:lnTo>
                <a:lnTo>
                  <a:pt x="438131" y="2694975"/>
                </a:lnTo>
                <a:lnTo>
                  <a:pt x="444465" y="2742486"/>
                </a:lnTo>
                <a:lnTo>
                  <a:pt x="450799" y="2789996"/>
                </a:lnTo>
                <a:lnTo>
                  <a:pt x="457133" y="2837498"/>
                </a:lnTo>
                <a:lnTo>
                  <a:pt x="463467" y="2885008"/>
                </a:lnTo>
                <a:lnTo>
                  <a:pt x="469802" y="2932519"/>
                </a:lnTo>
                <a:lnTo>
                  <a:pt x="476136" y="2980030"/>
                </a:lnTo>
                <a:lnTo>
                  <a:pt x="482479" y="3027531"/>
                </a:lnTo>
                <a:lnTo>
                  <a:pt x="488813" y="3075041"/>
                </a:lnTo>
                <a:lnTo>
                  <a:pt x="495148" y="3122552"/>
                </a:lnTo>
                <a:lnTo>
                  <a:pt x="501482" y="3170063"/>
                </a:lnTo>
                <a:lnTo>
                  <a:pt x="507816" y="3217564"/>
                </a:lnTo>
                <a:lnTo>
                  <a:pt x="514150" y="3265075"/>
                </a:lnTo>
                <a:lnTo>
                  <a:pt x="520484" y="3312585"/>
                </a:lnTo>
                <a:lnTo>
                  <a:pt x="526818" y="3360096"/>
                </a:lnTo>
                <a:lnTo>
                  <a:pt x="533048" y="3407616"/>
                </a:lnTo>
                <a:lnTo>
                  <a:pt x="539172" y="3455146"/>
                </a:lnTo>
                <a:lnTo>
                  <a:pt x="545316" y="3502685"/>
                </a:lnTo>
                <a:lnTo>
                  <a:pt x="551459" y="3550215"/>
                </a:lnTo>
                <a:lnTo>
                  <a:pt x="539010" y="3581400"/>
                </a:lnTo>
                <a:lnTo>
                  <a:pt x="491080" y="3581400"/>
                </a:lnTo>
                <a:lnTo>
                  <a:pt x="443160" y="3581400"/>
                </a:lnTo>
                <a:lnTo>
                  <a:pt x="395230" y="3581400"/>
                </a:lnTo>
                <a:lnTo>
                  <a:pt x="347301" y="3581400"/>
                </a:lnTo>
                <a:lnTo>
                  <a:pt x="299371" y="3581400"/>
                </a:lnTo>
                <a:lnTo>
                  <a:pt x="251441" y="3581400"/>
                </a:lnTo>
                <a:lnTo>
                  <a:pt x="250765" y="3602041"/>
                </a:lnTo>
                <a:lnTo>
                  <a:pt x="283331" y="3637207"/>
                </a:lnTo>
                <a:lnTo>
                  <a:pt x="315897" y="3672373"/>
                </a:lnTo>
                <a:lnTo>
                  <a:pt x="348463" y="3707540"/>
                </a:lnTo>
                <a:lnTo>
                  <a:pt x="381029" y="3742706"/>
                </a:lnTo>
                <a:lnTo>
                  <a:pt x="413595" y="3777872"/>
                </a:lnTo>
                <a:lnTo>
                  <a:pt x="446170" y="3813029"/>
                </a:lnTo>
                <a:lnTo>
                  <a:pt x="478736" y="3848195"/>
                </a:lnTo>
                <a:lnTo>
                  <a:pt x="511302" y="3883362"/>
                </a:lnTo>
                <a:lnTo>
                  <a:pt x="543868" y="3918528"/>
                </a:lnTo>
                <a:lnTo>
                  <a:pt x="576434" y="3953694"/>
                </a:lnTo>
                <a:lnTo>
                  <a:pt x="609000" y="3988860"/>
                </a:lnTo>
                <a:lnTo>
                  <a:pt x="641566" y="4024027"/>
                </a:lnTo>
                <a:lnTo>
                  <a:pt x="674132" y="4059184"/>
                </a:lnTo>
                <a:lnTo>
                  <a:pt x="706698" y="4094350"/>
                </a:lnTo>
                <a:lnTo>
                  <a:pt x="739264" y="4129516"/>
                </a:lnTo>
                <a:lnTo>
                  <a:pt x="771830" y="4164682"/>
                </a:lnTo>
                <a:lnTo>
                  <a:pt x="804396" y="4199849"/>
                </a:lnTo>
                <a:lnTo>
                  <a:pt x="836962" y="4235015"/>
                </a:lnTo>
                <a:lnTo>
                  <a:pt x="869528" y="4264219"/>
                </a:lnTo>
                <a:lnTo>
                  <a:pt x="902103" y="4229062"/>
                </a:lnTo>
                <a:lnTo>
                  <a:pt x="934669" y="4193896"/>
                </a:lnTo>
                <a:lnTo>
                  <a:pt x="967235" y="4158729"/>
                </a:lnTo>
                <a:lnTo>
                  <a:pt x="999801" y="4123563"/>
                </a:lnTo>
                <a:lnTo>
                  <a:pt x="1032367" y="4088397"/>
                </a:lnTo>
                <a:lnTo>
                  <a:pt x="1064933" y="4053230"/>
                </a:lnTo>
                <a:lnTo>
                  <a:pt x="1097499" y="4018064"/>
                </a:lnTo>
                <a:lnTo>
                  <a:pt x="1130065" y="3982898"/>
                </a:lnTo>
                <a:lnTo>
                  <a:pt x="1162631" y="3947741"/>
                </a:lnTo>
                <a:lnTo>
                  <a:pt x="1195197" y="3912575"/>
                </a:lnTo>
                <a:lnTo>
                  <a:pt x="1227763" y="3877408"/>
                </a:lnTo>
                <a:lnTo>
                  <a:pt x="1260329" y="3842242"/>
                </a:lnTo>
                <a:lnTo>
                  <a:pt x="1292895" y="3807076"/>
                </a:lnTo>
                <a:lnTo>
                  <a:pt x="1325461" y="3771910"/>
                </a:lnTo>
                <a:lnTo>
                  <a:pt x="1358036" y="3736743"/>
                </a:lnTo>
                <a:lnTo>
                  <a:pt x="1390602" y="3701586"/>
                </a:lnTo>
                <a:lnTo>
                  <a:pt x="1423168" y="3666420"/>
                </a:lnTo>
                <a:lnTo>
                  <a:pt x="1455734" y="3631254"/>
                </a:lnTo>
                <a:lnTo>
                  <a:pt x="1488300" y="3596088"/>
                </a:lnTo>
                <a:lnTo>
                  <a:pt x="1473994" y="3581400"/>
                </a:lnTo>
                <a:lnTo>
                  <a:pt x="1426064" y="3581400"/>
                </a:lnTo>
                <a:lnTo>
                  <a:pt x="1378134" y="3581400"/>
                </a:lnTo>
                <a:lnTo>
                  <a:pt x="1330204" y="3581400"/>
                </a:lnTo>
                <a:lnTo>
                  <a:pt x="1282275" y="3581400"/>
                </a:lnTo>
                <a:lnTo>
                  <a:pt x="1234345" y="3581400"/>
                </a:lnTo>
                <a:lnTo>
                  <a:pt x="1186424" y="3581400"/>
                </a:lnTo>
                <a:lnTo>
                  <a:pt x="1183129" y="3542167"/>
                </a:lnTo>
                <a:lnTo>
                  <a:pt x="1189272" y="3494637"/>
                </a:lnTo>
                <a:lnTo>
                  <a:pt x="1195416" y="3447098"/>
                </a:lnTo>
                <a:lnTo>
                  <a:pt x="1201541" y="3399568"/>
                </a:lnTo>
                <a:lnTo>
                  <a:pt x="1207808" y="3352048"/>
                </a:lnTo>
                <a:lnTo>
                  <a:pt x="1214142" y="3304537"/>
                </a:lnTo>
                <a:lnTo>
                  <a:pt x="1220476" y="3257026"/>
                </a:lnTo>
                <a:lnTo>
                  <a:pt x="1226810" y="3209525"/>
                </a:lnTo>
                <a:lnTo>
                  <a:pt x="1233145" y="3162014"/>
                </a:lnTo>
                <a:lnTo>
                  <a:pt x="1239479" y="3114504"/>
                </a:lnTo>
                <a:lnTo>
                  <a:pt x="1245813" y="3067002"/>
                </a:lnTo>
                <a:lnTo>
                  <a:pt x="1252147" y="3019492"/>
                </a:lnTo>
                <a:lnTo>
                  <a:pt x="1258481" y="2971981"/>
                </a:lnTo>
                <a:lnTo>
                  <a:pt x="1264815" y="2924470"/>
                </a:lnTo>
                <a:lnTo>
                  <a:pt x="1271149" y="2876969"/>
                </a:lnTo>
                <a:lnTo>
                  <a:pt x="1277483" y="2829458"/>
                </a:lnTo>
                <a:lnTo>
                  <a:pt x="1283818" y="2781948"/>
                </a:lnTo>
                <a:lnTo>
                  <a:pt x="1290152" y="2734437"/>
                </a:lnTo>
                <a:lnTo>
                  <a:pt x="1296486" y="2686926"/>
                </a:lnTo>
                <a:lnTo>
                  <a:pt x="1302820" y="2639425"/>
                </a:lnTo>
                <a:lnTo>
                  <a:pt x="1309202" y="2591924"/>
                </a:lnTo>
                <a:lnTo>
                  <a:pt x="1315679" y="2544432"/>
                </a:lnTo>
                <a:lnTo>
                  <a:pt x="1322337" y="2496969"/>
                </a:lnTo>
                <a:lnTo>
                  <a:pt x="1329071" y="2449516"/>
                </a:lnTo>
                <a:lnTo>
                  <a:pt x="1335805" y="2402062"/>
                </a:lnTo>
                <a:lnTo>
                  <a:pt x="1342539" y="2354609"/>
                </a:lnTo>
                <a:lnTo>
                  <a:pt x="1349273" y="2307155"/>
                </a:lnTo>
                <a:lnTo>
                  <a:pt x="1356008" y="2259701"/>
                </a:lnTo>
                <a:lnTo>
                  <a:pt x="1362742" y="2212248"/>
                </a:lnTo>
                <a:lnTo>
                  <a:pt x="1369476" y="2164794"/>
                </a:lnTo>
                <a:lnTo>
                  <a:pt x="1376210" y="2117341"/>
                </a:lnTo>
                <a:lnTo>
                  <a:pt x="1382944" y="2069887"/>
                </a:lnTo>
                <a:lnTo>
                  <a:pt x="1389678" y="2022434"/>
                </a:lnTo>
                <a:lnTo>
                  <a:pt x="1396413" y="1974980"/>
                </a:lnTo>
                <a:lnTo>
                  <a:pt x="1403147" y="1927527"/>
                </a:lnTo>
                <a:lnTo>
                  <a:pt x="1409881" y="1880073"/>
                </a:lnTo>
                <a:lnTo>
                  <a:pt x="1416615" y="1832620"/>
                </a:lnTo>
                <a:lnTo>
                  <a:pt x="1423349" y="1785166"/>
                </a:lnTo>
                <a:lnTo>
                  <a:pt x="1430179" y="1737731"/>
                </a:lnTo>
                <a:lnTo>
                  <a:pt x="1437170" y="1690316"/>
                </a:lnTo>
                <a:lnTo>
                  <a:pt x="1444466" y="1642939"/>
                </a:lnTo>
                <a:lnTo>
                  <a:pt x="1451858" y="1595590"/>
                </a:lnTo>
                <a:lnTo>
                  <a:pt x="1459249" y="1548232"/>
                </a:lnTo>
                <a:lnTo>
                  <a:pt x="1466640" y="1500873"/>
                </a:lnTo>
                <a:lnTo>
                  <a:pt x="1474032" y="1453525"/>
                </a:lnTo>
                <a:lnTo>
                  <a:pt x="1481433" y="1406166"/>
                </a:lnTo>
                <a:lnTo>
                  <a:pt x="1488824" y="1358808"/>
                </a:lnTo>
                <a:lnTo>
                  <a:pt x="1496216" y="1311459"/>
                </a:lnTo>
                <a:lnTo>
                  <a:pt x="1503607" y="1264101"/>
                </a:lnTo>
                <a:lnTo>
                  <a:pt x="1511008" y="1216743"/>
                </a:lnTo>
                <a:lnTo>
                  <a:pt x="1518399" y="1169394"/>
                </a:lnTo>
                <a:lnTo>
                  <a:pt x="1525791" y="1122035"/>
                </a:lnTo>
                <a:lnTo>
                  <a:pt x="1533182" y="1074687"/>
                </a:lnTo>
                <a:lnTo>
                  <a:pt x="1540574" y="1027328"/>
                </a:lnTo>
                <a:lnTo>
                  <a:pt x="1547974" y="979970"/>
                </a:lnTo>
                <a:lnTo>
                  <a:pt x="1555366" y="932621"/>
                </a:lnTo>
                <a:lnTo>
                  <a:pt x="1562929" y="885292"/>
                </a:lnTo>
                <a:lnTo>
                  <a:pt x="1570853" y="838019"/>
                </a:lnTo>
                <a:lnTo>
                  <a:pt x="1580045" y="790985"/>
                </a:lnTo>
                <a:lnTo>
                  <a:pt x="1589742" y="744055"/>
                </a:lnTo>
                <a:lnTo>
                  <a:pt x="1599438" y="697116"/>
                </a:lnTo>
                <a:lnTo>
                  <a:pt x="1609125" y="650177"/>
                </a:lnTo>
                <a:lnTo>
                  <a:pt x="1618821" y="603237"/>
                </a:lnTo>
                <a:lnTo>
                  <a:pt x="1628508" y="556298"/>
                </a:lnTo>
                <a:lnTo>
                  <a:pt x="1638205" y="509359"/>
                </a:lnTo>
                <a:lnTo>
                  <a:pt x="1647901" y="462420"/>
                </a:lnTo>
                <a:lnTo>
                  <a:pt x="1657588" y="415481"/>
                </a:lnTo>
                <a:lnTo>
                  <a:pt x="1667285" y="368541"/>
                </a:lnTo>
                <a:lnTo>
                  <a:pt x="1676972" y="321602"/>
                </a:lnTo>
                <a:lnTo>
                  <a:pt x="1686668" y="274663"/>
                </a:lnTo>
                <a:lnTo>
                  <a:pt x="1696355" y="227724"/>
                </a:lnTo>
                <a:lnTo>
                  <a:pt x="1706051" y="180785"/>
                </a:lnTo>
                <a:lnTo>
                  <a:pt x="1715748" y="133855"/>
                </a:lnTo>
                <a:lnTo>
                  <a:pt x="1725435" y="86916"/>
                </a:lnTo>
                <a:lnTo>
                  <a:pt x="1733550" y="39815"/>
                </a:lnTo>
                <a:lnTo>
                  <a:pt x="1725435" y="0"/>
                </a:lnTo>
                <a:lnTo>
                  <a:pt x="1677505" y="0"/>
                </a:lnTo>
                <a:lnTo>
                  <a:pt x="1629575" y="0"/>
                </a:lnTo>
                <a:lnTo>
                  <a:pt x="1581645" y="0"/>
                </a:lnTo>
                <a:lnTo>
                  <a:pt x="1533716" y="0"/>
                </a:lnTo>
                <a:lnTo>
                  <a:pt x="1485795" y="0"/>
                </a:lnTo>
                <a:lnTo>
                  <a:pt x="1437865" y="0"/>
                </a:lnTo>
                <a:lnTo>
                  <a:pt x="1389936" y="0"/>
                </a:lnTo>
                <a:lnTo>
                  <a:pt x="1342006" y="0"/>
                </a:lnTo>
                <a:lnTo>
                  <a:pt x="1294076" y="0"/>
                </a:lnTo>
                <a:lnTo>
                  <a:pt x="1246146" y="0"/>
                </a:lnTo>
                <a:lnTo>
                  <a:pt x="1198216" y="0"/>
                </a:lnTo>
                <a:lnTo>
                  <a:pt x="1150287" y="0"/>
                </a:lnTo>
                <a:lnTo>
                  <a:pt x="1102357" y="0"/>
                </a:lnTo>
                <a:lnTo>
                  <a:pt x="1054437" y="0"/>
                </a:lnTo>
                <a:lnTo>
                  <a:pt x="1006507" y="0"/>
                </a:lnTo>
                <a:lnTo>
                  <a:pt x="958577" y="0"/>
                </a:lnTo>
                <a:lnTo>
                  <a:pt x="910647" y="0"/>
                </a:lnTo>
                <a:lnTo>
                  <a:pt x="862717" y="0"/>
                </a:lnTo>
                <a:lnTo>
                  <a:pt x="814788" y="0"/>
                </a:lnTo>
                <a:lnTo>
                  <a:pt x="766858" y="0"/>
                </a:lnTo>
                <a:lnTo>
                  <a:pt x="718928" y="0"/>
                </a:lnTo>
                <a:lnTo>
                  <a:pt x="670998" y="0"/>
                </a:lnTo>
                <a:lnTo>
                  <a:pt x="623078" y="0"/>
                </a:lnTo>
                <a:lnTo>
                  <a:pt x="575148" y="0"/>
                </a:lnTo>
                <a:lnTo>
                  <a:pt x="527218" y="0"/>
                </a:lnTo>
                <a:lnTo>
                  <a:pt x="479288" y="0"/>
                </a:lnTo>
                <a:lnTo>
                  <a:pt x="431359" y="0"/>
                </a:lnTo>
                <a:lnTo>
                  <a:pt x="383429" y="0"/>
                </a:lnTo>
                <a:lnTo>
                  <a:pt x="335499" y="0"/>
                </a:lnTo>
                <a:lnTo>
                  <a:pt x="287569" y="0"/>
                </a:lnTo>
                <a:lnTo>
                  <a:pt x="239639" y="0"/>
                </a:lnTo>
                <a:lnTo>
                  <a:pt x="191719" y="0"/>
                </a:lnTo>
                <a:lnTo>
                  <a:pt x="143789" y="0"/>
                </a:lnTo>
                <a:lnTo>
                  <a:pt x="95860" y="0"/>
                </a:lnTo>
                <a:lnTo>
                  <a:pt x="47930" y="0"/>
                </a:lnTo>
                <a:lnTo>
                  <a:pt x="0" y="0"/>
                </a:lnTo>
                <a:close/>
              </a:path>
            </a:pathLst>
          </a:custGeom>
          <a:gradFill xmlns:a="http://schemas.openxmlformats.org/drawingml/2006/main">
            <a:gsLst>
              <a:gs pos="0">
                <a:srgbClr val="000000"/>
              </a:gs>
              <a:gs pos="42">
                <a:srgbClr val="B8D8F2">
                  <a:alpha val="16000"/>
                </a:srgbClr>
              </a:gs>
              <a:gs pos="76">
                <a:srgbClr val="8FC4EE">
                  <a:alpha val="32000"/>
                </a:srgbClr>
              </a:gs>
              <a:gs pos="100">
                <a:srgbClr val="72B3E8">
                  <a:alpha val="52000"/>
                </a:srgbClr>
              </a:gs>
            </a:gsLst>
            <a:lin ang="10800000"/>
          </a:gradFill>
          <a:ln xmlns:a="http://schemas.openxmlformats.org/drawingml/2006/main" w="9525">
            <a:noFill/>
            <a:prstDash val="solid"/>
          </a:ln>
        </p:spPr>
      </p:sp>
      <p:sp>
        <p:nvSpPr>
          <p:cNvPr id="18" name="phase-label-0">
            <a:extLst xmlns:a="http://schemas.openxmlformats.org/drawingml/2006/main">
              <a:ext uri="{FF2B5EF4-FFF2-40B4-BE49-F238E27FC236}">
                <a16:creationId xmlns:a16="http://schemas.microsoft.com/office/drawing/2014/main" id="{21B7BC0B-388D-4F26-ADE2-EDA7902AD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1638300"/>
            <a:ext cx="228600" cy="10248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阶段一</a:t>
            </a:r>
          </a:p>
        </p:txBody>
      </p:sp>
      <p:sp>
        <p:nvSpPr>
          <p:cNvPr id="19" name="phase-guide-0">
            <a:extLst xmlns:a="http://schemas.openxmlformats.org/drawingml/2006/main">
              <a:ext uri="{FF2B5EF4-FFF2-40B4-BE49-F238E27FC236}">
                <a16:creationId xmlns:a16="http://schemas.microsoft.com/office/drawing/2014/main" id="{5A0DD568-C6F0-4F0A-8EA6-E3F0EFAD4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476875" y="2150716"/>
            <a:ext cx="1123950" cy="9525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78A8D5">
                  <a:alpha val="8000"/>
                </a:srgbClr>
              </a:gs>
              <a:gs pos="100000">
                <a:srgbClr val="78A8D5">
                  <a:alpha val="75000"/>
                </a:srgbClr>
              </a:gs>
            </a:gsLst>
            <a:lin ang="5400000"/>
          </a:gradFill>
          <a:ln xmlns:a="http://schemas.openxmlformats.org/drawingml/2006/main" w="0">
            <a:noFill/>
            <a:prstDash val="solid"/>
          </a:ln>
        </p:spPr>
      </p:sp>
      <p:sp>
        <p:nvSpPr>
          <p:cNvPr id="20" name="phase-divider-0">
            <a:extLst xmlns:a="http://schemas.openxmlformats.org/drawingml/2006/main">
              <a:ext uri="{FF2B5EF4-FFF2-40B4-BE49-F238E27FC236}">
                <a16:creationId xmlns:a16="http://schemas.microsoft.com/office/drawing/2014/main" id="{C420B0DF-99D2-49EC-8CD1-569FB7955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753350" y="1791891"/>
            <a:ext cx="28575" cy="71735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phase-index-0">
            <a:extLst xmlns:a="http://schemas.openxmlformats.org/drawingml/2006/main">
              <a:ext uri="{FF2B5EF4-FFF2-40B4-BE49-F238E27FC236}">
                <a16:creationId xmlns:a16="http://schemas.microsoft.com/office/drawing/2014/main" id="{A4AAB0F3-C0F8-4BF8-9E79-07863E2F3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58000" y="1845916"/>
            <a:ext cx="8953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800" b="1" i="0">
                <a:solidFill>
                  <a:srgbClr val="2F5EA8">
                    <a:alpha val="18000"/>
                  </a:srgbClr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800" b="1" i="0">
                <a:solidFill>
                  <a:srgbClr val="2F5EA8">
                    <a:alpha val="18000"/>
                  </a:srgbClr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22" name="phase-content-title-0">
            <a:extLst xmlns:a="http://schemas.openxmlformats.org/drawingml/2006/main">
              <a:ext uri="{FF2B5EF4-FFF2-40B4-BE49-F238E27FC236}">
                <a16:creationId xmlns:a16="http://schemas.microsoft.com/office/drawing/2014/main" id="{98ACC73F-CDF8-4DA0-8A2E-CC14F8AA2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867650" y="1835496"/>
            <a:ext cx="34004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900"/>
              </a:lnSpc>
              <a:buNone/>
              <a:defRPr sz="23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精准触达</a:t>
            </a:r>
          </a:p>
        </p:txBody>
      </p:sp>
      <p:sp>
        <p:nvSpPr>
          <p:cNvPr id="23" name="phase-content-body-0">
            <a:extLst xmlns:a="http://schemas.openxmlformats.org/drawingml/2006/main">
              <a:ext uri="{FF2B5EF4-FFF2-40B4-BE49-F238E27FC236}">
                <a16:creationId xmlns:a16="http://schemas.microsoft.com/office/drawing/2014/main" id="{1BA6BFC3-135B-45D5-BF01-BB38351B3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867650" y="2159346"/>
            <a:ext cx="3400425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42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让目标对象进入体系</a:t>
            </a:r>
          </a:p>
        </p:txBody>
      </p:sp>
      <p:sp>
        <p:nvSpPr>
          <p:cNvPr id="24" name="phase-label-1">
            <a:extLst xmlns:a="http://schemas.openxmlformats.org/drawingml/2006/main">
              <a:ext uri="{FF2B5EF4-FFF2-40B4-BE49-F238E27FC236}">
                <a16:creationId xmlns:a16="http://schemas.microsoft.com/office/drawing/2014/main" id="{372AF51B-A3A9-4A59-8802-452830DBA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2663133"/>
            <a:ext cx="228600" cy="170676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阶段二</a:t>
            </a:r>
          </a:p>
        </p:txBody>
      </p:sp>
      <p:sp>
        <p:nvSpPr>
          <p:cNvPr id="25" name="phase-guide-1">
            <a:extLst xmlns:a="http://schemas.openxmlformats.org/drawingml/2006/main">
              <a:ext uri="{FF2B5EF4-FFF2-40B4-BE49-F238E27FC236}">
                <a16:creationId xmlns:a16="http://schemas.microsoft.com/office/drawing/2014/main" id="{2870495A-5743-455A-B90C-81552F716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476875" y="3516516"/>
            <a:ext cx="1123950" cy="9525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78A8D5">
                  <a:alpha val="8000"/>
                </a:srgbClr>
              </a:gs>
              <a:gs pos="100000">
                <a:srgbClr val="78A8D5">
                  <a:alpha val="75000"/>
                </a:srgbClr>
              </a:gs>
            </a:gsLst>
            <a:lin ang="5400000"/>
          </a:gradFill>
          <a:ln xmlns:a="http://schemas.openxmlformats.org/drawingml/2006/main" w="0">
            <a:noFill/>
            <a:prstDash val="solid"/>
          </a:ln>
        </p:spPr>
      </p:sp>
      <p:sp>
        <p:nvSpPr>
          <p:cNvPr id="26" name="phase-divider-1">
            <a:extLst xmlns:a="http://schemas.openxmlformats.org/drawingml/2006/main">
              <a:ext uri="{FF2B5EF4-FFF2-40B4-BE49-F238E27FC236}">
                <a16:creationId xmlns:a16="http://schemas.microsoft.com/office/drawing/2014/main" id="{113F066B-3382-483D-901D-2FB300C3E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753350" y="2919117"/>
            <a:ext cx="28575" cy="11946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F7EA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phase-index-1">
            <a:extLst xmlns:a="http://schemas.openxmlformats.org/drawingml/2006/main">
              <a:ext uri="{FF2B5EF4-FFF2-40B4-BE49-F238E27FC236}">
                <a16:creationId xmlns:a16="http://schemas.microsoft.com/office/drawing/2014/main" id="{E9EDE13A-B4C3-4675-97B6-BD4E92866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58000" y="3211716"/>
            <a:ext cx="8953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800" b="1" i="0">
                <a:solidFill>
                  <a:srgbClr val="2F5EA8">
                    <a:alpha val="18000"/>
                  </a:srgbClr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800" b="1" i="0">
                <a:solidFill>
                  <a:srgbClr val="2F5EA8">
                    <a:alpha val="18000"/>
                  </a:srgbClr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28" name="phase-content-title-1">
            <a:extLst xmlns:a="http://schemas.openxmlformats.org/drawingml/2006/main">
              <a:ext uri="{FF2B5EF4-FFF2-40B4-BE49-F238E27FC236}">
                <a16:creationId xmlns:a16="http://schemas.microsoft.com/office/drawing/2014/main" id="{A84DE6B3-A1C4-4BFB-9D48-83A145B18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867650" y="3201295"/>
            <a:ext cx="34004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900"/>
              </a:lnSpc>
              <a:buNone/>
              <a:defRPr sz="23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意向培育</a:t>
            </a:r>
          </a:p>
        </p:txBody>
      </p:sp>
      <p:sp>
        <p:nvSpPr>
          <p:cNvPr id="29" name="phase-content-body-1">
            <a:extLst xmlns:a="http://schemas.openxmlformats.org/drawingml/2006/main">
              <a:ext uri="{FF2B5EF4-FFF2-40B4-BE49-F238E27FC236}">
                <a16:creationId xmlns:a16="http://schemas.microsoft.com/office/drawing/2014/main" id="{CF226FD0-1E58-4E36-9A3B-3F5AD28EF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867650" y="3525145"/>
            <a:ext cx="3400425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42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让有效关注形成意向</a:t>
            </a:r>
          </a:p>
        </p:txBody>
      </p:sp>
      <p:sp>
        <p:nvSpPr>
          <p:cNvPr id="30" name="phase-label-2">
            <a:extLst xmlns:a="http://schemas.openxmlformats.org/drawingml/2006/main">
              <a:ext uri="{FF2B5EF4-FFF2-40B4-BE49-F238E27FC236}">
                <a16:creationId xmlns:a16="http://schemas.microsoft.com/office/drawing/2014/main" id="{1F2C7289-409A-4B03-B0E2-B316C63CA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4370041"/>
            <a:ext cx="228600" cy="18401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阶段三</a:t>
            </a:r>
          </a:p>
        </p:txBody>
      </p:sp>
      <p:sp>
        <p:nvSpPr>
          <p:cNvPr id="31" name="phase-guide-2">
            <a:extLst xmlns:a="http://schemas.openxmlformats.org/drawingml/2006/main">
              <a:ext uri="{FF2B5EF4-FFF2-40B4-BE49-F238E27FC236}">
                <a16:creationId xmlns:a16="http://schemas.microsoft.com/office/drawing/2014/main" id="{7AD00F1F-1744-4D5D-871B-B31380089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476875" y="5290099"/>
            <a:ext cx="1123950" cy="9525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78A8D5">
                  <a:alpha val="8000"/>
                </a:srgbClr>
              </a:gs>
              <a:gs pos="100000">
                <a:srgbClr val="78A8D5">
                  <a:alpha val="75000"/>
                </a:srgbClr>
              </a:gs>
            </a:gsLst>
            <a:lin ang="5400000"/>
          </a:gradFill>
          <a:ln xmlns:a="http://schemas.openxmlformats.org/drawingml/2006/main" w="0">
            <a:noFill/>
            <a:prstDash val="solid"/>
          </a:ln>
        </p:spPr>
      </p:sp>
      <p:sp>
        <p:nvSpPr>
          <p:cNvPr id="32" name="phase-divider-2">
            <a:extLst xmlns:a="http://schemas.openxmlformats.org/drawingml/2006/main">
              <a:ext uri="{FF2B5EF4-FFF2-40B4-BE49-F238E27FC236}">
                <a16:creationId xmlns:a16="http://schemas.microsoft.com/office/drawing/2014/main" id="{0EC8F9B2-6E72-43B7-9078-61F267A7E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753350" y="4645971"/>
            <a:ext cx="28575" cy="128796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8A8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phase-index-2">
            <a:extLst xmlns:a="http://schemas.openxmlformats.org/drawingml/2006/main">
              <a:ext uri="{FF2B5EF4-FFF2-40B4-BE49-F238E27FC236}">
                <a16:creationId xmlns:a16="http://schemas.microsoft.com/office/drawing/2014/main" id="{58E96609-B939-4C99-A932-894E3C875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58000" y="4985299"/>
            <a:ext cx="8953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800" b="1" i="0">
                <a:solidFill>
                  <a:srgbClr val="2F5EA8">
                    <a:alpha val="18000"/>
                  </a:srgbClr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800" b="1" i="0">
                <a:solidFill>
                  <a:srgbClr val="2F5EA8">
                    <a:alpha val="18000"/>
                  </a:srgbClr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34" name="phase-content-title-2">
            <a:extLst xmlns:a="http://schemas.openxmlformats.org/drawingml/2006/main">
              <a:ext uri="{FF2B5EF4-FFF2-40B4-BE49-F238E27FC236}">
                <a16:creationId xmlns:a16="http://schemas.microsoft.com/office/drawing/2014/main" id="{0E9A05AF-889D-4A55-A0F0-879EC96FA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867650" y="4974879"/>
            <a:ext cx="34004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900"/>
              </a:lnSpc>
              <a:buNone/>
              <a:defRPr sz="23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持续转化</a:t>
            </a:r>
          </a:p>
        </p:txBody>
      </p:sp>
      <p:sp>
        <p:nvSpPr>
          <p:cNvPr id="35" name="phase-content-body-2">
            <a:extLst xmlns:a="http://schemas.openxmlformats.org/drawingml/2006/main">
              <a:ext uri="{FF2B5EF4-FFF2-40B4-BE49-F238E27FC236}">
                <a16:creationId xmlns:a16="http://schemas.microsoft.com/office/drawing/2014/main" id="{03B146CE-A22D-49BC-8B64-8E90DF1DC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867650" y="5298729"/>
            <a:ext cx="3400425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42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让行动沉淀为长期价值</a:t>
            </a:r>
          </a:p>
        </p:txBody>
      </p:sp>
      <p:sp>
        <p:nvSpPr>
          <p:cNvPr id="36" name="funnel-step-title-0">
            <a:extLst xmlns:a="http://schemas.openxmlformats.org/drawingml/2006/main">
              <a:ext uri="{FF2B5EF4-FFF2-40B4-BE49-F238E27FC236}">
                <a16:creationId xmlns:a16="http://schemas.microsoft.com/office/drawing/2014/main" id="{B1C2953C-6A84-43FC-88B7-714599A3A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357343" y="2098329"/>
            <a:ext cx="2524573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3600"/>
              </a:lnSpc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广泛触达</a:t>
            </a:r>
          </a:p>
        </p:txBody>
      </p:sp>
      <p:sp>
        <p:nvSpPr>
          <p:cNvPr id="37" name="funnel-step-title-1">
            <a:extLst xmlns:a="http://schemas.openxmlformats.org/drawingml/2006/main">
              <a:ext uri="{FF2B5EF4-FFF2-40B4-BE49-F238E27FC236}">
                <a16:creationId xmlns:a16="http://schemas.microsoft.com/office/drawing/2014/main" id="{7EA32EE9-6B70-479F-B21B-B2F6F6478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608632" y="2951712"/>
            <a:ext cx="2021977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3600"/>
              </a:lnSpc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兴趣识别</a:t>
            </a:r>
          </a:p>
        </p:txBody>
      </p:sp>
      <p:sp>
        <p:nvSpPr>
          <p:cNvPr id="38" name="funnel-step-title-2">
            <a:extLst xmlns:a="http://schemas.openxmlformats.org/drawingml/2006/main">
              <a:ext uri="{FF2B5EF4-FFF2-40B4-BE49-F238E27FC236}">
                <a16:creationId xmlns:a16="http://schemas.microsoft.com/office/drawing/2014/main" id="{6432C896-A3B2-42F7-8768-9EDC5511F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837232" y="3805238"/>
            <a:ext cx="1564777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3600"/>
              </a:lnSpc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意向培育</a:t>
            </a:r>
          </a:p>
        </p:txBody>
      </p:sp>
      <p:sp>
        <p:nvSpPr>
          <p:cNvPr id="39" name="funnel-step-title-3">
            <a:extLst xmlns:a="http://schemas.openxmlformats.org/drawingml/2006/main">
              <a:ext uri="{FF2B5EF4-FFF2-40B4-BE49-F238E27FC236}">
                <a16:creationId xmlns:a16="http://schemas.microsoft.com/office/drawing/2014/main" id="{CC28C18F-CE65-45A0-A5AD-A53984E3E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52221" y="4658620"/>
            <a:ext cx="1134818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3600"/>
              </a:lnSpc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行动转化</a:t>
            </a:r>
          </a:p>
        </p:txBody>
      </p:sp>
      <p:sp>
        <p:nvSpPr>
          <p:cNvPr id="40" name="funnel-step-title-4">
            <a:extLst xmlns:a="http://schemas.openxmlformats.org/drawingml/2006/main">
              <a:ext uri="{FF2B5EF4-FFF2-40B4-BE49-F238E27FC236}">
                <a16:creationId xmlns:a16="http://schemas.microsoft.com/office/drawing/2014/main" id="{2BFB230A-F5B5-441F-926D-6AE97F66E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200525" y="5512003"/>
            <a:ext cx="8382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持续留存</a:t>
            </a:r>
          </a:p>
        </p:txBody>
      </p:sp>
    </p:spTree>
    <p:extLst>
      <p:ext uri="{BB962C8B-B14F-4D97-AF65-F5344CB8AC3E}">
        <p14:creationId xmlns:p14="http://schemas.microsoft.com/office/powerpoint/2010/main" val="2049508134"/>
      </p:ext>
    </p:extLst>
  </p:cSld>
</p:sld>
</file>

<file path=ppt/slides/slide4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6" name="phase-band-0">
            <a:extLst xmlns:a="http://schemas.openxmlformats.org/drawingml/2006/main">
              <a:ext uri="{FF2B5EF4-FFF2-40B4-BE49-F238E27FC236}">
                <a16:creationId xmlns:a16="http://schemas.microsoft.com/office/drawing/2014/main" id="{8E81483F-5A5F-463E-8B71-54FB2A8A4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1638300"/>
            <a:ext cx="11144250" cy="156582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phase-band-1">
            <a:extLst xmlns:a="http://schemas.openxmlformats.org/drawingml/2006/main">
              <a:ext uri="{FF2B5EF4-FFF2-40B4-BE49-F238E27FC236}">
                <a16:creationId xmlns:a16="http://schemas.microsoft.com/office/drawing/2014/main" id="{61689B38-CDC2-41D7-9A6C-649495E08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3204124"/>
            <a:ext cx="11144250" cy="145539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38100">
            <a:solidFill>
              <a:srgbClr val="FFFFFF"/>
            </a:solidFill>
            <a:prstDash val="solid"/>
          </a:ln>
        </p:spPr>
      </p:sp>
      <p:sp>
        <p:nvSpPr>
          <p:cNvPr id="3" name="phase-band-2">
            <a:extLst xmlns:a="http://schemas.openxmlformats.org/drawingml/2006/main">
              <a:ext uri="{FF2B5EF4-FFF2-40B4-BE49-F238E27FC236}">
                <a16:creationId xmlns:a16="http://schemas.microsoft.com/office/drawing/2014/main" id="{84ABE4F7-14FC-4566-BB18-7C6423EE8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4659516"/>
            <a:ext cx="11144250" cy="155064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38100">
            <a:solidFill>
              <a:srgbClr val="FFFFFF"/>
            </a:solidFill>
            <a:prstDash val="solid"/>
          </a:ln>
        </p:spPr>
      </p:sp>
      <p:sp>
        <p:nvSpPr>
          <p:cNvPr id="4" name="phase-rail-0">
            <a:extLst xmlns:a="http://schemas.openxmlformats.org/drawingml/2006/main">
              <a:ext uri="{FF2B5EF4-FFF2-40B4-BE49-F238E27FC236}">
                <a16:creationId xmlns:a16="http://schemas.microsoft.com/office/drawing/2014/main" id="{1E4968C0-0458-4064-81FF-8410BEE03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1638300"/>
            <a:ext cx="514350" cy="1561643"/>
          </a:xfrm>
          <a:custGeom xmlns:a="http://schemas.openxmlformats.org/drawingml/2006/main">
            <a:pathLst>
              <a:path w="514350" h="1561643">
                <a:moveTo>
                  <a:pt x="0" y="0"/>
                </a:moveTo>
                <a:lnTo>
                  <a:pt x="18983" y="0"/>
                </a:lnTo>
                <a:lnTo>
                  <a:pt x="37967" y="0"/>
                </a:lnTo>
                <a:lnTo>
                  <a:pt x="56950" y="0"/>
                </a:lnTo>
                <a:lnTo>
                  <a:pt x="75943" y="0"/>
                </a:lnTo>
                <a:lnTo>
                  <a:pt x="94926" y="0"/>
                </a:lnTo>
                <a:lnTo>
                  <a:pt x="113909" y="0"/>
                </a:lnTo>
                <a:lnTo>
                  <a:pt x="132893" y="0"/>
                </a:lnTo>
                <a:lnTo>
                  <a:pt x="151876" y="0"/>
                </a:lnTo>
                <a:lnTo>
                  <a:pt x="170859" y="0"/>
                </a:lnTo>
                <a:lnTo>
                  <a:pt x="189843" y="0"/>
                </a:lnTo>
                <a:lnTo>
                  <a:pt x="208836" y="0"/>
                </a:lnTo>
                <a:lnTo>
                  <a:pt x="227819" y="0"/>
                </a:lnTo>
                <a:lnTo>
                  <a:pt x="246802" y="0"/>
                </a:lnTo>
                <a:lnTo>
                  <a:pt x="265786" y="0"/>
                </a:lnTo>
                <a:lnTo>
                  <a:pt x="284769" y="0"/>
                </a:lnTo>
                <a:lnTo>
                  <a:pt x="303752" y="0"/>
                </a:lnTo>
                <a:lnTo>
                  <a:pt x="322736" y="0"/>
                </a:lnTo>
                <a:lnTo>
                  <a:pt x="341728" y="0"/>
                </a:lnTo>
                <a:lnTo>
                  <a:pt x="360712" y="0"/>
                </a:lnTo>
                <a:lnTo>
                  <a:pt x="379695" y="0"/>
                </a:lnTo>
                <a:lnTo>
                  <a:pt x="398678" y="0"/>
                </a:lnTo>
                <a:lnTo>
                  <a:pt x="417662" y="0"/>
                </a:lnTo>
                <a:lnTo>
                  <a:pt x="436645" y="0"/>
                </a:lnTo>
                <a:lnTo>
                  <a:pt x="455628" y="0"/>
                </a:lnTo>
                <a:lnTo>
                  <a:pt x="474621" y="0"/>
                </a:lnTo>
                <a:lnTo>
                  <a:pt x="493605" y="0"/>
                </a:lnTo>
                <a:lnTo>
                  <a:pt x="512588" y="0"/>
                </a:lnTo>
                <a:lnTo>
                  <a:pt x="514350" y="17221"/>
                </a:lnTo>
                <a:lnTo>
                  <a:pt x="514350" y="36205"/>
                </a:lnTo>
                <a:lnTo>
                  <a:pt x="514350" y="55188"/>
                </a:lnTo>
                <a:lnTo>
                  <a:pt x="514350" y="74171"/>
                </a:lnTo>
                <a:lnTo>
                  <a:pt x="514350" y="93155"/>
                </a:lnTo>
                <a:lnTo>
                  <a:pt x="514350" y="112138"/>
                </a:lnTo>
                <a:lnTo>
                  <a:pt x="514350" y="131121"/>
                </a:lnTo>
                <a:lnTo>
                  <a:pt x="514350" y="150104"/>
                </a:lnTo>
                <a:lnTo>
                  <a:pt x="514350" y="169088"/>
                </a:lnTo>
                <a:lnTo>
                  <a:pt x="514350" y="188071"/>
                </a:lnTo>
                <a:lnTo>
                  <a:pt x="514350" y="207054"/>
                </a:lnTo>
                <a:lnTo>
                  <a:pt x="514350" y="226038"/>
                </a:lnTo>
                <a:lnTo>
                  <a:pt x="514350" y="245021"/>
                </a:lnTo>
                <a:lnTo>
                  <a:pt x="514350" y="264004"/>
                </a:lnTo>
                <a:lnTo>
                  <a:pt x="514350" y="282988"/>
                </a:lnTo>
                <a:lnTo>
                  <a:pt x="514350" y="301971"/>
                </a:lnTo>
                <a:lnTo>
                  <a:pt x="514350" y="320954"/>
                </a:lnTo>
                <a:lnTo>
                  <a:pt x="514350" y="339938"/>
                </a:lnTo>
                <a:lnTo>
                  <a:pt x="514350" y="358921"/>
                </a:lnTo>
                <a:lnTo>
                  <a:pt x="514350" y="377904"/>
                </a:lnTo>
                <a:lnTo>
                  <a:pt x="514350" y="396888"/>
                </a:lnTo>
                <a:lnTo>
                  <a:pt x="514350" y="415881"/>
                </a:lnTo>
                <a:lnTo>
                  <a:pt x="514350" y="434864"/>
                </a:lnTo>
                <a:lnTo>
                  <a:pt x="514350" y="453847"/>
                </a:lnTo>
                <a:lnTo>
                  <a:pt x="514350" y="472831"/>
                </a:lnTo>
                <a:lnTo>
                  <a:pt x="514350" y="491814"/>
                </a:lnTo>
                <a:lnTo>
                  <a:pt x="514350" y="510797"/>
                </a:lnTo>
                <a:lnTo>
                  <a:pt x="514350" y="529781"/>
                </a:lnTo>
                <a:lnTo>
                  <a:pt x="514350" y="548764"/>
                </a:lnTo>
                <a:lnTo>
                  <a:pt x="514350" y="567747"/>
                </a:lnTo>
                <a:lnTo>
                  <a:pt x="514350" y="586730"/>
                </a:lnTo>
                <a:lnTo>
                  <a:pt x="514350" y="605714"/>
                </a:lnTo>
                <a:lnTo>
                  <a:pt x="514350" y="624697"/>
                </a:lnTo>
                <a:lnTo>
                  <a:pt x="514350" y="643680"/>
                </a:lnTo>
                <a:lnTo>
                  <a:pt x="514350" y="662664"/>
                </a:lnTo>
                <a:lnTo>
                  <a:pt x="514350" y="681647"/>
                </a:lnTo>
                <a:lnTo>
                  <a:pt x="514350" y="700630"/>
                </a:lnTo>
                <a:lnTo>
                  <a:pt x="514350" y="719614"/>
                </a:lnTo>
                <a:lnTo>
                  <a:pt x="514350" y="738597"/>
                </a:lnTo>
                <a:lnTo>
                  <a:pt x="514350" y="757580"/>
                </a:lnTo>
                <a:lnTo>
                  <a:pt x="514350" y="776564"/>
                </a:lnTo>
                <a:lnTo>
                  <a:pt x="514350" y="795547"/>
                </a:lnTo>
                <a:lnTo>
                  <a:pt x="514350" y="814530"/>
                </a:lnTo>
                <a:lnTo>
                  <a:pt x="514350" y="833514"/>
                </a:lnTo>
                <a:lnTo>
                  <a:pt x="514350" y="852497"/>
                </a:lnTo>
                <a:lnTo>
                  <a:pt x="514350" y="871480"/>
                </a:lnTo>
                <a:lnTo>
                  <a:pt x="514350" y="890464"/>
                </a:lnTo>
                <a:lnTo>
                  <a:pt x="514350" y="909447"/>
                </a:lnTo>
                <a:lnTo>
                  <a:pt x="514350" y="928430"/>
                </a:lnTo>
                <a:lnTo>
                  <a:pt x="514350" y="947414"/>
                </a:lnTo>
                <a:lnTo>
                  <a:pt x="514350" y="966397"/>
                </a:lnTo>
                <a:lnTo>
                  <a:pt x="514350" y="985380"/>
                </a:lnTo>
                <a:lnTo>
                  <a:pt x="514350" y="1004364"/>
                </a:lnTo>
                <a:lnTo>
                  <a:pt x="514350" y="1023347"/>
                </a:lnTo>
                <a:lnTo>
                  <a:pt x="514350" y="1042330"/>
                </a:lnTo>
                <a:lnTo>
                  <a:pt x="514350" y="1061323"/>
                </a:lnTo>
                <a:lnTo>
                  <a:pt x="514350" y="1080306"/>
                </a:lnTo>
                <a:lnTo>
                  <a:pt x="514350" y="1099290"/>
                </a:lnTo>
                <a:lnTo>
                  <a:pt x="514350" y="1118273"/>
                </a:lnTo>
                <a:lnTo>
                  <a:pt x="514350" y="1137256"/>
                </a:lnTo>
                <a:lnTo>
                  <a:pt x="514350" y="1156240"/>
                </a:lnTo>
                <a:lnTo>
                  <a:pt x="514350" y="1175223"/>
                </a:lnTo>
                <a:lnTo>
                  <a:pt x="514350" y="1194206"/>
                </a:lnTo>
                <a:lnTo>
                  <a:pt x="514350" y="1213190"/>
                </a:lnTo>
                <a:lnTo>
                  <a:pt x="514350" y="1232173"/>
                </a:lnTo>
                <a:lnTo>
                  <a:pt x="514350" y="1251156"/>
                </a:lnTo>
                <a:lnTo>
                  <a:pt x="514350" y="1270140"/>
                </a:lnTo>
                <a:lnTo>
                  <a:pt x="514350" y="1289123"/>
                </a:lnTo>
                <a:lnTo>
                  <a:pt x="514350" y="1308106"/>
                </a:lnTo>
                <a:lnTo>
                  <a:pt x="514350" y="1327090"/>
                </a:lnTo>
                <a:lnTo>
                  <a:pt x="514350" y="1346073"/>
                </a:lnTo>
                <a:lnTo>
                  <a:pt x="514350" y="1365056"/>
                </a:lnTo>
                <a:lnTo>
                  <a:pt x="514350" y="1384040"/>
                </a:lnTo>
                <a:lnTo>
                  <a:pt x="514350" y="1403023"/>
                </a:lnTo>
                <a:lnTo>
                  <a:pt x="514350" y="1422006"/>
                </a:lnTo>
                <a:lnTo>
                  <a:pt x="498586" y="1431712"/>
                </a:lnTo>
                <a:lnTo>
                  <a:pt x="481984" y="1440932"/>
                </a:lnTo>
                <a:lnTo>
                  <a:pt x="465392" y="1450153"/>
                </a:lnTo>
                <a:lnTo>
                  <a:pt x="448799" y="1459373"/>
                </a:lnTo>
                <a:lnTo>
                  <a:pt x="432197" y="1468593"/>
                </a:lnTo>
                <a:lnTo>
                  <a:pt x="415604" y="1477813"/>
                </a:lnTo>
                <a:lnTo>
                  <a:pt x="399012" y="1487033"/>
                </a:lnTo>
                <a:lnTo>
                  <a:pt x="382410" y="1496244"/>
                </a:lnTo>
                <a:lnTo>
                  <a:pt x="365817" y="1505464"/>
                </a:lnTo>
                <a:lnTo>
                  <a:pt x="349225" y="1514685"/>
                </a:lnTo>
                <a:lnTo>
                  <a:pt x="332623" y="1523905"/>
                </a:lnTo>
                <a:lnTo>
                  <a:pt x="316030" y="1533125"/>
                </a:lnTo>
                <a:lnTo>
                  <a:pt x="299437" y="1542345"/>
                </a:lnTo>
                <a:lnTo>
                  <a:pt x="282835" y="1551565"/>
                </a:lnTo>
                <a:lnTo>
                  <a:pt x="266243" y="1560786"/>
                </a:lnTo>
                <a:lnTo>
                  <a:pt x="249650" y="1561643"/>
                </a:lnTo>
                <a:lnTo>
                  <a:pt x="233048" y="1552423"/>
                </a:lnTo>
                <a:lnTo>
                  <a:pt x="216456" y="1543202"/>
                </a:lnTo>
                <a:lnTo>
                  <a:pt x="199863" y="1533982"/>
                </a:lnTo>
                <a:lnTo>
                  <a:pt x="183261" y="1524762"/>
                </a:lnTo>
                <a:lnTo>
                  <a:pt x="166668" y="1515542"/>
                </a:lnTo>
                <a:lnTo>
                  <a:pt x="150076" y="1506322"/>
                </a:lnTo>
                <a:lnTo>
                  <a:pt x="133483" y="1497101"/>
                </a:lnTo>
                <a:lnTo>
                  <a:pt x="116881" y="1487881"/>
                </a:lnTo>
                <a:lnTo>
                  <a:pt x="100289" y="1478671"/>
                </a:lnTo>
                <a:lnTo>
                  <a:pt x="83696" y="1469450"/>
                </a:lnTo>
                <a:lnTo>
                  <a:pt x="67094" y="1460230"/>
                </a:lnTo>
                <a:lnTo>
                  <a:pt x="50502" y="1451010"/>
                </a:lnTo>
                <a:lnTo>
                  <a:pt x="33909" y="1441790"/>
                </a:lnTo>
                <a:lnTo>
                  <a:pt x="17307" y="1432570"/>
                </a:lnTo>
                <a:lnTo>
                  <a:pt x="714" y="1423349"/>
                </a:lnTo>
                <a:lnTo>
                  <a:pt x="0" y="1404785"/>
                </a:lnTo>
                <a:lnTo>
                  <a:pt x="0" y="1385802"/>
                </a:lnTo>
                <a:lnTo>
                  <a:pt x="0" y="1366818"/>
                </a:lnTo>
                <a:lnTo>
                  <a:pt x="0" y="1347835"/>
                </a:lnTo>
                <a:lnTo>
                  <a:pt x="0" y="1328852"/>
                </a:lnTo>
                <a:lnTo>
                  <a:pt x="0" y="1309868"/>
                </a:lnTo>
                <a:lnTo>
                  <a:pt x="0" y="1290885"/>
                </a:lnTo>
                <a:lnTo>
                  <a:pt x="0" y="1271902"/>
                </a:lnTo>
                <a:lnTo>
                  <a:pt x="0" y="1252919"/>
                </a:lnTo>
                <a:lnTo>
                  <a:pt x="0" y="1233935"/>
                </a:lnTo>
                <a:lnTo>
                  <a:pt x="0" y="1214952"/>
                </a:lnTo>
                <a:lnTo>
                  <a:pt x="0" y="1195969"/>
                </a:lnTo>
                <a:lnTo>
                  <a:pt x="0" y="1176985"/>
                </a:lnTo>
                <a:lnTo>
                  <a:pt x="0" y="1158002"/>
                </a:lnTo>
                <a:lnTo>
                  <a:pt x="0" y="1139019"/>
                </a:lnTo>
                <a:lnTo>
                  <a:pt x="0" y="1120035"/>
                </a:lnTo>
                <a:lnTo>
                  <a:pt x="0" y="1101052"/>
                </a:lnTo>
                <a:lnTo>
                  <a:pt x="0" y="1082069"/>
                </a:lnTo>
                <a:lnTo>
                  <a:pt x="0" y="1063085"/>
                </a:lnTo>
                <a:lnTo>
                  <a:pt x="0" y="1044102"/>
                </a:lnTo>
                <a:lnTo>
                  <a:pt x="0" y="1025119"/>
                </a:lnTo>
                <a:lnTo>
                  <a:pt x="0" y="1006135"/>
                </a:lnTo>
                <a:lnTo>
                  <a:pt x="0" y="987152"/>
                </a:lnTo>
                <a:lnTo>
                  <a:pt x="0" y="968169"/>
                </a:lnTo>
                <a:lnTo>
                  <a:pt x="0" y="949176"/>
                </a:lnTo>
                <a:lnTo>
                  <a:pt x="0" y="930192"/>
                </a:lnTo>
                <a:lnTo>
                  <a:pt x="0" y="911209"/>
                </a:lnTo>
                <a:lnTo>
                  <a:pt x="0" y="892226"/>
                </a:lnTo>
                <a:lnTo>
                  <a:pt x="0" y="873242"/>
                </a:lnTo>
                <a:lnTo>
                  <a:pt x="0" y="854259"/>
                </a:lnTo>
                <a:lnTo>
                  <a:pt x="0" y="835276"/>
                </a:lnTo>
                <a:lnTo>
                  <a:pt x="0" y="816293"/>
                </a:lnTo>
                <a:lnTo>
                  <a:pt x="0" y="797309"/>
                </a:lnTo>
                <a:lnTo>
                  <a:pt x="0" y="778326"/>
                </a:lnTo>
                <a:lnTo>
                  <a:pt x="0" y="759343"/>
                </a:lnTo>
                <a:lnTo>
                  <a:pt x="0" y="740359"/>
                </a:lnTo>
                <a:lnTo>
                  <a:pt x="0" y="721376"/>
                </a:lnTo>
                <a:lnTo>
                  <a:pt x="0" y="702393"/>
                </a:lnTo>
                <a:lnTo>
                  <a:pt x="0" y="683409"/>
                </a:lnTo>
                <a:lnTo>
                  <a:pt x="0" y="664426"/>
                </a:lnTo>
                <a:lnTo>
                  <a:pt x="0" y="645443"/>
                </a:lnTo>
                <a:lnTo>
                  <a:pt x="0" y="626459"/>
                </a:lnTo>
                <a:lnTo>
                  <a:pt x="0" y="607476"/>
                </a:lnTo>
                <a:lnTo>
                  <a:pt x="0" y="588493"/>
                </a:lnTo>
                <a:lnTo>
                  <a:pt x="0" y="569509"/>
                </a:lnTo>
                <a:lnTo>
                  <a:pt x="0" y="550526"/>
                </a:lnTo>
                <a:lnTo>
                  <a:pt x="0" y="531543"/>
                </a:lnTo>
                <a:lnTo>
                  <a:pt x="0" y="512559"/>
                </a:lnTo>
                <a:lnTo>
                  <a:pt x="0" y="493576"/>
                </a:lnTo>
                <a:lnTo>
                  <a:pt x="0" y="474593"/>
                </a:lnTo>
                <a:lnTo>
                  <a:pt x="0" y="455609"/>
                </a:lnTo>
                <a:lnTo>
                  <a:pt x="0" y="436626"/>
                </a:lnTo>
                <a:lnTo>
                  <a:pt x="0" y="417643"/>
                </a:lnTo>
                <a:lnTo>
                  <a:pt x="0" y="398659"/>
                </a:lnTo>
                <a:lnTo>
                  <a:pt x="0" y="379676"/>
                </a:lnTo>
                <a:lnTo>
                  <a:pt x="0" y="360693"/>
                </a:lnTo>
                <a:lnTo>
                  <a:pt x="0" y="341709"/>
                </a:lnTo>
                <a:lnTo>
                  <a:pt x="0" y="322717"/>
                </a:lnTo>
                <a:lnTo>
                  <a:pt x="0" y="303733"/>
                </a:lnTo>
                <a:lnTo>
                  <a:pt x="0" y="284750"/>
                </a:lnTo>
                <a:lnTo>
                  <a:pt x="0" y="265767"/>
                </a:lnTo>
                <a:lnTo>
                  <a:pt x="0" y="246783"/>
                </a:lnTo>
                <a:lnTo>
                  <a:pt x="0" y="227800"/>
                </a:lnTo>
                <a:lnTo>
                  <a:pt x="0" y="208817"/>
                </a:lnTo>
                <a:lnTo>
                  <a:pt x="0" y="189833"/>
                </a:lnTo>
                <a:lnTo>
                  <a:pt x="0" y="170850"/>
                </a:lnTo>
                <a:lnTo>
                  <a:pt x="0" y="151867"/>
                </a:lnTo>
                <a:lnTo>
                  <a:pt x="0" y="132883"/>
                </a:lnTo>
                <a:lnTo>
                  <a:pt x="0" y="113900"/>
                </a:lnTo>
                <a:lnTo>
                  <a:pt x="0" y="94917"/>
                </a:lnTo>
                <a:lnTo>
                  <a:pt x="0" y="75933"/>
                </a:lnTo>
                <a:lnTo>
                  <a:pt x="0" y="56950"/>
                </a:lnTo>
                <a:lnTo>
                  <a:pt x="0" y="37967"/>
                </a:lnTo>
                <a:lnTo>
                  <a:pt x="0" y="18983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5" name="phase-title-0">
            <a:extLst xmlns:a="http://schemas.openxmlformats.org/drawingml/2006/main">
              <a:ext uri="{FF2B5EF4-FFF2-40B4-BE49-F238E27FC236}">
                <a16:creationId xmlns:a16="http://schemas.microsoft.com/office/drawing/2014/main" id="{1EBAD4E5-F5CE-45DF-A15F-EA3F8E715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1950396"/>
            <a:ext cx="1428750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精准触达</a:t>
            </a:r>
          </a:p>
        </p:txBody>
      </p:sp>
      <p:sp>
        <p:nvSpPr>
          <p:cNvPr id="6" name="phase-body-0">
            <a:extLst xmlns:a="http://schemas.openxmlformats.org/drawingml/2006/main">
              <a:ext uri="{FF2B5EF4-FFF2-40B4-BE49-F238E27FC236}">
                <a16:creationId xmlns:a16="http://schemas.microsoft.com/office/drawing/2014/main" id="{C3722013-EE8B-4861-A18C-3B87BCB8E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2304602"/>
            <a:ext cx="1428750" cy="587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让目标对象进</a:t>
            </a:r>
          </a:p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入体系</a:t>
            </a:r>
          </a:p>
        </p:txBody>
      </p:sp>
      <p:sp>
        <p:nvSpPr>
          <p:cNvPr id="7" name="action-icon-shell-0-0">
            <a:extLst xmlns:a="http://schemas.openxmlformats.org/drawingml/2006/main">
              <a:ext uri="{FF2B5EF4-FFF2-40B4-BE49-F238E27FC236}">
                <a16:creationId xmlns:a16="http://schemas.microsoft.com/office/drawing/2014/main" id="{4EA42C83-3F6F-41F0-A077-68FAEEB7B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1944891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7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f50f0a45f05416b">
            <a:extLst>
              <a:ext uri="{96DAC541-7B7A-43D3-8B79-37D633B846F1}">
                <asvg:svgBlip xmlns:asvg="http://schemas.microsoft.com/office/drawing/2016/SVG/main" r:embed="R78a11044a6904c95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2021091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9" name="action-title-0-0">
            <a:extLst xmlns:a="http://schemas.openxmlformats.org/drawingml/2006/main">
              <a:ext uri="{FF2B5EF4-FFF2-40B4-BE49-F238E27FC236}">
                <a16:creationId xmlns:a16="http://schemas.microsoft.com/office/drawing/2014/main" id="{57DE4B97-4AB2-46B6-A5D7-8A4F2AEE5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1883864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标签体系</a:t>
            </a:r>
          </a:p>
        </p:txBody>
      </p:sp>
      <p:sp>
        <p:nvSpPr>
          <p:cNvPr id="10" name="action-body-0-0">
            <a:extLst xmlns:a="http://schemas.openxmlformats.org/drawingml/2006/main">
              <a:ext uri="{FF2B5EF4-FFF2-40B4-BE49-F238E27FC236}">
                <a16:creationId xmlns:a16="http://schemas.microsoft.com/office/drawing/2014/main" id="{FE1E2B19-F159-4CF7-BE8A-3BB34104A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112464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形成可识别对象</a:t>
            </a:r>
          </a:p>
        </p:txBody>
      </p:sp>
      <p:sp>
        <p:nvSpPr>
          <p:cNvPr id="11" name="action-icon-shell-0-1">
            <a:extLst xmlns:a="http://schemas.openxmlformats.org/drawingml/2006/main">
              <a:ext uri="{FF2B5EF4-FFF2-40B4-BE49-F238E27FC236}">
                <a16:creationId xmlns:a16="http://schemas.microsoft.com/office/drawing/2014/main" id="{AA812D13-0275-4BFF-9F1E-2B0A2FDEE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1944891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7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3c1bcb989e24af7">
            <a:extLst>
              <a:ext uri="{96DAC541-7B7A-43D3-8B79-37D633B846F1}">
                <asvg:svgBlip xmlns:asvg="http://schemas.microsoft.com/office/drawing/2016/SVG/main" r:embed="R9237a404517740f0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2021091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13" name="action-title-0-1">
            <a:extLst xmlns:a="http://schemas.openxmlformats.org/drawingml/2006/main">
              <a:ext uri="{FF2B5EF4-FFF2-40B4-BE49-F238E27FC236}">
                <a16:creationId xmlns:a16="http://schemas.microsoft.com/office/drawing/2014/main" id="{70BA607B-3C59-4971-B746-2B4FFE405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1883864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渠道连接</a:t>
            </a:r>
          </a:p>
        </p:txBody>
      </p:sp>
      <p:sp>
        <p:nvSpPr>
          <p:cNvPr id="14" name="action-body-0-1">
            <a:extLst xmlns:a="http://schemas.openxmlformats.org/drawingml/2006/main">
              <a:ext uri="{FF2B5EF4-FFF2-40B4-BE49-F238E27FC236}">
                <a16:creationId xmlns:a16="http://schemas.microsoft.com/office/drawing/2014/main" id="{2CAB1C9A-A466-4158-98A0-6F6486A6E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112464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连接主要触点</a:t>
            </a:r>
          </a:p>
        </p:txBody>
      </p:sp>
      <p:sp>
        <p:nvSpPr>
          <p:cNvPr id="15" name="action-icon-shell-0-2">
            <a:extLst xmlns:a="http://schemas.openxmlformats.org/drawingml/2006/main">
              <a:ext uri="{FF2B5EF4-FFF2-40B4-BE49-F238E27FC236}">
                <a16:creationId xmlns:a16="http://schemas.microsoft.com/office/drawing/2014/main" id="{3999093B-1BC5-4BDD-8B90-D711D3F5C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2554491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8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3d0408630b446fa">
            <a:extLst>
              <a:ext uri="{96DAC541-7B7A-43D3-8B79-37D633B846F1}">
                <asvg:svgBlip xmlns:asvg="http://schemas.microsoft.com/office/drawing/2016/SVG/main" r:embed="Rcbed0283add44b9c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2630691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17" name="action-title-0-2">
            <a:extLst xmlns:a="http://schemas.openxmlformats.org/drawingml/2006/main">
              <a:ext uri="{FF2B5EF4-FFF2-40B4-BE49-F238E27FC236}">
                <a16:creationId xmlns:a16="http://schemas.microsoft.com/office/drawing/2014/main" id="{04206715-0AAB-4DAF-BDEA-5455A9DE6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493464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内容优化</a:t>
            </a:r>
          </a:p>
        </p:txBody>
      </p:sp>
      <p:sp>
        <p:nvSpPr>
          <p:cNvPr id="18" name="action-body-0-2">
            <a:extLst xmlns:a="http://schemas.openxmlformats.org/drawingml/2006/main">
              <a:ext uri="{FF2B5EF4-FFF2-40B4-BE49-F238E27FC236}">
                <a16:creationId xmlns:a16="http://schemas.microsoft.com/office/drawing/2014/main" id="{A4F4AF6E-926A-443D-8AA9-C6F347CAA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722064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提高触达质量</a:t>
            </a:r>
          </a:p>
        </p:txBody>
      </p:sp>
      <p:sp>
        <p:nvSpPr>
          <p:cNvPr id="19" name="action-icon-shell-0-3">
            <a:extLst xmlns:a="http://schemas.openxmlformats.org/drawingml/2006/main">
              <a:ext uri="{FF2B5EF4-FFF2-40B4-BE49-F238E27FC236}">
                <a16:creationId xmlns:a16="http://schemas.microsoft.com/office/drawing/2014/main" id="{EC208935-A6BB-419A-8044-67513D7E5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2554491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8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b1fe404a8a04165">
            <a:extLst>
              <a:ext uri="{96DAC541-7B7A-43D3-8B79-37D633B846F1}">
                <asvg:svgBlip xmlns:asvg="http://schemas.microsoft.com/office/drawing/2016/SVG/main" r:embed="Ra454f2c98f0c49ef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2630691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21" name="action-title-0-3">
            <a:extLst xmlns:a="http://schemas.openxmlformats.org/drawingml/2006/main">
              <a:ext uri="{FF2B5EF4-FFF2-40B4-BE49-F238E27FC236}">
                <a16:creationId xmlns:a16="http://schemas.microsoft.com/office/drawing/2014/main" id="{27FB2E49-89D6-4C0A-ABB5-B4843493A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493464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行为追踪</a:t>
            </a:r>
          </a:p>
        </p:txBody>
      </p:sp>
      <p:sp>
        <p:nvSpPr>
          <p:cNvPr id="22" name="action-body-0-3">
            <a:extLst xmlns:a="http://schemas.openxmlformats.org/drawingml/2006/main">
              <a:ext uri="{FF2B5EF4-FFF2-40B4-BE49-F238E27FC236}">
                <a16:creationId xmlns:a16="http://schemas.microsoft.com/office/drawing/2014/main" id="{265592B9-1903-4992-8EE8-820935001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722064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记录关键反馈</a:t>
            </a:r>
          </a:p>
        </p:txBody>
      </p:sp>
      <p:sp>
        <p:nvSpPr>
          <p:cNvPr id="23" name="phase-rail-1">
            <a:extLst xmlns:a="http://schemas.openxmlformats.org/drawingml/2006/main">
              <a:ext uri="{FF2B5EF4-FFF2-40B4-BE49-F238E27FC236}">
                <a16:creationId xmlns:a16="http://schemas.microsoft.com/office/drawing/2014/main" id="{ED891433-DA1E-4EBE-9F8B-067247FDB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3204124"/>
            <a:ext cx="514350" cy="1450991"/>
          </a:xfrm>
          <a:custGeom xmlns:a="http://schemas.openxmlformats.org/drawingml/2006/main">
            <a:pathLst>
              <a:path w="514350" h="1450991">
                <a:moveTo>
                  <a:pt x="0" y="0"/>
                </a:moveTo>
                <a:lnTo>
                  <a:pt x="16621" y="9230"/>
                </a:lnTo>
                <a:lnTo>
                  <a:pt x="33233" y="18459"/>
                </a:lnTo>
                <a:lnTo>
                  <a:pt x="49854" y="27699"/>
                </a:lnTo>
                <a:lnTo>
                  <a:pt x="66465" y="36928"/>
                </a:lnTo>
                <a:lnTo>
                  <a:pt x="83087" y="46158"/>
                </a:lnTo>
                <a:lnTo>
                  <a:pt x="99708" y="55388"/>
                </a:lnTo>
                <a:lnTo>
                  <a:pt x="116319" y="64618"/>
                </a:lnTo>
                <a:lnTo>
                  <a:pt x="132940" y="73857"/>
                </a:lnTo>
                <a:lnTo>
                  <a:pt x="149552" y="83087"/>
                </a:lnTo>
                <a:lnTo>
                  <a:pt x="166173" y="92316"/>
                </a:lnTo>
                <a:lnTo>
                  <a:pt x="182785" y="101546"/>
                </a:lnTo>
                <a:lnTo>
                  <a:pt x="199406" y="110776"/>
                </a:lnTo>
                <a:lnTo>
                  <a:pt x="216027" y="120015"/>
                </a:lnTo>
                <a:lnTo>
                  <a:pt x="232639" y="129245"/>
                </a:lnTo>
                <a:lnTo>
                  <a:pt x="249260" y="138474"/>
                </a:lnTo>
                <a:lnTo>
                  <a:pt x="265871" y="138036"/>
                </a:lnTo>
                <a:lnTo>
                  <a:pt x="282492" y="128807"/>
                </a:lnTo>
                <a:lnTo>
                  <a:pt x="299114" y="119577"/>
                </a:lnTo>
                <a:lnTo>
                  <a:pt x="315725" y="110347"/>
                </a:lnTo>
                <a:lnTo>
                  <a:pt x="332346" y="101108"/>
                </a:lnTo>
                <a:lnTo>
                  <a:pt x="348958" y="91878"/>
                </a:lnTo>
                <a:lnTo>
                  <a:pt x="365579" y="82648"/>
                </a:lnTo>
                <a:lnTo>
                  <a:pt x="382200" y="73419"/>
                </a:lnTo>
                <a:lnTo>
                  <a:pt x="398812" y="64189"/>
                </a:lnTo>
                <a:lnTo>
                  <a:pt x="415433" y="54950"/>
                </a:lnTo>
                <a:lnTo>
                  <a:pt x="432044" y="45720"/>
                </a:lnTo>
                <a:lnTo>
                  <a:pt x="448666" y="36490"/>
                </a:lnTo>
                <a:lnTo>
                  <a:pt x="465277" y="27261"/>
                </a:lnTo>
                <a:lnTo>
                  <a:pt x="481898" y="18031"/>
                </a:lnTo>
                <a:lnTo>
                  <a:pt x="498519" y="8792"/>
                </a:lnTo>
                <a:lnTo>
                  <a:pt x="514350" y="895"/>
                </a:lnTo>
                <a:lnTo>
                  <a:pt x="514350" y="19907"/>
                </a:lnTo>
                <a:lnTo>
                  <a:pt x="514350" y="38910"/>
                </a:lnTo>
                <a:lnTo>
                  <a:pt x="514350" y="57922"/>
                </a:lnTo>
                <a:lnTo>
                  <a:pt x="514350" y="76933"/>
                </a:lnTo>
                <a:lnTo>
                  <a:pt x="514350" y="95945"/>
                </a:lnTo>
                <a:lnTo>
                  <a:pt x="514350" y="114948"/>
                </a:lnTo>
                <a:lnTo>
                  <a:pt x="514350" y="133960"/>
                </a:lnTo>
                <a:lnTo>
                  <a:pt x="514350" y="152972"/>
                </a:lnTo>
                <a:lnTo>
                  <a:pt x="514350" y="171974"/>
                </a:lnTo>
                <a:lnTo>
                  <a:pt x="514350" y="190986"/>
                </a:lnTo>
                <a:lnTo>
                  <a:pt x="514350" y="209998"/>
                </a:lnTo>
                <a:lnTo>
                  <a:pt x="514350" y="229000"/>
                </a:lnTo>
                <a:lnTo>
                  <a:pt x="514350" y="248012"/>
                </a:lnTo>
                <a:lnTo>
                  <a:pt x="514350" y="267024"/>
                </a:lnTo>
                <a:lnTo>
                  <a:pt x="514350" y="286036"/>
                </a:lnTo>
                <a:lnTo>
                  <a:pt x="514350" y="305038"/>
                </a:lnTo>
                <a:lnTo>
                  <a:pt x="514350" y="324050"/>
                </a:lnTo>
                <a:lnTo>
                  <a:pt x="514350" y="343062"/>
                </a:lnTo>
                <a:lnTo>
                  <a:pt x="514350" y="362064"/>
                </a:lnTo>
                <a:lnTo>
                  <a:pt x="514350" y="381076"/>
                </a:lnTo>
                <a:lnTo>
                  <a:pt x="514350" y="400088"/>
                </a:lnTo>
                <a:lnTo>
                  <a:pt x="514350" y="419090"/>
                </a:lnTo>
                <a:lnTo>
                  <a:pt x="514350" y="438102"/>
                </a:lnTo>
                <a:lnTo>
                  <a:pt x="514350" y="457114"/>
                </a:lnTo>
                <a:lnTo>
                  <a:pt x="514350" y="476126"/>
                </a:lnTo>
                <a:lnTo>
                  <a:pt x="514350" y="495129"/>
                </a:lnTo>
                <a:lnTo>
                  <a:pt x="514350" y="514140"/>
                </a:lnTo>
                <a:lnTo>
                  <a:pt x="514350" y="533152"/>
                </a:lnTo>
                <a:lnTo>
                  <a:pt x="514350" y="552155"/>
                </a:lnTo>
                <a:lnTo>
                  <a:pt x="514350" y="571167"/>
                </a:lnTo>
                <a:lnTo>
                  <a:pt x="514350" y="590179"/>
                </a:lnTo>
                <a:lnTo>
                  <a:pt x="514350" y="609181"/>
                </a:lnTo>
                <a:lnTo>
                  <a:pt x="514350" y="628193"/>
                </a:lnTo>
                <a:lnTo>
                  <a:pt x="514350" y="647205"/>
                </a:lnTo>
                <a:lnTo>
                  <a:pt x="514350" y="666207"/>
                </a:lnTo>
                <a:lnTo>
                  <a:pt x="514350" y="685219"/>
                </a:lnTo>
                <a:lnTo>
                  <a:pt x="514350" y="704231"/>
                </a:lnTo>
                <a:lnTo>
                  <a:pt x="514350" y="723243"/>
                </a:lnTo>
                <a:lnTo>
                  <a:pt x="514350" y="742245"/>
                </a:lnTo>
                <a:lnTo>
                  <a:pt x="514350" y="761257"/>
                </a:lnTo>
                <a:lnTo>
                  <a:pt x="514350" y="780269"/>
                </a:lnTo>
                <a:lnTo>
                  <a:pt x="514350" y="799271"/>
                </a:lnTo>
                <a:lnTo>
                  <a:pt x="514350" y="818283"/>
                </a:lnTo>
                <a:lnTo>
                  <a:pt x="514350" y="837295"/>
                </a:lnTo>
                <a:lnTo>
                  <a:pt x="514350" y="856298"/>
                </a:lnTo>
                <a:lnTo>
                  <a:pt x="514350" y="875309"/>
                </a:lnTo>
                <a:lnTo>
                  <a:pt x="514350" y="894321"/>
                </a:lnTo>
                <a:lnTo>
                  <a:pt x="514350" y="913333"/>
                </a:lnTo>
                <a:lnTo>
                  <a:pt x="514350" y="932336"/>
                </a:lnTo>
                <a:lnTo>
                  <a:pt x="514350" y="951347"/>
                </a:lnTo>
                <a:lnTo>
                  <a:pt x="514350" y="970359"/>
                </a:lnTo>
                <a:lnTo>
                  <a:pt x="514350" y="989362"/>
                </a:lnTo>
                <a:lnTo>
                  <a:pt x="514350" y="1008374"/>
                </a:lnTo>
                <a:lnTo>
                  <a:pt x="514350" y="1027386"/>
                </a:lnTo>
                <a:lnTo>
                  <a:pt x="514350" y="1046388"/>
                </a:lnTo>
                <a:lnTo>
                  <a:pt x="514350" y="1065400"/>
                </a:lnTo>
                <a:lnTo>
                  <a:pt x="514350" y="1084412"/>
                </a:lnTo>
                <a:lnTo>
                  <a:pt x="514350" y="1103424"/>
                </a:lnTo>
                <a:lnTo>
                  <a:pt x="514350" y="1122426"/>
                </a:lnTo>
                <a:lnTo>
                  <a:pt x="514350" y="1141438"/>
                </a:lnTo>
                <a:lnTo>
                  <a:pt x="514350" y="1160450"/>
                </a:lnTo>
                <a:lnTo>
                  <a:pt x="514350" y="1179452"/>
                </a:lnTo>
                <a:lnTo>
                  <a:pt x="514350" y="1198464"/>
                </a:lnTo>
                <a:lnTo>
                  <a:pt x="514350" y="1217476"/>
                </a:lnTo>
                <a:lnTo>
                  <a:pt x="514350" y="1236478"/>
                </a:lnTo>
                <a:lnTo>
                  <a:pt x="514350" y="1255490"/>
                </a:lnTo>
                <a:lnTo>
                  <a:pt x="514350" y="1274502"/>
                </a:lnTo>
                <a:lnTo>
                  <a:pt x="514350" y="1293505"/>
                </a:lnTo>
                <a:lnTo>
                  <a:pt x="514350" y="1312516"/>
                </a:lnTo>
                <a:lnTo>
                  <a:pt x="497729" y="1321746"/>
                </a:lnTo>
                <a:lnTo>
                  <a:pt x="481117" y="1330985"/>
                </a:lnTo>
                <a:lnTo>
                  <a:pt x="464496" y="1340215"/>
                </a:lnTo>
                <a:lnTo>
                  <a:pt x="447885" y="1349445"/>
                </a:lnTo>
                <a:lnTo>
                  <a:pt x="431263" y="1358675"/>
                </a:lnTo>
                <a:lnTo>
                  <a:pt x="414642" y="1367904"/>
                </a:lnTo>
                <a:lnTo>
                  <a:pt x="398031" y="1377144"/>
                </a:lnTo>
                <a:lnTo>
                  <a:pt x="381410" y="1386373"/>
                </a:lnTo>
                <a:lnTo>
                  <a:pt x="364798" y="1395603"/>
                </a:lnTo>
                <a:lnTo>
                  <a:pt x="348177" y="1404833"/>
                </a:lnTo>
                <a:lnTo>
                  <a:pt x="331565" y="1414062"/>
                </a:lnTo>
                <a:lnTo>
                  <a:pt x="314944" y="1423302"/>
                </a:lnTo>
                <a:lnTo>
                  <a:pt x="298323" y="1432531"/>
                </a:lnTo>
                <a:lnTo>
                  <a:pt x="281711" y="1441761"/>
                </a:lnTo>
                <a:lnTo>
                  <a:pt x="265090" y="1450991"/>
                </a:lnTo>
                <a:lnTo>
                  <a:pt x="248479" y="1450553"/>
                </a:lnTo>
                <a:lnTo>
                  <a:pt x="231858" y="1441323"/>
                </a:lnTo>
                <a:lnTo>
                  <a:pt x="215236" y="1432093"/>
                </a:lnTo>
                <a:lnTo>
                  <a:pt x="198625" y="1422864"/>
                </a:lnTo>
                <a:lnTo>
                  <a:pt x="182004" y="1413634"/>
                </a:lnTo>
                <a:lnTo>
                  <a:pt x="165392" y="1404395"/>
                </a:lnTo>
                <a:lnTo>
                  <a:pt x="148771" y="1395165"/>
                </a:lnTo>
                <a:lnTo>
                  <a:pt x="132150" y="1385935"/>
                </a:lnTo>
                <a:lnTo>
                  <a:pt x="115538" y="1376705"/>
                </a:lnTo>
                <a:lnTo>
                  <a:pt x="98917" y="1367476"/>
                </a:lnTo>
                <a:lnTo>
                  <a:pt x="82306" y="1358236"/>
                </a:lnTo>
                <a:lnTo>
                  <a:pt x="65684" y="1349007"/>
                </a:lnTo>
                <a:lnTo>
                  <a:pt x="49073" y="1339777"/>
                </a:lnTo>
                <a:lnTo>
                  <a:pt x="32452" y="1330547"/>
                </a:lnTo>
                <a:lnTo>
                  <a:pt x="15831" y="1321318"/>
                </a:lnTo>
                <a:lnTo>
                  <a:pt x="0" y="1311621"/>
                </a:lnTo>
                <a:lnTo>
                  <a:pt x="0" y="1292609"/>
                </a:lnTo>
                <a:lnTo>
                  <a:pt x="0" y="1273607"/>
                </a:lnTo>
                <a:lnTo>
                  <a:pt x="0" y="1254595"/>
                </a:lnTo>
                <a:lnTo>
                  <a:pt x="0" y="1235583"/>
                </a:lnTo>
                <a:lnTo>
                  <a:pt x="0" y="1216581"/>
                </a:lnTo>
                <a:lnTo>
                  <a:pt x="0" y="1197569"/>
                </a:lnTo>
                <a:lnTo>
                  <a:pt x="0" y="1178557"/>
                </a:lnTo>
                <a:lnTo>
                  <a:pt x="0" y="1159554"/>
                </a:lnTo>
                <a:lnTo>
                  <a:pt x="0" y="1140543"/>
                </a:lnTo>
                <a:lnTo>
                  <a:pt x="0" y="1121531"/>
                </a:lnTo>
                <a:lnTo>
                  <a:pt x="0" y="1102519"/>
                </a:lnTo>
                <a:lnTo>
                  <a:pt x="0" y="1083516"/>
                </a:lnTo>
                <a:lnTo>
                  <a:pt x="0" y="1064504"/>
                </a:lnTo>
                <a:lnTo>
                  <a:pt x="0" y="1045493"/>
                </a:lnTo>
                <a:lnTo>
                  <a:pt x="0" y="1026490"/>
                </a:lnTo>
                <a:lnTo>
                  <a:pt x="0" y="1007478"/>
                </a:lnTo>
                <a:lnTo>
                  <a:pt x="0" y="988466"/>
                </a:lnTo>
                <a:lnTo>
                  <a:pt x="0" y="969464"/>
                </a:lnTo>
                <a:lnTo>
                  <a:pt x="0" y="950452"/>
                </a:lnTo>
                <a:lnTo>
                  <a:pt x="0" y="931440"/>
                </a:lnTo>
                <a:lnTo>
                  <a:pt x="0" y="912428"/>
                </a:lnTo>
                <a:lnTo>
                  <a:pt x="0" y="893426"/>
                </a:lnTo>
                <a:lnTo>
                  <a:pt x="0" y="874414"/>
                </a:lnTo>
                <a:lnTo>
                  <a:pt x="0" y="855402"/>
                </a:lnTo>
                <a:lnTo>
                  <a:pt x="0" y="836400"/>
                </a:lnTo>
                <a:lnTo>
                  <a:pt x="0" y="817388"/>
                </a:lnTo>
                <a:lnTo>
                  <a:pt x="0" y="798376"/>
                </a:lnTo>
                <a:lnTo>
                  <a:pt x="0" y="779374"/>
                </a:lnTo>
                <a:lnTo>
                  <a:pt x="0" y="760362"/>
                </a:lnTo>
                <a:lnTo>
                  <a:pt x="0" y="741350"/>
                </a:lnTo>
                <a:lnTo>
                  <a:pt x="0" y="722338"/>
                </a:lnTo>
                <a:lnTo>
                  <a:pt x="0" y="703336"/>
                </a:lnTo>
                <a:lnTo>
                  <a:pt x="0" y="684324"/>
                </a:lnTo>
                <a:lnTo>
                  <a:pt x="0" y="665312"/>
                </a:lnTo>
                <a:lnTo>
                  <a:pt x="0" y="646309"/>
                </a:lnTo>
                <a:lnTo>
                  <a:pt x="0" y="627297"/>
                </a:lnTo>
                <a:lnTo>
                  <a:pt x="0" y="608286"/>
                </a:lnTo>
                <a:lnTo>
                  <a:pt x="0" y="589283"/>
                </a:lnTo>
                <a:lnTo>
                  <a:pt x="0" y="570271"/>
                </a:lnTo>
                <a:lnTo>
                  <a:pt x="0" y="551259"/>
                </a:lnTo>
                <a:lnTo>
                  <a:pt x="0" y="532257"/>
                </a:lnTo>
                <a:lnTo>
                  <a:pt x="0" y="513245"/>
                </a:lnTo>
                <a:lnTo>
                  <a:pt x="0" y="494233"/>
                </a:lnTo>
                <a:lnTo>
                  <a:pt x="0" y="475221"/>
                </a:lnTo>
                <a:lnTo>
                  <a:pt x="0" y="456219"/>
                </a:lnTo>
                <a:lnTo>
                  <a:pt x="0" y="437207"/>
                </a:lnTo>
                <a:lnTo>
                  <a:pt x="0" y="418195"/>
                </a:lnTo>
                <a:lnTo>
                  <a:pt x="0" y="399193"/>
                </a:lnTo>
                <a:lnTo>
                  <a:pt x="0" y="380181"/>
                </a:lnTo>
                <a:lnTo>
                  <a:pt x="0" y="361169"/>
                </a:lnTo>
                <a:lnTo>
                  <a:pt x="0" y="342167"/>
                </a:lnTo>
                <a:lnTo>
                  <a:pt x="0" y="323155"/>
                </a:lnTo>
                <a:lnTo>
                  <a:pt x="0" y="304143"/>
                </a:lnTo>
                <a:lnTo>
                  <a:pt x="0" y="285131"/>
                </a:lnTo>
                <a:lnTo>
                  <a:pt x="0" y="266129"/>
                </a:lnTo>
                <a:lnTo>
                  <a:pt x="0" y="247117"/>
                </a:lnTo>
                <a:lnTo>
                  <a:pt x="0" y="228105"/>
                </a:lnTo>
                <a:lnTo>
                  <a:pt x="0" y="209102"/>
                </a:lnTo>
                <a:lnTo>
                  <a:pt x="0" y="190090"/>
                </a:lnTo>
                <a:lnTo>
                  <a:pt x="0" y="171079"/>
                </a:lnTo>
                <a:lnTo>
                  <a:pt x="0" y="152076"/>
                </a:lnTo>
                <a:lnTo>
                  <a:pt x="0" y="133064"/>
                </a:lnTo>
                <a:lnTo>
                  <a:pt x="0" y="114052"/>
                </a:lnTo>
                <a:lnTo>
                  <a:pt x="0" y="95040"/>
                </a:lnTo>
                <a:lnTo>
                  <a:pt x="0" y="76038"/>
                </a:lnTo>
                <a:lnTo>
                  <a:pt x="0" y="57026"/>
                </a:lnTo>
                <a:lnTo>
                  <a:pt x="0" y="38014"/>
                </a:lnTo>
                <a:lnTo>
                  <a:pt x="0" y="19012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24" name="phase-title-1">
            <a:extLst xmlns:a="http://schemas.openxmlformats.org/drawingml/2006/main">
              <a:ext uri="{FF2B5EF4-FFF2-40B4-BE49-F238E27FC236}">
                <a16:creationId xmlns:a16="http://schemas.microsoft.com/office/drawing/2014/main" id="{D27BFCC2-5852-4BAB-9D09-F32C0BF09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3460994"/>
            <a:ext cx="1428750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意向培育</a:t>
            </a:r>
          </a:p>
        </p:txBody>
      </p:sp>
      <p:sp>
        <p:nvSpPr>
          <p:cNvPr id="25" name="phase-body-1">
            <a:extLst xmlns:a="http://schemas.openxmlformats.org/drawingml/2006/main">
              <a:ext uri="{FF2B5EF4-FFF2-40B4-BE49-F238E27FC236}">
                <a16:creationId xmlns:a16="http://schemas.microsoft.com/office/drawing/2014/main" id="{7740EE25-2556-4ECA-84F4-431DED090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3815210"/>
            <a:ext cx="1428750" cy="587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让有效关注形</a:t>
            </a:r>
          </a:p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成意向</a:t>
            </a:r>
          </a:p>
        </p:txBody>
      </p:sp>
      <p:sp>
        <p:nvSpPr>
          <p:cNvPr id="26" name="action-icon-shell-1-0">
            <a:extLst xmlns:a="http://schemas.openxmlformats.org/drawingml/2006/main">
              <a:ext uri="{FF2B5EF4-FFF2-40B4-BE49-F238E27FC236}">
                <a16:creationId xmlns:a16="http://schemas.microsoft.com/office/drawing/2014/main" id="{2F7974BD-DB77-4873-A573-62DCADE31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3760289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9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a58ff55101d42c2">
            <a:extLst>
              <a:ext uri="{96DAC541-7B7A-43D3-8B79-37D633B846F1}">
                <asvg:svgBlip xmlns:asvg="http://schemas.microsoft.com/office/drawing/2016/SVG/main" r:embed="R1665e82eb66c4e47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3836489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28" name="action-title-1-0">
            <a:extLst xmlns:a="http://schemas.openxmlformats.org/drawingml/2006/main">
              <a:ext uri="{FF2B5EF4-FFF2-40B4-BE49-F238E27FC236}">
                <a16:creationId xmlns:a16="http://schemas.microsoft.com/office/drawing/2014/main" id="{4DB3CD0E-F689-4732-9193-4124E5A48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3699272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规则触发</a:t>
            </a:r>
          </a:p>
        </p:txBody>
      </p:sp>
      <p:sp>
        <p:nvSpPr>
          <p:cNvPr id="29" name="action-body-1-0">
            <a:extLst xmlns:a="http://schemas.openxmlformats.org/drawingml/2006/main">
              <a:ext uri="{FF2B5EF4-FFF2-40B4-BE49-F238E27FC236}">
                <a16:creationId xmlns:a16="http://schemas.microsoft.com/office/drawing/2014/main" id="{2867D924-D1BA-42A5-93B9-9F64DD7EA8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3927872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自动下发任务</a:t>
            </a:r>
          </a:p>
        </p:txBody>
      </p:sp>
      <p:sp>
        <p:nvSpPr>
          <p:cNvPr id="30" name="action-icon-shell-1-1">
            <a:extLst xmlns:a="http://schemas.openxmlformats.org/drawingml/2006/main">
              <a:ext uri="{FF2B5EF4-FFF2-40B4-BE49-F238E27FC236}">
                <a16:creationId xmlns:a16="http://schemas.microsoft.com/office/drawing/2014/main" id="{8820C9C7-C3FA-450C-9DC1-3D4EEED38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3760289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9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7bfa0216c8242e2">
            <a:extLst>
              <a:ext uri="{96DAC541-7B7A-43D3-8B79-37D633B846F1}">
                <asvg:svgBlip xmlns:asvg="http://schemas.microsoft.com/office/drawing/2016/SVG/main" r:embed="R425711ec6bad4808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3836489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32" name="action-title-1-1">
            <a:extLst xmlns:a="http://schemas.openxmlformats.org/drawingml/2006/main">
              <a:ext uri="{FF2B5EF4-FFF2-40B4-BE49-F238E27FC236}">
                <a16:creationId xmlns:a16="http://schemas.microsoft.com/office/drawing/2014/main" id="{5E556B55-24D5-499D-8F18-ADF7F0E9E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3699272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热度评估</a:t>
            </a:r>
          </a:p>
        </p:txBody>
      </p:sp>
      <p:sp>
        <p:nvSpPr>
          <p:cNvPr id="33" name="action-body-1-1">
            <a:extLst xmlns:a="http://schemas.openxmlformats.org/drawingml/2006/main">
              <a:ext uri="{FF2B5EF4-FFF2-40B4-BE49-F238E27FC236}">
                <a16:creationId xmlns:a16="http://schemas.microsoft.com/office/drawing/2014/main" id="{E5501702-8085-4CB3-BC3B-83711999B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3927872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识别优先对象</a:t>
            </a:r>
          </a:p>
        </p:txBody>
      </p:sp>
      <p:sp>
        <p:nvSpPr>
          <p:cNvPr id="34" name="phase-rail-2">
            <a:extLst xmlns:a="http://schemas.openxmlformats.org/drawingml/2006/main">
              <a:ext uri="{FF2B5EF4-FFF2-40B4-BE49-F238E27FC236}">
                <a16:creationId xmlns:a16="http://schemas.microsoft.com/office/drawing/2014/main" id="{872B753C-5CD2-4DEA-B0DA-D682347F3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4659516"/>
            <a:ext cx="514350" cy="1546260"/>
          </a:xfrm>
          <a:custGeom xmlns:a="http://schemas.openxmlformats.org/drawingml/2006/main">
            <a:pathLst>
              <a:path w="514350" h="1546260">
                <a:moveTo>
                  <a:pt x="0" y="0"/>
                </a:moveTo>
                <a:lnTo>
                  <a:pt x="16621" y="9230"/>
                </a:lnTo>
                <a:lnTo>
                  <a:pt x="33242" y="18469"/>
                </a:lnTo>
                <a:lnTo>
                  <a:pt x="49854" y="27699"/>
                </a:lnTo>
                <a:lnTo>
                  <a:pt x="66475" y="36928"/>
                </a:lnTo>
                <a:lnTo>
                  <a:pt x="83096" y="46158"/>
                </a:lnTo>
                <a:lnTo>
                  <a:pt x="99717" y="55397"/>
                </a:lnTo>
                <a:lnTo>
                  <a:pt x="116329" y="64627"/>
                </a:lnTo>
                <a:lnTo>
                  <a:pt x="132950" y="73857"/>
                </a:lnTo>
                <a:lnTo>
                  <a:pt x="149571" y="83096"/>
                </a:lnTo>
                <a:lnTo>
                  <a:pt x="166192" y="92326"/>
                </a:lnTo>
                <a:lnTo>
                  <a:pt x="182804" y="101556"/>
                </a:lnTo>
                <a:lnTo>
                  <a:pt x="199425" y="110795"/>
                </a:lnTo>
                <a:lnTo>
                  <a:pt x="216046" y="120025"/>
                </a:lnTo>
                <a:lnTo>
                  <a:pt x="232667" y="129254"/>
                </a:lnTo>
                <a:lnTo>
                  <a:pt x="249279" y="138484"/>
                </a:lnTo>
                <a:lnTo>
                  <a:pt x="265900" y="138027"/>
                </a:lnTo>
                <a:lnTo>
                  <a:pt x="282521" y="128788"/>
                </a:lnTo>
                <a:lnTo>
                  <a:pt x="299142" y="119558"/>
                </a:lnTo>
                <a:lnTo>
                  <a:pt x="315763" y="110328"/>
                </a:lnTo>
                <a:lnTo>
                  <a:pt x="332375" y="101098"/>
                </a:lnTo>
                <a:lnTo>
                  <a:pt x="348996" y="91859"/>
                </a:lnTo>
                <a:lnTo>
                  <a:pt x="365617" y="82629"/>
                </a:lnTo>
                <a:lnTo>
                  <a:pt x="382238" y="73400"/>
                </a:lnTo>
                <a:lnTo>
                  <a:pt x="398850" y="64160"/>
                </a:lnTo>
                <a:lnTo>
                  <a:pt x="415471" y="54931"/>
                </a:lnTo>
                <a:lnTo>
                  <a:pt x="432092" y="45701"/>
                </a:lnTo>
                <a:lnTo>
                  <a:pt x="448713" y="36462"/>
                </a:lnTo>
                <a:lnTo>
                  <a:pt x="465325" y="27232"/>
                </a:lnTo>
                <a:lnTo>
                  <a:pt x="481946" y="18002"/>
                </a:lnTo>
                <a:lnTo>
                  <a:pt x="498567" y="8773"/>
                </a:lnTo>
                <a:lnTo>
                  <a:pt x="514350" y="953"/>
                </a:lnTo>
                <a:lnTo>
                  <a:pt x="514350" y="19964"/>
                </a:lnTo>
                <a:lnTo>
                  <a:pt x="514350" y="38976"/>
                </a:lnTo>
                <a:lnTo>
                  <a:pt x="514350" y="57988"/>
                </a:lnTo>
                <a:lnTo>
                  <a:pt x="514350" y="77000"/>
                </a:lnTo>
                <a:lnTo>
                  <a:pt x="514350" y="96012"/>
                </a:lnTo>
                <a:lnTo>
                  <a:pt x="514350" y="115024"/>
                </a:lnTo>
                <a:lnTo>
                  <a:pt x="514350" y="134036"/>
                </a:lnTo>
                <a:lnTo>
                  <a:pt x="514350" y="153048"/>
                </a:lnTo>
                <a:lnTo>
                  <a:pt x="514350" y="172050"/>
                </a:lnTo>
                <a:lnTo>
                  <a:pt x="514350" y="191062"/>
                </a:lnTo>
                <a:lnTo>
                  <a:pt x="514350" y="210074"/>
                </a:lnTo>
                <a:lnTo>
                  <a:pt x="514350" y="229086"/>
                </a:lnTo>
                <a:lnTo>
                  <a:pt x="514350" y="248098"/>
                </a:lnTo>
                <a:lnTo>
                  <a:pt x="514350" y="267110"/>
                </a:lnTo>
                <a:lnTo>
                  <a:pt x="514350" y="286121"/>
                </a:lnTo>
                <a:lnTo>
                  <a:pt x="514350" y="305133"/>
                </a:lnTo>
                <a:lnTo>
                  <a:pt x="514350" y="324145"/>
                </a:lnTo>
                <a:lnTo>
                  <a:pt x="514350" y="343157"/>
                </a:lnTo>
                <a:lnTo>
                  <a:pt x="514350" y="362169"/>
                </a:lnTo>
                <a:lnTo>
                  <a:pt x="514350" y="381171"/>
                </a:lnTo>
                <a:lnTo>
                  <a:pt x="514350" y="400183"/>
                </a:lnTo>
                <a:lnTo>
                  <a:pt x="514350" y="419195"/>
                </a:lnTo>
                <a:lnTo>
                  <a:pt x="514350" y="438207"/>
                </a:lnTo>
                <a:lnTo>
                  <a:pt x="514350" y="457219"/>
                </a:lnTo>
                <a:lnTo>
                  <a:pt x="514350" y="476231"/>
                </a:lnTo>
                <a:lnTo>
                  <a:pt x="514350" y="495243"/>
                </a:lnTo>
                <a:lnTo>
                  <a:pt x="514350" y="514255"/>
                </a:lnTo>
                <a:lnTo>
                  <a:pt x="514350" y="533267"/>
                </a:lnTo>
                <a:lnTo>
                  <a:pt x="514350" y="552279"/>
                </a:lnTo>
                <a:lnTo>
                  <a:pt x="514350" y="571281"/>
                </a:lnTo>
                <a:lnTo>
                  <a:pt x="514350" y="590293"/>
                </a:lnTo>
                <a:lnTo>
                  <a:pt x="514350" y="609305"/>
                </a:lnTo>
                <a:lnTo>
                  <a:pt x="514350" y="628317"/>
                </a:lnTo>
                <a:lnTo>
                  <a:pt x="514350" y="647329"/>
                </a:lnTo>
                <a:lnTo>
                  <a:pt x="514350" y="666340"/>
                </a:lnTo>
                <a:lnTo>
                  <a:pt x="514350" y="685352"/>
                </a:lnTo>
                <a:lnTo>
                  <a:pt x="514350" y="704364"/>
                </a:lnTo>
                <a:lnTo>
                  <a:pt x="514350" y="723376"/>
                </a:lnTo>
                <a:lnTo>
                  <a:pt x="514350" y="742388"/>
                </a:lnTo>
                <a:lnTo>
                  <a:pt x="514350" y="761390"/>
                </a:lnTo>
                <a:lnTo>
                  <a:pt x="514350" y="780402"/>
                </a:lnTo>
                <a:lnTo>
                  <a:pt x="514350" y="799414"/>
                </a:lnTo>
                <a:lnTo>
                  <a:pt x="514350" y="818426"/>
                </a:lnTo>
                <a:lnTo>
                  <a:pt x="514350" y="837438"/>
                </a:lnTo>
                <a:lnTo>
                  <a:pt x="514350" y="856450"/>
                </a:lnTo>
                <a:lnTo>
                  <a:pt x="514350" y="875462"/>
                </a:lnTo>
                <a:lnTo>
                  <a:pt x="514350" y="894474"/>
                </a:lnTo>
                <a:lnTo>
                  <a:pt x="514350" y="913486"/>
                </a:lnTo>
                <a:lnTo>
                  <a:pt x="514350" y="932498"/>
                </a:lnTo>
                <a:lnTo>
                  <a:pt x="514350" y="951500"/>
                </a:lnTo>
                <a:lnTo>
                  <a:pt x="514350" y="970512"/>
                </a:lnTo>
                <a:lnTo>
                  <a:pt x="514350" y="989524"/>
                </a:lnTo>
                <a:lnTo>
                  <a:pt x="514350" y="1008536"/>
                </a:lnTo>
                <a:lnTo>
                  <a:pt x="514350" y="1027547"/>
                </a:lnTo>
                <a:lnTo>
                  <a:pt x="514350" y="1046559"/>
                </a:lnTo>
                <a:lnTo>
                  <a:pt x="514350" y="1065571"/>
                </a:lnTo>
                <a:lnTo>
                  <a:pt x="514350" y="1084583"/>
                </a:lnTo>
                <a:lnTo>
                  <a:pt x="514350" y="1103595"/>
                </a:lnTo>
                <a:lnTo>
                  <a:pt x="514350" y="1122607"/>
                </a:lnTo>
                <a:lnTo>
                  <a:pt x="514350" y="1141619"/>
                </a:lnTo>
                <a:lnTo>
                  <a:pt x="514350" y="1160621"/>
                </a:lnTo>
                <a:lnTo>
                  <a:pt x="514350" y="1179633"/>
                </a:lnTo>
                <a:lnTo>
                  <a:pt x="514350" y="1198645"/>
                </a:lnTo>
                <a:lnTo>
                  <a:pt x="514350" y="1217657"/>
                </a:lnTo>
                <a:lnTo>
                  <a:pt x="514350" y="1236669"/>
                </a:lnTo>
                <a:lnTo>
                  <a:pt x="514350" y="1255681"/>
                </a:lnTo>
                <a:lnTo>
                  <a:pt x="514350" y="1274693"/>
                </a:lnTo>
                <a:lnTo>
                  <a:pt x="514350" y="1293705"/>
                </a:lnTo>
                <a:lnTo>
                  <a:pt x="514350" y="1312716"/>
                </a:lnTo>
                <a:lnTo>
                  <a:pt x="514350" y="1331728"/>
                </a:lnTo>
                <a:lnTo>
                  <a:pt x="514350" y="1350731"/>
                </a:lnTo>
                <a:lnTo>
                  <a:pt x="514350" y="1369743"/>
                </a:lnTo>
                <a:lnTo>
                  <a:pt x="514350" y="1388755"/>
                </a:lnTo>
                <a:lnTo>
                  <a:pt x="514350" y="1407766"/>
                </a:lnTo>
                <a:lnTo>
                  <a:pt x="497729" y="1416996"/>
                </a:lnTo>
                <a:lnTo>
                  <a:pt x="481108" y="1426235"/>
                </a:lnTo>
                <a:lnTo>
                  <a:pt x="464496" y="1435465"/>
                </a:lnTo>
                <a:lnTo>
                  <a:pt x="447875" y="1444695"/>
                </a:lnTo>
                <a:lnTo>
                  <a:pt x="431254" y="1453934"/>
                </a:lnTo>
                <a:lnTo>
                  <a:pt x="414633" y="1463164"/>
                </a:lnTo>
                <a:lnTo>
                  <a:pt x="398021" y="1472394"/>
                </a:lnTo>
                <a:lnTo>
                  <a:pt x="381400" y="1481633"/>
                </a:lnTo>
                <a:lnTo>
                  <a:pt x="364779" y="1490863"/>
                </a:lnTo>
                <a:lnTo>
                  <a:pt x="348158" y="1500092"/>
                </a:lnTo>
                <a:lnTo>
                  <a:pt x="331546" y="1509322"/>
                </a:lnTo>
                <a:lnTo>
                  <a:pt x="314925" y="1518561"/>
                </a:lnTo>
                <a:lnTo>
                  <a:pt x="298304" y="1527791"/>
                </a:lnTo>
                <a:lnTo>
                  <a:pt x="281683" y="1537021"/>
                </a:lnTo>
                <a:lnTo>
                  <a:pt x="265062" y="1546260"/>
                </a:lnTo>
                <a:lnTo>
                  <a:pt x="248450" y="1545793"/>
                </a:lnTo>
                <a:lnTo>
                  <a:pt x="231829" y="1536563"/>
                </a:lnTo>
                <a:lnTo>
                  <a:pt x="215208" y="1527324"/>
                </a:lnTo>
                <a:lnTo>
                  <a:pt x="198587" y="1518095"/>
                </a:lnTo>
                <a:lnTo>
                  <a:pt x="181975" y="1508865"/>
                </a:lnTo>
                <a:lnTo>
                  <a:pt x="165354" y="1499626"/>
                </a:lnTo>
                <a:lnTo>
                  <a:pt x="148733" y="1490396"/>
                </a:lnTo>
                <a:lnTo>
                  <a:pt x="132112" y="1481166"/>
                </a:lnTo>
                <a:lnTo>
                  <a:pt x="115500" y="1471927"/>
                </a:lnTo>
                <a:lnTo>
                  <a:pt x="98879" y="1462697"/>
                </a:lnTo>
                <a:lnTo>
                  <a:pt x="82258" y="1453467"/>
                </a:lnTo>
                <a:lnTo>
                  <a:pt x="65637" y="1444238"/>
                </a:lnTo>
                <a:lnTo>
                  <a:pt x="49025" y="1434998"/>
                </a:lnTo>
                <a:lnTo>
                  <a:pt x="32404" y="1425769"/>
                </a:lnTo>
                <a:lnTo>
                  <a:pt x="15783" y="1416539"/>
                </a:lnTo>
                <a:lnTo>
                  <a:pt x="0" y="1406814"/>
                </a:lnTo>
                <a:lnTo>
                  <a:pt x="0" y="1387802"/>
                </a:lnTo>
                <a:lnTo>
                  <a:pt x="0" y="1368790"/>
                </a:lnTo>
                <a:lnTo>
                  <a:pt x="0" y="1349778"/>
                </a:lnTo>
                <a:lnTo>
                  <a:pt x="0" y="1330766"/>
                </a:lnTo>
                <a:lnTo>
                  <a:pt x="0" y="1311754"/>
                </a:lnTo>
                <a:lnTo>
                  <a:pt x="0" y="1292743"/>
                </a:lnTo>
                <a:lnTo>
                  <a:pt x="0" y="1273731"/>
                </a:lnTo>
                <a:lnTo>
                  <a:pt x="0" y="1254728"/>
                </a:lnTo>
                <a:lnTo>
                  <a:pt x="0" y="1235716"/>
                </a:lnTo>
                <a:lnTo>
                  <a:pt x="0" y="1216704"/>
                </a:lnTo>
                <a:lnTo>
                  <a:pt x="0" y="1197693"/>
                </a:lnTo>
                <a:lnTo>
                  <a:pt x="0" y="1178681"/>
                </a:lnTo>
                <a:lnTo>
                  <a:pt x="0" y="1159669"/>
                </a:lnTo>
                <a:lnTo>
                  <a:pt x="0" y="1140657"/>
                </a:lnTo>
                <a:lnTo>
                  <a:pt x="0" y="1121645"/>
                </a:lnTo>
                <a:lnTo>
                  <a:pt x="0" y="1102633"/>
                </a:lnTo>
                <a:lnTo>
                  <a:pt x="0" y="1083621"/>
                </a:lnTo>
                <a:lnTo>
                  <a:pt x="0" y="1064619"/>
                </a:lnTo>
                <a:lnTo>
                  <a:pt x="0" y="1045607"/>
                </a:lnTo>
                <a:lnTo>
                  <a:pt x="0" y="1026595"/>
                </a:lnTo>
                <a:lnTo>
                  <a:pt x="0" y="1007583"/>
                </a:lnTo>
                <a:lnTo>
                  <a:pt x="0" y="988571"/>
                </a:lnTo>
                <a:lnTo>
                  <a:pt x="0" y="969559"/>
                </a:lnTo>
                <a:lnTo>
                  <a:pt x="0" y="950547"/>
                </a:lnTo>
                <a:lnTo>
                  <a:pt x="0" y="931535"/>
                </a:lnTo>
                <a:lnTo>
                  <a:pt x="0" y="912524"/>
                </a:lnTo>
                <a:lnTo>
                  <a:pt x="0" y="893512"/>
                </a:lnTo>
                <a:lnTo>
                  <a:pt x="0" y="874509"/>
                </a:lnTo>
                <a:lnTo>
                  <a:pt x="0" y="855497"/>
                </a:lnTo>
                <a:lnTo>
                  <a:pt x="0" y="836485"/>
                </a:lnTo>
                <a:lnTo>
                  <a:pt x="0" y="817474"/>
                </a:lnTo>
                <a:lnTo>
                  <a:pt x="0" y="798462"/>
                </a:lnTo>
                <a:lnTo>
                  <a:pt x="0" y="779450"/>
                </a:lnTo>
                <a:lnTo>
                  <a:pt x="0" y="760438"/>
                </a:lnTo>
                <a:lnTo>
                  <a:pt x="0" y="741426"/>
                </a:lnTo>
                <a:lnTo>
                  <a:pt x="0" y="722414"/>
                </a:lnTo>
                <a:lnTo>
                  <a:pt x="0" y="703402"/>
                </a:lnTo>
                <a:lnTo>
                  <a:pt x="0" y="684400"/>
                </a:lnTo>
                <a:lnTo>
                  <a:pt x="0" y="665388"/>
                </a:lnTo>
                <a:lnTo>
                  <a:pt x="0" y="646376"/>
                </a:lnTo>
                <a:lnTo>
                  <a:pt x="0" y="627364"/>
                </a:lnTo>
                <a:lnTo>
                  <a:pt x="0" y="608352"/>
                </a:lnTo>
                <a:lnTo>
                  <a:pt x="0" y="589340"/>
                </a:lnTo>
                <a:lnTo>
                  <a:pt x="0" y="570328"/>
                </a:lnTo>
                <a:lnTo>
                  <a:pt x="0" y="551317"/>
                </a:lnTo>
                <a:lnTo>
                  <a:pt x="0" y="532305"/>
                </a:lnTo>
                <a:lnTo>
                  <a:pt x="0" y="513293"/>
                </a:lnTo>
                <a:lnTo>
                  <a:pt x="0" y="494281"/>
                </a:lnTo>
                <a:lnTo>
                  <a:pt x="0" y="475278"/>
                </a:lnTo>
                <a:lnTo>
                  <a:pt x="0" y="456267"/>
                </a:lnTo>
                <a:lnTo>
                  <a:pt x="0" y="437255"/>
                </a:lnTo>
                <a:lnTo>
                  <a:pt x="0" y="418243"/>
                </a:lnTo>
                <a:lnTo>
                  <a:pt x="0" y="399231"/>
                </a:lnTo>
                <a:lnTo>
                  <a:pt x="0" y="380219"/>
                </a:lnTo>
                <a:lnTo>
                  <a:pt x="0" y="361207"/>
                </a:lnTo>
                <a:lnTo>
                  <a:pt x="0" y="342195"/>
                </a:lnTo>
                <a:lnTo>
                  <a:pt x="0" y="323183"/>
                </a:lnTo>
                <a:lnTo>
                  <a:pt x="0" y="304171"/>
                </a:lnTo>
                <a:lnTo>
                  <a:pt x="0" y="285169"/>
                </a:lnTo>
                <a:lnTo>
                  <a:pt x="0" y="266157"/>
                </a:lnTo>
                <a:lnTo>
                  <a:pt x="0" y="247145"/>
                </a:lnTo>
                <a:lnTo>
                  <a:pt x="0" y="228133"/>
                </a:lnTo>
                <a:lnTo>
                  <a:pt x="0" y="209121"/>
                </a:lnTo>
                <a:lnTo>
                  <a:pt x="0" y="190109"/>
                </a:lnTo>
                <a:lnTo>
                  <a:pt x="0" y="171098"/>
                </a:lnTo>
                <a:lnTo>
                  <a:pt x="0" y="152086"/>
                </a:lnTo>
                <a:lnTo>
                  <a:pt x="0" y="133074"/>
                </a:lnTo>
                <a:lnTo>
                  <a:pt x="0" y="114062"/>
                </a:lnTo>
                <a:lnTo>
                  <a:pt x="0" y="95060"/>
                </a:lnTo>
                <a:lnTo>
                  <a:pt x="0" y="76048"/>
                </a:lnTo>
                <a:lnTo>
                  <a:pt x="0" y="57036"/>
                </a:lnTo>
                <a:lnTo>
                  <a:pt x="0" y="38024"/>
                </a:lnTo>
                <a:lnTo>
                  <a:pt x="0" y="19012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78A8D5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35" name="phase-title-2">
            <a:extLst xmlns:a="http://schemas.openxmlformats.org/drawingml/2006/main">
              <a:ext uri="{FF2B5EF4-FFF2-40B4-BE49-F238E27FC236}">
                <a16:creationId xmlns:a16="http://schemas.microsoft.com/office/drawing/2014/main" id="{CDCA1D39-8BD6-4296-B8B2-C88ED037B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4964011"/>
            <a:ext cx="1428750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持续转化</a:t>
            </a:r>
          </a:p>
        </p:txBody>
      </p:sp>
      <p:sp>
        <p:nvSpPr>
          <p:cNvPr id="36" name="phase-body-2">
            <a:extLst xmlns:a="http://schemas.openxmlformats.org/drawingml/2006/main">
              <a:ext uri="{FF2B5EF4-FFF2-40B4-BE49-F238E27FC236}">
                <a16:creationId xmlns:a16="http://schemas.microsoft.com/office/drawing/2014/main" id="{C9BB81B1-FF05-4AB9-A769-A9B30C7BC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5318227"/>
            <a:ext cx="1428750" cy="587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让行动沉淀为</a:t>
            </a:r>
          </a:p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长期价值</a:t>
            </a:r>
          </a:p>
        </p:txBody>
      </p:sp>
      <p:sp>
        <p:nvSpPr>
          <p:cNvPr id="37" name="action-icon-shell-2-0">
            <a:extLst xmlns:a="http://schemas.openxmlformats.org/drawingml/2006/main">
              <a:ext uri="{FF2B5EF4-FFF2-40B4-BE49-F238E27FC236}">
                <a16:creationId xmlns:a16="http://schemas.microsoft.com/office/drawing/2014/main" id="{E56F9905-B2CB-4744-B735-87ACCE067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5263305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10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f5377106d7f4aac">
            <a:extLst>
              <a:ext uri="{96DAC541-7B7A-43D3-8B79-37D633B846F1}">
                <asvg:svgBlip xmlns:asvg="http://schemas.microsoft.com/office/drawing/2016/SVG/main" r:embed="R56c7a7cbfad3468e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5339505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39" name="action-title-2-0">
            <a:extLst xmlns:a="http://schemas.openxmlformats.org/drawingml/2006/main">
              <a:ext uri="{FF2B5EF4-FFF2-40B4-BE49-F238E27FC236}">
                <a16:creationId xmlns:a16="http://schemas.microsoft.com/office/drawing/2014/main" id="{CABBEE0E-E94F-4854-AA43-783C0B9B5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5202288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数据打通</a:t>
            </a:r>
          </a:p>
        </p:txBody>
      </p:sp>
      <p:sp>
        <p:nvSpPr>
          <p:cNvPr id="40" name="action-body-2-0">
            <a:extLst xmlns:a="http://schemas.openxmlformats.org/drawingml/2006/main">
              <a:ext uri="{FF2B5EF4-FFF2-40B4-BE49-F238E27FC236}">
                <a16:creationId xmlns:a16="http://schemas.microsoft.com/office/drawing/2014/main" id="{619EF5B4-4284-47FA-BDC9-6C2414D9D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5430888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统一分析对象</a:t>
            </a:r>
          </a:p>
        </p:txBody>
      </p:sp>
      <p:sp>
        <p:nvSpPr>
          <p:cNvPr id="41" name="action-icon-shell-2-1">
            <a:extLst xmlns:a="http://schemas.openxmlformats.org/drawingml/2006/main">
              <a:ext uri="{FF2B5EF4-FFF2-40B4-BE49-F238E27FC236}">
                <a16:creationId xmlns:a16="http://schemas.microsoft.com/office/drawing/2014/main" id="{46541792-27B8-46DA-8891-03203A6EE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5263305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10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6f92c3e2af948ae">
            <a:extLst>
              <a:ext uri="{96DAC541-7B7A-43D3-8B79-37D633B846F1}">
                <asvg:svgBlip xmlns:asvg="http://schemas.microsoft.com/office/drawing/2016/SVG/main" r:embed="R98ea2141b7934bbf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5339505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43" name="action-title-2-1">
            <a:extLst xmlns:a="http://schemas.openxmlformats.org/drawingml/2006/main">
              <a:ext uri="{FF2B5EF4-FFF2-40B4-BE49-F238E27FC236}">
                <a16:creationId xmlns:a16="http://schemas.microsoft.com/office/drawing/2014/main" id="{53E4E05E-9AEC-4A31-8066-E30999CFA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5202288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自动分群</a:t>
            </a:r>
          </a:p>
        </p:txBody>
      </p:sp>
      <p:sp>
        <p:nvSpPr>
          <p:cNvPr id="44" name="action-body-2-1">
            <a:extLst xmlns:a="http://schemas.openxmlformats.org/drawingml/2006/main">
              <a:ext uri="{FF2B5EF4-FFF2-40B4-BE49-F238E27FC236}">
                <a16:creationId xmlns:a16="http://schemas.microsoft.com/office/drawing/2014/main" id="{184BCEEE-A754-4102-A35D-606F1D367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5430888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指导持续运营</a:t>
            </a:r>
          </a:p>
        </p:txBody>
      </p:sp>
      <p:sp>
        <p:nvSpPr>
          <p:cNvPr id="45" name="funnel-step-body-0">
            <a:extLst xmlns:a="http://schemas.openxmlformats.org/drawingml/2006/main">
              <a:ext uri="{FF2B5EF4-FFF2-40B4-BE49-F238E27FC236}">
                <a16:creationId xmlns:a16="http://schemas.microsoft.com/office/drawing/2014/main" id="{A3F6E1EF-4DC0-4BF4-A847-01CE74D32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52750" y="2514600"/>
            <a:ext cx="3327997" cy="627078"/>
          </a:xfrm>
          <a:custGeom xmlns:a="http://schemas.openxmlformats.org/drawingml/2006/main">
            <a:pathLst>
              <a:path w="3327997" h="627078">
                <a:moveTo>
                  <a:pt x="0" y="0"/>
                </a:moveTo>
                <a:lnTo>
                  <a:pt x="15573" y="26270"/>
                </a:lnTo>
                <a:lnTo>
                  <a:pt x="31156" y="52549"/>
                </a:lnTo>
                <a:lnTo>
                  <a:pt x="46730" y="78819"/>
                </a:lnTo>
                <a:lnTo>
                  <a:pt x="62313" y="105099"/>
                </a:lnTo>
                <a:lnTo>
                  <a:pt x="77886" y="131369"/>
                </a:lnTo>
                <a:lnTo>
                  <a:pt x="93459" y="157639"/>
                </a:lnTo>
                <a:lnTo>
                  <a:pt x="109042" y="183918"/>
                </a:lnTo>
                <a:lnTo>
                  <a:pt x="124616" y="210188"/>
                </a:lnTo>
                <a:lnTo>
                  <a:pt x="140198" y="236468"/>
                </a:lnTo>
                <a:lnTo>
                  <a:pt x="155772" y="262738"/>
                </a:lnTo>
                <a:lnTo>
                  <a:pt x="171345" y="289008"/>
                </a:lnTo>
                <a:lnTo>
                  <a:pt x="186928" y="315287"/>
                </a:lnTo>
                <a:lnTo>
                  <a:pt x="202502" y="341557"/>
                </a:lnTo>
                <a:lnTo>
                  <a:pt x="218084" y="367836"/>
                </a:lnTo>
                <a:lnTo>
                  <a:pt x="233658" y="394106"/>
                </a:lnTo>
                <a:lnTo>
                  <a:pt x="249231" y="420376"/>
                </a:lnTo>
                <a:lnTo>
                  <a:pt x="264814" y="446656"/>
                </a:lnTo>
                <a:lnTo>
                  <a:pt x="280387" y="472926"/>
                </a:lnTo>
                <a:lnTo>
                  <a:pt x="295970" y="499205"/>
                </a:lnTo>
                <a:lnTo>
                  <a:pt x="311544" y="525475"/>
                </a:lnTo>
                <a:lnTo>
                  <a:pt x="327117" y="551745"/>
                </a:lnTo>
                <a:lnTo>
                  <a:pt x="350701" y="568690"/>
                </a:lnTo>
                <a:lnTo>
                  <a:pt x="380333" y="576043"/>
                </a:lnTo>
                <a:lnTo>
                  <a:pt x="410423" y="581292"/>
                </a:lnTo>
                <a:lnTo>
                  <a:pt x="440674" y="585511"/>
                </a:lnTo>
                <a:lnTo>
                  <a:pt x="471011" y="589074"/>
                </a:lnTo>
                <a:lnTo>
                  <a:pt x="501396" y="592188"/>
                </a:lnTo>
                <a:lnTo>
                  <a:pt x="531809" y="594951"/>
                </a:lnTo>
                <a:lnTo>
                  <a:pt x="562251" y="597446"/>
                </a:lnTo>
                <a:lnTo>
                  <a:pt x="592712" y="599713"/>
                </a:lnTo>
                <a:lnTo>
                  <a:pt x="623192" y="601780"/>
                </a:lnTo>
                <a:lnTo>
                  <a:pt x="653672" y="603704"/>
                </a:lnTo>
                <a:lnTo>
                  <a:pt x="684162" y="605485"/>
                </a:lnTo>
                <a:lnTo>
                  <a:pt x="714661" y="607133"/>
                </a:lnTo>
                <a:lnTo>
                  <a:pt x="745169" y="608686"/>
                </a:lnTo>
                <a:lnTo>
                  <a:pt x="775678" y="610124"/>
                </a:lnTo>
                <a:lnTo>
                  <a:pt x="806196" y="611467"/>
                </a:lnTo>
                <a:lnTo>
                  <a:pt x="836714" y="612734"/>
                </a:lnTo>
                <a:lnTo>
                  <a:pt x="867232" y="613924"/>
                </a:lnTo>
                <a:lnTo>
                  <a:pt x="897760" y="615039"/>
                </a:lnTo>
                <a:lnTo>
                  <a:pt x="928287" y="616087"/>
                </a:lnTo>
                <a:lnTo>
                  <a:pt x="958815" y="617068"/>
                </a:lnTo>
                <a:lnTo>
                  <a:pt x="989343" y="617992"/>
                </a:lnTo>
                <a:lnTo>
                  <a:pt x="1019870" y="618858"/>
                </a:lnTo>
                <a:lnTo>
                  <a:pt x="1050407" y="619677"/>
                </a:lnTo>
                <a:lnTo>
                  <a:pt x="1080945" y="620439"/>
                </a:lnTo>
                <a:lnTo>
                  <a:pt x="1111482" y="621154"/>
                </a:lnTo>
                <a:lnTo>
                  <a:pt x="1142019" y="621821"/>
                </a:lnTo>
                <a:lnTo>
                  <a:pt x="1172556" y="622440"/>
                </a:lnTo>
                <a:lnTo>
                  <a:pt x="1203093" y="623021"/>
                </a:lnTo>
                <a:lnTo>
                  <a:pt x="1233630" y="623554"/>
                </a:lnTo>
                <a:lnTo>
                  <a:pt x="1264177" y="624049"/>
                </a:lnTo>
                <a:lnTo>
                  <a:pt x="1294714" y="624497"/>
                </a:lnTo>
                <a:lnTo>
                  <a:pt x="1325251" y="624916"/>
                </a:lnTo>
                <a:lnTo>
                  <a:pt x="1355798" y="625288"/>
                </a:lnTo>
                <a:lnTo>
                  <a:pt x="1386335" y="625631"/>
                </a:lnTo>
                <a:lnTo>
                  <a:pt x="1416882" y="625926"/>
                </a:lnTo>
                <a:lnTo>
                  <a:pt x="1447429" y="626193"/>
                </a:lnTo>
                <a:lnTo>
                  <a:pt x="1477966" y="626421"/>
                </a:lnTo>
                <a:lnTo>
                  <a:pt x="1508512" y="626621"/>
                </a:lnTo>
                <a:lnTo>
                  <a:pt x="1539059" y="626783"/>
                </a:lnTo>
                <a:lnTo>
                  <a:pt x="1569606" y="626907"/>
                </a:lnTo>
                <a:lnTo>
                  <a:pt x="1600143" y="626993"/>
                </a:lnTo>
                <a:lnTo>
                  <a:pt x="1630690" y="627050"/>
                </a:lnTo>
                <a:lnTo>
                  <a:pt x="1661236" y="627078"/>
                </a:lnTo>
                <a:lnTo>
                  <a:pt x="1691783" y="627059"/>
                </a:lnTo>
                <a:lnTo>
                  <a:pt x="1722320" y="627021"/>
                </a:lnTo>
                <a:lnTo>
                  <a:pt x="1752867" y="626945"/>
                </a:lnTo>
                <a:lnTo>
                  <a:pt x="1783413" y="626831"/>
                </a:lnTo>
                <a:lnTo>
                  <a:pt x="1813951" y="626678"/>
                </a:lnTo>
                <a:lnTo>
                  <a:pt x="1844497" y="626497"/>
                </a:lnTo>
                <a:lnTo>
                  <a:pt x="1875044" y="626278"/>
                </a:lnTo>
                <a:lnTo>
                  <a:pt x="1905581" y="626031"/>
                </a:lnTo>
                <a:lnTo>
                  <a:pt x="1936128" y="625735"/>
                </a:lnTo>
                <a:lnTo>
                  <a:pt x="1966674" y="625412"/>
                </a:lnTo>
                <a:lnTo>
                  <a:pt x="1997212" y="625050"/>
                </a:lnTo>
                <a:lnTo>
                  <a:pt x="2027758" y="624650"/>
                </a:lnTo>
                <a:lnTo>
                  <a:pt x="2058295" y="624211"/>
                </a:lnTo>
                <a:lnTo>
                  <a:pt x="2088833" y="623735"/>
                </a:lnTo>
                <a:lnTo>
                  <a:pt x="2119379" y="623221"/>
                </a:lnTo>
                <a:lnTo>
                  <a:pt x="2149916" y="622659"/>
                </a:lnTo>
                <a:lnTo>
                  <a:pt x="2180453" y="622049"/>
                </a:lnTo>
                <a:lnTo>
                  <a:pt x="2210991" y="621401"/>
                </a:lnTo>
                <a:lnTo>
                  <a:pt x="2241528" y="620706"/>
                </a:lnTo>
                <a:lnTo>
                  <a:pt x="2272065" y="619963"/>
                </a:lnTo>
                <a:lnTo>
                  <a:pt x="2302593" y="619173"/>
                </a:lnTo>
                <a:lnTo>
                  <a:pt x="2333130" y="618325"/>
                </a:lnTo>
                <a:lnTo>
                  <a:pt x="2363657" y="617420"/>
                </a:lnTo>
                <a:lnTo>
                  <a:pt x="2394194" y="616458"/>
                </a:lnTo>
                <a:lnTo>
                  <a:pt x="2424713" y="615429"/>
                </a:lnTo>
                <a:lnTo>
                  <a:pt x="2455240" y="614343"/>
                </a:lnTo>
                <a:lnTo>
                  <a:pt x="2485768" y="613181"/>
                </a:lnTo>
                <a:lnTo>
                  <a:pt x="2516286" y="611953"/>
                </a:lnTo>
                <a:lnTo>
                  <a:pt x="2546795" y="610629"/>
                </a:lnTo>
                <a:lnTo>
                  <a:pt x="2577313" y="609219"/>
                </a:lnTo>
                <a:lnTo>
                  <a:pt x="2607821" y="607724"/>
                </a:lnTo>
                <a:lnTo>
                  <a:pt x="2638320" y="606104"/>
                </a:lnTo>
                <a:lnTo>
                  <a:pt x="2668819" y="604371"/>
                </a:lnTo>
                <a:lnTo>
                  <a:pt x="2699299" y="602513"/>
                </a:lnTo>
                <a:lnTo>
                  <a:pt x="2729779" y="600504"/>
                </a:lnTo>
                <a:lnTo>
                  <a:pt x="2760250" y="598303"/>
                </a:lnTo>
                <a:lnTo>
                  <a:pt x="2790692" y="595903"/>
                </a:lnTo>
                <a:lnTo>
                  <a:pt x="2821124" y="593246"/>
                </a:lnTo>
                <a:lnTo>
                  <a:pt x="2851518" y="590274"/>
                </a:lnTo>
                <a:lnTo>
                  <a:pt x="2881874" y="586892"/>
                </a:lnTo>
                <a:lnTo>
                  <a:pt x="2912164" y="582940"/>
                </a:lnTo>
                <a:lnTo>
                  <a:pt x="2942330" y="578148"/>
                </a:lnTo>
                <a:lnTo>
                  <a:pt x="2972200" y="571795"/>
                </a:lnTo>
                <a:lnTo>
                  <a:pt x="3000566" y="560870"/>
                </a:lnTo>
                <a:lnTo>
                  <a:pt x="3016453" y="535181"/>
                </a:lnTo>
                <a:lnTo>
                  <a:pt x="3032027" y="508911"/>
                </a:lnTo>
                <a:lnTo>
                  <a:pt x="3047609" y="482632"/>
                </a:lnTo>
                <a:lnTo>
                  <a:pt x="3063183" y="456362"/>
                </a:lnTo>
                <a:lnTo>
                  <a:pt x="3078756" y="430092"/>
                </a:lnTo>
                <a:lnTo>
                  <a:pt x="3094339" y="403812"/>
                </a:lnTo>
                <a:lnTo>
                  <a:pt x="3109913" y="377542"/>
                </a:lnTo>
                <a:lnTo>
                  <a:pt x="3125495" y="351263"/>
                </a:lnTo>
                <a:lnTo>
                  <a:pt x="3141069" y="324993"/>
                </a:lnTo>
                <a:lnTo>
                  <a:pt x="3156642" y="298714"/>
                </a:lnTo>
                <a:lnTo>
                  <a:pt x="3172225" y="272444"/>
                </a:lnTo>
                <a:lnTo>
                  <a:pt x="3187798" y="246174"/>
                </a:lnTo>
                <a:lnTo>
                  <a:pt x="3203381" y="219894"/>
                </a:lnTo>
                <a:lnTo>
                  <a:pt x="3218955" y="193624"/>
                </a:lnTo>
                <a:lnTo>
                  <a:pt x="3234528" y="167354"/>
                </a:lnTo>
                <a:lnTo>
                  <a:pt x="3250111" y="141075"/>
                </a:lnTo>
                <a:lnTo>
                  <a:pt x="3265684" y="114805"/>
                </a:lnTo>
                <a:lnTo>
                  <a:pt x="3281267" y="88525"/>
                </a:lnTo>
                <a:lnTo>
                  <a:pt x="3296841" y="62255"/>
                </a:lnTo>
                <a:lnTo>
                  <a:pt x="3312414" y="35985"/>
                </a:lnTo>
                <a:lnTo>
                  <a:pt x="3327997" y="9706"/>
                </a:lnTo>
                <a:lnTo>
                  <a:pt x="3319005" y="10963"/>
                </a:lnTo>
                <a:lnTo>
                  <a:pt x="3289468" y="18612"/>
                </a:lnTo>
                <a:lnTo>
                  <a:pt x="3259360" y="23746"/>
                </a:lnTo>
                <a:lnTo>
                  <a:pt x="3229089" y="27813"/>
                </a:lnTo>
                <a:lnTo>
                  <a:pt x="3198733" y="31223"/>
                </a:lnTo>
                <a:lnTo>
                  <a:pt x="3168329" y="34195"/>
                </a:lnTo>
                <a:lnTo>
                  <a:pt x="3137906" y="36833"/>
                </a:lnTo>
                <a:lnTo>
                  <a:pt x="3107455" y="39224"/>
                </a:lnTo>
                <a:lnTo>
                  <a:pt x="3076985" y="41396"/>
                </a:lnTo>
                <a:lnTo>
                  <a:pt x="3046505" y="43405"/>
                </a:lnTo>
                <a:lnTo>
                  <a:pt x="3016025" y="45263"/>
                </a:lnTo>
                <a:lnTo>
                  <a:pt x="2985526" y="46987"/>
                </a:lnTo>
                <a:lnTo>
                  <a:pt x="2955026" y="48606"/>
                </a:lnTo>
                <a:lnTo>
                  <a:pt x="2924518" y="50121"/>
                </a:lnTo>
                <a:lnTo>
                  <a:pt x="2894009" y="51549"/>
                </a:lnTo>
                <a:lnTo>
                  <a:pt x="2863491" y="52892"/>
                </a:lnTo>
                <a:lnTo>
                  <a:pt x="2832973" y="54169"/>
                </a:lnTo>
                <a:lnTo>
                  <a:pt x="2802455" y="55369"/>
                </a:lnTo>
                <a:lnTo>
                  <a:pt x="2771927" y="56512"/>
                </a:lnTo>
                <a:lnTo>
                  <a:pt x="2741409" y="57588"/>
                </a:lnTo>
                <a:lnTo>
                  <a:pt x="2710882" y="58617"/>
                </a:lnTo>
                <a:lnTo>
                  <a:pt x="2680354" y="59598"/>
                </a:lnTo>
                <a:lnTo>
                  <a:pt x="2649817" y="60522"/>
                </a:lnTo>
                <a:lnTo>
                  <a:pt x="2619289" y="61408"/>
                </a:lnTo>
                <a:lnTo>
                  <a:pt x="2588752" y="62246"/>
                </a:lnTo>
                <a:lnTo>
                  <a:pt x="2558225" y="63046"/>
                </a:lnTo>
                <a:lnTo>
                  <a:pt x="2527687" y="63808"/>
                </a:lnTo>
                <a:lnTo>
                  <a:pt x="2497150" y="64522"/>
                </a:lnTo>
                <a:lnTo>
                  <a:pt x="2466613" y="65208"/>
                </a:lnTo>
                <a:lnTo>
                  <a:pt x="2436076" y="65856"/>
                </a:lnTo>
                <a:lnTo>
                  <a:pt x="2405539" y="66475"/>
                </a:lnTo>
                <a:lnTo>
                  <a:pt x="2375002" y="67066"/>
                </a:lnTo>
                <a:lnTo>
                  <a:pt x="2344464" y="67618"/>
                </a:lnTo>
                <a:lnTo>
                  <a:pt x="2313918" y="68151"/>
                </a:lnTo>
                <a:lnTo>
                  <a:pt x="2283381" y="68647"/>
                </a:lnTo>
                <a:lnTo>
                  <a:pt x="2252843" y="69104"/>
                </a:lnTo>
                <a:lnTo>
                  <a:pt x="2222297" y="69552"/>
                </a:lnTo>
                <a:lnTo>
                  <a:pt x="2191760" y="69961"/>
                </a:lnTo>
                <a:lnTo>
                  <a:pt x="2161213" y="70352"/>
                </a:lnTo>
                <a:lnTo>
                  <a:pt x="2130676" y="70714"/>
                </a:lnTo>
                <a:lnTo>
                  <a:pt x="2100129" y="71047"/>
                </a:lnTo>
                <a:lnTo>
                  <a:pt x="2069592" y="71352"/>
                </a:lnTo>
                <a:lnTo>
                  <a:pt x="2039045" y="71638"/>
                </a:lnTo>
                <a:lnTo>
                  <a:pt x="2008499" y="71904"/>
                </a:lnTo>
                <a:lnTo>
                  <a:pt x="1977962" y="72152"/>
                </a:lnTo>
                <a:lnTo>
                  <a:pt x="1947415" y="72361"/>
                </a:lnTo>
                <a:lnTo>
                  <a:pt x="1916868" y="72552"/>
                </a:lnTo>
                <a:lnTo>
                  <a:pt x="1886331" y="72714"/>
                </a:lnTo>
                <a:lnTo>
                  <a:pt x="1855784" y="72857"/>
                </a:lnTo>
                <a:lnTo>
                  <a:pt x="1825238" y="73000"/>
                </a:lnTo>
                <a:lnTo>
                  <a:pt x="1794691" y="73085"/>
                </a:lnTo>
                <a:lnTo>
                  <a:pt x="1764154" y="73171"/>
                </a:lnTo>
                <a:lnTo>
                  <a:pt x="1733607" y="73238"/>
                </a:lnTo>
                <a:lnTo>
                  <a:pt x="1703060" y="73266"/>
                </a:lnTo>
                <a:lnTo>
                  <a:pt x="1672514" y="73285"/>
                </a:lnTo>
                <a:lnTo>
                  <a:pt x="1641977" y="73276"/>
                </a:lnTo>
                <a:lnTo>
                  <a:pt x="1611430" y="73247"/>
                </a:lnTo>
                <a:lnTo>
                  <a:pt x="1580883" y="73200"/>
                </a:lnTo>
                <a:lnTo>
                  <a:pt x="1550337" y="73114"/>
                </a:lnTo>
                <a:lnTo>
                  <a:pt x="1519799" y="73038"/>
                </a:lnTo>
                <a:lnTo>
                  <a:pt x="1489253" y="72914"/>
                </a:lnTo>
                <a:lnTo>
                  <a:pt x="1458706" y="72771"/>
                </a:lnTo>
                <a:lnTo>
                  <a:pt x="1428159" y="72619"/>
                </a:lnTo>
                <a:lnTo>
                  <a:pt x="1397622" y="72438"/>
                </a:lnTo>
                <a:lnTo>
                  <a:pt x="1367076" y="72228"/>
                </a:lnTo>
                <a:lnTo>
                  <a:pt x="1336529" y="71999"/>
                </a:lnTo>
                <a:lnTo>
                  <a:pt x="1305992" y="71742"/>
                </a:lnTo>
                <a:lnTo>
                  <a:pt x="1275445" y="71466"/>
                </a:lnTo>
                <a:lnTo>
                  <a:pt x="1244908" y="71161"/>
                </a:lnTo>
                <a:lnTo>
                  <a:pt x="1214361" y="70837"/>
                </a:lnTo>
                <a:lnTo>
                  <a:pt x="1183815" y="70485"/>
                </a:lnTo>
                <a:lnTo>
                  <a:pt x="1153277" y="70104"/>
                </a:lnTo>
                <a:lnTo>
                  <a:pt x="1122731" y="69704"/>
                </a:lnTo>
                <a:lnTo>
                  <a:pt x="1092194" y="69275"/>
                </a:lnTo>
                <a:lnTo>
                  <a:pt x="1061657" y="68818"/>
                </a:lnTo>
                <a:lnTo>
                  <a:pt x="1031110" y="68332"/>
                </a:lnTo>
                <a:lnTo>
                  <a:pt x="1000573" y="67818"/>
                </a:lnTo>
                <a:lnTo>
                  <a:pt x="970036" y="67275"/>
                </a:lnTo>
                <a:lnTo>
                  <a:pt x="939498" y="66704"/>
                </a:lnTo>
                <a:lnTo>
                  <a:pt x="908952" y="66094"/>
                </a:lnTo>
                <a:lnTo>
                  <a:pt x="878415" y="65456"/>
                </a:lnTo>
                <a:lnTo>
                  <a:pt x="847877" y="64780"/>
                </a:lnTo>
                <a:lnTo>
                  <a:pt x="817340" y="64075"/>
                </a:lnTo>
                <a:lnTo>
                  <a:pt x="786813" y="63322"/>
                </a:lnTo>
                <a:lnTo>
                  <a:pt x="756275" y="62541"/>
                </a:lnTo>
                <a:lnTo>
                  <a:pt x="725738" y="61722"/>
                </a:lnTo>
                <a:lnTo>
                  <a:pt x="695211" y="60855"/>
                </a:lnTo>
                <a:lnTo>
                  <a:pt x="664683" y="59941"/>
                </a:lnTo>
                <a:lnTo>
                  <a:pt x="634146" y="58988"/>
                </a:lnTo>
                <a:lnTo>
                  <a:pt x="603618" y="57979"/>
                </a:lnTo>
                <a:lnTo>
                  <a:pt x="573100" y="56912"/>
                </a:lnTo>
                <a:lnTo>
                  <a:pt x="542573" y="55797"/>
                </a:lnTo>
                <a:lnTo>
                  <a:pt x="512054" y="54616"/>
                </a:lnTo>
                <a:lnTo>
                  <a:pt x="481536" y="53369"/>
                </a:lnTo>
                <a:lnTo>
                  <a:pt x="451018" y="52054"/>
                </a:lnTo>
                <a:lnTo>
                  <a:pt x="420500" y="50654"/>
                </a:lnTo>
                <a:lnTo>
                  <a:pt x="389992" y="49178"/>
                </a:lnTo>
                <a:lnTo>
                  <a:pt x="359493" y="47596"/>
                </a:lnTo>
                <a:lnTo>
                  <a:pt x="328994" y="45911"/>
                </a:lnTo>
                <a:lnTo>
                  <a:pt x="298504" y="44110"/>
                </a:lnTo>
                <a:lnTo>
                  <a:pt x="268024" y="42158"/>
                </a:lnTo>
                <a:lnTo>
                  <a:pt x="237554" y="40043"/>
                </a:lnTo>
                <a:lnTo>
                  <a:pt x="207093" y="37748"/>
                </a:lnTo>
                <a:lnTo>
                  <a:pt x="176651" y="35204"/>
                </a:lnTo>
                <a:lnTo>
                  <a:pt x="146247" y="32366"/>
                </a:lnTo>
                <a:lnTo>
                  <a:pt x="115872" y="29127"/>
                </a:lnTo>
                <a:lnTo>
                  <a:pt x="85563" y="25337"/>
                </a:lnTo>
                <a:lnTo>
                  <a:pt x="55378" y="20679"/>
                </a:lnTo>
                <a:lnTo>
                  <a:pt x="25517" y="14297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46" name="funnel-step-cap-0">
            <a:extLst xmlns:a="http://schemas.openxmlformats.org/drawingml/2006/main">
              <a:ext uri="{FF2B5EF4-FFF2-40B4-BE49-F238E27FC236}">
                <a16:creationId xmlns:a16="http://schemas.microsoft.com/office/drawing/2014/main" id="{0F087432-24CF-464A-BE0E-6055E2642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52750" y="2410358"/>
            <a:ext cx="3333750" cy="2084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47" name="funnel-step-body-1">
            <a:extLst xmlns:a="http://schemas.openxmlformats.org/drawingml/2006/main">
              <a:ext uri="{FF2B5EF4-FFF2-40B4-BE49-F238E27FC236}">
                <a16:creationId xmlns:a16="http://schemas.microsoft.com/office/drawing/2014/main" id="{8B347169-CC70-4DF1-B1B7-21F570483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281077" y="3242310"/>
            <a:ext cx="2676249" cy="627078"/>
          </a:xfrm>
          <a:custGeom xmlns:a="http://schemas.openxmlformats.org/drawingml/2006/main">
            <a:pathLst>
              <a:path w="2676249" h="627078">
                <a:moveTo>
                  <a:pt x="0" y="0"/>
                </a:moveTo>
                <a:lnTo>
                  <a:pt x="10516" y="23165"/>
                </a:lnTo>
                <a:lnTo>
                  <a:pt x="21022" y="46330"/>
                </a:lnTo>
                <a:lnTo>
                  <a:pt x="31537" y="69494"/>
                </a:lnTo>
                <a:lnTo>
                  <a:pt x="42043" y="92659"/>
                </a:lnTo>
                <a:lnTo>
                  <a:pt x="52559" y="115824"/>
                </a:lnTo>
                <a:lnTo>
                  <a:pt x="63065" y="138998"/>
                </a:lnTo>
                <a:lnTo>
                  <a:pt x="73581" y="162163"/>
                </a:lnTo>
                <a:lnTo>
                  <a:pt x="84087" y="185328"/>
                </a:lnTo>
                <a:lnTo>
                  <a:pt x="94602" y="208493"/>
                </a:lnTo>
                <a:lnTo>
                  <a:pt x="105108" y="231658"/>
                </a:lnTo>
                <a:lnTo>
                  <a:pt x="115624" y="254822"/>
                </a:lnTo>
                <a:lnTo>
                  <a:pt x="126130" y="277987"/>
                </a:lnTo>
                <a:lnTo>
                  <a:pt x="136646" y="301152"/>
                </a:lnTo>
                <a:lnTo>
                  <a:pt x="147152" y="324317"/>
                </a:lnTo>
                <a:lnTo>
                  <a:pt x="157667" y="347482"/>
                </a:lnTo>
                <a:lnTo>
                  <a:pt x="168173" y="370656"/>
                </a:lnTo>
                <a:lnTo>
                  <a:pt x="178689" y="393821"/>
                </a:lnTo>
                <a:lnTo>
                  <a:pt x="189195" y="416985"/>
                </a:lnTo>
                <a:lnTo>
                  <a:pt x="199711" y="440150"/>
                </a:lnTo>
                <a:lnTo>
                  <a:pt x="210217" y="463315"/>
                </a:lnTo>
                <a:lnTo>
                  <a:pt x="220732" y="486480"/>
                </a:lnTo>
                <a:lnTo>
                  <a:pt x="231238" y="509645"/>
                </a:lnTo>
                <a:lnTo>
                  <a:pt x="241754" y="532809"/>
                </a:lnTo>
                <a:lnTo>
                  <a:pt x="251698" y="556146"/>
                </a:lnTo>
                <a:lnTo>
                  <a:pt x="272405" y="569814"/>
                </a:lnTo>
                <a:lnTo>
                  <a:pt x="296847" y="576853"/>
                </a:lnTo>
                <a:lnTo>
                  <a:pt x="321755" y="581997"/>
                </a:lnTo>
                <a:lnTo>
                  <a:pt x="346843" y="586169"/>
                </a:lnTo>
                <a:lnTo>
                  <a:pt x="372037" y="589721"/>
                </a:lnTo>
                <a:lnTo>
                  <a:pt x="397278" y="592817"/>
                </a:lnTo>
                <a:lnTo>
                  <a:pt x="422567" y="595579"/>
                </a:lnTo>
                <a:lnTo>
                  <a:pt x="447885" y="598065"/>
                </a:lnTo>
                <a:lnTo>
                  <a:pt x="473221" y="600332"/>
                </a:lnTo>
                <a:lnTo>
                  <a:pt x="498577" y="602409"/>
                </a:lnTo>
                <a:lnTo>
                  <a:pt x="523942" y="604323"/>
                </a:lnTo>
                <a:lnTo>
                  <a:pt x="549326" y="606095"/>
                </a:lnTo>
                <a:lnTo>
                  <a:pt x="574710" y="607752"/>
                </a:lnTo>
                <a:lnTo>
                  <a:pt x="600104" y="609286"/>
                </a:lnTo>
                <a:lnTo>
                  <a:pt x="625497" y="610724"/>
                </a:lnTo>
                <a:lnTo>
                  <a:pt x="650900" y="612067"/>
                </a:lnTo>
                <a:lnTo>
                  <a:pt x="676313" y="613324"/>
                </a:lnTo>
                <a:lnTo>
                  <a:pt x="701726" y="614496"/>
                </a:lnTo>
                <a:lnTo>
                  <a:pt x="727139" y="615610"/>
                </a:lnTo>
                <a:lnTo>
                  <a:pt x="752551" y="616649"/>
                </a:lnTo>
                <a:lnTo>
                  <a:pt x="777973" y="617620"/>
                </a:lnTo>
                <a:lnTo>
                  <a:pt x="803396" y="618534"/>
                </a:lnTo>
                <a:lnTo>
                  <a:pt x="828818" y="619382"/>
                </a:lnTo>
                <a:lnTo>
                  <a:pt x="854250" y="620182"/>
                </a:lnTo>
                <a:lnTo>
                  <a:pt x="879672" y="620935"/>
                </a:lnTo>
                <a:lnTo>
                  <a:pt x="905104" y="621630"/>
                </a:lnTo>
                <a:lnTo>
                  <a:pt x="930535" y="622278"/>
                </a:lnTo>
                <a:lnTo>
                  <a:pt x="955967" y="622887"/>
                </a:lnTo>
                <a:lnTo>
                  <a:pt x="981399" y="623440"/>
                </a:lnTo>
                <a:lnTo>
                  <a:pt x="1006831" y="623954"/>
                </a:lnTo>
                <a:lnTo>
                  <a:pt x="1032262" y="624430"/>
                </a:lnTo>
                <a:lnTo>
                  <a:pt x="1057704" y="624859"/>
                </a:lnTo>
                <a:lnTo>
                  <a:pt x="1083135" y="625250"/>
                </a:lnTo>
                <a:lnTo>
                  <a:pt x="1108577" y="625602"/>
                </a:lnTo>
                <a:lnTo>
                  <a:pt x="1134008" y="625916"/>
                </a:lnTo>
                <a:lnTo>
                  <a:pt x="1159450" y="626183"/>
                </a:lnTo>
                <a:lnTo>
                  <a:pt x="1184881" y="626421"/>
                </a:lnTo>
                <a:lnTo>
                  <a:pt x="1210323" y="626621"/>
                </a:lnTo>
                <a:lnTo>
                  <a:pt x="1235764" y="626783"/>
                </a:lnTo>
                <a:lnTo>
                  <a:pt x="1261205" y="626916"/>
                </a:lnTo>
                <a:lnTo>
                  <a:pt x="1286637" y="627002"/>
                </a:lnTo>
                <a:lnTo>
                  <a:pt x="1312078" y="627059"/>
                </a:lnTo>
                <a:lnTo>
                  <a:pt x="1337520" y="627078"/>
                </a:lnTo>
                <a:lnTo>
                  <a:pt x="1362951" y="627059"/>
                </a:lnTo>
                <a:lnTo>
                  <a:pt x="1388393" y="627012"/>
                </a:lnTo>
                <a:lnTo>
                  <a:pt x="1413834" y="626926"/>
                </a:lnTo>
                <a:lnTo>
                  <a:pt x="1439275" y="626802"/>
                </a:lnTo>
                <a:lnTo>
                  <a:pt x="1464707" y="626640"/>
                </a:lnTo>
                <a:lnTo>
                  <a:pt x="1490148" y="626440"/>
                </a:lnTo>
                <a:lnTo>
                  <a:pt x="1515589" y="626212"/>
                </a:lnTo>
                <a:lnTo>
                  <a:pt x="1541021" y="625935"/>
                </a:lnTo>
                <a:lnTo>
                  <a:pt x="1566462" y="625631"/>
                </a:lnTo>
                <a:lnTo>
                  <a:pt x="1591894" y="625278"/>
                </a:lnTo>
                <a:lnTo>
                  <a:pt x="1617335" y="624897"/>
                </a:lnTo>
                <a:lnTo>
                  <a:pt x="1642767" y="624469"/>
                </a:lnTo>
                <a:lnTo>
                  <a:pt x="1668199" y="623992"/>
                </a:lnTo>
                <a:lnTo>
                  <a:pt x="1693640" y="623487"/>
                </a:lnTo>
                <a:lnTo>
                  <a:pt x="1719072" y="622935"/>
                </a:lnTo>
                <a:lnTo>
                  <a:pt x="1744504" y="622335"/>
                </a:lnTo>
                <a:lnTo>
                  <a:pt x="1769936" y="621687"/>
                </a:lnTo>
                <a:lnTo>
                  <a:pt x="1795358" y="620992"/>
                </a:lnTo>
                <a:lnTo>
                  <a:pt x="1820789" y="620249"/>
                </a:lnTo>
                <a:lnTo>
                  <a:pt x="1846212" y="619449"/>
                </a:lnTo>
                <a:lnTo>
                  <a:pt x="1871643" y="618601"/>
                </a:lnTo>
                <a:lnTo>
                  <a:pt x="1897066" y="617696"/>
                </a:lnTo>
                <a:lnTo>
                  <a:pt x="1922478" y="616734"/>
                </a:lnTo>
                <a:lnTo>
                  <a:pt x="1947901" y="615696"/>
                </a:lnTo>
                <a:lnTo>
                  <a:pt x="1973313" y="614591"/>
                </a:lnTo>
                <a:lnTo>
                  <a:pt x="1998726" y="613420"/>
                </a:lnTo>
                <a:lnTo>
                  <a:pt x="2024139" y="612172"/>
                </a:lnTo>
                <a:lnTo>
                  <a:pt x="2049542" y="610838"/>
                </a:lnTo>
                <a:lnTo>
                  <a:pt x="2074936" y="609400"/>
                </a:lnTo>
                <a:lnTo>
                  <a:pt x="2100329" y="607876"/>
                </a:lnTo>
                <a:lnTo>
                  <a:pt x="2125713" y="606238"/>
                </a:lnTo>
                <a:lnTo>
                  <a:pt x="2151097" y="604466"/>
                </a:lnTo>
                <a:lnTo>
                  <a:pt x="2176463" y="602571"/>
                </a:lnTo>
                <a:lnTo>
                  <a:pt x="2201818" y="600513"/>
                </a:lnTo>
                <a:lnTo>
                  <a:pt x="2227155" y="598256"/>
                </a:lnTo>
                <a:lnTo>
                  <a:pt x="2252472" y="595789"/>
                </a:lnTo>
                <a:lnTo>
                  <a:pt x="2277761" y="593055"/>
                </a:lnTo>
                <a:lnTo>
                  <a:pt x="2303021" y="589988"/>
                </a:lnTo>
                <a:lnTo>
                  <a:pt x="2328215" y="586483"/>
                </a:lnTo>
                <a:lnTo>
                  <a:pt x="2353313" y="582368"/>
                </a:lnTo>
                <a:lnTo>
                  <a:pt x="2378250" y="577320"/>
                </a:lnTo>
                <a:lnTo>
                  <a:pt x="2402748" y="570509"/>
                </a:lnTo>
                <a:lnTo>
                  <a:pt x="2424465" y="557975"/>
                </a:lnTo>
                <a:lnTo>
                  <a:pt x="2434495" y="534686"/>
                </a:lnTo>
                <a:lnTo>
                  <a:pt x="2445001" y="511521"/>
                </a:lnTo>
                <a:lnTo>
                  <a:pt x="2455516" y="488356"/>
                </a:lnTo>
                <a:lnTo>
                  <a:pt x="2466023" y="465191"/>
                </a:lnTo>
                <a:lnTo>
                  <a:pt x="2476538" y="442027"/>
                </a:lnTo>
                <a:lnTo>
                  <a:pt x="2487044" y="418862"/>
                </a:lnTo>
                <a:lnTo>
                  <a:pt x="2497560" y="395697"/>
                </a:lnTo>
                <a:lnTo>
                  <a:pt x="2508066" y="372532"/>
                </a:lnTo>
                <a:lnTo>
                  <a:pt x="2518581" y="349367"/>
                </a:lnTo>
                <a:lnTo>
                  <a:pt x="2529088" y="326203"/>
                </a:lnTo>
                <a:lnTo>
                  <a:pt x="2539603" y="303028"/>
                </a:lnTo>
                <a:lnTo>
                  <a:pt x="2550109" y="279864"/>
                </a:lnTo>
                <a:lnTo>
                  <a:pt x="2560625" y="256699"/>
                </a:lnTo>
                <a:lnTo>
                  <a:pt x="2571131" y="233534"/>
                </a:lnTo>
                <a:lnTo>
                  <a:pt x="2581646" y="210369"/>
                </a:lnTo>
                <a:lnTo>
                  <a:pt x="2592153" y="187204"/>
                </a:lnTo>
                <a:lnTo>
                  <a:pt x="2602668" y="164040"/>
                </a:lnTo>
                <a:lnTo>
                  <a:pt x="2613174" y="140875"/>
                </a:lnTo>
                <a:lnTo>
                  <a:pt x="2623690" y="117710"/>
                </a:lnTo>
                <a:lnTo>
                  <a:pt x="2634196" y="94545"/>
                </a:lnTo>
                <a:lnTo>
                  <a:pt x="2644712" y="71371"/>
                </a:lnTo>
                <a:lnTo>
                  <a:pt x="2655227" y="48206"/>
                </a:lnTo>
                <a:lnTo>
                  <a:pt x="2665733" y="25041"/>
                </a:lnTo>
                <a:lnTo>
                  <a:pt x="2676249" y="1876"/>
                </a:lnTo>
                <a:lnTo>
                  <a:pt x="2659266" y="13364"/>
                </a:lnTo>
                <a:lnTo>
                  <a:pt x="2634777" y="20203"/>
                </a:lnTo>
                <a:lnTo>
                  <a:pt x="2609821" y="25098"/>
                </a:lnTo>
                <a:lnTo>
                  <a:pt x="2584685" y="29042"/>
                </a:lnTo>
                <a:lnTo>
                  <a:pt x="2559472" y="32385"/>
                </a:lnTo>
                <a:lnTo>
                  <a:pt x="2534202" y="35319"/>
                </a:lnTo>
                <a:lnTo>
                  <a:pt x="2508895" y="37929"/>
                </a:lnTo>
                <a:lnTo>
                  <a:pt x="2483568" y="40300"/>
                </a:lnTo>
                <a:lnTo>
                  <a:pt x="2458222" y="42462"/>
                </a:lnTo>
                <a:lnTo>
                  <a:pt x="2432866" y="44453"/>
                </a:lnTo>
                <a:lnTo>
                  <a:pt x="2407491" y="46292"/>
                </a:lnTo>
                <a:lnTo>
                  <a:pt x="2382107" y="48006"/>
                </a:lnTo>
                <a:lnTo>
                  <a:pt x="2356723" y="49616"/>
                </a:lnTo>
                <a:lnTo>
                  <a:pt x="2331329" y="51130"/>
                </a:lnTo>
                <a:lnTo>
                  <a:pt x="2305926" y="52549"/>
                </a:lnTo>
                <a:lnTo>
                  <a:pt x="2280523" y="53883"/>
                </a:lnTo>
                <a:lnTo>
                  <a:pt x="2255120" y="55150"/>
                </a:lnTo>
                <a:lnTo>
                  <a:pt x="2229707" y="56340"/>
                </a:lnTo>
                <a:lnTo>
                  <a:pt x="2204295" y="57464"/>
                </a:lnTo>
                <a:lnTo>
                  <a:pt x="2178872" y="58541"/>
                </a:lnTo>
                <a:lnTo>
                  <a:pt x="2153460" y="59550"/>
                </a:lnTo>
                <a:lnTo>
                  <a:pt x="2128037" y="60512"/>
                </a:lnTo>
                <a:lnTo>
                  <a:pt x="2102615" y="61436"/>
                </a:lnTo>
                <a:lnTo>
                  <a:pt x="2077193" y="62303"/>
                </a:lnTo>
                <a:lnTo>
                  <a:pt x="2051761" y="63122"/>
                </a:lnTo>
                <a:lnTo>
                  <a:pt x="2026339" y="63913"/>
                </a:lnTo>
                <a:lnTo>
                  <a:pt x="2000907" y="64656"/>
                </a:lnTo>
                <a:lnTo>
                  <a:pt x="1975485" y="65351"/>
                </a:lnTo>
                <a:lnTo>
                  <a:pt x="1950053" y="66018"/>
                </a:lnTo>
                <a:lnTo>
                  <a:pt x="1924622" y="66646"/>
                </a:lnTo>
                <a:lnTo>
                  <a:pt x="1899190" y="67247"/>
                </a:lnTo>
                <a:lnTo>
                  <a:pt x="1873758" y="67808"/>
                </a:lnTo>
                <a:lnTo>
                  <a:pt x="1848326" y="68342"/>
                </a:lnTo>
                <a:lnTo>
                  <a:pt x="1822885" y="68847"/>
                </a:lnTo>
                <a:lnTo>
                  <a:pt x="1797453" y="69323"/>
                </a:lnTo>
                <a:lnTo>
                  <a:pt x="1772021" y="69761"/>
                </a:lnTo>
                <a:lnTo>
                  <a:pt x="1746580" y="70180"/>
                </a:lnTo>
                <a:lnTo>
                  <a:pt x="1721148" y="70561"/>
                </a:lnTo>
                <a:lnTo>
                  <a:pt x="1695707" y="70923"/>
                </a:lnTo>
                <a:lnTo>
                  <a:pt x="1670275" y="71257"/>
                </a:lnTo>
                <a:lnTo>
                  <a:pt x="1644834" y="71561"/>
                </a:lnTo>
                <a:lnTo>
                  <a:pt x="1619402" y="71838"/>
                </a:lnTo>
                <a:lnTo>
                  <a:pt x="1593961" y="72095"/>
                </a:lnTo>
                <a:lnTo>
                  <a:pt x="1568529" y="72323"/>
                </a:lnTo>
                <a:lnTo>
                  <a:pt x="1543088" y="72523"/>
                </a:lnTo>
                <a:lnTo>
                  <a:pt x="1517647" y="72704"/>
                </a:lnTo>
                <a:lnTo>
                  <a:pt x="1492215" y="72866"/>
                </a:lnTo>
                <a:lnTo>
                  <a:pt x="1466774" y="72990"/>
                </a:lnTo>
                <a:lnTo>
                  <a:pt x="1441333" y="73095"/>
                </a:lnTo>
                <a:lnTo>
                  <a:pt x="1415891" y="73181"/>
                </a:lnTo>
                <a:lnTo>
                  <a:pt x="1390460" y="73238"/>
                </a:lnTo>
                <a:lnTo>
                  <a:pt x="1365018" y="73276"/>
                </a:lnTo>
                <a:lnTo>
                  <a:pt x="1339577" y="73295"/>
                </a:lnTo>
                <a:lnTo>
                  <a:pt x="1314136" y="73285"/>
                </a:lnTo>
                <a:lnTo>
                  <a:pt x="1288704" y="73247"/>
                </a:lnTo>
                <a:lnTo>
                  <a:pt x="1263263" y="73190"/>
                </a:lnTo>
                <a:lnTo>
                  <a:pt x="1237821" y="73104"/>
                </a:lnTo>
                <a:lnTo>
                  <a:pt x="1212390" y="73009"/>
                </a:lnTo>
                <a:lnTo>
                  <a:pt x="1186948" y="72876"/>
                </a:lnTo>
                <a:lnTo>
                  <a:pt x="1161507" y="72714"/>
                </a:lnTo>
                <a:lnTo>
                  <a:pt x="1136066" y="72542"/>
                </a:lnTo>
                <a:lnTo>
                  <a:pt x="1110634" y="72342"/>
                </a:lnTo>
                <a:lnTo>
                  <a:pt x="1085193" y="72114"/>
                </a:lnTo>
                <a:lnTo>
                  <a:pt x="1059752" y="71866"/>
                </a:lnTo>
                <a:lnTo>
                  <a:pt x="1034320" y="71580"/>
                </a:lnTo>
                <a:lnTo>
                  <a:pt x="1008878" y="71276"/>
                </a:lnTo>
                <a:lnTo>
                  <a:pt x="983447" y="70952"/>
                </a:lnTo>
                <a:lnTo>
                  <a:pt x="958005" y="70590"/>
                </a:lnTo>
                <a:lnTo>
                  <a:pt x="932574" y="70209"/>
                </a:lnTo>
                <a:lnTo>
                  <a:pt x="907142" y="69799"/>
                </a:lnTo>
                <a:lnTo>
                  <a:pt x="881701" y="69361"/>
                </a:lnTo>
                <a:lnTo>
                  <a:pt x="856269" y="68885"/>
                </a:lnTo>
                <a:lnTo>
                  <a:pt x="830837" y="68390"/>
                </a:lnTo>
                <a:lnTo>
                  <a:pt x="805405" y="67856"/>
                </a:lnTo>
                <a:lnTo>
                  <a:pt x="779964" y="67294"/>
                </a:lnTo>
                <a:lnTo>
                  <a:pt x="754532" y="66704"/>
                </a:lnTo>
                <a:lnTo>
                  <a:pt x="729101" y="66075"/>
                </a:lnTo>
                <a:lnTo>
                  <a:pt x="703678" y="65408"/>
                </a:lnTo>
                <a:lnTo>
                  <a:pt x="678247" y="64713"/>
                </a:lnTo>
                <a:lnTo>
                  <a:pt x="652815" y="63970"/>
                </a:lnTo>
                <a:lnTo>
                  <a:pt x="627393" y="63189"/>
                </a:lnTo>
                <a:lnTo>
                  <a:pt x="601970" y="62370"/>
                </a:lnTo>
                <a:lnTo>
                  <a:pt x="576539" y="61503"/>
                </a:lnTo>
                <a:lnTo>
                  <a:pt x="551117" y="60589"/>
                </a:lnTo>
                <a:lnTo>
                  <a:pt x="525694" y="59636"/>
                </a:lnTo>
                <a:lnTo>
                  <a:pt x="500282" y="58617"/>
                </a:lnTo>
                <a:lnTo>
                  <a:pt x="474859" y="57560"/>
                </a:lnTo>
                <a:lnTo>
                  <a:pt x="449447" y="56426"/>
                </a:lnTo>
                <a:lnTo>
                  <a:pt x="424034" y="55245"/>
                </a:lnTo>
                <a:lnTo>
                  <a:pt x="398631" y="53988"/>
                </a:lnTo>
                <a:lnTo>
                  <a:pt x="373228" y="52664"/>
                </a:lnTo>
                <a:lnTo>
                  <a:pt x="347824" y="51245"/>
                </a:lnTo>
                <a:lnTo>
                  <a:pt x="322431" y="49740"/>
                </a:lnTo>
                <a:lnTo>
                  <a:pt x="297047" y="48139"/>
                </a:lnTo>
                <a:lnTo>
                  <a:pt x="271663" y="46444"/>
                </a:lnTo>
                <a:lnTo>
                  <a:pt x="246288" y="44606"/>
                </a:lnTo>
                <a:lnTo>
                  <a:pt x="220932" y="42624"/>
                </a:lnTo>
                <a:lnTo>
                  <a:pt x="195577" y="40481"/>
                </a:lnTo>
                <a:lnTo>
                  <a:pt x="170250" y="38129"/>
                </a:lnTo>
                <a:lnTo>
                  <a:pt x="144942" y="35538"/>
                </a:lnTo>
                <a:lnTo>
                  <a:pt x="119672" y="32633"/>
                </a:lnTo>
                <a:lnTo>
                  <a:pt x="94450" y="29327"/>
                </a:lnTo>
                <a:lnTo>
                  <a:pt x="69313" y="25451"/>
                </a:lnTo>
                <a:lnTo>
                  <a:pt x="44329" y="20650"/>
                </a:lnTo>
                <a:lnTo>
                  <a:pt x="19774" y="14049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48" name="funnel-step-cap-1">
            <a:extLst xmlns:a="http://schemas.openxmlformats.org/drawingml/2006/main">
              <a:ext uri="{FF2B5EF4-FFF2-40B4-BE49-F238E27FC236}">
                <a16:creationId xmlns:a16="http://schemas.microsoft.com/office/drawing/2014/main" id="{67D72FC4-CA5E-4ED2-9BD0-7BAB08B5D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281067" y="3138068"/>
            <a:ext cx="2677106" cy="2084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7EAC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49" name="funnel-step-body-2">
            <a:extLst xmlns:a="http://schemas.openxmlformats.org/drawingml/2006/main">
              <a:ext uri="{FF2B5EF4-FFF2-40B4-BE49-F238E27FC236}">
                <a16:creationId xmlns:a16="http://schemas.microsoft.com/office/drawing/2014/main" id="{F0D7F57F-9737-4B11-9999-177476C1C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532346" y="3970020"/>
            <a:ext cx="2171271" cy="627069"/>
          </a:xfrm>
          <a:custGeom xmlns:a="http://schemas.openxmlformats.org/drawingml/2006/main">
            <a:pathLst>
              <a:path w="2171271" h="627069">
                <a:moveTo>
                  <a:pt x="0" y="0"/>
                </a:moveTo>
                <a:lnTo>
                  <a:pt x="8163" y="19774"/>
                </a:lnTo>
                <a:lnTo>
                  <a:pt x="16326" y="39548"/>
                </a:lnTo>
                <a:lnTo>
                  <a:pt x="24489" y="59312"/>
                </a:lnTo>
                <a:lnTo>
                  <a:pt x="32652" y="79086"/>
                </a:lnTo>
                <a:lnTo>
                  <a:pt x="40805" y="98860"/>
                </a:lnTo>
                <a:lnTo>
                  <a:pt x="48968" y="118634"/>
                </a:lnTo>
                <a:lnTo>
                  <a:pt x="57131" y="138408"/>
                </a:lnTo>
                <a:lnTo>
                  <a:pt x="65294" y="158182"/>
                </a:lnTo>
                <a:lnTo>
                  <a:pt x="73457" y="177946"/>
                </a:lnTo>
                <a:lnTo>
                  <a:pt x="81620" y="197720"/>
                </a:lnTo>
                <a:lnTo>
                  <a:pt x="89783" y="217494"/>
                </a:lnTo>
                <a:lnTo>
                  <a:pt x="97946" y="237268"/>
                </a:lnTo>
                <a:lnTo>
                  <a:pt x="106109" y="257042"/>
                </a:lnTo>
                <a:lnTo>
                  <a:pt x="114271" y="276816"/>
                </a:lnTo>
                <a:lnTo>
                  <a:pt x="122425" y="296580"/>
                </a:lnTo>
                <a:lnTo>
                  <a:pt x="130588" y="316354"/>
                </a:lnTo>
                <a:lnTo>
                  <a:pt x="138751" y="336128"/>
                </a:lnTo>
                <a:lnTo>
                  <a:pt x="146914" y="355902"/>
                </a:lnTo>
                <a:lnTo>
                  <a:pt x="155077" y="375676"/>
                </a:lnTo>
                <a:lnTo>
                  <a:pt x="163239" y="395449"/>
                </a:lnTo>
                <a:lnTo>
                  <a:pt x="171402" y="415214"/>
                </a:lnTo>
                <a:lnTo>
                  <a:pt x="179565" y="434988"/>
                </a:lnTo>
                <a:lnTo>
                  <a:pt x="187728" y="454762"/>
                </a:lnTo>
                <a:lnTo>
                  <a:pt x="195882" y="474536"/>
                </a:lnTo>
                <a:lnTo>
                  <a:pt x="204045" y="494309"/>
                </a:lnTo>
                <a:lnTo>
                  <a:pt x="212207" y="514083"/>
                </a:lnTo>
                <a:lnTo>
                  <a:pt x="220370" y="533848"/>
                </a:lnTo>
                <a:lnTo>
                  <a:pt x="228533" y="553622"/>
                </a:lnTo>
                <a:lnTo>
                  <a:pt x="242526" y="568481"/>
                </a:lnTo>
                <a:lnTo>
                  <a:pt x="262452" y="576196"/>
                </a:lnTo>
                <a:lnTo>
                  <a:pt x="283112" y="581730"/>
                </a:lnTo>
                <a:lnTo>
                  <a:pt x="304038" y="586169"/>
                </a:lnTo>
                <a:lnTo>
                  <a:pt x="325098" y="589902"/>
                </a:lnTo>
                <a:lnTo>
                  <a:pt x="346234" y="593160"/>
                </a:lnTo>
                <a:lnTo>
                  <a:pt x="367436" y="596036"/>
                </a:lnTo>
                <a:lnTo>
                  <a:pt x="388668" y="598627"/>
                </a:lnTo>
                <a:lnTo>
                  <a:pt x="409927" y="600980"/>
                </a:lnTo>
                <a:lnTo>
                  <a:pt x="431206" y="603123"/>
                </a:lnTo>
                <a:lnTo>
                  <a:pt x="452504" y="605104"/>
                </a:lnTo>
                <a:lnTo>
                  <a:pt x="473821" y="606923"/>
                </a:lnTo>
                <a:lnTo>
                  <a:pt x="495148" y="608619"/>
                </a:lnTo>
                <a:lnTo>
                  <a:pt x="516474" y="610181"/>
                </a:lnTo>
                <a:lnTo>
                  <a:pt x="537820" y="611648"/>
                </a:lnTo>
                <a:lnTo>
                  <a:pt x="559165" y="613010"/>
                </a:lnTo>
                <a:lnTo>
                  <a:pt x="580520" y="614286"/>
                </a:lnTo>
                <a:lnTo>
                  <a:pt x="601875" y="615467"/>
                </a:lnTo>
                <a:lnTo>
                  <a:pt x="623240" y="616582"/>
                </a:lnTo>
                <a:lnTo>
                  <a:pt x="644604" y="617630"/>
                </a:lnTo>
                <a:lnTo>
                  <a:pt x="665969" y="618592"/>
                </a:lnTo>
                <a:lnTo>
                  <a:pt x="687343" y="619496"/>
                </a:lnTo>
                <a:lnTo>
                  <a:pt x="708717" y="620335"/>
                </a:lnTo>
                <a:lnTo>
                  <a:pt x="730091" y="621116"/>
                </a:lnTo>
                <a:lnTo>
                  <a:pt x="751475" y="621849"/>
                </a:lnTo>
                <a:lnTo>
                  <a:pt x="772849" y="622525"/>
                </a:lnTo>
                <a:lnTo>
                  <a:pt x="794233" y="623145"/>
                </a:lnTo>
                <a:lnTo>
                  <a:pt x="815616" y="623716"/>
                </a:lnTo>
                <a:lnTo>
                  <a:pt x="837000" y="624230"/>
                </a:lnTo>
                <a:lnTo>
                  <a:pt x="858383" y="624707"/>
                </a:lnTo>
                <a:lnTo>
                  <a:pt x="879777" y="625135"/>
                </a:lnTo>
                <a:lnTo>
                  <a:pt x="901160" y="625526"/>
                </a:lnTo>
                <a:lnTo>
                  <a:pt x="922544" y="625859"/>
                </a:lnTo>
                <a:lnTo>
                  <a:pt x="943937" y="626164"/>
                </a:lnTo>
                <a:lnTo>
                  <a:pt x="965321" y="626412"/>
                </a:lnTo>
                <a:lnTo>
                  <a:pt x="986714" y="626631"/>
                </a:lnTo>
                <a:lnTo>
                  <a:pt x="1008107" y="626802"/>
                </a:lnTo>
                <a:lnTo>
                  <a:pt x="1029491" y="626926"/>
                </a:lnTo>
                <a:lnTo>
                  <a:pt x="1050884" y="627021"/>
                </a:lnTo>
                <a:lnTo>
                  <a:pt x="1072277" y="627069"/>
                </a:lnTo>
                <a:lnTo>
                  <a:pt x="1093670" y="627069"/>
                </a:lnTo>
                <a:lnTo>
                  <a:pt x="1115054" y="627040"/>
                </a:lnTo>
                <a:lnTo>
                  <a:pt x="1136447" y="626964"/>
                </a:lnTo>
                <a:lnTo>
                  <a:pt x="1157840" y="626850"/>
                </a:lnTo>
                <a:lnTo>
                  <a:pt x="1179224" y="626697"/>
                </a:lnTo>
                <a:lnTo>
                  <a:pt x="1200617" y="626507"/>
                </a:lnTo>
                <a:lnTo>
                  <a:pt x="1222010" y="626269"/>
                </a:lnTo>
                <a:lnTo>
                  <a:pt x="1243394" y="625993"/>
                </a:lnTo>
                <a:lnTo>
                  <a:pt x="1264787" y="625669"/>
                </a:lnTo>
                <a:lnTo>
                  <a:pt x="1286170" y="625297"/>
                </a:lnTo>
                <a:lnTo>
                  <a:pt x="1307554" y="624888"/>
                </a:lnTo>
                <a:lnTo>
                  <a:pt x="1328947" y="624430"/>
                </a:lnTo>
                <a:lnTo>
                  <a:pt x="1350331" y="623926"/>
                </a:lnTo>
                <a:lnTo>
                  <a:pt x="1371714" y="623373"/>
                </a:lnTo>
                <a:lnTo>
                  <a:pt x="1393098" y="622773"/>
                </a:lnTo>
                <a:lnTo>
                  <a:pt x="1414472" y="622125"/>
                </a:lnTo>
                <a:lnTo>
                  <a:pt x="1435856" y="621421"/>
                </a:lnTo>
                <a:lnTo>
                  <a:pt x="1457230" y="620659"/>
                </a:lnTo>
                <a:lnTo>
                  <a:pt x="1478604" y="619839"/>
                </a:lnTo>
                <a:lnTo>
                  <a:pt x="1499978" y="618963"/>
                </a:lnTo>
                <a:lnTo>
                  <a:pt x="1521352" y="618020"/>
                </a:lnTo>
                <a:lnTo>
                  <a:pt x="1542717" y="617010"/>
                </a:lnTo>
                <a:lnTo>
                  <a:pt x="1564081" y="615934"/>
                </a:lnTo>
                <a:lnTo>
                  <a:pt x="1585436" y="614772"/>
                </a:lnTo>
                <a:lnTo>
                  <a:pt x="1606791" y="613534"/>
                </a:lnTo>
                <a:lnTo>
                  <a:pt x="1628146" y="612210"/>
                </a:lnTo>
                <a:lnTo>
                  <a:pt x="1649482" y="610791"/>
                </a:lnTo>
                <a:lnTo>
                  <a:pt x="1670818" y="609257"/>
                </a:lnTo>
                <a:lnTo>
                  <a:pt x="1692145" y="607619"/>
                </a:lnTo>
                <a:lnTo>
                  <a:pt x="1713462" y="605847"/>
                </a:lnTo>
                <a:lnTo>
                  <a:pt x="1734769" y="603942"/>
                </a:lnTo>
                <a:lnTo>
                  <a:pt x="1756058" y="601866"/>
                </a:lnTo>
                <a:lnTo>
                  <a:pt x="1777327" y="599599"/>
                </a:lnTo>
                <a:lnTo>
                  <a:pt x="1798577" y="597113"/>
                </a:lnTo>
                <a:lnTo>
                  <a:pt x="1819789" y="594360"/>
                </a:lnTo>
                <a:lnTo>
                  <a:pt x="1840954" y="591264"/>
                </a:lnTo>
                <a:lnTo>
                  <a:pt x="1862052" y="587740"/>
                </a:lnTo>
                <a:lnTo>
                  <a:pt x="1883045" y="583616"/>
                </a:lnTo>
                <a:lnTo>
                  <a:pt x="1903828" y="578606"/>
                </a:lnTo>
                <a:lnTo>
                  <a:pt x="1924164" y="571995"/>
                </a:lnTo>
                <a:lnTo>
                  <a:pt x="1942490" y="561251"/>
                </a:lnTo>
                <a:lnTo>
                  <a:pt x="1950901" y="541811"/>
                </a:lnTo>
                <a:lnTo>
                  <a:pt x="1959064" y="522046"/>
                </a:lnTo>
                <a:lnTo>
                  <a:pt x="1967227" y="502272"/>
                </a:lnTo>
                <a:lnTo>
                  <a:pt x="1975380" y="482498"/>
                </a:lnTo>
                <a:lnTo>
                  <a:pt x="1983543" y="462725"/>
                </a:lnTo>
                <a:lnTo>
                  <a:pt x="1991706" y="442951"/>
                </a:lnTo>
                <a:lnTo>
                  <a:pt x="1999869" y="423177"/>
                </a:lnTo>
                <a:lnTo>
                  <a:pt x="2008032" y="403412"/>
                </a:lnTo>
                <a:lnTo>
                  <a:pt x="2016195" y="383638"/>
                </a:lnTo>
                <a:lnTo>
                  <a:pt x="2024358" y="363865"/>
                </a:lnTo>
                <a:lnTo>
                  <a:pt x="2032521" y="344091"/>
                </a:lnTo>
                <a:lnTo>
                  <a:pt x="2040684" y="324317"/>
                </a:lnTo>
                <a:lnTo>
                  <a:pt x="2048837" y="304543"/>
                </a:lnTo>
                <a:lnTo>
                  <a:pt x="2057000" y="284778"/>
                </a:lnTo>
                <a:lnTo>
                  <a:pt x="2065163" y="265005"/>
                </a:lnTo>
                <a:lnTo>
                  <a:pt x="2073326" y="245231"/>
                </a:lnTo>
                <a:lnTo>
                  <a:pt x="2081489" y="225457"/>
                </a:lnTo>
                <a:lnTo>
                  <a:pt x="2089652" y="205683"/>
                </a:lnTo>
                <a:lnTo>
                  <a:pt x="2097815" y="185918"/>
                </a:lnTo>
                <a:lnTo>
                  <a:pt x="2105978" y="166145"/>
                </a:lnTo>
                <a:lnTo>
                  <a:pt x="2114140" y="146371"/>
                </a:lnTo>
                <a:lnTo>
                  <a:pt x="2122303" y="126597"/>
                </a:lnTo>
                <a:lnTo>
                  <a:pt x="2130457" y="106823"/>
                </a:lnTo>
                <a:lnTo>
                  <a:pt x="2138620" y="87049"/>
                </a:lnTo>
                <a:lnTo>
                  <a:pt x="2146783" y="67285"/>
                </a:lnTo>
                <a:lnTo>
                  <a:pt x="2154946" y="47511"/>
                </a:lnTo>
                <a:lnTo>
                  <a:pt x="2163108" y="27737"/>
                </a:lnTo>
                <a:lnTo>
                  <a:pt x="2171271" y="7963"/>
                </a:lnTo>
                <a:lnTo>
                  <a:pt x="2167071" y="9706"/>
                </a:lnTo>
                <a:lnTo>
                  <a:pt x="2147430" y="18059"/>
                </a:lnTo>
                <a:lnTo>
                  <a:pt x="2126780" y="23584"/>
                </a:lnTo>
                <a:lnTo>
                  <a:pt x="2105825" y="27889"/>
                </a:lnTo>
                <a:lnTo>
                  <a:pt x="2084746" y="31499"/>
                </a:lnTo>
                <a:lnTo>
                  <a:pt x="2063582" y="34623"/>
                </a:lnTo>
                <a:lnTo>
                  <a:pt x="2042370" y="37386"/>
                </a:lnTo>
                <a:lnTo>
                  <a:pt x="2021129" y="39881"/>
                </a:lnTo>
                <a:lnTo>
                  <a:pt x="1999859" y="42148"/>
                </a:lnTo>
                <a:lnTo>
                  <a:pt x="1978562" y="44225"/>
                </a:lnTo>
                <a:lnTo>
                  <a:pt x="1957264" y="46149"/>
                </a:lnTo>
                <a:lnTo>
                  <a:pt x="1935947" y="47939"/>
                </a:lnTo>
                <a:lnTo>
                  <a:pt x="1914620" y="49597"/>
                </a:lnTo>
                <a:lnTo>
                  <a:pt x="1893284" y="51159"/>
                </a:lnTo>
                <a:lnTo>
                  <a:pt x="1871948" y="52626"/>
                </a:lnTo>
                <a:lnTo>
                  <a:pt x="1850603" y="53997"/>
                </a:lnTo>
                <a:lnTo>
                  <a:pt x="1829248" y="55293"/>
                </a:lnTo>
                <a:lnTo>
                  <a:pt x="1807893" y="56521"/>
                </a:lnTo>
                <a:lnTo>
                  <a:pt x="1786538" y="57674"/>
                </a:lnTo>
                <a:lnTo>
                  <a:pt x="1765173" y="58769"/>
                </a:lnTo>
                <a:lnTo>
                  <a:pt x="1743808" y="59807"/>
                </a:lnTo>
                <a:lnTo>
                  <a:pt x="1722434" y="60789"/>
                </a:lnTo>
                <a:lnTo>
                  <a:pt x="1701070" y="61722"/>
                </a:lnTo>
                <a:lnTo>
                  <a:pt x="1679696" y="62608"/>
                </a:lnTo>
                <a:lnTo>
                  <a:pt x="1658322" y="63446"/>
                </a:lnTo>
                <a:lnTo>
                  <a:pt x="1636947" y="64237"/>
                </a:lnTo>
                <a:lnTo>
                  <a:pt x="1615564" y="64980"/>
                </a:lnTo>
                <a:lnTo>
                  <a:pt x="1594190" y="65694"/>
                </a:lnTo>
                <a:lnTo>
                  <a:pt x="1572806" y="66361"/>
                </a:lnTo>
                <a:lnTo>
                  <a:pt x="1551432" y="66999"/>
                </a:lnTo>
                <a:lnTo>
                  <a:pt x="1530048" y="67599"/>
                </a:lnTo>
                <a:lnTo>
                  <a:pt x="1508665" y="68161"/>
                </a:lnTo>
                <a:lnTo>
                  <a:pt x="1487281" y="68694"/>
                </a:lnTo>
                <a:lnTo>
                  <a:pt x="1465898" y="69190"/>
                </a:lnTo>
                <a:lnTo>
                  <a:pt x="1444504" y="69656"/>
                </a:lnTo>
                <a:lnTo>
                  <a:pt x="1423121" y="70094"/>
                </a:lnTo>
                <a:lnTo>
                  <a:pt x="1401737" y="70495"/>
                </a:lnTo>
                <a:lnTo>
                  <a:pt x="1380344" y="70876"/>
                </a:lnTo>
                <a:lnTo>
                  <a:pt x="1358960" y="71218"/>
                </a:lnTo>
                <a:lnTo>
                  <a:pt x="1337567" y="71542"/>
                </a:lnTo>
                <a:lnTo>
                  <a:pt x="1316184" y="71828"/>
                </a:lnTo>
                <a:lnTo>
                  <a:pt x="1294790" y="72095"/>
                </a:lnTo>
                <a:lnTo>
                  <a:pt x="1273407" y="72323"/>
                </a:lnTo>
                <a:lnTo>
                  <a:pt x="1252014" y="72533"/>
                </a:lnTo>
                <a:lnTo>
                  <a:pt x="1230620" y="72723"/>
                </a:lnTo>
                <a:lnTo>
                  <a:pt x="1209237" y="72885"/>
                </a:lnTo>
                <a:lnTo>
                  <a:pt x="1187844" y="73019"/>
                </a:lnTo>
                <a:lnTo>
                  <a:pt x="1166451" y="73123"/>
                </a:lnTo>
                <a:lnTo>
                  <a:pt x="1145067" y="73200"/>
                </a:lnTo>
                <a:lnTo>
                  <a:pt x="1123674" y="73257"/>
                </a:lnTo>
                <a:lnTo>
                  <a:pt x="1102281" y="73285"/>
                </a:lnTo>
                <a:lnTo>
                  <a:pt x="1080887" y="73295"/>
                </a:lnTo>
                <a:lnTo>
                  <a:pt x="1059504" y="73276"/>
                </a:lnTo>
                <a:lnTo>
                  <a:pt x="1038111" y="73228"/>
                </a:lnTo>
                <a:lnTo>
                  <a:pt x="1016718" y="73152"/>
                </a:lnTo>
                <a:lnTo>
                  <a:pt x="995324" y="73057"/>
                </a:lnTo>
                <a:lnTo>
                  <a:pt x="973941" y="72933"/>
                </a:lnTo>
                <a:lnTo>
                  <a:pt x="952548" y="72790"/>
                </a:lnTo>
                <a:lnTo>
                  <a:pt x="931154" y="72619"/>
                </a:lnTo>
                <a:lnTo>
                  <a:pt x="909771" y="72419"/>
                </a:lnTo>
                <a:lnTo>
                  <a:pt x="888378" y="72190"/>
                </a:lnTo>
                <a:lnTo>
                  <a:pt x="866994" y="71933"/>
                </a:lnTo>
                <a:lnTo>
                  <a:pt x="845601" y="71657"/>
                </a:lnTo>
                <a:lnTo>
                  <a:pt x="824217" y="71352"/>
                </a:lnTo>
                <a:lnTo>
                  <a:pt x="802824" y="71018"/>
                </a:lnTo>
                <a:lnTo>
                  <a:pt x="781441" y="70656"/>
                </a:lnTo>
                <a:lnTo>
                  <a:pt x="760047" y="70266"/>
                </a:lnTo>
                <a:lnTo>
                  <a:pt x="738664" y="69837"/>
                </a:lnTo>
                <a:lnTo>
                  <a:pt x="717280" y="69380"/>
                </a:lnTo>
                <a:lnTo>
                  <a:pt x="695897" y="68894"/>
                </a:lnTo>
                <a:lnTo>
                  <a:pt x="674513" y="68380"/>
                </a:lnTo>
                <a:lnTo>
                  <a:pt x="653129" y="67828"/>
                </a:lnTo>
                <a:lnTo>
                  <a:pt x="631746" y="67247"/>
                </a:lnTo>
                <a:lnTo>
                  <a:pt x="610362" y="66627"/>
                </a:lnTo>
                <a:lnTo>
                  <a:pt x="588978" y="65970"/>
                </a:lnTo>
                <a:lnTo>
                  <a:pt x="567604" y="65275"/>
                </a:lnTo>
                <a:lnTo>
                  <a:pt x="546221" y="64541"/>
                </a:lnTo>
                <a:lnTo>
                  <a:pt x="524847" y="63770"/>
                </a:lnTo>
                <a:lnTo>
                  <a:pt x="503472" y="62951"/>
                </a:lnTo>
                <a:lnTo>
                  <a:pt x="482098" y="62093"/>
                </a:lnTo>
                <a:lnTo>
                  <a:pt x="460724" y="61179"/>
                </a:lnTo>
                <a:lnTo>
                  <a:pt x="439360" y="60217"/>
                </a:lnTo>
                <a:lnTo>
                  <a:pt x="417995" y="59198"/>
                </a:lnTo>
                <a:lnTo>
                  <a:pt x="396631" y="58131"/>
                </a:lnTo>
                <a:lnTo>
                  <a:pt x="375266" y="56998"/>
                </a:lnTo>
                <a:lnTo>
                  <a:pt x="353911" y="55797"/>
                </a:lnTo>
                <a:lnTo>
                  <a:pt x="332556" y="54531"/>
                </a:lnTo>
                <a:lnTo>
                  <a:pt x="311210" y="53178"/>
                </a:lnTo>
                <a:lnTo>
                  <a:pt x="289865" y="51759"/>
                </a:lnTo>
                <a:lnTo>
                  <a:pt x="268529" y="50235"/>
                </a:lnTo>
                <a:lnTo>
                  <a:pt x="247202" y="48616"/>
                </a:lnTo>
                <a:lnTo>
                  <a:pt x="225876" y="46882"/>
                </a:lnTo>
                <a:lnTo>
                  <a:pt x="204568" y="45015"/>
                </a:lnTo>
                <a:lnTo>
                  <a:pt x="183271" y="43005"/>
                </a:lnTo>
                <a:lnTo>
                  <a:pt x="162001" y="40815"/>
                </a:lnTo>
                <a:lnTo>
                  <a:pt x="140741" y="38424"/>
                </a:lnTo>
                <a:lnTo>
                  <a:pt x="119520" y="35776"/>
                </a:lnTo>
                <a:lnTo>
                  <a:pt x="98327" y="32804"/>
                </a:lnTo>
                <a:lnTo>
                  <a:pt x="77210" y="29413"/>
                </a:lnTo>
                <a:lnTo>
                  <a:pt x="56198" y="25422"/>
                </a:lnTo>
                <a:lnTo>
                  <a:pt x="35385" y="20479"/>
                </a:lnTo>
                <a:lnTo>
                  <a:pt x="15135" y="13659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50" name="funnel-step-cap-2">
            <a:extLst xmlns:a="http://schemas.openxmlformats.org/drawingml/2006/main">
              <a:ext uri="{FF2B5EF4-FFF2-40B4-BE49-F238E27FC236}">
                <a16:creationId xmlns:a16="http://schemas.microsoft.com/office/drawing/2014/main" id="{D4B6074F-B270-4AE7-A92E-73F234509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532375" y="3865778"/>
            <a:ext cx="2174510" cy="2084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7EAC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51" name="funnel-step-body-3">
            <a:extLst xmlns:a="http://schemas.openxmlformats.org/drawingml/2006/main">
              <a:ext uri="{FF2B5EF4-FFF2-40B4-BE49-F238E27FC236}">
                <a16:creationId xmlns:a16="http://schemas.microsoft.com/office/drawing/2014/main" id="{0C8556C1-D92E-4769-8AAC-335975327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60946" y="4697730"/>
            <a:ext cx="1713681" cy="627069"/>
          </a:xfrm>
          <a:custGeom xmlns:a="http://schemas.openxmlformats.org/drawingml/2006/main">
            <a:pathLst>
              <a:path w="1713681" h="627069">
                <a:moveTo>
                  <a:pt x="0" y="0"/>
                </a:moveTo>
                <a:lnTo>
                  <a:pt x="6887" y="17745"/>
                </a:lnTo>
                <a:lnTo>
                  <a:pt x="13783" y="35490"/>
                </a:lnTo>
                <a:lnTo>
                  <a:pt x="20669" y="53235"/>
                </a:lnTo>
                <a:lnTo>
                  <a:pt x="27565" y="70971"/>
                </a:lnTo>
                <a:lnTo>
                  <a:pt x="34452" y="88716"/>
                </a:lnTo>
                <a:lnTo>
                  <a:pt x="41348" y="106461"/>
                </a:lnTo>
                <a:lnTo>
                  <a:pt x="48235" y="124206"/>
                </a:lnTo>
                <a:lnTo>
                  <a:pt x="55131" y="141951"/>
                </a:lnTo>
                <a:lnTo>
                  <a:pt x="62017" y="159696"/>
                </a:lnTo>
                <a:lnTo>
                  <a:pt x="68913" y="177432"/>
                </a:lnTo>
                <a:lnTo>
                  <a:pt x="75800" y="195177"/>
                </a:lnTo>
                <a:lnTo>
                  <a:pt x="82696" y="212922"/>
                </a:lnTo>
                <a:lnTo>
                  <a:pt x="89583" y="230667"/>
                </a:lnTo>
                <a:lnTo>
                  <a:pt x="96479" y="248412"/>
                </a:lnTo>
                <a:lnTo>
                  <a:pt x="103365" y="266157"/>
                </a:lnTo>
                <a:lnTo>
                  <a:pt x="110261" y="283893"/>
                </a:lnTo>
                <a:lnTo>
                  <a:pt x="117148" y="301638"/>
                </a:lnTo>
                <a:lnTo>
                  <a:pt x="124044" y="319383"/>
                </a:lnTo>
                <a:lnTo>
                  <a:pt x="130931" y="337128"/>
                </a:lnTo>
                <a:lnTo>
                  <a:pt x="137827" y="354873"/>
                </a:lnTo>
                <a:lnTo>
                  <a:pt x="144713" y="372618"/>
                </a:lnTo>
                <a:lnTo>
                  <a:pt x="151600" y="390354"/>
                </a:lnTo>
                <a:lnTo>
                  <a:pt x="158496" y="408099"/>
                </a:lnTo>
                <a:lnTo>
                  <a:pt x="165383" y="425844"/>
                </a:lnTo>
                <a:lnTo>
                  <a:pt x="172279" y="443589"/>
                </a:lnTo>
                <a:lnTo>
                  <a:pt x="179165" y="461334"/>
                </a:lnTo>
                <a:lnTo>
                  <a:pt x="186061" y="479079"/>
                </a:lnTo>
                <a:lnTo>
                  <a:pt x="192948" y="496824"/>
                </a:lnTo>
                <a:lnTo>
                  <a:pt x="199844" y="514560"/>
                </a:lnTo>
                <a:lnTo>
                  <a:pt x="206731" y="532305"/>
                </a:lnTo>
                <a:lnTo>
                  <a:pt x="213627" y="550050"/>
                </a:lnTo>
                <a:lnTo>
                  <a:pt x="222514" y="566261"/>
                </a:lnTo>
                <a:lnTo>
                  <a:pt x="239030" y="575605"/>
                </a:lnTo>
                <a:lnTo>
                  <a:pt x="256937" y="582044"/>
                </a:lnTo>
                <a:lnTo>
                  <a:pt x="275292" y="587092"/>
                </a:lnTo>
                <a:lnTo>
                  <a:pt x="293856" y="591283"/>
                </a:lnTo>
                <a:lnTo>
                  <a:pt x="312544" y="594884"/>
                </a:lnTo>
                <a:lnTo>
                  <a:pt x="331318" y="598046"/>
                </a:lnTo>
                <a:lnTo>
                  <a:pt x="350139" y="600856"/>
                </a:lnTo>
                <a:lnTo>
                  <a:pt x="369008" y="603390"/>
                </a:lnTo>
                <a:lnTo>
                  <a:pt x="387896" y="605685"/>
                </a:lnTo>
                <a:lnTo>
                  <a:pt x="406822" y="607781"/>
                </a:lnTo>
                <a:lnTo>
                  <a:pt x="425758" y="609695"/>
                </a:lnTo>
                <a:lnTo>
                  <a:pt x="444713" y="611457"/>
                </a:lnTo>
                <a:lnTo>
                  <a:pt x="463677" y="613086"/>
                </a:lnTo>
                <a:lnTo>
                  <a:pt x="482651" y="614572"/>
                </a:lnTo>
                <a:lnTo>
                  <a:pt x="501634" y="615953"/>
                </a:lnTo>
                <a:lnTo>
                  <a:pt x="520627" y="617220"/>
                </a:lnTo>
                <a:lnTo>
                  <a:pt x="539629" y="618401"/>
                </a:lnTo>
                <a:lnTo>
                  <a:pt x="558632" y="619477"/>
                </a:lnTo>
                <a:lnTo>
                  <a:pt x="577644" y="620478"/>
                </a:lnTo>
                <a:lnTo>
                  <a:pt x="596656" y="621382"/>
                </a:lnTo>
                <a:lnTo>
                  <a:pt x="615667" y="622221"/>
                </a:lnTo>
                <a:lnTo>
                  <a:pt x="634689" y="622983"/>
                </a:lnTo>
                <a:lnTo>
                  <a:pt x="653710" y="623668"/>
                </a:lnTo>
                <a:lnTo>
                  <a:pt x="672732" y="624288"/>
                </a:lnTo>
                <a:lnTo>
                  <a:pt x="691763" y="624840"/>
                </a:lnTo>
                <a:lnTo>
                  <a:pt x="710794" y="625326"/>
                </a:lnTo>
                <a:lnTo>
                  <a:pt x="729825" y="625754"/>
                </a:lnTo>
                <a:lnTo>
                  <a:pt x="748856" y="626116"/>
                </a:lnTo>
                <a:lnTo>
                  <a:pt x="767886" y="626421"/>
                </a:lnTo>
                <a:lnTo>
                  <a:pt x="786917" y="626669"/>
                </a:lnTo>
                <a:lnTo>
                  <a:pt x="805948" y="626859"/>
                </a:lnTo>
                <a:lnTo>
                  <a:pt x="824989" y="626983"/>
                </a:lnTo>
                <a:lnTo>
                  <a:pt x="844020" y="627059"/>
                </a:lnTo>
                <a:lnTo>
                  <a:pt x="863051" y="627069"/>
                </a:lnTo>
                <a:lnTo>
                  <a:pt x="882091" y="627031"/>
                </a:lnTo>
                <a:lnTo>
                  <a:pt x="901122" y="626935"/>
                </a:lnTo>
                <a:lnTo>
                  <a:pt x="920153" y="626783"/>
                </a:lnTo>
                <a:lnTo>
                  <a:pt x="939194" y="626564"/>
                </a:lnTo>
                <a:lnTo>
                  <a:pt x="958225" y="626288"/>
                </a:lnTo>
                <a:lnTo>
                  <a:pt x="977255" y="625964"/>
                </a:lnTo>
                <a:lnTo>
                  <a:pt x="996286" y="625564"/>
                </a:lnTo>
                <a:lnTo>
                  <a:pt x="1015317" y="625107"/>
                </a:lnTo>
                <a:lnTo>
                  <a:pt x="1034339" y="624592"/>
                </a:lnTo>
                <a:lnTo>
                  <a:pt x="1053370" y="624011"/>
                </a:lnTo>
                <a:lnTo>
                  <a:pt x="1072391" y="623354"/>
                </a:lnTo>
                <a:lnTo>
                  <a:pt x="1091413" y="622640"/>
                </a:lnTo>
                <a:lnTo>
                  <a:pt x="1110434" y="621849"/>
                </a:lnTo>
                <a:lnTo>
                  <a:pt x="1129446" y="620973"/>
                </a:lnTo>
                <a:lnTo>
                  <a:pt x="1148458" y="620030"/>
                </a:lnTo>
                <a:lnTo>
                  <a:pt x="1167460" y="618992"/>
                </a:lnTo>
                <a:lnTo>
                  <a:pt x="1186463" y="617868"/>
                </a:lnTo>
                <a:lnTo>
                  <a:pt x="1205465" y="616658"/>
                </a:lnTo>
                <a:lnTo>
                  <a:pt x="1224448" y="615334"/>
                </a:lnTo>
                <a:lnTo>
                  <a:pt x="1243432" y="613905"/>
                </a:lnTo>
                <a:lnTo>
                  <a:pt x="1262405" y="612353"/>
                </a:lnTo>
                <a:lnTo>
                  <a:pt x="1281360" y="610667"/>
                </a:lnTo>
                <a:lnTo>
                  <a:pt x="1300305" y="608838"/>
                </a:lnTo>
                <a:lnTo>
                  <a:pt x="1319241" y="606847"/>
                </a:lnTo>
                <a:lnTo>
                  <a:pt x="1338148" y="604657"/>
                </a:lnTo>
                <a:lnTo>
                  <a:pt x="1357027" y="602256"/>
                </a:lnTo>
                <a:lnTo>
                  <a:pt x="1375877" y="599608"/>
                </a:lnTo>
                <a:lnTo>
                  <a:pt x="1394679" y="596636"/>
                </a:lnTo>
                <a:lnTo>
                  <a:pt x="1413415" y="593293"/>
                </a:lnTo>
                <a:lnTo>
                  <a:pt x="1432055" y="589436"/>
                </a:lnTo>
                <a:lnTo>
                  <a:pt x="1450543" y="584902"/>
                </a:lnTo>
                <a:lnTo>
                  <a:pt x="1468736" y="579311"/>
                </a:lnTo>
                <a:lnTo>
                  <a:pt x="1486224" y="571843"/>
                </a:lnTo>
                <a:lnTo>
                  <a:pt x="1500626" y="559765"/>
                </a:lnTo>
                <a:lnTo>
                  <a:pt x="1506903" y="541896"/>
                </a:lnTo>
                <a:lnTo>
                  <a:pt x="1513789" y="524151"/>
                </a:lnTo>
                <a:lnTo>
                  <a:pt x="1520685" y="506406"/>
                </a:lnTo>
                <a:lnTo>
                  <a:pt x="1527572" y="488661"/>
                </a:lnTo>
                <a:lnTo>
                  <a:pt x="1534468" y="470916"/>
                </a:lnTo>
                <a:lnTo>
                  <a:pt x="1541355" y="453171"/>
                </a:lnTo>
                <a:lnTo>
                  <a:pt x="1548251" y="435435"/>
                </a:lnTo>
                <a:lnTo>
                  <a:pt x="1555137" y="417690"/>
                </a:lnTo>
                <a:lnTo>
                  <a:pt x="1562033" y="399945"/>
                </a:lnTo>
                <a:lnTo>
                  <a:pt x="1568920" y="382200"/>
                </a:lnTo>
                <a:lnTo>
                  <a:pt x="1575816" y="364455"/>
                </a:lnTo>
                <a:lnTo>
                  <a:pt x="1582703" y="346710"/>
                </a:lnTo>
                <a:lnTo>
                  <a:pt x="1589599" y="328974"/>
                </a:lnTo>
                <a:lnTo>
                  <a:pt x="1596485" y="311229"/>
                </a:lnTo>
                <a:lnTo>
                  <a:pt x="1603372" y="293484"/>
                </a:lnTo>
                <a:lnTo>
                  <a:pt x="1610268" y="275739"/>
                </a:lnTo>
                <a:lnTo>
                  <a:pt x="1617155" y="257994"/>
                </a:lnTo>
                <a:lnTo>
                  <a:pt x="1624051" y="240249"/>
                </a:lnTo>
                <a:lnTo>
                  <a:pt x="1630937" y="222514"/>
                </a:lnTo>
                <a:lnTo>
                  <a:pt x="1637833" y="204768"/>
                </a:lnTo>
                <a:lnTo>
                  <a:pt x="1644720" y="187023"/>
                </a:lnTo>
                <a:lnTo>
                  <a:pt x="1651616" y="169278"/>
                </a:lnTo>
                <a:lnTo>
                  <a:pt x="1658503" y="151533"/>
                </a:lnTo>
                <a:lnTo>
                  <a:pt x="1665399" y="133788"/>
                </a:lnTo>
                <a:lnTo>
                  <a:pt x="1672285" y="116043"/>
                </a:lnTo>
                <a:lnTo>
                  <a:pt x="1679181" y="98308"/>
                </a:lnTo>
                <a:lnTo>
                  <a:pt x="1686068" y="80562"/>
                </a:lnTo>
                <a:lnTo>
                  <a:pt x="1692964" y="62817"/>
                </a:lnTo>
                <a:lnTo>
                  <a:pt x="1699851" y="45072"/>
                </a:lnTo>
                <a:lnTo>
                  <a:pt x="1706747" y="27327"/>
                </a:lnTo>
                <a:lnTo>
                  <a:pt x="1713633" y="9582"/>
                </a:lnTo>
                <a:lnTo>
                  <a:pt x="1713681" y="7696"/>
                </a:lnTo>
                <a:lnTo>
                  <a:pt x="1697460" y="17431"/>
                </a:lnTo>
                <a:lnTo>
                  <a:pt x="1679467" y="23622"/>
                </a:lnTo>
                <a:lnTo>
                  <a:pt x="1661036" y="28365"/>
                </a:lnTo>
                <a:lnTo>
                  <a:pt x="1642415" y="32290"/>
                </a:lnTo>
                <a:lnTo>
                  <a:pt x="1623679" y="35652"/>
                </a:lnTo>
                <a:lnTo>
                  <a:pt x="1604877" y="38624"/>
                </a:lnTo>
                <a:lnTo>
                  <a:pt x="1586027" y="41272"/>
                </a:lnTo>
                <a:lnTo>
                  <a:pt x="1567148" y="43672"/>
                </a:lnTo>
                <a:lnTo>
                  <a:pt x="1548241" y="45872"/>
                </a:lnTo>
                <a:lnTo>
                  <a:pt x="1529315" y="47892"/>
                </a:lnTo>
                <a:lnTo>
                  <a:pt x="1510370" y="49759"/>
                </a:lnTo>
                <a:lnTo>
                  <a:pt x="1491415" y="51502"/>
                </a:lnTo>
                <a:lnTo>
                  <a:pt x="1472451" y="53111"/>
                </a:lnTo>
                <a:lnTo>
                  <a:pt x="1453477" y="54626"/>
                </a:lnTo>
                <a:lnTo>
                  <a:pt x="1434494" y="56045"/>
                </a:lnTo>
                <a:lnTo>
                  <a:pt x="1415501" y="57369"/>
                </a:lnTo>
                <a:lnTo>
                  <a:pt x="1396508" y="58617"/>
                </a:lnTo>
                <a:lnTo>
                  <a:pt x="1377515" y="59788"/>
                </a:lnTo>
                <a:lnTo>
                  <a:pt x="1358513" y="60893"/>
                </a:lnTo>
                <a:lnTo>
                  <a:pt x="1339501" y="61932"/>
                </a:lnTo>
                <a:lnTo>
                  <a:pt x="1320489" y="62913"/>
                </a:lnTo>
                <a:lnTo>
                  <a:pt x="1301477" y="63837"/>
                </a:lnTo>
                <a:lnTo>
                  <a:pt x="1282465" y="64703"/>
                </a:lnTo>
                <a:lnTo>
                  <a:pt x="1263444" y="65513"/>
                </a:lnTo>
                <a:lnTo>
                  <a:pt x="1244432" y="66275"/>
                </a:lnTo>
                <a:lnTo>
                  <a:pt x="1225410" y="66999"/>
                </a:lnTo>
                <a:lnTo>
                  <a:pt x="1206379" y="67666"/>
                </a:lnTo>
                <a:lnTo>
                  <a:pt x="1187358" y="68294"/>
                </a:lnTo>
                <a:lnTo>
                  <a:pt x="1168337" y="68875"/>
                </a:lnTo>
                <a:lnTo>
                  <a:pt x="1149306" y="69428"/>
                </a:lnTo>
                <a:lnTo>
                  <a:pt x="1130275" y="69933"/>
                </a:lnTo>
                <a:lnTo>
                  <a:pt x="1111253" y="70399"/>
                </a:lnTo>
                <a:lnTo>
                  <a:pt x="1092222" y="70828"/>
                </a:lnTo>
                <a:lnTo>
                  <a:pt x="1073191" y="71218"/>
                </a:lnTo>
                <a:lnTo>
                  <a:pt x="1054160" y="71580"/>
                </a:lnTo>
                <a:lnTo>
                  <a:pt x="1035129" y="71895"/>
                </a:lnTo>
                <a:lnTo>
                  <a:pt x="1016098" y="72190"/>
                </a:lnTo>
                <a:lnTo>
                  <a:pt x="997058" y="72438"/>
                </a:lnTo>
                <a:lnTo>
                  <a:pt x="978027" y="72657"/>
                </a:lnTo>
                <a:lnTo>
                  <a:pt x="958996" y="72847"/>
                </a:lnTo>
                <a:lnTo>
                  <a:pt x="939956" y="73000"/>
                </a:lnTo>
                <a:lnTo>
                  <a:pt x="920925" y="73123"/>
                </a:lnTo>
                <a:lnTo>
                  <a:pt x="901894" y="73209"/>
                </a:lnTo>
                <a:lnTo>
                  <a:pt x="882853" y="73266"/>
                </a:lnTo>
                <a:lnTo>
                  <a:pt x="863822" y="73295"/>
                </a:lnTo>
                <a:lnTo>
                  <a:pt x="844782" y="73285"/>
                </a:lnTo>
                <a:lnTo>
                  <a:pt x="825751" y="73247"/>
                </a:lnTo>
                <a:lnTo>
                  <a:pt x="806720" y="73171"/>
                </a:lnTo>
                <a:lnTo>
                  <a:pt x="787679" y="73066"/>
                </a:lnTo>
                <a:lnTo>
                  <a:pt x="768648" y="72933"/>
                </a:lnTo>
                <a:lnTo>
                  <a:pt x="749618" y="72761"/>
                </a:lnTo>
                <a:lnTo>
                  <a:pt x="730577" y="72561"/>
                </a:lnTo>
                <a:lnTo>
                  <a:pt x="711546" y="72323"/>
                </a:lnTo>
                <a:lnTo>
                  <a:pt x="692515" y="72057"/>
                </a:lnTo>
                <a:lnTo>
                  <a:pt x="673484" y="71752"/>
                </a:lnTo>
                <a:lnTo>
                  <a:pt x="654453" y="71418"/>
                </a:lnTo>
                <a:lnTo>
                  <a:pt x="635422" y="71047"/>
                </a:lnTo>
                <a:lnTo>
                  <a:pt x="616391" y="70637"/>
                </a:lnTo>
                <a:lnTo>
                  <a:pt x="597360" y="70190"/>
                </a:lnTo>
                <a:lnTo>
                  <a:pt x="578329" y="69704"/>
                </a:lnTo>
                <a:lnTo>
                  <a:pt x="559308" y="69180"/>
                </a:lnTo>
                <a:lnTo>
                  <a:pt x="540277" y="68618"/>
                </a:lnTo>
                <a:lnTo>
                  <a:pt x="521256" y="68009"/>
                </a:lnTo>
                <a:lnTo>
                  <a:pt x="502225" y="67361"/>
                </a:lnTo>
                <a:lnTo>
                  <a:pt x="483203" y="66665"/>
                </a:lnTo>
                <a:lnTo>
                  <a:pt x="464182" y="65932"/>
                </a:lnTo>
                <a:lnTo>
                  <a:pt x="445170" y="65141"/>
                </a:lnTo>
                <a:lnTo>
                  <a:pt x="426149" y="64303"/>
                </a:lnTo>
                <a:lnTo>
                  <a:pt x="407137" y="63417"/>
                </a:lnTo>
                <a:lnTo>
                  <a:pt x="388125" y="62465"/>
                </a:lnTo>
                <a:lnTo>
                  <a:pt x="369122" y="61465"/>
                </a:lnTo>
                <a:lnTo>
                  <a:pt x="350110" y="60398"/>
                </a:lnTo>
                <a:lnTo>
                  <a:pt x="331108" y="59265"/>
                </a:lnTo>
                <a:lnTo>
                  <a:pt x="312115" y="58055"/>
                </a:lnTo>
                <a:lnTo>
                  <a:pt x="293122" y="56769"/>
                </a:lnTo>
                <a:lnTo>
                  <a:pt x="274139" y="55397"/>
                </a:lnTo>
                <a:lnTo>
                  <a:pt x="255165" y="53950"/>
                </a:lnTo>
                <a:lnTo>
                  <a:pt x="236191" y="52388"/>
                </a:lnTo>
                <a:lnTo>
                  <a:pt x="217227" y="50721"/>
                </a:lnTo>
                <a:lnTo>
                  <a:pt x="198282" y="48920"/>
                </a:lnTo>
                <a:lnTo>
                  <a:pt x="179346" y="46987"/>
                </a:lnTo>
                <a:lnTo>
                  <a:pt x="160420" y="44891"/>
                </a:lnTo>
                <a:lnTo>
                  <a:pt x="141532" y="42605"/>
                </a:lnTo>
                <a:lnTo>
                  <a:pt x="122663" y="40091"/>
                </a:lnTo>
                <a:lnTo>
                  <a:pt x="103832" y="37300"/>
                </a:lnTo>
                <a:lnTo>
                  <a:pt x="85058" y="34166"/>
                </a:lnTo>
                <a:lnTo>
                  <a:pt x="66361" y="30566"/>
                </a:lnTo>
                <a:lnTo>
                  <a:pt x="47815" y="26318"/>
                </a:lnTo>
                <a:lnTo>
                  <a:pt x="29537" y="21022"/>
                </a:lnTo>
                <a:lnTo>
                  <a:pt x="12002" y="13678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78A8D5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52" name="funnel-step-cap-3">
            <a:extLst xmlns:a="http://schemas.openxmlformats.org/drawingml/2006/main">
              <a:ext uri="{FF2B5EF4-FFF2-40B4-BE49-F238E27FC236}">
                <a16:creationId xmlns:a16="http://schemas.microsoft.com/office/drawing/2014/main" id="{9CF85BDB-BF64-4B16-94AF-A4E93B85B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60984" y="4593488"/>
            <a:ext cx="1717272" cy="2084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8A8D5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53" name="funnel-step-body-4">
            <a:extLst xmlns:a="http://schemas.openxmlformats.org/drawingml/2006/main">
              <a:ext uri="{FF2B5EF4-FFF2-40B4-BE49-F238E27FC236}">
                <a16:creationId xmlns:a16="http://schemas.microsoft.com/office/drawing/2014/main" id="{DFD46F89-FE40-4B6C-9B78-B74CD0E6F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76021" y="5425440"/>
            <a:ext cx="1287123" cy="627078"/>
          </a:xfrm>
          <a:custGeom xmlns:a="http://schemas.openxmlformats.org/drawingml/2006/main">
            <a:pathLst>
              <a:path w="1287123" h="627078">
                <a:moveTo>
                  <a:pt x="0" y="0"/>
                </a:moveTo>
                <a:lnTo>
                  <a:pt x="6629" y="17859"/>
                </a:lnTo>
                <a:lnTo>
                  <a:pt x="13249" y="35719"/>
                </a:lnTo>
                <a:lnTo>
                  <a:pt x="19879" y="53578"/>
                </a:lnTo>
                <a:lnTo>
                  <a:pt x="26499" y="71428"/>
                </a:lnTo>
                <a:lnTo>
                  <a:pt x="33128" y="89287"/>
                </a:lnTo>
                <a:lnTo>
                  <a:pt x="39748" y="107147"/>
                </a:lnTo>
                <a:lnTo>
                  <a:pt x="46377" y="125006"/>
                </a:lnTo>
                <a:lnTo>
                  <a:pt x="53007" y="142865"/>
                </a:lnTo>
                <a:lnTo>
                  <a:pt x="59627" y="160725"/>
                </a:lnTo>
                <a:lnTo>
                  <a:pt x="66256" y="178575"/>
                </a:lnTo>
                <a:lnTo>
                  <a:pt x="72876" y="196434"/>
                </a:lnTo>
                <a:lnTo>
                  <a:pt x="79505" y="214293"/>
                </a:lnTo>
                <a:lnTo>
                  <a:pt x="86125" y="232153"/>
                </a:lnTo>
                <a:lnTo>
                  <a:pt x="92754" y="250012"/>
                </a:lnTo>
                <a:lnTo>
                  <a:pt x="99384" y="267872"/>
                </a:lnTo>
                <a:lnTo>
                  <a:pt x="106004" y="285731"/>
                </a:lnTo>
                <a:lnTo>
                  <a:pt x="112633" y="303581"/>
                </a:lnTo>
                <a:lnTo>
                  <a:pt x="119253" y="321440"/>
                </a:lnTo>
                <a:lnTo>
                  <a:pt x="125882" y="339300"/>
                </a:lnTo>
                <a:lnTo>
                  <a:pt x="132502" y="357159"/>
                </a:lnTo>
                <a:lnTo>
                  <a:pt x="139132" y="375018"/>
                </a:lnTo>
                <a:lnTo>
                  <a:pt x="145761" y="392878"/>
                </a:lnTo>
                <a:lnTo>
                  <a:pt x="152381" y="410737"/>
                </a:lnTo>
                <a:lnTo>
                  <a:pt x="159010" y="428587"/>
                </a:lnTo>
                <a:lnTo>
                  <a:pt x="165630" y="446446"/>
                </a:lnTo>
                <a:lnTo>
                  <a:pt x="172260" y="464306"/>
                </a:lnTo>
                <a:lnTo>
                  <a:pt x="178880" y="482165"/>
                </a:lnTo>
                <a:lnTo>
                  <a:pt x="185509" y="500024"/>
                </a:lnTo>
                <a:lnTo>
                  <a:pt x="192138" y="517884"/>
                </a:lnTo>
                <a:lnTo>
                  <a:pt x="198758" y="535734"/>
                </a:lnTo>
                <a:lnTo>
                  <a:pt x="205388" y="553593"/>
                </a:lnTo>
                <a:lnTo>
                  <a:pt x="214074" y="569909"/>
                </a:lnTo>
                <a:lnTo>
                  <a:pt x="230038" y="580187"/>
                </a:lnTo>
                <a:lnTo>
                  <a:pt x="247612" y="587512"/>
                </a:lnTo>
                <a:lnTo>
                  <a:pt x="265767" y="593246"/>
                </a:lnTo>
                <a:lnTo>
                  <a:pt x="284226" y="597960"/>
                </a:lnTo>
                <a:lnTo>
                  <a:pt x="302838" y="601961"/>
                </a:lnTo>
                <a:lnTo>
                  <a:pt x="321574" y="605428"/>
                </a:lnTo>
                <a:lnTo>
                  <a:pt x="340376" y="608457"/>
                </a:lnTo>
                <a:lnTo>
                  <a:pt x="359235" y="611124"/>
                </a:lnTo>
                <a:lnTo>
                  <a:pt x="378133" y="613486"/>
                </a:lnTo>
                <a:lnTo>
                  <a:pt x="397069" y="615591"/>
                </a:lnTo>
                <a:lnTo>
                  <a:pt x="416023" y="617468"/>
                </a:lnTo>
                <a:lnTo>
                  <a:pt x="434997" y="619125"/>
                </a:lnTo>
                <a:lnTo>
                  <a:pt x="453981" y="620601"/>
                </a:lnTo>
                <a:lnTo>
                  <a:pt x="472992" y="621897"/>
                </a:lnTo>
                <a:lnTo>
                  <a:pt x="492004" y="623030"/>
                </a:lnTo>
                <a:lnTo>
                  <a:pt x="511026" y="624011"/>
                </a:lnTo>
                <a:lnTo>
                  <a:pt x="530057" y="624840"/>
                </a:lnTo>
                <a:lnTo>
                  <a:pt x="549088" y="625535"/>
                </a:lnTo>
                <a:lnTo>
                  <a:pt x="568128" y="626097"/>
                </a:lnTo>
                <a:lnTo>
                  <a:pt x="587169" y="626526"/>
                </a:lnTo>
                <a:lnTo>
                  <a:pt x="606209" y="626840"/>
                </a:lnTo>
                <a:lnTo>
                  <a:pt x="625259" y="627021"/>
                </a:lnTo>
                <a:lnTo>
                  <a:pt x="644309" y="627078"/>
                </a:lnTo>
                <a:lnTo>
                  <a:pt x="663350" y="627012"/>
                </a:lnTo>
                <a:lnTo>
                  <a:pt x="682400" y="626821"/>
                </a:lnTo>
                <a:lnTo>
                  <a:pt x="701450" y="626507"/>
                </a:lnTo>
                <a:lnTo>
                  <a:pt x="720490" y="626059"/>
                </a:lnTo>
                <a:lnTo>
                  <a:pt x="739521" y="625488"/>
                </a:lnTo>
                <a:lnTo>
                  <a:pt x="758561" y="624783"/>
                </a:lnTo>
                <a:lnTo>
                  <a:pt x="777592" y="623945"/>
                </a:lnTo>
                <a:lnTo>
                  <a:pt x="796614" y="622954"/>
                </a:lnTo>
                <a:lnTo>
                  <a:pt x="815626" y="621802"/>
                </a:lnTo>
                <a:lnTo>
                  <a:pt x="834628" y="620497"/>
                </a:lnTo>
                <a:lnTo>
                  <a:pt x="853611" y="619011"/>
                </a:lnTo>
                <a:lnTo>
                  <a:pt x="872585" y="617334"/>
                </a:lnTo>
                <a:lnTo>
                  <a:pt x="891540" y="615448"/>
                </a:lnTo>
                <a:lnTo>
                  <a:pt x="910466" y="613324"/>
                </a:lnTo>
                <a:lnTo>
                  <a:pt x="929364" y="610943"/>
                </a:lnTo>
                <a:lnTo>
                  <a:pt x="948223" y="608247"/>
                </a:lnTo>
                <a:lnTo>
                  <a:pt x="967026" y="605190"/>
                </a:lnTo>
                <a:lnTo>
                  <a:pt x="985742" y="601685"/>
                </a:lnTo>
                <a:lnTo>
                  <a:pt x="1004354" y="597637"/>
                </a:lnTo>
                <a:lnTo>
                  <a:pt x="1022795" y="592855"/>
                </a:lnTo>
                <a:lnTo>
                  <a:pt x="1040921" y="587035"/>
                </a:lnTo>
                <a:lnTo>
                  <a:pt x="1058428" y="579558"/>
                </a:lnTo>
                <a:lnTo>
                  <a:pt x="1074172" y="568947"/>
                </a:lnTo>
                <a:lnTo>
                  <a:pt x="1082316" y="552279"/>
                </a:lnTo>
                <a:lnTo>
                  <a:pt x="1088936" y="534419"/>
                </a:lnTo>
                <a:lnTo>
                  <a:pt x="1095566" y="516560"/>
                </a:lnTo>
                <a:lnTo>
                  <a:pt x="1102185" y="498700"/>
                </a:lnTo>
                <a:lnTo>
                  <a:pt x="1108815" y="480851"/>
                </a:lnTo>
                <a:lnTo>
                  <a:pt x="1115435" y="462991"/>
                </a:lnTo>
                <a:lnTo>
                  <a:pt x="1122064" y="445132"/>
                </a:lnTo>
                <a:lnTo>
                  <a:pt x="1128693" y="427272"/>
                </a:lnTo>
                <a:lnTo>
                  <a:pt x="1135313" y="409413"/>
                </a:lnTo>
                <a:lnTo>
                  <a:pt x="1141943" y="391554"/>
                </a:lnTo>
                <a:lnTo>
                  <a:pt x="1148563" y="373694"/>
                </a:lnTo>
                <a:lnTo>
                  <a:pt x="1155192" y="355844"/>
                </a:lnTo>
                <a:lnTo>
                  <a:pt x="1161812" y="337985"/>
                </a:lnTo>
                <a:lnTo>
                  <a:pt x="1168441" y="320126"/>
                </a:lnTo>
                <a:lnTo>
                  <a:pt x="1175071" y="302266"/>
                </a:lnTo>
                <a:lnTo>
                  <a:pt x="1181691" y="284407"/>
                </a:lnTo>
                <a:lnTo>
                  <a:pt x="1188320" y="266548"/>
                </a:lnTo>
                <a:lnTo>
                  <a:pt x="1194940" y="248698"/>
                </a:lnTo>
                <a:lnTo>
                  <a:pt x="1201569" y="230838"/>
                </a:lnTo>
                <a:lnTo>
                  <a:pt x="1208189" y="212979"/>
                </a:lnTo>
                <a:lnTo>
                  <a:pt x="1214819" y="195120"/>
                </a:lnTo>
                <a:lnTo>
                  <a:pt x="1221448" y="177260"/>
                </a:lnTo>
                <a:lnTo>
                  <a:pt x="1228068" y="159401"/>
                </a:lnTo>
                <a:lnTo>
                  <a:pt x="1234697" y="141542"/>
                </a:lnTo>
                <a:lnTo>
                  <a:pt x="1241317" y="123692"/>
                </a:lnTo>
                <a:lnTo>
                  <a:pt x="1247946" y="105832"/>
                </a:lnTo>
                <a:lnTo>
                  <a:pt x="1254566" y="87973"/>
                </a:lnTo>
                <a:lnTo>
                  <a:pt x="1261196" y="70114"/>
                </a:lnTo>
                <a:lnTo>
                  <a:pt x="1267825" y="52254"/>
                </a:lnTo>
                <a:lnTo>
                  <a:pt x="1274445" y="34395"/>
                </a:lnTo>
                <a:lnTo>
                  <a:pt x="1281074" y="16545"/>
                </a:lnTo>
                <a:lnTo>
                  <a:pt x="1287123" y="1400"/>
                </a:lnTo>
                <a:lnTo>
                  <a:pt x="1275350" y="15621"/>
                </a:lnTo>
                <a:lnTo>
                  <a:pt x="1258214" y="23860"/>
                </a:lnTo>
                <a:lnTo>
                  <a:pt x="1240126" y="29813"/>
                </a:lnTo>
                <a:lnTo>
                  <a:pt x="1221686" y="34585"/>
                </a:lnTo>
                <a:lnTo>
                  <a:pt x="1203065" y="38586"/>
                </a:lnTo>
                <a:lnTo>
                  <a:pt x="1184339" y="42053"/>
                </a:lnTo>
                <a:lnTo>
                  <a:pt x="1165536" y="45110"/>
                </a:lnTo>
                <a:lnTo>
                  <a:pt x="1146686" y="47835"/>
                </a:lnTo>
                <a:lnTo>
                  <a:pt x="1127798" y="50302"/>
                </a:lnTo>
                <a:lnTo>
                  <a:pt x="1108881" y="52530"/>
                </a:lnTo>
                <a:lnTo>
                  <a:pt x="1089946" y="54569"/>
                </a:lnTo>
                <a:lnTo>
                  <a:pt x="1070991" y="56445"/>
                </a:lnTo>
                <a:lnTo>
                  <a:pt x="1052017" y="58169"/>
                </a:lnTo>
                <a:lnTo>
                  <a:pt x="1033043" y="59741"/>
                </a:lnTo>
                <a:lnTo>
                  <a:pt x="1014051" y="61208"/>
                </a:lnTo>
                <a:lnTo>
                  <a:pt x="995048" y="62551"/>
                </a:lnTo>
                <a:lnTo>
                  <a:pt x="976046" y="63798"/>
                </a:lnTo>
                <a:lnTo>
                  <a:pt x="957024" y="64941"/>
                </a:lnTo>
                <a:lnTo>
                  <a:pt x="938012" y="65999"/>
                </a:lnTo>
                <a:lnTo>
                  <a:pt x="918991" y="66970"/>
                </a:lnTo>
                <a:lnTo>
                  <a:pt x="899960" y="67856"/>
                </a:lnTo>
                <a:lnTo>
                  <a:pt x="880929" y="68675"/>
                </a:lnTo>
                <a:lnTo>
                  <a:pt x="861898" y="69409"/>
                </a:lnTo>
                <a:lnTo>
                  <a:pt x="842867" y="70075"/>
                </a:lnTo>
                <a:lnTo>
                  <a:pt x="823827" y="70676"/>
                </a:lnTo>
                <a:lnTo>
                  <a:pt x="804786" y="71209"/>
                </a:lnTo>
                <a:lnTo>
                  <a:pt x="785746" y="71676"/>
                </a:lnTo>
                <a:lnTo>
                  <a:pt x="766705" y="72085"/>
                </a:lnTo>
                <a:lnTo>
                  <a:pt x="747655" y="72438"/>
                </a:lnTo>
                <a:lnTo>
                  <a:pt x="728615" y="72723"/>
                </a:lnTo>
                <a:lnTo>
                  <a:pt x="709565" y="72952"/>
                </a:lnTo>
                <a:lnTo>
                  <a:pt x="690515" y="73123"/>
                </a:lnTo>
                <a:lnTo>
                  <a:pt x="671474" y="73228"/>
                </a:lnTo>
                <a:lnTo>
                  <a:pt x="652424" y="73285"/>
                </a:lnTo>
                <a:lnTo>
                  <a:pt x="633374" y="73285"/>
                </a:lnTo>
                <a:lnTo>
                  <a:pt x="614334" y="73228"/>
                </a:lnTo>
                <a:lnTo>
                  <a:pt x="595284" y="73104"/>
                </a:lnTo>
                <a:lnTo>
                  <a:pt x="576234" y="72933"/>
                </a:lnTo>
                <a:lnTo>
                  <a:pt x="557193" y="72704"/>
                </a:lnTo>
                <a:lnTo>
                  <a:pt x="538143" y="72409"/>
                </a:lnTo>
                <a:lnTo>
                  <a:pt x="519103" y="72057"/>
                </a:lnTo>
                <a:lnTo>
                  <a:pt x="500063" y="71647"/>
                </a:lnTo>
                <a:lnTo>
                  <a:pt x="481022" y="71171"/>
                </a:lnTo>
                <a:lnTo>
                  <a:pt x="461982" y="70637"/>
                </a:lnTo>
                <a:lnTo>
                  <a:pt x="442941" y="70028"/>
                </a:lnTo>
                <a:lnTo>
                  <a:pt x="423901" y="69361"/>
                </a:lnTo>
                <a:lnTo>
                  <a:pt x="404870" y="68609"/>
                </a:lnTo>
                <a:lnTo>
                  <a:pt x="385839" y="67789"/>
                </a:lnTo>
                <a:lnTo>
                  <a:pt x="366817" y="66904"/>
                </a:lnTo>
                <a:lnTo>
                  <a:pt x="347796" y="65923"/>
                </a:lnTo>
                <a:lnTo>
                  <a:pt x="328774" y="64865"/>
                </a:lnTo>
                <a:lnTo>
                  <a:pt x="309763" y="63713"/>
                </a:lnTo>
                <a:lnTo>
                  <a:pt x="290760" y="62455"/>
                </a:lnTo>
                <a:lnTo>
                  <a:pt x="271758" y="61103"/>
                </a:lnTo>
                <a:lnTo>
                  <a:pt x="252765" y="59636"/>
                </a:lnTo>
                <a:lnTo>
                  <a:pt x="233791" y="58045"/>
                </a:lnTo>
                <a:lnTo>
                  <a:pt x="214817" y="56312"/>
                </a:lnTo>
                <a:lnTo>
                  <a:pt x="195863" y="54426"/>
                </a:lnTo>
                <a:lnTo>
                  <a:pt x="176927" y="52378"/>
                </a:lnTo>
                <a:lnTo>
                  <a:pt x="158020" y="50130"/>
                </a:lnTo>
                <a:lnTo>
                  <a:pt x="139132" y="47644"/>
                </a:lnTo>
                <a:lnTo>
                  <a:pt x="120282" y="44891"/>
                </a:lnTo>
                <a:lnTo>
                  <a:pt x="101489" y="41815"/>
                </a:lnTo>
                <a:lnTo>
                  <a:pt x="82763" y="38310"/>
                </a:lnTo>
                <a:lnTo>
                  <a:pt x="64151" y="34261"/>
                </a:lnTo>
                <a:lnTo>
                  <a:pt x="45730" y="29423"/>
                </a:lnTo>
                <a:lnTo>
                  <a:pt x="27689" y="23346"/>
                </a:lnTo>
                <a:lnTo>
                  <a:pt x="10678" y="14859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78A8D5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54" name="funnel-step-cap-4">
            <a:extLst xmlns:a="http://schemas.openxmlformats.org/drawingml/2006/main">
              <a:ext uri="{FF2B5EF4-FFF2-40B4-BE49-F238E27FC236}">
                <a16:creationId xmlns:a16="http://schemas.microsoft.com/office/drawing/2014/main" id="{336678CD-6893-4400-8948-4B7322E74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76021" y="5321198"/>
            <a:ext cx="1287218" cy="2084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8A8D5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55" name="funnel-flow-arrow">
            <a:extLst xmlns:a="http://schemas.openxmlformats.org/drawingml/2006/main">
              <a:ext uri="{FF2B5EF4-FFF2-40B4-BE49-F238E27FC236}">
                <a16:creationId xmlns:a16="http://schemas.microsoft.com/office/drawing/2014/main" id="{05A0C057-33ED-4616-8EAC-E7FBE36E0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52850" y="2466975"/>
            <a:ext cx="1733550" cy="3631168"/>
          </a:xfrm>
          <a:custGeom xmlns:a="http://schemas.openxmlformats.org/drawingml/2006/main">
            <a:pathLst>
              <a:path w="1733550" h="3631168">
                <a:moveTo>
                  <a:pt x="0" y="0"/>
                </a:moveTo>
                <a:lnTo>
                  <a:pt x="0" y="42834"/>
                </a:lnTo>
                <a:lnTo>
                  <a:pt x="9001" y="84582"/>
                </a:lnTo>
                <a:lnTo>
                  <a:pt x="19136" y="126197"/>
                </a:lnTo>
                <a:lnTo>
                  <a:pt x="29270" y="167811"/>
                </a:lnTo>
                <a:lnTo>
                  <a:pt x="39405" y="209426"/>
                </a:lnTo>
                <a:lnTo>
                  <a:pt x="49540" y="251031"/>
                </a:lnTo>
                <a:lnTo>
                  <a:pt x="59684" y="292646"/>
                </a:lnTo>
                <a:lnTo>
                  <a:pt x="69818" y="334261"/>
                </a:lnTo>
                <a:lnTo>
                  <a:pt x="79953" y="375876"/>
                </a:lnTo>
                <a:lnTo>
                  <a:pt x="90087" y="417490"/>
                </a:lnTo>
                <a:lnTo>
                  <a:pt x="100222" y="459105"/>
                </a:lnTo>
                <a:lnTo>
                  <a:pt x="110357" y="500720"/>
                </a:lnTo>
                <a:lnTo>
                  <a:pt x="120491" y="542334"/>
                </a:lnTo>
                <a:lnTo>
                  <a:pt x="130626" y="583949"/>
                </a:lnTo>
                <a:lnTo>
                  <a:pt x="140770" y="625564"/>
                </a:lnTo>
                <a:lnTo>
                  <a:pt x="150905" y="667179"/>
                </a:lnTo>
                <a:lnTo>
                  <a:pt x="160611" y="708879"/>
                </a:lnTo>
                <a:lnTo>
                  <a:pt x="168907" y="750903"/>
                </a:lnTo>
                <a:lnTo>
                  <a:pt x="176974" y="792966"/>
                </a:lnTo>
                <a:lnTo>
                  <a:pt x="184718" y="835085"/>
                </a:lnTo>
                <a:lnTo>
                  <a:pt x="192462" y="877214"/>
                </a:lnTo>
                <a:lnTo>
                  <a:pt x="200196" y="919343"/>
                </a:lnTo>
                <a:lnTo>
                  <a:pt x="207940" y="961463"/>
                </a:lnTo>
                <a:lnTo>
                  <a:pt x="215684" y="1003592"/>
                </a:lnTo>
                <a:lnTo>
                  <a:pt x="223428" y="1045712"/>
                </a:lnTo>
                <a:lnTo>
                  <a:pt x="231162" y="1087841"/>
                </a:lnTo>
                <a:lnTo>
                  <a:pt x="238906" y="1129960"/>
                </a:lnTo>
                <a:lnTo>
                  <a:pt x="246650" y="1172089"/>
                </a:lnTo>
                <a:lnTo>
                  <a:pt x="254394" y="1214218"/>
                </a:lnTo>
                <a:lnTo>
                  <a:pt x="262128" y="1256338"/>
                </a:lnTo>
                <a:lnTo>
                  <a:pt x="269872" y="1298467"/>
                </a:lnTo>
                <a:lnTo>
                  <a:pt x="277616" y="1340587"/>
                </a:lnTo>
                <a:lnTo>
                  <a:pt x="285359" y="1382716"/>
                </a:lnTo>
                <a:lnTo>
                  <a:pt x="293094" y="1424835"/>
                </a:lnTo>
                <a:lnTo>
                  <a:pt x="300447" y="1467031"/>
                </a:lnTo>
                <a:lnTo>
                  <a:pt x="307734" y="1509236"/>
                </a:lnTo>
                <a:lnTo>
                  <a:pt x="314782" y="1551489"/>
                </a:lnTo>
                <a:lnTo>
                  <a:pt x="321831" y="1593733"/>
                </a:lnTo>
                <a:lnTo>
                  <a:pt x="328879" y="1635976"/>
                </a:lnTo>
                <a:lnTo>
                  <a:pt x="335928" y="1678229"/>
                </a:lnTo>
                <a:lnTo>
                  <a:pt x="342976" y="1720472"/>
                </a:lnTo>
                <a:lnTo>
                  <a:pt x="350025" y="1762716"/>
                </a:lnTo>
                <a:lnTo>
                  <a:pt x="357073" y="1804968"/>
                </a:lnTo>
                <a:lnTo>
                  <a:pt x="364112" y="1847212"/>
                </a:lnTo>
                <a:lnTo>
                  <a:pt x="371161" y="1889455"/>
                </a:lnTo>
                <a:lnTo>
                  <a:pt x="378209" y="1931708"/>
                </a:lnTo>
                <a:lnTo>
                  <a:pt x="385258" y="1973951"/>
                </a:lnTo>
                <a:lnTo>
                  <a:pt x="392306" y="2016195"/>
                </a:lnTo>
                <a:lnTo>
                  <a:pt x="399355" y="2058448"/>
                </a:lnTo>
                <a:lnTo>
                  <a:pt x="406403" y="2100691"/>
                </a:lnTo>
                <a:lnTo>
                  <a:pt x="413452" y="2142935"/>
                </a:lnTo>
                <a:lnTo>
                  <a:pt x="420329" y="2185216"/>
                </a:lnTo>
                <a:lnTo>
                  <a:pt x="427149" y="2227497"/>
                </a:lnTo>
                <a:lnTo>
                  <a:pt x="433797" y="2269808"/>
                </a:lnTo>
                <a:lnTo>
                  <a:pt x="440426" y="2312127"/>
                </a:lnTo>
                <a:lnTo>
                  <a:pt x="447056" y="2354437"/>
                </a:lnTo>
                <a:lnTo>
                  <a:pt x="453685" y="2396747"/>
                </a:lnTo>
                <a:lnTo>
                  <a:pt x="460324" y="2439067"/>
                </a:lnTo>
                <a:lnTo>
                  <a:pt x="466954" y="2481377"/>
                </a:lnTo>
                <a:lnTo>
                  <a:pt x="473583" y="2523696"/>
                </a:lnTo>
                <a:lnTo>
                  <a:pt x="480212" y="2566006"/>
                </a:lnTo>
                <a:lnTo>
                  <a:pt x="486842" y="2608316"/>
                </a:lnTo>
                <a:lnTo>
                  <a:pt x="493481" y="2650636"/>
                </a:lnTo>
                <a:lnTo>
                  <a:pt x="500110" y="2692946"/>
                </a:lnTo>
                <a:lnTo>
                  <a:pt x="506740" y="2735266"/>
                </a:lnTo>
                <a:lnTo>
                  <a:pt x="513369" y="2777576"/>
                </a:lnTo>
                <a:lnTo>
                  <a:pt x="520008" y="2819886"/>
                </a:lnTo>
                <a:lnTo>
                  <a:pt x="526637" y="2862205"/>
                </a:lnTo>
                <a:lnTo>
                  <a:pt x="533181" y="2904534"/>
                </a:lnTo>
                <a:lnTo>
                  <a:pt x="539648" y="2946873"/>
                </a:lnTo>
                <a:lnTo>
                  <a:pt x="503663" y="2952750"/>
                </a:lnTo>
                <a:lnTo>
                  <a:pt x="460829" y="2952750"/>
                </a:lnTo>
                <a:lnTo>
                  <a:pt x="418005" y="2952750"/>
                </a:lnTo>
                <a:lnTo>
                  <a:pt x="375171" y="2952750"/>
                </a:lnTo>
                <a:lnTo>
                  <a:pt x="332337" y="2952750"/>
                </a:lnTo>
                <a:lnTo>
                  <a:pt x="289512" y="2952750"/>
                </a:lnTo>
                <a:lnTo>
                  <a:pt x="246678" y="2952750"/>
                </a:lnTo>
                <a:lnTo>
                  <a:pt x="225533" y="2962075"/>
                </a:lnTo>
                <a:lnTo>
                  <a:pt x="254994" y="2993155"/>
                </a:lnTo>
                <a:lnTo>
                  <a:pt x="284464" y="3024245"/>
                </a:lnTo>
                <a:lnTo>
                  <a:pt x="313925" y="3055325"/>
                </a:lnTo>
                <a:lnTo>
                  <a:pt x="343395" y="3086414"/>
                </a:lnTo>
                <a:lnTo>
                  <a:pt x="372856" y="3117494"/>
                </a:lnTo>
                <a:lnTo>
                  <a:pt x="402326" y="3148574"/>
                </a:lnTo>
                <a:lnTo>
                  <a:pt x="431787" y="3179664"/>
                </a:lnTo>
                <a:lnTo>
                  <a:pt x="461258" y="3210744"/>
                </a:lnTo>
                <a:lnTo>
                  <a:pt x="490718" y="3241834"/>
                </a:lnTo>
                <a:lnTo>
                  <a:pt x="520189" y="3272914"/>
                </a:lnTo>
                <a:lnTo>
                  <a:pt x="549650" y="3304003"/>
                </a:lnTo>
                <a:lnTo>
                  <a:pt x="579110" y="3335084"/>
                </a:lnTo>
                <a:lnTo>
                  <a:pt x="608581" y="3366173"/>
                </a:lnTo>
                <a:lnTo>
                  <a:pt x="638042" y="3397253"/>
                </a:lnTo>
                <a:lnTo>
                  <a:pt x="667512" y="3428333"/>
                </a:lnTo>
                <a:lnTo>
                  <a:pt x="696973" y="3459423"/>
                </a:lnTo>
                <a:lnTo>
                  <a:pt x="726443" y="3490503"/>
                </a:lnTo>
                <a:lnTo>
                  <a:pt x="755904" y="3521593"/>
                </a:lnTo>
                <a:lnTo>
                  <a:pt x="785374" y="3552673"/>
                </a:lnTo>
                <a:lnTo>
                  <a:pt x="814835" y="3583762"/>
                </a:lnTo>
                <a:lnTo>
                  <a:pt x="844306" y="3614842"/>
                </a:lnTo>
                <a:lnTo>
                  <a:pt x="873766" y="3631168"/>
                </a:lnTo>
                <a:lnTo>
                  <a:pt x="903237" y="3600088"/>
                </a:lnTo>
                <a:lnTo>
                  <a:pt x="932698" y="3568998"/>
                </a:lnTo>
                <a:lnTo>
                  <a:pt x="962168" y="3537918"/>
                </a:lnTo>
                <a:lnTo>
                  <a:pt x="991629" y="3506838"/>
                </a:lnTo>
                <a:lnTo>
                  <a:pt x="1021099" y="3475749"/>
                </a:lnTo>
                <a:lnTo>
                  <a:pt x="1050560" y="3444669"/>
                </a:lnTo>
                <a:lnTo>
                  <a:pt x="1080030" y="3413579"/>
                </a:lnTo>
                <a:lnTo>
                  <a:pt x="1109491" y="3382499"/>
                </a:lnTo>
                <a:lnTo>
                  <a:pt x="1138961" y="3351409"/>
                </a:lnTo>
                <a:lnTo>
                  <a:pt x="1168422" y="3320329"/>
                </a:lnTo>
                <a:lnTo>
                  <a:pt x="1197893" y="3289240"/>
                </a:lnTo>
                <a:lnTo>
                  <a:pt x="1227353" y="3258160"/>
                </a:lnTo>
                <a:lnTo>
                  <a:pt x="1256814" y="3227080"/>
                </a:lnTo>
                <a:lnTo>
                  <a:pt x="1286285" y="3195990"/>
                </a:lnTo>
                <a:lnTo>
                  <a:pt x="1315745" y="3164910"/>
                </a:lnTo>
                <a:lnTo>
                  <a:pt x="1345216" y="3133820"/>
                </a:lnTo>
                <a:lnTo>
                  <a:pt x="1374677" y="3102740"/>
                </a:lnTo>
                <a:lnTo>
                  <a:pt x="1404147" y="3071651"/>
                </a:lnTo>
                <a:lnTo>
                  <a:pt x="1433608" y="3040571"/>
                </a:lnTo>
                <a:lnTo>
                  <a:pt x="1463078" y="3009481"/>
                </a:lnTo>
                <a:lnTo>
                  <a:pt x="1492539" y="2978401"/>
                </a:lnTo>
                <a:lnTo>
                  <a:pt x="1509370" y="2952750"/>
                </a:lnTo>
                <a:lnTo>
                  <a:pt x="1466536" y="2952750"/>
                </a:lnTo>
                <a:lnTo>
                  <a:pt x="1423711" y="2952750"/>
                </a:lnTo>
                <a:lnTo>
                  <a:pt x="1380877" y="2952750"/>
                </a:lnTo>
                <a:lnTo>
                  <a:pt x="1338043" y="2952750"/>
                </a:lnTo>
                <a:lnTo>
                  <a:pt x="1295219" y="2952750"/>
                </a:lnTo>
                <a:lnTo>
                  <a:pt x="1252385" y="2952750"/>
                </a:lnTo>
                <a:lnTo>
                  <a:pt x="1209561" y="2952750"/>
                </a:lnTo>
                <a:lnTo>
                  <a:pt x="1196978" y="2926775"/>
                </a:lnTo>
                <a:lnTo>
                  <a:pt x="1203436" y="2884427"/>
                </a:lnTo>
                <a:lnTo>
                  <a:pt x="1210066" y="2842117"/>
                </a:lnTo>
                <a:lnTo>
                  <a:pt x="1216695" y="2799798"/>
                </a:lnTo>
                <a:lnTo>
                  <a:pt x="1223324" y="2757488"/>
                </a:lnTo>
                <a:lnTo>
                  <a:pt x="1229954" y="2715177"/>
                </a:lnTo>
                <a:lnTo>
                  <a:pt x="1236593" y="2672858"/>
                </a:lnTo>
                <a:lnTo>
                  <a:pt x="1243222" y="2630548"/>
                </a:lnTo>
                <a:lnTo>
                  <a:pt x="1249851" y="2588228"/>
                </a:lnTo>
                <a:lnTo>
                  <a:pt x="1256481" y="2545918"/>
                </a:lnTo>
                <a:lnTo>
                  <a:pt x="1263120" y="2503608"/>
                </a:lnTo>
                <a:lnTo>
                  <a:pt x="1269749" y="2461289"/>
                </a:lnTo>
                <a:lnTo>
                  <a:pt x="1276379" y="2418979"/>
                </a:lnTo>
                <a:lnTo>
                  <a:pt x="1283008" y="2376659"/>
                </a:lnTo>
                <a:lnTo>
                  <a:pt x="1289637" y="2334349"/>
                </a:lnTo>
                <a:lnTo>
                  <a:pt x="1296276" y="2292039"/>
                </a:lnTo>
                <a:lnTo>
                  <a:pt x="1302906" y="2249719"/>
                </a:lnTo>
                <a:lnTo>
                  <a:pt x="1309640" y="2207428"/>
                </a:lnTo>
                <a:lnTo>
                  <a:pt x="1316460" y="2165137"/>
                </a:lnTo>
                <a:lnTo>
                  <a:pt x="1323451" y="2122884"/>
                </a:lnTo>
                <a:lnTo>
                  <a:pt x="1330500" y="2080641"/>
                </a:lnTo>
                <a:lnTo>
                  <a:pt x="1337539" y="2038388"/>
                </a:lnTo>
                <a:lnTo>
                  <a:pt x="1344587" y="1996145"/>
                </a:lnTo>
                <a:lnTo>
                  <a:pt x="1351636" y="1953901"/>
                </a:lnTo>
                <a:lnTo>
                  <a:pt x="1358684" y="1911648"/>
                </a:lnTo>
                <a:lnTo>
                  <a:pt x="1365733" y="1869405"/>
                </a:lnTo>
                <a:lnTo>
                  <a:pt x="1372781" y="1827162"/>
                </a:lnTo>
                <a:lnTo>
                  <a:pt x="1379830" y="1784909"/>
                </a:lnTo>
                <a:lnTo>
                  <a:pt x="1386878" y="1742665"/>
                </a:lnTo>
                <a:lnTo>
                  <a:pt x="1393917" y="1700413"/>
                </a:lnTo>
                <a:lnTo>
                  <a:pt x="1400966" y="1658169"/>
                </a:lnTo>
                <a:lnTo>
                  <a:pt x="1408014" y="1615926"/>
                </a:lnTo>
                <a:lnTo>
                  <a:pt x="1415063" y="1573673"/>
                </a:lnTo>
                <a:lnTo>
                  <a:pt x="1422111" y="1531430"/>
                </a:lnTo>
                <a:lnTo>
                  <a:pt x="1429255" y="1489196"/>
                </a:lnTo>
                <a:lnTo>
                  <a:pt x="1436580" y="1447000"/>
                </a:lnTo>
                <a:lnTo>
                  <a:pt x="1444133" y="1404842"/>
                </a:lnTo>
                <a:lnTo>
                  <a:pt x="1451867" y="1362713"/>
                </a:lnTo>
                <a:lnTo>
                  <a:pt x="1459611" y="1320594"/>
                </a:lnTo>
                <a:lnTo>
                  <a:pt x="1467355" y="1278465"/>
                </a:lnTo>
                <a:lnTo>
                  <a:pt x="1475099" y="1236345"/>
                </a:lnTo>
                <a:lnTo>
                  <a:pt x="1482833" y="1194216"/>
                </a:lnTo>
                <a:lnTo>
                  <a:pt x="1490577" y="1152087"/>
                </a:lnTo>
                <a:lnTo>
                  <a:pt x="1498321" y="1109967"/>
                </a:lnTo>
                <a:lnTo>
                  <a:pt x="1506055" y="1067838"/>
                </a:lnTo>
                <a:lnTo>
                  <a:pt x="1513799" y="1025719"/>
                </a:lnTo>
                <a:lnTo>
                  <a:pt x="1521543" y="983590"/>
                </a:lnTo>
                <a:lnTo>
                  <a:pt x="1529286" y="941470"/>
                </a:lnTo>
                <a:lnTo>
                  <a:pt x="1537021" y="899341"/>
                </a:lnTo>
                <a:lnTo>
                  <a:pt x="1544765" y="857212"/>
                </a:lnTo>
                <a:lnTo>
                  <a:pt x="1552508" y="815092"/>
                </a:lnTo>
                <a:lnTo>
                  <a:pt x="1560281" y="772973"/>
                </a:lnTo>
                <a:lnTo>
                  <a:pt x="1568577" y="730949"/>
                </a:lnTo>
                <a:lnTo>
                  <a:pt x="1577321" y="689029"/>
                </a:lnTo>
                <a:lnTo>
                  <a:pt x="1587456" y="647424"/>
                </a:lnTo>
                <a:lnTo>
                  <a:pt x="1597600" y="605809"/>
                </a:lnTo>
                <a:lnTo>
                  <a:pt x="1607734" y="564194"/>
                </a:lnTo>
                <a:lnTo>
                  <a:pt x="1617869" y="522580"/>
                </a:lnTo>
                <a:lnTo>
                  <a:pt x="1628003" y="480965"/>
                </a:lnTo>
                <a:lnTo>
                  <a:pt x="1638138" y="439350"/>
                </a:lnTo>
                <a:lnTo>
                  <a:pt x="1648273" y="397735"/>
                </a:lnTo>
                <a:lnTo>
                  <a:pt x="1658407" y="356121"/>
                </a:lnTo>
                <a:lnTo>
                  <a:pt x="1668542" y="314506"/>
                </a:lnTo>
                <a:lnTo>
                  <a:pt x="1678686" y="272891"/>
                </a:lnTo>
                <a:lnTo>
                  <a:pt x="1688821" y="231277"/>
                </a:lnTo>
                <a:lnTo>
                  <a:pt x="1698955" y="189671"/>
                </a:lnTo>
                <a:lnTo>
                  <a:pt x="1709090" y="148057"/>
                </a:lnTo>
                <a:lnTo>
                  <a:pt x="1719224" y="106442"/>
                </a:lnTo>
                <a:lnTo>
                  <a:pt x="1729359" y="64827"/>
                </a:lnTo>
                <a:lnTo>
                  <a:pt x="1733550" y="22498"/>
                </a:lnTo>
                <a:lnTo>
                  <a:pt x="1713214" y="0"/>
                </a:lnTo>
                <a:lnTo>
                  <a:pt x="1670390" y="0"/>
                </a:lnTo>
                <a:lnTo>
                  <a:pt x="1627556" y="0"/>
                </a:lnTo>
                <a:lnTo>
                  <a:pt x="1584722" y="0"/>
                </a:lnTo>
                <a:lnTo>
                  <a:pt x="1541897" y="0"/>
                </a:lnTo>
                <a:lnTo>
                  <a:pt x="1499064" y="0"/>
                </a:lnTo>
                <a:lnTo>
                  <a:pt x="1456230" y="0"/>
                </a:lnTo>
                <a:lnTo>
                  <a:pt x="1413405" y="0"/>
                </a:lnTo>
                <a:lnTo>
                  <a:pt x="1370571" y="0"/>
                </a:lnTo>
                <a:lnTo>
                  <a:pt x="1327747" y="0"/>
                </a:lnTo>
                <a:lnTo>
                  <a:pt x="1284913" y="0"/>
                </a:lnTo>
                <a:lnTo>
                  <a:pt x="1242079" y="0"/>
                </a:lnTo>
                <a:lnTo>
                  <a:pt x="1199255" y="0"/>
                </a:lnTo>
                <a:lnTo>
                  <a:pt x="1156421" y="0"/>
                </a:lnTo>
                <a:lnTo>
                  <a:pt x="1113587" y="0"/>
                </a:lnTo>
                <a:lnTo>
                  <a:pt x="1070762" y="0"/>
                </a:lnTo>
                <a:lnTo>
                  <a:pt x="1027928" y="0"/>
                </a:lnTo>
                <a:lnTo>
                  <a:pt x="985104" y="0"/>
                </a:lnTo>
                <a:lnTo>
                  <a:pt x="942270" y="0"/>
                </a:lnTo>
                <a:lnTo>
                  <a:pt x="899436" y="0"/>
                </a:lnTo>
                <a:lnTo>
                  <a:pt x="856612" y="0"/>
                </a:lnTo>
                <a:lnTo>
                  <a:pt x="813778" y="0"/>
                </a:lnTo>
                <a:lnTo>
                  <a:pt x="770944" y="0"/>
                </a:lnTo>
                <a:lnTo>
                  <a:pt x="728120" y="0"/>
                </a:lnTo>
                <a:lnTo>
                  <a:pt x="685286" y="0"/>
                </a:lnTo>
                <a:lnTo>
                  <a:pt x="642452" y="0"/>
                </a:lnTo>
                <a:lnTo>
                  <a:pt x="599627" y="0"/>
                </a:lnTo>
                <a:lnTo>
                  <a:pt x="556793" y="0"/>
                </a:lnTo>
                <a:lnTo>
                  <a:pt x="513969" y="0"/>
                </a:lnTo>
                <a:lnTo>
                  <a:pt x="471135" y="0"/>
                </a:lnTo>
                <a:lnTo>
                  <a:pt x="428301" y="0"/>
                </a:lnTo>
                <a:lnTo>
                  <a:pt x="385477" y="0"/>
                </a:lnTo>
                <a:lnTo>
                  <a:pt x="342643" y="0"/>
                </a:lnTo>
                <a:lnTo>
                  <a:pt x="299809" y="0"/>
                </a:lnTo>
                <a:lnTo>
                  <a:pt x="256985" y="0"/>
                </a:lnTo>
                <a:lnTo>
                  <a:pt x="214151" y="0"/>
                </a:lnTo>
                <a:lnTo>
                  <a:pt x="171326" y="0"/>
                </a:lnTo>
                <a:lnTo>
                  <a:pt x="128492" y="0"/>
                </a:lnTo>
                <a:lnTo>
                  <a:pt x="85658" y="0"/>
                </a:lnTo>
                <a:lnTo>
                  <a:pt x="42834" y="0"/>
                </a:lnTo>
                <a:lnTo>
                  <a:pt x="0" y="0"/>
                </a:lnTo>
                <a:close/>
              </a:path>
            </a:pathLst>
          </a:custGeom>
          <a:gradFill xmlns:a="http://schemas.openxmlformats.org/drawingml/2006/main">
            <a:gsLst>
              <a:gs pos="0">
                <a:srgbClr val="000000"/>
              </a:gs>
              <a:gs pos="42">
                <a:srgbClr val="B8D8F2">
                  <a:alpha val="16000"/>
                </a:srgbClr>
              </a:gs>
              <a:gs pos="76">
                <a:srgbClr val="8FC4EE">
                  <a:alpha val="32000"/>
                </a:srgbClr>
              </a:gs>
              <a:gs pos="100">
                <a:srgbClr val="72B3E8">
                  <a:alpha val="52000"/>
                </a:srgbClr>
              </a:gs>
            </a:gsLst>
            <a:lin ang="10800000"/>
          </a:gradFill>
          <a:ln xmlns:a="http://schemas.openxmlformats.org/drawingml/2006/main" w="9525">
            <a:noFill/>
            <a:prstDash val="solid"/>
          </a:ln>
        </p:spPr>
      </p:sp>
      <p:sp>
        <p:nvSpPr>
          <p:cNvPr id="56" name="phase-label-0">
            <a:extLst xmlns:a="http://schemas.openxmlformats.org/drawingml/2006/main">
              <a:ext uri="{FF2B5EF4-FFF2-40B4-BE49-F238E27FC236}">
                <a16:creationId xmlns:a16="http://schemas.microsoft.com/office/drawing/2014/main" id="{A1844B66-81FC-4403-9A65-305FE84E0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1638300"/>
            <a:ext cx="228600" cy="15658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阶段一</a:t>
            </a:r>
          </a:p>
        </p:txBody>
      </p:sp>
      <p:sp>
        <p:nvSpPr>
          <p:cNvPr id="57" name="phase-label-1">
            <a:extLst xmlns:a="http://schemas.openxmlformats.org/drawingml/2006/main">
              <a:ext uri="{FF2B5EF4-FFF2-40B4-BE49-F238E27FC236}">
                <a16:creationId xmlns:a16="http://schemas.microsoft.com/office/drawing/2014/main" id="{ED41C44B-CAF1-4ED7-8837-FA061777C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3204124"/>
            <a:ext cx="228600" cy="14553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阶段二</a:t>
            </a:r>
          </a:p>
        </p:txBody>
      </p:sp>
      <p:sp>
        <p:nvSpPr>
          <p:cNvPr id="58" name="phase-label-2">
            <a:extLst xmlns:a="http://schemas.openxmlformats.org/drawingml/2006/main">
              <a:ext uri="{FF2B5EF4-FFF2-40B4-BE49-F238E27FC236}">
                <a16:creationId xmlns:a16="http://schemas.microsoft.com/office/drawing/2014/main" id="{16E6DC49-4E6C-4DD9-BE71-8EDE14614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4659516"/>
            <a:ext cx="228600" cy="155064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阶段三</a:t>
            </a:r>
          </a:p>
        </p:txBody>
      </p:sp>
      <p:sp>
        <p:nvSpPr>
          <p:cNvPr id="59" name="funnel-step-title-0">
            <a:extLst xmlns:a="http://schemas.openxmlformats.org/drawingml/2006/main">
              <a:ext uri="{FF2B5EF4-FFF2-40B4-BE49-F238E27FC236}">
                <a16:creationId xmlns:a16="http://schemas.microsoft.com/office/drawing/2014/main" id="{AAD38A50-C5EC-45C3-BEA7-842EBE6EB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357343" y="2702128"/>
            <a:ext cx="2524573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3600"/>
              </a:lnSpc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广泛触达</a:t>
            </a:r>
          </a:p>
        </p:txBody>
      </p:sp>
      <p:sp>
        <p:nvSpPr>
          <p:cNvPr id="60" name="funnel-step-title-1">
            <a:extLst xmlns:a="http://schemas.openxmlformats.org/drawingml/2006/main">
              <a:ext uri="{FF2B5EF4-FFF2-40B4-BE49-F238E27FC236}">
                <a16:creationId xmlns:a16="http://schemas.microsoft.com/office/drawing/2014/main" id="{890A6C32-1E1E-4FE8-A49F-F74C115F4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608632" y="3429895"/>
            <a:ext cx="2021977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3600"/>
              </a:lnSpc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兴趣识别</a:t>
            </a:r>
          </a:p>
        </p:txBody>
      </p:sp>
      <p:sp>
        <p:nvSpPr>
          <p:cNvPr id="61" name="funnel-step-title-2">
            <a:extLst xmlns:a="http://schemas.openxmlformats.org/drawingml/2006/main">
              <a:ext uri="{FF2B5EF4-FFF2-40B4-BE49-F238E27FC236}">
                <a16:creationId xmlns:a16="http://schemas.microsoft.com/office/drawing/2014/main" id="{72DF4D12-2436-481F-AF0C-E9CCA23B0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837232" y="4157663"/>
            <a:ext cx="1564777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3600"/>
              </a:lnSpc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意向培育</a:t>
            </a:r>
          </a:p>
        </p:txBody>
      </p:sp>
      <p:sp>
        <p:nvSpPr>
          <p:cNvPr id="62" name="funnel-step-title-3">
            <a:extLst xmlns:a="http://schemas.openxmlformats.org/drawingml/2006/main">
              <a:ext uri="{FF2B5EF4-FFF2-40B4-BE49-F238E27FC236}">
                <a16:creationId xmlns:a16="http://schemas.microsoft.com/office/drawing/2014/main" id="{9964B005-2F26-45CE-9BAB-ED633D6E4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52221" y="4885287"/>
            <a:ext cx="1134818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3600"/>
              </a:lnSpc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行动转化</a:t>
            </a:r>
          </a:p>
        </p:txBody>
      </p:sp>
      <p:sp>
        <p:nvSpPr>
          <p:cNvPr id="63" name="funnel-step-title-4">
            <a:extLst xmlns:a="http://schemas.openxmlformats.org/drawingml/2006/main">
              <a:ext uri="{FF2B5EF4-FFF2-40B4-BE49-F238E27FC236}">
                <a16:creationId xmlns:a16="http://schemas.microsoft.com/office/drawing/2014/main" id="{DD3F1126-6A0A-4C44-9B8B-2BF3545C3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200525" y="5613054"/>
            <a:ext cx="8382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持续留存</a:t>
            </a:r>
          </a:p>
        </p:txBody>
      </p:sp>
      <p:sp>
        <p:nvSpPr>
          <p:cNvPr id="64" name="input-core-0">
            <a:extLst xmlns:a="http://schemas.openxmlformats.org/drawingml/2006/main">
              <a:ext uri="{FF2B5EF4-FFF2-40B4-BE49-F238E27FC236}">
                <a16:creationId xmlns:a16="http://schemas.microsoft.com/office/drawing/2014/main" id="{207628C9-263A-4E71-83BA-E341FE7AE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391025" y="187642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23"/>
          <a:fontRef xmlns:a="http://schemas.openxmlformats.org/drawingml/2006/main" idx="major"/>
        </p:style>
      </p:sp>
      <p:pic>
        <p:nvPicPr>
          <p:cNvPr id="13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2d9b08507a44967">
            <a:extLst>
              <a:ext uri="{96DAC541-7B7A-43D3-8B79-37D633B846F1}">
                <asvg:svgBlip xmlns:asvg="http://schemas.microsoft.com/office/drawing/2016/SVG/main" r:embed="R9af520a32da34c72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4486275" y="1971675"/>
            <a:ext cx="266700" cy="2667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9646267"/>
      </p:ext>
    </p:extLst>
  </p:cSld>
</p:sld>
</file>

<file path=ppt/slides/slide4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8" name="phase-band-0">
            <a:extLst xmlns:a="http://schemas.openxmlformats.org/drawingml/2006/main">
              <a:ext uri="{FF2B5EF4-FFF2-40B4-BE49-F238E27FC236}">
                <a16:creationId xmlns:a16="http://schemas.microsoft.com/office/drawing/2014/main" id="{E05C77B9-51B1-4205-A84D-0BDD7AABE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1638300"/>
            <a:ext cx="11144250" cy="156582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phase-band-1">
            <a:extLst xmlns:a="http://schemas.openxmlformats.org/drawingml/2006/main">
              <a:ext uri="{FF2B5EF4-FFF2-40B4-BE49-F238E27FC236}">
                <a16:creationId xmlns:a16="http://schemas.microsoft.com/office/drawing/2014/main" id="{11346703-AA21-418A-9CC0-4CCB7FBE6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3204124"/>
            <a:ext cx="11144250" cy="145539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38100">
            <a:solidFill>
              <a:srgbClr val="FFFFFF"/>
            </a:solidFill>
            <a:prstDash val="solid"/>
          </a:ln>
        </p:spPr>
      </p:sp>
      <p:sp>
        <p:nvSpPr>
          <p:cNvPr id="3" name="phase-band-2">
            <a:extLst xmlns:a="http://schemas.openxmlformats.org/drawingml/2006/main">
              <a:ext uri="{FF2B5EF4-FFF2-40B4-BE49-F238E27FC236}">
                <a16:creationId xmlns:a16="http://schemas.microsoft.com/office/drawing/2014/main" id="{CDCECEF2-A88C-4D9D-A97F-8589B588A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4659516"/>
            <a:ext cx="11144250" cy="155064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38100">
            <a:solidFill>
              <a:srgbClr val="FFFFFF"/>
            </a:solidFill>
            <a:prstDash val="solid"/>
          </a:ln>
        </p:spPr>
      </p:sp>
      <p:sp>
        <p:nvSpPr>
          <p:cNvPr id="4" name="phase-rail-0">
            <a:extLst xmlns:a="http://schemas.openxmlformats.org/drawingml/2006/main">
              <a:ext uri="{FF2B5EF4-FFF2-40B4-BE49-F238E27FC236}">
                <a16:creationId xmlns:a16="http://schemas.microsoft.com/office/drawing/2014/main" id="{A97F79D8-3A3D-46D3-81FA-3BBFF8312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1638300"/>
            <a:ext cx="514350" cy="1561643"/>
          </a:xfrm>
          <a:custGeom xmlns:a="http://schemas.openxmlformats.org/drawingml/2006/main">
            <a:pathLst>
              <a:path w="514350" h="1561643">
                <a:moveTo>
                  <a:pt x="0" y="0"/>
                </a:moveTo>
                <a:lnTo>
                  <a:pt x="18983" y="0"/>
                </a:lnTo>
                <a:lnTo>
                  <a:pt x="37967" y="0"/>
                </a:lnTo>
                <a:lnTo>
                  <a:pt x="56950" y="0"/>
                </a:lnTo>
                <a:lnTo>
                  <a:pt x="75943" y="0"/>
                </a:lnTo>
                <a:lnTo>
                  <a:pt x="94926" y="0"/>
                </a:lnTo>
                <a:lnTo>
                  <a:pt x="113909" y="0"/>
                </a:lnTo>
                <a:lnTo>
                  <a:pt x="132893" y="0"/>
                </a:lnTo>
                <a:lnTo>
                  <a:pt x="151876" y="0"/>
                </a:lnTo>
                <a:lnTo>
                  <a:pt x="170859" y="0"/>
                </a:lnTo>
                <a:lnTo>
                  <a:pt x="189843" y="0"/>
                </a:lnTo>
                <a:lnTo>
                  <a:pt x="208836" y="0"/>
                </a:lnTo>
                <a:lnTo>
                  <a:pt x="227819" y="0"/>
                </a:lnTo>
                <a:lnTo>
                  <a:pt x="246802" y="0"/>
                </a:lnTo>
                <a:lnTo>
                  <a:pt x="265786" y="0"/>
                </a:lnTo>
                <a:lnTo>
                  <a:pt x="284769" y="0"/>
                </a:lnTo>
                <a:lnTo>
                  <a:pt x="303752" y="0"/>
                </a:lnTo>
                <a:lnTo>
                  <a:pt x="322736" y="0"/>
                </a:lnTo>
                <a:lnTo>
                  <a:pt x="341728" y="0"/>
                </a:lnTo>
                <a:lnTo>
                  <a:pt x="360712" y="0"/>
                </a:lnTo>
                <a:lnTo>
                  <a:pt x="379695" y="0"/>
                </a:lnTo>
                <a:lnTo>
                  <a:pt x="398678" y="0"/>
                </a:lnTo>
                <a:lnTo>
                  <a:pt x="417662" y="0"/>
                </a:lnTo>
                <a:lnTo>
                  <a:pt x="436645" y="0"/>
                </a:lnTo>
                <a:lnTo>
                  <a:pt x="455628" y="0"/>
                </a:lnTo>
                <a:lnTo>
                  <a:pt x="474621" y="0"/>
                </a:lnTo>
                <a:lnTo>
                  <a:pt x="493605" y="0"/>
                </a:lnTo>
                <a:lnTo>
                  <a:pt x="512588" y="0"/>
                </a:lnTo>
                <a:lnTo>
                  <a:pt x="514350" y="17221"/>
                </a:lnTo>
                <a:lnTo>
                  <a:pt x="514350" y="36205"/>
                </a:lnTo>
                <a:lnTo>
                  <a:pt x="514350" y="55188"/>
                </a:lnTo>
                <a:lnTo>
                  <a:pt x="514350" y="74171"/>
                </a:lnTo>
                <a:lnTo>
                  <a:pt x="514350" y="93155"/>
                </a:lnTo>
                <a:lnTo>
                  <a:pt x="514350" y="112138"/>
                </a:lnTo>
                <a:lnTo>
                  <a:pt x="514350" y="131121"/>
                </a:lnTo>
                <a:lnTo>
                  <a:pt x="514350" y="150104"/>
                </a:lnTo>
                <a:lnTo>
                  <a:pt x="514350" y="169088"/>
                </a:lnTo>
                <a:lnTo>
                  <a:pt x="514350" y="188071"/>
                </a:lnTo>
                <a:lnTo>
                  <a:pt x="514350" y="207054"/>
                </a:lnTo>
                <a:lnTo>
                  <a:pt x="514350" y="226038"/>
                </a:lnTo>
                <a:lnTo>
                  <a:pt x="514350" y="245021"/>
                </a:lnTo>
                <a:lnTo>
                  <a:pt x="514350" y="264004"/>
                </a:lnTo>
                <a:lnTo>
                  <a:pt x="514350" y="282988"/>
                </a:lnTo>
                <a:lnTo>
                  <a:pt x="514350" y="301971"/>
                </a:lnTo>
                <a:lnTo>
                  <a:pt x="514350" y="320954"/>
                </a:lnTo>
                <a:lnTo>
                  <a:pt x="514350" y="339938"/>
                </a:lnTo>
                <a:lnTo>
                  <a:pt x="514350" y="358921"/>
                </a:lnTo>
                <a:lnTo>
                  <a:pt x="514350" y="377904"/>
                </a:lnTo>
                <a:lnTo>
                  <a:pt x="514350" y="396888"/>
                </a:lnTo>
                <a:lnTo>
                  <a:pt x="514350" y="415881"/>
                </a:lnTo>
                <a:lnTo>
                  <a:pt x="514350" y="434864"/>
                </a:lnTo>
                <a:lnTo>
                  <a:pt x="514350" y="453847"/>
                </a:lnTo>
                <a:lnTo>
                  <a:pt x="514350" y="472831"/>
                </a:lnTo>
                <a:lnTo>
                  <a:pt x="514350" y="491814"/>
                </a:lnTo>
                <a:lnTo>
                  <a:pt x="514350" y="510797"/>
                </a:lnTo>
                <a:lnTo>
                  <a:pt x="514350" y="529781"/>
                </a:lnTo>
                <a:lnTo>
                  <a:pt x="514350" y="548764"/>
                </a:lnTo>
                <a:lnTo>
                  <a:pt x="514350" y="567747"/>
                </a:lnTo>
                <a:lnTo>
                  <a:pt x="514350" y="586730"/>
                </a:lnTo>
                <a:lnTo>
                  <a:pt x="514350" y="605714"/>
                </a:lnTo>
                <a:lnTo>
                  <a:pt x="514350" y="624697"/>
                </a:lnTo>
                <a:lnTo>
                  <a:pt x="514350" y="643680"/>
                </a:lnTo>
                <a:lnTo>
                  <a:pt x="514350" y="662664"/>
                </a:lnTo>
                <a:lnTo>
                  <a:pt x="514350" y="681647"/>
                </a:lnTo>
                <a:lnTo>
                  <a:pt x="514350" y="700630"/>
                </a:lnTo>
                <a:lnTo>
                  <a:pt x="514350" y="719614"/>
                </a:lnTo>
                <a:lnTo>
                  <a:pt x="514350" y="738597"/>
                </a:lnTo>
                <a:lnTo>
                  <a:pt x="514350" y="757580"/>
                </a:lnTo>
                <a:lnTo>
                  <a:pt x="514350" y="776564"/>
                </a:lnTo>
                <a:lnTo>
                  <a:pt x="514350" y="795547"/>
                </a:lnTo>
                <a:lnTo>
                  <a:pt x="514350" y="814530"/>
                </a:lnTo>
                <a:lnTo>
                  <a:pt x="514350" y="833514"/>
                </a:lnTo>
                <a:lnTo>
                  <a:pt x="514350" y="852497"/>
                </a:lnTo>
                <a:lnTo>
                  <a:pt x="514350" y="871480"/>
                </a:lnTo>
                <a:lnTo>
                  <a:pt x="514350" y="890464"/>
                </a:lnTo>
                <a:lnTo>
                  <a:pt x="514350" y="909447"/>
                </a:lnTo>
                <a:lnTo>
                  <a:pt x="514350" y="928430"/>
                </a:lnTo>
                <a:lnTo>
                  <a:pt x="514350" y="947414"/>
                </a:lnTo>
                <a:lnTo>
                  <a:pt x="514350" y="966397"/>
                </a:lnTo>
                <a:lnTo>
                  <a:pt x="514350" y="985380"/>
                </a:lnTo>
                <a:lnTo>
                  <a:pt x="514350" y="1004364"/>
                </a:lnTo>
                <a:lnTo>
                  <a:pt x="514350" y="1023347"/>
                </a:lnTo>
                <a:lnTo>
                  <a:pt x="514350" y="1042330"/>
                </a:lnTo>
                <a:lnTo>
                  <a:pt x="514350" y="1061323"/>
                </a:lnTo>
                <a:lnTo>
                  <a:pt x="514350" y="1080306"/>
                </a:lnTo>
                <a:lnTo>
                  <a:pt x="514350" y="1099290"/>
                </a:lnTo>
                <a:lnTo>
                  <a:pt x="514350" y="1118273"/>
                </a:lnTo>
                <a:lnTo>
                  <a:pt x="514350" y="1137256"/>
                </a:lnTo>
                <a:lnTo>
                  <a:pt x="514350" y="1156240"/>
                </a:lnTo>
                <a:lnTo>
                  <a:pt x="514350" y="1175223"/>
                </a:lnTo>
                <a:lnTo>
                  <a:pt x="514350" y="1194206"/>
                </a:lnTo>
                <a:lnTo>
                  <a:pt x="514350" y="1213190"/>
                </a:lnTo>
                <a:lnTo>
                  <a:pt x="514350" y="1232173"/>
                </a:lnTo>
                <a:lnTo>
                  <a:pt x="514350" y="1251156"/>
                </a:lnTo>
                <a:lnTo>
                  <a:pt x="514350" y="1270140"/>
                </a:lnTo>
                <a:lnTo>
                  <a:pt x="514350" y="1289123"/>
                </a:lnTo>
                <a:lnTo>
                  <a:pt x="514350" y="1308106"/>
                </a:lnTo>
                <a:lnTo>
                  <a:pt x="514350" y="1327090"/>
                </a:lnTo>
                <a:lnTo>
                  <a:pt x="514350" y="1346073"/>
                </a:lnTo>
                <a:lnTo>
                  <a:pt x="514350" y="1365056"/>
                </a:lnTo>
                <a:lnTo>
                  <a:pt x="514350" y="1384040"/>
                </a:lnTo>
                <a:lnTo>
                  <a:pt x="514350" y="1403023"/>
                </a:lnTo>
                <a:lnTo>
                  <a:pt x="514350" y="1422006"/>
                </a:lnTo>
                <a:lnTo>
                  <a:pt x="498586" y="1431712"/>
                </a:lnTo>
                <a:lnTo>
                  <a:pt x="481984" y="1440932"/>
                </a:lnTo>
                <a:lnTo>
                  <a:pt x="465392" y="1450153"/>
                </a:lnTo>
                <a:lnTo>
                  <a:pt x="448799" y="1459373"/>
                </a:lnTo>
                <a:lnTo>
                  <a:pt x="432197" y="1468593"/>
                </a:lnTo>
                <a:lnTo>
                  <a:pt x="415604" y="1477813"/>
                </a:lnTo>
                <a:lnTo>
                  <a:pt x="399012" y="1487033"/>
                </a:lnTo>
                <a:lnTo>
                  <a:pt x="382410" y="1496244"/>
                </a:lnTo>
                <a:lnTo>
                  <a:pt x="365817" y="1505464"/>
                </a:lnTo>
                <a:lnTo>
                  <a:pt x="349225" y="1514685"/>
                </a:lnTo>
                <a:lnTo>
                  <a:pt x="332623" y="1523905"/>
                </a:lnTo>
                <a:lnTo>
                  <a:pt x="316030" y="1533125"/>
                </a:lnTo>
                <a:lnTo>
                  <a:pt x="299437" y="1542345"/>
                </a:lnTo>
                <a:lnTo>
                  <a:pt x="282835" y="1551565"/>
                </a:lnTo>
                <a:lnTo>
                  <a:pt x="266243" y="1560786"/>
                </a:lnTo>
                <a:lnTo>
                  <a:pt x="249650" y="1561643"/>
                </a:lnTo>
                <a:lnTo>
                  <a:pt x="233048" y="1552423"/>
                </a:lnTo>
                <a:lnTo>
                  <a:pt x="216456" y="1543202"/>
                </a:lnTo>
                <a:lnTo>
                  <a:pt x="199863" y="1533982"/>
                </a:lnTo>
                <a:lnTo>
                  <a:pt x="183261" y="1524762"/>
                </a:lnTo>
                <a:lnTo>
                  <a:pt x="166668" y="1515542"/>
                </a:lnTo>
                <a:lnTo>
                  <a:pt x="150076" y="1506322"/>
                </a:lnTo>
                <a:lnTo>
                  <a:pt x="133483" y="1497101"/>
                </a:lnTo>
                <a:lnTo>
                  <a:pt x="116881" y="1487881"/>
                </a:lnTo>
                <a:lnTo>
                  <a:pt x="100289" y="1478671"/>
                </a:lnTo>
                <a:lnTo>
                  <a:pt x="83696" y="1469450"/>
                </a:lnTo>
                <a:lnTo>
                  <a:pt x="67094" y="1460230"/>
                </a:lnTo>
                <a:lnTo>
                  <a:pt x="50502" y="1451010"/>
                </a:lnTo>
                <a:lnTo>
                  <a:pt x="33909" y="1441790"/>
                </a:lnTo>
                <a:lnTo>
                  <a:pt x="17307" y="1432570"/>
                </a:lnTo>
                <a:lnTo>
                  <a:pt x="714" y="1423349"/>
                </a:lnTo>
                <a:lnTo>
                  <a:pt x="0" y="1404785"/>
                </a:lnTo>
                <a:lnTo>
                  <a:pt x="0" y="1385802"/>
                </a:lnTo>
                <a:lnTo>
                  <a:pt x="0" y="1366818"/>
                </a:lnTo>
                <a:lnTo>
                  <a:pt x="0" y="1347835"/>
                </a:lnTo>
                <a:lnTo>
                  <a:pt x="0" y="1328852"/>
                </a:lnTo>
                <a:lnTo>
                  <a:pt x="0" y="1309868"/>
                </a:lnTo>
                <a:lnTo>
                  <a:pt x="0" y="1290885"/>
                </a:lnTo>
                <a:lnTo>
                  <a:pt x="0" y="1271902"/>
                </a:lnTo>
                <a:lnTo>
                  <a:pt x="0" y="1252919"/>
                </a:lnTo>
                <a:lnTo>
                  <a:pt x="0" y="1233935"/>
                </a:lnTo>
                <a:lnTo>
                  <a:pt x="0" y="1214952"/>
                </a:lnTo>
                <a:lnTo>
                  <a:pt x="0" y="1195969"/>
                </a:lnTo>
                <a:lnTo>
                  <a:pt x="0" y="1176985"/>
                </a:lnTo>
                <a:lnTo>
                  <a:pt x="0" y="1158002"/>
                </a:lnTo>
                <a:lnTo>
                  <a:pt x="0" y="1139019"/>
                </a:lnTo>
                <a:lnTo>
                  <a:pt x="0" y="1120035"/>
                </a:lnTo>
                <a:lnTo>
                  <a:pt x="0" y="1101052"/>
                </a:lnTo>
                <a:lnTo>
                  <a:pt x="0" y="1082069"/>
                </a:lnTo>
                <a:lnTo>
                  <a:pt x="0" y="1063085"/>
                </a:lnTo>
                <a:lnTo>
                  <a:pt x="0" y="1044102"/>
                </a:lnTo>
                <a:lnTo>
                  <a:pt x="0" y="1025119"/>
                </a:lnTo>
                <a:lnTo>
                  <a:pt x="0" y="1006135"/>
                </a:lnTo>
                <a:lnTo>
                  <a:pt x="0" y="987152"/>
                </a:lnTo>
                <a:lnTo>
                  <a:pt x="0" y="968169"/>
                </a:lnTo>
                <a:lnTo>
                  <a:pt x="0" y="949176"/>
                </a:lnTo>
                <a:lnTo>
                  <a:pt x="0" y="930192"/>
                </a:lnTo>
                <a:lnTo>
                  <a:pt x="0" y="911209"/>
                </a:lnTo>
                <a:lnTo>
                  <a:pt x="0" y="892226"/>
                </a:lnTo>
                <a:lnTo>
                  <a:pt x="0" y="873242"/>
                </a:lnTo>
                <a:lnTo>
                  <a:pt x="0" y="854259"/>
                </a:lnTo>
                <a:lnTo>
                  <a:pt x="0" y="835276"/>
                </a:lnTo>
                <a:lnTo>
                  <a:pt x="0" y="816293"/>
                </a:lnTo>
                <a:lnTo>
                  <a:pt x="0" y="797309"/>
                </a:lnTo>
                <a:lnTo>
                  <a:pt x="0" y="778326"/>
                </a:lnTo>
                <a:lnTo>
                  <a:pt x="0" y="759343"/>
                </a:lnTo>
                <a:lnTo>
                  <a:pt x="0" y="740359"/>
                </a:lnTo>
                <a:lnTo>
                  <a:pt x="0" y="721376"/>
                </a:lnTo>
                <a:lnTo>
                  <a:pt x="0" y="702393"/>
                </a:lnTo>
                <a:lnTo>
                  <a:pt x="0" y="683409"/>
                </a:lnTo>
                <a:lnTo>
                  <a:pt x="0" y="664426"/>
                </a:lnTo>
                <a:lnTo>
                  <a:pt x="0" y="645443"/>
                </a:lnTo>
                <a:lnTo>
                  <a:pt x="0" y="626459"/>
                </a:lnTo>
                <a:lnTo>
                  <a:pt x="0" y="607476"/>
                </a:lnTo>
                <a:lnTo>
                  <a:pt x="0" y="588493"/>
                </a:lnTo>
                <a:lnTo>
                  <a:pt x="0" y="569509"/>
                </a:lnTo>
                <a:lnTo>
                  <a:pt x="0" y="550526"/>
                </a:lnTo>
                <a:lnTo>
                  <a:pt x="0" y="531543"/>
                </a:lnTo>
                <a:lnTo>
                  <a:pt x="0" y="512559"/>
                </a:lnTo>
                <a:lnTo>
                  <a:pt x="0" y="493576"/>
                </a:lnTo>
                <a:lnTo>
                  <a:pt x="0" y="474593"/>
                </a:lnTo>
                <a:lnTo>
                  <a:pt x="0" y="455609"/>
                </a:lnTo>
                <a:lnTo>
                  <a:pt x="0" y="436626"/>
                </a:lnTo>
                <a:lnTo>
                  <a:pt x="0" y="417643"/>
                </a:lnTo>
                <a:lnTo>
                  <a:pt x="0" y="398659"/>
                </a:lnTo>
                <a:lnTo>
                  <a:pt x="0" y="379676"/>
                </a:lnTo>
                <a:lnTo>
                  <a:pt x="0" y="360693"/>
                </a:lnTo>
                <a:lnTo>
                  <a:pt x="0" y="341709"/>
                </a:lnTo>
                <a:lnTo>
                  <a:pt x="0" y="322717"/>
                </a:lnTo>
                <a:lnTo>
                  <a:pt x="0" y="303733"/>
                </a:lnTo>
                <a:lnTo>
                  <a:pt x="0" y="284750"/>
                </a:lnTo>
                <a:lnTo>
                  <a:pt x="0" y="265767"/>
                </a:lnTo>
                <a:lnTo>
                  <a:pt x="0" y="246783"/>
                </a:lnTo>
                <a:lnTo>
                  <a:pt x="0" y="227800"/>
                </a:lnTo>
                <a:lnTo>
                  <a:pt x="0" y="208817"/>
                </a:lnTo>
                <a:lnTo>
                  <a:pt x="0" y="189833"/>
                </a:lnTo>
                <a:lnTo>
                  <a:pt x="0" y="170850"/>
                </a:lnTo>
                <a:lnTo>
                  <a:pt x="0" y="151867"/>
                </a:lnTo>
                <a:lnTo>
                  <a:pt x="0" y="132883"/>
                </a:lnTo>
                <a:lnTo>
                  <a:pt x="0" y="113900"/>
                </a:lnTo>
                <a:lnTo>
                  <a:pt x="0" y="94917"/>
                </a:lnTo>
                <a:lnTo>
                  <a:pt x="0" y="75933"/>
                </a:lnTo>
                <a:lnTo>
                  <a:pt x="0" y="56950"/>
                </a:lnTo>
                <a:lnTo>
                  <a:pt x="0" y="37967"/>
                </a:lnTo>
                <a:lnTo>
                  <a:pt x="0" y="18983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5" name="phase-title-0">
            <a:extLst xmlns:a="http://schemas.openxmlformats.org/drawingml/2006/main">
              <a:ext uri="{FF2B5EF4-FFF2-40B4-BE49-F238E27FC236}">
                <a16:creationId xmlns:a16="http://schemas.microsoft.com/office/drawing/2014/main" id="{64C32C39-F134-448F-8561-62C4F7C99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1950396"/>
            <a:ext cx="1428750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精准触达</a:t>
            </a:r>
          </a:p>
        </p:txBody>
      </p:sp>
      <p:sp>
        <p:nvSpPr>
          <p:cNvPr id="6" name="phase-body-0">
            <a:extLst xmlns:a="http://schemas.openxmlformats.org/drawingml/2006/main">
              <a:ext uri="{FF2B5EF4-FFF2-40B4-BE49-F238E27FC236}">
                <a16:creationId xmlns:a16="http://schemas.microsoft.com/office/drawing/2014/main" id="{7029643D-ED04-45E4-8675-C6B54C9C2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2304602"/>
            <a:ext cx="1428750" cy="587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让目标对象进</a:t>
            </a:r>
          </a:p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入体系</a:t>
            </a:r>
          </a:p>
        </p:txBody>
      </p:sp>
      <p:sp>
        <p:nvSpPr>
          <p:cNvPr id="7" name="action-icon-shell-0-0">
            <a:extLst xmlns:a="http://schemas.openxmlformats.org/drawingml/2006/main">
              <a:ext uri="{FF2B5EF4-FFF2-40B4-BE49-F238E27FC236}">
                <a16:creationId xmlns:a16="http://schemas.microsoft.com/office/drawing/2014/main" id="{8F433C3B-4184-429C-8DAA-7B303325C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1944891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7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c6e6f8f31674c48">
            <a:extLst>
              <a:ext uri="{96DAC541-7B7A-43D3-8B79-37D633B846F1}">
                <asvg:svgBlip xmlns:asvg="http://schemas.microsoft.com/office/drawing/2016/SVG/main" r:embed="R8c4288a644944598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2021091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9" name="action-title-0-0">
            <a:extLst xmlns:a="http://schemas.openxmlformats.org/drawingml/2006/main">
              <a:ext uri="{FF2B5EF4-FFF2-40B4-BE49-F238E27FC236}">
                <a16:creationId xmlns:a16="http://schemas.microsoft.com/office/drawing/2014/main" id="{DEAC2CE4-A285-4E01-AAD0-381F3C519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1883864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标签体系</a:t>
            </a:r>
          </a:p>
        </p:txBody>
      </p:sp>
      <p:sp>
        <p:nvSpPr>
          <p:cNvPr id="10" name="action-body-0-0">
            <a:extLst xmlns:a="http://schemas.openxmlformats.org/drawingml/2006/main">
              <a:ext uri="{FF2B5EF4-FFF2-40B4-BE49-F238E27FC236}">
                <a16:creationId xmlns:a16="http://schemas.microsoft.com/office/drawing/2014/main" id="{610A85FA-9F75-4F97-A30F-C71C3D3ED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112464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形成可识别对象</a:t>
            </a:r>
          </a:p>
        </p:txBody>
      </p:sp>
      <p:sp>
        <p:nvSpPr>
          <p:cNvPr id="11" name="action-icon-shell-0-1">
            <a:extLst xmlns:a="http://schemas.openxmlformats.org/drawingml/2006/main">
              <a:ext uri="{FF2B5EF4-FFF2-40B4-BE49-F238E27FC236}">
                <a16:creationId xmlns:a16="http://schemas.microsoft.com/office/drawing/2014/main" id="{6CE1412D-1B8D-4F29-A769-C29FCB959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1944891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7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f88fdcde3944faa">
            <a:extLst>
              <a:ext uri="{96DAC541-7B7A-43D3-8B79-37D633B846F1}">
                <asvg:svgBlip xmlns:asvg="http://schemas.microsoft.com/office/drawing/2016/SVG/main" r:embed="R389f0303b7d74393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2021091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13" name="action-title-0-1">
            <a:extLst xmlns:a="http://schemas.openxmlformats.org/drawingml/2006/main">
              <a:ext uri="{FF2B5EF4-FFF2-40B4-BE49-F238E27FC236}">
                <a16:creationId xmlns:a16="http://schemas.microsoft.com/office/drawing/2014/main" id="{F28896F6-A717-4EB3-8D7F-9D20BE41F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1883864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渠道连接</a:t>
            </a:r>
          </a:p>
        </p:txBody>
      </p:sp>
      <p:sp>
        <p:nvSpPr>
          <p:cNvPr id="14" name="action-body-0-1">
            <a:extLst xmlns:a="http://schemas.openxmlformats.org/drawingml/2006/main">
              <a:ext uri="{FF2B5EF4-FFF2-40B4-BE49-F238E27FC236}">
                <a16:creationId xmlns:a16="http://schemas.microsoft.com/office/drawing/2014/main" id="{0F8AC327-ABA6-4261-887A-9321810AB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112464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连接主要触点</a:t>
            </a:r>
          </a:p>
        </p:txBody>
      </p:sp>
      <p:sp>
        <p:nvSpPr>
          <p:cNvPr id="15" name="action-icon-shell-0-2">
            <a:extLst xmlns:a="http://schemas.openxmlformats.org/drawingml/2006/main">
              <a:ext uri="{FF2B5EF4-FFF2-40B4-BE49-F238E27FC236}">
                <a16:creationId xmlns:a16="http://schemas.microsoft.com/office/drawing/2014/main" id="{783E253D-8A03-47B3-8D92-9E8781E10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2554491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8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80309a459394e44">
            <a:extLst>
              <a:ext uri="{96DAC541-7B7A-43D3-8B79-37D633B846F1}">
                <asvg:svgBlip xmlns:asvg="http://schemas.microsoft.com/office/drawing/2016/SVG/main" r:embed="R2a074ca8aca84214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2630691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17" name="action-title-0-2">
            <a:extLst xmlns:a="http://schemas.openxmlformats.org/drawingml/2006/main">
              <a:ext uri="{FF2B5EF4-FFF2-40B4-BE49-F238E27FC236}">
                <a16:creationId xmlns:a16="http://schemas.microsoft.com/office/drawing/2014/main" id="{3756BBB0-29BB-4CAD-B472-BB1F264FC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493464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内容优化</a:t>
            </a:r>
          </a:p>
        </p:txBody>
      </p:sp>
      <p:sp>
        <p:nvSpPr>
          <p:cNvPr id="18" name="action-body-0-2">
            <a:extLst xmlns:a="http://schemas.openxmlformats.org/drawingml/2006/main">
              <a:ext uri="{FF2B5EF4-FFF2-40B4-BE49-F238E27FC236}">
                <a16:creationId xmlns:a16="http://schemas.microsoft.com/office/drawing/2014/main" id="{4EB573C3-9DB7-47A1-B720-54C311DAA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722064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提高触达质量</a:t>
            </a:r>
          </a:p>
        </p:txBody>
      </p:sp>
      <p:sp>
        <p:nvSpPr>
          <p:cNvPr id="19" name="action-icon-shell-0-3">
            <a:extLst xmlns:a="http://schemas.openxmlformats.org/drawingml/2006/main">
              <a:ext uri="{FF2B5EF4-FFF2-40B4-BE49-F238E27FC236}">
                <a16:creationId xmlns:a16="http://schemas.microsoft.com/office/drawing/2014/main" id="{D241F23A-288E-4530-9474-C35D0B34E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2554491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8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5450be92ae54895">
            <a:extLst>
              <a:ext uri="{96DAC541-7B7A-43D3-8B79-37D633B846F1}">
                <asvg:svgBlip xmlns:asvg="http://schemas.microsoft.com/office/drawing/2016/SVG/main" r:embed="Rd9bae20e92de487a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2630691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21" name="action-title-0-3">
            <a:extLst xmlns:a="http://schemas.openxmlformats.org/drawingml/2006/main">
              <a:ext uri="{FF2B5EF4-FFF2-40B4-BE49-F238E27FC236}">
                <a16:creationId xmlns:a16="http://schemas.microsoft.com/office/drawing/2014/main" id="{32D60583-9D2D-4AF5-A66E-188655A02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493464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行为追踪</a:t>
            </a:r>
          </a:p>
        </p:txBody>
      </p:sp>
      <p:sp>
        <p:nvSpPr>
          <p:cNvPr id="22" name="action-body-0-3">
            <a:extLst xmlns:a="http://schemas.openxmlformats.org/drawingml/2006/main">
              <a:ext uri="{FF2B5EF4-FFF2-40B4-BE49-F238E27FC236}">
                <a16:creationId xmlns:a16="http://schemas.microsoft.com/office/drawing/2014/main" id="{4D58AFA7-7E4D-4AD6-B375-52613A776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722064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记录关键反馈</a:t>
            </a:r>
          </a:p>
        </p:txBody>
      </p:sp>
      <p:sp>
        <p:nvSpPr>
          <p:cNvPr id="23" name="phase-rail-1">
            <a:extLst xmlns:a="http://schemas.openxmlformats.org/drawingml/2006/main">
              <a:ext uri="{FF2B5EF4-FFF2-40B4-BE49-F238E27FC236}">
                <a16:creationId xmlns:a16="http://schemas.microsoft.com/office/drawing/2014/main" id="{451BD2DD-CF75-4DC6-9215-8F98E1329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3204124"/>
            <a:ext cx="514350" cy="1450991"/>
          </a:xfrm>
          <a:custGeom xmlns:a="http://schemas.openxmlformats.org/drawingml/2006/main">
            <a:pathLst>
              <a:path w="514350" h="1450991">
                <a:moveTo>
                  <a:pt x="0" y="0"/>
                </a:moveTo>
                <a:lnTo>
                  <a:pt x="16621" y="9230"/>
                </a:lnTo>
                <a:lnTo>
                  <a:pt x="33233" y="18459"/>
                </a:lnTo>
                <a:lnTo>
                  <a:pt x="49854" y="27699"/>
                </a:lnTo>
                <a:lnTo>
                  <a:pt x="66465" y="36928"/>
                </a:lnTo>
                <a:lnTo>
                  <a:pt x="83087" y="46158"/>
                </a:lnTo>
                <a:lnTo>
                  <a:pt x="99708" y="55388"/>
                </a:lnTo>
                <a:lnTo>
                  <a:pt x="116319" y="64618"/>
                </a:lnTo>
                <a:lnTo>
                  <a:pt x="132940" y="73857"/>
                </a:lnTo>
                <a:lnTo>
                  <a:pt x="149552" y="83087"/>
                </a:lnTo>
                <a:lnTo>
                  <a:pt x="166173" y="92316"/>
                </a:lnTo>
                <a:lnTo>
                  <a:pt x="182785" y="101546"/>
                </a:lnTo>
                <a:lnTo>
                  <a:pt x="199406" y="110776"/>
                </a:lnTo>
                <a:lnTo>
                  <a:pt x="216027" y="120015"/>
                </a:lnTo>
                <a:lnTo>
                  <a:pt x="232639" y="129245"/>
                </a:lnTo>
                <a:lnTo>
                  <a:pt x="249260" y="138474"/>
                </a:lnTo>
                <a:lnTo>
                  <a:pt x="265871" y="138036"/>
                </a:lnTo>
                <a:lnTo>
                  <a:pt x="282492" y="128807"/>
                </a:lnTo>
                <a:lnTo>
                  <a:pt x="299114" y="119577"/>
                </a:lnTo>
                <a:lnTo>
                  <a:pt x="315725" y="110347"/>
                </a:lnTo>
                <a:lnTo>
                  <a:pt x="332346" y="101108"/>
                </a:lnTo>
                <a:lnTo>
                  <a:pt x="348958" y="91878"/>
                </a:lnTo>
                <a:lnTo>
                  <a:pt x="365579" y="82648"/>
                </a:lnTo>
                <a:lnTo>
                  <a:pt x="382200" y="73419"/>
                </a:lnTo>
                <a:lnTo>
                  <a:pt x="398812" y="64189"/>
                </a:lnTo>
                <a:lnTo>
                  <a:pt x="415433" y="54950"/>
                </a:lnTo>
                <a:lnTo>
                  <a:pt x="432044" y="45720"/>
                </a:lnTo>
                <a:lnTo>
                  <a:pt x="448666" y="36490"/>
                </a:lnTo>
                <a:lnTo>
                  <a:pt x="465277" y="27261"/>
                </a:lnTo>
                <a:lnTo>
                  <a:pt x="481898" y="18031"/>
                </a:lnTo>
                <a:lnTo>
                  <a:pt x="498519" y="8792"/>
                </a:lnTo>
                <a:lnTo>
                  <a:pt x="514350" y="895"/>
                </a:lnTo>
                <a:lnTo>
                  <a:pt x="514350" y="19907"/>
                </a:lnTo>
                <a:lnTo>
                  <a:pt x="514350" y="38910"/>
                </a:lnTo>
                <a:lnTo>
                  <a:pt x="514350" y="57922"/>
                </a:lnTo>
                <a:lnTo>
                  <a:pt x="514350" y="76933"/>
                </a:lnTo>
                <a:lnTo>
                  <a:pt x="514350" y="95945"/>
                </a:lnTo>
                <a:lnTo>
                  <a:pt x="514350" y="114948"/>
                </a:lnTo>
                <a:lnTo>
                  <a:pt x="514350" y="133960"/>
                </a:lnTo>
                <a:lnTo>
                  <a:pt x="514350" y="152972"/>
                </a:lnTo>
                <a:lnTo>
                  <a:pt x="514350" y="171974"/>
                </a:lnTo>
                <a:lnTo>
                  <a:pt x="514350" y="190986"/>
                </a:lnTo>
                <a:lnTo>
                  <a:pt x="514350" y="209998"/>
                </a:lnTo>
                <a:lnTo>
                  <a:pt x="514350" y="229000"/>
                </a:lnTo>
                <a:lnTo>
                  <a:pt x="514350" y="248012"/>
                </a:lnTo>
                <a:lnTo>
                  <a:pt x="514350" y="267024"/>
                </a:lnTo>
                <a:lnTo>
                  <a:pt x="514350" y="286036"/>
                </a:lnTo>
                <a:lnTo>
                  <a:pt x="514350" y="305038"/>
                </a:lnTo>
                <a:lnTo>
                  <a:pt x="514350" y="324050"/>
                </a:lnTo>
                <a:lnTo>
                  <a:pt x="514350" y="343062"/>
                </a:lnTo>
                <a:lnTo>
                  <a:pt x="514350" y="362064"/>
                </a:lnTo>
                <a:lnTo>
                  <a:pt x="514350" y="381076"/>
                </a:lnTo>
                <a:lnTo>
                  <a:pt x="514350" y="400088"/>
                </a:lnTo>
                <a:lnTo>
                  <a:pt x="514350" y="419090"/>
                </a:lnTo>
                <a:lnTo>
                  <a:pt x="514350" y="438102"/>
                </a:lnTo>
                <a:lnTo>
                  <a:pt x="514350" y="457114"/>
                </a:lnTo>
                <a:lnTo>
                  <a:pt x="514350" y="476126"/>
                </a:lnTo>
                <a:lnTo>
                  <a:pt x="514350" y="495129"/>
                </a:lnTo>
                <a:lnTo>
                  <a:pt x="514350" y="514140"/>
                </a:lnTo>
                <a:lnTo>
                  <a:pt x="514350" y="533152"/>
                </a:lnTo>
                <a:lnTo>
                  <a:pt x="514350" y="552155"/>
                </a:lnTo>
                <a:lnTo>
                  <a:pt x="514350" y="571167"/>
                </a:lnTo>
                <a:lnTo>
                  <a:pt x="514350" y="590179"/>
                </a:lnTo>
                <a:lnTo>
                  <a:pt x="514350" y="609181"/>
                </a:lnTo>
                <a:lnTo>
                  <a:pt x="514350" y="628193"/>
                </a:lnTo>
                <a:lnTo>
                  <a:pt x="514350" y="647205"/>
                </a:lnTo>
                <a:lnTo>
                  <a:pt x="514350" y="666207"/>
                </a:lnTo>
                <a:lnTo>
                  <a:pt x="514350" y="685219"/>
                </a:lnTo>
                <a:lnTo>
                  <a:pt x="514350" y="704231"/>
                </a:lnTo>
                <a:lnTo>
                  <a:pt x="514350" y="723243"/>
                </a:lnTo>
                <a:lnTo>
                  <a:pt x="514350" y="742245"/>
                </a:lnTo>
                <a:lnTo>
                  <a:pt x="514350" y="761257"/>
                </a:lnTo>
                <a:lnTo>
                  <a:pt x="514350" y="780269"/>
                </a:lnTo>
                <a:lnTo>
                  <a:pt x="514350" y="799271"/>
                </a:lnTo>
                <a:lnTo>
                  <a:pt x="514350" y="818283"/>
                </a:lnTo>
                <a:lnTo>
                  <a:pt x="514350" y="837295"/>
                </a:lnTo>
                <a:lnTo>
                  <a:pt x="514350" y="856298"/>
                </a:lnTo>
                <a:lnTo>
                  <a:pt x="514350" y="875309"/>
                </a:lnTo>
                <a:lnTo>
                  <a:pt x="514350" y="894321"/>
                </a:lnTo>
                <a:lnTo>
                  <a:pt x="514350" y="913333"/>
                </a:lnTo>
                <a:lnTo>
                  <a:pt x="514350" y="932336"/>
                </a:lnTo>
                <a:lnTo>
                  <a:pt x="514350" y="951347"/>
                </a:lnTo>
                <a:lnTo>
                  <a:pt x="514350" y="970359"/>
                </a:lnTo>
                <a:lnTo>
                  <a:pt x="514350" y="989362"/>
                </a:lnTo>
                <a:lnTo>
                  <a:pt x="514350" y="1008374"/>
                </a:lnTo>
                <a:lnTo>
                  <a:pt x="514350" y="1027386"/>
                </a:lnTo>
                <a:lnTo>
                  <a:pt x="514350" y="1046388"/>
                </a:lnTo>
                <a:lnTo>
                  <a:pt x="514350" y="1065400"/>
                </a:lnTo>
                <a:lnTo>
                  <a:pt x="514350" y="1084412"/>
                </a:lnTo>
                <a:lnTo>
                  <a:pt x="514350" y="1103424"/>
                </a:lnTo>
                <a:lnTo>
                  <a:pt x="514350" y="1122426"/>
                </a:lnTo>
                <a:lnTo>
                  <a:pt x="514350" y="1141438"/>
                </a:lnTo>
                <a:lnTo>
                  <a:pt x="514350" y="1160450"/>
                </a:lnTo>
                <a:lnTo>
                  <a:pt x="514350" y="1179452"/>
                </a:lnTo>
                <a:lnTo>
                  <a:pt x="514350" y="1198464"/>
                </a:lnTo>
                <a:lnTo>
                  <a:pt x="514350" y="1217476"/>
                </a:lnTo>
                <a:lnTo>
                  <a:pt x="514350" y="1236478"/>
                </a:lnTo>
                <a:lnTo>
                  <a:pt x="514350" y="1255490"/>
                </a:lnTo>
                <a:lnTo>
                  <a:pt x="514350" y="1274502"/>
                </a:lnTo>
                <a:lnTo>
                  <a:pt x="514350" y="1293505"/>
                </a:lnTo>
                <a:lnTo>
                  <a:pt x="514350" y="1312516"/>
                </a:lnTo>
                <a:lnTo>
                  <a:pt x="497729" y="1321746"/>
                </a:lnTo>
                <a:lnTo>
                  <a:pt x="481117" y="1330985"/>
                </a:lnTo>
                <a:lnTo>
                  <a:pt x="464496" y="1340215"/>
                </a:lnTo>
                <a:lnTo>
                  <a:pt x="447885" y="1349445"/>
                </a:lnTo>
                <a:lnTo>
                  <a:pt x="431263" y="1358675"/>
                </a:lnTo>
                <a:lnTo>
                  <a:pt x="414642" y="1367904"/>
                </a:lnTo>
                <a:lnTo>
                  <a:pt x="398031" y="1377144"/>
                </a:lnTo>
                <a:lnTo>
                  <a:pt x="381410" y="1386373"/>
                </a:lnTo>
                <a:lnTo>
                  <a:pt x="364798" y="1395603"/>
                </a:lnTo>
                <a:lnTo>
                  <a:pt x="348177" y="1404833"/>
                </a:lnTo>
                <a:lnTo>
                  <a:pt x="331565" y="1414062"/>
                </a:lnTo>
                <a:lnTo>
                  <a:pt x="314944" y="1423302"/>
                </a:lnTo>
                <a:lnTo>
                  <a:pt x="298323" y="1432531"/>
                </a:lnTo>
                <a:lnTo>
                  <a:pt x="281711" y="1441761"/>
                </a:lnTo>
                <a:lnTo>
                  <a:pt x="265090" y="1450991"/>
                </a:lnTo>
                <a:lnTo>
                  <a:pt x="248479" y="1450553"/>
                </a:lnTo>
                <a:lnTo>
                  <a:pt x="231858" y="1441323"/>
                </a:lnTo>
                <a:lnTo>
                  <a:pt x="215236" y="1432093"/>
                </a:lnTo>
                <a:lnTo>
                  <a:pt x="198625" y="1422864"/>
                </a:lnTo>
                <a:lnTo>
                  <a:pt x="182004" y="1413634"/>
                </a:lnTo>
                <a:lnTo>
                  <a:pt x="165392" y="1404395"/>
                </a:lnTo>
                <a:lnTo>
                  <a:pt x="148771" y="1395165"/>
                </a:lnTo>
                <a:lnTo>
                  <a:pt x="132150" y="1385935"/>
                </a:lnTo>
                <a:lnTo>
                  <a:pt x="115538" y="1376705"/>
                </a:lnTo>
                <a:lnTo>
                  <a:pt x="98917" y="1367476"/>
                </a:lnTo>
                <a:lnTo>
                  <a:pt x="82306" y="1358236"/>
                </a:lnTo>
                <a:lnTo>
                  <a:pt x="65684" y="1349007"/>
                </a:lnTo>
                <a:lnTo>
                  <a:pt x="49073" y="1339777"/>
                </a:lnTo>
                <a:lnTo>
                  <a:pt x="32452" y="1330547"/>
                </a:lnTo>
                <a:lnTo>
                  <a:pt x="15831" y="1321318"/>
                </a:lnTo>
                <a:lnTo>
                  <a:pt x="0" y="1311621"/>
                </a:lnTo>
                <a:lnTo>
                  <a:pt x="0" y="1292609"/>
                </a:lnTo>
                <a:lnTo>
                  <a:pt x="0" y="1273607"/>
                </a:lnTo>
                <a:lnTo>
                  <a:pt x="0" y="1254595"/>
                </a:lnTo>
                <a:lnTo>
                  <a:pt x="0" y="1235583"/>
                </a:lnTo>
                <a:lnTo>
                  <a:pt x="0" y="1216581"/>
                </a:lnTo>
                <a:lnTo>
                  <a:pt x="0" y="1197569"/>
                </a:lnTo>
                <a:lnTo>
                  <a:pt x="0" y="1178557"/>
                </a:lnTo>
                <a:lnTo>
                  <a:pt x="0" y="1159554"/>
                </a:lnTo>
                <a:lnTo>
                  <a:pt x="0" y="1140543"/>
                </a:lnTo>
                <a:lnTo>
                  <a:pt x="0" y="1121531"/>
                </a:lnTo>
                <a:lnTo>
                  <a:pt x="0" y="1102519"/>
                </a:lnTo>
                <a:lnTo>
                  <a:pt x="0" y="1083516"/>
                </a:lnTo>
                <a:lnTo>
                  <a:pt x="0" y="1064504"/>
                </a:lnTo>
                <a:lnTo>
                  <a:pt x="0" y="1045493"/>
                </a:lnTo>
                <a:lnTo>
                  <a:pt x="0" y="1026490"/>
                </a:lnTo>
                <a:lnTo>
                  <a:pt x="0" y="1007478"/>
                </a:lnTo>
                <a:lnTo>
                  <a:pt x="0" y="988466"/>
                </a:lnTo>
                <a:lnTo>
                  <a:pt x="0" y="969464"/>
                </a:lnTo>
                <a:lnTo>
                  <a:pt x="0" y="950452"/>
                </a:lnTo>
                <a:lnTo>
                  <a:pt x="0" y="931440"/>
                </a:lnTo>
                <a:lnTo>
                  <a:pt x="0" y="912428"/>
                </a:lnTo>
                <a:lnTo>
                  <a:pt x="0" y="893426"/>
                </a:lnTo>
                <a:lnTo>
                  <a:pt x="0" y="874414"/>
                </a:lnTo>
                <a:lnTo>
                  <a:pt x="0" y="855402"/>
                </a:lnTo>
                <a:lnTo>
                  <a:pt x="0" y="836400"/>
                </a:lnTo>
                <a:lnTo>
                  <a:pt x="0" y="817388"/>
                </a:lnTo>
                <a:lnTo>
                  <a:pt x="0" y="798376"/>
                </a:lnTo>
                <a:lnTo>
                  <a:pt x="0" y="779374"/>
                </a:lnTo>
                <a:lnTo>
                  <a:pt x="0" y="760362"/>
                </a:lnTo>
                <a:lnTo>
                  <a:pt x="0" y="741350"/>
                </a:lnTo>
                <a:lnTo>
                  <a:pt x="0" y="722338"/>
                </a:lnTo>
                <a:lnTo>
                  <a:pt x="0" y="703336"/>
                </a:lnTo>
                <a:lnTo>
                  <a:pt x="0" y="684324"/>
                </a:lnTo>
                <a:lnTo>
                  <a:pt x="0" y="665312"/>
                </a:lnTo>
                <a:lnTo>
                  <a:pt x="0" y="646309"/>
                </a:lnTo>
                <a:lnTo>
                  <a:pt x="0" y="627297"/>
                </a:lnTo>
                <a:lnTo>
                  <a:pt x="0" y="608286"/>
                </a:lnTo>
                <a:lnTo>
                  <a:pt x="0" y="589283"/>
                </a:lnTo>
                <a:lnTo>
                  <a:pt x="0" y="570271"/>
                </a:lnTo>
                <a:lnTo>
                  <a:pt x="0" y="551259"/>
                </a:lnTo>
                <a:lnTo>
                  <a:pt x="0" y="532257"/>
                </a:lnTo>
                <a:lnTo>
                  <a:pt x="0" y="513245"/>
                </a:lnTo>
                <a:lnTo>
                  <a:pt x="0" y="494233"/>
                </a:lnTo>
                <a:lnTo>
                  <a:pt x="0" y="475221"/>
                </a:lnTo>
                <a:lnTo>
                  <a:pt x="0" y="456219"/>
                </a:lnTo>
                <a:lnTo>
                  <a:pt x="0" y="437207"/>
                </a:lnTo>
                <a:lnTo>
                  <a:pt x="0" y="418195"/>
                </a:lnTo>
                <a:lnTo>
                  <a:pt x="0" y="399193"/>
                </a:lnTo>
                <a:lnTo>
                  <a:pt x="0" y="380181"/>
                </a:lnTo>
                <a:lnTo>
                  <a:pt x="0" y="361169"/>
                </a:lnTo>
                <a:lnTo>
                  <a:pt x="0" y="342167"/>
                </a:lnTo>
                <a:lnTo>
                  <a:pt x="0" y="323155"/>
                </a:lnTo>
                <a:lnTo>
                  <a:pt x="0" y="304143"/>
                </a:lnTo>
                <a:lnTo>
                  <a:pt x="0" y="285131"/>
                </a:lnTo>
                <a:lnTo>
                  <a:pt x="0" y="266129"/>
                </a:lnTo>
                <a:lnTo>
                  <a:pt x="0" y="247117"/>
                </a:lnTo>
                <a:lnTo>
                  <a:pt x="0" y="228105"/>
                </a:lnTo>
                <a:lnTo>
                  <a:pt x="0" y="209102"/>
                </a:lnTo>
                <a:lnTo>
                  <a:pt x="0" y="190090"/>
                </a:lnTo>
                <a:lnTo>
                  <a:pt x="0" y="171079"/>
                </a:lnTo>
                <a:lnTo>
                  <a:pt x="0" y="152076"/>
                </a:lnTo>
                <a:lnTo>
                  <a:pt x="0" y="133064"/>
                </a:lnTo>
                <a:lnTo>
                  <a:pt x="0" y="114052"/>
                </a:lnTo>
                <a:lnTo>
                  <a:pt x="0" y="95040"/>
                </a:lnTo>
                <a:lnTo>
                  <a:pt x="0" y="76038"/>
                </a:lnTo>
                <a:lnTo>
                  <a:pt x="0" y="57026"/>
                </a:lnTo>
                <a:lnTo>
                  <a:pt x="0" y="38014"/>
                </a:lnTo>
                <a:lnTo>
                  <a:pt x="0" y="19012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24" name="phase-title-1">
            <a:extLst xmlns:a="http://schemas.openxmlformats.org/drawingml/2006/main">
              <a:ext uri="{FF2B5EF4-FFF2-40B4-BE49-F238E27FC236}">
                <a16:creationId xmlns:a16="http://schemas.microsoft.com/office/drawing/2014/main" id="{A554E122-4F36-4EA3-B1D1-B6E98886E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3460994"/>
            <a:ext cx="1428750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意向培育</a:t>
            </a:r>
          </a:p>
        </p:txBody>
      </p:sp>
      <p:sp>
        <p:nvSpPr>
          <p:cNvPr id="25" name="phase-body-1">
            <a:extLst xmlns:a="http://schemas.openxmlformats.org/drawingml/2006/main">
              <a:ext uri="{FF2B5EF4-FFF2-40B4-BE49-F238E27FC236}">
                <a16:creationId xmlns:a16="http://schemas.microsoft.com/office/drawing/2014/main" id="{750B443F-8D98-4FFE-9E73-64333982A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3815210"/>
            <a:ext cx="1428750" cy="587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让有效关注形</a:t>
            </a:r>
          </a:p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成意向</a:t>
            </a:r>
          </a:p>
        </p:txBody>
      </p:sp>
      <p:sp>
        <p:nvSpPr>
          <p:cNvPr id="26" name="action-icon-shell-1-0">
            <a:extLst xmlns:a="http://schemas.openxmlformats.org/drawingml/2006/main">
              <a:ext uri="{FF2B5EF4-FFF2-40B4-BE49-F238E27FC236}">
                <a16:creationId xmlns:a16="http://schemas.microsoft.com/office/drawing/2014/main" id="{FE285749-D518-4B06-8BC0-B3B8896BC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3760289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9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24b0e6a9cf04018">
            <a:extLst>
              <a:ext uri="{96DAC541-7B7A-43D3-8B79-37D633B846F1}">
                <asvg:svgBlip xmlns:asvg="http://schemas.microsoft.com/office/drawing/2016/SVG/main" r:embed="R7374e7cdd8f744c8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3836489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28" name="action-title-1-0">
            <a:extLst xmlns:a="http://schemas.openxmlformats.org/drawingml/2006/main">
              <a:ext uri="{FF2B5EF4-FFF2-40B4-BE49-F238E27FC236}">
                <a16:creationId xmlns:a16="http://schemas.microsoft.com/office/drawing/2014/main" id="{19E7A925-9109-4749-A9A3-CD020DB3A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3699272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规则触发</a:t>
            </a:r>
          </a:p>
        </p:txBody>
      </p:sp>
      <p:sp>
        <p:nvSpPr>
          <p:cNvPr id="29" name="action-body-1-0">
            <a:extLst xmlns:a="http://schemas.openxmlformats.org/drawingml/2006/main">
              <a:ext uri="{FF2B5EF4-FFF2-40B4-BE49-F238E27FC236}">
                <a16:creationId xmlns:a16="http://schemas.microsoft.com/office/drawing/2014/main" id="{DFE55EDC-5367-4382-A63F-7C7C86D55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3927872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自动下发任务</a:t>
            </a:r>
          </a:p>
        </p:txBody>
      </p:sp>
      <p:sp>
        <p:nvSpPr>
          <p:cNvPr id="30" name="action-icon-shell-1-1">
            <a:extLst xmlns:a="http://schemas.openxmlformats.org/drawingml/2006/main">
              <a:ext uri="{FF2B5EF4-FFF2-40B4-BE49-F238E27FC236}">
                <a16:creationId xmlns:a16="http://schemas.microsoft.com/office/drawing/2014/main" id="{81EECB97-E4D3-4809-AC27-E3223583A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3760289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9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02bd759721140bd">
            <a:extLst>
              <a:ext uri="{96DAC541-7B7A-43D3-8B79-37D633B846F1}">
                <asvg:svgBlip xmlns:asvg="http://schemas.microsoft.com/office/drawing/2016/SVG/main" r:embed="R9343febfb89843f4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3836489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32" name="action-title-1-1">
            <a:extLst xmlns:a="http://schemas.openxmlformats.org/drawingml/2006/main">
              <a:ext uri="{FF2B5EF4-FFF2-40B4-BE49-F238E27FC236}">
                <a16:creationId xmlns:a16="http://schemas.microsoft.com/office/drawing/2014/main" id="{18DFF40D-2D52-44F7-8AE4-6553475F6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3699272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热度评估</a:t>
            </a:r>
          </a:p>
        </p:txBody>
      </p:sp>
      <p:sp>
        <p:nvSpPr>
          <p:cNvPr id="33" name="action-body-1-1">
            <a:extLst xmlns:a="http://schemas.openxmlformats.org/drawingml/2006/main">
              <a:ext uri="{FF2B5EF4-FFF2-40B4-BE49-F238E27FC236}">
                <a16:creationId xmlns:a16="http://schemas.microsoft.com/office/drawing/2014/main" id="{60675BDF-5035-46DE-8CD0-0B910543B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3927872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识别优先对象</a:t>
            </a:r>
          </a:p>
        </p:txBody>
      </p:sp>
      <p:sp>
        <p:nvSpPr>
          <p:cNvPr id="34" name="phase-rail-2">
            <a:extLst xmlns:a="http://schemas.openxmlformats.org/drawingml/2006/main">
              <a:ext uri="{FF2B5EF4-FFF2-40B4-BE49-F238E27FC236}">
                <a16:creationId xmlns:a16="http://schemas.microsoft.com/office/drawing/2014/main" id="{C15D2441-54C9-4DA3-9D1B-3F71B1C65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4659516"/>
            <a:ext cx="514350" cy="1546260"/>
          </a:xfrm>
          <a:custGeom xmlns:a="http://schemas.openxmlformats.org/drawingml/2006/main">
            <a:pathLst>
              <a:path w="514350" h="1546260">
                <a:moveTo>
                  <a:pt x="0" y="0"/>
                </a:moveTo>
                <a:lnTo>
                  <a:pt x="16621" y="9230"/>
                </a:lnTo>
                <a:lnTo>
                  <a:pt x="33242" y="18469"/>
                </a:lnTo>
                <a:lnTo>
                  <a:pt x="49854" y="27699"/>
                </a:lnTo>
                <a:lnTo>
                  <a:pt x="66475" y="36928"/>
                </a:lnTo>
                <a:lnTo>
                  <a:pt x="83096" y="46158"/>
                </a:lnTo>
                <a:lnTo>
                  <a:pt x="99717" y="55397"/>
                </a:lnTo>
                <a:lnTo>
                  <a:pt x="116329" y="64627"/>
                </a:lnTo>
                <a:lnTo>
                  <a:pt x="132950" y="73857"/>
                </a:lnTo>
                <a:lnTo>
                  <a:pt x="149571" y="83096"/>
                </a:lnTo>
                <a:lnTo>
                  <a:pt x="166192" y="92326"/>
                </a:lnTo>
                <a:lnTo>
                  <a:pt x="182804" y="101556"/>
                </a:lnTo>
                <a:lnTo>
                  <a:pt x="199425" y="110795"/>
                </a:lnTo>
                <a:lnTo>
                  <a:pt x="216046" y="120025"/>
                </a:lnTo>
                <a:lnTo>
                  <a:pt x="232667" y="129254"/>
                </a:lnTo>
                <a:lnTo>
                  <a:pt x="249279" y="138484"/>
                </a:lnTo>
                <a:lnTo>
                  <a:pt x="265900" y="138027"/>
                </a:lnTo>
                <a:lnTo>
                  <a:pt x="282521" y="128788"/>
                </a:lnTo>
                <a:lnTo>
                  <a:pt x="299142" y="119558"/>
                </a:lnTo>
                <a:lnTo>
                  <a:pt x="315763" y="110328"/>
                </a:lnTo>
                <a:lnTo>
                  <a:pt x="332375" y="101098"/>
                </a:lnTo>
                <a:lnTo>
                  <a:pt x="348996" y="91859"/>
                </a:lnTo>
                <a:lnTo>
                  <a:pt x="365617" y="82629"/>
                </a:lnTo>
                <a:lnTo>
                  <a:pt x="382238" y="73400"/>
                </a:lnTo>
                <a:lnTo>
                  <a:pt x="398850" y="64160"/>
                </a:lnTo>
                <a:lnTo>
                  <a:pt x="415471" y="54931"/>
                </a:lnTo>
                <a:lnTo>
                  <a:pt x="432092" y="45701"/>
                </a:lnTo>
                <a:lnTo>
                  <a:pt x="448713" y="36462"/>
                </a:lnTo>
                <a:lnTo>
                  <a:pt x="465325" y="27232"/>
                </a:lnTo>
                <a:lnTo>
                  <a:pt x="481946" y="18002"/>
                </a:lnTo>
                <a:lnTo>
                  <a:pt x="498567" y="8773"/>
                </a:lnTo>
                <a:lnTo>
                  <a:pt x="514350" y="953"/>
                </a:lnTo>
                <a:lnTo>
                  <a:pt x="514350" y="19964"/>
                </a:lnTo>
                <a:lnTo>
                  <a:pt x="514350" y="38976"/>
                </a:lnTo>
                <a:lnTo>
                  <a:pt x="514350" y="57988"/>
                </a:lnTo>
                <a:lnTo>
                  <a:pt x="514350" y="77000"/>
                </a:lnTo>
                <a:lnTo>
                  <a:pt x="514350" y="96012"/>
                </a:lnTo>
                <a:lnTo>
                  <a:pt x="514350" y="115024"/>
                </a:lnTo>
                <a:lnTo>
                  <a:pt x="514350" y="134036"/>
                </a:lnTo>
                <a:lnTo>
                  <a:pt x="514350" y="153048"/>
                </a:lnTo>
                <a:lnTo>
                  <a:pt x="514350" y="172050"/>
                </a:lnTo>
                <a:lnTo>
                  <a:pt x="514350" y="191062"/>
                </a:lnTo>
                <a:lnTo>
                  <a:pt x="514350" y="210074"/>
                </a:lnTo>
                <a:lnTo>
                  <a:pt x="514350" y="229086"/>
                </a:lnTo>
                <a:lnTo>
                  <a:pt x="514350" y="248098"/>
                </a:lnTo>
                <a:lnTo>
                  <a:pt x="514350" y="267110"/>
                </a:lnTo>
                <a:lnTo>
                  <a:pt x="514350" y="286121"/>
                </a:lnTo>
                <a:lnTo>
                  <a:pt x="514350" y="305133"/>
                </a:lnTo>
                <a:lnTo>
                  <a:pt x="514350" y="324145"/>
                </a:lnTo>
                <a:lnTo>
                  <a:pt x="514350" y="343157"/>
                </a:lnTo>
                <a:lnTo>
                  <a:pt x="514350" y="362169"/>
                </a:lnTo>
                <a:lnTo>
                  <a:pt x="514350" y="381171"/>
                </a:lnTo>
                <a:lnTo>
                  <a:pt x="514350" y="400183"/>
                </a:lnTo>
                <a:lnTo>
                  <a:pt x="514350" y="419195"/>
                </a:lnTo>
                <a:lnTo>
                  <a:pt x="514350" y="438207"/>
                </a:lnTo>
                <a:lnTo>
                  <a:pt x="514350" y="457219"/>
                </a:lnTo>
                <a:lnTo>
                  <a:pt x="514350" y="476231"/>
                </a:lnTo>
                <a:lnTo>
                  <a:pt x="514350" y="495243"/>
                </a:lnTo>
                <a:lnTo>
                  <a:pt x="514350" y="514255"/>
                </a:lnTo>
                <a:lnTo>
                  <a:pt x="514350" y="533267"/>
                </a:lnTo>
                <a:lnTo>
                  <a:pt x="514350" y="552279"/>
                </a:lnTo>
                <a:lnTo>
                  <a:pt x="514350" y="571281"/>
                </a:lnTo>
                <a:lnTo>
                  <a:pt x="514350" y="590293"/>
                </a:lnTo>
                <a:lnTo>
                  <a:pt x="514350" y="609305"/>
                </a:lnTo>
                <a:lnTo>
                  <a:pt x="514350" y="628317"/>
                </a:lnTo>
                <a:lnTo>
                  <a:pt x="514350" y="647329"/>
                </a:lnTo>
                <a:lnTo>
                  <a:pt x="514350" y="666340"/>
                </a:lnTo>
                <a:lnTo>
                  <a:pt x="514350" y="685352"/>
                </a:lnTo>
                <a:lnTo>
                  <a:pt x="514350" y="704364"/>
                </a:lnTo>
                <a:lnTo>
                  <a:pt x="514350" y="723376"/>
                </a:lnTo>
                <a:lnTo>
                  <a:pt x="514350" y="742388"/>
                </a:lnTo>
                <a:lnTo>
                  <a:pt x="514350" y="761390"/>
                </a:lnTo>
                <a:lnTo>
                  <a:pt x="514350" y="780402"/>
                </a:lnTo>
                <a:lnTo>
                  <a:pt x="514350" y="799414"/>
                </a:lnTo>
                <a:lnTo>
                  <a:pt x="514350" y="818426"/>
                </a:lnTo>
                <a:lnTo>
                  <a:pt x="514350" y="837438"/>
                </a:lnTo>
                <a:lnTo>
                  <a:pt x="514350" y="856450"/>
                </a:lnTo>
                <a:lnTo>
                  <a:pt x="514350" y="875462"/>
                </a:lnTo>
                <a:lnTo>
                  <a:pt x="514350" y="894474"/>
                </a:lnTo>
                <a:lnTo>
                  <a:pt x="514350" y="913486"/>
                </a:lnTo>
                <a:lnTo>
                  <a:pt x="514350" y="932498"/>
                </a:lnTo>
                <a:lnTo>
                  <a:pt x="514350" y="951500"/>
                </a:lnTo>
                <a:lnTo>
                  <a:pt x="514350" y="970512"/>
                </a:lnTo>
                <a:lnTo>
                  <a:pt x="514350" y="989524"/>
                </a:lnTo>
                <a:lnTo>
                  <a:pt x="514350" y="1008536"/>
                </a:lnTo>
                <a:lnTo>
                  <a:pt x="514350" y="1027547"/>
                </a:lnTo>
                <a:lnTo>
                  <a:pt x="514350" y="1046559"/>
                </a:lnTo>
                <a:lnTo>
                  <a:pt x="514350" y="1065571"/>
                </a:lnTo>
                <a:lnTo>
                  <a:pt x="514350" y="1084583"/>
                </a:lnTo>
                <a:lnTo>
                  <a:pt x="514350" y="1103595"/>
                </a:lnTo>
                <a:lnTo>
                  <a:pt x="514350" y="1122607"/>
                </a:lnTo>
                <a:lnTo>
                  <a:pt x="514350" y="1141619"/>
                </a:lnTo>
                <a:lnTo>
                  <a:pt x="514350" y="1160621"/>
                </a:lnTo>
                <a:lnTo>
                  <a:pt x="514350" y="1179633"/>
                </a:lnTo>
                <a:lnTo>
                  <a:pt x="514350" y="1198645"/>
                </a:lnTo>
                <a:lnTo>
                  <a:pt x="514350" y="1217657"/>
                </a:lnTo>
                <a:lnTo>
                  <a:pt x="514350" y="1236669"/>
                </a:lnTo>
                <a:lnTo>
                  <a:pt x="514350" y="1255681"/>
                </a:lnTo>
                <a:lnTo>
                  <a:pt x="514350" y="1274693"/>
                </a:lnTo>
                <a:lnTo>
                  <a:pt x="514350" y="1293705"/>
                </a:lnTo>
                <a:lnTo>
                  <a:pt x="514350" y="1312716"/>
                </a:lnTo>
                <a:lnTo>
                  <a:pt x="514350" y="1331728"/>
                </a:lnTo>
                <a:lnTo>
                  <a:pt x="514350" y="1350731"/>
                </a:lnTo>
                <a:lnTo>
                  <a:pt x="514350" y="1369743"/>
                </a:lnTo>
                <a:lnTo>
                  <a:pt x="514350" y="1388755"/>
                </a:lnTo>
                <a:lnTo>
                  <a:pt x="514350" y="1407766"/>
                </a:lnTo>
                <a:lnTo>
                  <a:pt x="497729" y="1416996"/>
                </a:lnTo>
                <a:lnTo>
                  <a:pt x="481108" y="1426235"/>
                </a:lnTo>
                <a:lnTo>
                  <a:pt x="464496" y="1435465"/>
                </a:lnTo>
                <a:lnTo>
                  <a:pt x="447875" y="1444695"/>
                </a:lnTo>
                <a:lnTo>
                  <a:pt x="431254" y="1453934"/>
                </a:lnTo>
                <a:lnTo>
                  <a:pt x="414633" y="1463164"/>
                </a:lnTo>
                <a:lnTo>
                  <a:pt x="398021" y="1472394"/>
                </a:lnTo>
                <a:lnTo>
                  <a:pt x="381400" y="1481633"/>
                </a:lnTo>
                <a:lnTo>
                  <a:pt x="364779" y="1490863"/>
                </a:lnTo>
                <a:lnTo>
                  <a:pt x="348158" y="1500092"/>
                </a:lnTo>
                <a:lnTo>
                  <a:pt x="331546" y="1509322"/>
                </a:lnTo>
                <a:lnTo>
                  <a:pt x="314925" y="1518561"/>
                </a:lnTo>
                <a:lnTo>
                  <a:pt x="298304" y="1527791"/>
                </a:lnTo>
                <a:lnTo>
                  <a:pt x="281683" y="1537021"/>
                </a:lnTo>
                <a:lnTo>
                  <a:pt x="265062" y="1546260"/>
                </a:lnTo>
                <a:lnTo>
                  <a:pt x="248450" y="1545793"/>
                </a:lnTo>
                <a:lnTo>
                  <a:pt x="231829" y="1536563"/>
                </a:lnTo>
                <a:lnTo>
                  <a:pt x="215208" y="1527324"/>
                </a:lnTo>
                <a:lnTo>
                  <a:pt x="198587" y="1518095"/>
                </a:lnTo>
                <a:lnTo>
                  <a:pt x="181975" y="1508865"/>
                </a:lnTo>
                <a:lnTo>
                  <a:pt x="165354" y="1499626"/>
                </a:lnTo>
                <a:lnTo>
                  <a:pt x="148733" y="1490396"/>
                </a:lnTo>
                <a:lnTo>
                  <a:pt x="132112" y="1481166"/>
                </a:lnTo>
                <a:lnTo>
                  <a:pt x="115500" y="1471927"/>
                </a:lnTo>
                <a:lnTo>
                  <a:pt x="98879" y="1462697"/>
                </a:lnTo>
                <a:lnTo>
                  <a:pt x="82258" y="1453467"/>
                </a:lnTo>
                <a:lnTo>
                  <a:pt x="65637" y="1444238"/>
                </a:lnTo>
                <a:lnTo>
                  <a:pt x="49025" y="1434998"/>
                </a:lnTo>
                <a:lnTo>
                  <a:pt x="32404" y="1425769"/>
                </a:lnTo>
                <a:lnTo>
                  <a:pt x="15783" y="1416539"/>
                </a:lnTo>
                <a:lnTo>
                  <a:pt x="0" y="1406814"/>
                </a:lnTo>
                <a:lnTo>
                  <a:pt x="0" y="1387802"/>
                </a:lnTo>
                <a:lnTo>
                  <a:pt x="0" y="1368790"/>
                </a:lnTo>
                <a:lnTo>
                  <a:pt x="0" y="1349778"/>
                </a:lnTo>
                <a:lnTo>
                  <a:pt x="0" y="1330766"/>
                </a:lnTo>
                <a:lnTo>
                  <a:pt x="0" y="1311754"/>
                </a:lnTo>
                <a:lnTo>
                  <a:pt x="0" y="1292743"/>
                </a:lnTo>
                <a:lnTo>
                  <a:pt x="0" y="1273731"/>
                </a:lnTo>
                <a:lnTo>
                  <a:pt x="0" y="1254728"/>
                </a:lnTo>
                <a:lnTo>
                  <a:pt x="0" y="1235716"/>
                </a:lnTo>
                <a:lnTo>
                  <a:pt x="0" y="1216704"/>
                </a:lnTo>
                <a:lnTo>
                  <a:pt x="0" y="1197693"/>
                </a:lnTo>
                <a:lnTo>
                  <a:pt x="0" y="1178681"/>
                </a:lnTo>
                <a:lnTo>
                  <a:pt x="0" y="1159669"/>
                </a:lnTo>
                <a:lnTo>
                  <a:pt x="0" y="1140657"/>
                </a:lnTo>
                <a:lnTo>
                  <a:pt x="0" y="1121645"/>
                </a:lnTo>
                <a:lnTo>
                  <a:pt x="0" y="1102633"/>
                </a:lnTo>
                <a:lnTo>
                  <a:pt x="0" y="1083621"/>
                </a:lnTo>
                <a:lnTo>
                  <a:pt x="0" y="1064619"/>
                </a:lnTo>
                <a:lnTo>
                  <a:pt x="0" y="1045607"/>
                </a:lnTo>
                <a:lnTo>
                  <a:pt x="0" y="1026595"/>
                </a:lnTo>
                <a:lnTo>
                  <a:pt x="0" y="1007583"/>
                </a:lnTo>
                <a:lnTo>
                  <a:pt x="0" y="988571"/>
                </a:lnTo>
                <a:lnTo>
                  <a:pt x="0" y="969559"/>
                </a:lnTo>
                <a:lnTo>
                  <a:pt x="0" y="950547"/>
                </a:lnTo>
                <a:lnTo>
                  <a:pt x="0" y="931535"/>
                </a:lnTo>
                <a:lnTo>
                  <a:pt x="0" y="912524"/>
                </a:lnTo>
                <a:lnTo>
                  <a:pt x="0" y="893512"/>
                </a:lnTo>
                <a:lnTo>
                  <a:pt x="0" y="874509"/>
                </a:lnTo>
                <a:lnTo>
                  <a:pt x="0" y="855497"/>
                </a:lnTo>
                <a:lnTo>
                  <a:pt x="0" y="836485"/>
                </a:lnTo>
                <a:lnTo>
                  <a:pt x="0" y="817474"/>
                </a:lnTo>
                <a:lnTo>
                  <a:pt x="0" y="798462"/>
                </a:lnTo>
                <a:lnTo>
                  <a:pt x="0" y="779450"/>
                </a:lnTo>
                <a:lnTo>
                  <a:pt x="0" y="760438"/>
                </a:lnTo>
                <a:lnTo>
                  <a:pt x="0" y="741426"/>
                </a:lnTo>
                <a:lnTo>
                  <a:pt x="0" y="722414"/>
                </a:lnTo>
                <a:lnTo>
                  <a:pt x="0" y="703402"/>
                </a:lnTo>
                <a:lnTo>
                  <a:pt x="0" y="684400"/>
                </a:lnTo>
                <a:lnTo>
                  <a:pt x="0" y="665388"/>
                </a:lnTo>
                <a:lnTo>
                  <a:pt x="0" y="646376"/>
                </a:lnTo>
                <a:lnTo>
                  <a:pt x="0" y="627364"/>
                </a:lnTo>
                <a:lnTo>
                  <a:pt x="0" y="608352"/>
                </a:lnTo>
                <a:lnTo>
                  <a:pt x="0" y="589340"/>
                </a:lnTo>
                <a:lnTo>
                  <a:pt x="0" y="570328"/>
                </a:lnTo>
                <a:lnTo>
                  <a:pt x="0" y="551317"/>
                </a:lnTo>
                <a:lnTo>
                  <a:pt x="0" y="532305"/>
                </a:lnTo>
                <a:lnTo>
                  <a:pt x="0" y="513293"/>
                </a:lnTo>
                <a:lnTo>
                  <a:pt x="0" y="494281"/>
                </a:lnTo>
                <a:lnTo>
                  <a:pt x="0" y="475278"/>
                </a:lnTo>
                <a:lnTo>
                  <a:pt x="0" y="456267"/>
                </a:lnTo>
                <a:lnTo>
                  <a:pt x="0" y="437255"/>
                </a:lnTo>
                <a:lnTo>
                  <a:pt x="0" y="418243"/>
                </a:lnTo>
                <a:lnTo>
                  <a:pt x="0" y="399231"/>
                </a:lnTo>
                <a:lnTo>
                  <a:pt x="0" y="380219"/>
                </a:lnTo>
                <a:lnTo>
                  <a:pt x="0" y="361207"/>
                </a:lnTo>
                <a:lnTo>
                  <a:pt x="0" y="342195"/>
                </a:lnTo>
                <a:lnTo>
                  <a:pt x="0" y="323183"/>
                </a:lnTo>
                <a:lnTo>
                  <a:pt x="0" y="304171"/>
                </a:lnTo>
                <a:lnTo>
                  <a:pt x="0" y="285169"/>
                </a:lnTo>
                <a:lnTo>
                  <a:pt x="0" y="266157"/>
                </a:lnTo>
                <a:lnTo>
                  <a:pt x="0" y="247145"/>
                </a:lnTo>
                <a:lnTo>
                  <a:pt x="0" y="228133"/>
                </a:lnTo>
                <a:lnTo>
                  <a:pt x="0" y="209121"/>
                </a:lnTo>
                <a:lnTo>
                  <a:pt x="0" y="190109"/>
                </a:lnTo>
                <a:lnTo>
                  <a:pt x="0" y="171098"/>
                </a:lnTo>
                <a:lnTo>
                  <a:pt x="0" y="152086"/>
                </a:lnTo>
                <a:lnTo>
                  <a:pt x="0" y="133074"/>
                </a:lnTo>
                <a:lnTo>
                  <a:pt x="0" y="114062"/>
                </a:lnTo>
                <a:lnTo>
                  <a:pt x="0" y="95060"/>
                </a:lnTo>
                <a:lnTo>
                  <a:pt x="0" y="76048"/>
                </a:lnTo>
                <a:lnTo>
                  <a:pt x="0" y="57036"/>
                </a:lnTo>
                <a:lnTo>
                  <a:pt x="0" y="38024"/>
                </a:lnTo>
                <a:lnTo>
                  <a:pt x="0" y="19012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78A8D5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35" name="phase-title-2">
            <a:extLst xmlns:a="http://schemas.openxmlformats.org/drawingml/2006/main">
              <a:ext uri="{FF2B5EF4-FFF2-40B4-BE49-F238E27FC236}">
                <a16:creationId xmlns:a16="http://schemas.microsoft.com/office/drawing/2014/main" id="{CE356825-3EAA-4AE3-B3F3-C90570E17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4964011"/>
            <a:ext cx="1428750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持续转化</a:t>
            </a:r>
          </a:p>
        </p:txBody>
      </p:sp>
      <p:sp>
        <p:nvSpPr>
          <p:cNvPr id="36" name="phase-body-2">
            <a:extLst xmlns:a="http://schemas.openxmlformats.org/drawingml/2006/main">
              <a:ext uri="{FF2B5EF4-FFF2-40B4-BE49-F238E27FC236}">
                <a16:creationId xmlns:a16="http://schemas.microsoft.com/office/drawing/2014/main" id="{C7812E4E-7124-4FF8-A705-744186CEF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5318227"/>
            <a:ext cx="1428750" cy="587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让行动沉淀为</a:t>
            </a:r>
          </a:p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长期价值</a:t>
            </a:r>
          </a:p>
        </p:txBody>
      </p:sp>
      <p:sp>
        <p:nvSpPr>
          <p:cNvPr id="37" name="action-icon-shell-2-0">
            <a:extLst xmlns:a="http://schemas.openxmlformats.org/drawingml/2006/main">
              <a:ext uri="{FF2B5EF4-FFF2-40B4-BE49-F238E27FC236}">
                <a16:creationId xmlns:a16="http://schemas.microsoft.com/office/drawing/2014/main" id="{15F54FF7-FEFC-4DA3-ACCE-C43E4451C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5263305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10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838c197dec74d01">
            <a:extLst>
              <a:ext uri="{96DAC541-7B7A-43D3-8B79-37D633B846F1}">
                <asvg:svgBlip xmlns:asvg="http://schemas.microsoft.com/office/drawing/2016/SVG/main" r:embed="R9a11fab212934c86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5339505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39" name="action-title-2-0">
            <a:extLst xmlns:a="http://schemas.openxmlformats.org/drawingml/2006/main">
              <a:ext uri="{FF2B5EF4-FFF2-40B4-BE49-F238E27FC236}">
                <a16:creationId xmlns:a16="http://schemas.microsoft.com/office/drawing/2014/main" id="{33268F25-EFCB-449B-980D-47F3FFF65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5202288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数据打通</a:t>
            </a:r>
          </a:p>
        </p:txBody>
      </p:sp>
      <p:sp>
        <p:nvSpPr>
          <p:cNvPr id="40" name="action-body-2-0">
            <a:extLst xmlns:a="http://schemas.openxmlformats.org/drawingml/2006/main">
              <a:ext uri="{FF2B5EF4-FFF2-40B4-BE49-F238E27FC236}">
                <a16:creationId xmlns:a16="http://schemas.microsoft.com/office/drawing/2014/main" id="{70DE0C0E-4587-4FD2-B635-4907C0FD4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5430888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统一分析对象</a:t>
            </a:r>
          </a:p>
        </p:txBody>
      </p:sp>
      <p:sp>
        <p:nvSpPr>
          <p:cNvPr id="41" name="action-icon-shell-2-1">
            <a:extLst xmlns:a="http://schemas.openxmlformats.org/drawingml/2006/main">
              <a:ext uri="{FF2B5EF4-FFF2-40B4-BE49-F238E27FC236}">
                <a16:creationId xmlns:a16="http://schemas.microsoft.com/office/drawing/2014/main" id="{308FC962-4534-40E7-BE08-DF1B71048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5263305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10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4b7d372e36f4320">
            <a:extLst>
              <a:ext uri="{96DAC541-7B7A-43D3-8B79-37D633B846F1}">
                <asvg:svgBlip xmlns:asvg="http://schemas.microsoft.com/office/drawing/2016/SVG/main" r:embed="R72fd686712174b7a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5339505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43" name="action-title-2-1">
            <a:extLst xmlns:a="http://schemas.openxmlformats.org/drawingml/2006/main">
              <a:ext uri="{FF2B5EF4-FFF2-40B4-BE49-F238E27FC236}">
                <a16:creationId xmlns:a16="http://schemas.microsoft.com/office/drawing/2014/main" id="{D9B8C374-9B14-4484-8279-7D911E333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5202288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自动分群</a:t>
            </a:r>
          </a:p>
        </p:txBody>
      </p:sp>
      <p:sp>
        <p:nvSpPr>
          <p:cNvPr id="44" name="action-body-2-1">
            <a:extLst xmlns:a="http://schemas.openxmlformats.org/drawingml/2006/main">
              <a:ext uri="{FF2B5EF4-FFF2-40B4-BE49-F238E27FC236}">
                <a16:creationId xmlns:a16="http://schemas.microsoft.com/office/drawing/2014/main" id="{E98E9B63-1714-46DE-B771-D0BE6F5DC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5430888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指导持续运营</a:t>
            </a:r>
          </a:p>
        </p:txBody>
      </p:sp>
      <p:sp>
        <p:nvSpPr>
          <p:cNvPr id="45" name="funnel-step-body-0">
            <a:extLst xmlns:a="http://schemas.openxmlformats.org/drawingml/2006/main">
              <a:ext uri="{FF2B5EF4-FFF2-40B4-BE49-F238E27FC236}">
                <a16:creationId xmlns:a16="http://schemas.microsoft.com/office/drawing/2014/main" id="{7E926E78-1928-4755-B860-55845C83E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52750" y="2514600"/>
            <a:ext cx="3327997" cy="627078"/>
          </a:xfrm>
          <a:custGeom xmlns:a="http://schemas.openxmlformats.org/drawingml/2006/main">
            <a:pathLst>
              <a:path w="3327997" h="627078">
                <a:moveTo>
                  <a:pt x="0" y="0"/>
                </a:moveTo>
                <a:lnTo>
                  <a:pt x="15573" y="26270"/>
                </a:lnTo>
                <a:lnTo>
                  <a:pt x="31156" y="52549"/>
                </a:lnTo>
                <a:lnTo>
                  <a:pt x="46730" y="78819"/>
                </a:lnTo>
                <a:lnTo>
                  <a:pt x="62313" y="105099"/>
                </a:lnTo>
                <a:lnTo>
                  <a:pt x="77886" y="131369"/>
                </a:lnTo>
                <a:lnTo>
                  <a:pt x="93459" y="157639"/>
                </a:lnTo>
                <a:lnTo>
                  <a:pt x="109042" y="183918"/>
                </a:lnTo>
                <a:lnTo>
                  <a:pt x="124616" y="210188"/>
                </a:lnTo>
                <a:lnTo>
                  <a:pt x="140198" y="236468"/>
                </a:lnTo>
                <a:lnTo>
                  <a:pt x="155772" y="262738"/>
                </a:lnTo>
                <a:lnTo>
                  <a:pt x="171345" y="289008"/>
                </a:lnTo>
                <a:lnTo>
                  <a:pt x="186928" y="315287"/>
                </a:lnTo>
                <a:lnTo>
                  <a:pt x="202502" y="341557"/>
                </a:lnTo>
                <a:lnTo>
                  <a:pt x="218084" y="367836"/>
                </a:lnTo>
                <a:lnTo>
                  <a:pt x="233658" y="394106"/>
                </a:lnTo>
                <a:lnTo>
                  <a:pt x="249231" y="420376"/>
                </a:lnTo>
                <a:lnTo>
                  <a:pt x="264814" y="446656"/>
                </a:lnTo>
                <a:lnTo>
                  <a:pt x="280387" y="472926"/>
                </a:lnTo>
                <a:lnTo>
                  <a:pt x="295970" y="499205"/>
                </a:lnTo>
                <a:lnTo>
                  <a:pt x="311544" y="525475"/>
                </a:lnTo>
                <a:lnTo>
                  <a:pt x="327117" y="551745"/>
                </a:lnTo>
                <a:lnTo>
                  <a:pt x="350701" y="568690"/>
                </a:lnTo>
                <a:lnTo>
                  <a:pt x="380333" y="576043"/>
                </a:lnTo>
                <a:lnTo>
                  <a:pt x="410423" y="581292"/>
                </a:lnTo>
                <a:lnTo>
                  <a:pt x="440674" y="585511"/>
                </a:lnTo>
                <a:lnTo>
                  <a:pt x="471011" y="589074"/>
                </a:lnTo>
                <a:lnTo>
                  <a:pt x="501396" y="592188"/>
                </a:lnTo>
                <a:lnTo>
                  <a:pt x="531809" y="594951"/>
                </a:lnTo>
                <a:lnTo>
                  <a:pt x="562251" y="597446"/>
                </a:lnTo>
                <a:lnTo>
                  <a:pt x="592712" y="599713"/>
                </a:lnTo>
                <a:lnTo>
                  <a:pt x="623192" y="601780"/>
                </a:lnTo>
                <a:lnTo>
                  <a:pt x="653672" y="603704"/>
                </a:lnTo>
                <a:lnTo>
                  <a:pt x="684162" y="605485"/>
                </a:lnTo>
                <a:lnTo>
                  <a:pt x="714661" y="607133"/>
                </a:lnTo>
                <a:lnTo>
                  <a:pt x="745169" y="608686"/>
                </a:lnTo>
                <a:lnTo>
                  <a:pt x="775678" y="610124"/>
                </a:lnTo>
                <a:lnTo>
                  <a:pt x="806196" y="611467"/>
                </a:lnTo>
                <a:lnTo>
                  <a:pt x="836714" y="612734"/>
                </a:lnTo>
                <a:lnTo>
                  <a:pt x="867232" y="613924"/>
                </a:lnTo>
                <a:lnTo>
                  <a:pt x="897760" y="615039"/>
                </a:lnTo>
                <a:lnTo>
                  <a:pt x="928287" y="616087"/>
                </a:lnTo>
                <a:lnTo>
                  <a:pt x="958815" y="617068"/>
                </a:lnTo>
                <a:lnTo>
                  <a:pt x="989343" y="617992"/>
                </a:lnTo>
                <a:lnTo>
                  <a:pt x="1019870" y="618858"/>
                </a:lnTo>
                <a:lnTo>
                  <a:pt x="1050407" y="619677"/>
                </a:lnTo>
                <a:lnTo>
                  <a:pt x="1080945" y="620439"/>
                </a:lnTo>
                <a:lnTo>
                  <a:pt x="1111482" y="621154"/>
                </a:lnTo>
                <a:lnTo>
                  <a:pt x="1142019" y="621821"/>
                </a:lnTo>
                <a:lnTo>
                  <a:pt x="1172556" y="622440"/>
                </a:lnTo>
                <a:lnTo>
                  <a:pt x="1203093" y="623021"/>
                </a:lnTo>
                <a:lnTo>
                  <a:pt x="1233630" y="623554"/>
                </a:lnTo>
                <a:lnTo>
                  <a:pt x="1264177" y="624049"/>
                </a:lnTo>
                <a:lnTo>
                  <a:pt x="1294714" y="624497"/>
                </a:lnTo>
                <a:lnTo>
                  <a:pt x="1325251" y="624916"/>
                </a:lnTo>
                <a:lnTo>
                  <a:pt x="1355798" y="625288"/>
                </a:lnTo>
                <a:lnTo>
                  <a:pt x="1386335" y="625631"/>
                </a:lnTo>
                <a:lnTo>
                  <a:pt x="1416882" y="625926"/>
                </a:lnTo>
                <a:lnTo>
                  <a:pt x="1447429" y="626193"/>
                </a:lnTo>
                <a:lnTo>
                  <a:pt x="1477966" y="626421"/>
                </a:lnTo>
                <a:lnTo>
                  <a:pt x="1508512" y="626621"/>
                </a:lnTo>
                <a:lnTo>
                  <a:pt x="1539059" y="626783"/>
                </a:lnTo>
                <a:lnTo>
                  <a:pt x="1569606" y="626907"/>
                </a:lnTo>
                <a:lnTo>
                  <a:pt x="1600143" y="626993"/>
                </a:lnTo>
                <a:lnTo>
                  <a:pt x="1630690" y="627050"/>
                </a:lnTo>
                <a:lnTo>
                  <a:pt x="1661236" y="627078"/>
                </a:lnTo>
                <a:lnTo>
                  <a:pt x="1691783" y="627059"/>
                </a:lnTo>
                <a:lnTo>
                  <a:pt x="1722320" y="627021"/>
                </a:lnTo>
                <a:lnTo>
                  <a:pt x="1752867" y="626945"/>
                </a:lnTo>
                <a:lnTo>
                  <a:pt x="1783413" y="626831"/>
                </a:lnTo>
                <a:lnTo>
                  <a:pt x="1813951" y="626678"/>
                </a:lnTo>
                <a:lnTo>
                  <a:pt x="1844497" y="626497"/>
                </a:lnTo>
                <a:lnTo>
                  <a:pt x="1875044" y="626278"/>
                </a:lnTo>
                <a:lnTo>
                  <a:pt x="1905581" y="626031"/>
                </a:lnTo>
                <a:lnTo>
                  <a:pt x="1936128" y="625735"/>
                </a:lnTo>
                <a:lnTo>
                  <a:pt x="1966674" y="625412"/>
                </a:lnTo>
                <a:lnTo>
                  <a:pt x="1997212" y="625050"/>
                </a:lnTo>
                <a:lnTo>
                  <a:pt x="2027758" y="624650"/>
                </a:lnTo>
                <a:lnTo>
                  <a:pt x="2058295" y="624211"/>
                </a:lnTo>
                <a:lnTo>
                  <a:pt x="2088833" y="623735"/>
                </a:lnTo>
                <a:lnTo>
                  <a:pt x="2119379" y="623221"/>
                </a:lnTo>
                <a:lnTo>
                  <a:pt x="2149916" y="622659"/>
                </a:lnTo>
                <a:lnTo>
                  <a:pt x="2180453" y="622049"/>
                </a:lnTo>
                <a:lnTo>
                  <a:pt x="2210991" y="621401"/>
                </a:lnTo>
                <a:lnTo>
                  <a:pt x="2241528" y="620706"/>
                </a:lnTo>
                <a:lnTo>
                  <a:pt x="2272065" y="619963"/>
                </a:lnTo>
                <a:lnTo>
                  <a:pt x="2302593" y="619173"/>
                </a:lnTo>
                <a:lnTo>
                  <a:pt x="2333130" y="618325"/>
                </a:lnTo>
                <a:lnTo>
                  <a:pt x="2363657" y="617420"/>
                </a:lnTo>
                <a:lnTo>
                  <a:pt x="2394194" y="616458"/>
                </a:lnTo>
                <a:lnTo>
                  <a:pt x="2424713" y="615429"/>
                </a:lnTo>
                <a:lnTo>
                  <a:pt x="2455240" y="614343"/>
                </a:lnTo>
                <a:lnTo>
                  <a:pt x="2485768" y="613181"/>
                </a:lnTo>
                <a:lnTo>
                  <a:pt x="2516286" y="611953"/>
                </a:lnTo>
                <a:lnTo>
                  <a:pt x="2546795" y="610629"/>
                </a:lnTo>
                <a:lnTo>
                  <a:pt x="2577313" y="609219"/>
                </a:lnTo>
                <a:lnTo>
                  <a:pt x="2607821" y="607724"/>
                </a:lnTo>
                <a:lnTo>
                  <a:pt x="2638320" y="606104"/>
                </a:lnTo>
                <a:lnTo>
                  <a:pt x="2668819" y="604371"/>
                </a:lnTo>
                <a:lnTo>
                  <a:pt x="2699299" y="602513"/>
                </a:lnTo>
                <a:lnTo>
                  <a:pt x="2729779" y="600504"/>
                </a:lnTo>
                <a:lnTo>
                  <a:pt x="2760250" y="598303"/>
                </a:lnTo>
                <a:lnTo>
                  <a:pt x="2790692" y="595903"/>
                </a:lnTo>
                <a:lnTo>
                  <a:pt x="2821124" y="593246"/>
                </a:lnTo>
                <a:lnTo>
                  <a:pt x="2851518" y="590274"/>
                </a:lnTo>
                <a:lnTo>
                  <a:pt x="2881874" y="586892"/>
                </a:lnTo>
                <a:lnTo>
                  <a:pt x="2912164" y="582940"/>
                </a:lnTo>
                <a:lnTo>
                  <a:pt x="2942330" y="578148"/>
                </a:lnTo>
                <a:lnTo>
                  <a:pt x="2972200" y="571795"/>
                </a:lnTo>
                <a:lnTo>
                  <a:pt x="3000566" y="560870"/>
                </a:lnTo>
                <a:lnTo>
                  <a:pt x="3016453" y="535181"/>
                </a:lnTo>
                <a:lnTo>
                  <a:pt x="3032027" y="508911"/>
                </a:lnTo>
                <a:lnTo>
                  <a:pt x="3047609" y="482632"/>
                </a:lnTo>
                <a:lnTo>
                  <a:pt x="3063183" y="456362"/>
                </a:lnTo>
                <a:lnTo>
                  <a:pt x="3078756" y="430092"/>
                </a:lnTo>
                <a:lnTo>
                  <a:pt x="3094339" y="403812"/>
                </a:lnTo>
                <a:lnTo>
                  <a:pt x="3109913" y="377542"/>
                </a:lnTo>
                <a:lnTo>
                  <a:pt x="3125495" y="351263"/>
                </a:lnTo>
                <a:lnTo>
                  <a:pt x="3141069" y="324993"/>
                </a:lnTo>
                <a:lnTo>
                  <a:pt x="3156642" y="298714"/>
                </a:lnTo>
                <a:lnTo>
                  <a:pt x="3172225" y="272444"/>
                </a:lnTo>
                <a:lnTo>
                  <a:pt x="3187798" y="246174"/>
                </a:lnTo>
                <a:lnTo>
                  <a:pt x="3203381" y="219894"/>
                </a:lnTo>
                <a:lnTo>
                  <a:pt x="3218955" y="193624"/>
                </a:lnTo>
                <a:lnTo>
                  <a:pt x="3234528" y="167354"/>
                </a:lnTo>
                <a:lnTo>
                  <a:pt x="3250111" y="141075"/>
                </a:lnTo>
                <a:lnTo>
                  <a:pt x="3265684" y="114805"/>
                </a:lnTo>
                <a:lnTo>
                  <a:pt x="3281267" y="88525"/>
                </a:lnTo>
                <a:lnTo>
                  <a:pt x="3296841" y="62255"/>
                </a:lnTo>
                <a:lnTo>
                  <a:pt x="3312414" y="35985"/>
                </a:lnTo>
                <a:lnTo>
                  <a:pt x="3327997" y="9706"/>
                </a:lnTo>
                <a:lnTo>
                  <a:pt x="3319005" y="10963"/>
                </a:lnTo>
                <a:lnTo>
                  <a:pt x="3289468" y="18612"/>
                </a:lnTo>
                <a:lnTo>
                  <a:pt x="3259360" y="23746"/>
                </a:lnTo>
                <a:lnTo>
                  <a:pt x="3229089" y="27813"/>
                </a:lnTo>
                <a:lnTo>
                  <a:pt x="3198733" y="31223"/>
                </a:lnTo>
                <a:lnTo>
                  <a:pt x="3168329" y="34195"/>
                </a:lnTo>
                <a:lnTo>
                  <a:pt x="3137906" y="36833"/>
                </a:lnTo>
                <a:lnTo>
                  <a:pt x="3107455" y="39224"/>
                </a:lnTo>
                <a:lnTo>
                  <a:pt x="3076985" y="41396"/>
                </a:lnTo>
                <a:lnTo>
                  <a:pt x="3046505" y="43405"/>
                </a:lnTo>
                <a:lnTo>
                  <a:pt x="3016025" y="45263"/>
                </a:lnTo>
                <a:lnTo>
                  <a:pt x="2985526" y="46987"/>
                </a:lnTo>
                <a:lnTo>
                  <a:pt x="2955026" y="48606"/>
                </a:lnTo>
                <a:lnTo>
                  <a:pt x="2924518" y="50121"/>
                </a:lnTo>
                <a:lnTo>
                  <a:pt x="2894009" y="51549"/>
                </a:lnTo>
                <a:lnTo>
                  <a:pt x="2863491" y="52892"/>
                </a:lnTo>
                <a:lnTo>
                  <a:pt x="2832973" y="54169"/>
                </a:lnTo>
                <a:lnTo>
                  <a:pt x="2802455" y="55369"/>
                </a:lnTo>
                <a:lnTo>
                  <a:pt x="2771927" y="56512"/>
                </a:lnTo>
                <a:lnTo>
                  <a:pt x="2741409" y="57588"/>
                </a:lnTo>
                <a:lnTo>
                  <a:pt x="2710882" y="58617"/>
                </a:lnTo>
                <a:lnTo>
                  <a:pt x="2680354" y="59598"/>
                </a:lnTo>
                <a:lnTo>
                  <a:pt x="2649817" y="60522"/>
                </a:lnTo>
                <a:lnTo>
                  <a:pt x="2619289" y="61408"/>
                </a:lnTo>
                <a:lnTo>
                  <a:pt x="2588752" y="62246"/>
                </a:lnTo>
                <a:lnTo>
                  <a:pt x="2558225" y="63046"/>
                </a:lnTo>
                <a:lnTo>
                  <a:pt x="2527687" y="63808"/>
                </a:lnTo>
                <a:lnTo>
                  <a:pt x="2497150" y="64522"/>
                </a:lnTo>
                <a:lnTo>
                  <a:pt x="2466613" y="65208"/>
                </a:lnTo>
                <a:lnTo>
                  <a:pt x="2436076" y="65856"/>
                </a:lnTo>
                <a:lnTo>
                  <a:pt x="2405539" y="66475"/>
                </a:lnTo>
                <a:lnTo>
                  <a:pt x="2375002" y="67066"/>
                </a:lnTo>
                <a:lnTo>
                  <a:pt x="2344464" y="67618"/>
                </a:lnTo>
                <a:lnTo>
                  <a:pt x="2313918" y="68151"/>
                </a:lnTo>
                <a:lnTo>
                  <a:pt x="2283381" y="68647"/>
                </a:lnTo>
                <a:lnTo>
                  <a:pt x="2252843" y="69104"/>
                </a:lnTo>
                <a:lnTo>
                  <a:pt x="2222297" y="69552"/>
                </a:lnTo>
                <a:lnTo>
                  <a:pt x="2191760" y="69961"/>
                </a:lnTo>
                <a:lnTo>
                  <a:pt x="2161213" y="70352"/>
                </a:lnTo>
                <a:lnTo>
                  <a:pt x="2130676" y="70714"/>
                </a:lnTo>
                <a:lnTo>
                  <a:pt x="2100129" y="71047"/>
                </a:lnTo>
                <a:lnTo>
                  <a:pt x="2069592" y="71352"/>
                </a:lnTo>
                <a:lnTo>
                  <a:pt x="2039045" y="71638"/>
                </a:lnTo>
                <a:lnTo>
                  <a:pt x="2008499" y="71904"/>
                </a:lnTo>
                <a:lnTo>
                  <a:pt x="1977962" y="72152"/>
                </a:lnTo>
                <a:lnTo>
                  <a:pt x="1947415" y="72361"/>
                </a:lnTo>
                <a:lnTo>
                  <a:pt x="1916868" y="72552"/>
                </a:lnTo>
                <a:lnTo>
                  <a:pt x="1886331" y="72714"/>
                </a:lnTo>
                <a:lnTo>
                  <a:pt x="1855784" y="72857"/>
                </a:lnTo>
                <a:lnTo>
                  <a:pt x="1825238" y="73000"/>
                </a:lnTo>
                <a:lnTo>
                  <a:pt x="1794691" y="73085"/>
                </a:lnTo>
                <a:lnTo>
                  <a:pt x="1764154" y="73171"/>
                </a:lnTo>
                <a:lnTo>
                  <a:pt x="1733607" y="73238"/>
                </a:lnTo>
                <a:lnTo>
                  <a:pt x="1703060" y="73266"/>
                </a:lnTo>
                <a:lnTo>
                  <a:pt x="1672514" y="73285"/>
                </a:lnTo>
                <a:lnTo>
                  <a:pt x="1641977" y="73276"/>
                </a:lnTo>
                <a:lnTo>
                  <a:pt x="1611430" y="73247"/>
                </a:lnTo>
                <a:lnTo>
                  <a:pt x="1580883" y="73200"/>
                </a:lnTo>
                <a:lnTo>
                  <a:pt x="1550337" y="73114"/>
                </a:lnTo>
                <a:lnTo>
                  <a:pt x="1519799" y="73038"/>
                </a:lnTo>
                <a:lnTo>
                  <a:pt x="1489253" y="72914"/>
                </a:lnTo>
                <a:lnTo>
                  <a:pt x="1458706" y="72771"/>
                </a:lnTo>
                <a:lnTo>
                  <a:pt x="1428159" y="72619"/>
                </a:lnTo>
                <a:lnTo>
                  <a:pt x="1397622" y="72438"/>
                </a:lnTo>
                <a:lnTo>
                  <a:pt x="1367076" y="72228"/>
                </a:lnTo>
                <a:lnTo>
                  <a:pt x="1336529" y="71999"/>
                </a:lnTo>
                <a:lnTo>
                  <a:pt x="1305992" y="71742"/>
                </a:lnTo>
                <a:lnTo>
                  <a:pt x="1275445" y="71466"/>
                </a:lnTo>
                <a:lnTo>
                  <a:pt x="1244908" y="71161"/>
                </a:lnTo>
                <a:lnTo>
                  <a:pt x="1214361" y="70837"/>
                </a:lnTo>
                <a:lnTo>
                  <a:pt x="1183815" y="70485"/>
                </a:lnTo>
                <a:lnTo>
                  <a:pt x="1153277" y="70104"/>
                </a:lnTo>
                <a:lnTo>
                  <a:pt x="1122731" y="69704"/>
                </a:lnTo>
                <a:lnTo>
                  <a:pt x="1092194" y="69275"/>
                </a:lnTo>
                <a:lnTo>
                  <a:pt x="1061657" y="68818"/>
                </a:lnTo>
                <a:lnTo>
                  <a:pt x="1031110" y="68332"/>
                </a:lnTo>
                <a:lnTo>
                  <a:pt x="1000573" y="67818"/>
                </a:lnTo>
                <a:lnTo>
                  <a:pt x="970036" y="67275"/>
                </a:lnTo>
                <a:lnTo>
                  <a:pt x="939498" y="66704"/>
                </a:lnTo>
                <a:lnTo>
                  <a:pt x="908952" y="66094"/>
                </a:lnTo>
                <a:lnTo>
                  <a:pt x="878415" y="65456"/>
                </a:lnTo>
                <a:lnTo>
                  <a:pt x="847877" y="64780"/>
                </a:lnTo>
                <a:lnTo>
                  <a:pt x="817340" y="64075"/>
                </a:lnTo>
                <a:lnTo>
                  <a:pt x="786813" y="63322"/>
                </a:lnTo>
                <a:lnTo>
                  <a:pt x="756275" y="62541"/>
                </a:lnTo>
                <a:lnTo>
                  <a:pt x="725738" y="61722"/>
                </a:lnTo>
                <a:lnTo>
                  <a:pt x="695211" y="60855"/>
                </a:lnTo>
                <a:lnTo>
                  <a:pt x="664683" y="59941"/>
                </a:lnTo>
                <a:lnTo>
                  <a:pt x="634146" y="58988"/>
                </a:lnTo>
                <a:lnTo>
                  <a:pt x="603618" y="57979"/>
                </a:lnTo>
                <a:lnTo>
                  <a:pt x="573100" y="56912"/>
                </a:lnTo>
                <a:lnTo>
                  <a:pt x="542573" y="55797"/>
                </a:lnTo>
                <a:lnTo>
                  <a:pt x="512054" y="54616"/>
                </a:lnTo>
                <a:lnTo>
                  <a:pt x="481536" y="53369"/>
                </a:lnTo>
                <a:lnTo>
                  <a:pt x="451018" y="52054"/>
                </a:lnTo>
                <a:lnTo>
                  <a:pt x="420500" y="50654"/>
                </a:lnTo>
                <a:lnTo>
                  <a:pt x="389992" y="49178"/>
                </a:lnTo>
                <a:lnTo>
                  <a:pt x="359493" y="47596"/>
                </a:lnTo>
                <a:lnTo>
                  <a:pt x="328994" y="45911"/>
                </a:lnTo>
                <a:lnTo>
                  <a:pt x="298504" y="44110"/>
                </a:lnTo>
                <a:lnTo>
                  <a:pt x="268024" y="42158"/>
                </a:lnTo>
                <a:lnTo>
                  <a:pt x="237554" y="40043"/>
                </a:lnTo>
                <a:lnTo>
                  <a:pt x="207093" y="37748"/>
                </a:lnTo>
                <a:lnTo>
                  <a:pt x="176651" y="35204"/>
                </a:lnTo>
                <a:lnTo>
                  <a:pt x="146247" y="32366"/>
                </a:lnTo>
                <a:lnTo>
                  <a:pt x="115872" y="29127"/>
                </a:lnTo>
                <a:lnTo>
                  <a:pt x="85563" y="25337"/>
                </a:lnTo>
                <a:lnTo>
                  <a:pt x="55378" y="20679"/>
                </a:lnTo>
                <a:lnTo>
                  <a:pt x="25517" y="14297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46" name="funnel-step-cap-0">
            <a:extLst xmlns:a="http://schemas.openxmlformats.org/drawingml/2006/main">
              <a:ext uri="{FF2B5EF4-FFF2-40B4-BE49-F238E27FC236}">
                <a16:creationId xmlns:a16="http://schemas.microsoft.com/office/drawing/2014/main" id="{FFE6DA46-06DA-4FFB-AE59-865EB7E7D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52750" y="2410358"/>
            <a:ext cx="3333750" cy="2084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47" name="funnel-step-body-1">
            <a:extLst xmlns:a="http://schemas.openxmlformats.org/drawingml/2006/main">
              <a:ext uri="{FF2B5EF4-FFF2-40B4-BE49-F238E27FC236}">
                <a16:creationId xmlns:a16="http://schemas.microsoft.com/office/drawing/2014/main" id="{0FEC8F0D-7DE2-41C7-91DE-977B01350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281077" y="3242310"/>
            <a:ext cx="2676249" cy="627078"/>
          </a:xfrm>
          <a:custGeom xmlns:a="http://schemas.openxmlformats.org/drawingml/2006/main">
            <a:pathLst>
              <a:path w="2676249" h="627078">
                <a:moveTo>
                  <a:pt x="0" y="0"/>
                </a:moveTo>
                <a:lnTo>
                  <a:pt x="10516" y="23165"/>
                </a:lnTo>
                <a:lnTo>
                  <a:pt x="21022" y="46330"/>
                </a:lnTo>
                <a:lnTo>
                  <a:pt x="31537" y="69494"/>
                </a:lnTo>
                <a:lnTo>
                  <a:pt x="42043" y="92659"/>
                </a:lnTo>
                <a:lnTo>
                  <a:pt x="52559" y="115824"/>
                </a:lnTo>
                <a:lnTo>
                  <a:pt x="63065" y="138998"/>
                </a:lnTo>
                <a:lnTo>
                  <a:pt x="73581" y="162163"/>
                </a:lnTo>
                <a:lnTo>
                  <a:pt x="84087" y="185328"/>
                </a:lnTo>
                <a:lnTo>
                  <a:pt x="94602" y="208493"/>
                </a:lnTo>
                <a:lnTo>
                  <a:pt x="105108" y="231658"/>
                </a:lnTo>
                <a:lnTo>
                  <a:pt x="115624" y="254822"/>
                </a:lnTo>
                <a:lnTo>
                  <a:pt x="126130" y="277987"/>
                </a:lnTo>
                <a:lnTo>
                  <a:pt x="136646" y="301152"/>
                </a:lnTo>
                <a:lnTo>
                  <a:pt x="147152" y="324317"/>
                </a:lnTo>
                <a:lnTo>
                  <a:pt x="157667" y="347482"/>
                </a:lnTo>
                <a:lnTo>
                  <a:pt x="168173" y="370656"/>
                </a:lnTo>
                <a:lnTo>
                  <a:pt x="178689" y="393821"/>
                </a:lnTo>
                <a:lnTo>
                  <a:pt x="189195" y="416985"/>
                </a:lnTo>
                <a:lnTo>
                  <a:pt x="199711" y="440150"/>
                </a:lnTo>
                <a:lnTo>
                  <a:pt x="210217" y="463315"/>
                </a:lnTo>
                <a:lnTo>
                  <a:pt x="220732" y="486480"/>
                </a:lnTo>
                <a:lnTo>
                  <a:pt x="231238" y="509645"/>
                </a:lnTo>
                <a:lnTo>
                  <a:pt x="241754" y="532809"/>
                </a:lnTo>
                <a:lnTo>
                  <a:pt x="251698" y="556146"/>
                </a:lnTo>
                <a:lnTo>
                  <a:pt x="272405" y="569814"/>
                </a:lnTo>
                <a:lnTo>
                  <a:pt x="296847" y="576853"/>
                </a:lnTo>
                <a:lnTo>
                  <a:pt x="321755" y="581997"/>
                </a:lnTo>
                <a:lnTo>
                  <a:pt x="346843" y="586169"/>
                </a:lnTo>
                <a:lnTo>
                  <a:pt x="372037" y="589721"/>
                </a:lnTo>
                <a:lnTo>
                  <a:pt x="397278" y="592817"/>
                </a:lnTo>
                <a:lnTo>
                  <a:pt x="422567" y="595579"/>
                </a:lnTo>
                <a:lnTo>
                  <a:pt x="447885" y="598065"/>
                </a:lnTo>
                <a:lnTo>
                  <a:pt x="473221" y="600332"/>
                </a:lnTo>
                <a:lnTo>
                  <a:pt x="498577" y="602409"/>
                </a:lnTo>
                <a:lnTo>
                  <a:pt x="523942" y="604323"/>
                </a:lnTo>
                <a:lnTo>
                  <a:pt x="549326" y="606095"/>
                </a:lnTo>
                <a:lnTo>
                  <a:pt x="574710" y="607752"/>
                </a:lnTo>
                <a:lnTo>
                  <a:pt x="600104" y="609286"/>
                </a:lnTo>
                <a:lnTo>
                  <a:pt x="625497" y="610724"/>
                </a:lnTo>
                <a:lnTo>
                  <a:pt x="650900" y="612067"/>
                </a:lnTo>
                <a:lnTo>
                  <a:pt x="676313" y="613324"/>
                </a:lnTo>
                <a:lnTo>
                  <a:pt x="701726" y="614496"/>
                </a:lnTo>
                <a:lnTo>
                  <a:pt x="727139" y="615610"/>
                </a:lnTo>
                <a:lnTo>
                  <a:pt x="752551" y="616649"/>
                </a:lnTo>
                <a:lnTo>
                  <a:pt x="777973" y="617620"/>
                </a:lnTo>
                <a:lnTo>
                  <a:pt x="803396" y="618534"/>
                </a:lnTo>
                <a:lnTo>
                  <a:pt x="828818" y="619382"/>
                </a:lnTo>
                <a:lnTo>
                  <a:pt x="854250" y="620182"/>
                </a:lnTo>
                <a:lnTo>
                  <a:pt x="879672" y="620935"/>
                </a:lnTo>
                <a:lnTo>
                  <a:pt x="905104" y="621630"/>
                </a:lnTo>
                <a:lnTo>
                  <a:pt x="930535" y="622278"/>
                </a:lnTo>
                <a:lnTo>
                  <a:pt x="955967" y="622887"/>
                </a:lnTo>
                <a:lnTo>
                  <a:pt x="981399" y="623440"/>
                </a:lnTo>
                <a:lnTo>
                  <a:pt x="1006831" y="623954"/>
                </a:lnTo>
                <a:lnTo>
                  <a:pt x="1032262" y="624430"/>
                </a:lnTo>
                <a:lnTo>
                  <a:pt x="1057704" y="624859"/>
                </a:lnTo>
                <a:lnTo>
                  <a:pt x="1083135" y="625250"/>
                </a:lnTo>
                <a:lnTo>
                  <a:pt x="1108577" y="625602"/>
                </a:lnTo>
                <a:lnTo>
                  <a:pt x="1134008" y="625916"/>
                </a:lnTo>
                <a:lnTo>
                  <a:pt x="1159450" y="626183"/>
                </a:lnTo>
                <a:lnTo>
                  <a:pt x="1184881" y="626421"/>
                </a:lnTo>
                <a:lnTo>
                  <a:pt x="1210323" y="626621"/>
                </a:lnTo>
                <a:lnTo>
                  <a:pt x="1235764" y="626783"/>
                </a:lnTo>
                <a:lnTo>
                  <a:pt x="1261205" y="626916"/>
                </a:lnTo>
                <a:lnTo>
                  <a:pt x="1286637" y="627002"/>
                </a:lnTo>
                <a:lnTo>
                  <a:pt x="1312078" y="627059"/>
                </a:lnTo>
                <a:lnTo>
                  <a:pt x="1337520" y="627078"/>
                </a:lnTo>
                <a:lnTo>
                  <a:pt x="1362951" y="627059"/>
                </a:lnTo>
                <a:lnTo>
                  <a:pt x="1388393" y="627012"/>
                </a:lnTo>
                <a:lnTo>
                  <a:pt x="1413834" y="626926"/>
                </a:lnTo>
                <a:lnTo>
                  <a:pt x="1439275" y="626802"/>
                </a:lnTo>
                <a:lnTo>
                  <a:pt x="1464707" y="626640"/>
                </a:lnTo>
                <a:lnTo>
                  <a:pt x="1490148" y="626440"/>
                </a:lnTo>
                <a:lnTo>
                  <a:pt x="1515589" y="626212"/>
                </a:lnTo>
                <a:lnTo>
                  <a:pt x="1541021" y="625935"/>
                </a:lnTo>
                <a:lnTo>
                  <a:pt x="1566462" y="625631"/>
                </a:lnTo>
                <a:lnTo>
                  <a:pt x="1591894" y="625278"/>
                </a:lnTo>
                <a:lnTo>
                  <a:pt x="1617335" y="624897"/>
                </a:lnTo>
                <a:lnTo>
                  <a:pt x="1642767" y="624469"/>
                </a:lnTo>
                <a:lnTo>
                  <a:pt x="1668199" y="623992"/>
                </a:lnTo>
                <a:lnTo>
                  <a:pt x="1693640" y="623487"/>
                </a:lnTo>
                <a:lnTo>
                  <a:pt x="1719072" y="622935"/>
                </a:lnTo>
                <a:lnTo>
                  <a:pt x="1744504" y="622335"/>
                </a:lnTo>
                <a:lnTo>
                  <a:pt x="1769936" y="621687"/>
                </a:lnTo>
                <a:lnTo>
                  <a:pt x="1795358" y="620992"/>
                </a:lnTo>
                <a:lnTo>
                  <a:pt x="1820789" y="620249"/>
                </a:lnTo>
                <a:lnTo>
                  <a:pt x="1846212" y="619449"/>
                </a:lnTo>
                <a:lnTo>
                  <a:pt x="1871643" y="618601"/>
                </a:lnTo>
                <a:lnTo>
                  <a:pt x="1897066" y="617696"/>
                </a:lnTo>
                <a:lnTo>
                  <a:pt x="1922478" y="616734"/>
                </a:lnTo>
                <a:lnTo>
                  <a:pt x="1947901" y="615696"/>
                </a:lnTo>
                <a:lnTo>
                  <a:pt x="1973313" y="614591"/>
                </a:lnTo>
                <a:lnTo>
                  <a:pt x="1998726" y="613420"/>
                </a:lnTo>
                <a:lnTo>
                  <a:pt x="2024139" y="612172"/>
                </a:lnTo>
                <a:lnTo>
                  <a:pt x="2049542" y="610838"/>
                </a:lnTo>
                <a:lnTo>
                  <a:pt x="2074936" y="609400"/>
                </a:lnTo>
                <a:lnTo>
                  <a:pt x="2100329" y="607876"/>
                </a:lnTo>
                <a:lnTo>
                  <a:pt x="2125713" y="606238"/>
                </a:lnTo>
                <a:lnTo>
                  <a:pt x="2151097" y="604466"/>
                </a:lnTo>
                <a:lnTo>
                  <a:pt x="2176463" y="602571"/>
                </a:lnTo>
                <a:lnTo>
                  <a:pt x="2201818" y="600513"/>
                </a:lnTo>
                <a:lnTo>
                  <a:pt x="2227155" y="598256"/>
                </a:lnTo>
                <a:lnTo>
                  <a:pt x="2252472" y="595789"/>
                </a:lnTo>
                <a:lnTo>
                  <a:pt x="2277761" y="593055"/>
                </a:lnTo>
                <a:lnTo>
                  <a:pt x="2303021" y="589988"/>
                </a:lnTo>
                <a:lnTo>
                  <a:pt x="2328215" y="586483"/>
                </a:lnTo>
                <a:lnTo>
                  <a:pt x="2353313" y="582368"/>
                </a:lnTo>
                <a:lnTo>
                  <a:pt x="2378250" y="577320"/>
                </a:lnTo>
                <a:lnTo>
                  <a:pt x="2402748" y="570509"/>
                </a:lnTo>
                <a:lnTo>
                  <a:pt x="2424465" y="557975"/>
                </a:lnTo>
                <a:lnTo>
                  <a:pt x="2434495" y="534686"/>
                </a:lnTo>
                <a:lnTo>
                  <a:pt x="2445001" y="511521"/>
                </a:lnTo>
                <a:lnTo>
                  <a:pt x="2455516" y="488356"/>
                </a:lnTo>
                <a:lnTo>
                  <a:pt x="2466023" y="465191"/>
                </a:lnTo>
                <a:lnTo>
                  <a:pt x="2476538" y="442027"/>
                </a:lnTo>
                <a:lnTo>
                  <a:pt x="2487044" y="418862"/>
                </a:lnTo>
                <a:lnTo>
                  <a:pt x="2497560" y="395697"/>
                </a:lnTo>
                <a:lnTo>
                  <a:pt x="2508066" y="372532"/>
                </a:lnTo>
                <a:lnTo>
                  <a:pt x="2518581" y="349367"/>
                </a:lnTo>
                <a:lnTo>
                  <a:pt x="2529088" y="326203"/>
                </a:lnTo>
                <a:lnTo>
                  <a:pt x="2539603" y="303028"/>
                </a:lnTo>
                <a:lnTo>
                  <a:pt x="2550109" y="279864"/>
                </a:lnTo>
                <a:lnTo>
                  <a:pt x="2560625" y="256699"/>
                </a:lnTo>
                <a:lnTo>
                  <a:pt x="2571131" y="233534"/>
                </a:lnTo>
                <a:lnTo>
                  <a:pt x="2581646" y="210369"/>
                </a:lnTo>
                <a:lnTo>
                  <a:pt x="2592153" y="187204"/>
                </a:lnTo>
                <a:lnTo>
                  <a:pt x="2602668" y="164040"/>
                </a:lnTo>
                <a:lnTo>
                  <a:pt x="2613174" y="140875"/>
                </a:lnTo>
                <a:lnTo>
                  <a:pt x="2623690" y="117710"/>
                </a:lnTo>
                <a:lnTo>
                  <a:pt x="2634196" y="94545"/>
                </a:lnTo>
                <a:lnTo>
                  <a:pt x="2644712" y="71371"/>
                </a:lnTo>
                <a:lnTo>
                  <a:pt x="2655227" y="48206"/>
                </a:lnTo>
                <a:lnTo>
                  <a:pt x="2665733" y="25041"/>
                </a:lnTo>
                <a:lnTo>
                  <a:pt x="2676249" y="1876"/>
                </a:lnTo>
                <a:lnTo>
                  <a:pt x="2659266" y="13364"/>
                </a:lnTo>
                <a:lnTo>
                  <a:pt x="2634777" y="20203"/>
                </a:lnTo>
                <a:lnTo>
                  <a:pt x="2609821" y="25098"/>
                </a:lnTo>
                <a:lnTo>
                  <a:pt x="2584685" y="29042"/>
                </a:lnTo>
                <a:lnTo>
                  <a:pt x="2559472" y="32385"/>
                </a:lnTo>
                <a:lnTo>
                  <a:pt x="2534202" y="35319"/>
                </a:lnTo>
                <a:lnTo>
                  <a:pt x="2508895" y="37929"/>
                </a:lnTo>
                <a:lnTo>
                  <a:pt x="2483568" y="40300"/>
                </a:lnTo>
                <a:lnTo>
                  <a:pt x="2458222" y="42462"/>
                </a:lnTo>
                <a:lnTo>
                  <a:pt x="2432866" y="44453"/>
                </a:lnTo>
                <a:lnTo>
                  <a:pt x="2407491" y="46292"/>
                </a:lnTo>
                <a:lnTo>
                  <a:pt x="2382107" y="48006"/>
                </a:lnTo>
                <a:lnTo>
                  <a:pt x="2356723" y="49616"/>
                </a:lnTo>
                <a:lnTo>
                  <a:pt x="2331329" y="51130"/>
                </a:lnTo>
                <a:lnTo>
                  <a:pt x="2305926" y="52549"/>
                </a:lnTo>
                <a:lnTo>
                  <a:pt x="2280523" y="53883"/>
                </a:lnTo>
                <a:lnTo>
                  <a:pt x="2255120" y="55150"/>
                </a:lnTo>
                <a:lnTo>
                  <a:pt x="2229707" y="56340"/>
                </a:lnTo>
                <a:lnTo>
                  <a:pt x="2204295" y="57464"/>
                </a:lnTo>
                <a:lnTo>
                  <a:pt x="2178872" y="58541"/>
                </a:lnTo>
                <a:lnTo>
                  <a:pt x="2153460" y="59550"/>
                </a:lnTo>
                <a:lnTo>
                  <a:pt x="2128037" y="60512"/>
                </a:lnTo>
                <a:lnTo>
                  <a:pt x="2102615" y="61436"/>
                </a:lnTo>
                <a:lnTo>
                  <a:pt x="2077193" y="62303"/>
                </a:lnTo>
                <a:lnTo>
                  <a:pt x="2051761" y="63122"/>
                </a:lnTo>
                <a:lnTo>
                  <a:pt x="2026339" y="63913"/>
                </a:lnTo>
                <a:lnTo>
                  <a:pt x="2000907" y="64656"/>
                </a:lnTo>
                <a:lnTo>
                  <a:pt x="1975485" y="65351"/>
                </a:lnTo>
                <a:lnTo>
                  <a:pt x="1950053" y="66018"/>
                </a:lnTo>
                <a:lnTo>
                  <a:pt x="1924622" y="66646"/>
                </a:lnTo>
                <a:lnTo>
                  <a:pt x="1899190" y="67247"/>
                </a:lnTo>
                <a:lnTo>
                  <a:pt x="1873758" y="67808"/>
                </a:lnTo>
                <a:lnTo>
                  <a:pt x="1848326" y="68342"/>
                </a:lnTo>
                <a:lnTo>
                  <a:pt x="1822885" y="68847"/>
                </a:lnTo>
                <a:lnTo>
                  <a:pt x="1797453" y="69323"/>
                </a:lnTo>
                <a:lnTo>
                  <a:pt x="1772021" y="69761"/>
                </a:lnTo>
                <a:lnTo>
                  <a:pt x="1746580" y="70180"/>
                </a:lnTo>
                <a:lnTo>
                  <a:pt x="1721148" y="70561"/>
                </a:lnTo>
                <a:lnTo>
                  <a:pt x="1695707" y="70923"/>
                </a:lnTo>
                <a:lnTo>
                  <a:pt x="1670275" y="71257"/>
                </a:lnTo>
                <a:lnTo>
                  <a:pt x="1644834" y="71561"/>
                </a:lnTo>
                <a:lnTo>
                  <a:pt x="1619402" y="71838"/>
                </a:lnTo>
                <a:lnTo>
                  <a:pt x="1593961" y="72095"/>
                </a:lnTo>
                <a:lnTo>
                  <a:pt x="1568529" y="72323"/>
                </a:lnTo>
                <a:lnTo>
                  <a:pt x="1543088" y="72523"/>
                </a:lnTo>
                <a:lnTo>
                  <a:pt x="1517647" y="72704"/>
                </a:lnTo>
                <a:lnTo>
                  <a:pt x="1492215" y="72866"/>
                </a:lnTo>
                <a:lnTo>
                  <a:pt x="1466774" y="72990"/>
                </a:lnTo>
                <a:lnTo>
                  <a:pt x="1441333" y="73095"/>
                </a:lnTo>
                <a:lnTo>
                  <a:pt x="1415891" y="73181"/>
                </a:lnTo>
                <a:lnTo>
                  <a:pt x="1390460" y="73238"/>
                </a:lnTo>
                <a:lnTo>
                  <a:pt x="1365018" y="73276"/>
                </a:lnTo>
                <a:lnTo>
                  <a:pt x="1339577" y="73295"/>
                </a:lnTo>
                <a:lnTo>
                  <a:pt x="1314136" y="73285"/>
                </a:lnTo>
                <a:lnTo>
                  <a:pt x="1288704" y="73247"/>
                </a:lnTo>
                <a:lnTo>
                  <a:pt x="1263263" y="73190"/>
                </a:lnTo>
                <a:lnTo>
                  <a:pt x="1237821" y="73104"/>
                </a:lnTo>
                <a:lnTo>
                  <a:pt x="1212390" y="73009"/>
                </a:lnTo>
                <a:lnTo>
                  <a:pt x="1186948" y="72876"/>
                </a:lnTo>
                <a:lnTo>
                  <a:pt x="1161507" y="72714"/>
                </a:lnTo>
                <a:lnTo>
                  <a:pt x="1136066" y="72542"/>
                </a:lnTo>
                <a:lnTo>
                  <a:pt x="1110634" y="72342"/>
                </a:lnTo>
                <a:lnTo>
                  <a:pt x="1085193" y="72114"/>
                </a:lnTo>
                <a:lnTo>
                  <a:pt x="1059752" y="71866"/>
                </a:lnTo>
                <a:lnTo>
                  <a:pt x="1034320" y="71580"/>
                </a:lnTo>
                <a:lnTo>
                  <a:pt x="1008878" y="71276"/>
                </a:lnTo>
                <a:lnTo>
                  <a:pt x="983447" y="70952"/>
                </a:lnTo>
                <a:lnTo>
                  <a:pt x="958005" y="70590"/>
                </a:lnTo>
                <a:lnTo>
                  <a:pt x="932574" y="70209"/>
                </a:lnTo>
                <a:lnTo>
                  <a:pt x="907142" y="69799"/>
                </a:lnTo>
                <a:lnTo>
                  <a:pt x="881701" y="69361"/>
                </a:lnTo>
                <a:lnTo>
                  <a:pt x="856269" y="68885"/>
                </a:lnTo>
                <a:lnTo>
                  <a:pt x="830837" y="68390"/>
                </a:lnTo>
                <a:lnTo>
                  <a:pt x="805405" y="67856"/>
                </a:lnTo>
                <a:lnTo>
                  <a:pt x="779964" y="67294"/>
                </a:lnTo>
                <a:lnTo>
                  <a:pt x="754532" y="66704"/>
                </a:lnTo>
                <a:lnTo>
                  <a:pt x="729101" y="66075"/>
                </a:lnTo>
                <a:lnTo>
                  <a:pt x="703678" y="65408"/>
                </a:lnTo>
                <a:lnTo>
                  <a:pt x="678247" y="64713"/>
                </a:lnTo>
                <a:lnTo>
                  <a:pt x="652815" y="63970"/>
                </a:lnTo>
                <a:lnTo>
                  <a:pt x="627393" y="63189"/>
                </a:lnTo>
                <a:lnTo>
                  <a:pt x="601970" y="62370"/>
                </a:lnTo>
                <a:lnTo>
                  <a:pt x="576539" y="61503"/>
                </a:lnTo>
                <a:lnTo>
                  <a:pt x="551117" y="60589"/>
                </a:lnTo>
                <a:lnTo>
                  <a:pt x="525694" y="59636"/>
                </a:lnTo>
                <a:lnTo>
                  <a:pt x="500282" y="58617"/>
                </a:lnTo>
                <a:lnTo>
                  <a:pt x="474859" y="57560"/>
                </a:lnTo>
                <a:lnTo>
                  <a:pt x="449447" y="56426"/>
                </a:lnTo>
                <a:lnTo>
                  <a:pt x="424034" y="55245"/>
                </a:lnTo>
                <a:lnTo>
                  <a:pt x="398631" y="53988"/>
                </a:lnTo>
                <a:lnTo>
                  <a:pt x="373228" y="52664"/>
                </a:lnTo>
                <a:lnTo>
                  <a:pt x="347824" y="51245"/>
                </a:lnTo>
                <a:lnTo>
                  <a:pt x="322431" y="49740"/>
                </a:lnTo>
                <a:lnTo>
                  <a:pt x="297047" y="48139"/>
                </a:lnTo>
                <a:lnTo>
                  <a:pt x="271663" y="46444"/>
                </a:lnTo>
                <a:lnTo>
                  <a:pt x="246288" y="44606"/>
                </a:lnTo>
                <a:lnTo>
                  <a:pt x="220932" y="42624"/>
                </a:lnTo>
                <a:lnTo>
                  <a:pt x="195577" y="40481"/>
                </a:lnTo>
                <a:lnTo>
                  <a:pt x="170250" y="38129"/>
                </a:lnTo>
                <a:lnTo>
                  <a:pt x="144942" y="35538"/>
                </a:lnTo>
                <a:lnTo>
                  <a:pt x="119672" y="32633"/>
                </a:lnTo>
                <a:lnTo>
                  <a:pt x="94450" y="29327"/>
                </a:lnTo>
                <a:lnTo>
                  <a:pt x="69313" y="25451"/>
                </a:lnTo>
                <a:lnTo>
                  <a:pt x="44329" y="20650"/>
                </a:lnTo>
                <a:lnTo>
                  <a:pt x="19774" y="14049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48" name="funnel-step-cap-1">
            <a:extLst xmlns:a="http://schemas.openxmlformats.org/drawingml/2006/main">
              <a:ext uri="{FF2B5EF4-FFF2-40B4-BE49-F238E27FC236}">
                <a16:creationId xmlns:a16="http://schemas.microsoft.com/office/drawing/2014/main" id="{A77D75B6-8B80-45BF-B9B3-36F278FC8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281067" y="3138068"/>
            <a:ext cx="2677106" cy="2084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7EAC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49" name="funnel-step-body-2">
            <a:extLst xmlns:a="http://schemas.openxmlformats.org/drawingml/2006/main">
              <a:ext uri="{FF2B5EF4-FFF2-40B4-BE49-F238E27FC236}">
                <a16:creationId xmlns:a16="http://schemas.microsoft.com/office/drawing/2014/main" id="{F225378A-DF70-40E1-8BDA-E6FC9593F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532346" y="3970020"/>
            <a:ext cx="2171271" cy="627069"/>
          </a:xfrm>
          <a:custGeom xmlns:a="http://schemas.openxmlformats.org/drawingml/2006/main">
            <a:pathLst>
              <a:path w="2171271" h="627069">
                <a:moveTo>
                  <a:pt x="0" y="0"/>
                </a:moveTo>
                <a:lnTo>
                  <a:pt x="8163" y="19774"/>
                </a:lnTo>
                <a:lnTo>
                  <a:pt x="16326" y="39548"/>
                </a:lnTo>
                <a:lnTo>
                  <a:pt x="24489" y="59312"/>
                </a:lnTo>
                <a:lnTo>
                  <a:pt x="32652" y="79086"/>
                </a:lnTo>
                <a:lnTo>
                  <a:pt x="40805" y="98860"/>
                </a:lnTo>
                <a:lnTo>
                  <a:pt x="48968" y="118634"/>
                </a:lnTo>
                <a:lnTo>
                  <a:pt x="57131" y="138408"/>
                </a:lnTo>
                <a:lnTo>
                  <a:pt x="65294" y="158182"/>
                </a:lnTo>
                <a:lnTo>
                  <a:pt x="73457" y="177946"/>
                </a:lnTo>
                <a:lnTo>
                  <a:pt x="81620" y="197720"/>
                </a:lnTo>
                <a:lnTo>
                  <a:pt x="89783" y="217494"/>
                </a:lnTo>
                <a:lnTo>
                  <a:pt x="97946" y="237268"/>
                </a:lnTo>
                <a:lnTo>
                  <a:pt x="106109" y="257042"/>
                </a:lnTo>
                <a:lnTo>
                  <a:pt x="114271" y="276816"/>
                </a:lnTo>
                <a:lnTo>
                  <a:pt x="122425" y="296580"/>
                </a:lnTo>
                <a:lnTo>
                  <a:pt x="130588" y="316354"/>
                </a:lnTo>
                <a:lnTo>
                  <a:pt x="138751" y="336128"/>
                </a:lnTo>
                <a:lnTo>
                  <a:pt x="146914" y="355902"/>
                </a:lnTo>
                <a:lnTo>
                  <a:pt x="155077" y="375676"/>
                </a:lnTo>
                <a:lnTo>
                  <a:pt x="163239" y="395449"/>
                </a:lnTo>
                <a:lnTo>
                  <a:pt x="171402" y="415214"/>
                </a:lnTo>
                <a:lnTo>
                  <a:pt x="179565" y="434988"/>
                </a:lnTo>
                <a:lnTo>
                  <a:pt x="187728" y="454762"/>
                </a:lnTo>
                <a:lnTo>
                  <a:pt x="195882" y="474536"/>
                </a:lnTo>
                <a:lnTo>
                  <a:pt x="204045" y="494309"/>
                </a:lnTo>
                <a:lnTo>
                  <a:pt x="212207" y="514083"/>
                </a:lnTo>
                <a:lnTo>
                  <a:pt x="220370" y="533848"/>
                </a:lnTo>
                <a:lnTo>
                  <a:pt x="228533" y="553622"/>
                </a:lnTo>
                <a:lnTo>
                  <a:pt x="242526" y="568481"/>
                </a:lnTo>
                <a:lnTo>
                  <a:pt x="262452" y="576196"/>
                </a:lnTo>
                <a:lnTo>
                  <a:pt x="283112" y="581730"/>
                </a:lnTo>
                <a:lnTo>
                  <a:pt x="304038" y="586169"/>
                </a:lnTo>
                <a:lnTo>
                  <a:pt x="325098" y="589902"/>
                </a:lnTo>
                <a:lnTo>
                  <a:pt x="346234" y="593160"/>
                </a:lnTo>
                <a:lnTo>
                  <a:pt x="367436" y="596036"/>
                </a:lnTo>
                <a:lnTo>
                  <a:pt x="388668" y="598627"/>
                </a:lnTo>
                <a:lnTo>
                  <a:pt x="409927" y="600980"/>
                </a:lnTo>
                <a:lnTo>
                  <a:pt x="431206" y="603123"/>
                </a:lnTo>
                <a:lnTo>
                  <a:pt x="452504" y="605104"/>
                </a:lnTo>
                <a:lnTo>
                  <a:pt x="473821" y="606923"/>
                </a:lnTo>
                <a:lnTo>
                  <a:pt x="495148" y="608619"/>
                </a:lnTo>
                <a:lnTo>
                  <a:pt x="516474" y="610181"/>
                </a:lnTo>
                <a:lnTo>
                  <a:pt x="537820" y="611648"/>
                </a:lnTo>
                <a:lnTo>
                  <a:pt x="559165" y="613010"/>
                </a:lnTo>
                <a:lnTo>
                  <a:pt x="580520" y="614286"/>
                </a:lnTo>
                <a:lnTo>
                  <a:pt x="601875" y="615467"/>
                </a:lnTo>
                <a:lnTo>
                  <a:pt x="623240" y="616582"/>
                </a:lnTo>
                <a:lnTo>
                  <a:pt x="644604" y="617630"/>
                </a:lnTo>
                <a:lnTo>
                  <a:pt x="665969" y="618592"/>
                </a:lnTo>
                <a:lnTo>
                  <a:pt x="687343" y="619496"/>
                </a:lnTo>
                <a:lnTo>
                  <a:pt x="708717" y="620335"/>
                </a:lnTo>
                <a:lnTo>
                  <a:pt x="730091" y="621116"/>
                </a:lnTo>
                <a:lnTo>
                  <a:pt x="751475" y="621849"/>
                </a:lnTo>
                <a:lnTo>
                  <a:pt x="772849" y="622525"/>
                </a:lnTo>
                <a:lnTo>
                  <a:pt x="794233" y="623145"/>
                </a:lnTo>
                <a:lnTo>
                  <a:pt x="815616" y="623716"/>
                </a:lnTo>
                <a:lnTo>
                  <a:pt x="837000" y="624230"/>
                </a:lnTo>
                <a:lnTo>
                  <a:pt x="858383" y="624707"/>
                </a:lnTo>
                <a:lnTo>
                  <a:pt x="879777" y="625135"/>
                </a:lnTo>
                <a:lnTo>
                  <a:pt x="901160" y="625526"/>
                </a:lnTo>
                <a:lnTo>
                  <a:pt x="922544" y="625859"/>
                </a:lnTo>
                <a:lnTo>
                  <a:pt x="943937" y="626164"/>
                </a:lnTo>
                <a:lnTo>
                  <a:pt x="965321" y="626412"/>
                </a:lnTo>
                <a:lnTo>
                  <a:pt x="986714" y="626631"/>
                </a:lnTo>
                <a:lnTo>
                  <a:pt x="1008107" y="626802"/>
                </a:lnTo>
                <a:lnTo>
                  <a:pt x="1029491" y="626926"/>
                </a:lnTo>
                <a:lnTo>
                  <a:pt x="1050884" y="627021"/>
                </a:lnTo>
                <a:lnTo>
                  <a:pt x="1072277" y="627069"/>
                </a:lnTo>
                <a:lnTo>
                  <a:pt x="1093670" y="627069"/>
                </a:lnTo>
                <a:lnTo>
                  <a:pt x="1115054" y="627040"/>
                </a:lnTo>
                <a:lnTo>
                  <a:pt x="1136447" y="626964"/>
                </a:lnTo>
                <a:lnTo>
                  <a:pt x="1157840" y="626850"/>
                </a:lnTo>
                <a:lnTo>
                  <a:pt x="1179224" y="626697"/>
                </a:lnTo>
                <a:lnTo>
                  <a:pt x="1200617" y="626507"/>
                </a:lnTo>
                <a:lnTo>
                  <a:pt x="1222010" y="626269"/>
                </a:lnTo>
                <a:lnTo>
                  <a:pt x="1243394" y="625993"/>
                </a:lnTo>
                <a:lnTo>
                  <a:pt x="1264787" y="625669"/>
                </a:lnTo>
                <a:lnTo>
                  <a:pt x="1286170" y="625297"/>
                </a:lnTo>
                <a:lnTo>
                  <a:pt x="1307554" y="624888"/>
                </a:lnTo>
                <a:lnTo>
                  <a:pt x="1328947" y="624430"/>
                </a:lnTo>
                <a:lnTo>
                  <a:pt x="1350331" y="623926"/>
                </a:lnTo>
                <a:lnTo>
                  <a:pt x="1371714" y="623373"/>
                </a:lnTo>
                <a:lnTo>
                  <a:pt x="1393098" y="622773"/>
                </a:lnTo>
                <a:lnTo>
                  <a:pt x="1414472" y="622125"/>
                </a:lnTo>
                <a:lnTo>
                  <a:pt x="1435856" y="621421"/>
                </a:lnTo>
                <a:lnTo>
                  <a:pt x="1457230" y="620659"/>
                </a:lnTo>
                <a:lnTo>
                  <a:pt x="1478604" y="619839"/>
                </a:lnTo>
                <a:lnTo>
                  <a:pt x="1499978" y="618963"/>
                </a:lnTo>
                <a:lnTo>
                  <a:pt x="1521352" y="618020"/>
                </a:lnTo>
                <a:lnTo>
                  <a:pt x="1542717" y="617010"/>
                </a:lnTo>
                <a:lnTo>
                  <a:pt x="1564081" y="615934"/>
                </a:lnTo>
                <a:lnTo>
                  <a:pt x="1585436" y="614772"/>
                </a:lnTo>
                <a:lnTo>
                  <a:pt x="1606791" y="613534"/>
                </a:lnTo>
                <a:lnTo>
                  <a:pt x="1628146" y="612210"/>
                </a:lnTo>
                <a:lnTo>
                  <a:pt x="1649482" y="610791"/>
                </a:lnTo>
                <a:lnTo>
                  <a:pt x="1670818" y="609257"/>
                </a:lnTo>
                <a:lnTo>
                  <a:pt x="1692145" y="607619"/>
                </a:lnTo>
                <a:lnTo>
                  <a:pt x="1713462" y="605847"/>
                </a:lnTo>
                <a:lnTo>
                  <a:pt x="1734769" y="603942"/>
                </a:lnTo>
                <a:lnTo>
                  <a:pt x="1756058" y="601866"/>
                </a:lnTo>
                <a:lnTo>
                  <a:pt x="1777327" y="599599"/>
                </a:lnTo>
                <a:lnTo>
                  <a:pt x="1798577" y="597113"/>
                </a:lnTo>
                <a:lnTo>
                  <a:pt x="1819789" y="594360"/>
                </a:lnTo>
                <a:lnTo>
                  <a:pt x="1840954" y="591264"/>
                </a:lnTo>
                <a:lnTo>
                  <a:pt x="1862052" y="587740"/>
                </a:lnTo>
                <a:lnTo>
                  <a:pt x="1883045" y="583616"/>
                </a:lnTo>
                <a:lnTo>
                  <a:pt x="1903828" y="578606"/>
                </a:lnTo>
                <a:lnTo>
                  <a:pt x="1924164" y="571995"/>
                </a:lnTo>
                <a:lnTo>
                  <a:pt x="1942490" y="561251"/>
                </a:lnTo>
                <a:lnTo>
                  <a:pt x="1950901" y="541811"/>
                </a:lnTo>
                <a:lnTo>
                  <a:pt x="1959064" y="522046"/>
                </a:lnTo>
                <a:lnTo>
                  <a:pt x="1967227" y="502272"/>
                </a:lnTo>
                <a:lnTo>
                  <a:pt x="1975380" y="482498"/>
                </a:lnTo>
                <a:lnTo>
                  <a:pt x="1983543" y="462725"/>
                </a:lnTo>
                <a:lnTo>
                  <a:pt x="1991706" y="442951"/>
                </a:lnTo>
                <a:lnTo>
                  <a:pt x="1999869" y="423177"/>
                </a:lnTo>
                <a:lnTo>
                  <a:pt x="2008032" y="403412"/>
                </a:lnTo>
                <a:lnTo>
                  <a:pt x="2016195" y="383638"/>
                </a:lnTo>
                <a:lnTo>
                  <a:pt x="2024358" y="363865"/>
                </a:lnTo>
                <a:lnTo>
                  <a:pt x="2032521" y="344091"/>
                </a:lnTo>
                <a:lnTo>
                  <a:pt x="2040684" y="324317"/>
                </a:lnTo>
                <a:lnTo>
                  <a:pt x="2048837" y="304543"/>
                </a:lnTo>
                <a:lnTo>
                  <a:pt x="2057000" y="284778"/>
                </a:lnTo>
                <a:lnTo>
                  <a:pt x="2065163" y="265005"/>
                </a:lnTo>
                <a:lnTo>
                  <a:pt x="2073326" y="245231"/>
                </a:lnTo>
                <a:lnTo>
                  <a:pt x="2081489" y="225457"/>
                </a:lnTo>
                <a:lnTo>
                  <a:pt x="2089652" y="205683"/>
                </a:lnTo>
                <a:lnTo>
                  <a:pt x="2097815" y="185918"/>
                </a:lnTo>
                <a:lnTo>
                  <a:pt x="2105978" y="166145"/>
                </a:lnTo>
                <a:lnTo>
                  <a:pt x="2114140" y="146371"/>
                </a:lnTo>
                <a:lnTo>
                  <a:pt x="2122303" y="126597"/>
                </a:lnTo>
                <a:lnTo>
                  <a:pt x="2130457" y="106823"/>
                </a:lnTo>
                <a:lnTo>
                  <a:pt x="2138620" y="87049"/>
                </a:lnTo>
                <a:lnTo>
                  <a:pt x="2146783" y="67285"/>
                </a:lnTo>
                <a:lnTo>
                  <a:pt x="2154946" y="47511"/>
                </a:lnTo>
                <a:lnTo>
                  <a:pt x="2163108" y="27737"/>
                </a:lnTo>
                <a:lnTo>
                  <a:pt x="2171271" y="7963"/>
                </a:lnTo>
                <a:lnTo>
                  <a:pt x="2167071" y="9706"/>
                </a:lnTo>
                <a:lnTo>
                  <a:pt x="2147430" y="18059"/>
                </a:lnTo>
                <a:lnTo>
                  <a:pt x="2126780" y="23584"/>
                </a:lnTo>
                <a:lnTo>
                  <a:pt x="2105825" y="27889"/>
                </a:lnTo>
                <a:lnTo>
                  <a:pt x="2084746" y="31499"/>
                </a:lnTo>
                <a:lnTo>
                  <a:pt x="2063582" y="34623"/>
                </a:lnTo>
                <a:lnTo>
                  <a:pt x="2042370" y="37386"/>
                </a:lnTo>
                <a:lnTo>
                  <a:pt x="2021129" y="39881"/>
                </a:lnTo>
                <a:lnTo>
                  <a:pt x="1999859" y="42148"/>
                </a:lnTo>
                <a:lnTo>
                  <a:pt x="1978562" y="44225"/>
                </a:lnTo>
                <a:lnTo>
                  <a:pt x="1957264" y="46149"/>
                </a:lnTo>
                <a:lnTo>
                  <a:pt x="1935947" y="47939"/>
                </a:lnTo>
                <a:lnTo>
                  <a:pt x="1914620" y="49597"/>
                </a:lnTo>
                <a:lnTo>
                  <a:pt x="1893284" y="51159"/>
                </a:lnTo>
                <a:lnTo>
                  <a:pt x="1871948" y="52626"/>
                </a:lnTo>
                <a:lnTo>
                  <a:pt x="1850603" y="53997"/>
                </a:lnTo>
                <a:lnTo>
                  <a:pt x="1829248" y="55293"/>
                </a:lnTo>
                <a:lnTo>
                  <a:pt x="1807893" y="56521"/>
                </a:lnTo>
                <a:lnTo>
                  <a:pt x="1786538" y="57674"/>
                </a:lnTo>
                <a:lnTo>
                  <a:pt x="1765173" y="58769"/>
                </a:lnTo>
                <a:lnTo>
                  <a:pt x="1743808" y="59807"/>
                </a:lnTo>
                <a:lnTo>
                  <a:pt x="1722434" y="60789"/>
                </a:lnTo>
                <a:lnTo>
                  <a:pt x="1701070" y="61722"/>
                </a:lnTo>
                <a:lnTo>
                  <a:pt x="1679696" y="62608"/>
                </a:lnTo>
                <a:lnTo>
                  <a:pt x="1658322" y="63446"/>
                </a:lnTo>
                <a:lnTo>
                  <a:pt x="1636947" y="64237"/>
                </a:lnTo>
                <a:lnTo>
                  <a:pt x="1615564" y="64980"/>
                </a:lnTo>
                <a:lnTo>
                  <a:pt x="1594190" y="65694"/>
                </a:lnTo>
                <a:lnTo>
                  <a:pt x="1572806" y="66361"/>
                </a:lnTo>
                <a:lnTo>
                  <a:pt x="1551432" y="66999"/>
                </a:lnTo>
                <a:lnTo>
                  <a:pt x="1530048" y="67599"/>
                </a:lnTo>
                <a:lnTo>
                  <a:pt x="1508665" y="68161"/>
                </a:lnTo>
                <a:lnTo>
                  <a:pt x="1487281" y="68694"/>
                </a:lnTo>
                <a:lnTo>
                  <a:pt x="1465898" y="69190"/>
                </a:lnTo>
                <a:lnTo>
                  <a:pt x="1444504" y="69656"/>
                </a:lnTo>
                <a:lnTo>
                  <a:pt x="1423121" y="70094"/>
                </a:lnTo>
                <a:lnTo>
                  <a:pt x="1401737" y="70495"/>
                </a:lnTo>
                <a:lnTo>
                  <a:pt x="1380344" y="70876"/>
                </a:lnTo>
                <a:lnTo>
                  <a:pt x="1358960" y="71218"/>
                </a:lnTo>
                <a:lnTo>
                  <a:pt x="1337567" y="71542"/>
                </a:lnTo>
                <a:lnTo>
                  <a:pt x="1316184" y="71828"/>
                </a:lnTo>
                <a:lnTo>
                  <a:pt x="1294790" y="72095"/>
                </a:lnTo>
                <a:lnTo>
                  <a:pt x="1273407" y="72323"/>
                </a:lnTo>
                <a:lnTo>
                  <a:pt x="1252014" y="72533"/>
                </a:lnTo>
                <a:lnTo>
                  <a:pt x="1230620" y="72723"/>
                </a:lnTo>
                <a:lnTo>
                  <a:pt x="1209237" y="72885"/>
                </a:lnTo>
                <a:lnTo>
                  <a:pt x="1187844" y="73019"/>
                </a:lnTo>
                <a:lnTo>
                  <a:pt x="1166451" y="73123"/>
                </a:lnTo>
                <a:lnTo>
                  <a:pt x="1145067" y="73200"/>
                </a:lnTo>
                <a:lnTo>
                  <a:pt x="1123674" y="73257"/>
                </a:lnTo>
                <a:lnTo>
                  <a:pt x="1102281" y="73285"/>
                </a:lnTo>
                <a:lnTo>
                  <a:pt x="1080887" y="73295"/>
                </a:lnTo>
                <a:lnTo>
                  <a:pt x="1059504" y="73276"/>
                </a:lnTo>
                <a:lnTo>
                  <a:pt x="1038111" y="73228"/>
                </a:lnTo>
                <a:lnTo>
                  <a:pt x="1016718" y="73152"/>
                </a:lnTo>
                <a:lnTo>
                  <a:pt x="995324" y="73057"/>
                </a:lnTo>
                <a:lnTo>
                  <a:pt x="973941" y="72933"/>
                </a:lnTo>
                <a:lnTo>
                  <a:pt x="952548" y="72790"/>
                </a:lnTo>
                <a:lnTo>
                  <a:pt x="931154" y="72619"/>
                </a:lnTo>
                <a:lnTo>
                  <a:pt x="909771" y="72419"/>
                </a:lnTo>
                <a:lnTo>
                  <a:pt x="888378" y="72190"/>
                </a:lnTo>
                <a:lnTo>
                  <a:pt x="866994" y="71933"/>
                </a:lnTo>
                <a:lnTo>
                  <a:pt x="845601" y="71657"/>
                </a:lnTo>
                <a:lnTo>
                  <a:pt x="824217" y="71352"/>
                </a:lnTo>
                <a:lnTo>
                  <a:pt x="802824" y="71018"/>
                </a:lnTo>
                <a:lnTo>
                  <a:pt x="781441" y="70656"/>
                </a:lnTo>
                <a:lnTo>
                  <a:pt x="760047" y="70266"/>
                </a:lnTo>
                <a:lnTo>
                  <a:pt x="738664" y="69837"/>
                </a:lnTo>
                <a:lnTo>
                  <a:pt x="717280" y="69380"/>
                </a:lnTo>
                <a:lnTo>
                  <a:pt x="695897" y="68894"/>
                </a:lnTo>
                <a:lnTo>
                  <a:pt x="674513" y="68380"/>
                </a:lnTo>
                <a:lnTo>
                  <a:pt x="653129" y="67828"/>
                </a:lnTo>
                <a:lnTo>
                  <a:pt x="631746" y="67247"/>
                </a:lnTo>
                <a:lnTo>
                  <a:pt x="610362" y="66627"/>
                </a:lnTo>
                <a:lnTo>
                  <a:pt x="588978" y="65970"/>
                </a:lnTo>
                <a:lnTo>
                  <a:pt x="567604" y="65275"/>
                </a:lnTo>
                <a:lnTo>
                  <a:pt x="546221" y="64541"/>
                </a:lnTo>
                <a:lnTo>
                  <a:pt x="524847" y="63770"/>
                </a:lnTo>
                <a:lnTo>
                  <a:pt x="503472" y="62951"/>
                </a:lnTo>
                <a:lnTo>
                  <a:pt x="482098" y="62093"/>
                </a:lnTo>
                <a:lnTo>
                  <a:pt x="460724" y="61179"/>
                </a:lnTo>
                <a:lnTo>
                  <a:pt x="439360" y="60217"/>
                </a:lnTo>
                <a:lnTo>
                  <a:pt x="417995" y="59198"/>
                </a:lnTo>
                <a:lnTo>
                  <a:pt x="396631" y="58131"/>
                </a:lnTo>
                <a:lnTo>
                  <a:pt x="375266" y="56998"/>
                </a:lnTo>
                <a:lnTo>
                  <a:pt x="353911" y="55797"/>
                </a:lnTo>
                <a:lnTo>
                  <a:pt x="332556" y="54531"/>
                </a:lnTo>
                <a:lnTo>
                  <a:pt x="311210" y="53178"/>
                </a:lnTo>
                <a:lnTo>
                  <a:pt x="289865" y="51759"/>
                </a:lnTo>
                <a:lnTo>
                  <a:pt x="268529" y="50235"/>
                </a:lnTo>
                <a:lnTo>
                  <a:pt x="247202" y="48616"/>
                </a:lnTo>
                <a:lnTo>
                  <a:pt x="225876" y="46882"/>
                </a:lnTo>
                <a:lnTo>
                  <a:pt x="204568" y="45015"/>
                </a:lnTo>
                <a:lnTo>
                  <a:pt x="183271" y="43005"/>
                </a:lnTo>
                <a:lnTo>
                  <a:pt x="162001" y="40815"/>
                </a:lnTo>
                <a:lnTo>
                  <a:pt x="140741" y="38424"/>
                </a:lnTo>
                <a:lnTo>
                  <a:pt x="119520" y="35776"/>
                </a:lnTo>
                <a:lnTo>
                  <a:pt x="98327" y="32804"/>
                </a:lnTo>
                <a:lnTo>
                  <a:pt x="77210" y="29413"/>
                </a:lnTo>
                <a:lnTo>
                  <a:pt x="56198" y="25422"/>
                </a:lnTo>
                <a:lnTo>
                  <a:pt x="35385" y="20479"/>
                </a:lnTo>
                <a:lnTo>
                  <a:pt x="15135" y="13659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50" name="funnel-step-cap-2">
            <a:extLst xmlns:a="http://schemas.openxmlformats.org/drawingml/2006/main">
              <a:ext uri="{FF2B5EF4-FFF2-40B4-BE49-F238E27FC236}">
                <a16:creationId xmlns:a16="http://schemas.microsoft.com/office/drawing/2014/main" id="{DBD7C645-15CA-4284-81A5-9667ECD83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532375" y="3865778"/>
            <a:ext cx="2174510" cy="2084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7EAC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51" name="funnel-step-body-3">
            <a:extLst xmlns:a="http://schemas.openxmlformats.org/drawingml/2006/main">
              <a:ext uri="{FF2B5EF4-FFF2-40B4-BE49-F238E27FC236}">
                <a16:creationId xmlns:a16="http://schemas.microsoft.com/office/drawing/2014/main" id="{E003D537-0901-4FB5-89A0-C88995699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60946" y="4697730"/>
            <a:ext cx="1713681" cy="627069"/>
          </a:xfrm>
          <a:custGeom xmlns:a="http://schemas.openxmlformats.org/drawingml/2006/main">
            <a:pathLst>
              <a:path w="1713681" h="627069">
                <a:moveTo>
                  <a:pt x="0" y="0"/>
                </a:moveTo>
                <a:lnTo>
                  <a:pt x="6887" y="17745"/>
                </a:lnTo>
                <a:lnTo>
                  <a:pt x="13783" y="35490"/>
                </a:lnTo>
                <a:lnTo>
                  <a:pt x="20669" y="53235"/>
                </a:lnTo>
                <a:lnTo>
                  <a:pt x="27565" y="70971"/>
                </a:lnTo>
                <a:lnTo>
                  <a:pt x="34452" y="88716"/>
                </a:lnTo>
                <a:lnTo>
                  <a:pt x="41348" y="106461"/>
                </a:lnTo>
                <a:lnTo>
                  <a:pt x="48235" y="124206"/>
                </a:lnTo>
                <a:lnTo>
                  <a:pt x="55131" y="141951"/>
                </a:lnTo>
                <a:lnTo>
                  <a:pt x="62017" y="159696"/>
                </a:lnTo>
                <a:lnTo>
                  <a:pt x="68913" y="177432"/>
                </a:lnTo>
                <a:lnTo>
                  <a:pt x="75800" y="195177"/>
                </a:lnTo>
                <a:lnTo>
                  <a:pt x="82696" y="212922"/>
                </a:lnTo>
                <a:lnTo>
                  <a:pt x="89583" y="230667"/>
                </a:lnTo>
                <a:lnTo>
                  <a:pt x="96479" y="248412"/>
                </a:lnTo>
                <a:lnTo>
                  <a:pt x="103365" y="266157"/>
                </a:lnTo>
                <a:lnTo>
                  <a:pt x="110261" y="283893"/>
                </a:lnTo>
                <a:lnTo>
                  <a:pt x="117148" y="301638"/>
                </a:lnTo>
                <a:lnTo>
                  <a:pt x="124044" y="319383"/>
                </a:lnTo>
                <a:lnTo>
                  <a:pt x="130931" y="337128"/>
                </a:lnTo>
                <a:lnTo>
                  <a:pt x="137827" y="354873"/>
                </a:lnTo>
                <a:lnTo>
                  <a:pt x="144713" y="372618"/>
                </a:lnTo>
                <a:lnTo>
                  <a:pt x="151600" y="390354"/>
                </a:lnTo>
                <a:lnTo>
                  <a:pt x="158496" y="408099"/>
                </a:lnTo>
                <a:lnTo>
                  <a:pt x="165383" y="425844"/>
                </a:lnTo>
                <a:lnTo>
                  <a:pt x="172279" y="443589"/>
                </a:lnTo>
                <a:lnTo>
                  <a:pt x="179165" y="461334"/>
                </a:lnTo>
                <a:lnTo>
                  <a:pt x="186061" y="479079"/>
                </a:lnTo>
                <a:lnTo>
                  <a:pt x="192948" y="496824"/>
                </a:lnTo>
                <a:lnTo>
                  <a:pt x="199844" y="514560"/>
                </a:lnTo>
                <a:lnTo>
                  <a:pt x="206731" y="532305"/>
                </a:lnTo>
                <a:lnTo>
                  <a:pt x="213627" y="550050"/>
                </a:lnTo>
                <a:lnTo>
                  <a:pt x="222514" y="566261"/>
                </a:lnTo>
                <a:lnTo>
                  <a:pt x="239030" y="575605"/>
                </a:lnTo>
                <a:lnTo>
                  <a:pt x="256937" y="582044"/>
                </a:lnTo>
                <a:lnTo>
                  <a:pt x="275292" y="587092"/>
                </a:lnTo>
                <a:lnTo>
                  <a:pt x="293856" y="591283"/>
                </a:lnTo>
                <a:lnTo>
                  <a:pt x="312544" y="594884"/>
                </a:lnTo>
                <a:lnTo>
                  <a:pt x="331318" y="598046"/>
                </a:lnTo>
                <a:lnTo>
                  <a:pt x="350139" y="600856"/>
                </a:lnTo>
                <a:lnTo>
                  <a:pt x="369008" y="603390"/>
                </a:lnTo>
                <a:lnTo>
                  <a:pt x="387896" y="605685"/>
                </a:lnTo>
                <a:lnTo>
                  <a:pt x="406822" y="607781"/>
                </a:lnTo>
                <a:lnTo>
                  <a:pt x="425758" y="609695"/>
                </a:lnTo>
                <a:lnTo>
                  <a:pt x="444713" y="611457"/>
                </a:lnTo>
                <a:lnTo>
                  <a:pt x="463677" y="613086"/>
                </a:lnTo>
                <a:lnTo>
                  <a:pt x="482651" y="614572"/>
                </a:lnTo>
                <a:lnTo>
                  <a:pt x="501634" y="615953"/>
                </a:lnTo>
                <a:lnTo>
                  <a:pt x="520627" y="617220"/>
                </a:lnTo>
                <a:lnTo>
                  <a:pt x="539629" y="618401"/>
                </a:lnTo>
                <a:lnTo>
                  <a:pt x="558632" y="619477"/>
                </a:lnTo>
                <a:lnTo>
                  <a:pt x="577644" y="620478"/>
                </a:lnTo>
                <a:lnTo>
                  <a:pt x="596656" y="621382"/>
                </a:lnTo>
                <a:lnTo>
                  <a:pt x="615667" y="622221"/>
                </a:lnTo>
                <a:lnTo>
                  <a:pt x="634689" y="622983"/>
                </a:lnTo>
                <a:lnTo>
                  <a:pt x="653710" y="623668"/>
                </a:lnTo>
                <a:lnTo>
                  <a:pt x="672732" y="624288"/>
                </a:lnTo>
                <a:lnTo>
                  <a:pt x="691763" y="624840"/>
                </a:lnTo>
                <a:lnTo>
                  <a:pt x="710794" y="625326"/>
                </a:lnTo>
                <a:lnTo>
                  <a:pt x="729825" y="625754"/>
                </a:lnTo>
                <a:lnTo>
                  <a:pt x="748856" y="626116"/>
                </a:lnTo>
                <a:lnTo>
                  <a:pt x="767886" y="626421"/>
                </a:lnTo>
                <a:lnTo>
                  <a:pt x="786917" y="626669"/>
                </a:lnTo>
                <a:lnTo>
                  <a:pt x="805948" y="626859"/>
                </a:lnTo>
                <a:lnTo>
                  <a:pt x="824989" y="626983"/>
                </a:lnTo>
                <a:lnTo>
                  <a:pt x="844020" y="627059"/>
                </a:lnTo>
                <a:lnTo>
                  <a:pt x="863051" y="627069"/>
                </a:lnTo>
                <a:lnTo>
                  <a:pt x="882091" y="627031"/>
                </a:lnTo>
                <a:lnTo>
                  <a:pt x="901122" y="626935"/>
                </a:lnTo>
                <a:lnTo>
                  <a:pt x="920153" y="626783"/>
                </a:lnTo>
                <a:lnTo>
                  <a:pt x="939194" y="626564"/>
                </a:lnTo>
                <a:lnTo>
                  <a:pt x="958225" y="626288"/>
                </a:lnTo>
                <a:lnTo>
                  <a:pt x="977255" y="625964"/>
                </a:lnTo>
                <a:lnTo>
                  <a:pt x="996286" y="625564"/>
                </a:lnTo>
                <a:lnTo>
                  <a:pt x="1015317" y="625107"/>
                </a:lnTo>
                <a:lnTo>
                  <a:pt x="1034339" y="624592"/>
                </a:lnTo>
                <a:lnTo>
                  <a:pt x="1053370" y="624011"/>
                </a:lnTo>
                <a:lnTo>
                  <a:pt x="1072391" y="623354"/>
                </a:lnTo>
                <a:lnTo>
                  <a:pt x="1091413" y="622640"/>
                </a:lnTo>
                <a:lnTo>
                  <a:pt x="1110434" y="621849"/>
                </a:lnTo>
                <a:lnTo>
                  <a:pt x="1129446" y="620973"/>
                </a:lnTo>
                <a:lnTo>
                  <a:pt x="1148458" y="620030"/>
                </a:lnTo>
                <a:lnTo>
                  <a:pt x="1167460" y="618992"/>
                </a:lnTo>
                <a:lnTo>
                  <a:pt x="1186463" y="617868"/>
                </a:lnTo>
                <a:lnTo>
                  <a:pt x="1205465" y="616658"/>
                </a:lnTo>
                <a:lnTo>
                  <a:pt x="1224448" y="615334"/>
                </a:lnTo>
                <a:lnTo>
                  <a:pt x="1243432" y="613905"/>
                </a:lnTo>
                <a:lnTo>
                  <a:pt x="1262405" y="612353"/>
                </a:lnTo>
                <a:lnTo>
                  <a:pt x="1281360" y="610667"/>
                </a:lnTo>
                <a:lnTo>
                  <a:pt x="1300305" y="608838"/>
                </a:lnTo>
                <a:lnTo>
                  <a:pt x="1319241" y="606847"/>
                </a:lnTo>
                <a:lnTo>
                  <a:pt x="1338148" y="604657"/>
                </a:lnTo>
                <a:lnTo>
                  <a:pt x="1357027" y="602256"/>
                </a:lnTo>
                <a:lnTo>
                  <a:pt x="1375877" y="599608"/>
                </a:lnTo>
                <a:lnTo>
                  <a:pt x="1394679" y="596636"/>
                </a:lnTo>
                <a:lnTo>
                  <a:pt x="1413415" y="593293"/>
                </a:lnTo>
                <a:lnTo>
                  <a:pt x="1432055" y="589436"/>
                </a:lnTo>
                <a:lnTo>
                  <a:pt x="1450543" y="584902"/>
                </a:lnTo>
                <a:lnTo>
                  <a:pt x="1468736" y="579311"/>
                </a:lnTo>
                <a:lnTo>
                  <a:pt x="1486224" y="571843"/>
                </a:lnTo>
                <a:lnTo>
                  <a:pt x="1500626" y="559765"/>
                </a:lnTo>
                <a:lnTo>
                  <a:pt x="1506903" y="541896"/>
                </a:lnTo>
                <a:lnTo>
                  <a:pt x="1513789" y="524151"/>
                </a:lnTo>
                <a:lnTo>
                  <a:pt x="1520685" y="506406"/>
                </a:lnTo>
                <a:lnTo>
                  <a:pt x="1527572" y="488661"/>
                </a:lnTo>
                <a:lnTo>
                  <a:pt x="1534468" y="470916"/>
                </a:lnTo>
                <a:lnTo>
                  <a:pt x="1541355" y="453171"/>
                </a:lnTo>
                <a:lnTo>
                  <a:pt x="1548251" y="435435"/>
                </a:lnTo>
                <a:lnTo>
                  <a:pt x="1555137" y="417690"/>
                </a:lnTo>
                <a:lnTo>
                  <a:pt x="1562033" y="399945"/>
                </a:lnTo>
                <a:lnTo>
                  <a:pt x="1568920" y="382200"/>
                </a:lnTo>
                <a:lnTo>
                  <a:pt x="1575816" y="364455"/>
                </a:lnTo>
                <a:lnTo>
                  <a:pt x="1582703" y="346710"/>
                </a:lnTo>
                <a:lnTo>
                  <a:pt x="1589599" y="328974"/>
                </a:lnTo>
                <a:lnTo>
                  <a:pt x="1596485" y="311229"/>
                </a:lnTo>
                <a:lnTo>
                  <a:pt x="1603372" y="293484"/>
                </a:lnTo>
                <a:lnTo>
                  <a:pt x="1610268" y="275739"/>
                </a:lnTo>
                <a:lnTo>
                  <a:pt x="1617155" y="257994"/>
                </a:lnTo>
                <a:lnTo>
                  <a:pt x="1624051" y="240249"/>
                </a:lnTo>
                <a:lnTo>
                  <a:pt x="1630937" y="222514"/>
                </a:lnTo>
                <a:lnTo>
                  <a:pt x="1637833" y="204768"/>
                </a:lnTo>
                <a:lnTo>
                  <a:pt x="1644720" y="187023"/>
                </a:lnTo>
                <a:lnTo>
                  <a:pt x="1651616" y="169278"/>
                </a:lnTo>
                <a:lnTo>
                  <a:pt x="1658503" y="151533"/>
                </a:lnTo>
                <a:lnTo>
                  <a:pt x="1665399" y="133788"/>
                </a:lnTo>
                <a:lnTo>
                  <a:pt x="1672285" y="116043"/>
                </a:lnTo>
                <a:lnTo>
                  <a:pt x="1679181" y="98308"/>
                </a:lnTo>
                <a:lnTo>
                  <a:pt x="1686068" y="80562"/>
                </a:lnTo>
                <a:lnTo>
                  <a:pt x="1692964" y="62817"/>
                </a:lnTo>
                <a:lnTo>
                  <a:pt x="1699851" y="45072"/>
                </a:lnTo>
                <a:lnTo>
                  <a:pt x="1706747" y="27327"/>
                </a:lnTo>
                <a:lnTo>
                  <a:pt x="1713633" y="9582"/>
                </a:lnTo>
                <a:lnTo>
                  <a:pt x="1713681" y="7696"/>
                </a:lnTo>
                <a:lnTo>
                  <a:pt x="1697460" y="17431"/>
                </a:lnTo>
                <a:lnTo>
                  <a:pt x="1679467" y="23622"/>
                </a:lnTo>
                <a:lnTo>
                  <a:pt x="1661036" y="28365"/>
                </a:lnTo>
                <a:lnTo>
                  <a:pt x="1642415" y="32290"/>
                </a:lnTo>
                <a:lnTo>
                  <a:pt x="1623679" y="35652"/>
                </a:lnTo>
                <a:lnTo>
                  <a:pt x="1604877" y="38624"/>
                </a:lnTo>
                <a:lnTo>
                  <a:pt x="1586027" y="41272"/>
                </a:lnTo>
                <a:lnTo>
                  <a:pt x="1567148" y="43672"/>
                </a:lnTo>
                <a:lnTo>
                  <a:pt x="1548241" y="45872"/>
                </a:lnTo>
                <a:lnTo>
                  <a:pt x="1529315" y="47892"/>
                </a:lnTo>
                <a:lnTo>
                  <a:pt x="1510370" y="49759"/>
                </a:lnTo>
                <a:lnTo>
                  <a:pt x="1491415" y="51502"/>
                </a:lnTo>
                <a:lnTo>
                  <a:pt x="1472451" y="53111"/>
                </a:lnTo>
                <a:lnTo>
                  <a:pt x="1453477" y="54626"/>
                </a:lnTo>
                <a:lnTo>
                  <a:pt x="1434494" y="56045"/>
                </a:lnTo>
                <a:lnTo>
                  <a:pt x="1415501" y="57369"/>
                </a:lnTo>
                <a:lnTo>
                  <a:pt x="1396508" y="58617"/>
                </a:lnTo>
                <a:lnTo>
                  <a:pt x="1377515" y="59788"/>
                </a:lnTo>
                <a:lnTo>
                  <a:pt x="1358513" y="60893"/>
                </a:lnTo>
                <a:lnTo>
                  <a:pt x="1339501" y="61932"/>
                </a:lnTo>
                <a:lnTo>
                  <a:pt x="1320489" y="62913"/>
                </a:lnTo>
                <a:lnTo>
                  <a:pt x="1301477" y="63837"/>
                </a:lnTo>
                <a:lnTo>
                  <a:pt x="1282465" y="64703"/>
                </a:lnTo>
                <a:lnTo>
                  <a:pt x="1263444" y="65513"/>
                </a:lnTo>
                <a:lnTo>
                  <a:pt x="1244432" y="66275"/>
                </a:lnTo>
                <a:lnTo>
                  <a:pt x="1225410" y="66999"/>
                </a:lnTo>
                <a:lnTo>
                  <a:pt x="1206379" y="67666"/>
                </a:lnTo>
                <a:lnTo>
                  <a:pt x="1187358" y="68294"/>
                </a:lnTo>
                <a:lnTo>
                  <a:pt x="1168337" y="68875"/>
                </a:lnTo>
                <a:lnTo>
                  <a:pt x="1149306" y="69428"/>
                </a:lnTo>
                <a:lnTo>
                  <a:pt x="1130275" y="69933"/>
                </a:lnTo>
                <a:lnTo>
                  <a:pt x="1111253" y="70399"/>
                </a:lnTo>
                <a:lnTo>
                  <a:pt x="1092222" y="70828"/>
                </a:lnTo>
                <a:lnTo>
                  <a:pt x="1073191" y="71218"/>
                </a:lnTo>
                <a:lnTo>
                  <a:pt x="1054160" y="71580"/>
                </a:lnTo>
                <a:lnTo>
                  <a:pt x="1035129" y="71895"/>
                </a:lnTo>
                <a:lnTo>
                  <a:pt x="1016098" y="72190"/>
                </a:lnTo>
                <a:lnTo>
                  <a:pt x="997058" y="72438"/>
                </a:lnTo>
                <a:lnTo>
                  <a:pt x="978027" y="72657"/>
                </a:lnTo>
                <a:lnTo>
                  <a:pt x="958996" y="72847"/>
                </a:lnTo>
                <a:lnTo>
                  <a:pt x="939956" y="73000"/>
                </a:lnTo>
                <a:lnTo>
                  <a:pt x="920925" y="73123"/>
                </a:lnTo>
                <a:lnTo>
                  <a:pt x="901894" y="73209"/>
                </a:lnTo>
                <a:lnTo>
                  <a:pt x="882853" y="73266"/>
                </a:lnTo>
                <a:lnTo>
                  <a:pt x="863822" y="73295"/>
                </a:lnTo>
                <a:lnTo>
                  <a:pt x="844782" y="73285"/>
                </a:lnTo>
                <a:lnTo>
                  <a:pt x="825751" y="73247"/>
                </a:lnTo>
                <a:lnTo>
                  <a:pt x="806720" y="73171"/>
                </a:lnTo>
                <a:lnTo>
                  <a:pt x="787679" y="73066"/>
                </a:lnTo>
                <a:lnTo>
                  <a:pt x="768648" y="72933"/>
                </a:lnTo>
                <a:lnTo>
                  <a:pt x="749618" y="72761"/>
                </a:lnTo>
                <a:lnTo>
                  <a:pt x="730577" y="72561"/>
                </a:lnTo>
                <a:lnTo>
                  <a:pt x="711546" y="72323"/>
                </a:lnTo>
                <a:lnTo>
                  <a:pt x="692515" y="72057"/>
                </a:lnTo>
                <a:lnTo>
                  <a:pt x="673484" y="71752"/>
                </a:lnTo>
                <a:lnTo>
                  <a:pt x="654453" y="71418"/>
                </a:lnTo>
                <a:lnTo>
                  <a:pt x="635422" y="71047"/>
                </a:lnTo>
                <a:lnTo>
                  <a:pt x="616391" y="70637"/>
                </a:lnTo>
                <a:lnTo>
                  <a:pt x="597360" y="70190"/>
                </a:lnTo>
                <a:lnTo>
                  <a:pt x="578329" y="69704"/>
                </a:lnTo>
                <a:lnTo>
                  <a:pt x="559308" y="69180"/>
                </a:lnTo>
                <a:lnTo>
                  <a:pt x="540277" y="68618"/>
                </a:lnTo>
                <a:lnTo>
                  <a:pt x="521256" y="68009"/>
                </a:lnTo>
                <a:lnTo>
                  <a:pt x="502225" y="67361"/>
                </a:lnTo>
                <a:lnTo>
                  <a:pt x="483203" y="66665"/>
                </a:lnTo>
                <a:lnTo>
                  <a:pt x="464182" y="65932"/>
                </a:lnTo>
                <a:lnTo>
                  <a:pt x="445170" y="65141"/>
                </a:lnTo>
                <a:lnTo>
                  <a:pt x="426149" y="64303"/>
                </a:lnTo>
                <a:lnTo>
                  <a:pt x="407137" y="63417"/>
                </a:lnTo>
                <a:lnTo>
                  <a:pt x="388125" y="62465"/>
                </a:lnTo>
                <a:lnTo>
                  <a:pt x="369122" y="61465"/>
                </a:lnTo>
                <a:lnTo>
                  <a:pt x="350110" y="60398"/>
                </a:lnTo>
                <a:lnTo>
                  <a:pt x="331108" y="59265"/>
                </a:lnTo>
                <a:lnTo>
                  <a:pt x="312115" y="58055"/>
                </a:lnTo>
                <a:lnTo>
                  <a:pt x="293122" y="56769"/>
                </a:lnTo>
                <a:lnTo>
                  <a:pt x="274139" y="55397"/>
                </a:lnTo>
                <a:lnTo>
                  <a:pt x="255165" y="53950"/>
                </a:lnTo>
                <a:lnTo>
                  <a:pt x="236191" y="52388"/>
                </a:lnTo>
                <a:lnTo>
                  <a:pt x="217227" y="50721"/>
                </a:lnTo>
                <a:lnTo>
                  <a:pt x="198282" y="48920"/>
                </a:lnTo>
                <a:lnTo>
                  <a:pt x="179346" y="46987"/>
                </a:lnTo>
                <a:lnTo>
                  <a:pt x="160420" y="44891"/>
                </a:lnTo>
                <a:lnTo>
                  <a:pt x="141532" y="42605"/>
                </a:lnTo>
                <a:lnTo>
                  <a:pt x="122663" y="40091"/>
                </a:lnTo>
                <a:lnTo>
                  <a:pt x="103832" y="37300"/>
                </a:lnTo>
                <a:lnTo>
                  <a:pt x="85058" y="34166"/>
                </a:lnTo>
                <a:lnTo>
                  <a:pt x="66361" y="30566"/>
                </a:lnTo>
                <a:lnTo>
                  <a:pt x="47815" y="26318"/>
                </a:lnTo>
                <a:lnTo>
                  <a:pt x="29537" y="21022"/>
                </a:lnTo>
                <a:lnTo>
                  <a:pt x="12002" y="13678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78A8D5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52" name="funnel-step-cap-3">
            <a:extLst xmlns:a="http://schemas.openxmlformats.org/drawingml/2006/main">
              <a:ext uri="{FF2B5EF4-FFF2-40B4-BE49-F238E27FC236}">
                <a16:creationId xmlns:a16="http://schemas.microsoft.com/office/drawing/2014/main" id="{CC91584C-0B09-4735-8CEE-A2FFE9A64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60984" y="4593488"/>
            <a:ext cx="1717272" cy="2084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8A8D5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53" name="funnel-step-body-4">
            <a:extLst xmlns:a="http://schemas.openxmlformats.org/drawingml/2006/main">
              <a:ext uri="{FF2B5EF4-FFF2-40B4-BE49-F238E27FC236}">
                <a16:creationId xmlns:a16="http://schemas.microsoft.com/office/drawing/2014/main" id="{C9F2DBA2-9056-43D4-B54C-FCEADAD3A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76021" y="5425440"/>
            <a:ext cx="1287123" cy="627078"/>
          </a:xfrm>
          <a:custGeom xmlns:a="http://schemas.openxmlformats.org/drawingml/2006/main">
            <a:pathLst>
              <a:path w="1287123" h="627078">
                <a:moveTo>
                  <a:pt x="0" y="0"/>
                </a:moveTo>
                <a:lnTo>
                  <a:pt x="6629" y="17859"/>
                </a:lnTo>
                <a:lnTo>
                  <a:pt x="13249" y="35719"/>
                </a:lnTo>
                <a:lnTo>
                  <a:pt x="19879" y="53578"/>
                </a:lnTo>
                <a:lnTo>
                  <a:pt x="26499" y="71428"/>
                </a:lnTo>
                <a:lnTo>
                  <a:pt x="33128" y="89287"/>
                </a:lnTo>
                <a:lnTo>
                  <a:pt x="39748" y="107147"/>
                </a:lnTo>
                <a:lnTo>
                  <a:pt x="46377" y="125006"/>
                </a:lnTo>
                <a:lnTo>
                  <a:pt x="53007" y="142865"/>
                </a:lnTo>
                <a:lnTo>
                  <a:pt x="59627" y="160725"/>
                </a:lnTo>
                <a:lnTo>
                  <a:pt x="66256" y="178575"/>
                </a:lnTo>
                <a:lnTo>
                  <a:pt x="72876" y="196434"/>
                </a:lnTo>
                <a:lnTo>
                  <a:pt x="79505" y="214293"/>
                </a:lnTo>
                <a:lnTo>
                  <a:pt x="86125" y="232153"/>
                </a:lnTo>
                <a:lnTo>
                  <a:pt x="92754" y="250012"/>
                </a:lnTo>
                <a:lnTo>
                  <a:pt x="99384" y="267872"/>
                </a:lnTo>
                <a:lnTo>
                  <a:pt x="106004" y="285731"/>
                </a:lnTo>
                <a:lnTo>
                  <a:pt x="112633" y="303581"/>
                </a:lnTo>
                <a:lnTo>
                  <a:pt x="119253" y="321440"/>
                </a:lnTo>
                <a:lnTo>
                  <a:pt x="125882" y="339300"/>
                </a:lnTo>
                <a:lnTo>
                  <a:pt x="132502" y="357159"/>
                </a:lnTo>
                <a:lnTo>
                  <a:pt x="139132" y="375018"/>
                </a:lnTo>
                <a:lnTo>
                  <a:pt x="145761" y="392878"/>
                </a:lnTo>
                <a:lnTo>
                  <a:pt x="152381" y="410737"/>
                </a:lnTo>
                <a:lnTo>
                  <a:pt x="159010" y="428587"/>
                </a:lnTo>
                <a:lnTo>
                  <a:pt x="165630" y="446446"/>
                </a:lnTo>
                <a:lnTo>
                  <a:pt x="172260" y="464306"/>
                </a:lnTo>
                <a:lnTo>
                  <a:pt x="178880" y="482165"/>
                </a:lnTo>
                <a:lnTo>
                  <a:pt x="185509" y="500024"/>
                </a:lnTo>
                <a:lnTo>
                  <a:pt x="192138" y="517884"/>
                </a:lnTo>
                <a:lnTo>
                  <a:pt x="198758" y="535734"/>
                </a:lnTo>
                <a:lnTo>
                  <a:pt x="205388" y="553593"/>
                </a:lnTo>
                <a:lnTo>
                  <a:pt x="214074" y="569909"/>
                </a:lnTo>
                <a:lnTo>
                  <a:pt x="230038" y="580187"/>
                </a:lnTo>
                <a:lnTo>
                  <a:pt x="247612" y="587512"/>
                </a:lnTo>
                <a:lnTo>
                  <a:pt x="265767" y="593246"/>
                </a:lnTo>
                <a:lnTo>
                  <a:pt x="284226" y="597960"/>
                </a:lnTo>
                <a:lnTo>
                  <a:pt x="302838" y="601961"/>
                </a:lnTo>
                <a:lnTo>
                  <a:pt x="321574" y="605428"/>
                </a:lnTo>
                <a:lnTo>
                  <a:pt x="340376" y="608457"/>
                </a:lnTo>
                <a:lnTo>
                  <a:pt x="359235" y="611124"/>
                </a:lnTo>
                <a:lnTo>
                  <a:pt x="378133" y="613486"/>
                </a:lnTo>
                <a:lnTo>
                  <a:pt x="397069" y="615591"/>
                </a:lnTo>
                <a:lnTo>
                  <a:pt x="416023" y="617468"/>
                </a:lnTo>
                <a:lnTo>
                  <a:pt x="434997" y="619125"/>
                </a:lnTo>
                <a:lnTo>
                  <a:pt x="453981" y="620601"/>
                </a:lnTo>
                <a:lnTo>
                  <a:pt x="472992" y="621897"/>
                </a:lnTo>
                <a:lnTo>
                  <a:pt x="492004" y="623030"/>
                </a:lnTo>
                <a:lnTo>
                  <a:pt x="511026" y="624011"/>
                </a:lnTo>
                <a:lnTo>
                  <a:pt x="530057" y="624840"/>
                </a:lnTo>
                <a:lnTo>
                  <a:pt x="549088" y="625535"/>
                </a:lnTo>
                <a:lnTo>
                  <a:pt x="568128" y="626097"/>
                </a:lnTo>
                <a:lnTo>
                  <a:pt x="587169" y="626526"/>
                </a:lnTo>
                <a:lnTo>
                  <a:pt x="606209" y="626840"/>
                </a:lnTo>
                <a:lnTo>
                  <a:pt x="625259" y="627021"/>
                </a:lnTo>
                <a:lnTo>
                  <a:pt x="644309" y="627078"/>
                </a:lnTo>
                <a:lnTo>
                  <a:pt x="663350" y="627012"/>
                </a:lnTo>
                <a:lnTo>
                  <a:pt x="682400" y="626821"/>
                </a:lnTo>
                <a:lnTo>
                  <a:pt x="701450" y="626507"/>
                </a:lnTo>
                <a:lnTo>
                  <a:pt x="720490" y="626059"/>
                </a:lnTo>
                <a:lnTo>
                  <a:pt x="739521" y="625488"/>
                </a:lnTo>
                <a:lnTo>
                  <a:pt x="758561" y="624783"/>
                </a:lnTo>
                <a:lnTo>
                  <a:pt x="777592" y="623945"/>
                </a:lnTo>
                <a:lnTo>
                  <a:pt x="796614" y="622954"/>
                </a:lnTo>
                <a:lnTo>
                  <a:pt x="815626" y="621802"/>
                </a:lnTo>
                <a:lnTo>
                  <a:pt x="834628" y="620497"/>
                </a:lnTo>
                <a:lnTo>
                  <a:pt x="853611" y="619011"/>
                </a:lnTo>
                <a:lnTo>
                  <a:pt x="872585" y="617334"/>
                </a:lnTo>
                <a:lnTo>
                  <a:pt x="891540" y="615448"/>
                </a:lnTo>
                <a:lnTo>
                  <a:pt x="910466" y="613324"/>
                </a:lnTo>
                <a:lnTo>
                  <a:pt x="929364" y="610943"/>
                </a:lnTo>
                <a:lnTo>
                  <a:pt x="948223" y="608247"/>
                </a:lnTo>
                <a:lnTo>
                  <a:pt x="967026" y="605190"/>
                </a:lnTo>
                <a:lnTo>
                  <a:pt x="985742" y="601685"/>
                </a:lnTo>
                <a:lnTo>
                  <a:pt x="1004354" y="597637"/>
                </a:lnTo>
                <a:lnTo>
                  <a:pt x="1022795" y="592855"/>
                </a:lnTo>
                <a:lnTo>
                  <a:pt x="1040921" y="587035"/>
                </a:lnTo>
                <a:lnTo>
                  <a:pt x="1058428" y="579558"/>
                </a:lnTo>
                <a:lnTo>
                  <a:pt x="1074172" y="568947"/>
                </a:lnTo>
                <a:lnTo>
                  <a:pt x="1082316" y="552279"/>
                </a:lnTo>
                <a:lnTo>
                  <a:pt x="1088936" y="534419"/>
                </a:lnTo>
                <a:lnTo>
                  <a:pt x="1095566" y="516560"/>
                </a:lnTo>
                <a:lnTo>
                  <a:pt x="1102185" y="498700"/>
                </a:lnTo>
                <a:lnTo>
                  <a:pt x="1108815" y="480851"/>
                </a:lnTo>
                <a:lnTo>
                  <a:pt x="1115435" y="462991"/>
                </a:lnTo>
                <a:lnTo>
                  <a:pt x="1122064" y="445132"/>
                </a:lnTo>
                <a:lnTo>
                  <a:pt x="1128693" y="427272"/>
                </a:lnTo>
                <a:lnTo>
                  <a:pt x="1135313" y="409413"/>
                </a:lnTo>
                <a:lnTo>
                  <a:pt x="1141943" y="391554"/>
                </a:lnTo>
                <a:lnTo>
                  <a:pt x="1148563" y="373694"/>
                </a:lnTo>
                <a:lnTo>
                  <a:pt x="1155192" y="355844"/>
                </a:lnTo>
                <a:lnTo>
                  <a:pt x="1161812" y="337985"/>
                </a:lnTo>
                <a:lnTo>
                  <a:pt x="1168441" y="320126"/>
                </a:lnTo>
                <a:lnTo>
                  <a:pt x="1175071" y="302266"/>
                </a:lnTo>
                <a:lnTo>
                  <a:pt x="1181691" y="284407"/>
                </a:lnTo>
                <a:lnTo>
                  <a:pt x="1188320" y="266548"/>
                </a:lnTo>
                <a:lnTo>
                  <a:pt x="1194940" y="248698"/>
                </a:lnTo>
                <a:lnTo>
                  <a:pt x="1201569" y="230838"/>
                </a:lnTo>
                <a:lnTo>
                  <a:pt x="1208189" y="212979"/>
                </a:lnTo>
                <a:lnTo>
                  <a:pt x="1214819" y="195120"/>
                </a:lnTo>
                <a:lnTo>
                  <a:pt x="1221448" y="177260"/>
                </a:lnTo>
                <a:lnTo>
                  <a:pt x="1228068" y="159401"/>
                </a:lnTo>
                <a:lnTo>
                  <a:pt x="1234697" y="141542"/>
                </a:lnTo>
                <a:lnTo>
                  <a:pt x="1241317" y="123692"/>
                </a:lnTo>
                <a:lnTo>
                  <a:pt x="1247946" y="105832"/>
                </a:lnTo>
                <a:lnTo>
                  <a:pt x="1254566" y="87973"/>
                </a:lnTo>
                <a:lnTo>
                  <a:pt x="1261196" y="70114"/>
                </a:lnTo>
                <a:lnTo>
                  <a:pt x="1267825" y="52254"/>
                </a:lnTo>
                <a:lnTo>
                  <a:pt x="1274445" y="34395"/>
                </a:lnTo>
                <a:lnTo>
                  <a:pt x="1281074" y="16545"/>
                </a:lnTo>
                <a:lnTo>
                  <a:pt x="1287123" y="1400"/>
                </a:lnTo>
                <a:lnTo>
                  <a:pt x="1275350" y="15621"/>
                </a:lnTo>
                <a:lnTo>
                  <a:pt x="1258214" y="23860"/>
                </a:lnTo>
                <a:lnTo>
                  <a:pt x="1240126" y="29813"/>
                </a:lnTo>
                <a:lnTo>
                  <a:pt x="1221686" y="34585"/>
                </a:lnTo>
                <a:lnTo>
                  <a:pt x="1203065" y="38586"/>
                </a:lnTo>
                <a:lnTo>
                  <a:pt x="1184339" y="42053"/>
                </a:lnTo>
                <a:lnTo>
                  <a:pt x="1165536" y="45110"/>
                </a:lnTo>
                <a:lnTo>
                  <a:pt x="1146686" y="47835"/>
                </a:lnTo>
                <a:lnTo>
                  <a:pt x="1127798" y="50302"/>
                </a:lnTo>
                <a:lnTo>
                  <a:pt x="1108881" y="52530"/>
                </a:lnTo>
                <a:lnTo>
                  <a:pt x="1089946" y="54569"/>
                </a:lnTo>
                <a:lnTo>
                  <a:pt x="1070991" y="56445"/>
                </a:lnTo>
                <a:lnTo>
                  <a:pt x="1052017" y="58169"/>
                </a:lnTo>
                <a:lnTo>
                  <a:pt x="1033043" y="59741"/>
                </a:lnTo>
                <a:lnTo>
                  <a:pt x="1014051" y="61208"/>
                </a:lnTo>
                <a:lnTo>
                  <a:pt x="995048" y="62551"/>
                </a:lnTo>
                <a:lnTo>
                  <a:pt x="976046" y="63798"/>
                </a:lnTo>
                <a:lnTo>
                  <a:pt x="957024" y="64941"/>
                </a:lnTo>
                <a:lnTo>
                  <a:pt x="938012" y="65999"/>
                </a:lnTo>
                <a:lnTo>
                  <a:pt x="918991" y="66970"/>
                </a:lnTo>
                <a:lnTo>
                  <a:pt x="899960" y="67856"/>
                </a:lnTo>
                <a:lnTo>
                  <a:pt x="880929" y="68675"/>
                </a:lnTo>
                <a:lnTo>
                  <a:pt x="861898" y="69409"/>
                </a:lnTo>
                <a:lnTo>
                  <a:pt x="842867" y="70075"/>
                </a:lnTo>
                <a:lnTo>
                  <a:pt x="823827" y="70676"/>
                </a:lnTo>
                <a:lnTo>
                  <a:pt x="804786" y="71209"/>
                </a:lnTo>
                <a:lnTo>
                  <a:pt x="785746" y="71676"/>
                </a:lnTo>
                <a:lnTo>
                  <a:pt x="766705" y="72085"/>
                </a:lnTo>
                <a:lnTo>
                  <a:pt x="747655" y="72438"/>
                </a:lnTo>
                <a:lnTo>
                  <a:pt x="728615" y="72723"/>
                </a:lnTo>
                <a:lnTo>
                  <a:pt x="709565" y="72952"/>
                </a:lnTo>
                <a:lnTo>
                  <a:pt x="690515" y="73123"/>
                </a:lnTo>
                <a:lnTo>
                  <a:pt x="671474" y="73228"/>
                </a:lnTo>
                <a:lnTo>
                  <a:pt x="652424" y="73285"/>
                </a:lnTo>
                <a:lnTo>
                  <a:pt x="633374" y="73285"/>
                </a:lnTo>
                <a:lnTo>
                  <a:pt x="614334" y="73228"/>
                </a:lnTo>
                <a:lnTo>
                  <a:pt x="595284" y="73104"/>
                </a:lnTo>
                <a:lnTo>
                  <a:pt x="576234" y="72933"/>
                </a:lnTo>
                <a:lnTo>
                  <a:pt x="557193" y="72704"/>
                </a:lnTo>
                <a:lnTo>
                  <a:pt x="538143" y="72409"/>
                </a:lnTo>
                <a:lnTo>
                  <a:pt x="519103" y="72057"/>
                </a:lnTo>
                <a:lnTo>
                  <a:pt x="500063" y="71647"/>
                </a:lnTo>
                <a:lnTo>
                  <a:pt x="481022" y="71171"/>
                </a:lnTo>
                <a:lnTo>
                  <a:pt x="461982" y="70637"/>
                </a:lnTo>
                <a:lnTo>
                  <a:pt x="442941" y="70028"/>
                </a:lnTo>
                <a:lnTo>
                  <a:pt x="423901" y="69361"/>
                </a:lnTo>
                <a:lnTo>
                  <a:pt x="404870" y="68609"/>
                </a:lnTo>
                <a:lnTo>
                  <a:pt x="385839" y="67789"/>
                </a:lnTo>
                <a:lnTo>
                  <a:pt x="366817" y="66904"/>
                </a:lnTo>
                <a:lnTo>
                  <a:pt x="347796" y="65923"/>
                </a:lnTo>
                <a:lnTo>
                  <a:pt x="328774" y="64865"/>
                </a:lnTo>
                <a:lnTo>
                  <a:pt x="309763" y="63713"/>
                </a:lnTo>
                <a:lnTo>
                  <a:pt x="290760" y="62455"/>
                </a:lnTo>
                <a:lnTo>
                  <a:pt x="271758" y="61103"/>
                </a:lnTo>
                <a:lnTo>
                  <a:pt x="252765" y="59636"/>
                </a:lnTo>
                <a:lnTo>
                  <a:pt x="233791" y="58045"/>
                </a:lnTo>
                <a:lnTo>
                  <a:pt x="214817" y="56312"/>
                </a:lnTo>
                <a:lnTo>
                  <a:pt x="195863" y="54426"/>
                </a:lnTo>
                <a:lnTo>
                  <a:pt x="176927" y="52378"/>
                </a:lnTo>
                <a:lnTo>
                  <a:pt x="158020" y="50130"/>
                </a:lnTo>
                <a:lnTo>
                  <a:pt x="139132" y="47644"/>
                </a:lnTo>
                <a:lnTo>
                  <a:pt x="120282" y="44891"/>
                </a:lnTo>
                <a:lnTo>
                  <a:pt x="101489" y="41815"/>
                </a:lnTo>
                <a:lnTo>
                  <a:pt x="82763" y="38310"/>
                </a:lnTo>
                <a:lnTo>
                  <a:pt x="64151" y="34261"/>
                </a:lnTo>
                <a:lnTo>
                  <a:pt x="45730" y="29423"/>
                </a:lnTo>
                <a:lnTo>
                  <a:pt x="27689" y="23346"/>
                </a:lnTo>
                <a:lnTo>
                  <a:pt x="10678" y="14859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78A8D5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54" name="funnel-step-cap-4">
            <a:extLst xmlns:a="http://schemas.openxmlformats.org/drawingml/2006/main">
              <a:ext uri="{FF2B5EF4-FFF2-40B4-BE49-F238E27FC236}">
                <a16:creationId xmlns:a16="http://schemas.microsoft.com/office/drawing/2014/main" id="{AA60B101-87C8-4E0C-859A-AD0FFFD65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76021" y="5321198"/>
            <a:ext cx="1287218" cy="2084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8A8D5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55" name="funnel-flow-arrow">
            <a:extLst xmlns:a="http://schemas.openxmlformats.org/drawingml/2006/main">
              <a:ext uri="{FF2B5EF4-FFF2-40B4-BE49-F238E27FC236}">
                <a16:creationId xmlns:a16="http://schemas.microsoft.com/office/drawing/2014/main" id="{547CB581-D18C-45BC-878D-5D8BAA60C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52850" y="2466975"/>
            <a:ext cx="1733550" cy="3631168"/>
          </a:xfrm>
          <a:custGeom xmlns:a="http://schemas.openxmlformats.org/drawingml/2006/main">
            <a:pathLst>
              <a:path w="1733550" h="3631168">
                <a:moveTo>
                  <a:pt x="0" y="0"/>
                </a:moveTo>
                <a:lnTo>
                  <a:pt x="0" y="42834"/>
                </a:lnTo>
                <a:lnTo>
                  <a:pt x="9001" y="84582"/>
                </a:lnTo>
                <a:lnTo>
                  <a:pt x="19136" y="126197"/>
                </a:lnTo>
                <a:lnTo>
                  <a:pt x="29270" y="167811"/>
                </a:lnTo>
                <a:lnTo>
                  <a:pt x="39405" y="209426"/>
                </a:lnTo>
                <a:lnTo>
                  <a:pt x="49540" y="251031"/>
                </a:lnTo>
                <a:lnTo>
                  <a:pt x="59684" y="292646"/>
                </a:lnTo>
                <a:lnTo>
                  <a:pt x="69818" y="334261"/>
                </a:lnTo>
                <a:lnTo>
                  <a:pt x="79953" y="375876"/>
                </a:lnTo>
                <a:lnTo>
                  <a:pt x="90087" y="417490"/>
                </a:lnTo>
                <a:lnTo>
                  <a:pt x="100222" y="459105"/>
                </a:lnTo>
                <a:lnTo>
                  <a:pt x="110357" y="500720"/>
                </a:lnTo>
                <a:lnTo>
                  <a:pt x="120491" y="542334"/>
                </a:lnTo>
                <a:lnTo>
                  <a:pt x="130626" y="583949"/>
                </a:lnTo>
                <a:lnTo>
                  <a:pt x="140770" y="625564"/>
                </a:lnTo>
                <a:lnTo>
                  <a:pt x="150905" y="667179"/>
                </a:lnTo>
                <a:lnTo>
                  <a:pt x="160611" y="708879"/>
                </a:lnTo>
                <a:lnTo>
                  <a:pt x="168907" y="750903"/>
                </a:lnTo>
                <a:lnTo>
                  <a:pt x="176974" y="792966"/>
                </a:lnTo>
                <a:lnTo>
                  <a:pt x="184718" y="835085"/>
                </a:lnTo>
                <a:lnTo>
                  <a:pt x="192462" y="877214"/>
                </a:lnTo>
                <a:lnTo>
                  <a:pt x="200196" y="919343"/>
                </a:lnTo>
                <a:lnTo>
                  <a:pt x="207940" y="961463"/>
                </a:lnTo>
                <a:lnTo>
                  <a:pt x="215684" y="1003592"/>
                </a:lnTo>
                <a:lnTo>
                  <a:pt x="223428" y="1045712"/>
                </a:lnTo>
                <a:lnTo>
                  <a:pt x="231162" y="1087841"/>
                </a:lnTo>
                <a:lnTo>
                  <a:pt x="238906" y="1129960"/>
                </a:lnTo>
                <a:lnTo>
                  <a:pt x="246650" y="1172089"/>
                </a:lnTo>
                <a:lnTo>
                  <a:pt x="254394" y="1214218"/>
                </a:lnTo>
                <a:lnTo>
                  <a:pt x="262128" y="1256338"/>
                </a:lnTo>
                <a:lnTo>
                  <a:pt x="269872" y="1298467"/>
                </a:lnTo>
                <a:lnTo>
                  <a:pt x="277616" y="1340587"/>
                </a:lnTo>
                <a:lnTo>
                  <a:pt x="285359" y="1382716"/>
                </a:lnTo>
                <a:lnTo>
                  <a:pt x="293094" y="1424835"/>
                </a:lnTo>
                <a:lnTo>
                  <a:pt x="300447" y="1467031"/>
                </a:lnTo>
                <a:lnTo>
                  <a:pt x="307734" y="1509236"/>
                </a:lnTo>
                <a:lnTo>
                  <a:pt x="314782" y="1551489"/>
                </a:lnTo>
                <a:lnTo>
                  <a:pt x="321831" y="1593733"/>
                </a:lnTo>
                <a:lnTo>
                  <a:pt x="328879" y="1635976"/>
                </a:lnTo>
                <a:lnTo>
                  <a:pt x="335928" y="1678229"/>
                </a:lnTo>
                <a:lnTo>
                  <a:pt x="342976" y="1720472"/>
                </a:lnTo>
                <a:lnTo>
                  <a:pt x="350025" y="1762716"/>
                </a:lnTo>
                <a:lnTo>
                  <a:pt x="357073" y="1804968"/>
                </a:lnTo>
                <a:lnTo>
                  <a:pt x="364112" y="1847212"/>
                </a:lnTo>
                <a:lnTo>
                  <a:pt x="371161" y="1889455"/>
                </a:lnTo>
                <a:lnTo>
                  <a:pt x="378209" y="1931708"/>
                </a:lnTo>
                <a:lnTo>
                  <a:pt x="385258" y="1973951"/>
                </a:lnTo>
                <a:lnTo>
                  <a:pt x="392306" y="2016195"/>
                </a:lnTo>
                <a:lnTo>
                  <a:pt x="399355" y="2058448"/>
                </a:lnTo>
                <a:lnTo>
                  <a:pt x="406403" y="2100691"/>
                </a:lnTo>
                <a:lnTo>
                  <a:pt x="413452" y="2142935"/>
                </a:lnTo>
                <a:lnTo>
                  <a:pt x="420329" y="2185216"/>
                </a:lnTo>
                <a:lnTo>
                  <a:pt x="427149" y="2227497"/>
                </a:lnTo>
                <a:lnTo>
                  <a:pt x="433797" y="2269808"/>
                </a:lnTo>
                <a:lnTo>
                  <a:pt x="440426" y="2312127"/>
                </a:lnTo>
                <a:lnTo>
                  <a:pt x="447056" y="2354437"/>
                </a:lnTo>
                <a:lnTo>
                  <a:pt x="453685" y="2396747"/>
                </a:lnTo>
                <a:lnTo>
                  <a:pt x="460324" y="2439067"/>
                </a:lnTo>
                <a:lnTo>
                  <a:pt x="466954" y="2481377"/>
                </a:lnTo>
                <a:lnTo>
                  <a:pt x="473583" y="2523696"/>
                </a:lnTo>
                <a:lnTo>
                  <a:pt x="480212" y="2566006"/>
                </a:lnTo>
                <a:lnTo>
                  <a:pt x="486842" y="2608316"/>
                </a:lnTo>
                <a:lnTo>
                  <a:pt x="493481" y="2650636"/>
                </a:lnTo>
                <a:lnTo>
                  <a:pt x="500110" y="2692946"/>
                </a:lnTo>
                <a:lnTo>
                  <a:pt x="506740" y="2735266"/>
                </a:lnTo>
                <a:lnTo>
                  <a:pt x="513369" y="2777576"/>
                </a:lnTo>
                <a:lnTo>
                  <a:pt x="520008" y="2819886"/>
                </a:lnTo>
                <a:lnTo>
                  <a:pt x="526637" y="2862205"/>
                </a:lnTo>
                <a:lnTo>
                  <a:pt x="533181" y="2904534"/>
                </a:lnTo>
                <a:lnTo>
                  <a:pt x="539648" y="2946873"/>
                </a:lnTo>
                <a:lnTo>
                  <a:pt x="503663" y="2952750"/>
                </a:lnTo>
                <a:lnTo>
                  <a:pt x="460829" y="2952750"/>
                </a:lnTo>
                <a:lnTo>
                  <a:pt x="418005" y="2952750"/>
                </a:lnTo>
                <a:lnTo>
                  <a:pt x="375171" y="2952750"/>
                </a:lnTo>
                <a:lnTo>
                  <a:pt x="332337" y="2952750"/>
                </a:lnTo>
                <a:lnTo>
                  <a:pt x="289512" y="2952750"/>
                </a:lnTo>
                <a:lnTo>
                  <a:pt x="246678" y="2952750"/>
                </a:lnTo>
                <a:lnTo>
                  <a:pt x="225533" y="2962075"/>
                </a:lnTo>
                <a:lnTo>
                  <a:pt x="254994" y="2993155"/>
                </a:lnTo>
                <a:lnTo>
                  <a:pt x="284464" y="3024245"/>
                </a:lnTo>
                <a:lnTo>
                  <a:pt x="313925" y="3055325"/>
                </a:lnTo>
                <a:lnTo>
                  <a:pt x="343395" y="3086414"/>
                </a:lnTo>
                <a:lnTo>
                  <a:pt x="372856" y="3117494"/>
                </a:lnTo>
                <a:lnTo>
                  <a:pt x="402326" y="3148574"/>
                </a:lnTo>
                <a:lnTo>
                  <a:pt x="431787" y="3179664"/>
                </a:lnTo>
                <a:lnTo>
                  <a:pt x="461258" y="3210744"/>
                </a:lnTo>
                <a:lnTo>
                  <a:pt x="490718" y="3241834"/>
                </a:lnTo>
                <a:lnTo>
                  <a:pt x="520189" y="3272914"/>
                </a:lnTo>
                <a:lnTo>
                  <a:pt x="549650" y="3304003"/>
                </a:lnTo>
                <a:lnTo>
                  <a:pt x="579110" y="3335084"/>
                </a:lnTo>
                <a:lnTo>
                  <a:pt x="608581" y="3366173"/>
                </a:lnTo>
                <a:lnTo>
                  <a:pt x="638042" y="3397253"/>
                </a:lnTo>
                <a:lnTo>
                  <a:pt x="667512" y="3428333"/>
                </a:lnTo>
                <a:lnTo>
                  <a:pt x="696973" y="3459423"/>
                </a:lnTo>
                <a:lnTo>
                  <a:pt x="726443" y="3490503"/>
                </a:lnTo>
                <a:lnTo>
                  <a:pt x="755904" y="3521593"/>
                </a:lnTo>
                <a:lnTo>
                  <a:pt x="785374" y="3552673"/>
                </a:lnTo>
                <a:lnTo>
                  <a:pt x="814835" y="3583762"/>
                </a:lnTo>
                <a:lnTo>
                  <a:pt x="844306" y="3614842"/>
                </a:lnTo>
                <a:lnTo>
                  <a:pt x="873766" y="3631168"/>
                </a:lnTo>
                <a:lnTo>
                  <a:pt x="903237" y="3600088"/>
                </a:lnTo>
                <a:lnTo>
                  <a:pt x="932698" y="3568998"/>
                </a:lnTo>
                <a:lnTo>
                  <a:pt x="962168" y="3537918"/>
                </a:lnTo>
                <a:lnTo>
                  <a:pt x="991629" y="3506838"/>
                </a:lnTo>
                <a:lnTo>
                  <a:pt x="1021099" y="3475749"/>
                </a:lnTo>
                <a:lnTo>
                  <a:pt x="1050560" y="3444669"/>
                </a:lnTo>
                <a:lnTo>
                  <a:pt x="1080030" y="3413579"/>
                </a:lnTo>
                <a:lnTo>
                  <a:pt x="1109491" y="3382499"/>
                </a:lnTo>
                <a:lnTo>
                  <a:pt x="1138961" y="3351409"/>
                </a:lnTo>
                <a:lnTo>
                  <a:pt x="1168422" y="3320329"/>
                </a:lnTo>
                <a:lnTo>
                  <a:pt x="1197893" y="3289240"/>
                </a:lnTo>
                <a:lnTo>
                  <a:pt x="1227353" y="3258160"/>
                </a:lnTo>
                <a:lnTo>
                  <a:pt x="1256814" y="3227080"/>
                </a:lnTo>
                <a:lnTo>
                  <a:pt x="1286285" y="3195990"/>
                </a:lnTo>
                <a:lnTo>
                  <a:pt x="1315745" y="3164910"/>
                </a:lnTo>
                <a:lnTo>
                  <a:pt x="1345216" y="3133820"/>
                </a:lnTo>
                <a:lnTo>
                  <a:pt x="1374677" y="3102740"/>
                </a:lnTo>
                <a:lnTo>
                  <a:pt x="1404147" y="3071651"/>
                </a:lnTo>
                <a:lnTo>
                  <a:pt x="1433608" y="3040571"/>
                </a:lnTo>
                <a:lnTo>
                  <a:pt x="1463078" y="3009481"/>
                </a:lnTo>
                <a:lnTo>
                  <a:pt x="1492539" y="2978401"/>
                </a:lnTo>
                <a:lnTo>
                  <a:pt x="1509370" y="2952750"/>
                </a:lnTo>
                <a:lnTo>
                  <a:pt x="1466536" y="2952750"/>
                </a:lnTo>
                <a:lnTo>
                  <a:pt x="1423711" y="2952750"/>
                </a:lnTo>
                <a:lnTo>
                  <a:pt x="1380877" y="2952750"/>
                </a:lnTo>
                <a:lnTo>
                  <a:pt x="1338043" y="2952750"/>
                </a:lnTo>
                <a:lnTo>
                  <a:pt x="1295219" y="2952750"/>
                </a:lnTo>
                <a:lnTo>
                  <a:pt x="1252385" y="2952750"/>
                </a:lnTo>
                <a:lnTo>
                  <a:pt x="1209561" y="2952750"/>
                </a:lnTo>
                <a:lnTo>
                  <a:pt x="1196978" y="2926775"/>
                </a:lnTo>
                <a:lnTo>
                  <a:pt x="1203436" y="2884427"/>
                </a:lnTo>
                <a:lnTo>
                  <a:pt x="1210066" y="2842117"/>
                </a:lnTo>
                <a:lnTo>
                  <a:pt x="1216695" y="2799798"/>
                </a:lnTo>
                <a:lnTo>
                  <a:pt x="1223324" y="2757488"/>
                </a:lnTo>
                <a:lnTo>
                  <a:pt x="1229954" y="2715177"/>
                </a:lnTo>
                <a:lnTo>
                  <a:pt x="1236593" y="2672858"/>
                </a:lnTo>
                <a:lnTo>
                  <a:pt x="1243222" y="2630548"/>
                </a:lnTo>
                <a:lnTo>
                  <a:pt x="1249851" y="2588228"/>
                </a:lnTo>
                <a:lnTo>
                  <a:pt x="1256481" y="2545918"/>
                </a:lnTo>
                <a:lnTo>
                  <a:pt x="1263120" y="2503608"/>
                </a:lnTo>
                <a:lnTo>
                  <a:pt x="1269749" y="2461289"/>
                </a:lnTo>
                <a:lnTo>
                  <a:pt x="1276379" y="2418979"/>
                </a:lnTo>
                <a:lnTo>
                  <a:pt x="1283008" y="2376659"/>
                </a:lnTo>
                <a:lnTo>
                  <a:pt x="1289637" y="2334349"/>
                </a:lnTo>
                <a:lnTo>
                  <a:pt x="1296276" y="2292039"/>
                </a:lnTo>
                <a:lnTo>
                  <a:pt x="1302906" y="2249719"/>
                </a:lnTo>
                <a:lnTo>
                  <a:pt x="1309640" y="2207428"/>
                </a:lnTo>
                <a:lnTo>
                  <a:pt x="1316460" y="2165137"/>
                </a:lnTo>
                <a:lnTo>
                  <a:pt x="1323451" y="2122884"/>
                </a:lnTo>
                <a:lnTo>
                  <a:pt x="1330500" y="2080641"/>
                </a:lnTo>
                <a:lnTo>
                  <a:pt x="1337539" y="2038388"/>
                </a:lnTo>
                <a:lnTo>
                  <a:pt x="1344587" y="1996145"/>
                </a:lnTo>
                <a:lnTo>
                  <a:pt x="1351636" y="1953901"/>
                </a:lnTo>
                <a:lnTo>
                  <a:pt x="1358684" y="1911648"/>
                </a:lnTo>
                <a:lnTo>
                  <a:pt x="1365733" y="1869405"/>
                </a:lnTo>
                <a:lnTo>
                  <a:pt x="1372781" y="1827162"/>
                </a:lnTo>
                <a:lnTo>
                  <a:pt x="1379830" y="1784909"/>
                </a:lnTo>
                <a:lnTo>
                  <a:pt x="1386878" y="1742665"/>
                </a:lnTo>
                <a:lnTo>
                  <a:pt x="1393917" y="1700413"/>
                </a:lnTo>
                <a:lnTo>
                  <a:pt x="1400966" y="1658169"/>
                </a:lnTo>
                <a:lnTo>
                  <a:pt x="1408014" y="1615926"/>
                </a:lnTo>
                <a:lnTo>
                  <a:pt x="1415063" y="1573673"/>
                </a:lnTo>
                <a:lnTo>
                  <a:pt x="1422111" y="1531430"/>
                </a:lnTo>
                <a:lnTo>
                  <a:pt x="1429255" y="1489196"/>
                </a:lnTo>
                <a:lnTo>
                  <a:pt x="1436580" y="1447000"/>
                </a:lnTo>
                <a:lnTo>
                  <a:pt x="1444133" y="1404842"/>
                </a:lnTo>
                <a:lnTo>
                  <a:pt x="1451867" y="1362713"/>
                </a:lnTo>
                <a:lnTo>
                  <a:pt x="1459611" y="1320594"/>
                </a:lnTo>
                <a:lnTo>
                  <a:pt x="1467355" y="1278465"/>
                </a:lnTo>
                <a:lnTo>
                  <a:pt x="1475099" y="1236345"/>
                </a:lnTo>
                <a:lnTo>
                  <a:pt x="1482833" y="1194216"/>
                </a:lnTo>
                <a:lnTo>
                  <a:pt x="1490577" y="1152087"/>
                </a:lnTo>
                <a:lnTo>
                  <a:pt x="1498321" y="1109967"/>
                </a:lnTo>
                <a:lnTo>
                  <a:pt x="1506055" y="1067838"/>
                </a:lnTo>
                <a:lnTo>
                  <a:pt x="1513799" y="1025719"/>
                </a:lnTo>
                <a:lnTo>
                  <a:pt x="1521543" y="983590"/>
                </a:lnTo>
                <a:lnTo>
                  <a:pt x="1529286" y="941470"/>
                </a:lnTo>
                <a:lnTo>
                  <a:pt x="1537021" y="899341"/>
                </a:lnTo>
                <a:lnTo>
                  <a:pt x="1544765" y="857212"/>
                </a:lnTo>
                <a:lnTo>
                  <a:pt x="1552508" y="815092"/>
                </a:lnTo>
                <a:lnTo>
                  <a:pt x="1560281" y="772973"/>
                </a:lnTo>
                <a:lnTo>
                  <a:pt x="1568577" y="730949"/>
                </a:lnTo>
                <a:lnTo>
                  <a:pt x="1577321" y="689029"/>
                </a:lnTo>
                <a:lnTo>
                  <a:pt x="1587456" y="647424"/>
                </a:lnTo>
                <a:lnTo>
                  <a:pt x="1597600" y="605809"/>
                </a:lnTo>
                <a:lnTo>
                  <a:pt x="1607734" y="564194"/>
                </a:lnTo>
                <a:lnTo>
                  <a:pt x="1617869" y="522580"/>
                </a:lnTo>
                <a:lnTo>
                  <a:pt x="1628003" y="480965"/>
                </a:lnTo>
                <a:lnTo>
                  <a:pt x="1638138" y="439350"/>
                </a:lnTo>
                <a:lnTo>
                  <a:pt x="1648273" y="397735"/>
                </a:lnTo>
                <a:lnTo>
                  <a:pt x="1658407" y="356121"/>
                </a:lnTo>
                <a:lnTo>
                  <a:pt x="1668542" y="314506"/>
                </a:lnTo>
                <a:lnTo>
                  <a:pt x="1678686" y="272891"/>
                </a:lnTo>
                <a:lnTo>
                  <a:pt x="1688821" y="231277"/>
                </a:lnTo>
                <a:lnTo>
                  <a:pt x="1698955" y="189671"/>
                </a:lnTo>
                <a:lnTo>
                  <a:pt x="1709090" y="148057"/>
                </a:lnTo>
                <a:lnTo>
                  <a:pt x="1719224" y="106442"/>
                </a:lnTo>
                <a:lnTo>
                  <a:pt x="1729359" y="64827"/>
                </a:lnTo>
                <a:lnTo>
                  <a:pt x="1733550" y="22498"/>
                </a:lnTo>
                <a:lnTo>
                  <a:pt x="1713214" y="0"/>
                </a:lnTo>
                <a:lnTo>
                  <a:pt x="1670390" y="0"/>
                </a:lnTo>
                <a:lnTo>
                  <a:pt x="1627556" y="0"/>
                </a:lnTo>
                <a:lnTo>
                  <a:pt x="1584722" y="0"/>
                </a:lnTo>
                <a:lnTo>
                  <a:pt x="1541897" y="0"/>
                </a:lnTo>
                <a:lnTo>
                  <a:pt x="1499064" y="0"/>
                </a:lnTo>
                <a:lnTo>
                  <a:pt x="1456230" y="0"/>
                </a:lnTo>
                <a:lnTo>
                  <a:pt x="1413405" y="0"/>
                </a:lnTo>
                <a:lnTo>
                  <a:pt x="1370571" y="0"/>
                </a:lnTo>
                <a:lnTo>
                  <a:pt x="1327747" y="0"/>
                </a:lnTo>
                <a:lnTo>
                  <a:pt x="1284913" y="0"/>
                </a:lnTo>
                <a:lnTo>
                  <a:pt x="1242079" y="0"/>
                </a:lnTo>
                <a:lnTo>
                  <a:pt x="1199255" y="0"/>
                </a:lnTo>
                <a:lnTo>
                  <a:pt x="1156421" y="0"/>
                </a:lnTo>
                <a:lnTo>
                  <a:pt x="1113587" y="0"/>
                </a:lnTo>
                <a:lnTo>
                  <a:pt x="1070762" y="0"/>
                </a:lnTo>
                <a:lnTo>
                  <a:pt x="1027928" y="0"/>
                </a:lnTo>
                <a:lnTo>
                  <a:pt x="985104" y="0"/>
                </a:lnTo>
                <a:lnTo>
                  <a:pt x="942270" y="0"/>
                </a:lnTo>
                <a:lnTo>
                  <a:pt x="899436" y="0"/>
                </a:lnTo>
                <a:lnTo>
                  <a:pt x="856612" y="0"/>
                </a:lnTo>
                <a:lnTo>
                  <a:pt x="813778" y="0"/>
                </a:lnTo>
                <a:lnTo>
                  <a:pt x="770944" y="0"/>
                </a:lnTo>
                <a:lnTo>
                  <a:pt x="728120" y="0"/>
                </a:lnTo>
                <a:lnTo>
                  <a:pt x="685286" y="0"/>
                </a:lnTo>
                <a:lnTo>
                  <a:pt x="642452" y="0"/>
                </a:lnTo>
                <a:lnTo>
                  <a:pt x="599627" y="0"/>
                </a:lnTo>
                <a:lnTo>
                  <a:pt x="556793" y="0"/>
                </a:lnTo>
                <a:lnTo>
                  <a:pt x="513969" y="0"/>
                </a:lnTo>
                <a:lnTo>
                  <a:pt x="471135" y="0"/>
                </a:lnTo>
                <a:lnTo>
                  <a:pt x="428301" y="0"/>
                </a:lnTo>
                <a:lnTo>
                  <a:pt x="385477" y="0"/>
                </a:lnTo>
                <a:lnTo>
                  <a:pt x="342643" y="0"/>
                </a:lnTo>
                <a:lnTo>
                  <a:pt x="299809" y="0"/>
                </a:lnTo>
                <a:lnTo>
                  <a:pt x="256985" y="0"/>
                </a:lnTo>
                <a:lnTo>
                  <a:pt x="214151" y="0"/>
                </a:lnTo>
                <a:lnTo>
                  <a:pt x="171326" y="0"/>
                </a:lnTo>
                <a:lnTo>
                  <a:pt x="128492" y="0"/>
                </a:lnTo>
                <a:lnTo>
                  <a:pt x="85658" y="0"/>
                </a:lnTo>
                <a:lnTo>
                  <a:pt x="42834" y="0"/>
                </a:lnTo>
                <a:lnTo>
                  <a:pt x="0" y="0"/>
                </a:lnTo>
                <a:close/>
              </a:path>
            </a:pathLst>
          </a:custGeom>
          <a:gradFill xmlns:a="http://schemas.openxmlformats.org/drawingml/2006/main">
            <a:gsLst>
              <a:gs pos="0">
                <a:srgbClr val="000000"/>
              </a:gs>
              <a:gs pos="42">
                <a:srgbClr val="B8D8F2">
                  <a:alpha val="16000"/>
                </a:srgbClr>
              </a:gs>
              <a:gs pos="76">
                <a:srgbClr val="8FC4EE">
                  <a:alpha val="32000"/>
                </a:srgbClr>
              </a:gs>
              <a:gs pos="100">
                <a:srgbClr val="72B3E8">
                  <a:alpha val="52000"/>
                </a:srgbClr>
              </a:gs>
            </a:gsLst>
            <a:lin ang="10800000"/>
          </a:gradFill>
          <a:ln xmlns:a="http://schemas.openxmlformats.org/drawingml/2006/main" w="9525">
            <a:noFill/>
            <a:prstDash val="solid"/>
          </a:ln>
        </p:spPr>
      </p:sp>
      <p:sp>
        <p:nvSpPr>
          <p:cNvPr id="56" name="phase-label-0">
            <a:extLst xmlns:a="http://schemas.openxmlformats.org/drawingml/2006/main">
              <a:ext uri="{FF2B5EF4-FFF2-40B4-BE49-F238E27FC236}">
                <a16:creationId xmlns:a16="http://schemas.microsoft.com/office/drawing/2014/main" id="{61965451-ACB5-4A82-9A40-BA7607533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1638300"/>
            <a:ext cx="228600" cy="15658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阶段一</a:t>
            </a:r>
          </a:p>
        </p:txBody>
      </p:sp>
      <p:sp>
        <p:nvSpPr>
          <p:cNvPr id="57" name="phase-label-1">
            <a:extLst xmlns:a="http://schemas.openxmlformats.org/drawingml/2006/main">
              <a:ext uri="{FF2B5EF4-FFF2-40B4-BE49-F238E27FC236}">
                <a16:creationId xmlns:a16="http://schemas.microsoft.com/office/drawing/2014/main" id="{D42BB578-97BE-4F3F-BA7E-B77C451AB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3204124"/>
            <a:ext cx="228600" cy="14553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阶段二</a:t>
            </a:r>
          </a:p>
        </p:txBody>
      </p:sp>
      <p:sp>
        <p:nvSpPr>
          <p:cNvPr id="58" name="phase-label-2">
            <a:extLst xmlns:a="http://schemas.openxmlformats.org/drawingml/2006/main">
              <a:ext uri="{FF2B5EF4-FFF2-40B4-BE49-F238E27FC236}">
                <a16:creationId xmlns:a16="http://schemas.microsoft.com/office/drawing/2014/main" id="{D853DA53-BED5-41BB-B433-6104CB039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4659516"/>
            <a:ext cx="228600" cy="155064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阶段三</a:t>
            </a:r>
          </a:p>
        </p:txBody>
      </p:sp>
      <p:sp>
        <p:nvSpPr>
          <p:cNvPr id="59" name="funnel-step-title-0">
            <a:extLst xmlns:a="http://schemas.openxmlformats.org/drawingml/2006/main">
              <a:ext uri="{FF2B5EF4-FFF2-40B4-BE49-F238E27FC236}">
                <a16:creationId xmlns:a16="http://schemas.microsoft.com/office/drawing/2014/main" id="{C62F9272-AFE9-4610-A4E2-E08B9B976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357343" y="2702128"/>
            <a:ext cx="2524573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3600"/>
              </a:lnSpc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广泛触达</a:t>
            </a:r>
          </a:p>
        </p:txBody>
      </p:sp>
      <p:sp>
        <p:nvSpPr>
          <p:cNvPr id="60" name="funnel-step-title-1">
            <a:extLst xmlns:a="http://schemas.openxmlformats.org/drawingml/2006/main">
              <a:ext uri="{FF2B5EF4-FFF2-40B4-BE49-F238E27FC236}">
                <a16:creationId xmlns:a16="http://schemas.microsoft.com/office/drawing/2014/main" id="{3115F6BC-A33D-48CD-8B11-3A42570A4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608632" y="3429895"/>
            <a:ext cx="2021977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3600"/>
              </a:lnSpc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兴趣识别</a:t>
            </a:r>
          </a:p>
        </p:txBody>
      </p:sp>
      <p:sp>
        <p:nvSpPr>
          <p:cNvPr id="61" name="funnel-step-title-2">
            <a:extLst xmlns:a="http://schemas.openxmlformats.org/drawingml/2006/main">
              <a:ext uri="{FF2B5EF4-FFF2-40B4-BE49-F238E27FC236}">
                <a16:creationId xmlns:a16="http://schemas.microsoft.com/office/drawing/2014/main" id="{563BA34A-14D1-4744-9157-15D4D6BCC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837232" y="4157663"/>
            <a:ext cx="1564777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3600"/>
              </a:lnSpc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意向培育</a:t>
            </a:r>
          </a:p>
        </p:txBody>
      </p:sp>
      <p:sp>
        <p:nvSpPr>
          <p:cNvPr id="62" name="funnel-step-title-3">
            <a:extLst xmlns:a="http://schemas.openxmlformats.org/drawingml/2006/main">
              <a:ext uri="{FF2B5EF4-FFF2-40B4-BE49-F238E27FC236}">
                <a16:creationId xmlns:a16="http://schemas.microsoft.com/office/drawing/2014/main" id="{6D2DDCF6-37C4-4D97-933B-28D9992AB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52221" y="4885287"/>
            <a:ext cx="1134818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3600"/>
              </a:lnSpc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行动转化</a:t>
            </a:r>
          </a:p>
        </p:txBody>
      </p:sp>
      <p:sp>
        <p:nvSpPr>
          <p:cNvPr id="63" name="funnel-step-title-4">
            <a:extLst xmlns:a="http://schemas.openxmlformats.org/drawingml/2006/main">
              <a:ext uri="{FF2B5EF4-FFF2-40B4-BE49-F238E27FC236}">
                <a16:creationId xmlns:a16="http://schemas.microsoft.com/office/drawing/2014/main" id="{13D649E9-C446-47D0-B9C8-73513E280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200525" y="5613054"/>
            <a:ext cx="8382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持续留存</a:t>
            </a:r>
          </a:p>
        </p:txBody>
      </p:sp>
      <p:sp>
        <p:nvSpPr>
          <p:cNvPr id="64" name="input-core-0">
            <a:extLst xmlns:a="http://schemas.openxmlformats.org/drawingml/2006/main">
              <a:ext uri="{FF2B5EF4-FFF2-40B4-BE49-F238E27FC236}">
                <a16:creationId xmlns:a16="http://schemas.microsoft.com/office/drawing/2014/main" id="{E6AFEEB1-6FBF-43D0-B26D-26FEA3B3A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676650" y="190500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23"/>
          <a:fontRef xmlns:a="http://schemas.openxmlformats.org/drawingml/2006/main" idx="major"/>
        </p:style>
      </p:sp>
      <p:pic>
        <p:nvPicPr>
          <p:cNvPr id="13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722a8c325544a21">
            <a:extLst>
              <a:ext uri="{96DAC541-7B7A-43D3-8B79-37D633B846F1}">
                <asvg:svgBlip xmlns:asvg="http://schemas.microsoft.com/office/drawing/2016/SVG/main" r:embed="R2c71893876414bf9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3771900" y="2000250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66" name="input-core-1">
            <a:extLst xmlns:a="http://schemas.openxmlformats.org/drawingml/2006/main">
              <a:ext uri="{FF2B5EF4-FFF2-40B4-BE49-F238E27FC236}">
                <a16:creationId xmlns:a16="http://schemas.microsoft.com/office/drawing/2014/main" id="{663963C1-EDFC-4DE8-9776-1DCC26C0D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133975" y="1743075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23"/>
          <a:fontRef xmlns:a="http://schemas.openxmlformats.org/drawingml/2006/main" idx="major"/>
        </p:style>
      </p:sp>
      <p:pic>
        <p:nvPicPr>
          <p:cNvPr id="13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88a5f414f1a4097">
            <a:extLst>
              <a:ext uri="{96DAC541-7B7A-43D3-8B79-37D633B846F1}">
                <asvg:svgBlip xmlns:asvg="http://schemas.microsoft.com/office/drawing/2016/SVG/main" r:embed="R7aa06b50078f4517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5229225" y="1838325"/>
            <a:ext cx="209550" cy="2095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770500"/>
      </p:ext>
    </p:extLst>
  </p:cSld>
</p:sld>
</file>

<file path=ppt/slides/slide4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0" name="phase-band-0">
            <a:extLst xmlns:a="http://schemas.openxmlformats.org/drawingml/2006/main">
              <a:ext uri="{FF2B5EF4-FFF2-40B4-BE49-F238E27FC236}">
                <a16:creationId xmlns:a16="http://schemas.microsoft.com/office/drawing/2014/main" id="{480DE80F-931B-4628-AA7F-9DF3B671E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1638300"/>
            <a:ext cx="11144250" cy="156582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phase-band-1">
            <a:extLst xmlns:a="http://schemas.openxmlformats.org/drawingml/2006/main">
              <a:ext uri="{FF2B5EF4-FFF2-40B4-BE49-F238E27FC236}">
                <a16:creationId xmlns:a16="http://schemas.microsoft.com/office/drawing/2014/main" id="{C75913C9-F083-4D36-9389-9F6B031F1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3204124"/>
            <a:ext cx="11144250" cy="145539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38100">
            <a:solidFill>
              <a:srgbClr val="FFFFFF"/>
            </a:solidFill>
            <a:prstDash val="solid"/>
          </a:ln>
        </p:spPr>
      </p:sp>
      <p:sp>
        <p:nvSpPr>
          <p:cNvPr id="3" name="phase-band-2">
            <a:extLst xmlns:a="http://schemas.openxmlformats.org/drawingml/2006/main">
              <a:ext uri="{FF2B5EF4-FFF2-40B4-BE49-F238E27FC236}">
                <a16:creationId xmlns:a16="http://schemas.microsoft.com/office/drawing/2014/main" id="{DDDF2FBA-5639-4C16-8B21-4A66023A2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4659516"/>
            <a:ext cx="11144250" cy="155064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38100">
            <a:solidFill>
              <a:srgbClr val="FFFFFF"/>
            </a:solidFill>
            <a:prstDash val="solid"/>
          </a:ln>
        </p:spPr>
      </p:sp>
      <p:sp>
        <p:nvSpPr>
          <p:cNvPr id="4" name="phase-rail-0">
            <a:extLst xmlns:a="http://schemas.openxmlformats.org/drawingml/2006/main">
              <a:ext uri="{FF2B5EF4-FFF2-40B4-BE49-F238E27FC236}">
                <a16:creationId xmlns:a16="http://schemas.microsoft.com/office/drawing/2014/main" id="{FA58D581-C48C-4723-BF5B-010EE7A5E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1638300"/>
            <a:ext cx="514350" cy="1561643"/>
          </a:xfrm>
          <a:custGeom xmlns:a="http://schemas.openxmlformats.org/drawingml/2006/main">
            <a:pathLst>
              <a:path w="514350" h="1561643">
                <a:moveTo>
                  <a:pt x="0" y="0"/>
                </a:moveTo>
                <a:lnTo>
                  <a:pt x="18983" y="0"/>
                </a:lnTo>
                <a:lnTo>
                  <a:pt x="37967" y="0"/>
                </a:lnTo>
                <a:lnTo>
                  <a:pt x="56950" y="0"/>
                </a:lnTo>
                <a:lnTo>
                  <a:pt x="75943" y="0"/>
                </a:lnTo>
                <a:lnTo>
                  <a:pt x="94926" y="0"/>
                </a:lnTo>
                <a:lnTo>
                  <a:pt x="113909" y="0"/>
                </a:lnTo>
                <a:lnTo>
                  <a:pt x="132893" y="0"/>
                </a:lnTo>
                <a:lnTo>
                  <a:pt x="151876" y="0"/>
                </a:lnTo>
                <a:lnTo>
                  <a:pt x="170859" y="0"/>
                </a:lnTo>
                <a:lnTo>
                  <a:pt x="189843" y="0"/>
                </a:lnTo>
                <a:lnTo>
                  <a:pt x="208836" y="0"/>
                </a:lnTo>
                <a:lnTo>
                  <a:pt x="227819" y="0"/>
                </a:lnTo>
                <a:lnTo>
                  <a:pt x="246802" y="0"/>
                </a:lnTo>
                <a:lnTo>
                  <a:pt x="265786" y="0"/>
                </a:lnTo>
                <a:lnTo>
                  <a:pt x="284769" y="0"/>
                </a:lnTo>
                <a:lnTo>
                  <a:pt x="303752" y="0"/>
                </a:lnTo>
                <a:lnTo>
                  <a:pt x="322736" y="0"/>
                </a:lnTo>
                <a:lnTo>
                  <a:pt x="341728" y="0"/>
                </a:lnTo>
                <a:lnTo>
                  <a:pt x="360712" y="0"/>
                </a:lnTo>
                <a:lnTo>
                  <a:pt x="379695" y="0"/>
                </a:lnTo>
                <a:lnTo>
                  <a:pt x="398678" y="0"/>
                </a:lnTo>
                <a:lnTo>
                  <a:pt x="417662" y="0"/>
                </a:lnTo>
                <a:lnTo>
                  <a:pt x="436645" y="0"/>
                </a:lnTo>
                <a:lnTo>
                  <a:pt x="455628" y="0"/>
                </a:lnTo>
                <a:lnTo>
                  <a:pt x="474621" y="0"/>
                </a:lnTo>
                <a:lnTo>
                  <a:pt x="493605" y="0"/>
                </a:lnTo>
                <a:lnTo>
                  <a:pt x="512588" y="0"/>
                </a:lnTo>
                <a:lnTo>
                  <a:pt x="514350" y="17221"/>
                </a:lnTo>
                <a:lnTo>
                  <a:pt x="514350" y="36205"/>
                </a:lnTo>
                <a:lnTo>
                  <a:pt x="514350" y="55188"/>
                </a:lnTo>
                <a:lnTo>
                  <a:pt x="514350" y="74171"/>
                </a:lnTo>
                <a:lnTo>
                  <a:pt x="514350" y="93155"/>
                </a:lnTo>
                <a:lnTo>
                  <a:pt x="514350" y="112138"/>
                </a:lnTo>
                <a:lnTo>
                  <a:pt x="514350" y="131121"/>
                </a:lnTo>
                <a:lnTo>
                  <a:pt x="514350" y="150104"/>
                </a:lnTo>
                <a:lnTo>
                  <a:pt x="514350" y="169088"/>
                </a:lnTo>
                <a:lnTo>
                  <a:pt x="514350" y="188071"/>
                </a:lnTo>
                <a:lnTo>
                  <a:pt x="514350" y="207054"/>
                </a:lnTo>
                <a:lnTo>
                  <a:pt x="514350" y="226038"/>
                </a:lnTo>
                <a:lnTo>
                  <a:pt x="514350" y="245021"/>
                </a:lnTo>
                <a:lnTo>
                  <a:pt x="514350" y="264004"/>
                </a:lnTo>
                <a:lnTo>
                  <a:pt x="514350" y="282988"/>
                </a:lnTo>
                <a:lnTo>
                  <a:pt x="514350" y="301971"/>
                </a:lnTo>
                <a:lnTo>
                  <a:pt x="514350" y="320954"/>
                </a:lnTo>
                <a:lnTo>
                  <a:pt x="514350" y="339938"/>
                </a:lnTo>
                <a:lnTo>
                  <a:pt x="514350" y="358921"/>
                </a:lnTo>
                <a:lnTo>
                  <a:pt x="514350" y="377904"/>
                </a:lnTo>
                <a:lnTo>
                  <a:pt x="514350" y="396888"/>
                </a:lnTo>
                <a:lnTo>
                  <a:pt x="514350" y="415881"/>
                </a:lnTo>
                <a:lnTo>
                  <a:pt x="514350" y="434864"/>
                </a:lnTo>
                <a:lnTo>
                  <a:pt x="514350" y="453847"/>
                </a:lnTo>
                <a:lnTo>
                  <a:pt x="514350" y="472831"/>
                </a:lnTo>
                <a:lnTo>
                  <a:pt x="514350" y="491814"/>
                </a:lnTo>
                <a:lnTo>
                  <a:pt x="514350" y="510797"/>
                </a:lnTo>
                <a:lnTo>
                  <a:pt x="514350" y="529781"/>
                </a:lnTo>
                <a:lnTo>
                  <a:pt x="514350" y="548764"/>
                </a:lnTo>
                <a:lnTo>
                  <a:pt x="514350" y="567747"/>
                </a:lnTo>
                <a:lnTo>
                  <a:pt x="514350" y="586730"/>
                </a:lnTo>
                <a:lnTo>
                  <a:pt x="514350" y="605714"/>
                </a:lnTo>
                <a:lnTo>
                  <a:pt x="514350" y="624697"/>
                </a:lnTo>
                <a:lnTo>
                  <a:pt x="514350" y="643680"/>
                </a:lnTo>
                <a:lnTo>
                  <a:pt x="514350" y="662664"/>
                </a:lnTo>
                <a:lnTo>
                  <a:pt x="514350" y="681647"/>
                </a:lnTo>
                <a:lnTo>
                  <a:pt x="514350" y="700630"/>
                </a:lnTo>
                <a:lnTo>
                  <a:pt x="514350" y="719614"/>
                </a:lnTo>
                <a:lnTo>
                  <a:pt x="514350" y="738597"/>
                </a:lnTo>
                <a:lnTo>
                  <a:pt x="514350" y="757580"/>
                </a:lnTo>
                <a:lnTo>
                  <a:pt x="514350" y="776564"/>
                </a:lnTo>
                <a:lnTo>
                  <a:pt x="514350" y="795547"/>
                </a:lnTo>
                <a:lnTo>
                  <a:pt x="514350" y="814530"/>
                </a:lnTo>
                <a:lnTo>
                  <a:pt x="514350" y="833514"/>
                </a:lnTo>
                <a:lnTo>
                  <a:pt x="514350" y="852497"/>
                </a:lnTo>
                <a:lnTo>
                  <a:pt x="514350" y="871480"/>
                </a:lnTo>
                <a:lnTo>
                  <a:pt x="514350" y="890464"/>
                </a:lnTo>
                <a:lnTo>
                  <a:pt x="514350" y="909447"/>
                </a:lnTo>
                <a:lnTo>
                  <a:pt x="514350" y="928430"/>
                </a:lnTo>
                <a:lnTo>
                  <a:pt x="514350" y="947414"/>
                </a:lnTo>
                <a:lnTo>
                  <a:pt x="514350" y="966397"/>
                </a:lnTo>
                <a:lnTo>
                  <a:pt x="514350" y="985380"/>
                </a:lnTo>
                <a:lnTo>
                  <a:pt x="514350" y="1004364"/>
                </a:lnTo>
                <a:lnTo>
                  <a:pt x="514350" y="1023347"/>
                </a:lnTo>
                <a:lnTo>
                  <a:pt x="514350" y="1042330"/>
                </a:lnTo>
                <a:lnTo>
                  <a:pt x="514350" y="1061323"/>
                </a:lnTo>
                <a:lnTo>
                  <a:pt x="514350" y="1080306"/>
                </a:lnTo>
                <a:lnTo>
                  <a:pt x="514350" y="1099290"/>
                </a:lnTo>
                <a:lnTo>
                  <a:pt x="514350" y="1118273"/>
                </a:lnTo>
                <a:lnTo>
                  <a:pt x="514350" y="1137256"/>
                </a:lnTo>
                <a:lnTo>
                  <a:pt x="514350" y="1156240"/>
                </a:lnTo>
                <a:lnTo>
                  <a:pt x="514350" y="1175223"/>
                </a:lnTo>
                <a:lnTo>
                  <a:pt x="514350" y="1194206"/>
                </a:lnTo>
                <a:lnTo>
                  <a:pt x="514350" y="1213190"/>
                </a:lnTo>
                <a:lnTo>
                  <a:pt x="514350" y="1232173"/>
                </a:lnTo>
                <a:lnTo>
                  <a:pt x="514350" y="1251156"/>
                </a:lnTo>
                <a:lnTo>
                  <a:pt x="514350" y="1270140"/>
                </a:lnTo>
                <a:lnTo>
                  <a:pt x="514350" y="1289123"/>
                </a:lnTo>
                <a:lnTo>
                  <a:pt x="514350" y="1308106"/>
                </a:lnTo>
                <a:lnTo>
                  <a:pt x="514350" y="1327090"/>
                </a:lnTo>
                <a:lnTo>
                  <a:pt x="514350" y="1346073"/>
                </a:lnTo>
                <a:lnTo>
                  <a:pt x="514350" y="1365056"/>
                </a:lnTo>
                <a:lnTo>
                  <a:pt x="514350" y="1384040"/>
                </a:lnTo>
                <a:lnTo>
                  <a:pt x="514350" y="1403023"/>
                </a:lnTo>
                <a:lnTo>
                  <a:pt x="514350" y="1422006"/>
                </a:lnTo>
                <a:lnTo>
                  <a:pt x="498586" y="1431712"/>
                </a:lnTo>
                <a:lnTo>
                  <a:pt x="481984" y="1440932"/>
                </a:lnTo>
                <a:lnTo>
                  <a:pt x="465392" y="1450153"/>
                </a:lnTo>
                <a:lnTo>
                  <a:pt x="448799" y="1459373"/>
                </a:lnTo>
                <a:lnTo>
                  <a:pt x="432197" y="1468593"/>
                </a:lnTo>
                <a:lnTo>
                  <a:pt x="415604" y="1477813"/>
                </a:lnTo>
                <a:lnTo>
                  <a:pt x="399012" y="1487033"/>
                </a:lnTo>
                <a:lnTo>
                  <a:pt x="382410" y="1496244"/>
                </a:lnTo>
                <a:lnTo>
                  <a:pt x="365817" y="1505464"/>
                </a:lnTo>
                <a:lnTo>
                  <a:pt x="349225" y="1514685"/>
                </a:lnTo>
                <a:lnTo>
                  <a:pt x="332623" y="1523905"/>
                </a:lnTo>
                <a:lnTo>
                  <a:pt x="316030" y="1533125"/>
                </a:lnTo>
                <a:lnTo>
                  <a:pt x="299437" y="1542345"/>
                </a:lnTo>
                <a:lnTo>
                  <a:pt x="282835" y="1551565"/>
                </a:lnTo>
                <a:lnTo>
                  <a:pt x="266243" y="1560786"/>
                </a:lnTo>
                <a:lnTo>
                  <a:pt x="249650" y="1561643"/>
                </a:lnTo>
                <a:lnTo>
                  <a:pt x="233048" y="1552423"/>
                </a:lnTo>
                <a:lnTo>
                  <a:pt x="216456" y="1543202"/>
                </a:lnTo>
                <a:lnTo>
                  <a:pt x="199863" y="1533982"/>
                </a:lnTo>
                <a:lnTo>
                  <a:pt x="183261" y="1524762"/>
                </a:lnTo>
                <a:lnTo>
                  <a:pt x="166668" y="1515542"/>
                </a:lnTo>
                <a:lnTo>
                  <a:pt x="150076" y="1506322"/>
                </a:lnTo>
                <a:lnTo>
                  <a:pt x="133483" y="1497101"/>
                </a:lnTo>
                <a:lnTo>
                  <a:pt x="116881" y="1487881"/>
                </a:lnTo>
                <a:lnTo>
                  <a:pt x="100289" y="1478671"/>
                </a:lnTo>
                <a:lnTo>
                  <a:pt x="83696" y="1469450"/>
                </a:lnTo>
                <a:lnTo>
                  <a:pt x="67094" y="1460230"/>
                </a:lnTo>
                <a:lnTo>
                  <a:pt x="50502" y="1451010"/>
                </a:lnTo>
                <a:lnTo>
                  <a:pt x="33909" y="1441790"/>
                </a:lnTo>
                <a:lnTo>
                  <a:pt x="17307" y="1432570"/>
                </a:lnTo>
                <a:lnTo>
                  <a:pt x="714" y="1423349"/>
                </a:lnTo>
                <a:lnTo>
                  <a:pt x="0" y="1404785"/>
                </a:lnTo>
                <a:lnTo>
                  <a:pt x="0" y="1385802"/>
                </a:lnTo>
                <a:lnTo>
                  <a:pt x="0" y="1366818"/>
                </a:lnTo>
                <a:lnTo>
                  <a:pt x="0" y="1347835"/>
                </a:lnTo>
                <a:lnTo>
                  <a:pt x="0" y="1328852"/>
                </a:lnTo>
                <a:lnTo>
                  <a:pt x="0" y="1309868"/>
                </a:lnTo>
                <a:lnTo>
                  <a:pt x="0" y="1290885"/>
                </a:lnTo>
                <a:lnTo>
                  <a:pt x="0" y="1271902"/>
                </a:lnTo>
                <a:lnTo>
                  <a:pt x="0" y="1252919"/>
                </a:lnTo>
                <a:lnTo>
                  <a:pt x="0" y="1233935"/>
                </a:lnTo>
                <a:lnTo>
                  <a:pt x="0" y="1214952"/>
                </a:lnTo>
                <a:lnTo>
                  <a:pt x="0" y="1195969"/>
                </a:lnTo>
                <a:lnTo>
                  <a:pt x="0" y="1176985"/>
                </a:lnTo>
                <a:lnTo>
                  <a:pt x="0" y="1158002"/>
                </a:lnTo>
                <a:lnTo>
                  <a:pt x="0" y="1139019"/>
                </a:lnTo>
                <a:lnTo>
                  <a:pt x="0" y="1120035"/>
                </a:lnTo>
                <a:lnTo>
                  <a:pt x="0" y="1101052"/>
                </a:lnTo>
                <a:lnTo>
                  <a:pt x="0" y="1082069"/>
                </a:lnTo>
                <a:lnTo>
                  <a:pt x="0" y="1063085"/>
                </a:lnTo>
                <a:lnTo>
                  <a:pt x="0" y="1044102"/>
                </a:lnTo>
                <a:lnTo>
                  <a:pt x="0" y="1025119"/>
                </a:lnTo>
                <a:lnTo>
                  <a:pt x="0" y="1006135"/>
                </a:lnTo>
                <a:lnTo>
                  <a:pt x="0" y="987152"/>
                </a:lnTo>
                <a:lnTo>
                  <a:pt x="0" y="968169"/>
                </a:lnTo>
                <a:lnTo>
                  <a:pt x="0" y="949176"/>
                </a:lnTo>
                <a:lnTo>
                  <a:pt x="0" y="930192"/>
                </a:lnTo>
                <a:lnTo>
                  <a:pt x="0" y="911209"/>
                </a:lnTo>
                <a:lnTo>
                  <a:pt x="0" y="892226"/>
                </a:lnTo>
                <a:lnTo>
                  <a:pt x="0" y="873242"/>
                </a:lnTo>
                <a:lnTo>
                  <a:pt x="0" y="854259"/>
                </a:lnTo>
                <a:lnTo>
                  <a:pt x="0" y="835276"/>
                </a:lnTo>
                <a:lnTo>
                  <a:pt x="0" y="816293"/>
                </a:lnTo>
                <a:lnTo>
                  <a:pt x="0" y="797309"/>
                </a:lnTo>
                <a:lnTo>
                  <a:pt x="0" y="778326"/>
                </a:lnTo>
                <a:lnTo>
                  <a:pt x="0" y="759343"/>
                </a:lnTo>
                <a:lnTo>
                  <a:pt x="0" y="740359"/>
                </a:lnTo>
                <a:lnTo>
                  <a:pt x="0" y="721376"/>
                </a:lnTo>
                <a:lnTo>
                  <a:pt x="0" y="702393"/>
                </a:lnTo>
                <a:lnTo>
                  <a:pt x="0" y="683409"/>
                </a:lnTo>
                <a:lnTo>
                  <a:pt x="0" y="664426"/>
                </a:lnTo>
                <a:lnTo>
                  <a:pt x="0" y="645443"/>
                </a:lnTo>
                <a:lnTo>
                  <a:pt x="0" y="626459"/>
                </a:lnTo>
                <a:lnTo>
                  <a:pt x="0" y="607476"/>
                </a:lnTo>
                <a:lnTo>
                  <a:pt x="0" y="588493"/>
                </a:lnTo>
                <a:lnTo>
                  <a:pt x="0" y="569509"/>
                </a:lnTo>
                <a:lnTo>
                  <a:pt x="0" y="550526"/>
                </a:lnTo>
                <a:lnTo>
                  <a:pt x="0" y="531543"/>
                </a:lnTo>
                <a:lnTo>
                  <a:pt x="0" y="512559"/>
                </a:lnTo>
                <a:lnTo>
                  <a:pt x="0" y="493576"/>
                </a:lnTo>
                <a:lnTo>
                  <a:pt x="0" y="474593"/>
                </a:lnTo>
                <a:lnTo>
                  <a:pt x="0" y="455609"/>
                </a:lnTo>
                <a:lnTo>
                  <a:pt x="0" y="436626"/>
                </a:lnTo>
                <a:lnTo>
                  <a:pt x="0" y="417643"/>
                </a:lnTo>
                <a:lnTo>
                  <a:pt x="0" y="398659"/>
                </a:lnTo>
                <a:lnTo>
                  <a:pt x="0" y="379676"/>
                </a:lnTo>
                <a:lnTo>
                  <a:pt x="0" y="360693"/>
                </a:lnTo>
                <a:lnTo>
                  <a:pt x="0" y="341709"/>
                </a:lnTo>
                <a:lnTo>
                  <a:pt x="0" y="322717"/>
                </a:lnTo>
                <a:lnTo>
                  <a:pt x="0" y="303733"/>
                </a:lnTo>
                <a:lnTo>
                  <a:pt x="0" y="284750"/>
                </a:lnTo>
                <a:lnTo>
                  <a:pt x="0" y="265767"/>
                </a:lnTo>
                <a:lnTo>
                  <a:pt x="0" y="246783"/>
                </a:lnTo>
                <a:lnTo>
                  <a:pt x="0" y="227800"/>
                </a:lnTo>
                <a:lnTo>
                  <a:pt x="0" y="208817"/>
                </a:lnTo>
                <a:lnTo>
                  <a:pt x="0" y="189833"/>
                </a:lnTo>
                <a:lnTo>
                  <a:pt x="0" y="170850"/>
                </a:lnTo>
                <a:lnTo>
                  <a:pt x="0" y="151867"/>
                </a:lnTo>
                <a:lnTo>
                  <a:pt x="0" y="132883"/>
                </a:lnTo>
                <a:lnTo>
                  <a:pt x="0" y="113900"/>
                </a:lnTo>
                <a:lnTo>
                  <a:pt x="0" y="94917"/>
                </a:lnTo>
                <a:lnTo>
                  <a:pt x="0" y="75933"/>
                </a:lnTo>
                <a:lnTo>
                  <a:pt x="0" y="56950"/>
                </a:lnTo>
                <a:lnTo>
                  <a:pt x="0" y="37967"/>
                </a:lnTo>
                <a:lnTo>
                  <a:pt x="0" y="18983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5" name="phase-title-0">
            <a:extLst xmlns:a="http://schemas.openxmlformats.org/drawingml/2006/main">
              <a:ext uri="{FF2B5EF4-FFF2-40B4-BE49-F238E27FC236}">
                <a16:creationId xmlns:a16="http://schemas.microsoft.com/office/drawing/2014/main" id="{50BD39BF-1F1B-47A1-800B-9D48DAB5D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1950396"/>
            <a:ext cx="1428750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精准触达</a:t>
            </a:r>
          </a:p>
        </p:txBody>
      </p:sp>
      <p:sp>
        <p:nvSpPr>
          <p:cNvPr id="6" name="phase-body-0">
            <a:extLst xmlns:a="http://schemas.openxmlformats.org/drawingml/2006/main">
              <a:ext uri="{FF2B5EF4-FFF2-40B4-BE49-F238E27FC236}">
                <a16:creationId xmlns:a16="http://schemas.microsoft.com/office/drawing/2014/main" id="{82DDC6AC-69A6-4006-8826-11918D301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2304602"/>
            <a:ext cx="1428750" cy="587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让目标对象进</a:t>
            </a:r>
          </a:p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入体系</a:t>
            </a:r>
          </a:p>
        </p:txBody>
      </p:sp>
      <p:sp>
        <p:nvSpPr>
          <p:cNvPr id="7" name="action-icon-shell-0-0">
            <a:extLst xmlns:a="http://schemas.openxmlformats.org/drawingml/2006/main">
              <a:ext uri="{FF2B5EF4-FFF2-40B4-BE49-F238E27FC236}">
                <a16:creationId xmlns:a16="http://schemas.microsoft.com/office/drawing/2014/main" id="{93EB2E05-842E-441A-AE7C-B523D7381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1944891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7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612b580fe0c4d48">
            <a:extLst>
              <a:ext uri="{96DAC541-7B7A-43D3-8B79-37D633B846F1}">
                <asvg:svgBlip xmlns:asvg="http://schemas.microsoft.com/office/drawing/2016/SVG/main" r:embed="R9d7d00ac612f47ab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2021091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9" name="action-title-0-0">
            <a:extLst xmlns:a="http://schemas.openxmlformats.org/drawingml/2006/main">
              <a:ext uri="{FF2B5EF4-FFF2-40B4-BE49-F238E27FC236}">
                <a16:creationId xmlns:a16="http://schemas.microsoft.com/office/drawing/2014/main" id="{D66DE6A6-8208-4D3C-B01C-6DDF258E8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1883864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标签体系</a:t>
            </a:r>
          </a:p>
        </p:txBody>
      </p:sp>
      <p:sp>
        <p:nvSpPr>
          <p:cNvPr id="10" name="action-body-0-0">
            <a:extLst xmlns:a="http://schemas.openxmlformats.org/drawingml/2006/main">
              <a:ext uri="{FF2B5EF4-FFF2-40B4-BE49-F238E27FC236}">
                <a16:creationId xmlns:a16="http://schemas.microsoft.com/office/drawing/2014/main" id="{BEE608B7-543D-47E2-ACDF-E551ADDB5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112464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形成可识别对象</a:t>
            </a:r>
          </a:p>
        </p:txBody>
      </p:sp>
      <p:sp>
        <p:nvSpPr>
          <p:cNvPr id="11" name="action-icon-shell-0-1">
            <a:extLst xmlns:a="http://schemas.openxmlformats.org/drawingml/2006/main">
              <a:ext uri="{FF2B5EF4-FFF2-40B4-BE49-F238E27FC236}">
                <a16:creationId xmlns:a16="http://schemas.microsoft.com/office/drawing/2014/main" id="{34ACC803-CE05-4D33-B610-A3DE7751B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1944891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8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6d497fed7b44868">
            <a:extLst>
              <a:ext uri="{96DAC541-7B7A-43D3-8B79-37D633B846F1}">
                <asvg:svgBlip xmlns:asvg="http://schemas.microsoft.com/office/drawing/2016/SVG/main" r:embed="Ra58867d705394c62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2021091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13" name="action-title-0-1">
            <a:extLst xmlns:a="http://schemas.openxmlformats.org/drawingml/2006/main">
              <a:ext uri="{FF2B5EF4-FFF2-40B4-BE49-F238E27FC236}">
                <a16:creationId xmlns:a16="http://schemas.microsoft.com/office/drawing/2014/main" id="{C78A0792-0180-4AD8-ACB2-9AA881299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1883864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渠道连接</a:t>
            </a:r>
          </a:p>
        </p:txBody>
      </p:sp>
      <p:sp>
        <p:nvSpPr>
          <p:cNvPr id="14" name="action-body-0-1">
            <a:extLst xmlns:a="http://schemas.openxmlformats.org/drawingml/2006/main">
              <a:ext uri="{FF2B5EF4-FFF2-40B4-BE49-F238E27FC236}">
                <a16:creationId xmlns:a16="http://schemas.microsoft.com/office/drawing/2014/main" id="{173EDD55-4709-4D39-922B-44DFFDC2D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112464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连接主要触点</a:t>
            </a:r>
          </a:p>
        </p:txBody>
      </p:sp>
      <p:sp>
        <p:nvSpPr>
          <p:cNvPr id="15" name="action-icon-shell-0-2">
            <a:extLst xmlns:a="http://schemas.openxmlformats.org/drawingml/2006/main">
              <a:ext uri="{FF2B5EF4-FFF2-40B4-BE49-F238E27FC236}">
                <a16:creationId xmlns:a16="http://schemas.microsoft.com/office/drawing/2014/main" id="{81F50806-58B6-4C14-A059-CB32E5632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2554491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8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2ff97e2217a466b">
            <a:extLst>
              <a:ext uri="{96DAC541-7B7A-43D3-8B79-37D633B846F1}">
                <asvg:svgBlip xmlns:asvg="http://schemas.microsoft.com/office/drawing/2016/SVG/main" r:embed="R285bf7d7323d430a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2630691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17" name="action-title-0-2">
            <a:extLst xmlns:a="http://schemas.openxmlformats.org/drawingml/2006/main">
              <a:ext uri="{FF2B5EF4-FFF2-40B4-BE49-F238E27FC236}">
                <a16:creationId xmlns:a16="http://schemas.microsoft.com/office/drawing/2014/main" id="{C6277163-2CF3-45F6-A29A-2918E3DB1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493464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内容优化</a:t>
            </a:r>
          </a:p>
        </p:txBody>
      </p:sp>
      <p:sp>
        <p:nvSpPr>
          <p:cNvPr id="18" name="action-body-0-2">
            <a:extLst xmlns:a="http://schemas.openxmlformats.org/drawingml/2006/main">
              <a:ext uri="{FF2B5EF4-FFF2-40B4-BE49-F238E27FC236}">
                <a16:creationId xmlns:a16="http://schemas.microsoft.com/office/drawing/2014/main" id="{0D672FC3-9980-42D9-8464-B72D0BE10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722064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提高触达质量</a:t>
            </a:r>
          </a:p>
        </p:txBody>
      </p:sp>
      <p:sp>
        <p:nvSpPr>
          <p:cNvPr id="19" name="action-icon-shell-0-3">
            <a:extLst xmlns:a="http://schemas.openxmlformats.org/drawingml/2006/main">
              <a:ext uri="{FF2B5EF4-FFF2-40B4-BE49-F238E27FC236}">
                <a16:creationId xmlns:a16="http://schemas.microsoft.com/office/drawing/2014/main" id="{C9504B72-14C8-4DF5-98DE-AD62D9C4C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2554491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8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1e2c61457fb40b6">
            <a:extLst>
              <a:ext uri="{96DAC541-7B7A-43D3-8B79-37D633B846F1}">
                <asvg:svgBlip xmlns:asvg="http://schemas.microsoft.com/office/drawing/2016/SVG/main" r:embed="Rb43addec80514120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2630691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21" name="action-title-0-3">
            <a:extLst xmlns:a="http://schemas.openxmlformats.org/drawingml/2006/main">
              <a:ext uri="{FF2B5EF4-FFF2-40B4-BE49-F238E27FC236}">
                <a16:creationId xmlns:a16="http://schemas.microsoft.com/office/drawing/2014/main" id="{E4FAC286-2541-412B-AA82-218BFC752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493464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行为追踪</a:t>
            </a:r>
          </a:p>
        </p:txBody>
      </p:sp>
      <p:sp>
        <p:nvSpPr>
          <p:cNvPr id="22" name="action-body-0-3">
            <a:extLst xmlns:a="http://schemas.openxmlformats.org/drawingml/2006/main">
              <a:ext uri="{FF2B5EF4-FFF2-40B4-BE49-F238E27FC236}">
                <a16:creationId xmlns:a16="http://schemas.microsoft.com/office/drawing/2014/main" id="{CBE2038C-710E-41C4-8B6F-602C693A4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722064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记录关键反馈</a:t>
            </a:r>
          </a:p>
        </p:txBody>
      </p:sp>
      <p:sp>
        <p:nvSpPr>
          <p:cNvPr id="23" name="phase-rail-1">
            <a:extLst xmlns:a="http://schemas.openxmlformats.org/drawingml/2006/main">
              <a:ext uri="{FF2B5EF4-FFF2-40B4-BE49-F238E27FC236}">
                <a16:creationId xmlns:a16="http://schemas.microsoft.com/office/drawing/2014/main" id="{E933085C-BA30-4538-AC8D-998A193CC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3204124"/>
            <a:ext cx="514350" cy="1450991"/>
          </a:xfrm>
          <a:custGeom xmlns:a="http://schemas.openxmlformats.org/drawingml/2006/main">
            <a:pathLst>
              <a:path w="514350" h="1450991">
                <a:moveTo>
                  <a:pt x="0" y="0"/>
                </a:moveTo>
                <a:lnTo>
                  <a:pt x="16621" y="9230"/>
                </a:lnTo>
                <a:lnTo>
                  <a:pt x="33233" y="18459"/>
                </a:lnTo>
                <a:lnTo>
                  <a:pt x="49854" y="27699"/>
                </a:lnTo>
                <a:lnTo>
                  <a:pt x="66465" y="36928"/>
                </a:lnTo>
                <a:lnTo>
                  <a:pt x="83087" y="46158"/>
                </a:lnTo>
                <a:lnTo>
                  <a:pt x="99708" y="55388"/>
                </a:lnTo>
                <a:lnTo>
                  <a:pt x="116319" y="64618"/>
                </a:lnTo>
                <a:lnTo>
                  <a:pt x="132940" y="73857"/>
                </a:lnTo>
                <a:lnTo>
                  <a:pt x="149552" y="83087"/>
                </a:lnTo>
                <a:lnTo>
                  <a:pt x="166173" y="92316"/>
                </a:lnTo>
                <a:lnTo>
                  <a:pt x="182785" y="101546"/>
                </a:lnTo>
                <a:lnTo>
                  <a:pt x="199406" y="110776"/>
                </a:lnTo>
                <a:lnTo>
                  <a:pt x="216027" y="120015"/>
                </a:lnTo>
                <a:lnTo>
                  <a:pt x="232639" y="129245"/>
                </a:lnTo>
                <a:lnTo>
                  <a:pt x="249260" y="138474"/>
                </a:lnTo>
                <a:lnTo>
                  <a:pt x="265871" y="138036"/>
                </a:lnTo>
                <a:lnTo>
                  <a:pt x="282492" y="128807"/>
                </a:lnTo>
                <a:lnTo>
                  <a:pt x="299114" y="119577"/>
                </a:lnTo>
                <a:lnTo>
                  <a:pt x="315725" y="110347"/>
                </a:lnTo>
                <a:lnTo>
                  <a:pt x="332346" y="101108"/>
                </a:lnTo>
                <a:lnTo>
                  <a:pt x="348958" y="91878"/>
                </a:lnTo>
                <a:lnTo>
                  <a:pt x="365579" y="82648"/>
                </a:lnTo>
                <a:lnTo>
                  <a:pt x="382200" y="73419"/>
                </a:lnTo>
                <a:lnTo>
                  <a:pt x="398812" y="64189"/>
                </a:lnTo>
                <a:lnTo>
                  <a:pt x="415433" y="54950"/>
                </a:lnTo>
                <a:lnTo>
                  <a:pt x="432044" y="45720"/>
                </a:lnTo>
                <a:lnTo>
                  <a:pt x="448666" y="36490"/>
                </a:lnTo>
                <a:lnTo>
                  <a:pt x="465277" y="27261"/>
                </a:lnTo>
                <a:lnTo>
                  <a:pt x="481898" y="18031"/>
                </a:lnTo>
                <a:lnTo>
                  <a:pt x="498519" y="8792"/>
                </a:lnTo>
                <a:lnTo>
                  <a:pt x="514350" y="895"/>
                </a:lnTo>
                <a:lnTo>
                  <a:pt x="514350" y="19907"/>
                </a:lnTo>
                <a:lnTo>
                  <a:pt x="514350" y="38910"/>
                </a:lnTo>
                <a:lnTo>
                  <a:pt x="514350" y="57922"/>
                </a:lnTo>
                <a:lnTo>
                  <a:pt x="514350" y="76933"/>
                </a:lnTo>
                <a:lnTo>
                  <a:pt x="514350" y="95945"/>
                </a:lnTo>
                <a:lnTo>
                  <a:pt x="514350" y="114948"/>
                </a:lnTo>
                <a:lnTo>
                  <a:pt x="514350" y="133960"/>
                </a:lnTo>
                <a:lnTo>
                  <a:pt x="514350" y="152972"/>
                </a:lnTo>
                <a:lnTo>
                  <a:pt x="514350" y="171974"/>
                </a:lnTo>
                <a:lnTo>
                  <a:pt x="514350" y="190986"/>
                </a:lnTo>
                <a:lnTo>
                  <a:pt x="514350" y="209998"/>
                </a:lnTo>
                <a:lnTo>
                  <a:pt x="514350" y="229000"/>
                </a:lnTo>
                <a:lnTo>
                  <a:pt x="514350" y="248012"/>
                </a:lnTo>
                <a:lnTo>
                  <a:pt x="514350" y="267024"/>
                </a:lnTo>
                <a:lnTo>
                  <a:pt x="514350" y="286036"/>
                </a:lnTo>
                <a:lnTo>
                  <a:pt x="514350" y="305038"/>
                </a:lnTo>
                <a:lnTo>
                  <a:pt x="514350" y="324050"/>
                </a:lnTo>
                <a:lnTo>
                  <a:pt x="514350" y="343062"/>
                </a:lnTo>
                <a:lnTo>
                  <a:pt x="514350" y="362064"/>
                </a:lnTo>
                <a:lnTo>
                  <a:pt x="514350" y="381076"/>
                </a:lnTo>
                <a:lnTo>
                  <a:pt x="514350" y="400088"/>
                </a:lnTo>
                <a:lnTo>
                  <a:pt x="514350" y="419090"/>
                </a:lnTo>
                <a:lnTo>
                  <a:pt x="514350" y="438102"/>
                </a:lnTo>
                <a:lnTo>
                  <a:pt x="514350" y="457114"/>
                </a:lnTo>
                <a:lnTo>
                  <a:pt x="514350" y="476126"/>
                </a:lnTo>
                <a:lnTo>
                  <a:pt x="514350" y="495129"/>
                </a:lnTo>
                <a:lnTo>
                  <a:pt x="514350" y="514140"/>
                </a:lnTo>
                <a:lnTo>
                  <a:pt x="514350" y="533152"/>
                </a:lnTo>
                <a:lnTo>
                  <a:pt x="514350" y="552155"/>
                </a:lnTo>
                <a:lnTo>
                  <a:pt x="514350" y="571167"/>
                </a:lnTo>
                <a:lnTo>
                  <a:pt x="514350" y="590179"/>
                </a:lnTo>
                <a:lnTo>
                  <a:pt x="514350" y="609181"/>
                </a:lnTo>
                <a:lnTo>
                  <a:pt x="514350" y="628193"/>
                </a:lnTo>
                <a:lnTo>
                  <a:pt x="514350" y="647205"/>
                </a:lnTo>
                <a:lnTo>
                  <a:pt x="514350" y="666207"/>
                </a:lnTo>
                <a:lnTo>
                  <a:pt x="514350" y="685219"/>
                </a:lnTo>
                <a:lnTo>
                  <a:pt x="514350" y="704231"/>
                </a:lnTo>
                <a:lnTo>
                  <a:pt x="514350" y="723243"/>
                </a:lnTo>
                <a:lnTo>
                  <a:pt x="514350" y="742245"/>
                </a:lnTo>
                <a:lnTo>
                  <a:pt x="514350" y="761257"/>
                </a:lnTo>
                <a:lnTo>
                  <a:pt x="514350" y="780269"/>
                </a:lnTo>
                <a:lnTo>
                  <a:pt x="514350" y="799271"/>
                </a:lnTo>
                <a:lnTo>
                  <a:pt x="514350" y="818283"/>
                </a:lnTo>
                <a:lnTo>
                  <a:pt x="514350" y="837295"/>
                </a:lnTo>
                <a:lnTo>
                  <a:pt x="514350" y="856298"/>
                </a:lnTo>
                <a:lnTo>
                  <a:pt x="514350" y="875309"/>
                </a:lnTo>
                <a:lnTo>
                  <a:pt x="514350" y="894321"/>
                </a:lnTo>
                <a:lnTo>
                  <a:pt x="514350" y="913333"/>
                </a:lnTo>
                <a:lnTo>
                  <a:pt x="514350" y="932336"/>
                </a:lnTo>
                <a:lnTo>
                  <a:pt x="514350" y="951347"/>
                </a:lnTo>
                <a:lnTo>
                  <a:pt x="514350" y="970359"/>
                </a:lnTo>
                <a:lnTo>
                  <a:pt x="514350" y="989362"/>
                </a:lnTo>
                <a:lnTo>
                  <a:pt x="514350" y="1008374"/>
                </a:lnTo>
                <a:lnTo>
                  <a:pt x="514350" y="1027386"/>
                </a:lnTo>
                <a:lnTo>
                  <a:pt x="514350" y="1046388"/>
                </a:lnTo>
                <a:lnTo>
                  <a:pt x="514350" y="1065400"/>
                </a:lnTo>
                <a:lnTo>
                  <a:pt x="514350" y="1084412"/>
                </a:lnTo>
                <a:lnTo>
                  <a:pt x="514350" y="1103424"/>
                </a:lnTo>
                <a:lnTo>
                  <a:pt x="514350" y="1122426"/>
                </a:lnTo>
                <a:lnTo>
                  <a:pt x="514350" y="1141438"/>
                </a:lnTo>
                <a:lnTo>
                  <a:pt x="514350" y="1160450"/>
                </a:lnTo>
                <a:lnTo>
                  <a:pt x="514350" y="1179452"/>
                </a:lnTo>
                <a:lnTo>
                  <a:pt x="514350" y="1198464"/>
                </a:lnTo>
                <a:lnTo>
                  <a:pt x="514350" y="1217476"/>
                </a:lnTo>
                <a:lnTo>
                  <a:pt x="514350" y="1236478"/>
                </a:lnTo>
                <a:lnTo>
                  <a:pt x="514350" y="1255490"/>
                </a:lnTo>
                <a:lnTo>
                  <a:pt x="514350" y="1274502"/>
                </a:lnTo>
                <a:lnTo>
                  <a:pt x="514350" y="1293505"/>
                </a:lnTo>
                <a:lnTo>
                  <a:pt x="514350" y="1312516"/>
                </a:lnTo>
                <a:lnTo>
                  <a:pt x="497729" y="1321746"/>
                </a:lnTo>
                <a:lnTo>
                  <a:pt x="481117" y="1330985"/>
                </a:lnTo>
                <a:lnTo>
                  <a:pt x="464496" y="1340215"/>
                </a:lnTo>
                <a:lnTo>
                  <a:pt x="447885" y="1349445"/>
                </a:lnTo>
                <a:lnTo>
                  <a:pt x="431263" y="1358675"/>
                </a:lnTo>
                <a:lnTo>
                  <a:pt x="414642" y="1367904"/>
                </a:lnTo>
                <a:lnTo>
                  <a:pt x="398031" y="1377144"/>
                </a:lnTo>
                <a:lnTo>
                  <a:pt x="381410" y="1386373"/>
                </a:lnTo>
                <a:lnTo>
                  <a:pt x="364798" y="1395603"/>
                </a:lnTo>
                <a:lnTo>
                  <a:pt x="348177" y="1404833"/>
                </a:lnTo>
                <a:lnTo>
                  <a:pt x="331565" y="1414062"/>
                </a:lnTo>
                <a:lnTo>
                  <a:pt x="314944" y="1423302"/>
                </a:lnTo>
                <a:lnTo>
                  <a:pt x="298323" y="1432531"/>
                </a:lnTo>
                <a:lnTo>
                  <a:pt x="281711" y="1441761"/>
                </a:lnTo>
                <a:lnTo>
                  <a:pt x="265090" y="1450991"/>
                </a:lnTo>
                <a:lnTo>
                  <a:pt x="248479" y="1450553"/>
                </a:lnTo>
                <a:lnTo>
                  <a:pt x="231858" y="1441323"/>
                </a:lnTo>
                <a:lnTo>
                  <a:pt x="215236" y="1432093"/>
                </a:lnTo>
                <a:lnTo>
                  <a:pt x="198625" y="1422864"/>
                </a:lnTo>
                <a:lnTo>
                  <a:pt x="182004" y="1413634"/>
                </a:lnTo>
                <a:lnTo>
                  <a:pt x="165392" y="1404395"/>
                </a:lnTo>
                <a:lnTo>
                  <a:pt x="148771" y="1395165"/>
                </a:lnTo>
                <a:lnTo>
                  <a:pt x="132150" y="1385935"/>
                </a:lnTo>
                <a:lnTo>
                  <a:pt x="115538" y="1376705"/>
                </a:lnTo>
                <a:lnTo>
                  <a:pt x="98917" y="1367476"/>
                </a:lnTo>
                <a:lnTo>
                  <a:pt x="82306" y="1358236"/>
                </a:lnTo>
                <a:lnTo>
                  <a:pt x="65684" y="1349007"/>
                </a:lnTo>
                <a:lnTo>
                  <a:pt x="49073" y="1339777"/>
                </a:lnTo>
                <a:lnTo>
                  <a:pt x="32452" y="1330547"/>
                </a:lnTo>
                <a:lnTo>
                  <a:pt x="15831" y="1321318"/>
                </a:lnTo>
                <a:lnTo>
                  <a:pt x="0" y="1311621"/>
                </a:lnTo>
                <a:lnTo>
                  <a:pt x="0" y="1292609"/>
                </a:lnTo>
                <a:lnTo>
                  <a:pt x="0" y="1273607"/>
                </a:lnTo>
                <a:lnTo>
                  <a:pt x="0" y="1254595"/>
                </a:lnTo>
                <a:lnTo>
                  <a:pt x="0" y="1235583"/>
                </a:lnTo>
                <a:lnTo>
                  <a:pt x="0" y="1216581"/>
                </a:lnTo>
                <a:lnTo>
                  <a:pt x="0" y="1197569"/>
                </a:lnTo>
                <a:lnTo>
                  <a:pt x="0" y="1178557"/>
                </a:lnTo>
                <a:lnTo>
                  <a:pt x="0" y="1159554"/>
                </a:lnTo>
                <a:lnTo>
                  <a:pt x="0" y="1140543"/>
                </a:lnTo>
                <a:lnTo>
                  <a:pt x="0" y="1121531"/>
                </a:lnTo>
                <a:lnTo>
                  <a:pt x="0" y="1102519"/>
                </a:lnTo>
                <a:lnTo>
                  <a:pt x="0" y="1083516"/>
                </a:lnTo>
                <a:lnTo>
                  <a:pt x="0" y="1064504"/>
                </a:lnTo>
                <a:lnTo>
                  <a:pt x="0" y="1045493"/>
                </a:lnTo>
                <a:lnTo>
                  <a:pt x="0" y="1026490"/>
                </a:lnTo>
                <a:lnTo>
                  <a:pt x="0" y="1007478"/>
                </a:lnTo>
                <a:lnTo>
                  <a:pt x="0" y="988466"/>
                </a:lnTo>
                <a:lnTo>
                  <a:pt x="0" y="969464"/>
                </a:lnTo>
                <a:lnTo>
                  <a:pt x="0" y="950452"/>
                </a:lnTo>
                <a:lnTo>
                  <a:pt x="0" y="931440"/>
                </a:lnTo>
                <a:lnTo>
                  <a:pt x="0" y="912428"/>
                </a:lnTo>
                <a:lnTo>
                  <a:pt x="0" y="893426"/>
                </a:lnTo>
                <a:lnTo>
                  <a:pt x="0" y="874414"/>
                </a:lnTo>
                <a:lnTo>
                  <a:pt x="0" y="855402"/>
                </a:lnTo>
                <a:lnTo>
                  <a:pt x="0" y="836400"/>
                </a:lnTo>
                <a:lnTo>
                  <a:pt x="0" y="817388"/>
                </a:lnTo>
                <a:lnTo>
                  <a:pt x="0" y="798376"/>
                </a:lnTo>
                <a:lnTo>
                  <a:pt x="0" y="779374"/>
                </a:lnTo>
                <a:lnTo>
                  <a:pt x="0" y="760362"/>
                </a:lnTo>
                <a:lnTo>
                  <a:pt x="0" y="741350"/>
                </a:lnTo>
                <a:lnTo>
                  <a:pt x="0" y="722338"/>
                </a:lnTo>
                <a:lnTo>
                  <a:pt x="0" y="703336"/>
                </a:lnTo>
                <a:lnTo>
                  <a:pt x="0" y="684324"/>
                </a:lnTo>
                <a:lnTo>
                  <a:pt x="0" y="665312"/>
                </a:lnTo>
                <a:lnTo>
                  <a:pt x="0" y="646309"/>
                </a:lnTo>
                <a:lnTo>
                  <a:pt x="0" y="627297"/>
                </a:lnTo>
                <a:lnTo>
                  <a:pt x="0" y="608286"/>
                </a:lnTo>
                <a:lnTo>
                  <a:pt x="0" y="589283"/>
                </a:lnTo>
                <a:lnTo>
                  <a:pt x="0" y="570271"/>
                </a:lnTo>
                <a:lnTo>
                  <a:pt x="0" y="551259"/>
                </a:lnTo>
                <a:lnTo>
                  <a:pt x="0" y="532257"/>
                </a:lnTo>
                <a:lnTo>
                  <a:pt x="0" y="513245"/>
                </a:lnTo>
                <a:lnTo>
                  <a:pt x="0" y="494233"/>
                </a:lnTo>
                <a:lnTo>
                  <a:pt x="0" y="475221"/>
                </a:lnTo>
                <a:lnTo>
                  <a:pt x="0" y="456219"/>
                </a:lnTo>
                <a:lnTo>
                  <a:pt x="0" y="437207"/>
                </a:lnTo>
                <a:lnTo>
                  <a:pt x="0" y="418195"/>
                </a:lnTo>
                <a:lnTo>
                  <a:pt x="0" y="399193"/>
                </a:lnTo>
                <a:lnTo>
                  <a:pt x="0" y="380181"/>
                </a:lnTo>
                <a:lnTo>
                  <a:pt x="0" y="361169"/>
                </a:lnTo>
                <a:lnTo>
                  <a:pt x="0" y="342167"/>
                </a:lnTo>
                <a:lnTo>
                  <a:pt x="0" y="323155"/>
                </a:lnTo>
                <a:lnTo>
                  <a:pt x="0" y="304143"/>
                </a:lnTo>
                <a:lnTo>
                  <a:pt x="0" y="285131"/>
                </a:lnTo>
                <a:lnTo>
                  <a:pt x="0" y="266129"/>
                </a:lnTo>
                <a:lnTo>
                  <a:pt x="0" y="247117"/>
                </a:lnTo>
                <a:lnTo>
                  <a:pt x="0" y="228105"/>
                </a:lnTo>
                <a:lnTo>
                  <a:pt x="0" y="209102"/>
                </a:lnTo>
                <a:lnTo>
                  <a:pt x="0" y="190090"/>
                </a:lnTo>
                <a:lnTo>
                  <a:pt x="0" y="171079"/>
                </a:lnTo>
                <a:lnTo>
                  <a:pt x="0" y="152076"/>
                </a:lnTo>
                <a:lnTo>
                  <a:pt x="0" y="133064"/>
                </a:lnTo>
                <a:lnTo>
                  <a:pt x="0" y="114052"/>
                </a:lnTo>
                <a:lnTo>
                  <a:pt x="0" y="95040"/>
                </a:lnTo>
                <a:lnTo>
                  <a:pt x="0" y="76038"/>
                </a:lnTo>
                <a:lnTo>
                  <a:pt x="0" y="57026"/>
                </a:lnTo>
                <a:lnTo>
                  <a:pt x="0" y="38014"/>
                </a:lnTo>
                <a:lnTo>
                  <a:pt x="0" y="19012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24" name="phase-title-1">
            <a:extLst xmlns:a="http://schemas.openxmlformats.org/drawingml/2006/main">
              <a:ext uri="{FF2B5EF4-FFF2-40B4-BE49-F238E27FC236}">
                <a16:creationId xmlns:a16="http://schemas.microsoft.com/office/drawing/2014/main" id="{4D3C358E-8BA4-4AE8-A0E6-6A6A2672D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3460994"/>
            <a:ext cx="1428750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意向培育</a:t>
            </a:r>
          </a:p>
        </p:txBody>
      </p:sp>
      <p:sp>
        <p:nvSpPr>
          <p:cNvPr id="25" name="phase-body-1">
            <a:extLst xmlns:a="http://schemas.openxmlformats.org/drawingml/2006/main">
              <a:ext uri="{FF2B5EF4-FFF2-40B4-BE49-F238E27FC236}">
                <a16:creationId xmlns:a16="http://schemas.microsoft.com/office/drawing/2014/main" id="{4392D978-60A0-490E-8500-FB371220A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3815210"/>
            <a:ext cx="1428750" cy="587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让有效关注形</a:t>
            </a:r>
          </a:p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成意向</a:t>
            </a:r>
          </a:p>
        </p:txBody>
      </p:sp>
      <p:sp>
        <p:nvSpPr>
          <p:cNvPr id="26" name="action-icon-shell-1-0">
            <a:extLst xmlns:a="http://schemas.openxmlformats.org/drawingml/2006/main">
              <a:ext uri="{FF2B5EF4-FFF2-40B4-BE49-F238E27FC236}">
                <a16:creationId xmlns:a16="http://schemas.microsoft.com/office/drawing/2014/main" id="{78874BDB-C72B-4D8F-90F3-7FC680898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3760289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9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dcbed79416b4da9">
            <a:extLst>
              <a:ext uri="{96DAC541-7B7A-43D3-8B79-37D633B846F1}">
                <asvg:svgBlip xmlns:asvg="http://schemas.microsoft.com/office/drawing/2016/SVG/main" r:embed="Rfa712575465a4081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3836489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28" name="action-title-1-0">
            <a:extLst xmlns:a="http://schemas.openxmlformats.org/drawingml/2006/main">
              <a:ext uri="{FF2B5EF4-FFF2-40B4-BE49-F238E27FC236}">
                <a16:creationId xmlns:a16="http://schemas.microsoft.com/office/drawing/2014/main" id="{5F32BE89-D91C-410E-9915-C0EE56292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3699272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规则触发</a:t>
            </a:r>
          </a:p>
        </p:txBody>
      </p:sp>
      <p:sp>
        <p:nvSpPr>
          <p:cNvPr id="29" name="action-body-1-0">
            <a:extLst xmlns:a="http://schemas.openxmlformats.org/drawingml/2006/main">
              <a:ext uri="{FF2B5EF4-FFF2-40B4-BE49-F238E27FC236}">
                <a16:creationId xmlns:a16="http://schemas.microsoft.com/office/drawing/2014/main" id="{8D934C5B-A039-48BB-B1AF-7E831BDFF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3927872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自动下发任务</a:t>
            </a:r>
          </a:p>
        </p:txBody>
      </p:sp>
      <p:sp>
        <p:nvSpPr>
          <p:cNvPr id="30" name="action-icon-shell-1-1">
            <a:extLst xmlns:a="http://schemas.openxmlformats.org/drawingml/2006/main">
              <a:ext uri="{FF2B5EF4-FFF2-40B4-BE49-F238E27FC236}">
                <a16:creationId xmlns:a16="http://schemas.microsoft.com/office/drawing/2014/main" id="{07535917-055B-4B82-8970-796D82A79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3760289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10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5a35dae1ff847aa">
            <a:extLst>
              <a:ext uri="{96DAC541-7B7A-43D3-8B79-37D633B846F1}">
                <asvg:svgBlip xmlns:asvg="http://schemas.microsoft.com/office/drawing/2016/SVG/main" r:embed="R585fbc6229564672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3836489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32" name="action-title-1-1">
            <a:extLst xmlns:a="http://schemas.openxmlformats.org/drawingml/2006/main">
              <a:ext uri="{FF2B5EF4-FFF2-40B4-BE49-F238E27FC236}">
                <a16:creationId xmlns:a16="http://schemas.microsoft.com/office/drawing/2014/main" id="{F972E5A3-636A-40C8-B352-9EFC7FE92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3699272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热度评估</a:t>
            </a:r>
          </a:p>
        </p:txBody>
      </p:sp>
      <p:sp>
        <p:nvSpPr>
          <p:cNvPr id="33" name="action-body-1-1">
            <a:extLst xmlns:a="http://schemas.openxmlformats.org/drawingml/2006/main">
              <a:ext uri="{FF2B5EF4-FFF2-40B4-BE49-F238E27FC236}">
                <a16:creationId xmlns:a16="http://schemas.microsoft.com/office/drawing/2014/main" id="{504F8D1A-D80B-4DFF-87B6-927EE52A9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3927872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识别优先对象</a:t>
            </a:r>
          </a:p>
        </p:txBody>
      </p:sp>
      <p:sp>
        <p:nvSpPr>
          <p:cNvPr id="34" name="phase-rail-2">
            <a:extLst xmlns:a="http://schemas.openxmlformats.org/drawingml/2006/main">
              <a:ext uri="{FF2B5EF4-FFF2-40B4-BE49-F238E27FC236}">
                <a16:creationId xmlns:a16="http://schemas.microsoft.com/office/drawing/2014/main" id="{98002DFD-05F3-4199-99F9-2B2BEBDFE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4659516"/>
            <a:ext cx="514350" cy="1546260"/>
          </a:xfrm>
          <a:custGeom xmlns:a="http://schemas.openxmlformats.org/drawingml/2006/main">
            <a:pathLst>
              <a:path w="514350" h="1546260">
                <a:moveTo>
                  <a:pt x="0" y="0"/>
                </a:moveTo>
                <a:lnTo>
                  <a:pt x="16621" y="9230"/>
                </a:lnTo>
                <a:lnTo>
                  <a:pt x="33242" y="18469"/>
                </a:lnTo>
                <a:lnTo>
                  <a:pt x="49854" y="27699"/>
                </a:lnTo>
                <a:lnTo>
                  <a:pt x="66475" y="36928"/>
                </a:lnTo>
                <a:lnTo>
                  <a:pt x="83096" y="46158"/>
                </a:lnTo>
                <a:lnTo>
                  <a:pt x="99717" y="55397"/>
                </a:lnTo>
                <a:lnTo>
                  <a:pt x="116329" y="64627"/>
                </a:lnTo>
                <a:lnTo>
                  <a:pt x="132950" y="73857"/>
                </a:lnTo>
                <a:lnTo>
                  <a:pt x="149571" y="83096"/>
                </a:lnTo>
                <a:lnTo>
                  <a:pt x="166192" y="92326"/>
                </a:lnTo>
                <a:lnTo>
                  <a:pt x="182804" y="101556"/>
                </a:lnTo>
                <a:lnTo>
                  <a:pt x="199425" y="110795"/>
                </a:lnTo>
                <a:lnTo>
                  <a:pt x="216046" y="120025"/>
                </a:lnTo>
                <a:lnTo>
                  <a:pt x="232667" y="129254"/>
                </a:lnTo>
                <a:lnTo>
                  <a:pt x="249279" y="138484"/>
                </a:lnTo>
                <a:lnTo>
                  <a:pt x="265900" y="138027"/>
                </a:lnTo>
                <a:lnTo>
                  <a:pt x="282521" y="128788"/>
                </a:lnTo>
                <a:lnTo>
                  <a:pt x="299142" y="119558"/>
                </a:lnTo>
                <a:lnTo>
                  <a:pt x="315763" y="110328"/>
                </a:lnTo>
                <a:lnTo>
                  <a:pt x="332375" y="101098"/>
                </a:lnTo>
                <a:lnTo>
                  <a:pt x="348996" y="91859"/>
                </a:lnTo>
                <a:lnTo>
                  <a:pt x="365617" y="82629"/>
                </a:lnTo>
                <a:lnTo>
                  <a:pt x="382238" y="73400"/>
                </a:lnTo>
                <a:lnTo>
                  <a:pt x="398850" y="64160"/>
                </a:lnTo>
                <a:lnTo>
                  <a:pt x="415471" y="54931"/>
                </a:lnTo>
                <a:lnTo>
                  <a:pt x="432092" y="45701"/>
                </a:lnTo>
                <a:lnTo>
                  <a:pt x="448713" y="36462"/>
                </a:lnTo>
                <a:lnTo>
                  <a:pt x="465325" y="27232"/>
                </a:lnTo>
                <a:lnTo>
                  <a:pt x="481946" y="18002"/>
                </a:lnTo>
                <a:lnTo>
                  <a:pt x="498567" y="8773"/>
                </a:lnTo>
                <a:lnTo>
                  <a:pt x="514350" y="953"/>
                </a:lnTo>
                <a:lnTo>
                  <a:pt x="514350" y="19964"/>
                </a:lnTo>
                <a:lnTo>
                  <a:pt x="514350" y="38976"/>
                </a:lnTo>
                <a:lnTo>
                  <a:pt x="514350" y="57988"/>
                </a:lnTo>
                <a:lnTo>
                  <a:pt x="514350" y="77000"/>
                </a:lnTo>
                <a:lnTo>
                  <a:pt x="514350" y="96012"/>
                </a:lnTo>
                <a:lnTo>
                  <a:pt x="514350" y="115024"/>
                </a:lnTo>
                <a:lnTo>
                  <a:pt x="514350" y="134036"/>
                </a:lnTo>
                <a:lnTo>
                  <a:pt x="514350" y="153048"/>
                </a:lnTo>
                <a:lnTo>
                  <a:pt x="514350" y="172050"/>
                </a:lnTo>
                <a:lnTo>
                  <a:pt x="514350" y="191062"/>
                </a:lnTo>
                <a:lnTo>
                  <a:pt x="514350" y="210074"/>
                </a:lnTo>
                <a:lnTo>
                  <a:pt x="514350" y="229086"/>
                </a:lnTo>
                <a:lnTo>
                  <a:pt x="514350" y="248098"/>
                </a:lnTo>
                <a:lnTo>
                  <a:pt x="514350" y="267110"/>
                </a:lnTo>
                <a:lnTo>
                  <a:pt x="514350" y="286121"/>
                </a:lnTo>
                <a:lnTo>
                  <a:pt x="514350" y="305133"/>
                </a:lnTo>
                <a:lnTo>
                  <a:pt x="514350" y="324145"/>
                </a:lnTo>
                <a:lnTo>
                  <a:pt x="514350" y="343157"/>
                </a:lnTo>
                <a:lnTo>
                  <a:pt x="514350" y="362169"/>
                </a:lnTo>
                <a:lnTo>
                  <a:pt x="514350" y="381171"/>
                </a:lnTo>
                <a:lnTo>
                  <a:pt x="514350" y="400183"/>
                </a:lnTo>
                <a:lnTo>
                  <a:pt x="514350" y="419195"/>
                </a:lnTo>
                <a:lnTo>
                  <a:pt x="514350" y="438207"/>
                </a:lnTo>
                <a:lnTo>
                  <a:pt x="514350" y="457219"/>
                </a:lnTo>
                <a:lnTo>
                  <a:pt x="514350" y="476231"/>
                </a:lnTo>
                <a:lnTo>
                  <a:pt x="514350" y="495243"/>
                </a:lnTo>
                <a:lnTo>
                  <a:pt x="514350" y="514255"/>
                </a:lnTo>
                <a:lnTo>
                  <a:pt x="514350" y="533267"/>
                </a:lnTo>
                <a:lnTo>
                  <a:pt x="514350" y="552279"/>
                </a:lnTo>
                <a:lnTo>
                  <a:pt x="514350" y="571281"/>
                </a:lnTo>
                <a:lnTo>
                  <a:pt x="514350" y="590293"/>
                </a:lnTo>
                <a:lnTo>
                  <a:pt x="514350" y="609305"/>
                </a:lnTo>
                <a:lnTo>
                  <a:pt x="514350" y="628317"/>
                </a:lnTo>
                <a:lnTo>
                  <a:pt x="514350" y="647329"/>
                </a:lnTo>
                <a:lnTo>
                  <a:pt x="514350" y="666340"/>
                </a:lnTo>
                <a:lnTo>
                  <a:pt x="514350" y="685352"/>
                </a:lnTo>
                <a:lnTo>
                  <a:pt x="514350" y="704364"/>
                </a:lnTo>
                <a:lnTo>
                  <a:pt x="514350" y="723376"/>
                </a:lnTo>
                <a:lnTo>
                  <a:pt x="514350" y="742388"/>
                </a:lnTo>
                <a:lnTo>
                  <a:pt x="514350" y="761390"/>
                </a:lnTo>
                <a:lnTo>
                  <a:pt x="514350" y="780402"/>
                </a:lnTo>
                <a:lnTo>
                  <a:pt x="514350" y="799414"/>
                </a:lnTo>
                <a:lnTo>
                  <a:pt x="514350" y="818426"/>
                </a:lnTo>
                <a:lnTo>
                  <a:pt x="514350" y="837438"/>
                </a:lnTo>
                <a:lnTo>
                  <a:pt x="514350" y="856450"/>
                </a:lnTo>
                <a:lnTo>
                  <a:pt x="514350" y="875462"/>
                </a:lnTo>
                <a:lnTo>
                  <a:pt x="514350" y="894474"/>
                </a:lnTo>
                <a:lnTo>
                  <a:pt x="514350" y="913486"/>
                </a:lnTo>
                <a:lnTo>
                  <a:pt x="514350" y="932498"/>
                </a:lnTo>
                <a:lnTo>
                  <a:pt x="514350" y="951500"/>
                </a:lnTo>
                <a:lnTo>
                  <a:pt x="514350" y="970512"/>
                </a:lnTo>
                <a:lnTo>
                  <a:pt x="514350" y="989524"/>
                </a:lnTo>
                <a:lnTo>
                  <a:pt x="514350" y="1008536"/>
                </a:lnTo>
                <a:lnTo>
                  <a:pt x="514350" y="1027547"/>
                </a:lnTo>
                <a:lnTo>
                  <a:pt x="514350" y="1046559"/>
                </a:lnTo>
                <a:lnTo>
                  <a:pt x="514350" y="1065571"/>
                </a:lnTo>
                <a:lnTo>
                  <a:pt x="514350" y="1084583"/>
                </a:lnTo>
                <a:lnTo>
                  <a:pt x="514350" y="1103595"/>
                </a:lnTo>
                <a:lnTo>
                  <a:pt x="514350" y="1122607"/>
                </a:lnTo>
                <a:lnTo>
                  <a:pt x="514350" y="1141619"/>
                </a:lnTo>
                <a:lnTo>
                  <a:pt x="514350" y="1160621"/>
                </a:lnTo>
                <a:lnTo>
                  <a:pt x="514350" y="1179633"/>
                </a:lnTo>
                <a:lnTo>
                  <a:pt x="514350" y="1198645"/>
                </a:lnTo>
                <a:lnTo>
                  <a:pt x="514350" y="1217657"/>
                </a:lnTo>
                <a:lnTo>
                  <a:pt x="514350" y="1236669"/>
                </a:lnTo>
                <a:lnTo>
                  <a:pt x="514350" y="1255681"/>
                </a:lnTo>
                <a:lnTo>
                  <a:pt x="514350" y="1274693"/>
                </a:lnTo>
                <a:lnTo>
                  <a:pt x="514350" y="1293705"/>
                </a:lnTo>
                <a:lnTo>
                  <a:pt x="514350" y="1312716"/>
                </a:lnTo>
                <a:lnTo>
                  <a:pt x="514350" y="1331728"/>
                </a:lnTo>
                <a:lnTo>
                  <a:pt x="514350" y="1350731"/>
                </a:lnTo>
                <a:lnTo>
                  <a:pt x="514350" y="1369743"/>
                </a:lnTo>
                <a:lnTo>
                  <a:pt x="514350" y="1388755"/>
                </a:lnTo>
                <a:lnTo>
                  <a:pt x="514350" y="1407766"/>
                </a:lnTo>
                <a:lnTo>
                  <a:pt x="497729" y="1416996"/>
                </a:lnTo>
                <a:lnTo>
                  <a:pt x="481108" y="1426235"/>
                </a:lnTo>
                <a:lnTo>
                  <a:pt x="464496" y="1435465"/>
                </a:lnTo>
                <a:lnTo>
                  <a:pt x="447875" y="1444695"/>
                </a:lnTo>
                <a:lnTo>
                  <a:pt x="431254" y="1453934"/>
                </a:lnTo>
                <a:lnTo>
                  <a:pt x="414633" y="1463164"/>
                </a:lnTo>
                <a:lnTo>
                  <a:pt x="398021" y="1472394"/>
                </a:lnTo>
                <a:lnTo>
                  <a:pt x="381400" y="1481633"/>
                </a:lnTo>
                <a:lnTo>
                  <a:pt x="364779" y="1490863"/>
                </a:lnTo>
                <a:lnTo>
                  <a:pt x="348158" y="1500092"/>
                </a:lnTo>
                <a:lnTo>
                  <a:pt x="331546" y="1509322"/>
                </a:lnTo>
                <a:lnTo>
                  <a:pt x="314925" y="1518561"/>
                </a:lnTo>
                <a:lnTo>
                  <a:pt x="298304" y="1527791"/>
                </a:lnTo>
                <a:lnTo>
                  <a:pt x="281683" y="1537021"/>
                </a:lnTo>
                <a:lnTo>
                  <a:pt x="265062" y="1546260"/>
                </a:lnTo>
                <a:lnTo>
                  <a:pt x="248450" y="1545793"/>
                </a:lnTo>
                <a:lnTo>
                  <a:pt x="231829" y="1536563"/>
                </a:lnTo>
                <a:lnTo>
                  <a:pt x="215208" y="1527324"/>
                </a:lnTo>
                <a:lnTo>
                  <a:pt x="198587" y="1518095"/>
                </a:lnTo>
                <a:lnTo>
                  <a:pt x="181975" y="1508865"/>
                </a:lnTo>
                <a:lnTo>
                  <a:pt x="165354" y="1499626"/>
                </a:lnTo>
                <a:lnTo>
                  <a:pt x="148733" y="1490396"/>
                </a:lnTo>
                <a:lnTo>
                  <a:pt x="132112" y="1481166"/>
                </a:lnTo>
                <a:lnTo>
                  <a:pt x="115500" y="1471927"/>
                </a:lnTo>
                <a:lnTo>
                  <a:pt x="98879" y="1462697"/>
                </a:lnTo>
                <a:lnTo>
                  <a:pt x="82258" y="1453467"/>
                </a:lnTo>
                <a:lnTo>
                  <a:pt x="65637" y="1444238"/>
                </a:lnTo>
                <a:lnTo>
                  <a:pt x="49025" y="1434998"/>
                </a:lnTo>
                <a:lnTo>
                  <a:pt x="32404" y="1425769"/>
                </a:lnTo>
                <a:lnTo>
                  <a:pt x="15783" y="1416539"/>
                </a:lnTo>
                <a:lnTo>
                  <a:pt x="0" y="1406814"/>
                </a:lnTo>
                <a:lnTo>
                  <a:pt x="0" y="1387802"/>
                </a:lnTo>
                <a:lnTo>
                  <a:pt x="0" y="1368790"/>
                </a:lnTo>
                <a:lnTo>
                  <a:pt x="0" y="1349778"/>
                </a:lnTo>
                <a:lnTo>
                  <a:pt x="0" y="1330766"/>
                </a:lnTo>
                <a:lnTo>
                  <a:pt x="0" y="1311754"/>
                </a:lnTo>
                <a:lnTo>
                  <a:pt x="0" y="1292743"/>
                </a:lnTo>
                <a:lnTo>
                  <a:pt x="0" y="1273731"/>
                </a:lnTo>
                <a:lnTo>
                  <a:pt x="0" y="1254728"/>
                </a:lnTo>
                <a:lnTo>
                  <a:pt x="0" y="1235716"/>
                </a:lnTo>
                <a:lnTo>
                  <a:pt x="0" y="1216704"/>
                </a:lnTo>
                <a:lnTo>
                  <a:pt x="0" y="1197693"/>
                </a:lnTo>
                <a:lnTo>
                  <a:pt x="0" y="1178681"/>
                </a:lnTo>
                <a:lnTo>
                  <a:pt x="0" y="1159669"/>
                </a:lnTo>
                <a:lnTo>
                  <a:pt x="0" y="1140657"/>
                </a:lnTo>
                <a:lnTo>
                  <a:pt x="0" y="1121645"/>
                </a:lnTo>
                <a:lnTo>
                  <a:pt x="0" y="1102633"/>
                </a:lnTo>
                <a:lnTo>
                  <a:pt x="0" y="1083621"/>
                </a:lnTo>
                <a:lnTo>
                  <a:pt x="0" y="1064619"/>
                </a:lnTo>
                <a:lnTo>
                  <a:pt x="0" y="1045607"/>
                </a:lnTo>
                <a:lnTo>
                  <a:pt x="0" y="1026595"/>
                </a:lnTo>
                <a:lnTo>
                  <a:pt x="0" y="1007583"/>
                </a:lnTo>
                <a:lnTo>
                  <a:pt x="0" y="988571"/>
                </a:lnTo>
                <a:lnTo>
                  <a:pt x="0" y="969559"/>
                </a:lnTo>
                <a:lnTo>
                  <a:pt x="0" y="950547"/>
                </a:lnTo>
                <a:lnTo>
                  <a:pt x="0" y="931535"/>
                </a:lnTo>
                <a:lnTo>
                  <a:pt x="0" y="912524"/>
                </a:lnTo>
                <a:lnTo>
                  <a:pt x="0" y="893512"/>
                </a:lnTo>
                <a:lnTo>
                  <a:pt x="0" y="874509"/>
                </a:lnTo>
                <a:lnTo>
                  <a:pt x="0" y="855497"/>
                </a:lnTo>
                <a:lnTo>
                  <a:pt x="0" y="836485"/>
                </a:lnTo>
                <a:lnTo>
                  <a:pt x="0" y="817474"/>
                </a:lnTo>
                <a:lnTo>
                  <a:pt x="0" y="798462"/>
                </a:lnTo>
                <a:lnTo>
                  <a:pt x="0" y="779450"/>
                </a:lnTo>
                <a:lnTo>
                  <a:pt x="0" y="760438"/>
                </a:lnTo>
                <a:lnTo>
                  <a:pt x="0" y="741426"/>
                </a:lnTo>
                <a:lnTo>
                  <a:pt x="0" y="722414"/>
                </a:lnTo>
                <a:lnTo>
                  <a:pt x="0" y="703402"/>
                </a:lnTo>
                <a:lnTo>
                  <a:pt x="0" y="684400"/>
                </a:lnTo>
                <a:lnTo>
                  <a:pt x="0" y="665388"/>
                </a:lnTo>
                <a:lnTo>
                  <a:pt x="0" y="646376"/>
                </a:lnTo>
                <a:lnTo>
                  <a:pt x="0" y="627364"/>
                </a:lnTo>
                <a:lnTo>
                  <a:pt x="0" y="608352"/>
                </a:lnTo>
                <a:lnTo>
                  <a:pt x="0" y="589340"/>
                </a:lnTo>
                <a:lnTo>
                  <a:pt x="0" y="570328"/>
                </a:lnTo>
                <a:lnTo>
                  <a:pt x="0" y="551317"/>
                </a:lnTo>
                <a:lnTo>
                  <a:pt x="0" y="532305"/>
                </a:lnTo>
                <a:lnTo>
                  <a:pt x="0" y="513293"/>
                </a:lnTo>
                <a:lnTo>
                  <a:pt x="0" y="494281"/>
                </a:lnTo>
                <a:lnTo>
                  <a:pt x="0" y="475278"/>
                </a:lnTo>
                <a:lnTo>
                  <a:pt x="0" y="456267"/>
                </a:lnTo>
                <a:lnTo>
                  <a:pt x="0" y="437255"/>
                </a:lnTo>
                <a:lnTo>
                  <a:pt x="0" y="418243"/>
                </a:lnTo>
                <a:lnTo>
                  <a:pt x="0" y="399231"/>
                </a:lnTo>
                <a:lnTo>
                  <a:pt x="0" y="380219"/>
                </a:lnTo>
                <a:lnTo>
                  <a:pt x="0" y="361207"/>
                </a:lnTo>
                <a:lnTo>
                  <a:pt x="0" y="342195"/>
                </a:lnTo>
                <a:lnTo>
                  <a:pt x="0" y="323183"/>
                </a:lnTo>
                <a:lnTo>
                  <a:pt x="0" y="304171"/>
                </a:lnTo>
                <a:lnTo>
                  <a:pt x="0" y="285169"/>
                </a:lnTo>
                <a:lnTo>
                  <a:pt x="0" y="266157"/>
                </a:lnTo>
                <a:lnTo>
                  <a:pt x="0" y="247145"/>
                </a:lnTo>
                <a:lnTo>
                  <a:pt x="0" y="228133"/>
                </a:lnTo>
                <a:lnTo>
                  <a:pt x="0" y="209121"/>
                </a:lnTo>
                <a:lnTo>
                  <a:pt x="0" y="190109"/>
                </a:lnTo>
                <a:lnTo>
                  <a:pt x="0" y="171098"/>
                </a:lnTo>
                <a:lnTo>
                  <a:pt x="0" y="152086"/>
                </a:lnTo>
                <a:lnTo>
                  <a:pt x="0" y="133074"/>
                </a:lnTo>
                <a:lnTo>
                  <a:pt x="0" y="114062"/>
                </a:lnTo>
                <a:lnTo>
                  <a:pt x="0" y="95060"/>
                </a:lnTo>
                <a:lnTo>
                  <a:pt x="0" y="76048"/>
                </a:lnTo>
                <a:lnTo>
                  <a:pt x="0" y="57036"/>
                </a:lnTo>
                <a:lnTo>
                  <a:pt x="0" y="38024"/>
                </a:lnTo>
                <a:lnTo>
                  <a:pt x="0" y="19012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78A8D5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35" name="phase-title-2">
            <a:extLst xmlns:a="http://schemas.openxmlformats.org/drawingml/2006/main">
              <a:ext uri="{FF2B5EF4-FFF2-40B4-BE49-F238E27FC236}">
                <a16:creationId xmlns:a16="http://schemas.microsoft.com/office/drawing/2014/main" id="{BA6F7AA7-3A79-4117-AD1C-386D9C7F4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4964011"/>
            <a:ext cx="1428750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持续转化</a:t>
            </a:r>
          </a:p>
        </p:txBody>
      </p:sp>
      <p:sp>
        <p:nvSpPr>
          <p:cNvPr id="36" name="phase-body-2">
            <a:extLst xmlns:a="http://schemas.openxmlformats.org/drawingml/2006/main">
              <a:ext uri="{FF2B5EF4-FFF2-40B4-BE49-F238E27FC236}">
                <a16:creationId xmlns:a16="http://schemas.microsoft.com/office/drawing/2014/main" id="{215F36B4-1039-45EF-906F-C6FB5E0D7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5318227"/>
            <a:ext cx="1428750" cy="587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让行动沉淀为</a:t>
            </a:r>
          </a:p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长期价值</a:t>
            </a:r>
          </a:p>
        </p:txBody>
      </p:sp>
      <p:sp>
        <p:nvSpPr>
          <p:cNvPr id="37" name="action-icon-shell-2-0">
            <a:extLst xmlns:a="http://schemas.openxmlformats.org/drawingml/2006/main">
              <a:ext uri="{FF2B5EF4-FFF2-40B4-BE49-F238E27FC236}">
                <a16:creationId xmlns:a16="http://schemas.microsoft.com/office/drawing/2014/main" id="{D9CE845F-2842-4FDB-A989-535FA432D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5263305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10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8985143be6947d8">
            <a:extLst>
              <a:ext uri="{96DAC541-7B7A-43D3-8B79-37D633B846F1}">
                <asvg:svgBlip xmlns:asvg="http://schemas.microsoft.com/office/drawing/2016/SVG/main" r:embed="R1095433655b147ea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5339505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39" name="action-title-2-0">
            <a:extLst xmlns:a="http://schemas.openxmlformats.org/drawingml/2006/main">
              <a:ext uri="{FF2B5EF4-FFF2-40B4-BE49-F238E27FC236}">
                <a16:creationId xmlns:a16="http://schemas.microsoft.com/office/drawing/2014/main" id="{AE4B722B-449E-49B2-BBDF-44F763F55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5202288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数据打通</a:t>
            </a:r>
          </a:p>
        </p:txBody>
      </p:sp>
      <p:sp>
        <p:nvSpPr>
          <p:cNvPr id="40" name="action-body-2-0">
            <a:extLst xmlns:a="http://schemas.openxmlformats.org/drawingml/2006/main">
              <a:ext uri="{FF2B5EF4-FFF2-40B4-BE49-F238E27FC236}">
                <a16:creationId xmlns:a16="http://schemas.microsoft.com/office/drawing/2014/main" id="{8282675F-94F0-455A-A2BA-1EEAB91C8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5430888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统一分析对象</a:t>
            </a:r>
          </a:p>
        </p:txBody>
      </p:sp>
      <p:sp>
        <p:nvSpPr>
          <p:cNvPr id="41" name="action-icon-shell-2-1">
            <a:extLst xmlns:a="http://schemas.openxmlformats.org/drawingml/2006/main">
              <a:ext uri="{FF2B5EF4-FFF2-40B4-BE49-F238E27FC236}">
                <a16:creationId xmlns:a16="http://schemas.microsoft.com/office/drawing/2014/main" id="{4EF0F3AB-3A29-4E7E-AB9A-AC91F461A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5263305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1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0f5168af0ae42de">
            <a:extLst>
              <a:ext uri="{96DAC541-7B7A-43D3-8B79-37D633B846F1}">
                <asvg:svgBlip xmlns:asvg="http://schemas.microsoft.com/office/drawing/2016/SVG/main" r:embed="R12b96957f0c543cd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5339505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43" name="action-title-2-1">
            <a:extLst xmlns:a="http://schemas.openxmlformats.org/drawingml/2006/main">
              <a:ext uri="{FF2B5EF4-FFF2-40B4-BE49-F238E27FC236}">
                <a16:creationId xmlns:a16="http://schemas.microsoft.com/office/drawing/2014/main" id="{55ACAF68-4C50-42EE-AE77-371C5F055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5202288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自动分群</a:t>
            </a:r>
          </a:p>
        </p:txBody>
      </p:sp>
      <p:sp>
        <p:nvSpPr>
          <p:cNvPr id="44" name="action-body-2-1">
            <a:extLst xmlns:a="http://schemas.openxmlformats.org/drawingml/2006/main">
              <a:ext uri="{FF2B5EF4-FFF2-40B4-BE49-F238E27FC236}">
                <a16:creationId xmlns:a16="http://schemas.microsoft.com/office/drawing/2014/main" id="{099FDEAC-BDCE-4320-8713-6380B5E4A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5430888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指导持续运营</a:t>
            </a:r>
          </a:p>
        </p:txBody>
      </p:sp>
      <p:sp>
        <p:nvSpPr>
          <p:cNvPr id="45" name="funnel-step-body-0">
            <a:extLst xmlns:a="http://schemas.openxmlformats.org/drawingml/2006/main">
              <a:ext uri="{FF2B5EF4-FFF2-40B4-BE49-F238E27FC236}">
                <a16:creationId xmlns:a16="http://schemas.microsoft.com/office/drawing/2014/main" id="{41EA8737-1A7E-4AD6-8D21-F250D52A7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52750" y="2514600"/>
            <a:ext cx="3327997" cy="627078"/>
          </a:xfrm>
          <a:custGeom xmlns:a="http://schemas.openxmlformats.org/drawingml/2006/main">
            <a:pathLst>
              <a:path w="3327997" h="627078">
                <a:moveTo>
                  <a:pt x="0" y="0"/>
                </a:moveTo>
                <a:lnTo>
                  <a:pt x="15573" y="26270"/>
                </a:lnTo>
                <a:lnTo>
                  <a:pt x="31156" y="52549"/>
                </a:lnTo>
                <a:lnTo>
                  <a:pt x="46730" y="78819"/>
                </a:lnTo>
                <a:lnTo>
                  <a:pt x="62313" y="105099"/>
                </a:lnTo>
                <a:lnTo>
                  <a:pt x="77886" y="131369"/>
                </a:lnTo>
                <a:lnTo>
                  <a:pt x="93459" y="157639"/>
                </a:lnTo>
                <a:lnTo>
                  <a:pt x="109042" y="183918"/>
                </a:lnTo>
                <a:lnTo>
                  <a:pt x="124616" y="210188"/>
                </a:lnTo>
                <a:lnTo>
                  <a:pt x="140198" y="236468"/>
                </a:lnTo>
                <a:lnTo>
                  <a:pt x="155772" y="262738"/>
                </a:lnTo>
                <a:lnTo>
                  <a:pt x="171345" y="289008"/>
                </a:lnTo>
                <a:lnTo>
                  <a:pt x="186928" y="315287"/>
                </a:lnTo>
                <a:lnTo>
                  <a:pt x="202502" y="341557"/>
                </a:lnTo>
                <a:lnTo>
                  <a:pt x="218084" y="367836"/>
                </a:lnTo>
                <a:lnTo>
                  <a:pt x="233658" y="394106"/>
                </a:lnTo>
                <a:lnTo>
                  <a:pt x="249231" y="420376"/>
                </a:lnTo>
                <a:lnTo>
                  <a:pt x="264814" y="446656"/>
                </a:lnTo>
                <a:lnTo>
                  <a:pt x="280387" y="472926"/>
                </a:lnTo>
                <a:lnTo>
                  <a:pt x="295970" y="499205"/>
                </a:lnTo>
                <a:lnTo>
                  <a:pt x="311544" y="525475"/>
                </a:lnTo>
                <a:lnTo>
                  <a:pt x="327117" y="551745"/>
                </a:lnTo>
                <a:lnTo>
                  <a:pt x="350701" y="568690"/>
                </a:lnTo>
                <a:lnTo>
                  <a:pt x="380333" y="576043"/>
                </a:lnTo>
                <a:lnTo>
                  <a:pt x="410423" y="581292"/>
                </a:lnTo>
                <a:lnTo>
                  <a:pt x="440674" y="585511"/>
                </a:lnTo>
                <a:lnTo>
                  <a:pt x="471011" y="589074"/>
                </a:lnTo>
                <a:lnTo>
                  <a:pt x="501396" y="592188"/>
                </a:lnTo>
                <a:lnTo>
                  <a:pt x="531809" y="594951"/>
                </a:lnTo>
                <a:lnTo>
                  <a:pt x="562251" y="597446"/>
                </a:lnTo>
                <a:lnTo>
                  <a:pt x="592712" y="599713"/>
                </a:lnTo>
                <a:lnTo>
                  <a:pt x="623192" y="601780"/>
                </a:lnTo>
                <a:lnTo>
                  <a:pt x="653672" y="603704"/>
                </a:lnTo>
                <a:lnTo>
                  <a:pt x="684162" y="605485"/>
                </a:lnTo>
                <a:lnTo>
                  <a:pt x="714661" y="607133"/>
                </a:lnTo>
                <a:lnTo>
                  <a:pt x="745169" y="608686"/>
                </a:lnTo>
                <a:lnTo>
                  <a:pt x="775678" y="610124"/>
                </a:lnTo>
                <a:lnTo>
                  <a:pt x="806196" y="611467"/>
                </a:lnTo>
                <a:lnTo>
                  <a:pt x="836714" y="612734"/>
                </a:lnTo>
                <a:lnTo>
                  <a:pt x="867232" y="613924"/>
                </a:lnTo>
                <a:lnTo>
                  <a:pt x="897760" y="615039"/>
                </a:lnTo>
                <a:lnTo>
                  <a:pt x="928287" y="616087"/>
                </a:lnTo>
                <a:lnTo>
                  <a:pt x="958815" y="617068"/>
                </a:lnTo>
                <a:lnTo>
                  <a:pt x="989343" y="617992"/>
                </a:lnTo>
                <a:lnTo>
                  <a:pt x="1019870" y="618858"/>
                </a:lnTo>
                <a:lnTo>
                  <a:pt x="1050407" y="619677"/>
                </a:lnTo>
                <a:lnTo>
                  <a:pt x="1080945" y="620439"/>
                </a:lnTo>
                <a:lnTo>
                  <a:pt x="1111482" y="621154"/>
                </a:lnTo>
                <a:lnTo>
                  <a:pt x="1142019" y="621821"/>
                </a:lnTo>
                <a:lnTo>
                  <a:pt x="1172556" y="622440"/>
                </a:lnTo>
                <a:lnTo>
                  <a:pt x="1203093" y="623021"/>
                </a:lnTo>
                <a:lnTo>
                  <a:pt x="1233630" y="623554"/>
                </a:lnTo>
                <a:lnTo>
                  <a:pt x="1264177" y="624049"/>
                </a:lnTo>
                <a:lnTo>
                  <a:pt x="1294714" y="624497"/>
                </a:lnTo>
                <a:lnTo>
                  <a:pt x="1325251" y="624916"/>
                </a:lnTo>
                <a:lnTo>
                  <a:pt x="1355798" y="625288"/>
                </a:lnTo>
                <a:lnTo>
                  <a:pt x="1386335" y="625631"/>
                </a:lnTo>
                <a:lnTo>
                  <a:pt x="1416882" y="625926"/>
                </a:lnTo>
                <a:lnTo>
                  <a:pt x="1447429" y="626193"/>
                </a:lnTo>
                <a:lnTo>
                  <a:pt x="1477966" y="626421"/>
                </a:lnTo>
                <a:lnTo>
                  <a:pt x="1508512" y="626621"/>
                </a:lnTo>
                <a:lnTo>
                  <a:pt x="1539059" y="626783"/>
                </a:lnTo>
                <a:lnTo>
                  <a:pt x="1569606" y="626907"/>
                </a:lnTo>
                <a:lnTo>
                  <a:pt x="1600143" y="626993"/>
                </a:lnTo>
                <a:lnTo>
                  <a:pt x="1630690" y="627050"/>
                </a:lnTo>
                <a:lnTo>
                  <a:pt x="1661236" y="627078"/>
                </a:lnTo>
                <a:lnTo>
                  <a:pt x="1691783" y="627059"/>
                </a:lnTo>
                <a:lnTo>
                  <a:pt x="1722320" y="627021"/>
                </a:lnTo>
                <a:lnTo>
                  <a:pt x="1752867" y="626945"/>
                </a:lnTo>
                <a:lnTo>
                  <a:pt x="1783413" y="626831"/>
                </a:lnTo>
                <a:lnTo>
                  <a:pt x="1813951" y="626678"/>
                </a:lnTo>
                <a:lnTo>
                  <a:pt x="1844497" y="626497"/>
                </a:lnTo>
                <a:lnTo>
                  <a:pt x="1875044" y="626278"/>
                </a:lnTo>
                <a:lnTo>
                  <a:pt x="1905581" y="626031"/>
                </a:lnTo>
                <a:lnTo>
                  <a:pt x="1936128" y="625735"/>
                </a:lnTo>
                <a:lnTo>
                  <a:pt x="1966674" y="625412"/>
                </a:lnTo>
                <a:lnTo>
                  <a:pt x="1997212" y="625050"/>
                </a:lnTo>
                <a:lnTo>
                  <a:pt x="2027758" y="624650"/>
                </a:lnTo>
                <a:lnTo>
                  <a:pt x="2058295" y="624211"/>
                </a:lnTo>
                <a:lnTo>
                  <a:pt x="2088833" y="623735"/>
                </a:lnTo>
                <a:lnTo>
                  <a:pt x="2119379" y="623221"/>
                </a:lnTo>
                <a:lnTo>
                  <a:pt x="2149916" y="622659"/>
                </a:lnTo>
                <a:lnTo>
                  <a:pt x="2180453" y="622049"/>
                </a:lnTo>
                <a:lnTo>
                  <a:pt x="2210991" y="621401"/>
                </a:lnTo>
                <a:lnTo>
                  <a:pt x="2241528" y="620706"/>
                </a:lnTo>
                <a:lnTo>
                  <a:pt x="2272065" y="619963"/>
                </a:lnTo>
                <a:lnTo>
                  <a:pt x="2302593" y="619173"/>
                </a:lnTo>
                <a:lnTo>
                  <a:pt x="2333130" y="618325"/>
                </a:lnTo>
                <a:lnTo>
                  <a:pt x="2363657" y="617420"/>
                </a:lnTo>
                <a:lnTo>
                  <a:pt x="2394194" y="616458"/>
                </a:lnTo>
                <a:lnTo>
                  <a:pt x="2424713" y="615429"/>
                </a:lnTo>
                <a:lnTo>
                  <a:pt x="2455240" y="614343"/>
                </a:lnTo>
                <a:lnTo>
                  <a:pt x="2485768" y="613181"/>
                </a:lnTo>
                <a:lnTo>
                  <a:pt x="2516286" y="611953"/>
                </a:lnTo>
                <a:lnTo>
                  <a:pt x="2546795" y="610629"/>
                </a:lnTo>
                <a:lnTo>
                  <a:pt x="2577313" y="609219"/>
                </a:lnTo>
                <a:lnTo>
                  <a:pt x="2607821" y="607724"/>
                </a:lnTo>
                <a:lnTo>
                  <a:pt x="2638320" y="606104"/>
                </a:lnTo>
                <a:lnTo>
                  <a:pt x="2668819" y="604371"/>
                </a:lnTo>
                <a:lnTo>
                  <a:pt x="2699299" y="602513"/>
                </a:lnTo>
                <a:lnTo>
                  <a:pt x="2729779" y="600504"/>
                </a:lnTo>
                <a:lnTo>
                  <a:pt x="2760250" y="598303"/>
                </a:lnTo>
                <a:lnTo>
                  <a:pt x="2790692" y="595903"/>
                </a:lnTo>
                <a:lnTo>
                  <a:pt x="2821124" y="593246"/>
                </a:lnTo>
                <a:lnTo>
                  <a:pt x="2851518" y="590274"/>
                </a:lnTo>
                <a:lnTo>
                  <a:pt x="2881874" y="586892"/>
                </a:lnTo>
                <a:lnTo>
                  <a:pt x="2912164" y="582940"/>
                </a:lnTo>
                <a:lnTo>
                  <a:pt x="2942330" y="578148"/>
                </a:lnTo>
                <a:lnTo>
                  <a:pt x="2972200" y="571795"/>
                </a:lnTo>
                <a:lnTo>
                  <a:pt x="3000566" y="560870"/>
                </a:lnTo>
                <a:lnTo>
                  <a:pt x="3016453" y="535181"/>
                </a:lnTo>
                <a:lnTo>
                  <a:pt x="3032027" y="508911"/>
                </a:lnTo>
                <a:lnTo>
                  <a:pt x="3047609" y="482632"/>
                </a:lnTo>
                <a:lnTo>
                  <a:pt x="3063183" y="456362"/>
                </a:lnTo>
                <a:lnTo>
                  <a:pt x="3078756" y="430092"/>
                </a:lnTo>
                <a:lnTo>
                  <a:pt x="3094339" y="403812"/>
                </a:lnTo>
                <a:lnTo>
                  <a:pt x="3109913" y="377542"/>
                </a:lnTo>
                <a:lnTo>
                  <a:pt x="3125495" y="351263"/>
                </a:lnTo>
                <a:lnTo>
                  <a:pt x="3141069" y="324993"/>
                </a:lnTo>
                <a:lnTo>
                  <a:pt x="3156642" y="298714"/>
                </a:lnTo>
                <a:lnTo>
                  <a:pt x="3172225" y="272444"/>
                </a:lnTo>
                <a:lnTo>
                  <a:pt x="3187798" y="246174"/>
                </a:lnTo>
                <a:lnTo>
                  <a:pt x="3203381" y="219894"/>
                </a:lnTo>
                <a:lnTo>
                  <a:pt x="3218955" y="193624"/>
                </a:lnTo>
                <a:lnTo>
                  <a:pt x="3234528" y="167354"/>
                </a:lnTo>
                <a:lnTo>
                  <a:pt x="3250111" y="141075"/>
                </a:lnTo>
                <a:lnTo>
                  <a:pt x="3265684" y="114805"/>
                </a:lnTo>
                <a:lnTo>
                  <a:pt x="3281267" y="88525"/>
                </a:lnTo>
                <a:lnTo>
                  <a:pt x="3296841" y="62255"/>
                </a:lnTo>
                <a:lnTo>
                  <a:pt x="3312414" y="35985"/>
                </a:lnTo>
                <a:lnTo>
                  <a:pt x="3327997" y="9706"/>
                </a:lnTo>
                <a:lnTo>
                  <a:pt x="3319005" y="10963"/>
                </a:lnTo>
                <a:lnTo>
                  <a:pt x="3289468" y="18612"/>
                </a:lnTo>
                <a:lnTo>
                  <a:pt x="3259360" y="23746"/>
                </a:lnTo>
                <a:lnTo>
                  <a:pt x="3229089" y="27813"/>
                </a:lnTo>
                <a:lnTo>
                  <a:pt x="3198733" y="31223"/>
                </a:lnTo>
                <a:lnTo>
                  <a:pt x="3168329" y="34195"/>
                </a:lnTo>
                <a:lnTo>
                  <a:pt x="3137906" y="36833"/>
                </a:lnTo>
                <a:lnTo>
                  <a:pt x="3107455" y="39224"/>
                </a:lnTo>
                <a:lnTo>
                  <a:pt x="3076985" y="41396"/>
                </a:lnTo>
                <a:lnTo>
                  <a:pt x="3046505" y="43405"/>
                </a:lnTo>
                <a:lnTo>
                  <a:pt x="3016025" y="45263"/>
                </a:lnTo>
                <a:lnTo>
                  <a:pt x="2985526" y="46987"/>
                </a:lnTo>
                <a:lnTo>
                  <a:pt x="2955026" y="48606"/>
                </a:lnTo>
                <a:lnTo>
                  <a:pt x="2924518" y="50121"/>
                </a:lnTo>
                <a:lnTo>
                  <a:pt x="2894009" y="51549"/>
                </a:lnTo>
                <a:lnTo>
                  <a:pt x="2863491" y="52892"/>
                </a:lnTo>
                <a:lnTo>
                  <a:pt x="2832973" y="54169"/>
                </a:lnTo>
                <a:lnTo>
                  <a:pt x="2802455" y="55369"/>
                </a:lnTo>
                <a:lnTo>
                  <a:pt x="2771927" y="56512"/>
                </a:lnTo>
                <a:lnTo>
                  <a:pt x="2741409" y="57588"/>
                </a:lnTo>
                <a:lnTo>
                  <a:pt x="2710882" y="58617"/>
                </a:lnTo>
                <a:lnTo>
                  <a:pt x="2680354" y="59598"/>
                </a:lnTo>
                <a:lnTo>
                  <a:pt x="2649817" y="60522"/>
                </a:lnTo>
                <a:lnTo>
                  <a:pt x="2619289" y="61408"/>
                </a:lnTo>
                <a:lnTo>
                  <a:pt x="2588752" y="62246"/>
                </a:lnTo>
                <a:lnTo>
                  <a:pt x="2558225" y="63046"/>
                </a:lnTo>
                <a:lnTo>
                  <a:pt x="2527687" y="63808"/>
                </a:lnTo>
                <a:lnTo>
                  <a:pt x="2497150" y="64522"/>
                </a:lnTo>
                <a:lnTo>
                  <a:pt x="2466613" y="65208"/>
                </a:lnTo>
                <a:lnTo>
                  <a:pt x="2436076" y="65856"/>
                </a:lnTo>
                <a:lnTo>
                  <a:pt x="2405539" y="66475"/>
                </a:lnTo>
                <a:lnTo>
                  <a:pt x="2375002" y="67066"/>
                </a:lnTo>
                <a:lnTo>
                  <a:pt x="2344464" y="67618"/>
                </a:lnTo>
                <a:lnTo>
                  <a:pt x="2313918" y="68151"/>
                </a:lnTo>
                <a:lnTo>
                  <a:pt x="2283381" y="68647"/>
                </a:lnTo>
                <a:lnTo>
                  <a:pt x="2252843" y="69104"/>
                </a:lnTo>
                <a:lnTo>
                  <a:pt x="2222297" y="69552"/>
                </a:lnTo>
                <a:lnTo>
                  <a:pt x="2191760" y="69961"/>
                </a:lnTo>
                <a:lnTo>
                  <a:pt x="2161213" y="70352"/>
                </a:lnTo>
                <a:lnTo>
                  <a:pt x="2130676" y="70714"/>
                </a:lnTo>
                <a:lnTo>
                  <a:pt x="2100129" y="71047"/>
                </a:lnTo>
                <a:lnTo>
                  <a:pt x="2069592" y="71352"/>
                </a:lnTo>
                <a:lnTo>
                  <a:pt x="2039045" y="71638"/>
                </a:lnTo>
                <a:lnTo>
                  <a:pt x="2008499" y="71904"/>
                </a:lnTo>
                <a:lnTo>
                  <a:pt x="1977962" y="72152"/>
                </a:lnTo>
                <a:lnTo>
                  <a:pt x="1947415" y="72361"/>
                </a:lnTo>
                <a:lnTo>
                  <a:pt x="1916868" y="72552"/>
                </a:lnTo>
                <a:lnTo>
                  <a:pt x="1886331" y="72714"/>
                </a:lnTo>
                <a:lnTo>
                  <a:pt x="1855784" y="72857"/>
                </a:lnTo>
                <a:lnTo>
                  <a:pt x="1825238" y="73000"/>
                </a:lnTo>
                <a:lnTo>
                  <a:pt x="1794691" y="73085"/>
                </a:lnTo>
                <a:lnTo>
                  <a:pt x="1764154" y="73171"/>
                </a:lnTo>
                <a:lnTo>
                  <a:pt x="1733607" y="73238"/>
                </a:lnTo>
                <a:lnTo>
                  <a:pt x="1703060" y="73266"/>
                </a:lnTo>
                <a:lnTo>
                  <a:pt x="1672514" y="73285"/>
                </a:lnTo>
                <a:lnTo>
                  <a:pt x="1641977" y="73276"/>
                </a:lnTo>
                <a:lnTo>
                  <a:pt x="1611430" y="73247"/>
                </a:lnTo>
                <a:lnTo>
                  <a:pt x="1580883" y="73200"/>
                </a:lnTo>
                <a:lnTo>
                  <a:pt x="1550337" y="73114"/>
                </a:lnTo>
                <a:lnTo>
                  <a:pt x="1519799" y="73038"/>
                </a:lnTo>
                <a:lnTo>
                  <a:pt x="1489253" y="72914"/>
                </a:lnTo>
                <a:lnTo>
                  <a:pt x="1458706" y="72771"/>
                </a:lnTo>
                <a:lnTo>
                  <a:pt x="1428159" y="72619"/>
                </a:lnTo>
                <a:lnTo>
                  <a:pt x="1397622" y="72438"/>
                </a:lnTo>
                <a:lnTo>
                  <a:pt x="1367076" y="72228"/>
                </a:lnTo>
                <a:lnTo>
                  <a:pt x="1336529" y="71999"/>
                </a:lnTo>
                <a:lnTo>
                  <a:pt x="1305992" y="71742"/>
                </a:lnTo>
                <a:lnTo>
                  <a:pt x="1275445" y="71466"/>
                </a:lnTo>
                <a:lnTo>
                  <a:pt x="1244908" y="71161"/>
                </a:lnTo>
                <a:lnTo>
                  <a:pt x="1214361" y="70837"/>
                </a:lnTo>
                <a:lnTo>
                  <a:pt x="1183815" y="70485"/>
                </a:lnTo>
                <a:lnTo>
                  <a:pt x="1153277" y="70104"/>
                </a:lnTo>
                <a:lnTo>
                  <a:pt x="1122731" y="69704"/>
                </a:lnTo>
                <a:lnTo>
                  <a:pt x="1092194" y="69275"/>
                </a:lnTo>
                <a:lnTo>
                  <a:pt x="1061657" y="68818"/>
                </a:lnTo>
                <a:lnTo>
                  <a:pt x="1031110" y="68332"/>
                </a:lnTo>
                <a:lnTo>
                  <a:pt x="1000573" y="67818"/>
                </a:lnTo>
                <a:lnTo>
                  <a:pt x="970036" y="67275"/>
                </a:lnTo>
                <a:lnTo>
                  <a:pt x="939498" y="66704"/>
                </a:lnTo>
                <a:lnTo>
                  <a:pt x="908952" y="66094"/>
                </a:lnTo>
                <a:lnTo>
                  <a:pt x="878415" y="65456"/>
                </a:lnTo>
                <a:lnTo>
                  <a:pt x="847877" y="64780"/>
                </a:lnTo>
                <a:lnTo>
                  <a:pt x="817340" y="64075"/>
                </a:lnTo>
                <a:lnTo>
                  <a:pt x="786813" y="63322"/>
                </a:lnTo>
                <a:lnTo>
                  <a:pt x="756275" y="62541"/>
                </a:lnTo>
                <a:lnTo>
                  <a:pt x="725738" y="61722"/>
                </a:lnTo>
                <a:lnTo>
                  <a:pt x="695211" y="60855"/>
                </a:lnTo>
                <a:lnTo>
                  <a:pt x="664683" y="59941"/>
                </a:lnTo>
                <a:lnTo>
                  <a:pt x="634146" y="58988"/>
                </a:lnTo>
                <a:lnTo>
                  <a:pt x="603618" y="57979"/>
                </a:lnTo>
                <a:lnTo>
                  <a:pt x="573100" y="56912"/>
                </a:lnTo>
                <a:lnTo>
                  <a:pt x="542573" y="55797"/>
                </a:lnTo>
                <a:lnTo>
                  <a:pt x="512054" y="54616"/>
                </a:lnTo>
                <a:lnTo>
                  <a:pt x="481536" y="53369"/>
                </a:lnTo>
                <a:lnTo>
                  <a:pt x="451018" y="52054"/>
                </a:lnTo>
                <a:lnTo>
                  <a:pt x="420500" y="50654"/>
                </a:lnTo>
                <a:lnTo>
                  <a:pt x="389992" y="49178"/>
                </a:lnTo>
                <a:lnTo>
                  <a:pt x="359493" y="47596"/>
                </a:lnTo>
                <a:lnTo>
                  <a:pt x="328994" y="45911"/>
                </a:lnTo>
                <a:lnTo>
                  <a:pt x="298504" y="44110"/>
                </a:lnTo>
                <a:lnTo>
                  <a:pt x="268024" y="42158"/>
                </a:lnTo>
                <a:lnTo>
                  <a:pt x="237554" y="40043"/>
                </a:lnTo>
                <a:lnTo>
                  <a:pt x="207093" y="37748"/>
                </a:lnTo>
                <a:lnTo>
                  <a:pt x="176651" y="35204"/>
                </a:lnTo>
                <a:lnTo>
                  <a:pt x="146247" y="32366"/>
                </a:lnTo>
                <a:lnTo>
                  <a:pt x="115872" y="29127"/>
                </a:lnTo>
                <a:lnTo>
                  <a:pt x="85563" y="25337"/>
                </a:lnTo>
                <a:lnTo>
                  <a:pt x="55378" y="20679"/>
                </a:lnTo>
                <a:lnTo>
                  <a:pt x="25517" y="14297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46" name="funnel-step-cap-0">
            <a:extLst xmlns:a="http://schemas.openxmlformats.org/drawingml/2006/main">
              <a:ext uri="{FF2B5EF4-FFF2-40B4-BE49-F238E27FC236}">
                <a16:creationId xmlns:a16="http://schemas.microsoft.com/office/drawing/2014/main" id="{C1EA0FE0-F2A3-49EA-8D17-C9A939578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52750" y="2410358"/>
            <a:ext cx="3333750" cy="2084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47" name="funnel-step-body-1">
            <a:extLst xmlns:a="http://schemas.openxmlformats.org/drawingml/2006/main">
              <a:ext uri="{FF2B5EF4-FFF2-40B4-BE49-F238E27FC236}">
                <a16:creationId xmlns:a16="http://schemas.microsoft.com/office/drawing/2014/main" id="{1DFB1437-9053-41AD-9DAE-4160F32B8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281077" y="3242310"/>
            <a:ext cx="2676249" cy="627078"/>
          </a:xfrm>
          <a:custGeom xmlns:a="http://schemas.openxmlformats.org/drawingml/2006/main">
            <a:pathLst>
              <a:path w="2676249" h="627078">
                <a:moveTo>
                  <a:pt x="0" y="0"/>
                </a:moveTo>
                <a:lnTo>
                  <a:pt x="10516" y="23165"/>
                </a:lnTo>
                <a:lnTo>
                  <a:pt x="21022" y="46330"/>
                </a:lnTo>
                <a:lnTo>
                  <a:pt x="31537" y="69494"/>
                </a:lnTo>
                <a:lnTo>
                  <a:pt x="42043" y="92659"/>
                </a:lnTo>
                <a:lnTo>
                  <a:pt x="52559" y="115824"/>
                </a:lnTo>
                <a:lnTo>
                  <a:pt x="63065" y="138998"/>
                </a:lnTo>
                <a:lnTo>
                  <a:pt x="73581" y="162163"/>
                </a:lnTo>
                <a:lnTo>
                  <a:pt x="84087" y="185328"/>
                </a:lnTo>
                <a:lnTo>
                  <a:pt x="94602" y="208493"/>
                </a:lnTo>
                <a:lnTo>
                  <a:pt x="105108" y="231658"/>
                </a:lnTo>
                <a:lnTo>
                  <a:pt x="115624" y="254822"/>
                </a:lnTo>
                <a:lnTo>
                  <a:pt x="126130" y="277987"/>
                </a:lnTo>
                <a:lnTo>
                  <a:pt x="136646" y="301152"/>
                </a:lnTo>
                <a:lnTo>
                  <a:pt x="147152" y="324317"/>
                </a:lnTo>
                <a:lnTo>
                  <a:pt x="157667" y="347482"/>
                </a:lnTo>
                <a:lnTo>
                  <a:pt x="168173" y="370656"/>
                </a:lnTo>
                <a:lnTo>
                  <a:pt x="178689" y="393821"/>
                </a:lnTo>
                <a:lnTo>
                  <a:pt x="189195" y="416985"/>
                </a:lnTo>
                <a:lnTo>
                  <a:pt x="199711" y="440150"/>
                </a:lnTo>
                <a:lnTo>
                  <a:pt x="210217" y="463315"/>
                </a:lnTo>
                <a:lnTo>
                  <a:pt x="220732" y="486480"/>
                </a:lnTo>
                <a:lnTo>
                  <a:pt x="231238" y="509645"/>
                </a:lnTo>
                <a:lnTo>
                  <a:pt x="241754" y="532809"/>
                </a:lnTo>
                <a:lnTo>
                  <a:pt x="251698" y="556146"/>
                </a:lnTo>
                <a:lnTo>
                  <a:pt x="272405" y="569814"/>
                </a:lnTo>
                <a:lnTo>
                  <a:pt x="296847" y="576853"/>
                </a:lnTo>
                <a:lnTo>
                  <a:pt x="321755" y="581997"/>
                </a:lnTo>
                <a:lnTo>
                  <a:pt x="346843" y="586169"/>
                </a:lnTo>
                <a:lnTo>
                  <a:pt x="372037" y="589721"/>
                </a:lnTo>
                <a:lnTo>
                  <a:pt x="397278" y="592817"/>
                </a:lnTo>
                <a:lnTo>
                  <a:pt x="422567" y="595579"/>
                </a:lnTo>
                <a:lnTo>
                  <a:pt x="447885" y="598065"/>
                </a:lnTo>
                <a:lnTo>
                  <a:pt x="473221" y="600332"/>
                </a:lnTo>
                <a:lnTo>
                  <a:pt x="498577" y="602409"/>
                </a:lnTo>
                <a:lnTo>
                  <a:pt x="523942" y="604323"/>
                </a:lnTo>
                <a:lnTo>
                  <a:pt x="549326" y="606095"/>
                </a:lnTo>
                <a:lnTo>
                  <a:pt x="574710" y="607752"/>
                </a:lnTo>
                <a:lnTo>
                  <a:pt x="600104" y="609286"/>
                </a:lnTo>
                <a:lnTo>
                  <a:pt x="625497" y="610724"/>
                </a:lnTo>
                <a:lnTo>
                  <a:pt x="650900" y="612067"/>
                </a:lnTo>
                <a:lnTo>
                  <a:pt x="676313" y="613324"/>
                </a:lnTo>
                <a:lnTo>
                  <a:pt x="701726" y="614496"/>
                </a:lnTo>
                <a:lnTo>
                  <a:pt x="727139" y="615610"/>
                </a:lnTo>
                <a:lnTo>
                  <a:pt x="752551" y="616649"/>
                </a:lnTo>
                <a:lnTo>
                  <a:pt x="777973" y="617620"/>
                </a:lnTo>
                <a:lnTo>
                  <a:pt x="803396" y="618534"/>
                </a:lnTo>
                <a:lnTo>
                  <a:pt x="828818" y="619382"/>
                </a:lnTo>
                <a:lnTo>
                  <a:pt x="854250" y="620182"/>
                </a:lnTo>
                <a:lnTo>
                  <a:pt x="879672" y="620935"/>
                </a:lnTo>
                <a:lnTo>
                  <a:pt x="905104" y="621630"/>
                </a:lnTo>
                <a:lnTo>
                  <a:pt x="930535" y="622278"/>
                </a:lnTo>
                <a:lnTo>
                  <a:pt x="955967" y="622887"/>
                </a:lnTo>
                <a:lnTo>
                  <a:pt x="981399" y="623440"/>
                </a:lnTo>
                <a:lnTo>
                  <a:pt x="1006831" y="623954"/>
                </a:lnTo>
                <a:lnTo>
                  <a:pt x="1032262" y="624430"/>
                </a:lnTo>
                <a:lnTo>
                  <a:pt x="1057704" y="624859"/>
                </a:lnTo>
                <a:lnTo>
                  <a:pt x="1083135" y="625250"/>
                </a:lnTo>
                <a:lnTo>
                  <a:pt x="1108577" y="625602"/>
                </a:lnTo>
                <a:lnTo>
                  <a:pt x="1134008" y="625916"/>
                </a:lnTo>
                <a:lnTo>
                  <a:pt x="1159450" y="626183"/>
                </a:lnTo>
                <a:lnTo>
                  <a:pt x="1184881" y="626421"/>
                </a:lnTo>
                <a:lnTo>
                  <a:pt x="1210323" y="626621"/>
                </a:lnTo>
                <a:lnTo>
                  <a:pt x="1235764" y="626783"/>
                </a:lnTo>
                <a:lnTo>
                  <a:pt x="1261205" y="626916"/>
                </a:lnTo>
                <a:lnTo>
                  <a:pt x="1286637" y="627002"/>
                </a:lnTo>
                <a:lnTo>
                  <a:pt x="1312078" y="627059"/>
                </a:lnTo>
                <a:lnTo>
                  <a:pt x="1337520" y="627078"/>
                </a:lnTo>
                <a:lnTo>
                  <a:pt x="1362951" y="627059"/>
                </a:lnTo>
                <a:lnTo>
                  <a:pt x="1388393" y="627012"/>
                </a:lnTo>
                <a:lnTo>
                  <a:pt x="1413834" y="626926"/>
                </a:lnTo>
                <a:lnTo>
                  <a:pt x="1439275" y="626802"/>
                </a:lnTo>
                <a:lnTo>
                  <a:pt x="1464707" y="626640"/>
                </a:lnTo>
                <a:lnTo>
                  <a:pt x="1490148" y="626440"/>
                </a:lnTo>
                <a:lnTo>
                  <a:pt x="1515589" y="626212"/>
                </a:lnTo>
                <a:lnTo>
                  <a:pt x="1541021" y="625935"/>
                </a:lnTo>
                <a:lnTo>
                  <a:pt x="1566462" y="625631"/>
                </a:lnTo>
                <a:lnTo>
                  <a:pt x="1591894" y="625278"/>
                </a:lnTo>
                <a:lnTo>
                  <a:pt x="1617335" y="624897"/>
                </a:lnTo>
                <a:lnTo>
                  <a:pt x="1642767" y="624469"/>
                </a:lnTo>
                <a:lnTo>
                  <a:pt x="1668199" y="623992"/>
                </a:lnTo>
                <a:lnTo>
                  <a:pt x="1693640" y="623487"/>
                </a:lnTo>
                <a:lnTo>
                  <a:pt x="1719072" y="622935"/>
                </a:lnTo>
                <a:lnTo>
                  <a:pt x="1744504" y="622335"/>
                </a:lnTo>
                <a:lnTo>
                  <a:pt x="1769936" y="621687"/>
                </a:lnTo>
                <a:lnTo>
                  <a:pt x="1795358" y="620992"/>
                </a:lnTo>
                <a:lnTo>
                  <a:pt x="1820789" y="620249"/>
                </a:lnTo>
                <a:lnTo>
                  <a:pt x="1846212" y="619449"/>
                </a:lnTo>
                <a:lnTo>
                  <a:pt x="1871643" y="618601"/>
                </a:lnTo>
                <a:lnTo>
                  <a:pt x="1897066" y="617696"/>
                </a:lnTo>
                <a:lnTo>
                  <a:pt x="1922478" y="616734"/>
                </a:lnTo>
                <a:lnTo>
                  <a:pt x="1947901" y="615696"/>
                </a:lnTo>
                <a:lnTo>
                  <a:pt x="1973313" y="614591"/>
                </a:lnTo>
                <a:lnTo>
                  <a:pt x="1998726" y="613420"/>
                </a:lnTo>
                <a:lnTo>
                  <a:pt x="2024139" y="612172"/>
                </a:lnTo>
                <a:lnTo>
                  <a:pt x="2049542" y="610838"/>
                </a:lnTo>
                <a:lnTo>
                  <a:pt x="2074936" y="609400"/>
                </a:lnTo>
                <a:lnTo>
                  <a:pt x="2100329" y="607876"/>
                </a:lnTo>
                <a:lnTo>
                  <a:pt x="2125713" y="606238"/>
                </a:lnTo>
                <a:lnTo>
                  <a:pt x="2151097" y="604466"/>
                </a:lnTo>
                <a:lnTo>
                  <a:pt x="2176463" y="602571"/>
                </a:lnTo>
                <a:lnTo>
                  <a:pt x="2201818" y="600513"/>
                </a:lnTo>
                <a:lnTo>
                  <a:pt x="2227155" y="598256"/>
                </a:lnTo>
                <a:lnTo>
                  <a:pt x="2252472" y="595789"/>
                </a:lnTo>
                <a:lnTo>
                  <a:pt x="2277761" y="593055"/>
                </a:lnTo>
                <a:lnTo>
                  <a:pt x="2303021" y="589988"/>
                </a:lnTo>
                <a:lnTo>
                  <a:pt x="2328215" y="586483"/>
                </a:lnTo>
                <a:lnTo>
                  <a:pt x="2353313" y="582368"/>
                </a:lnTo>
                <a:lnTo>
                  <a:pt x="2378250" y="577320"/>
                </a:lnTo>
                <a:lnTo>
                  <a:pt x="2402748" y="570509"/>
                </a:lnTo>
                <a:lnTo>
                  <a:pt x="2424465" y="557975"/>
                </a:lnTo>
                <a:lnTo>
                  <a:pt x="2434495" y="534686"/>
                </a:lnTo>
                <a:lnTo>
                  <a:pt x="2445001" y="511521"/>
                </a:lnTo>
                <a:lnTo>
                  <a:pt x="2455516" y="488356"/>
                </a:lnTo>
                <a:lnTo>
                  <a:pt x="2466023" y="465191"/>
                </a:lnTo>
                <a:lnTo>
                  <a:pt x="2476538" y="442027"/>
                </a:lnTo>
                <a:lnTo>
                  <a:pt x="2487044" y="418862"/>
                </a:lnTo>
                <a:lnTo>
                  <a:pt x="2497560" y="395697"/>
                </a:lnTo>
                <a:lnTo>
                  <a:pt x="2508066" y="372532"/>
                </a:lnTo>
                <a:lnTo>
                  <a:pt x="2518581" y="349367"/>
                </a:lnTo>
                <a:lnTo>
                  <a:pt x="2529088" y="326203"/>
                </a:lnTo>
                <a:lnTo>
                  <a:pt x="2539603" y="303028"/>
                </a:lnTo>
                <a:lnTo>
                  <a:pt x="2550109" y="279864"/>
                </a:lnTo>
                <a:lnTo>
                  <a:pt x="2560625" y="256699"/>
                </a:lnTo>
                <a:lnTo>
                  <a:pt x="2571131" y="233534"/>
                </a:lnTo>
                <a:lnTo>
                  <a:pt x="2581646" y="210369"/>
                </a:lnTo>
                <a:lnTo>
                  <a:pt x="2592153" y="187204"/>
                </a:lnTo>
                <a:lnTo>
                  <a:pt x="2602668" y="164040"/>
                </a:lnTo>
                <a:lnTo>
                  <a:pt x="2613174" y="140875"/>
                </a:lnTo>
                <a:lnTo>
                  <a:pt x="2623690" y="117710"/>
                </a:lnTo>
                <a:lnTo>
                  <a:pt x="2634196" y="94545"/>
                </a:lnTo>
                <a:lnTo>
                  <a:pt x="2644712" y="71371"/>
                </a:lnTo>
                <a:lnTo>
                  <a:pt x="2655227" y="48206"/>
                </a:lnTo>
                <a:lnTo>
                  <a:pt x="2665733" y="25041"/>
                </a:lnTo>
                <a:lnTo>
                  <a:pt x="2676249" y="1876"/>
                </a:lnTo>
                <a:lnTo>
                  <a:pt x="2659266" y="13364"/>
                </a:lnTo>
                <a:lnTo>
                  <a:pt x="2634777" y="20203"/>
                </a:lnTo>
                <a:lnTo>
                  <a:pt x="2609821" y="25098"/>
                </a:lnTo>
                <a:lnTo>
                  <a:pt x="2584685" y="29042"/>
                </a:lnTo>
                <a:lnTo>
                  <a:pt x="2559472" y="32385"/>
                </a:lnTo>
                <a:lnTo>
                  <a:pt x="2534202" y="35319"/>
                </a:lnTo>
                <a:lnTo>
                  <a:pt x="2508895" y="37929"/>
                </a:lnTo>
                <a:lnTo>
                  <a:pt x="2483568" y="40300"/>
                </a:lnTo>
                <a:lnTo>
                  <a:pt x="2458222" y="42462"/>
                </a:lnTo>
                <a:lnTo>
                  <a:pt x="2432866" y="44453"/>
                </a:lnTo>
                <a:lnTo>
                  <a:pt x="2407491" y="46292"/>
                </a:lnTo>
                <a:lnTo>
                  <a:pt x="2382107" y="48006"/>
                </a:lnTo>
                <a:lnTo>
                  <a:pt x="2356723" y="49616"/>
                </a:lnTo>
                <a:lnTo>
                  <a:pt x="2331329" y="51130"/>
                </a:lnTo>
                <a:lnTo>
                  <a:pt x="2305926" y="52549"/>
                </a:lnTo>
                <a:lnTo>
                  <a:pt x="2280523" y="53883"/>
                </a:lnTo>
                <a:lnTo>
                  <a:pt x="2255120" y="55150"/>
                </a:lnTo>
                <a:lnTo>
                  <a:pt x="2229707" y="56340"/>
                </a:lnTo>
                <a:lnTo>
                  <a:pt x="2204295" y="57464"/>
                </a:lnTo>
                <a:lnTo>
                  <a:pt x="2178872" y="58541"/>
                </a:lnTo>
                <a:lnTo>
                  <a:pt x="2153460" y="59550"/>
                </a:lnTo>
                <a:lnTo>
                  <a:pt x="2128037" y="60512"/>
                </a:lnTo>
                <a:lnTo>
                  <a:pt x="2102615" y="61436"/>
                </a:lnTo>
                <a:lnTo>
                  <a:pt x="2077193" y="62303"/>
                </a:lnTo>
                <a:lnTo>
                  <a:pt x="2051761" y="63122"/>
                </a:lnTo>
                <a:lnTo>
                  <a:pt x="2026339" y="63913"/>
                </a:lnTo>
                <a:lnTo>
                  <a:pt x="2000907" y="64656"/>
                </a:lnTo>
                <a:lnTo>
                  <a:pt x="1975485" y="65351"/>
                </a:lnTo>
                <a:lnTo>
                  <a:pt x="1950053" y="66018"/>
                </a:lnTo>
                <a:lnTo>
                  <a:pt x="1924622" y="66646"/>
                </a:lnTo>
                <a:lnTo>
                  <a:pt x="1899190" y="67247"/>
                </a:lnTo>
                <a:lnTo>
                  <a:pt x="1873758" y="67808"/>
                </a:lnTo>
                <a:lnTo>
                  <a:pt x="1848326" y="68342"/>
                </a:lnTo>
                <a:lnTo>
                  <a:pt x="1822885" y="68847"/>
                </a:lnTo>
                <a:lnTo>
                  <a:pt x="1797453" y="69323"/>
                </a:lnTo>
                <a:lnTo>
                  <a:pt x="1772021" y="69761"/>
                </a:lnTo>
                <a:lnTo>
                  <a:pt x="1746580" y="70180"/>
                </a:lnTo>
                <a:lnTo>
                  <a:pt x="1721148" y="70561"/>
                </a:lnTo>
                <a:lnTo>
                  <a:pt x="1695707" y="70923"/>
                </a:lnTo>
                <a:lnTo>
                  <a:pt x="1670275" y="71257"/>
                </a:lnTo>
                <a:lnTo>
                  <a:pt x="1644834" y="71561"/>
                </a:lnTo>
                <a:lnTo>
                  <a:pt x="1619402" y="71838"/>
                </a:lnTo>
                <a:lnTo>
                  <a:pt x="1593961" y="72095"/>
                </a:lnTo>
                <a:lnTo>
                  <a:pt x="1568529" y="72323"/>
                </a:lnTo>
                <a:lnTo>
                  <a:pt x="1543088" y="72523"/>
                </a:lnTo>
                <a:lnTo>
                  <a:pt x="1517647" y="72704"/>
                </a:lnTo>
                <a:lnTo>
                  <a:pt x="1492215" y="72866"/>
                </a:lnTo>
                <a:lnTo>
                  <a:pt x="1466774" y="72990"/>
                </a:lnTo>
                <a:lnTo>
                  <a:pt x="1441333" y="73095"/>
                </a:lnTo>
                <a:lnTo>
                  <a:pt x="1415891" y="73181"/>
                </a:lnTo>
                <a:lnTo>
                  <a:pt x="1390460" y="73238"/>
                </a:lnTo>
                <a:lnTo>
                  <a:pt x="1365018" y="73276"/>
                </a:lnTo>
                <a:lnTo>
                  <a:pt x="1339577" y="73295"/>
                </a:lnTo>
                <a:lnTo>
                  <a:pt x="1314136" y="73285"/>
                </a:lnTo>
                <a:lnTo>
                  <a:pt x="1288704" y="73247"/>
                </a:lnTo>
                <a:lnTo>
                  <a:pt x="1263263" y="73190"/>
                </a:lnTo>
                <a:lnTo>
                  <a:pt x="1237821" y="73104"/>
                </a:lnTo>
                <a:lnTo>
                  <a:pt x="1212390" y="73009"/>
                </a:lnTo>
                <a:lnTo>
                  <a:pt x="1186948" y="72876"/>
                </a:lnTo>
                <a:lnTo>
                  <a:pt x="1161507" y="72714"/>
                </a:lnTo>
                <a:lnTo>
                  <a:pt x="1136066" y="72542"/>
                </a:lnTo>
                <a:lnTo>
                  <a:pt x="1110634" y="72342"/>
                </a:lnTo>
                <a:lnTo>
                  <a:pt x="1085193" y="72114"/>
                </a:lnTo>
                <a:lnTo>
                  <a:pt x="1059752" y="71866"/>
                </a:lnTo>
                <a:lnTo>
                  <a:pt x="1034320" y="71580"/>
                </a:lnTo>
                <a:lnTo>
                  <a:pt x="1008878" y="71276"/>
                </a:lnTo>
                <a:lnTo>
                  <a:pt x="983447" y="70952"/>
                </a:lnTo>
                <a:lnTo>
                  <a:pt x="958005" y="70590"/>
                </a:lnTo>
                <a:lnTo>
                  <a:pt x="932574" y="70209"/>
                </a:lnTo>
                <a:lnTo>
                  <a:pt x="907142" y="69799"/>
                </a:lnTo>
                <a:lnTo>
                  <a:pt x="881701" y="69361"/>
                </a:lnTo>
                <a:lnTo>
                  <a:pt x="856269" y="68885"/>
                </a:lnTo>
                <a:lnTo>
                  <a:pt x="830837" y="68390"/>
                </a:lnTo>
                <a:lnTo>
                  <a:pt x="805405" y="67856"/>
                </a:lnTo>
                <a:lnTo>
                  <a:pt x="779964" y="67294"/>
                </a:lnTo>
                <a:lnTo>
                  <a:pt x="754532" y="66704"/>
                </a:lnTo>
                <a:lnTo>
                  <a:pt x="729101" y="66075"/>
                </a:lnTo>
                <a:lnTo>
                  <a:pt x="703678" y="65408"/>
                </a:lnTo>
                <a:lnTo>
                  <a:pt x="678247" y="64713"/>
                </a:lnTo>
                <a:lnTo>
                  <a:pt x="652815" y="63970"/>
                </a:lnTo>
                <a:lnTo>
                  <a:pt x="627393" y="63189"/>
                </a:lnTo>
                <a:lnTo>
                  <a:pt x="601970" y="62370"/>
                </a:lnTo>
                <a:lnTo>
                  <a:pt x="576539" y="61503"/>
                </a:lnTo>
                <a:lnTo>
                  <a:pt x="551117" y="60589"/>
                </a:lnTo>
                <a:lnTo>
                  <a:pt x="525694" y="59636"/>
                </a:lnTo>
                <a:lnTo>
                  <a:pt x="500282" y="58617"/>
                </a:lnTo>
                <a:lnTo>
                  <a:pt x="474859" y="57560"/>
                </a:lnTo>
                <a:lnTo>
                  <a:pt x="449447" y="56426"/>
                </a:lnTo>
                <a:lnTo>
                  <a:pt x="424034" y="55245"/>
                </a:lnTo>
                <a:lnTo>
                  <a:pt x="398631" y="53988"/>
                </a:lnTo>
                <a:lnTo>
                  <a:pt x="373228" y="52664"/>
                </a:lnTo>
                <a:lnTo>
                  <a:pt x="347824" y="51245"/>
                </a:lnTo>
                <a:lnTo>
                  <a:pt x="322431" y="49740"/>
                </a:lnTo>
                <a:lnTo>
                  <a:pt x="297047" y="48139"/>
                </a:lnTo>
                <a:lnTo>
                  <a:pt x="271663" y="46444"/>
                </a:lnTo>
                <a:lnTo>
                  <a:pt x="246288" y="44606"/>
                </a:lnTo>
                <a:lnTo>
                  <a:pt x="220932" y="42624"/>
                </a:lnTo>
                <a:lnTo>
                  <a:pt x="195577" y="40481"/>
                </a:lnTo>
                <a:lnTo>
                  <a:pt x="170250" y="38129"/>
                </a:lnTo>
                <a:lnTo>
                  <a:pt x="144942" y="35538"/>
                </a:lnTo>
                <a:lnTo>
                  <a:pt x="119672" y="32633"/>
                </a:lnTo>
                <a:lnTo>
                  <a:pt x="94450" y="29327"/>
                </a:lnTo>
                <a:lnTo>
                  <a:pt x="69313" y="25451"/>
                </a:lnTo>
                <a:lnTo>
                  <a:pt x="44329" y="20650"/>
                </a:lnTo>
                <a:lnTo>
                  <a:pt x="19774" y="14049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48" name="funnel-step-cap-1">
            <a:extLst xmlns:a="http://schemas.openxmlformats.org/drawingml/2006/main">
              <a:ext uri="{FF2B5EF4-FFF2-40B4-BE49-F238E27FC236}">
                <a16:creationId xmlns:a16="http://schemas.microsoft.com/office/drawing/2014/main" id="{B8EF66AC-BC91-4A63-8BBA-32A2D8A42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281067" y="3138068"/>
            <a:ext cx="2677106" cy="2084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7EAC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49" name="funnel-step-body-2">
            <a:extLst xmlns:a="http://schemas.openxmlformats.org/drawingml/2006/main">
              <a:ext uri="{FF2B5EF4-FFF2-40B4-BE49-F238E27FC236}">
                <a16:creationId xmlns:a16="http://schemas.microsoft.com/office/drawing/2014/main" id="{17E56A7F-ED43-41BE-A759-DCEB13D0B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532346" y="3970020"/>
            <a:ext cx="2171271" cy="627069"/>
          </a:xfrm>
          <a:custGeom xmlns:a="http://schemas.openxmlformats.org/drawingml/2006/main">
            <a:pathLst>
              <a:path w="2171271" h="627069">
                <a:moveTo>
                  <a:pt x="0" y="0"/>
                </a:moveTo>
                <a:lnTo>
                  <a:pt x="8163" y="19774"/>
                </a:lnTo>
                <a:lnTo>
                  <a:pt x="16326" y="39548"/>
                </a:lnTo>
                <a:lnTo>
                  <a:pt x="24489" y="59312"/>
                </a:lnTo>
                <a:lnTo>
                  <a:pt x="32652" y="79086"/>
                </a:lnTo>
                <a:lnTo>
                  <a:pt x="40805" y="98860"/>
                </a:lnTo>
                <a:lnTo>
                  <a:pt x="48968" y="118634"/>
                </a:lnTo>
                <a:lnTo>
                  <a:pt x="57131" y="138408"/>
                </a:lnTo>
                <a:lnTo>
                  <a:pt x="65294" y="158182"/>
                </a:lnTo>
                <a:lnTo>
                  <a:pt x="73457" y="177946"/>
                </a:lnTo>
                <a:lnTo>
                  <a:pt x="81620" y="197720"/>
                </a:lnTo>
                <a:lnTo>
                  <a:pt x="89783" y="217494"/>
                </a:lnTo>
                <a:lnTo>
                  <a:pt x="97946" y="237268"/>
                </a:lnTo>
                <a:lnTo>
                  <a:pt x="106109" y="257042"/>
                </a:lnTo>
                <a:lnTo>
                  <a:pt x="114271" y="276816"/>
                </a:lnTo>
                <a:lnTo>
                  <a:pt x="122425" y="296580"/>
                </a:lnTo>
                <a:lnTo>
                  <a:pt x="130588" y="316354"/>
                </a:lnTo>
                <a:lnTo>
                  <a:pt x="138751" y="336128"/>
                </a:lnTo>
                <a:lnTo>
                  <a:pt x="146914" y="355902"/>
                </a:lnTo>
                <a:lnTo>
                  <a:pt x="155077" y="375676"/>
                </a:lnTo>
                <a:lnTo>
                  <a:pt x="163239" y="395449"/>
                </a:lnTo>
                <a:lnTo>
                  <a:pt x="171402" y="415214"/>
                </a:lnTo>
                <a:lnTo>
                  <a:pt x="179565" y="434988"/>
                </a:lnTo>
                <a:lnTo>
                  <a:pt x="187728" y="454762"/>
                </a:lnTo>
                <a:lnTo>
                  <a:pt x="195882" y="474536"/>
                </a:lnTo>
                <a:lnTo>
                  <a:pt x="204045" y="494309"/>
                </a:lnTo>
                <a:lnTo>
                  <a:pt x="212207" y="514083"/>
                </a:lnTo>
                <a:lnTo>
                  <a:pt x="220370" y="533848"/>
                </a:lnTo>
                <a:lnTo>
                  <a:pt x="228533" y="553622"/>
                </a:lnTo>
                <a:lnTo>
                  <a:pt x="242526" y="568481"/>
                </a:lnTo>
                <a:lnTo>
                  <a:pt x="262452" y="576196"/>
                </a:lnTo>
                <a:lnTo>
                  <a:pt x="283112" y="581730"/>
                </a:lnTo>
                <a:lnTo>
                  <a:pt x="304038" y="586169"/>
                </a:lnTo>
                <a:lnTo>
                  <a:pt x="325098" y="589902"/>
                </a:lnTo>
                <a:lnTo>
                  <a:pt x="346234" y="593160"/>
                </a:lnTo>
                <a:lnTo>
                  <a:pt x="367436" y="596036"/>
                </a:lnTo>
                <a:lnTo>
                  <a:pt x="388668" y="598627"/>
                </a:lnTo>
                <a:lnTo>
                  <a:pt x="409927" y="600980"/>
                </a:lnTo>
                <a:lnTo>
                  <a:pt x="431206" y="603123"/>
                </a:lnTo>
                <a:lnTo>
                  <a:pt x="452504" y="605104"/>
                </a:lnTo>
                <a:lnTo>
                  <a:pt x="473821" y="606923"/>
                </a:lnTo>
                <a:lnTo>
                  <a:pt x="495148" y="608619"/>
                </a:lnTo>
                <a:lnTo>
                  <a:pt x="516474" y="610181"/>
                </a:lnTo>
                <a:lnTo>
                  <a:pt x="537820" y="611648"/>
                </a:lnTo>
                <a:lnTo>
                  <a:pt x="559165" y="613010"/>
                </a:lnTo>
                <a:lnTo>
                  <a:pt x="580520" y="614286"/>
                </a:lnTo>
                <a:lnTo>
                  <a:pt x="601875" y="615467"/>
                </a:lnTo>
                <a:lnTo>
                  <a:pt x="623240" y="616582"/>
                </a:lnTo>
                <a:lnTo>
                  <a:pt x="644604" y="617630"/>
                </a:lnTo>
                <a:lnTo>
                  <a:pt x="665969" y="618592"/>
                </a:lnTo>
                <a:lnTo>
                  <a:pt x="687343" y="619496"/>
                </a:lnTo>
                <a:lnTo>
                  <a:pt x="708717" y="620335"/>
                </a:lnTo>
                <a:lnTo>
                  <a:pt x="730091" y="621116"/>
                </a:lnTo>
                <a:lnTo>
                  <a:pt x="751475" y="621849"/>
                </a:lnTo>
                <a:lnTo>
                  <a:pt x="772849" y="622525"/>
                </a:lnTo>
                <a:lnTo>
                  <a:pt x="794233" y="623145"/>
                </a:lnTo>
                <a:lnTo>
                  <a:pt x="815616" y="623716"/>
                </a:lnTo>
                <a:lnTo>
                  <a:pt x="837000" y="624230"/>
                </a:lnTo>
                <a:lnTo>
                  <a:pt x="858383" y="624707"/>
                </a:lnTo>
                <a:lnTo>
                  <a:pt x="879777" y="625135"/>
                </a:lnTo>
                <a:lnTo>
                  <a:pt x="901160" y="625526"/>
                </a:lnTo>
                <a:lnTo>
                  <a:pt x="922544" y="625859"/>
                </a:lnTo>
                <a:lnTo>
                  <a:pt x="943937" y="626164"/>
                </a:lnTo>
                <a:lnTo>
                  <a:pt x="965321" y="626412"/>
                </a:lnTo>
                <a:lnTo>
                  <a:pt x="986714" y="626631"/>
                </a:lnTo>
                <a:lnTo>
                  <a:pt x="1008107" y="626802"/>
                </a:lnTo>
                <a:lnTo>
                  <a:pt x="1029491" y="626926"/>
                </a:lnTo>
                <a:lnTo>
                  <a:pt x="1050884" y="627021"/>
                </a:lnTo>
                <a:lnTo>
                  <a:pt x="1072277" y="627069"/>
                </a:lnTo>
                <a:lnTo>
                  <a:pt x="1093670" y="627069"/>
                </a:lnTo>
                <a:lnTo>
                  <a:pt x="1115054" y="627040"/>
                </a:lnTo>
                <a:lnTo>
                  <a:pt x="1136447" y="626964"/>
                </a:lnTo>
                <a:lnTo>
                  <a:pt x="1157840" y="626850"/>
                </a:lnTo>
                <a:lnTo>
                  <a:pt x="1179224" y="626697"/>
                </a:lnTo>
                <a:lnTo>
                  <a:pt x="1200617" y="626507"/>
                </a:lnTo>
                <a:lnTo>
                  <a:pt x="1222010" y="626269"/>
                </a:lnTo>
                <a:lnTo>
                  <a:pt x="1243394" y="625993"/>
                </a:lnTo>
                <a:lnTo>
                  <a:pt x="1264787" y="625669"/>
                </a:lnTo>
                <a:lnTo>
                  <a:pt x="1286170" y="625297"/>
                </a:lnTo>
                <a:lnTo>
                  <a:pt x="1307554" y="624888"/>
                </a:lnTo>
                <a:lnTo>
                  <a:pt x="1328947" y="624430"/>
                </a:lnTo>
                <a:lnTo>
                  <a:pt x="1350331" y="623926"/>
                </a:lnTo>
                <a:lnTo>
                  <a:pt x="1371714" y="623373"/>
                </a:lnTo>
                <a:lnTo>
                  <a:pt x="1393098" y="622773"/>
                </a:lnTo>
                <a:lnTo>
                  <a:pt x="1414472" y="622125"/>
                </a:lnTo>
                <a:lnTo>
                  <a:pt x="1435856" y="621421"/>
                </a:lnTo>
                <a:lnTo>
                  <a:pt x="1457230" y="620659"/>
                </a:lnTo>
                <a:lnTo>
                  <a:pt x="1478604" y="619839"/>
                </a:lnTo>
                <a:lnTo>
                  <a:pt x="1499978" y="618963"/>
                </a:lnTo>
                <a:lnTo>
                  <a:pt x="1521352" y="618020"/>
                </a:lnTo>
                <a:lnTo>
                  <a:pt x="1542717" y="617010"/>
                </a:lnTo>
                <a:lnTo>
                  <a:pt x="1564081" y="615934"/>
                </a:lnTo>
                <a:lnTo>
                  <a:pt x="1585436" y="614772"/>
                </a:lnTo>
                <a:lnTo>
                  <a:pt x="1606791" y="613534"/>
                </a:lnTo>
                <a:lnTo>
                  <a:pt x="1628146" y="612210"/>
                </a:lnTo>
                <a:lnTo>
                  <a:pt x="1649482" y="610791"/>
                </a:lnTo>
                <a:lnTo>
                  <a:pt x="1670818" y="609257"/>
                </a:lnTo>
                <a:lnTo>
                  <a:pt x="1692145" y="607619"/>
                </a:lnTo>
                <a:lnTo>
                  <a:pt x="1713462" y="605847"/>
                </a:lnTo>
                <a:lnTo>
                  <a:pt x="1734769" y="603942"/>
                </a:lnTo>
                <a:lnTo>
                  <a:pt x="1756058" y="601866"/>
                </a:lnTo>
                <a:lnTo>
                  <a:pt x="1777327" y="599599"/>
                </a:lnTo>
                <a:lnTo>
                  <a:pt x="1798577" y="597113"/>
                </a:lnTo>
                <a:lnTo>
                  <a:pt x="1819789" y="594360"/>
                </a:lnTo>
                <a:lnTo>
                  <a:pt x="1840954" y="591264"/>
                </a:lnTo>
                <a:lnTo>
                  <a:pt x="1862052" y="587740"/>
                </a:lnTo>
                <a:lnTo>
                  <a:pt x="1883045" y="583616"/>
                </a:lnTo>
                <a:lnTo>
                  <a:pt x="1903828" y="578606"/>
                </a:lnTo>
                <a:lnTo>
                  <a:pt x="1924164" y="571995"/>
                </a:lnTo>
                <a:lnTo>
                  <a:pt x="1942490" y="561251"/>
                </a:lnTo>
                <a:lnTo>
                  <a:pt x="1950901" y="541811"/>
                </a:lnTo>
                <a:lnTo>
                  <a:pt x="1959064" y="522046"/>
                </a:lnTo>
                <a:lnTo>
                  <a:pt x="1967227" y="502272"/>
                </a:lnTo>
                <a:lnTo>
                  <a:pt x="1975380" y="482498"/>
                </a:lnTo>
                <a:lnTo>
                  <a:pt x="1983543" y="462725"/>
                </a:lnTo>
                <a:lnTo>
                  <a:pt x="1991706" y="442951"/>
                </a:lnTo>
                <a:lnTo>
                  <a:pt x="1999869" y="423177"/>
                </a:lnTo>
                <a:lnTo>
                  <a:pt x="2008032" y="403412"/>
                </a:lnTo>
                <a:lnTo>
                  <a:pt x="2016195" y="383638"/>
                </a:lnTo>
                <a:lnTo>
                  <a:pt x="2024358" y="363865"/>
                </a:lnTo>
                <a:lnTo>
                  <a:pt x="2032521" y="344091"/>
                </a:lnTo>
                <a:lnTo>
                  <a:pt x="2040684" y="324317"/>
                </a:lnTo>
                <a:lnTo>
                  <a:pt x="2048837" y="304543"/>
                </a:lnTo>
                <a:lnTo>
                  <a:pt x="2057000" y="284778"/>
                </a:lnTo>
                <a:lnTo>
                  <a:pt x="2065163" y="265005"/>
                </a:lnTo>
                <a:lnTo>
                  <a:pt x="2073326" y="245231"/>
                </a:lnTo>
                <a:lnTo>
                  <a:pt x="2081489" y="225457"/>
                </a:lnTo>
                <a:lnTo>
                  <a:pt x="2089652" y="205683"/>
                </a:lnTo>
                <a:lnTo>
                  <a:pt x="2097815" y="185918"/>
                </a:lnTo>
                <a:lnTo>
                  <a:pt x="2105978" y="166145"/>
                </a:lnTo>
                <a:lnTo>
                  <a:pt x="2114140" y="146371"/>
                </a:lnTo>
                <a:lnTo>
                  <a:pt x="2122303" y="126597"/>
                </a:lnTo>
                <a:lnTo>
                  <a:pt x="2130457" y="106823"/>
                </a:lnTo>
                <a:lnTo>
                  <a:pt x="2138620" y="87049"/>
                </a:lnTo>
                <a:lnTo>
                  <a:pt x="2146783" y="67285"/>
                </a:lnTo>
                <a:lnTo>
                  <a:pt x="2154946" y="47511"/>
                </a:lnTo>
                <a:lnTo>
                  <a:pt x="2163108" y="27737"/>
                </a:lnTo>
                <a:lnTo>
                  <a:pt x="2171271" y="7963"/>
                </a:lnTo>
                <a:lnTo>
                  <a:pt x="2167071" y="9706"/>
                </a:lnTo>
                <a:lnTo>
                  <a:pt x="2147430" y="18059"/>
                </a:lnTo>
                <a:lnTo>
                  <a:pt x="2126780" y="23584"/>
                </a:lnTo>
                <a:lnTo>
                  <a:pt x="2105825" y="27889"/>
                </a:lnTo>
                <a:lnTo>
                  <a:pt x="2084746" y="31499"/>
                </a:lnTo>
                <a:lnTo>
                  <a:pt x="2063582" y="34623"/>
                </a:lnTo>
                <a:lnTo>
                  <a:pt x="2042370" y="37386"/>
                </a:lnTo>
                <a:lnTo>
                  <a:pt x="2021129" y="39881"/>
                </a:lnTo>
                <a:lnTo>
                  <a:pt x="1999859" y="42148"/>
                </a:lnTo>
                <a:lnTo>
                  <a:pt x="1978562" y="44225"/>
                </a:lnTo>
                <a:lnTo>
                  <a:pt x="1957264" y="46149"/>
                </a:lnTo>
                <a:lnTo>
                  <a:pt x="1935947" y="47939"/>
                </a:lnTo>
                <a:lnTo>
                  <a:pt x="1914620" y="49597"/>
                </a:lnTo>
                <a:lnTo>
                  <a:pt x="1893284" y="51159"/>
                </a:lnTo>
                <a:lnTo>
                  <a:pt x="1871948" y="52626"/>
                </a:lnTo>
                <a:lnTo>
                  <a:pt x="1850603" y="53997"/>
                </a:lnTo>
                <a:lnTo>
                  <a:pt x="1829248" y="55293"/>
                </a:lnTo>
                <a:lnTo>
                  <a:pt x="1807893" y="56521"/>
                </a:lnTo>
                <a:lnTo>
                  <a:pt x="1786538" y="57674"/>
                </a:lnTo>
                <a:lnTo>
                  <a:pt x="1765173" y="58769"/>
                </a:lnTo>
                <a:lnTo>
                  <a:pt x="1743808" y="59807"/>
                </a:lnTo>
                <a:lnTo>
                  <a:pt x="1722434" y="60789"/>
                </a:lnTo>
                <a:lnTo>
                  <a:pt x="1701070" y="61722"/>
                </a:lnTo>
                <a:lnTo>
                  <a:pt x="1679696" y="62608"/>
                </a:lnTo>
                <a:lnTo>
                  <a:pt x="1658322" y="63446"/>
                </a:lnTo>
                <a:lnTo>
                  <a:pt x="1636947" y="64237"/>
                </a:lnTo>
                <a:lnTo>
                  <a:pt x="1615564" y="64980"/>
                </a:lnTo>
                <a:lnTo>
                  <a:pt x="1594190" y="65694"/>
                </a:lnTo>
                <a:lnTo>
                  <a:pt x="1572806" y="66361"/>
                </a:lnTo>
                <a:lnTo>
                  <a:pt x="1551432" y="66999"/>
                </a:lnTo>
                <a:lnTo>
                  <a:pt x="1530048" y="67599"/>
                </a:lnTo>
                <a:lnTo>
                  <a:pt x="1508665" y="68161"/>
                </a:lnTo>
                <a:lnTo>
                  <a:pt x="1487281" y="68694"/>
                </a:lnTo>
                <a:lnTo>
                  <a:pt x="1465898" y="69190"/>
                </a:lnTo>
                <a:lnTo>
                  <a:pt x="1444504" y="69656"/>
                </a:lnTo>
                <a:lnTo>
                  <a:pt x="1423121" y="70094"/>
                </a:lnTo>
                <a:lnTo>
                  <a:pt x="1401737" y="70495"/>
                </a:lnTo>
                <a:lnTo>
                  <a:pt x="1380344" y="70876"/>
                </a:lnTo>
                <a:lnTo>
                  <a:pt x="1358960" y="71218"/>
                </a:lnTo>
                <a:lnTo>
                  <a:pt x="1337567" y="71542"/>
                </a:lnTo>
                <a:lnTo>
                  <a:pt x="1316184" y="71828"/>
                </a:lnTo>
                <a:lnTo>
                  <a:pt x="1294790" y="72095"/>
                </a:lnTo>
                <a:lnTo>
                  <a:pt x="1273407" y="72323"/>
                </a:lnTo>
                <a:lnTo>
                  <a:pt x="1252014" y="72533"/>
                </a:lnTo>
                <a:lnTo>
                  <a:pt x="1230620" y="72723"/>
                </a:lnTo>
                <a:lnTo>
                  <a:pt x="1209237" y="72885"/>
                </a:lnTo>
                <a:lnTo>
                  <a:pt x="1187844" y="73019"/>
                </a:lnTo>
                <a:lnTo>
                  <a:pt x="1166451" y="73123"/>
                </a:lnTo>
                <a:lnTo>
                  <a:pt x="1145067" y="73200"/>
                </a:lnTo>
                <a:lnTo>
                  <a:pt x="1123674" y="73257"/>
                </a:lnTo>
                <a:lnTo>
                  <a:pt x="1102281" y="73285"/>
                </a:lnTo>
                <a:lnTo>
                  <a:pt x="1080887" y="73295"/>
                </a:lnTo>
                <a:lnTo>
                  <a:pt x="1059504" y="73276"/>
                </a:lnTo>
                <a:lnTo>
                  <a:pt x="1038111" y="73228"/>
                </a:lnTo>
                <a:lnTo>
                  <a:pt x="1016718" y="73152"/>
                </a:lnTo>
                <a:lnTo>
                  <a:pt x="995324" y="73057"/>
                </a:lnTo>
                <a:lnTo>
                  <a:pt x="973941" y="72933"/>
                </a:lnTo>
                <a:lnTo>
                  <a:pt x="952548" y="72790"/>
                </a:lnTo>
                <a:lnTo>
                  <a:pt x="931154" y="72619"/>
                </a:lnTo>
                <a:lnTo>
                  <a:pt x="909771" y="72419"/>
                </a:lnTo>
                <a:lnTo>
                  <a:pt x="888378" y="72190"/>
                </a:lnTo>
                <a:lnTo>
                  <a:pt x="866994" y="71933"/>
                </a:lnTo>
                <a:lnTo>
                  <a:pt x="845601" y="71657"/>
                </a:lnTo>
                <a:lnTo>
                  <a:pt x="824217" y="71352"/>
                </a:lnTo>
                <a:lnTo>
                  <a:pt x="802824" y="71018"/>
                </a:lnTo>
                <a:lnTo>
                  <a:pt x="781441" y="70656"/>
                </a:lnTo>
                <a:lnTo>
                  <a:pt x="760047" y="70266"/>
                </a:lnTo>
                <a:lnTo>
                  <a:pt x="738664" y="69837"/>
                </a:lnTo>
                <a:lnTo>
                  <a:pt x="717280" y="69380"/>
                </a:lnTo>
                <a:lnTo>
                  <a:pt x="695897" y="68894"/>
                </a:lnTo>
                <a:lnTo>
                  <a:pt x="674513" y="68380"/>
                </a:lnTo>
                <a:lnTo>
                  <a:pt x="653129" y="67828"/>
                </a:lnTo>
                <a:lnTo>
                  <a:pt x="631746" y="67247"/>
                </a:lnTo>
                <a:lnTo>
                  <a:pt x="610362" y="66627"/>
                </a:lnTo>
                <a:lnTo>
                  <a:pt x="588978" y="65970"/>
                </a:lnTo>
                <a:lnTo>
                  <a:pt x="567604" y="65275"/>
                </a:lnTo>
                <a:lnTo>
                  <a:pt x="546221" y="64541"/>
                </a:lnTo>
                <a:lnTo>
                  <a:pt x="524847" y="63770"/>
                </a:lnTo>
                <a:lnTo>
                  <a:pt x="503472" y="62951"/>
                </a:lnTo>
                <a:lnTo>
                  <a:pt x="482098" y="62093"/>
                </a:lnTo>
                <a:lnTo>
                  <a:pt x="460724" y="61179"/>
                </a:lnTo>
                <a:lnTo>
                  <a:pt x="439360" y="60217"/>
                </a:lnTo>
                <a:lnTo>
                  <a:pt x="417995" y="59198"/>
                </a:lnTo>
                <a:lnTo>
                  <a:pt x="396631" y="58131"/>
                </a:lnTo>
                <a:lnTo>
                  <a:pt x="375266" y="56998"/>
                </a:lnTo>
                <a:lnTo>
                  <a:pt x="353911" y="55797"/>
                </a:lnTo>
                <a:lnTo>
                  <a:pt x="332556" y="54531"/>
                </a:lnTo>
                <a:lnTo>
                  <a:pt x="311210" y="53178"/>
                </a:lnTo>
                <a:lnTo>
                  <a:pt x="289865" y="51759"/>
                </a:lnTo>
                <a:lnTo>
                  <a:pt x="268529" y="50235"/>
                </a:lnTo>
                <a:lnTo>
                  <a:pt x="247202" y="48616"/>
                </a:lnTo>
                <a:lnTo>
                  <a:pt x="225876" y="46882"/>
                </a:lnTo>
                <a:lnTo>
                  <a:pt x="204568" y="45015"/>
                </a:lnTo>
                <a:lnTo>
                  <a:pt x="183271" y="43005"/>
                </a:lnTo>
                <a:lnTo>
                  <a:pt x="162001" y="40815"/>
                </a:lnTo>
                <a:lnTo>
                  <a:pt x="140741" y="38424"/>
                </a:lnTo>
                <a:lnTo>
                  <a:pt x="119520" y="35776"/>
                </a:lnTo>
                <a:lnTo>
                  <a:pt x="98327" y="32804"/>
                </a:lnTo>
                <a:lnTo>
                  <a:pt x="77210" y="29413"/>
                </a:lnTo>
                <a:lnTo>
                  <a:pt x="56198" y="25422"/>
                </a:lnTo>
                <a:lnTo>
                  <a:pt x="35385" y="20479"/>
                </a:lnTo>
                <a:lnTo>
                  <a:pt x="15135" y="13659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50" name="funnel-step-cap-2">
            <a:extLst xmlns:a="http://schemas.openxmlformats.org/drawingml/2006/main">
              <a:ext uri="{FF2B5EF4-FFF2-40B4-BE49-F238E27FC236}">
                <a16:creationId xmlns:a16="http://schemas.microsoft.com/office/drawing/2014/main" id="{894849FA-2CE9-4AF2-984D-0D54F1061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532375" y="3865778"/>
            <a:ext cx="2174510" cy="2084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7EAC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51" name="funnel-step-body-3">
            <a:extLst xmlns:a="http://schemas.openxmlformats.org/drawingml/2006/main">
              <a:ext uri="{FF2B5EF4-FFF2-40B4-BE49-F238E27FC236}">
                <a16:creationId xmlns:a16="http://schemas.microsoft.com/office/drawing/2014/main" id="{789A1E32-FF0B-4F01-BBBB-41EF5F671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60946" y="4697730"/>
            <a:ext cx="1713681" cy="627069"/>
          </a:xfrm>
          <a:custGeom xmlns:a="http://schemas.openxmlformats.org/drawingml/2006/main">
            <a:pathLst>
              <a:path w="1713681" h="627069">
                <a:moveTo>
                  <a:pt x="0" y="0"/>
                </a:moveTo>
                <a:lnTo>
                  <a:pt x="6887" y="17745"/>
                </a:lnTo>
                <a:lnTo>
                  <a:pt x="13783" y="35490"/>
                </a:lnTo>
                <a:lnTo>
                  <a:pt x="20669" y="53235"/>
                </a:lnTo>
                <a:lnTo>
                  <a:pt x="27565" y="70971"/>
                </a:lnTo>
                <a:lnTo>
                  <a:pt x="34452" y="88716"/>
                </a:lnTo>
                <a:lnTo>
                  <a:pt x="41348" y="106461"/>
                </a:lnTo>
                <a:lnTo>
                  <a:pt x="48235" y="124206"/>
                </a:lnTo>
                <a:lnTo>
                  <a:pt x="55131" y="141951"/>
                </a:lnTo>
                <a:lnTo>
                  <a:pt x="62017" y="159696"/>
                </a:lnTo>
                <a:lnTo>
                  <a:pt x="68913" y="177432"/>
                </a:lnTo>
                <a:lnTo>
                  <a:pt x="75800" y="195177"/>
                </a:lnTo>
                <a:lnTo>
                  <a:pt x="82696" y="212922"/>
                </a:lnTo>
                <a:lnTo>
                  <a:pt x="89583" y="230667"/>
                </a:lnTo>
                <a:lnTo>
                  <a:pt x="96479" y="248412"/>
                </a:lnTo>
                <a:lnTo>
                  <a:pt x="103365" y="266157"/>
                </a:lnTo>
                <a:lnTo>
                  <a:pt x="110261" y="283893"/>
                </a:lnTo>
                <a:lnTo>
                  <a:pt x="117148" y="301638"/>
                </a:lnTo>
                <a:lnTo>
                  <a:pt x="124044" y="319383"/>
                </a:lnTo>
                <a:lnTo>
                  <a:pt x="130931" y="337128"/>
                </a:lnTo>
                <a:lnTo>
                  <a:pt x="137827" y="354873"/>
                </a:lnTo>
                <a:lnTo>
                  <a:pt x="144713" y="372618"/>
                </a:lnTo>
                <a:lnTo>
                  <a:pt x="151600" y="390354"/>
                </a:lnTo>
                <a:lnTo>
                  <a:pt x="158496" y="408099"/>
                </a:lnTo>
                <a:lnTo>
                  <a:pt x="165383" y="425844"/>
                </a:lnTo>
                <a:lnTo>
                  <a:pt x="172279" y="443589"/>
                </a:lnTo>
                <a:lnTo>
                  <a:pt x="179165" y="461334"/>
                </a:lnTo>
                <a:lnTo>
                  <a:pt x="186061" y="479079"/>
                </a:lnTo>
                <a:lnTo>
                  <a:pt x="192948" y="496824"/>
                </a:lnTo>
                <a:lnTo>
                  <a:pt x="199844" y="514560"/>
                </a:lnTo>
                <a:lnTo>
                  <a:pt x="206731" y="532305"/>
                </a:lnTo>
                <a:lnTo>
                  <a:pt x="213627" y="550050"/>
                </a:lnTo>
                <a:lnTo>
                  <a:pt x="222514" y="566261"/>
                </a:lnTo>
                <a:lnTo>
                  <a:pt x="239030" y="575605"/>
                </a:lnTo>
                <a:lnTo>
                  <a:pt x="256937" y="582044"/>
                </a:lnTo>
                <a:lnTo>
                  <a:pt x="275292" y="587092"/>
                </a:lnTo>
                <a:lnTo>
                  <a:pt x="293856" y="591283"/>
                </a:lnTo>
                <a:lnTo>
                  <a:pt x="312544" y="594884"/>
                </a:lnTo>
                <a:lnTo>
                  <a:pt x="331318" y="598046"/>
                </a:lnTo>
                <a:lnTo>
                  <a:pt x="350139" y="600856"/>
                </a:lnTo>
                <a:lnTo>
                  <a:pt x="369008" y="603390"/>
                </a:lnTo>
                <a:lnTo>
                  <a:pt x="387896" y="605685"/>
                </a:lnTo>
                <a:lnTo>
                  <a:pt x="406822" y="607781"/>
                </a:lnTo>
                <a:lnTo>
                  <a:pt x="425758" y="609695"/>
                </a:lnTo>
                <a:lnTo>
                  <a:pt x="444713" y="611457"/>
                </a:lnTo>
                <a:lnTo>
                  <a:pt x="463677" y="613086"/>
                </a:lnTo>
                <a:lnTo>
                  <a:pt x="482651" y="614572"/>
                </a:lnTo>
                <a:lnTo>
                  <a:pt x="501634" y="615953"/>
                </a:lnTo>
                <a:lnTo>
                  <a:pt x="520627" y="617220"/>
                </a:lnTo>
                <a:lnTo>
                  <a:pt x="539629" y="618401"/>
                </a:lnTo>
                <a:lnTo>
                  <a:pt x="558632" y="619477"/>
                </a:lnTo>
                <a:lnTo>
                  <a:pt x="577644" y="620478"/>
                </a:lnTo>
                <a:lnTo>
                  <a:pt x="596656" y="621382"/>
                </a:lnTo>
                <a:lnTo>
                  <a:pt x="615667" y="622221"/>
                </a:lnTo>
                <a:lnTo>
                  <a:pt x="634689" y="622983"/>
                </a:lnTo>
                <a:lnTo>
                  <a:pt x="653710" y="623668"/>
                </a:lnTo>
                <a:lnTo>
                  <a:pt x="672732" y="624288"/>
                </a:lnTo>
                <a:lnTo>
                  <a:pt x="691763" y="624840"/>
                </a:lnTo>
                <a:lnTo>
                  <a:pt x="710794" y="625326"/>
                </a:lnTo>
                <a:lnTo>
                  <a:pt x="729825" y="625754"/>
                </a:lnTo>
                <a:lnTo>
                  <a:pt x="748856" y="626116"/>
                </a:lnTo>
                <a:lnTo>
                  <a:pt x="767886" y="626421"/>
                </a:lnTo>
                <a:lnTo>
                  <a:pt x="786917" y="626669"/>
                </a:lnTo>
                <a:lnTo>
                  <a:pt x="805948" y="626859"/>
                </a:lnTo>
                <a:lnTo>
                  <a:pt x="824989" y="626983"/>
                </a:lnTo>
                <a:lnTo>
                  <a:pt x="844020" y="627059"/>
                </a:lnTo>
                <a:lnTo>
                  <a:pt x="863051" y="627069"/>
                </a:lnTo>
                <a:lnTo>
                  <a:pt x="882091" y="627031"/>
                </a:lnTo>
                <a:lnTo>
                  <a:pt x="901122" y="626935"/>
                </a:lnTo>
                <a:lnTo>
                  <a:pt x="920153" y="626783"/>
                </a:lnTo>
                <a:lnTo>
                  <a:pt x="939194" y="626564"/>
                </a:lnTo>
                <a:lnTo>
                  <a:pt x="958225" y="626288"/>
                </a:lnTo>
                <a:lnTo>
                  <a:pt x="977255" y="625964"/>
                </a:lnTo>
                <a:lnTo>
                  <a:pt x="996286" y="625564"/>
                </a:lnTo>
                <a:lnTo>
                  <a:pt x="1015317" y="625107"/>
                </a:lnTo>
                <a:lnTo>
                  <a:pt x="1034339" y="624592"/>
                </a:lnTo>
                <a:lnTo>
                  <a:pt x="1053370" y="624011"/>
                </a:lnTo>
                <a:lnTo>
                  <a:pt x="1072391" y="623354"/>
                </a:lnTo>
                <a:lnTo>
                  <a:pt x="1091413" y="622640"/>
                </a:lnTo>
                <a:lnTo>
                  <a:pt x="1110434" y="621849"/>
                </a:lnTo>
                <a:lnTo>
                  <a:pt x="1129446" y="620973"/>
                </a:lnTo>
                <a:lnTo>
                  <a:pt x="1148458" y="620030"/>
                </a:lnTo>
                <a:lnTo>
                  <a:pt x="1167460" y="618992"/>
                </a:lnTo>
                <a:lnTo>
                  <a:pt x="1186463" y="617868"/>
                </a:lnTo>
                <a:lnTo>
                  <a:pt x="1205465" y="616658"/>
                </a:lnTo>
                <a:lnTo>
                  <a:pt x="1224448" y="615334"/>
                </a:lnTo>
                <a:lnTo>
                  <a:pt x="1243432" y="613905"/>
                </a:lnTo>
                <a:lnTo>
                  <a:pt x="1262405" y="612353"/>
                </a:lnTo>
                <a:lnTo>
                  <a:pt x="1281360" y="610667"/>
                </a:lnTo>
                <a:lnTo>
                  <a:pt x="1300305" y="608838"/>
                </a:lnTo>
                <a:lnTo>
                  <a:pt x="1319241" y="606847"/>
                </a:lnTo>
                <a:lnTo>
                  <a:pt x="1338148" y="604657"/>
                </a:lnTo>
                <a:lnTo>
                  <a:pt x="1357027" y="602256"/>
                </a:lnTo>
                <a:lnTo>
                  <a:pt x="1375877" y="599608"/>
                </a:lnTo>
                <a:lnTo>
                  <a:pt x="1394679" y="596636"/>
                </a:lnTo>
                <a:lnTo>
                  <a:pt x="1413415" y="593293"/>
                </a:lnTo>
                <a:lnTo>
                  <a:pt x="1432055" y="589436"/>
                </a:lnTo>
                <a:lnTo>
                  <a:pt x="1450543" y="584902"/>
                </a:lnTo>
                <a:lnTo>
                  <a:pt x="1468736" y="579311"/>
                </a:lnTo>
                <a:lnTo>
                  <a:pt x="1486224" y="571843"/>
                </a:lnTo>
                <a:lnTo>
                  <a:pt x="1500626" y="559765"/>
                </a:lnTo>
                <a:lnTo>
                  <a:pt x="1506903" y="541896"/>
                </a:lnTo>
                <a:lnTo>
                  <a:pt x="1513789" y="524151"/>
                </a:lnTo>
                <a:lnTo>
                  <a:pt x="1520685" y="506406"/>
                </a:lnTo>
                <a:lnTo>
                  <a:pt x="1527572" y="488661"/>
                </a:lnTo>
                <a:lnTo>
                  <a:pt x="1534468" y="470916"/>
                </a:lnTo>
                <a:lnTo>
                  <a:pt x="1541355" y="453171"/>
                </a:lnTo>
                <a:lnTo>
                  <a:pt x="1548251" y="435435"/>
                </a:lnTo>
                <a:lnTo>
                  <a:pt x="1555137" y="417690"/>
                </a:lnTo>
                <a:lnTo>
                  <a:pt x="1562033" y="399945"/>
                </a:lnTo>
                <a:lnTo>
                  <a:pt x="1568920" y="382200"/>
                </a:lnTo>
                <a:lnTo>
                  <a:pt x="1575816" y="364455"/>
                </a:lnTo>
                <a:lnTo>
                  <a:pt x="1582703" y="346710"/>
                </a:lnTo>
                <a:lnTo>
                  <a:pt x="1589599" y="328974"/>
                </a:lnTo>
                <a:lnTo>
                  <a:pt x="1596485" y="311229"/>
                </a:lnTo>
                <a:lnTo>
                  <a:pt x="1603372" y="293484"/>
                </a:lnTo>
                <a:lnTo>
                  <a:pt x="1610268" y="275739"/>
                </a:lnTo>
                <a:lnTo>
                  <a:pt x="1617155" y="257994"/>
                </a:lnTo>
                <a:lnTo>
                  <a:pt x="1624051" y="240249"/>
                </a:lnTo>
                <a:lnTo>
                  <a:pt x="1630937" y="222514"/>
                </a:lnTo>
                <a:lnTo>
                  <a:pt x="1637833" y="204768"/>
                </a:lnTo>
                <a:lnTo>
                  <a:pt x="1644720" y="187023"/>
                </a:lnTo>
                <a:lnTo>
                  <a:pt x="1651616" y="169278"/>
                </a:lnTo>
                <a:lnTo>
                  <a:pt x="1658503" y="151533"/>
                </a:lnTo>
                <a:lnTo>
                  <a:pt x="1665399" y="133788"/>
                </a:lnTo>
                <a:lnTo>
                  <a:pt x="1672285" y="116043"/>
                </a:lnTo>
                <a:lnTo>
                  <a:pt x="1679181" y="98308"/>
                </a:lnTo>
                <a:lnTo>
                  <a:pt x="1686068" y="80562"/>
                </a:lnTo>
                <a:lnTo>
                  <a:pt x="1692964" y="62817"/>
                </a:lnTo>
                <a:lnTo>
                  <a:pt x="1699851" y="45072"/>
                </a:lnTo>
                <a:lnTo>
                  <a:pt x="1706747" y="27327"/>
                </a:lnTo>
                <a:lnTo>
                  <a:pt x="1713633" y="9582"/>
                </a:lnTo>
                <a:lnTo>
                  <a:pt x="1713681" y="7696"/>
                </a:lnTo>
                <a:lnTo>
                  <a:pt x="1697460" y="17431"/>
                </a:lnTo>
                <a:lnTo>
                  <a:pt x="1679467" y="23622"/>
                </a:lnTo>
                <a:lnTo>
                  <a:pt x="1661036" y="28365"/>
                </a:lnTo>
                <a:lnTo>
                  <a:pt x="1642415" y="32290"/>
                </a:lnTo>
                <a:lnTo>
                  <a:pt x="1623679" y="35652"/>
                </a:lnTo>
                <a:lnTo>
                  <a:pt x="1604877" y="38624"/>
                </a:lnTo>
                <a:lnTo>
                  <a:pt x="1586027" y="41272"/>
                </a:lnTo>
                <a:lnTo>
                  <a:pt x="1567148" y="43672"/>
                </a:lnTo>
                <a:lnTo>
                  <a:pt x="1548241" y="45872"/>
                </a:lnTo>
                <a:lnTo>
                  <a:pt x="1529315" y="47892"/>
                </a:lnTo>
                <a:lnTo>
                  <a:pt x="1510370" y="49759"/>
                </a:lnTo>
                <a:lnTo>
                  <a:pt x="1491415" y="51502"/>
                </a:lnTo>
                <a:lnTo>
                  <a:pt x="1472451" y="53111"/>
                </a:lnTo>
                <a:lnTo>
                  <a:pt x="1453477" y="54626"/>
                </a:lnTo>
                <a:lnTo>
                  <a:pt x="1434494" y="56045"/>
                </a:lnTo>
                <a:lnTo>
                  <a:pt x="1415501" y="57369"/>
                </a:lnTo>
                <a:lnTo>
                  <a:pt x="1396508" y="58617"/>
                </a:lnTo>
                <a:lnTo>
                  <a:pt x="1377515" y="59788"/>
                </a:lnTo>
                <a:lnTo>
                  <a:pt x="1358513" y="60893"/>
                </a:lnTo>
                <a:lnTo>
                  <a:pt x="1339501" y="61932"/>
                </a:lnTo>
                <a:lnTo>
                  <a:pt x="1320489" y="62913"/>
                </a:lnTo>
                <a:lnTo>
                  <a:pt x="1301477" y="63837"/>
                </a:lnTo>
                <a:lnTo>
                  <a:pt x="1282465" y="64703"/>
                </a:lnTo>
                <a:lnTo>
                  <a:pt x="1263444" y="65513"/>
                </a:lnTo>
                <a:lnTo>
                  <a:pt x="1244432" y="66275"/>
                </a:lnTo>
                <a:lnTo>
                  <a:pt x="1225410" y="66999"/>
                </a:lnTo>
                <a:lnTo>
                  <a:pt x="1206379" y="67666"/>
                </a:lnTo>
                <a:lnTo>
                  <a:pt x="1187358" y="68294"/>
                </a:lnTo>
                <a:lnTo>
                  <a:pt x="1168337" y="68875"/>
                </a:lnTo>
                <a:lnTo>
                  <a:pt x="1149306" y="69428"/>
                </a:lnTo>
                <a:lnTo>
                  <a:pt x="1130275" y="69933"/>
                </a:lnTo>
                <a:lnTo>
                  <a:pt x="1111253" y="70399"/>
                </a:lnTo>
                <a:lnTo>
                  <a:pt x="1092222" y="70828"/>
                </a:lnTo>
                <a:lnTo>
                  <a:pt x="1073191" y="71218"/>
                </a:lnTo>
                <a:lnTo>
                  <a:pt x="1054160" y="71580"/>
                </a:lnTo>
                <a:lnTo>
                  <a:pt x="1035129" y="71895"/>
                </a:lnTo>
                <a:lnTo>
                  <a:pt x="1016098" y="72190"/>
                </a:lnTo>
                <a:lnTo>
                  <a:pt x="997058" y="72438"/>
                </a:lnTo>
                <a:lnTo>
                  <a:pt x="978027" y="72657"/>
                </a:lnTo>
                <a:lnTo>
                  <a:pt x="958996" y="72847"/>
                </a:lnTo>
                <a:lnTo>
                  <a:pt x="939956" y="73000"/>
                </a:lnTo>
                <a:lnTo>
                  <a:pt x="920925" y="73123"/>
                </a:lnTo>
                <a:lnTo>
                  <a:pt x="901894" y="73209"/>
                </a:lnTo>
                <a:lnTo>
                  <a:pt x="882853" y="73266"/>
                </a:lnTo>
                <a:lnTo>
                  <a:pt x="863822" y="73295"/>
                </a:lnTo>
                <a:lnTo>
                  <a:pt x="844782" y="73285"/>
                </a:lnTo>
                <a:lnTo>
                  <a:pt x="825751" y="73247"/>
                </a:lnTo>
                <a:lnTo>
                  <a:pt x="806720" y="73171"/>
                </a:lnTo>
                <a:lnTo>
                  <a:pt x="787679" y="73066"/>
                </a:lnTo>
                <a:lnTo>
                  <a:pt x="768648" y="72933"/>
                </a:lnTo>
                <a:lnTo>
                  <a:pt x="749618" y="72761"/>
                </a:lnTo>
                <a:lnTo>
                  <a:pt x="730577" y="72561"/>
                </a:lnTo>
                <a:lnTo>
                  <a:pt x="711546" y="72323"/>
                </a:lnTo>
                <a:lnTo>
                  <a:pt x="692515" y="72057"/>
                </a:lnTo>
                <a:lnTo>
                  <a:pt x="673484" y="71752"/>
                </a:lnTo>
                <a:lnTo>
                  <a:pt x="654453" y="71418"/>
                </a:lnTo>
                <a:lnTo>
                  <a:pt x="635422" y="71047"/>
                </a:lnTo>
                <a:lnTo>
                  <a:pt x="616391" y="70637"/>
                </a:lnTo>
                <a:lnTo>
                  <a:pt x="597360" y="70190"/>
                </a:lnTo>
                <a:lnTo>
                  <a:pt x="578329" y="69704"/>
                </a:lnTo>
                <a:lnTo>
                  <a:pt x="559308" y="69180"/>
                </a:lnTo>
                <a:lnTo>
                  <a:pt x="540277" y="68618"/>
                </a:lnTo>
                <a:lnTo>
                  <a:pt x="521256" y="68009"/>
                </a:lnTo>
                <a:lnTo>
                  <a:pt x="502225" y="67361"/>
                </a:lnTo>
                <a:lnTo>
                  <a:pt x="483203" y="66665"/>
                </a:lnTo>
                <a:lnTo>
                  <a:pt x="464182" y="65932"/>
                </a:lnTo>
                <a:lnTo>
                  <a:pt x="445170" y="65141"/>
                </a:lnTo>
                <a:lnTo>
                  <a:pt x="426149" y="64303"/>
                </a:lnTo>
                <a:lnTo>
                  <a:pt x="407137" y="63417"/>
                </a:lnTo>
                <a:lnTo>
                  <a:pt x="388125" y="62465"/>
                </a:lnTo>
                <a:lnTo>
                  <a:pt x="369122" y="61465"/>
                </a:lnTo>
                <a:lnTo>
                  <a:pt x="350110" y="60398"/>
                </a:lnTo>
                <a:lnTo>
                  <a:pt x="331108" y="59265"/>
                </a:lnTo>
                <a:lnTo>
                  <a:pt x="312115" y="58055"/>
                </a:lnTo>
                <a:lnTo>
                  <a:pt x="293122" y="56769"/>
                </a:lnTo>
                <a:lnTo>
                  <a:pt x="274139" y="55397"/>
                </a:lnTo>
                <a:lnTo>
                  <a:pt x="255165" y="53950"/>
                </a:lnTo>
                <a:lnTo>
                  <a:pt x="236191" y="52388"/>
                </a:lnTo>
                <a:lnTo>
                  <a:pt x="217227" y="50721"/>
                </a:lnTo>
                <a:lnTo>
                  <a:pt x="198282" y="48920"/>
                </a:lnTo>
                <a:lnTo>
                  <a:pt x="179346" y="46987"/>
                </a:lnTo>
                <a:lnTo>
                  <a:pt x="160420" y="44891"/>
                </a:lnTo>
                <a:lnTo>
                  <a:pt x="141532" y="42605"/>
                </a:lnTo>
                <a:lnTo>
                  <a:pt x="122663" y="40091"/>
                </a:lnTo>
                <a:lnTo>
                  <a:pt x="103832" y="37300"/>
                </a:lnTo>
                <a:lnTo>
                  <a:pt x="85058" y="34166"/>
                </a:lnTo>
                <a:lnTo>
                  <a:pt x="66361" y="30566"/>
                </a:lnTo>
                <a:lnTo>
                  <a:pt x="47815" y="26318"/>
                </a:lnTo>
                <a:lnTo>
                  <a:pt x="29537" y="21022"/>
                </a:lnTo>
                <a:lnTo>
                  <a:pt x="12002" y="13678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78A8D5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52" name="funnel-step-cap-3">
            <a:extLst xmlns:a="http://schemas.openxmlformats.org/drawingml/2006/main">
              <a:ext uri="{FF2B5EF4-FFF2-40B4-BE49-F238E27FC236}">
                <a16:creationId xmlns:a16="http://schemas.microsoft.com/office/drawing/2014/main" id="{F78640AB-0547-46D7-9806-926368F2B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60984" y="4593488"/>
            <a:ext cx="1717272" cy="2084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8A8D5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53" name="funnel-step-body-4">
            <a:extLst xmlns:a="http://schemas.openxmlformats.org/drawingml/2006/main">
              <a:ext uri="{FF2B5EF4-FFF2-40B4-BE49-F238E27FC236}">
                <a16:creationId xmlns:a16="http://schemas.microsoft.com/office/drawing/2014/main" id="{EC89B7E0-4C7C-4196-BF8D-3161D5D9A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76021" y="5425440"/>
            <a:ext cx="1287123" cy="627078"/>
          </a:xfrm>
          <a:custGeom xmlns:a="http://schemas.openxmlformats.org/drawingml/2006/main">
            <a:pathLst>
              <a:path w="1287123" h="627078">
                <a:moveTo>
                  <a:pt x="0" y="0"/>
                </a:moveTo>
                <a:lnTo>
                  <a:pt x="6629" y="17859"/>
                </a:lnTo>
                <a:lnTo>
                  <a:pt x="13249" y="35719"/>
                </a:lnTo>
                <a:lnTo>
                  <a:pt x="19879" y="53578"/>
                </a:lnTo>
                <a:lnTo>
                  <a:pt x="26499" y="71428"/>
                </a:lnTo>
                <a:lnTo>
                  <a:pt x="33128" y="89287"/>
                </a:lnTo>
                <a:lnTo>
                  <a:pt x="39748" y="107147"/>
                </a:lnTo>
                <a:lnTo>
                  <a:pt x="46377" y="125006"/>
                </a:lnTo>
                <a:lnTo>
                  <a:pt x="53007" y="142865"/>
                </a:lnTo>
                <a:lnTo>
                  <a:pt x="59627" y="160725"/>
                </a:lnTo>
                <a:lnTo>
                  <a:pt x="66256" y="178575"/>
                </a:lnTo>
                <a:lnTo>
                  <a:pt x="72876" y="196434"/>
                </a:lnTo>
                <a:lnTo>
                  <a:pt x="79505" y="214293"/>
                </a:lnTo>
                <a:lnTo>
                  <a:pt x="86125" y="232153"/>
                </a:lnTo>
                <a:lnTo>
                  <a:pt x="92754" y="250012"/>
                </a:lnTo>
                <a:lnTo>
                  <a:pt x="99384" y="267872"/>
                </a:lnTo>
                <a:lnTo>
                  <a:pt x="106004" y="285731"/>
                </a:lnTo>
                <a:lnTo>
                  <a:pt x="112633" y="303581"/>
                </a:lnTo>
                <a:lnTo>
                  <a:pt x="119253" y="321440"/>
                </a:lnTo>
                <a:lnTo>
                  <a:pt x="125882" y="339300"/>
                </a:lnTo>
                <a:lnTo>
                  <a:pt x="132502" y="357159"/>
                </a:lnTo>
                <a:lnTo>
                  <a:pt x="139132" y="375018"/>
                </a:lnTo>
                <a:lnTo>
                  <a:pt x="145761" y="392878"/>
                </a:lnTo>
                <a:lnTo>
                  <a:pt x="152381" y="410737"/>
                </a:lnTo>
                <a:lnTo>
                  <a:pt x="159010" y="428587"/>
                </a:lnTo>
                <a:lnTo>
                  <a:pt x="165630" y="446446"/>
                </a:lnTo>
                <a:lnTo>
                  <a:pt x="172260" y="464306"/>
                </a:lnTo>
                <a:lnTo>
                  <a:pt x="178880" y="482165"/>
                </a:lnTo>
                <a:lnTo>
                  <a:pt x="185509" y="500024"/>
                </a:lnTo>
                <a:lnTo>
                  <a:pt x="192138" y="517884"/>
                </a:lnTo>
                <a:lnTo>
                  <a:pt x="198758" y="535734"/>
                </a:lnTo>
                <a:lnTo>
                  <a:pt x="205388" y="553593"/>
                </a:lnTo>
                <a:lnTo>
                  <a:pt x="214074" y="569909"/>
                </a:lnTo>
                <a:lnTo>
                  <a:pt x="230038" y="580187"/>
                </a:lnTo>
                <a:lnTo>
                  <a:pt x="247612" y="587512"/>
                </a:lnTo>
                <a:lnTo>
                  <a:pt x="265767" y="593246"/>
                </a:lnTo>
                <a:lnTo>
                  <a:pt x="284226" y="597960"/>
                </a:lnTo>
                <a:lnTo>
                  <a:pt x="302838" y="601961"/>
                </a:lnTo>
                <a:lnTo>
                  <a:pt x="321574" y="605428"/>
                </a:lnTo>
                <a:lnTo>
                  <a:pt x="340376" y="608457"/>
                </a:lnTo>
                <a:lnTo>
                  <a:pt x="359235" y="611124"/>
                </a:lnTo>
                <a:lnTo>
                  <a:pt x="378133" y="613486"/>
                </a:lnTo>
                <a:lnTo>
                  <a:pt x="397069" y="615591"/>
                </a:lnTo>
                <a:lnTo>
                  <a:pt x="416023" y="617468"/>
                </a:lnTo>
                <a:lnTo>
                  <a:pt x="434997" y="619125"/>
                </a:lnTo>
                <a:lnTo>
                  <a:pt x="453981" y="620601"/>
                </a:lnTo>
                <a:lnTo>
                  <a:pt x="472992" y="621897"/>
                </a:lnTo>
                <a:lnTo>
                  <a:pt x="492004" y="623030"/>
                </a:lnTo>
                <a:lnTo>
                  <a:pt x="511026" y="624011"/>
                </a:lnTo>
                <a:lnTo>
                  <a:pt x="530057" y="624840"/>
                </a:lnTo>
                <a:lnTo>
                  <a:pt x="549088" y="625535"/>
                </a:lnTo>
                <a:lnTo>
                  <a:pt x="568128" y="626097"/>
                </a:lnTo>
                <a:lnTo>
                  <a:pt x="587169" y="626526"/>
                </a:lnTo>
                <a:lnTo>
                  <a:pt x="606209" y="626840"/>
                </a:lnTo>
                <a:lnTo>
                  <a:pt x="625259" y="627021"/>
                </a:lnTo>
                <a:lnTo>
                  <a:pt x="644309" y="627078"/>
                </a:lnTo>
                <a:lnTo>
                  <a:pt x="663350" y="627012"/>
                </a:lnTo>
                <a:lnTo>
                  <a:pt x="682400" y="626821"/>
                </a:lnTo>
                <a:lnTo>
                  <a:pt x="701450" y="626507"/>
                </a:lnTo>
                <a:lnTo>
                  <a:pt x="720490" y="626059"/>
                </a:lnTo>
                <a:lnTo>
                  <a:pt x="739521" y="625488"/>
                </a:lnTo>
                <a:lnTo>
                  <a:pt x="758561" y="624783"/>
                </a:lnTo>
                <a:lnTo>
                  <a:pt x="777592" y="623945"/>
                </a:lnTo>
                <a:lnTo>
                  <a:pt x="796614" y="622954"/>
                </a:lnTo>
                <a:lnTo>
                  <a:pt x="815626" y="621802"/>
                </a:lnTo>
                <a:lnTo>
                  <a:pt x="834628" y="620497"/>
                </a:lnTo>
                <a:lnTo>
                  <a:pt x="853611" y="619011"/>
                </a:lnTo>
                <a:lnTo>
                  <a:pt x="872585" y="617334"/>
                </a:lnTo>
                <a:lnTo>
                  <a:pt x="891540" y="615448"/>
                </a:lnTo>
                <a:lnTo>
                  <a:pt x="910466" y="613324"/>
                </a:lnTo>
                <a:lnTo>
                  <a:pt x="929364" y="610943"/>
                </a:lnTo>
                <a:lnTo>
                  <a:pt x="948223" y="608247"/>
                </a:lnTo>
                <a:lnTo>
                  <a:pt x="967026" y="605190"/>
                </a:lnTo>
                <a:lnTo>
                  <a:pt x="985742" y="601685"/>
                </a:lnTo>
                <a:lnTo>
                  <a:pt x="1004354" y="597637"/>
                </a:lnTo>
                <a:lnTo>
                  <a:pt x="1022795" y="592855"/>
                </a:lnTo>
                <a:lnTo>
                  <a:pt x="1040921" y="587035"/>
                </a:lnTo>
                <a:lnTo>
                  <a:pt x="1058428" y="579558"/>
                </a:lnTo>
                <a:lnTo>
                  <a:pt x="1074172" y="568947"/>
                </a:lnTo>
                <a:lnTo>
                  <a:pt x="1082316" y="552279"/>
                </a:lnTo>
                <a:lnTo>
                  <a:pt x="1088936" y="534419"/>
                </a:lnTo>
                <a:lnTo>
                  <a:pt x="1095566" y="516560"/>
                </a:lnTo>
                <a:lnTo>
                  <a:pt x="1102185" y="498700"/>
                </a:lnTo>
                <a:lnTo>
                  <a:pt x="1108815" y="480851"/>
                </a:lnTo>
                <a:lnTo>
                  <a:pt x="1115435" y="462991"/>
                </a:lnTo>
                <a:lnTo>
                  <a:pt x="1122064" y="445132"/>
                </a:lnTo>
                <a:lnTo>
                  <a:pt x="1128693" y="427272"/>
                </a:lnTo>
                <a:lnTo>
                  <a:pt x="1135313" y="409413"/>
                </a:lnTo>
                <a:lnTo>
                  <a:pt x="1141943" y="391554"/>
                </a:lnTo>
                <a:lnTo>
                  <a:pt x="1148563" y="373694"/>
                </a:lnTo>
                <a:lnTo>
                  <a:pt x="1155192" y="355844"/>
                </a:lnTo>
                <a:lnTo>
                  <a:pt x="1161812" y="337985"/>
                </a:lnTo>
                <a:lnTo>
                  <a:pt x="1168441" y="320126"/>
                </a:lnTo>
                <a:lnTo>
                  <a:pt x="1175071" y="302266"/>
                </a:lnTo>
                <a:lnTo>
                  <a:pt x="1181691" y="284407"/>
                </a:lnTo>
                <a:lnTo>
                  <a:pt x="1188320" y="266548"/>
                </a:lnTo>
                <a:lnTo>
                  <a:pt x="1194940" y="248698"/>
                </a:lnTo>
                <a:lnTo>
                  <a:pt x="1201569" y="230838"/>
                </a:lnTo>
                <a:lnTo>
                  <a:pt x="1208189" y="212979"/>
                </a:lnTo>
                <a:lnTo>
                  <a:pt x="1214819" y="195120"/>
                </a:lnTo>
                <a:lnTo>
                  <a:pt x="1221448" y="177260"/>
                </a:lnTo>
                <a:lnTo>
                  <a:pt x="1228068" y="159401"/>
                </a:lnTo>
                <a:lnTo>
                  <a:pt x="1234697" y="141542"/>
                </a:lnTo>
                <a:lnTo>
                  <a:pt x="1241317" y="123692"/>
                </a:lnTo>
                <a:lnTo>
                  <a:pt x="1247946" y="105832"/>
                </a:lnTo>
                <a:lnTo>
                  <a:pt x="1254566" y="87973"/>
                </a:lnTo>
                <a:lnTo>
                  <a:pt x="1261196" y="70114"/>
                </a:lnTo>
                <a:lnTo>
                  <a:pt x="1267825" y="52254"/>
                </a:lnTo>
                <a:lnTo>
                  <a:pt x="1274445" y="34395"/>
                </a:lnTo>
                <a:lnTo>
                  <a:pt x="1281074" y="16545"/>
                </a:lnTo>
                <a:lnTo>
                  <a:pt x="1287123" y="1400"/>
                </a:lnTo>
                <a:lnTo>
                  <a:pt x="1275350" y="15621"/>
                </a:lnTo>
                <a:lnTo>
                  <a:pt x="1258214" y="23860"/>
                </a:lnTo>
                <a:lnTo>
                  <a:pt x="1240126" y="29813"/>
                </a:lnTo>
                <a:lnTo>
                  <a:pt x="1221686" y="34585"/>
                </a:lnTo>
                <a:lnTo>
                  <a:pt x="1203065" y="38586"/>
                </a:lnTo>
                <a:lnTo>
                  <a:pt x="1184339" y="42053"/>
                </a:lnTo>
                <a:lnTo>
                  <a:pt x="1165536" y="45110"/>
                </a:lnTo>
                <a:lnTo>
                  <a:pt x="1146686" y="47835"/>
                </a:lnTo>
                <a:lnTo>
                  <a:pt x="1127798" y="50302"/>
                </a:lnTo>
                <a:lnTo>
                  <a:pt x="1108881" y="52530"/>
                </a:lnTo>
                <a:lnTo>
                  <a:pt x="1089946" y="54569"/>
                </a:lnTo>
                <a:lnTo>
                  <a:pt x="1070991" y="56445"/>
                </a:lnTo>
                <a:lnTo>
                  <a:pt x="1052017" y="58169"/>
                </a:lnTo>
                <a:lnTo>
                  <a:pt x="1033043" y="59741"/>
                </a:lnTo>
                <a:lnTo>
                  <a:pt x="1014051" y="61208"/>
                </a:lnTo>
                <a:lnTo>
                  <a:pt x="995048" y="62551"/>
                </a:lnTo>
                <a:lnTo>
                  <a:pt x="976046" y="63798"/>
                </a:lnTo>
                <a:lnTo>
                  <a:pt x="957024" y="64941"/>
                </a:lnTo>
                <a:lnTo>
                  <a:pt x="938012" y="65999"/>
                </a:lnTo>
                <a:lnTo>
                  <a:pt x="918991" y="66970"/>
                </a:lnTo>
                <a:lnTo>
                  <a:pt x="899960" y="67856"/>
                </a:lnTo>
                <a:lnTo>
                  <a:pt x="880929" y="68675"/>
                </a:lnTo>
                <a:lnTo>
                  <a:pt x="861898" y="69409"/>
                </a:lnTo>
                <a:lnTo>
                  <a:pt x="842867" y="70075"/>
                </a:lnTo>
                <a:lnTo>
                  <a:pt x="823827" y="70676"/>
                </a:lnTo>
                <a:lnTo>
                  <a:pt x="804786" y="71209"/>
                </a:lnTo>
                <a:lnTo>
                  <a:pt x="785746" y="71676"/>
                </a:lnTo>
                <a:lnTo>
                  <a:pt x="766705" y="72085"/>
                </a:lnTo>
                <a:lnTo>
                  <a:pt x="747655" y="72438"/>
                </a:lnTo>
                <a:lnTo>
                  <a:pt x="728615" y="72723"/>
                </a:lnTo>
                <a:lnTo>
                  <a:pt x="709565" y="72952"/>
                </a:lnTo>
                <a:lnTo>
                  <a:pt x="690515" y="73123"/>
                </a:lnTo>
                <a:lnTo>
                  <a:pt x="671474" y="73228"/>
                </a:lnTo>
                <a:lnTo>
                  <a:pt x="652424" y="73285"/>
                </a:lnTo>
                <a:lnTo>
                  <a:pt x="633374" y="73285"/>
                </a:lnTo>
                <a:lnTo>
                  <a:pt x="614334" y="73228"/>
                </a:lnTo>
                <a:lnTo>
                  <a:pt x="595284" y="73104"/>
                </a:lnTo>
                <a:lnTo>
                  <a:pt x="576234" y="72933"/>
                </a:lnTo>
                <a:lnTo>
                  <a:pt x="557193" y="72704"/>
                </a:lnTo>
                <a:lnTo>
                  <a:pt x="538143" y="72409"/>
                </a:lnTo>
                <a:lnTo>
                  <a:pt x="519103" y="72057"/>
                </a:lnTo>
                <a:lnTo>
                  <a:pt x="500063" y="71647"/>
                </a:lnTo>
                <a:lnTo>
                  <a:pt x="481022" y="71171"/>
                </a:lnTo>
                <a:lnTo>
                  <a:pt x="461982" y="70637"/>
                </a:lnTo>
                <a:lnTo>
                  <a:pt x="442941" y="70028"/>
                </a:lnTo>
                <a:lnTo>
                  <a:pt x="423901" y="69361"/>
                </a:lnTo>
                <a:lnTo>
                  <a:pt x="404870" y="68609"/>
                </a:lnTo>
                <a:lnTo>
                  <a:pt x="385839" y="67789"/>
                </a:lnTo>
                <a:lnTo>
                  <a:pt x="366817" y="66904"/>
                </a:lnTo>
                <a:lnTo>
                  <a:pt x="347796" y="65923"/>
                </a:lnTo>
                <a:lnTo>
                  <a:pt x="328774" y="64865"/>
                </a:lnTo>
                <a:lnTo>
                  <a:pt x="309763" y="63713"/>
                </a:lnTo>
                <a:lnTo>
                  <a:pt x="290760" y="62455"/>
                </a:lnTo>
                <a:lnTo>
                  <a:pt x="271758" y="61103"/>
                </a:lnTo>
                <a:lnTo>
                  <a:pt x="252765" y="59636"/>
                </a:lnTo>
                <a:lnTo>
                  <a:pt x="233791" y="58045"/>
                </a:lnTo>
                <a:lnTo>
                  <a:pt x="214817" y="56312"/>
                </a:lnTo>
                <a:lnTo>
                  <a:pt x="195863" y="54426"/>
                </a:lnTo>
                <a:lnTo>
                  <a:pt x="176927" y="52378"/>
                </a:lnTo>
                <a:lnTo>
                  <a:pt x="158020" y="50130"/>
                </a:lnTo>
                <a:lnTo>
                  <a:pt x="139132" y="47644"/>
                </a:lnTo>
                <a:lnTo>
                  <a:pt x="120282" y="44891"/>
                </a:lnTo>
                <a:lnTo>
                  <a:pt x="101489" y="41815"/>
                </a:lnTo>
                <a:lnTo>
                  <a:pt x="82763" y="38310"/>
                </a:lnTo>
                <a:lnTo>
                  <a:pt x="64151" y="34261"/>
                </a:lnTo>
                <a:lnTo>
                  <a:pt x="45730" y="29423"/>
                </a:lnTo>
                <a:lnTo>
                  <a:pt x="27689" y="23346"/>
                </a:lnTo>
                <a:lnTo>
                  <a:pt x="10678" y="14859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78A8D5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54" name="funnel-step-cap-4">
            <a:extLst xmlns:a="http://schemas.openxmlformats.org/drawingml/2006/main">
              <a:ext uri="{FF2B5EF4-FFF2-40B4-BE49-F238E27FC236}">
                <a16:creationId xmlns:a16="http://schemas.microsoft.com/office/drawing/2014/main" id="{1ACD4BB6-EB1C-408B-A8F5-BAE70221B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76021" y="5321198"/>
            <a:ext cx="1287218" cy="2084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8A8D5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55" name="funnel-flow-arrow">
            <a:extLst xmlns:a="http://schemas.openxmlformats.org/drawingml/2006/main">
              <a:ext uri="{FF2B5EF4-FFF2-40B4-BE49-F238E27FC236}">
                <a16:creationId xmlns:a16="http://schemas.microsoft.com/office/drawing/2014/main" id="{322BDC5B-A4C8-42DE-8E43-67ECED8C0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52850" y="2466975"/>
            <a:ext cx="1733550" cy="3631168"/>
          </a:xfrm>
          <a:custGeom xmlns:a="http://schemas.openxmlformats.org/drawingml/2006/main">
            <a:pathLst>
              <a:path w="1733550" h="3631168">
                <a:moveTo>
                  <a:pt x="0" y="0"/>
                </a:moveTo>
                <a:lnTo>
                  <a:pt x="0" y="42834"/>
                </a:lnTo>
                <a:lnTo>
                  <a:pt x="9001" y="84582"/>
                </a:lnTo>
                <a:lnTo>
                  <a:pt x="19136" y="126197"/>
                </a:lnTo>
                <a:lnTo>
                  <a:pt x="29270" y="167811"/>
                </a:lnTo>
                <a:lnTo>
                  <a:pt x="39405" y="209426"/>
                </a:lnTo>
                <a:lnTo>
                  <a:pt x="49540" y="251031"/>
                </a:lnTo>
                <a:lnTo>
                  <a:pt x="59684" y="292646"/>
                </a:lnTo>
                <a:lnTo>
                  <a:pt x="69818" y="334261"/>
                </a:lnTo>
                <a:lnTo>
                  <a:pt x="79953" y="375876"/>
                </a:lnTo>
                <a:lnTo>
                  <a:pt x="90087" y="417490"/>
                </a:lnTo>
                <a:lnTo>
                  <a:pt x="100222" y="459105"/>
                </a:lnTo>
                <a:lnTo>
                  <a:pt x="110357" y="500720"/>
                </a:lnTo>
                <a:lnTo>
                  <a:pt x="120491" y="542334"/>
                </a:lnTo>
                <a:lnTo>
                  <a:pt x="130626" y="583949"/>
                </a:lnTo>
                <a:lnTo>
                  <a:pt x="140770" y="625564"/>
                </a:lnTo>
                <a:lnTo>
                  <a:pt x="150905" y="667179"/>
                </a:lnTo>
                <a:lnTo>
                  <a:pt x="160611" y="708879"/>
                </a:lnTo>
                <a:lnTo>
                  <a:pt x="168907" y="750903"/>
                </a:lnTo>
                <a:lnTo>
                  <a:pt x="176974" y="792966"/>
                </a:lnTo>
                <a:lnTo>
                  <a:pt x="184718" y="835085"/>
                </a:lnTo>
                <a:lnTo>
                  <a:pt x="192462" y="877214"/>
                </a:lnTo>
                <a:lnTo>
                  <a:pt x="200196" y="919343"/>
                </a:lnTo>
                <a:lnTo>
                  <a:pt x="207940" y="961463"/>
                </a:lnTo>
                <a:lnTo>
                  <a:pt x="215684" y="1003592"/>
                </a:lnTo>
                <a:lnTo>
                  <a:pt x="223428" y="1045712"/>
                </a:lnTo>
                <a:lnTo>
                  <a:pt x="231162" y="1087841"/>
                </a:lnTo>
                <a:lnTo>
                  <a:pt x="238906" y="1129960"/>
                </a:lnTo>
                <a:lnTo>
                  <a:pt x="246650" y="1172089"/>
                </a:lnTo>
                <a:lnTo>
                  <a:pt x="254394" y="1214218"/>
                </a:lnTo>
                <a:lnTo>
                  <a:pt x="262128" y="1256338"/>
                </a:lnTo>
                <a:lnTo>
                  <a:pt x="269872" y="1298467"/>
                </a:lnTo>
                <a:lnTo>
                  <a:pt x="277616" y="1340587"/>
                </a:lnTo>
                <a:lnTo>
                  <a:pt x="285359" y="1382716"/>
                </a:lnTo>
                <a:lnTo>
                  <a:pt x="293094" y="1424835"/>
                </a:lnTo>
                <a:lnTo>
                  <a:pt x="300447" y="1467031"/>
                </a:lnTo>
                <a:lnTo>
                  <a:pt x="307734" y="1509236"/>
                </a:lnTo>
                <a:lnTo>
                  <a:pt x="314782" y="1551489"/>
                </a:lnTo>
                <a:lnTo>
                  <a:pt x="321831" y="1593733"/>
                </a:lnTo>
                <a:lnTo>
                  <a:pt x="328879" y="1635976"/>
                </a:lnTo>
                <a:lnTo>
                  <a:pt x="335928" y="1678229"/>
                </a:lnTo>
                <a:lnTo>
                  <a:pt x="342976" y="1720472"/>
                </a:lnTo>
                <a:lnTo>
                  <a:pt x="350025" y="1762716"/>
                </a:lnTo>
                <a:lnTo>
                  <a:pt x="357073" y="1804968"/>
                </a:lnTo>
                <a:lnTo>
                  <a:pt x="364112" y="1847212"/>
                </a:lnTo>
                <a:lnTo>
                  <a:pt x="371161" y="1889455"/>
                </a:lnTo>
                <a:lnTo>
                  <a:pt x="378209" y="1931708"/>
                </a:lnTo>
                <a:lnTo>
                  <a:pt x="385258" y="1973951"/>
                </a:lnTo>
                <a:lnTo>
                  <a:pt x="392306" y="2016195"/>
                </a:lnTo>
                <a:lnTo>
                  <a:pt x="399355" y="2058448"/>
                </a:lnTo>
                <a:lnTo>
                  <a:pt x="406403" y="2100691"/>
                </a:lnTo>
                <a:lnTo>
                  <a:pt x="413452" y="2142935"/>
                </a:lnTo>
                <a:lnTo>
                  <a:pt x="420329" y="2185216"/>
                </a:lnTo>
                <a:lnTo>
                  <a:pt x="427149" y="2227497"/>
                </a:lnTo>
                <a:lnTo>
                  <a:pt x="433797" y="2269808"/>
                </a:lnTo>
                <a:lnTo>
                  <a:pt x="440426" y="2312127"/>
                </a:lnTo>
                <a:lnTo>
                  <a:pt x="447056" y="2354437"/>
                </a:lnTo>
                <a:lnTo>
                  <a:pt x="453685" y="2396747"/>
                </a:lnTo>
                <a:lnTo>
                  <a:pt x="460324" y="2439067"/>
                </a:lnTo>
                <a:lnTo>
                  <a:pt x="466954" y="2481377"/>
                </a:lnTo>
                <a:lnTo>
                  <a:pt x="473583" y="2523696"/>
                </a:lnTo>
                <a:lnTo>
                  <a:pt x="480212" y="2566006"/>
                </a:lnTo>
                <a:lnTo>
                  <a:pt x="486842" y="2608316"/>
                </a:lnTo>
                <a:lnTo>
                  <a:pt x="493481" y="2650636"/>
                </a:lnTo>
                <a:lnTo>
                  <a:pt x="500110" y="2692946"/>
                </a:lnTo>
                <a:lnTo>
                  <a:pt x="506740" y="2735266"/>
                </a:lnTo>
                <a:lnTo>
                  <a:pt x="513369" y="2777576"/>
                </a:lnTo>
                <a:lnTo>
                  <a:pt x="520008" y="2819886"/>
                </a:lnTo>
                <a:lnTo>
                  <a:pt x="526637" y="2862205"/>
                </a:lnTo>
                <a:lnTo>
                  <a:pt x="533181" y="2904534"/>
                </a:lnTo>
                <a:lnTo>
                  <a:pt x="539648" y="2946873"/>
                </a:lnTo>
                <a:lnTo>
                  <a:pt x="503663" y="2952750"/>
                </a:lnTo>
                <a:lnTo>
                  <a:pt x="460829" y="2952750"/>
                </a:lnTo>
                <a:lnTo>
                  <a:pt x="418005" y="2952750"/>
                </a:lnTo>
                <a:lnTo>
                  <a:pt x="375171" y="2952750"/>
                </a:lnTo>
                <a:lnTo>
                  <a:pt x="332337" y="2952750"/>
                </a:lnTo>
                <a:lnTo>
                  <a:pt x="289512" y="2952750"/>
                </a:lnTo>
                <a:lnTo>
                  <a:pt x="246678" y="2952750"/>
                </a:lnTo>
                <a:lnTo>
                  <a:pt x="225533" y="2962075"/>
                </a:lnTo>
                <a:lnTo>
                  <a:pt x="254994" y="2993155"/>
                </a:lnTo>
                <a:lnTo>
                  <a:pt x="284464" y="3024245"/>
                </a:lnTo>
                <a:lnTo>
                  <a:pt x="313925" y="3055325"/>
                </a:lnTo>
                <a:lnTo>
                  <a:pt x="343395" y="3086414"/>
                </a:lnTo>
                <a:lnTo>
                  <a:pt x="372856" y="3117494"/>
                </a:lnTo>
                <a:lnTo>
                  <a:pt x="402326" y="3148574"/>
                </a:lnTo>
                <a:lnTo>
                  <a:pt x="431787" y="3179664"/>
                </a:lnTo>
                <a:lnTo>
                  <a:pt x="461258" y="3210744"/>
                </a:lnTo>
                <a:lnTo>
                  <a:pt x="490718" y="3241834"/>
                </a:lnTo>
                <a:lnTo>
                  <a:pt x="520189" y="3272914"/>
                </a:lnTo>
                <a:lnTo>
                  <a:pt x="549650" y="3304003"/>
                </a:lnTo>
                <a:lnTo>
                  <a:pt x="579110" y="3335084"/>
                </a:lnTo>
                <a:lnTo>
                  <a:pt x="608581" y="3366173"/>
                </a:lnTo>
                <a:lnTo>
                  <a:pt x="638042" y="3397253"/>
                </a:lnTo>
                <a:lnTo>
                  <a:pt x="667512" y="3428333"/>
                </a:lnTo>
                <a:lnTo>
                  <a:pt x="696973" y="3459423"/>
                </a:lnTo>
                <a:lnTo>
                  <a:pt x="726443" y="3490503"/>
                </a:lnTo>
                <a:lnTo>
                  <a:pt x="755904" y="3521593"/>
                </a:lnTo>
                <a:lnTo>
                  <a:pt x="785374" y="3552673"/>
                </a:lnTo>
                <a:lnTo>
                  <a:pt x="814835" y="3583762"/>
                </a:lnTo>
                <a:lnTo>
                  <a:pt x="844306" y="3614842"/>
                </a:lnTo>
                <a:lnTo>
                  <a:pt x="873766" y="3631168"/>
                </a:lnTo>
                <a:lnTo>
                  <a:pt x="903237" y="3600088"/>
                </a:lnTo>
                <a:lnTo>
                  <a:pt x="932698" y="3568998"/>
                </a:lnTo>
                <a:lnTo>
                  <a:pt x="962168" y="3537918"/>
                </a:lnTo>
                <a:lnTo>
                  <a:pt x="991629" y="3506838"/>
                </a:lnTo>
                <a:lnTo>
                  <a:pt x="1021099" y="3475749"/>
                </a:lnTo>
                <a:lnTo>
                  <a:pt x="1050560" y="3444669"/>
                </a:lnTo>
                <a:lnTo>
                  <a:pt x="1080030" y="3413579"/>
                </a:lnTo>
                <a:lnTo>
                  <a:pt x="1109491" y="3382499"/>
                </a:lnTo>
                <a:lnTo>
                  <a:pt x="1138961" y="3351409"/>
                </a:lnTo>
                <a:lnTo>
                  <a:pt x="1168422" y="3320329"/>
                </a:lnTo>
                <a:lnTo>
                  <a:pt x="1197893" y="3289240"/>
                </a:lnTo>
                <a:lnTo>
                  <a:pt x="1227353" y="3258160"/>
                </a:lnTo>
                <a:lnTo>
                  <a:pt x="1256814" y="3227080"/>
                </a:lnTo>
                <a:lnTo>
                  <a:pt x="1286285" y="3195990"/>
                </a:lnTo>
                <a:lnTo>
                  <a:pt x="1315745" y="3164910"/>
                </a:lnTo>
                <a:lnTo>
                  <a:pt x="1345216" y="3133820"/>
                </a:lnTo>
                <a:lnTo>
                  <a:pt x="1374677" y="3102740"/>
                </a:lnTo>
                <a:lnTo>
                  <a:pt x="1404147" y="3071651"/>
                </a:lnTo>
                <a:lnTo>
                  <a:pt x="1433608" y="3040571"/>
                </a:lnTo>
                <a:lnTo>
                  <a:pt x="1463078" y="3009481"/>
                </a:lnTo>
                <a:lnTo>
                  <a:pt x="1492539" y="2978401"/>
                </a:lnTo>
                <a:lnTo>
                  <a:pt x="1509370" y="2952750"/>
                </a:lnTo>
                <a:lnTo>
                  <a:pt x="1466536" y="2952750"/>
                </a:lnTo>
                <a:lnTo>
                  <a:pt x="1423711" y="2952750"/>
                </a:lnTo>
                <a:lnTo>
                  <a:pt x="1380877" y="2952750"/>
                </a:lnTo>
                <a:lnTo>
                  <a:pt x="1338043" y="2952750"/>
                </a:lnTo>
                <a:lnTo>
                  <a:pt x="1295219" y="2952750"/>
                </a:lnTo>
                <a:lnTo>
                  <a:pt x="1252385" y="2952750"/>
                </a:lnTo>
                <a:lnTo>
                  <a:pt x="1209561" y="2952750"/>
                </a:lnTo>
                <a:lnTo>
                  <a:pt x="1196978" y="2926775"/>
                </a:lnTo>
                <a:lnTo>
                  <a:pt x="1203436" y="2884427"/>
                </a:lnTo>
                <a:lnTo>
                  <a:pt x="1210066" y="2842117"/>
                </a:lnTo>
                <a:lnTo>
                  <a:pt x="1216695" y="2799798"/>
                </a:lnTo>
                <a:lnTo>
                  <a:pt x="1223324" y="2757488"/>
                </a:lnTo>
                <a:lnTo>
                  <a:pt x="1229954" y="2715177"/>
                </a:lnTo>
                <a:lnTo>
                  <a:pt x="1236593" y="2672858"/>
                </a:lnTo>
                <a:lnTo>
                  <a:pt x="1243222" y="2630548"/>
                </a:lnTo>
                <a:lnTo>
                  <a:pt x="1249851" y="2588228"/>
                </a:lnTo>
                <a:lnTo>
                  <a:pt x="1256481" y="2545918"/>
                </a:lnTo>
                <a:lnTo>
                  <a:pt x="1263120" y="2503608"/>
                </a:lnTo>
                <a:lnTo>
                  <a:pt x="1269749" y="2461289"/>
                </a:lnTo>
                <a:lnTo>
                  <a:pt x="1276379" y="2418979"/>
                </a:lnTo>
                <a:lnTo>
                  <a:pt x="1283008" y="2376659"/>
                </a:lnTo>
                <a:lnTo>
                  <a:pt x="1289637" y="2334349"/>
                </a:lnTo>
                <a:lnTo>
                  <a:pt x="1296276" y="2292039"/>
                </a:lnTo>
                <a:lnTo>
                  <a:pt x="1302906" y="2249719"/>
                </a:lnTo>
                <a:lnTo>
                  <a:pt x="1309640" y="2207428"/>
                </a:lnTo>
                <a:lnTo>
                  <a:pt x="1316460" y="2165137"/>
                </a:lnTo>
                <a:lnTo>
                  <a:pt x="1323451" y="2122884"/>
                </a:lnTo>
                <a:lnTo>
                  <a:pt x="1330500" y="2080641"/>
                </a:lnTo>
                <a:lnTo>
                  <a:pt x="1337539" y="2038388"/>
                </a:lnTo>
                <a:lnTo>
                  <a:pt x="1344587" y="1996145"/>
                </a:lnTo>
                <a:lnTo>
                  <a:pt x="1351636" y="1953901"/>
                </a:lnTo>
                <a:lnTo>
                  <a:pt x="1358684" y="1911648"/>
                </a:lnTo>
                <a:lnTo>
                  <a:pt x="1365733" y="1869405"/>
                </a:lnTo>
                <a:lnTo>
                  <a:pt x="1372781" y="1827162"/>
                </a:lnTo>
                <a:lnTo>
                  <a:pt x="1379830" y="1784909"/>
                </a:lnTo>
                <a:lnTo>
                  <a:pt x="1386878" y="1742665"/>
                </a:lnTo>
                <a:lnTo>
                  <a:pt x="1393917" y="1700413"/>
                </a:lnTo>
                <a:lnTo>
                  <a:pt x="1400966" y="1658169"/>
                </a:lnTo>
                <a:lnTo>
                  <a:pt x="1408014" y="1615926"/>
                </a:lnTo>
                <a:lnTo>
                  <a:pt x="1415063" y="1573673"/>
                </a:lnTo>
                <a:lnTo>
                  <a:pt x="1422111" y="1531430"/>
                </a:lnTo>
                <a:lnTo>
                  <a:pt x="1429255" y="1489196"/>
                </a:lnTo>
                <a:lnTo>
                  <a:pt x="1436580" y="1447000"/>
                </a:lnTo>
                <a:lnTo>
                  <a:pt x="1444133" y="1404842"/>
                </a:lnTo>
                <a:lnTo>
                  <a:pt x="1451867" y="1362713"/>
                </a:lnTo>
                <a:lnTo>
                  <a:pt x="1459611" y="1320594"/>
                </a:lnTo>
                <a:lnTo>
                  <a:pt x="1467355" y="1278465"/>
                </a:lnTo>
                <a:lnTo>
                  <a:pt x="1475099" y="1236345"/>
                </a:lnTo>
                <a:lnTo>
                  <a:pt x="1482833" y="1194216"/>
                </a:lnTo>
                <a:lnTo>
                  <a:pt x="1490577" y="1152087"/>
                </a:lnTo>
                <a:lnTo>
                  <a:pt x="1498321" y="1109967"/>
                </a:lnTo>
                <a:lnTo>
                  <a:pt x="1506055" y="1067838"/>
                </a:lnTo>
                <a:lnTo>
                  <a:pt x="1513799" y="1025719"/>
                </a:lnTo>
                <a:lnTo>
                  <a:pt x="1521543" y="983590"/>
                </a:lnTo>
                <a:lnTo>
                  <a:pt x="1529286" y="941470"/>
                </a:lnTo>
                <a:lnTo>
                  <a:pt x="1537021" y="899341"/>
                </a:lnTo>
                <a:lnTo>
                  <a:pt x="1544765" y="857212"/>
                </a:lnTo>
                <a:lnTo>
                  <a:pt x="1552508" y="815092"/>
                </a:lnTo>
                <a:lnTo>
                  <a:pt x="1560281" y="772973"/>
                </a:lnTo>
                <a:lnTo>
                  <a:pt x="1568577" y="730949"/>
                </a:lnTo>
                <a:lnTo>
                  <a:pt x="1577321" y="689029"/>
                </a:lnTo>
                <a:lnTo>
                  <a:pt x="1587456" y="647424"/>
                </a:lnTo>
                <a:lnTo>
                  <a:pt x="1597600" y="605809"/>
                </a:lnTo>
                <a:lnTo>
                  <a:pt x="1607734" y="564194"/>
                </a:lnTo>
                <a:lnTo>
                  <a:pt x="1617869" y="522580"/>
                </a:lnTo>
                <a:lnTo>
                  <a:pt x="1628003" y="480965"/>
                </a:lnTo>
                <a:lnTo>
                  <a:pt x="1638138" y="439350"/>
                </a:lnTo>
                <a:lnTo>
                  <a:pt x="1648273" y="397735"/>
                </a:lnTo>
                <a:lnTo>
                  <a:pt x="1658407" y="356121"/>
                </a:lnTo>
                <a:lnTo>
                  <a:pt x="1668542" y="314506"/>
                </a:lnTo>
                <a:lnTo>
                  <a:pt x="1678686" y="272891"/>
                </a:lnTo>
                <a:lnTo>
                  <a:pt x="1688821" y="231277"/>
                </a:lnTo>
                <a:lnTo>
                  <a:pt x="1698955" y="189671"/>
                </a:lnTo>
                <a:lnTo>
                  <a:pt x="1709090" y="148057"/>
                </a:lnTo>
                <a:lnTo>
                  <a:pt x="1719224" y="106442"/>
                </a:lnTo>
                <a:lnTo>
                  <a:pt x="1729359" y="64827"/>
                </a:lnTo>
                <a:lnTo>
                  <a:pt x="1733550" y="22498"/>
                </a:lnTo>
                <a:lnTo>
                  <a:pt x="1713214" y="0"/>
                </a:lnTo>
                <a:lnTo>
                  <a:pt x="1670390" y="0"/>
                </a:lnTo>
                <a:lnTo>
                  <a:pt x="1627556" y="0"/>
                </a:lnTo>
                <a:lnTo>
                  <a:pt x="1584722" y="0"/>
                </a:lnTo>
                <a:lnTo>
                  <a:pt x="1541897" y="0"/>
                </a:lnTo>
                <a:lnTo>
                  <a:pt x="1499064" y="0"/>
                </a:lnTo>
                <a:lnTo>
                  <a:pt x="1456230" y="0"/>
                </a:lnTo>
                <a:lnTo>
                  <a:pt x="1413405" y="0"/>
                </a:lnTo>
                <a:lnTo>
                  <a:pt x="1370571" y="0"/>
                </a:lnTo>
                <a:lnTo>
                  <a:pt x="1327747" y="0"/>
                </a:lnTo>
                <a:lnTo>
                  <a:pt x="1284913" y="0"/>
                </a:lnTo>
                <a:lnTo>
                  <a:pt x="1242079" y="0"/>
                </a:lnTo>
                <a:lnTo>
                  <a:pt x="1199255" y="0"/>
                </a:lnTo>
                <a:lnTo>
                  <a:pt x="1156421" y="0"/>
                </a:lnTo>
                <a:lnTo>
                  <a:pt x="1113587" y="0"/>
                </a:lnTo>
                <a:lnTo>
                  <a:pt x="1070762" y="0"/>
                </a:lnTo>
                <a:lnTo>
                  <a:pt x="1027928" y="0"/>
                </a:lnTo>
                <a:lnTo>
                  <a:pt x="985104" y="0"/>
                </a:lnTo>
                <a:lnTo>
                  <a:pt x="942270" y="0"/>
                </a:lnTo>
                <a:lnTo>
                  <a:pt x="899436" y="0"/>
                </a:lnTo>
                <a:lnTo>
                  <a:pt x="856612" y="0"/>
                </a:lnTo>
                <a:lnTo>
                  <a:pt x="813778" y="0"/>
                </a:lnTo>
                <a:lnTo>
                  <a:pt x="770944" y="0"/>
                </a:lnTo>
                <a:lnTo>
                  <a:pt x="728120" y="0"/>
                </a:lnTo>
                <a:lnTo>
                  <a:pt x="685286" y="0"/>
                </a:lnTo>
                <a:lnTo>
                  <a:pt x="642452" y="0"/>
                </a:lnTo>
                <a:lnTo>
                  <a:pt x="599627" y="0"/>
                </a:lnTo>
                <a:lnTo>
                  <a:pt x="556793" y="0"/>
                </a:lnTo>
                <a:lnTo>
                  <a:pt x="513969" y="0"/>
                </a:lnTo>
                <a:lnTo>
                  <a:pt x="471135" y="0"/>
                </a:lnTo>
                <a:lnTo>
                  <a:pt x="428301" y="0"/>
                </a:lnTo>
                <a:lnTo>
                  <a:pt x="385477" y="0"/>
                </a:lnTo>
                <a:lnTo>
                  <a:pt x="342643" y="0"/>
                </a:lnTo>
                <a:lnTo>
                  <a:pt x="299809" y="0"/>
                </a:lnTo>
                <a:lnTo>
                  <a:pt x="256985" y="0"/>
                </a:lnTo>
                <a:lnTo>
                  <a:pt x="214151" y="0"/>
                </a:lnTo>
                <a:lnTo>
                  <a:pt x="171326" y="0"/>
                </a:lnTo>
                <a:lnTo>
                  <a:pt x="128492" y="0"/>
                </a:lnTo>
                <a:lnTo>
                  <a:pt x="85658" y="0"/>
                </a:lnTo>
                <a:lnTo>
                  <a:pt x="42834" y="0"/>
                </a:lnTo>
                <a:lnTo>
                  <a:pt x="0" y="0"/>
                </a:lnTo>
                <a:close/>
              </a:path>
            </a:pathLst>
          </a:custGeom>
          <a:gradFill xmlns:a="http://schemas.openxmlformats.org/drawingml/2006/main">
            <a:gsLst>
              <a:gs pos="0">
                <a:srgbClr val="000000"/>
              </a:gs>
              <a:gs pos="42">
                <a:srgbClr val="B8D8F2">
                  <a:alpha val="16000"/>
                </a:srgbClr>
              </a:gs>
              <a:gs pos="76">
                <a:srgbClr val="8FC4EE">
                  <a:alpha val="32000"/>
                </a:srgbClr>
              </a:gs>
              <a:gs pos="100">
                <a:srgbClr val="72B3E8">
                  <a:alpha val="52000"/>
                </a:srgbClr>
              </a:gs>
            </a:gsLst>
            <a:lin ang="10800000"/>
          </a:gradFill>
          <a:ln xmlns:a="http://schemas.openxmlformats.org/drawingml/2006/main" w="9525">
            <a:noFill/>
            <a:prstDash val="solid"/>
          </a:ln>
        </p:spPr>
      </p:sp>
      <p:sp>
        <p:nvSpPr>
          <p:cNvPr id="56" name="phase-label-0">
            <a:extLst xmlns:a="http://schemas.openxmlformats.org/drawingml/2006/main">
              <a:ext uri="{FF2B5EF4-FFF2-40B4-BE49-F238E27FC236}">
                <a16:creationId xmlns:a16="http://schemas.microsoft.com/office/drawing/2014/main" id="{D194AF8D-C518-42E4-9FE7-F0C583398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1638300"/>
            <a:ext cx="228600" cy="15658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阶段一</a:t>
            </a:r>
          </a:p>
        </p:txBody>
      </p:sp>
      <p:sp>
        <p:nvSpPr>
          <p:cNvPr id="57" name="phase-label-1">
            <a:extLst xmlns:a="http://schemas.openxmlformats.org/drawingml/2006/main">
              <a:ext uri="{FF2B5EF4-FFF2-40B4-BE49-F238E27FC236}">
                <a16:creationId xmlns:a16="http://schemas.microsoft.com/office/drawing/2014/main" id="{A5BE761F-351F-4C3F-B579-63124BE17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3204124"/>
            <a:ext cx="228600" cy="14553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阶段二</a:t>
            </a:r>
          </a:p>
        </p:txBody>
      </p:sp>
      <p:sp>
        <p:nvSpPr>
          <p:cNvPr id="58" name="phase-label-2">
            <a:extLst xmlns:a="http://schemas.openxmlformats.org/drawingml/2006/main">
              <a:ext uri="{FF2B5EF4-FFF2-40B4-BE49-F238E27FC236}">
                <a16:creationId xmlns:a16="http://schemas.microsoft.com/office/drawing/2014/main" id="{FAB77062-BA18-4764-A267-C4863980B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4659516"/>
            <a:ext cx="228600" cy="155064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阶段三</a:t>
            </a:r>
          </a:p>
        </p:txBody>
      </p:sp>
      <p:sp>
        <p:nvSpPr>
          <p:cNvPr id="59" name="funnel-step-title-0">
            <a:extLst xmlns:a="http://schemas.openxmlformats.org/drawingml/2006/main">
              <a:ext uri="{FF2B5EF4-FFF2-40B4-BE49-F238E27FC236}">
                <a16:creationId xmlns:a16="http://schemas.microsoft.com/office/drawing/2014/main" id="{83C22010-1868-4C77-8E21-DA8C400EA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357343" y="2702128"/>
            <a:ext cx="2524573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3600"/>
              </a:lnSpc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广泛触达</a:t>
            </a:r>
          </a:p>
        </p:txBody>
      </p:sp>
      <p:sp>
        <p:nvSpPr>
          <p:cNvPr id="60" name="funnel-step-title-1">
            <a:extLst xmlns:a="http://schemas.openxmlformats.org/drawingml/2006/main">
              <a:ext uri="{FF2B5EF4-FFF2-40B4-BE49-F238E27FC236}">
                <a16:creationId xmlns:a16="http://schemas.microsoft.com/office/drawing/2014/main" id="{878F9F9C-4F66-41E9-8052-836488F93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608632" y="3429895"/>
            <a:ext cx="2021977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3600"/>
              </a:lnSpc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兴趣识别</a:t>
            </a:r>
          </a:p>
        </p:txBody>
      </p:sp>
      <p:sp>
        <p:nvSpPr>
          <p:cNvPr id="61" name="funnel-step-title-2">
            <a:extLst xmlns:a="http://schemas.openxmlformats.org/drawingml/2006/main">
              <a:ext uri="{FF2B5EF4-FFF2-40B4-BE49-F238E27FC236}">
                <a16:creationId xmlns:a16="http://schemas.microsoft.com/office/drawing/2014/main" id="{1C495B34-EED9-4092-A059-2DB377ED8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837232" y="4157663"/>
            <a:ext cx="1564777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3600"/>
              </a:lnSpc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意向培育</a:t>
            </a:r>
          </a:p>
        </p:txBody>
      </p:sp>
      <p:sp>
        <p:nvSpPr>
          <p:cNvPr id="62" name="funnel-step-title-3">
            <a:extLst xmlns:a="http://schemas.openxmlformats.org/drawingml/2006/main">
              <a:ext uri="{FF2B5EF4-FFF2-40B4-BE49-F238E27FC236}">
                <a16:creationId xmlns:a16="http://schemas.microsoft.com/office/drawing/2014/main" id="{B860B7AF-B1B2-4F0C-ADF9-23E23E7B0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52221" y="4885287"/>
            <a:ext cx="1134818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3600"/>
              </a:lnSpc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行动转化</a:t>
            </a:r>
          </a:p>
        </p:txBody>
      </p:sp>
      <p:sp>
        <p:nvSpPr>
          <p:cNvPr id="63" name="funnel-step-title-4">
            <a:extLst xmlns:a="http://schemas.openxmlformats.org/drawingml/2006/main">
              <a:ext uri="{FF2B5EF4-FFF2-40B4-BE49-F238E27FC236}">
                <a16:creationId xmlns:a16="http://schemas.microsoft.com/office/drawing/2014/main" id="{F85DE6B8-6541-47B0-961F-5388BECE0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200525" y="5613054"/>
            <a:ext cx="8382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持续留存</a:t>
            </a:r>
          </a:p>
        </p:txBody>
      </p:sp>
      <p:sp>
        <p:nvSpPr>
          <p:cNvPr id="64" name="input-core-0">
            <a:extLst xmlns:a="http://schemas.openxmlformats.org/drawingml/2006/main">
              <a:ext uri="{FF2B5EF4-FFF2-40B4-BE49-F238E27FC236}">
                <a16:creationId xmlns:a16="http://schemas.microsoft.com/office/drawing/2014/main" id="{AFB93E7C-558F-4406-A7BE-B7F78A503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343275" y="190500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23"/>
          <a:fontRef xmlns:a="http://schemas.openxmlformats.org/drawingml/2006/main" idx="major"/>
        </p:style>
      </p:sp>
      <p:pic>
        <p:nvPicPr>
          <p:cNvPr id="13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c151492e2cf40a0">
            <a:extLst>
              <a:ext uri="{96DAC541-7B7A-43D3-8B79-37D633B846F1}">
                <asvg:svgBlip xmlns:asvg="http://schemas.microsoft.com/office/drawing/2016/SVG/main" r:embed="Rf4488729e859417a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3438525" y="2000250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66" name="input-core-1">
            <a:extLst xmlns:a="http://schemas.openxmlformats.org/drawingml/2006/main">
              <a:ext uri="{FF2B5EF4-FFF2-40B4-BE49-F238E27FC236}">
                <a16:creationId xmlns:a16="http://schemas.microsoft.com/office/drawing/2014/main" id="{E333D777-3200-4108-839B-0EFABF10A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419600" y="1704975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23"/>
          <a:fontRef xmlns:a="http://schemas.openxmlformats.org/drawingml/2006/main" idx="major"/>
        </p:style>
      </p:sp>
      <p:pic>
        <p:nvPicPr>
          <p:cNvPr id="13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4af1f5fe6b345f2">
            <a:extLst>
              <a:ext uri="{96DAC541-7B7A-43D3-8B79-37D633B846F1}">
                <asvg:svgBlip xmlns:asvg="http://schemas.microsoft.com/office/drawing/2016/SVG/main" r:embed="Rc7c62bf486c6427a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4514850" y="1800225"/>
            <a:ext cx="209550" cy="209550"/>
          </a:xfrm>
          <a:prstGeom xmlns:a="http://schemas.openxmlformats.org/drawingml/2006/main" prst="rect">
            <a:avLst/>
          </a:prstGeom>
        </p:spPr>
      </p:pic>
      <p:sp>
        <p:nvSpPr>
          <p:cNvPr id="68" name="input-core-2">
            <a:extLst xmlns:a="http://schemas.openxmlformats.org/drawingml/2006/main">
              <a:ext uri="{FF2B5EF4-FFF2-40B4-BE49-F238E27FC236}">
                <a16:creationId xmlns:a16="http://schemas.microsoft.com/office/drawing/2014/main" id="{9B42D266-41D7-4A3B-869D-3BF53A390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438775" y="18478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23"/>
          <a:fontRef xmlns:a="http://schemas.openxmlformats.org/drawingml/2006/main" idx="major"/>
        </p:style>
      </p:sp>
      <p:pic>
        <p:nvPicPr>
          <p:cNvPr id="13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d23cb23694c4277">
            <a:extLst>
              <a:ext uri="{96DAC541-7B7A-43D3-8B79-37D633B846F1}">
                <asvg:svgBlip xmlns:asvg="http://schemas.microsoft.com/office/drawing/2016/SVG/main" r:embed="Rd02226cc998c4a47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5534025" y="1943100"/>
            <a:ext cx="266700" cy="2667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6228115"/>
      </p:ext>
    </p:extLst>
  </p:cSld>
</p:sld>
</file>

<file path=ppt/slides/slide4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2" name="phase-band-0">
            <a:extLst xmlns:a="http://schemas.openxmlformats.org/drawingml/2006/main">
              <a:ext uri="{FF2B5EF4-FFF2-40B4-BE49-F238E27FC236}">
                <a16:creationId xmlns:a16="http://schemas.microsoft.com/office/drawing/2014/main" id="{CBB96259-35B1-4A33-AA9D-E76627BD1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1638300"/>
            <a:ext cx="11144250" cy="156582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phase-band-1">
            <a:extLst xmlns:a="http://schemas.openxmlformats.org/drawingml/2006/main">
              <a:ext uri="{FF2B5EF4-FFF2-40B4-BE49-F238E27FC236}">
                <a16:creationId xmlns:a16="http://schemas.microsoft.com/office/drawing/2014/main" id="{69672FAD-6A86-407A-BEAA-693EFFD10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3204124"/>
            <a:ext cx="11144250" cy="145539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38100">
            <a:solidFill>
              <a:srgbClr val="FFFFFF"/>
            </a:solidFill>
            <a:prstDash val="solid"/>
          </a:ln>
        </p:spPr>
      </p:sp>
      <p:sp>
        <p:nvSpPr>
          <p:cNvPr id="3" name="phase-band-2">
            <a:extLst xmlns:a="http://schemas.openxmlformats.org/drawingml/2006/main">
              <a:ext uri="{FF2B5EF4-FFF2-40B4-BE49-F238E27FC236}">
                <a16:creationId xmlns:a16="http://schemas.microsoft.com/office/drawing/2014/main" id="{D1E90F6D-47EC-481B-A42E-B7CD35BB8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4659516"/>
            <a:ext cx="11144250" cy="155064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38100">
            <a:solidFill>
              <a:srgbClr val="FFFFFF"/>
            </a:solidFill>
            <a:prstDash val="solid"/>
          </a:ln>
        </p:spPr>
      </p:sp>
      <p:sp>
        <p:nvSpPr>
          <p:cNvPr id="4" name="phase-rail-0">
            <a:extLst xmlns:a="http://schemas.openxmlformats.org/drawingml/2006/main">
              <a:ext uri="{FF2B5EF4-FFF2-40B4-BE49-F238E27FC236}">
                <a16:creationId xmlns:a16="http://schemas.microsoft.com/office/drawing/2014/main" id="{CA81DE8C-A353-4411-864C-842DCF5E9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1638300"/>
            <a:ext cx="514350" cy="1561643"/>
          </a:xfrm>
          <a:custGeom xmlns:a="http://schemas.openxmlformats.org/drawingml/2006/main">
            <a:pathLst>
              <a:path w="514350" h="1561643">
                <a:moveTo>
                  <a:pt x="0" y="0"/>
                </a:moveTo>
                <a:lnTo>
                  <a:pt x="18983" y="0"/>
                </a:lnTo>
                <a:lnTo>
                  <a:pt x="37967" y="0"/>
                </a:lnTo>
                <a:lnTo>
                  <a:pt x="56950" y="0"/>
                </a:lnTo>
                <a:lnTo>
                  <a:pt x="75943" y="0"/>
                </a:lnTo>
                <a:lnTo>
                  <a:pt x="94926" y="0"/>
                </a:lnTo>
                <a:lnTo>
                  <a:pt x="113909" y="0"/>
                </a:lnTo>
                <a:lnTo>
                  <a:pt x="132893" y="0"/>
                </a:lnTo>
                <a:lnTo>
                  <a:pt x="151876" y="0"/>
                </a:lnTo>
                <a:lnTo>
                  <a:pt x="170859" y="0"/>
                </a:lnTo>
                <a:lnTo>
                  <a:pt x="189843" y="0"/>
                </a:lnTo>
                <a:lnTo>
                  <a:pt x="208836" y="0"/>
                </a:lnTo>
                <a:lnTo>
                  <a:pt x="227819" y="0"/>
                </a:lnTo>
                <a:lnTo>
                  <a:pt x="246802" y="0"/>
                </a:lnTo>
                <a:lnTo>
                  <a:pt x="265786" y="0"/>
                </a:lnTo>
                <a:lnTo>
                  <a:pt x="284769" y="0"/>
                </a:lnTo>
                <a:lnTo>
                  <a:pt x="303752" y="0"/>
                </a:lnTo>
                <a:lnTo>
                  <a:pt x="322736" y="0"/>
                </a:lnTo>
                <a:lnTo>
                  <a:pt x="341728" y="0"/>
                </a:lnTo>
                <a:lnTo>
                  <a:pt x="360712" y="0"/>
                </a:lnTo>
                <a:lnTo>
                  <a:pt x="379695" y="0"/>
                </a:lnTo>
                <a:lnTo>
                  <a:pt x="398678" y="0"/>
                </a:lnTo>
                <a:lnTo>
                  <a:pt x="417662" y="0"/>
                </a:lnTo>
                <a:lnTo>
                  <a:pt x="436645" y="0"/>
                </a:lnTo>
                <a:lnTo>
                  <a:pt x="455628" y="0"/>
                </a:lnTo>
                <a:lnTo>
                  <a:pt x="474621" y="0"/>
                </a:lnTo>
                <a:lnTo>
                  <a:pt x="493605" y="0"/>
                </a:lnTo>
                <a:lnTo>
                  <a:pt x="512588" y="0"/>
                </a:lnTo>
                <a:lnTo>
                  <a:pt x="514350" y="17221"/>
                </a:lnTo>
                <a:lnTo>
                  <a:pt x="514350" y="36205"/>
                </a:lnTo>
                <a:lnTo>
                  <a:pt x="514350" y="55188"/>
                </a:lnTo>
                <a:lnTo>
                  <a:pt x="514350" y="74171"/>
                </a:lnTo>
                <a:lnTo>
                  <a:pt x="514350" y="93155"/>
                </a:lnTo>
                <a:lnTo>
                  <a:pt x="514350" y="112138"/>
                </a:lnTo>
                <a:lnTo>
                  <a:pt x="514350" y="131121"/>
                </a:lnTo>
                <a:lnTo>
                  <a:pt x="514350" y="150104"/>
                </a:lnTo>
                <a:lnTo>
                  <a:pt x="514350" y="169088"/>
                </a:lnTo>
                <a:lnTo>
                  <a:pt x="514350" y="188071"/>
                </a:lnTo>
                <a:lnTo>
                  <a:pt x="514350" y="207054"/>
                </a:lnTo>
                <a:lnTo>
                  <a:pt x="514350" y="226038"/>
                </a:lnTo>
                <a:lnTo>
                  <a:pt x="514350" y="245021"/>
                </a:lnTo>
                <a:lnTo>
                  <a:pt x="514350" y="264004"/>
                </a:lnTo>
                <a:lnTo>
                  <a:pt x="514350" y="282988"/>
                </a:lnTo>
                <a:lnTo>
                  <a:pt x="514350" y="301971"/>
                </a:lnTo>
                <a:lnTo>
                  <a:pt x="514350" y="320954"/>
                </a:lnTo>
                <a:lnTo>
                  <a:pt x="514350" y="339938"/>
                </a:lnTo>
                <a:lnTo>
                  <a:pt x="514350" y="358921"/>
                </a:lnTo>
                <a:lnTo>
                  <a:pt x="514350" y="377904"/>
                </a:lnTo>
                <a:lnTo>
                  <a:pt x="514350" y="396888"/>
                </a:lnTo>
                <a:lnTo>
                  <a:pt x="514350" y="415881"/>
                </a:lnTo>
                <a:lnTo>
                  <a:pt x="514350" y="434864"/>
                </a:lnTo>
                <a:lnTo>
                  <a:pt x="514350" y="453847"/>
                </a:lnTo>
                <a:lnTo>
                  <a:pt x="514350" y="472831"/>
                </a:lnTo>
                <a:lnTo>
                  <a:pt x="514350" y="491814"/>
                </a:lnTo>
                <a:lnTo>
                  <a:pt x="514350" y="510797"/>
                </a:lnTo>
                <a:lnTo>
                  <a:pt x="514350" y="529781"/>
                </a:lnTo>
                <a:lnTo>
                  <a:pt x="514350" y="548764"/>
                </a:lnTo>
                <a:lnTo>
                  <a:pt x="514350" y="567747"/>
                </a:lnTo>
                <a:lnTo>
                  <a:pt x="514350" y="586730"/>
                </a:lnTo>
                <a:lnTo>
                  <a:pt x="514350" y="605714"/>
                </a:lnTo>
                <a:lnTo>
                  <a:pt x="514350" y="624697"/>
                </a:lnTo>
                <a:lnTo>
                  <a:pt x="514350" y="643680"/>
                </a:lnTo>
                <a:lnTo>
                  <a:pt x="514350" y="662664"/>
                </a:lnTo>
                <a:lnTo>
                  <a:pt x="514350" y="681647"/>
                </a:lnTo>
                <a:lnTo>
                  <a:pt x="514350" y="700630"/>
                </a:lnTo>
                <a:lnTo>
                  <a:pt x="514350" y="719614"/>
                </a:lnTo>
                <a:lnTo>
                  <a:pt x="514350" y="738597"/>
                </a:lnTo>
                <a:lnTo>
                  <a:pt x="514350" y="757580"/>
                </a:lnTo>
                <a:lnTo>
                  <a:pt x="514350" y="776564"/>
                </a:lnTo>
                <a:lnTo>
                  <a:pt x="514350" y="795547"/>
                </a:lnTo>
                <a:lnTo>
                  <a:pt x="514350" y="814530"/>
                </a:lnTo>
                <a:lnTo>
                  <a:pt x="514350" y="833514"/>
                </a:lnTo>
                <a:lnTo>
                  <a:pt x="514350" y="852497"/>
                </a:lnTo>
                <a:lnTo>
                  <a:pt x="514350" y="871480"/>
                </a:lnTo>
                <a:lnTo>
                  <a:pt x="514350" y="890464"/>
                </a:lnTo>
                <a:lnTo>
                  <a:pt x="514350" y="909447"/>
                </a:lnTo>
                <a:lnTo>
                  <a:pt x="514350" y="928430"/>
                </a:lnTo>
                <a:lnTo>
                  <a:pt x="514350" y="947414"/>
                </a:lnTo>
                <a:lnTo>
                  <a:pt x="514350" y="966397"/>
                </a:lnTo>
                <a:lnTo>
                  <a:pt x="514350" y="985380"/>
                </a:lnTo>
                <a:lnTo>
                  <a:pt x="514350" y="1004364"/>
                </a:lnTo>
                <a:lnTo>
                  <a:pt x="514350" y="1023347"/>
                </a:lnTo>
                <a:lnTo>
                  <a:pt x="514350" y="1042330"/>
                </a:lnTo>
                <a:lnTo>
                  <a:pt x="514350" y="1061323"/>
                </a:lnTo>
                <a:lnTo>
                  <a:pt x="514350" y="1080306"/>
                </a:lnTo>
                <a:lnTo>
                  <a:pt x="514350" y="1099290"/>
                </a:lnTo>
                <a:lnTo>
                  <a:pt x="514350" y="1118273"/>
                </a:lnTo>
                <a:lnTo>
                  <a:pt x="514350" y="1137256"/>
                </a:lnTo>
                <a:lnTo>
                  <a:pt x="514350" y="1156240"/>
                </a:lnTo>
                <a:lnTo>
                  <a:pt x="514350" y="1175223"/>
                </a:lnTo>
                <a:lnTo>
                  <a:pt x="514350" y="1194206"/>
                </a:lnTo>
                <a:lnTo>
                  <a:pt x="514350" y="1213190"/>
                </a:lnTo>
                <a:lnTo>
                  <a:pt x="514350" y="1232173"/>
                </a:lnTo>
                <a:lnTo>
                  <a:pt x="514350" y="1251156"/>
                </a:lnTo>
                <a:lnTo>
                  <a:pt x="514350" y="1270140"/>
                </a:lnTo>
                <a:lnTo>
                  <a:pt x="514350" y="1289123"/>
                </a:lnTo>
                <a:lnTo>
                  <a:pt x="514350" y="1308106"/>
                </a:lnTo>
                <a:lnTo>
                  <a:pt x="514350" y="1327090"/>
                </a:lnTo>
                <a:lnTo>
                  <a:pt x="514350" y="1346073"/>
                </a:lnTo>
                <a:lnTo>
                  <a:pt x="514350" y="1365056"/>
                </a:lnTo>
                <a:lnTo>
                  <a:pt x="514350" y="1384040"/>
                </a:lnTo>
                <a:lnTo>
                  <a:pt x="514350" y="1403023"/>
                </a:lnTo>
                <a:lnTo>
                  <a:pt x="514350" y="1422006"/>
                </a:lnTo>
                <a:lnTo>
                  <a:pt x="498586" y="1431712"/>
                </a:lnTo>
                <a:lnTo>
                  <a:pt x="481984" y="1440932"/>
                </a:lnTo>
                <a:lnTo>
                  <a:pt x="465392" y="1450153"/>
                </a:lnTo>
                <a:lnTo>
                  <a:pt x="448799" y="1459373"/>
                </a:lnTo>
                <a:lnTo>
                  <a:pt x="432197" y="1468593"/>
                </a:lnTo>
                <a:lnTo>
                  <a:pt x="415604" y="1477813"/>
                </a:lnTo>
                <a:lnTo>
                  <a:pt x="399012" y="1487033"/>
                </a:lnTo>
                <a:lnTo>
                  <a:pt x="382410" y="1496244"/>
                </a:lnTo>
                <a:lnTo>
                  <a:pt x="365817" y="1505464"/>
                </a:lnTo>
                <a:lnTo>
                  <a:pt x="349225" y="1514685"/>
                </a:lnTo>
                <a:lnTo>
                  <a:pt x="332623" y="1523905"/>
                </a:lnTo>
                <a:lnTo>
                  <a:pt x="316030" y="1533125"/>
                </a:lnTo>
                <a:lnTo>
                  <a:pt x="299437" y="1542345"/>
                </a:lnTo>
                <a:lnTo>
                  <a:pt x="282835" y="1551565"/>
                </a:lnTo>
                <a:lnTo>
                  <a:pt x="266243" y="1560786"/>
                </a:lnTo>
                <a:lnTo>
                  <a:pt x="249650" y="1561643"/>
                </a:lnTo>
                <a:lnTo>
                  <a:pt x="233048" y="1552423"/>
                </a:lnTo>
                <a:lnTo>
                  <a:pt x="216456" y="1543202"/>
                </a:lnTo>
                <a:lnTo>
                  <a:pt x="199863" y="1533982"/>
                </a:lnTo>
                <a:lnTo>
                  <a:pt x="183261" y="1524762"/>
                </a:lnTo>
                <a:lnTo>
                  <a:pt x="166668" y="1515542"/>
                </a:lnTo>
                <a:lnTo>
                  <a:pt x="150076" y="1506322"/>
                </a:lnTo>
                <a:lnTo>
                  <a:pt x="133483" y="1497101"/>
                </a:lnTo>
                <a:lnTo>
                  <a:pt x="116881" y="1487881"/>
                </a:lnTo>
                <a:lnTo>
                  <a:pt x="100289" y="1478671"/>
                </a:lnTo>
                <a:lnTo>
                  <a:pt x="83696" y="1469450"/>
                </a:lnTo>
                <a:lnTo>
                  <a:pt x="67094" y="1460230"/>
                </a:lnTo>
                <a:lnTo>
                  <a:pt x="50502" y="1451010"/>
                </a:lnTo>
                <a:lnTo>
                  <a:pt x="33909" y="1441790"/>
                </a:lnTo>
                <a:lnTo>
                  <a:pt x="17307" y="1432570"/>
                </a:lnTo>
                <a:lnTo>
                  <a:pt x="714" y="1423349"/>
                </a:lnTo>
                <a:lnTo>
                  <a:pt x="0" y="1404785"/>
                </a:lnTo>
                <a:lnTo>
                  <a:pt x="0" y="1385802"/>
                </a:lnTo>
                <a:lnTo>
                  <a:pt x="0" y="1366818"/>
                </a:lnTo>
                <a:lnTo>
                  <a:pt x="0" y="1347835"/>
                </a:lnTo>
                <a:lnTo>
                  <a:pt x="0" y="1328852"/>
                </a:lnTo>
                <a:lnTo>
                  <a:pt x="0" y="1309868"/>
                </a:lnTo>
                <a:lnTo>
                  <a:pt x="0" y="1290885"/>
                </a:lnTo>
                <a:lnTo>
                  <a:pt x="0" y="1271902"/>
                </a:lnTo>
                <a:lnTo>
                  <a:pt x="0" y="1252919"/>
                </a:lnTo>
                <a:lnTo>
                  <a:pt x="0" y="1233935"/>
                </a:lnTo>
                <a:lnTo>
                  <a:pt x="0" y="1214952"/>
                </a:lnTo>
                <a:lnTo>
                  <a:pt x="0" y="1195969"/>
                </a:lnTo>
                <a:lnTo>
                  <a:pt x="0" y="1176985"/>
                </a:lnTo>
                <a:lnTo>
                  <a:pt x="0" y="1158002"/>
                </a:lnTo>
                <a:lnTo>
                  <a:pt x="0" y="1139019"/>
                </a:lnTo>
                <a:lnTo>
                  <a:pt x="0" y="1120035"/>
                </a:lnTo>
                <a:lnTo>
                  <a:pt x="0" y="1101052"/>
                </a:lnTo>
                <a:lnTo>
                  <a:pt x="0" y="1082069"/>
                </a:lnTo>
                <a:lnTo>
                  <a:pt x="0" y="1063085"/>
                </a:lnTo>
                <a:lnTo>
                  <a:pt x="0" y="1044102"/>
                </a:lnTo>
                <a:lnTo>
                  <a:pt x="0" y="1025119"/>
                </a:lnTo>
                <a:lnTo>
                  <a:pt x="0" y="1006135"/>
                </a:lnTo>
                <a:lnTo>
                  <a:pt x="0" y="987152"/>
                </a:lnTo>
                <a:lnTo>
                  <a:pt x="0" y="968169"/>
                </a:lnTo>
                <a:lnTo>
                  <a:pt x="0" y="949176"/>
                </a:lnTo>
                <a:lnTo>
                  <a:pt x="0" y="930192"/>
                </a:lnTo>
                <a:lnTo>
                  <a:pt x="0" y="911209"/>
                </a:lnTo>
                <a:lnTo>
                  <a:pt x="0" y="892226"/>
                </a:lnTo>
                <a:lnTo>
                  <a:pt x="0" y="873242"/>
                </a:lnTo>
                <a:lnTo>
                  <a:pt x="0" y="854259"/>
                </a:lnTo>
                <a:lnTo>
                  <a:pt x="0" y="835276"/>
                </a:lnTo>
                <a:lnTo>
                  <a:pt x="0" y="816293"/>
                </a:lnTo>
                <a:lnTo>
                  <a:pt x="0" y="797309"/>
                </a:lnTo>
                <a:lnTo>
                  <a:pt x="0" y="778326"/>
                </a:lnTo>
                <a:lnTo>
                  <a:pt x="0" y="759343"/>
                </a:lnTo>
                <a:lnTo>
                  <a:pt x="0" y="740359"/>
                </a:lnTo>
                <a:lnTo>
                  <a:pt x="0" y="721376"/>
                </a:lnTo>
                <a:lnTo>
                  <a:pt x="0" y="702393"/>
                </a:lnTo>
                <a:lnTo>
                  <a:pt x="0" y="683409"/>
                </a:lnTo>
                <a:lnTo>
                  <a:pt x="0" y="664426"/>
                </a:lnTo>
                <a:lnTo>
                  <a:pt x="0" y="645443"/>
                </a:lnTo>
                <a:lnTo>
                  <a:pt x="0" y="626459"/>
                </a:lnTo>
                <a:lnTo>
                  <a:pt x="0" y="607476"/>
                </a:lnTo>
                <a:lnTo>
                  <a:pt x="0" y="588493"/>
                </a:lnTo>
                <a:lnTo>
                  <a:pt x="0" y="569509"/>
                </a:lnTo>
                <a:lnTo>
                  <a:pt x="0" y="550526"/>
                </a:lnTo>
                <a:lnTo>
                  <a:pt x="0" y="531543"/>
                </a:lnTo>
                <a:lnTo>
                  <a:pt x="0" y="512559"/>
                </a:lnTo>
                <a:lnTo>
                  <a:pt x="0" y="493576"/>
                </a:lnTo>
                <a:lnTo>
                  <a:pt x="0" y="474593"/>
                </a:lnTo>
                <a:lnTo>
                  <a:pt x="0" y="455609"/>
                </a:lnTo>
                <a:lnTo>
                  <a:pt x="0" y="436626"/>
                </a:lnTo>
                <a:lnTo>
                  <a:pt x="0" y="417643"/>
                </a:lnTo>
                <a:lnTo>
                  <a:pt x="0" y="398659"/>
                </a:lnTo>
                <a:lnTo>
                  <a:pt x="0" y="379676"/>
                </a:lnTo>
                <a:lnTo>
                  <a:pt x="0" y="360693"/>
                </a:lnTo>
                <a:lnTo>
                  <a:pt x="0" y="341709"/>
                </a:lnTo>
                <a:lnTo>
                  <a:pt x="0" y="322717"/>
                </a:lnTo>
                <a:lnTo>
                  <a:pt x="0" y="303733"/>
                </a:lnTo>
                <a:lnTo>
                  <a:pt x="0" y="284750"/>
                </a:lnTo>
                <a:lnTo>
                  <a:pt x="0" y="265767"/>
                </a:lnTo>
                <a:lnTo>
                  <a:pt x="0" y="246783"/>
                </a:lnTo>
                <a:lnTo>
                  <a:pt x="0" y="227800"/>
                </a:lnTo>
                <a:lnTo>
                  <a:pt x="0" y="208817"/>
                </a:lnTo>
                <a:lnTo>
                  <a:pt x="0" y="189833"/>
                </a:lnTo>
                <a:lnTo>
                  <a:pt x="0" y="170850"/>
                </a:lnTo>
                <a:lnTo>
                  <a:pt x="0" y="151867"/>
                </a:lnTo>
                <a:lnTo>
                  <a:pt x="0" y="132883"/>
                </a:lnTo>
                <a:lnTo>
                  <a:pt x="0" y="113900"/>
                </a:lnTo>
                <a:lnTo>
                  <a:pt x="0" y="94917"/>
                </a:lnTo>
                <a:lnTo>
                  <a:pt x="0" y="75933"/>
                </a:lnTo>
                <a:lnTo>
                  <a:pt x="0" y="56950"/>
                </a:lnTo>
                <a:lnTo>
                  <a:pt x="0" y="37967"/>
                </a:lnTo>
                <a:lnTo>
                  <a:pt x="0" y="18983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5" name="phase-title-0">
            <a:extLst xmlns:a="http://schemas.openxmlformats.org/drawingml/2006/main">
              <a:ext uri="{FF2B5EF4-FFF2-40B4-BE49-F238E27FC236}">
                <a16:creationId xmlns:a16="http://schemas.microsoft.com/office/drawing/2014/main" id="{92385F86-FC89-470C-936A-7FADE956C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1950396"/>
            <a:ext cx="1428750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精准触达</a:t>
            </a:r>
          </a:p>
        </p:txBody>
      </p:sp>
      <p:sp>
        <p:nvSpPr>
          <p:cNvPr id="6" name="phase-body-0">
            <a:extLst xmlns:a="http://schemas.openxmlformats.org/drawingml/2006/main">
              <a:ext uri="{FF2B5EF4-FFF2-40B4-BE49-F238E27FC236}">
                <a16:creationId xmlns:a16="http://schemas.microsoft.com/office/drawing/2014/main" id="{F61F1E15-BEFA-4663-8160-408278015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2304602"/>
            <a:ext cx="1428750" cy="587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让目标对象进</a:t>
            </a:r>
          </a:p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入体系</a:t>
            </a:r>
          </a:p>
        </p:txBody>
      </p:sp>
      <p:sp>
        <p:nvSpPr>
          <p:cNvPr id="7" name="action-icon-shell-0-0">
            <a:extLst xmlns:a="http://schemas.openxmlformats.org/drawingml/2006/main">
              <a:ext uri="{FF2B5EF4-FFF2-40B4-BE49-F238E27FC236}">
                <a16:creationId xmlns:a16="http://schemas.microsoft.com/office/drawing/2014/main" id="{6A01FA64-B1CE-4D3A-BB41-2F99C1F48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1944891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7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3f7f66a77234fba">
            <a:extLst>
              <a:ext uri="{96DAC541-7B7A-43D3-8B79-37D633B846F1}">
                <asvg:svgBlip xmlns:asvg="http://schemas.microsoft.com/office/drawing/2016/SVG/main" r:embed="R21df463ab8c046dc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2021091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9" name="action-title-0-0">
            <a:extLst xmlns:a="http://schemas.openxmlformats.org/drawingml/2006/main">
              <a:ext uri="{FF2B5EF4-FFF2-40B4-BE49-F238E27FC236}">
                <a16:creationId xmlns:a16="http://schemas.microsoft.com/office/drawing/2014/main" id="{35D7D302-AA17-436C-AD57-BEEF9EEF4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1883864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标签体系</a:t>
            </a:r>
          </a:p>
        </p:txBody>
      </p:sp>
      <p:sp>
        <p:nvSpPr>
          <p:cNvPr id="10" name="action-body-0-0">
            <a:extLst xmlns:a="http://schemas.openxmlformats.org/drawingml/2006/main">
              <a:ext uri="{FF2B5EF4-FFF2-40B4-BE49-F238E27FC236}">
                <a16:creationId xmlns:a16="http://schemas.microsoft.com/office/drawing/2014/main" id="{6E58F9F6-5399-4CDC-BC91-C035F8A38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112464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形成可识别对象</a:t>
            </a:r>
          </a:p>
        </p:txBody>
      </p:sp>
      <p:sp>
        <p:nvSpPr>
          <p:cNvPr id="11" name="action-icon-shell-0-1">
            <a:extLst xmlns:a="http://schemas.openxmlformats.org/drawingml/2006/main">
              <a:ext uri="{FF2B5EF4-FFF2-40B4-BE49-F238E27FC236}">
                <a16:creationId xmlns:a16="http://schemas.microsoft.com/office/drawing/2014/main" id="{85DDC220-9907-4BA9-9925-0D6415FB5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1944891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8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056d6468cca4802">
            <a:extLst>
              <a:ext uri="{96DAC541-7B7A-43D3-8B79-37D633B846F1}">
                <asvg:svgBlip xmlns:asvg="http://schemas.microsoft.com/office/drawing/2016/SVG/main" r:embed="R080b95b8d28f475f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2021091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13" name="action-title-0-1">
            <a:extLst xmlns:a="http://schemas.openxmlformats.org/drawingml/2006/main">
              <a:ext uri="{FF2B5EF4-FFF2-40B4-BE49-F238E27FC236}">
                <a16:creationId xmlns:a16="http://schemas.microsoft.com/office/drawing/2014/main" id="{09F8A024-3DD1-410C-BFA2-33CECBDA3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1883864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渠道连接</a:t>
            </a:r>
          </a:p>
        </p:txBody>
      </p:sp>
      <p:sp>
        <p:nvSpPr>
          <p:cNvPr id="14" name="action-body-0-1">
            <a:extLst xmlns:a="http://schemas.openxmlformats.org/drawingml/2006/main">
              <a:ext uri="{FF2B5EF4-FFF2-40B4-BE49-F238E27FC236}">
                <a16:creationId xmlns:a16="http://schemas.microsoft.com/office/drawing/2014/main" id="{932805E2-CB6A-44AE-AE7E-977037C0E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112464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连接主要触点</a:t>
            </a:r>
          </a:p>
        </p:txBody>
      </p:sp>
      <p:sp>
        <p:nvSpPr>
          <p:cNvPr id="15" name="action-icon-shell-0-2">
            <a:extLst xmlns:a="http://schemas.openxmlformats.org/drawingml/2006/main">
              <a:ext uri="{FF2B5EF4-FFF2-40B4-BE49-F238E27FC236}">
                <a16:creationId xmlns:a16="http://schemas.microsoft.com/office/drawing/2014/main" id="{3C012EB1-421B-4511-859E-3B5940689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2554491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8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fdb8e1d3d06463e">
            <a:extLst>
              <a:ext uri="{96DAC541-7B7A-43D3-8B79-37D633B846F1}">
                <asvg:svgBlip xmlns:asvg="http://schemas.microsoft.com/office/drawing/2016/SVG/main" r:embed="R70b4d08f77354394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2630691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17" name="action-title-0-2">
            <a:extLst xmlns:a="http://schemas.openxmlformats.org/drawingml/2006/main">
              <a:ext uri="{FF2B5EF4-FFF2-40B4-BE49-F238E27FC236}">
                <a16:creationId xmlns:a16="http://schemas.microsoft.com/office/drawing/2014/main" id="{45E5EA0B-0042-4BE4-A328-2EDAB1DDF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493464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内容优化</a:t>
            </a:r>
          </a:p>
        </p:txBody>
      </p:sp>
      <p:sp>
        <p:nvSpPr>
          <p:cNvPr id="18" name="action-body-0-2">
            <a:extLst xmlns:a="http://schemas.openxmlformats.org/drawingml/2006/main">
              <a:ext uri="{FF2B5EF4-FFF2-40B4-BE49-F238E27FC236}">
                <a16:creationId xmlns:a16="http://schemas.microsoft.com/office/drawing/2014/main" id="{C74F4417-41D5-4314-8977-876DB53F6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722064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提高触达质量</a:t>
            </a:r>
          </a:p>
        </p:txBody>
      </p:sp>
      <p:sp>
        <p:nvSpPr>
          <p:cNvPr id="19" name="action-icon-shell-0-3">
            <a:extLst xmlns:a="http://schemas.openxmlformats.org/drawingml/2006/main">
              <a:ext uri="{FF2B5EF4-FFF2-40B4-BE49-F238E27FC236}">
                <a16:creationId xmlns:a16="http://schemas.microsoft.com/office/drawing/2014/main" id="{76DF90DC-926E-4EA1-B8A2-3EF35CAA1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2554491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9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596b28774c84698">
            <a:extLst>
              <a:ext uri="{96DAC541-7B7A-43D3-8B79-37D633B846F1}">
                <asvg:svgBlip xmlns:asvg="http://schemas.microsoft.com/office/drawing/2016/SVG/main" r:embed="Rf5be6ce5a0214106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2630691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21" name="action-title-0-3">
            <a:extLst xmlns:a="http://schemas.openxmlformats.org/drawingml/2006/main">
              <a:ext uri="{FF2B5EF4-FFF2-40B4-BE49-F238E27FC236}">
                <a16:creationId xmlns:a16="http://schemas.microsoft.com/office/drawing/2014/main" id="{EA78BA9E-F144-4D2F-82F1-72498D462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493464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行为追踪</a:t>
            </a:r>
          </a:p>
        </p:txBody>
      </p:sp>
      <p:sp>
        <p:nvSpPr>
          <p:cNvPr id="22" name="action-body-0-3">
            <a:extLst xmlns:a="http://schemas.openxmlformats.org/drawingml/2006/main">
              <a:ext uri="{FF2B5EF4-FFF2-40B4-BE49-F238E27FC236}">
                <a16:creationId xmlns:a16="http://schemas.microsoft.com/office/drawing/2014/main" id="{928371FF-2B8E-4245-AFF4-C5E4326E5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722064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记录关键反馈</a:t>
            </a:r>
          </a:p>
        </p:txBody>
      </p:sp>
      <p:sp>
        <p:nvSpPr>
          <p:cNvPr id="23" name="phase-rail-1">
            <a:extLst xmlns:a="http://schemas.openxmlformats.org/drawingml/2006/main">
              <a:ext uri="{FF2B5EF4-FFF2-40B4-BE49-F238E27FC236}">
                <a16:creationId xmlns:a16="http://schemas.microsoft.com/office/drawing/2014/main" id="{5DB274D5-AEC4-43A3-8F0E-FD3E9D5FB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3204124"/>
            <a:ext cx="514350" cy="1450991"/>
          </a:xfrm>
          <a:custGeom xmlns:a="http://schemas.openxmlformats.org/drawingml/2006/main">
            <a:pathLst>
              <a:path w="514350" h="1450991">
                <a:moveTo>
                  <a:pt x="0" y="0"/>
                </a:moveTo>
                <a:lnTo>
                  <a:pt x="16621" y="9230"/>
                </a:lnTo>
                <a:lnTo>
                  <a:pt x="33233" y="18459"/>
                </a:lnTo>
                <a:lnTo>
                  <a:pt x="49854" y="27699"/>
                </a:lnTo>
                <a:lnTo>
                  <a:pt x="66465" y="36928"/>
                </a:lnTo>
                <a:lnTo>
                  <a:pt x="83087" y="46158"/>
                </a:lnTo>
                <a:lnTo>
                  <a:pt x="99708" y="55388"/>
                </a:lnTo>
                <a:lnTo>
                  <a:pt x="116319" y="64618"/>
                </a:lnTo>
                <a:lnTo>
                  <a:pt x="132940" y="73857"/>
                </a:lnTo>
                <a:lnTo>
                  <a:pt x="149552" y="83087"/>
                </a:lnTo>
                <a:lnTo>
                  <a:pt x="166173" y="92316"/>
                </a:lnTo>
                <a:lnTo>
                  <a:pt x="182785" y="101546"/>
                </a:lnTo>
                <a:lnTo>
                  <a:pt x="199406" y="110776"/>
                </a:lnTo>
                <a:lnTo>
                  <a:pt x="216027" y="120015"/>
                </a:lnTo>
                <a:lnTo>
                  <a:pt x="232639" y="129245"/>
                </a:lnTo>
                <a:lnTo>
                  <a:pt x="249260" y="138474"/>
                </a:lnTo>
                <a:lnTo>
                  <a:pt x="265871" y="138036"/>
                </a:lnTo>
                <a:lnTo>
                  <a:pt x="282492" y="128807"/>
                </a:lnTo>
                <a:lnTo>
                  <a:pt x="299114" y="119577"/>
                </a:lnTo>
                <a:lnTo>
                  <a:pt x="315725" y="110347"/>
                </a:lnTo>
                <a:lnTo>
                  <a:pt x="332346" y="101108"/>
                </a:lnTo>
                <a:lnTo>
                  <a:pt x="348958" y="91878"/>
                </a:lnTo>
                <a:lnTo>
                  <a:pt x="365579" y="82648"/>
                </a:lnTo>
                <a:lnTo>
                  <a:pt x="382200" y="73419"/>
                </a:lnTo>
                <a:lnTo>
                  <a:pt x="398812" y="64189"/>
                </a:lnTo>
                <a:lnTo>
                  <a:pt x="415433" y="54950"/>
                </a:lnTo>
                <a:lnTo>
                  <a:pt x="432044" y="45720"/>
                </a:lnTo>
                <a:lnTo>
                  <a:pt x="448666" y="36490"/>
                </a:lnTo>
                <a:lnTo>
                  <a:pt x="465277" y="27261"/>
                </a:lnTo>
                <a:lnTo>
                  <a:pt x="481898" y="18031"/>
                </a:lnTo>
                <a:lnTo>
                  <a:pt x="498519" y="8792"/>
                </a:lnTo>
                <a:lnTo>
                  <a:pt x="514350" y="895"/>
                </a:lnTo>
                <a:lnTo>
                  <a:pt x="514350" y="19907"/>
                </a:lnTo>
                <a:lnTo>
                  <a:pt x="514350" y="38910"/>
                </a:lnTo>
                <a:lnTo>
                  <a:pt x="514350" y="57922"/>
                </a:lnTo>
                <a:lnTo>
                  <a:pt x="514350" y="76933"/>
                </a:lnTo>
                <a:lnTo>
                  <a:pt x="514350" y="95945"/>
                </a:lnTo>
                <a:lnTo>
                  <a:pt x="514350" y="114948"/>
                </a:lnTo>
                <a:lnTo>
                  <a:pt x="514350" y="133960"/>
                </a:lnTo>
                <a:lnTo>
                  <a:pt x="514350" y="152972"/>
                </a:lnTo>
                <a:lnTo>
                  <a:pt x="514350" y="171974"/>
                </a:lnTo>
                <a:lnTo>
                  <a:pt x="514350" y="190986"/>
                </a:lnTo>
                <a:lnTo>
                  <a:pt x="514350" y="209998"/>
                </a:lnTo>
                <a:lnTo>
                  <a:pt x="514350" y="229000"/>
                </a:lnTo>
                <a:lnTo>
                  <a:pt x="514350" y="248012"/>
                </a:lnTo>
                <a:lnTo>
                  <a:pt x="514350" y="267024"/>
                </a:lnTo>
                <a:lnTo>
                  <a:pt x="514350" y="286036"/>
                </a:lnTo>
                <a:lnTo>
                  <a:pt x="514350" y="305038"/>
                </a:lnTo>
                <a:lnTo>
                  <a:pt x="514350" y="324050"/>
                </a:lnTo>
                <a:lnTo>
                  <a:pt x="514350" y="343062"/>
                </a:lnTo>
                <a:lnTo>
                  <a:pt x="514350" y="362064"/>
                </a:lnTo>
                <a:lnTo>
                  <a:pt x="514350" y="381076"/>
                </a:lnTo>
                <a:lnTo>
                  <a:pt x="514350" y="400088"/>
                </a:lnTo>
                <a:lnTo>
                  <a:pt x="514350" y="419090"/>
                </a:lnTo>
                <a:lnTo>
                  <a:pt x="514350" y="438102"/>
                </a:lnTo>
                <a:lnTo>
                  <a:pt x="514350" y="457114"/>
                </a:lnTo>
                <a:lnTo>
                  <a:pt x="514350" y="476126"/>
                </a:lnTo>
                <a:lnTo>
                  <a:pt x="514350" y="495129"/>
                </a:lnTo>
                <a:lnTo>
                  <a:pt x="514350" y="514140"/>
                </a:lnTo>
                <a:lnTo>
                  <a:pt x="514350" y="533152"/>
                </a:lnTo>
                <a:lnTo>
                  <a:pt x="514350" y="552155"/>
                </a:lnTo>
                <a:lnTo>
                  <a:pt x="514350" y="571167"/>
                </a:lnTo>
                <a:lnTo>
                  <a:pt x="514350" y="590179"/>
                </a:lnTo>
                <a:lnTo>
                  <a:pt x="514350" y="609181"/>
                </a:lnTo>
                <a:lnTo>
                  <a:pt x="514350" y="628193"/>
                </a:lnTo>
                <a:lnTo>
                  <a:pt x="514350" y="647205"/>
                </a:lnTo>
                <a:lnTo>
                  <a:pt x="514350" y="666207"/>
                </a:lnTo>
                <a:lnTo>
                  <a:pt x="514350" y="685219"/>
                </a:lnTo>
                <a:lnTo>
                  <a:pt x="514350" y="704231"/>
                </a:lnTo>
                <a:lnTo>
                  <a:pt x="514350" y="723243"/>
                </a:lnTo>
                <a:lnTo>
                  <a:pt x="514350" y="742245"/>
                </a:lnTo>
                <a:lnTo>
                  <a:pt x="514350" y="761257"/>
                </a:lnTo>
                <a:lnTo>
                  <a:pt x="514350" y="780269"/>
                </a:lnTo>
                <a:lnTo>
                  <a:pt x="514350" y="799271"/>
                </a:lnTo>
                <a:lnTo>
                  <a:pt x="514350" y="818283"/>
                </a:lnTo>
                <a:lnTo>
                  <a:pt x="514350" y="837295"/>
                </a:lnTo>
                <a:lnTo>
                  <a:pt x="514350" y="856298"/>
                </a:lnTo>
                <a:lnTo>
                  <a:pt x="514350" y="875309"/>
                </a:lnTo>
                <a:lnTo>
                  <a:pt x="514350" y="894321"/>
                </a:lnTo>
                <a:lnTo>
                  <a:pt x="514350" y="913333"/>
                </a:lnTo>
                <a:lnTo>
                  <a:pt x="514350" y="932336"/>
                </a:lnTo>
                <a:lnTo>
                  <a:pt x="514350" y="951347"/>
                </a:lnTo>
                <a:lnTo>
                  <a:pt x="514350" y="970359"/>
                </a:lnTo>
                <a:lnTo>
                  <a:pt x="514350" y="989362"/>
                </a:lnTo>
                <a:lnTo>
                  <a:pt x="514350" y="1008374"/>
                </a:lnTo>
                <a:lnTo>
                  <a:pt x="514350" y="1027386"/>
                </a:lnTo>
                <a:lnTo>
                  <a:pt x="514350" y="1046388"/>
                </a:lnTo>
                <a:lnTo>
                  <a:pt x="514350" y="1065400"/>
                </a:lnTo>
                <a:lnTo>
                  <a:pt x="514350" y="1084412"/>
                </a:lnTo>
                <a:lnTo>
                  <a:pt x="514350" y="1103424"/>
                </a:lnTo>
                <a:lnTo>
                  <a:pt x="514350" y="1122426"/>
                </a:lnTo>
                <a:lnTo>
                  <a:pt x="514350" y="1141438"/>
                </a:lnTo>
                <a:lnTo>
                  <a:pt x="514350" y="1160450"/>
                </a:lnTo>
                <a:lnTo>
                  <a:pt x="514350" y="1179452"/>
                </a:lnTo>
                <a:lnTo>
                  <a:pt x="514350" y="1198464"/>
                </a:lnTo>
                <a:lnTo>
                  <a:pt x="514350" y="1217476"/>
                </a:lnTo>
                <a:lnTo>
                  <a:pt x="514350" y="1236478"/>
                </a:lnTo>
                <a:lnTo>
                  <a:pt x="514350" y="1255490"/>
                </a:lnTo>
                <a:lnTo>
                  <a:pt x="514350" y="1274502"/>
                </a:lnTo>
                <a:lnTo>
                  <a:pt x="514350" y="1293505"/>
                </a:lnTo>
                <a:lnTo>
                  <a:pt x="514350" y="1312516"/>
                </a:lnTo>
                <a:lnTo>
                  <a:pt x="497729" y="1321746"/>
                </a:lnTo>
                <a:lnTo>
                  <a:pt x="481117" y="1330985"/>
                </a:lnTo>
                <a:lnTo>
                  <a:pt x="464496" y="1340215"/>
                </a:lnTo>
                <a:lnTo>
                  <a:pt x="447885" y="1349445"/>
                </a:lnTo>
                <a:lnTo>
                  <a:pt x="431263" y="1358675"/>
                </a:lnTo>
                <a:lnTo>
                  <a:pt x="414642" y="1367904"/>
                </a:lnTo>
                <a:lnTo>
                  <a:pt x="398031" y="1377144"/>
                </a:lnTo>
                <a:lnTo>
                  <a:pt x="381410" y="1386373"/>
                </a:lnTo>
                <a:lnTo>
                  <a:pt x="364798" y="1395603"/>
                </a:lnTo>
                <a:lnTo>
                  <a:pt x="348177" y="1404833"/>
                </a:lnTo>
                <a:lnTo>
                  <a:pt x="331565" y="1414062"/>
                </a:lnTo>
                <a:lnTo>
                  <a:pt x="314944" y="1423302"/>
                </a:lnTo>
                <a:lnTo>
                  <a:pt x="298323" y="1432531"/>
                </a:lnTo>
                <a:lnTo>
                  <a:pt x="281711" y="1441761"/>
                </a:lnTo>
                <a:lnTo>
                  <a:pt x="265090" y="1450991"/>
                </a:lnTo>
                <a:lnTo>
                  <a:pt x="248479" y="1450553"/>
                </a:lnTo>
                <a:lnTo>
                  <a:pt x="231858" y="1441323"/>
                </a:lnTo>
                <a:lnTo>
                  <a:pt x="215236" y="1432093"/>
                </a:lnTo>
                <a:lnTo>
                  <a:pt x="198625" y="1422864"/>
                </a:lnTo>
                <a:lnTo>
                  <a:pt x="182004" y="1413634"/>
                </a:lnTo>
                <a:lnTo>
                  <a:pt x="165392" y="1404395"/>
                </a:lnTo>
                <a:lnTo>
                  <a:pt x="148771" y="1395165"/>
                </a:lnTo>
                <a:lnTo>
                  <a:pt x="132150" y="1385935"/>
                </a:lnTo>
                <a:lnTo>
                  <a:pt x="115538" y="1376705"/>
                </a:lnTo>
                <a:lnTo>
                  <a:pt x="98917" y="1367476"/>
                </a:lnTo>
                <a:lnTo>
                  <a:pt x="82306" y="1358236"/>
                </a:lnTo>
                <a:lnTo>
                  <a:pt x="65684" y="1349007"/>
                </a:lnTo>
                <a:lnTo>
                  <a:pt x="49073" y="1339777"/>
                </a:lnTo>
                <a:lnTo>
                  <a:pt x="32452" y="1330547"/>
                </a:lnTo>
                <a:lnTo>
                  <a:pt x="15831" y="1321318"/>
                </a:lnTo>
                <a:lnTo>
                  <a:pt x="0" y="1311621"/>
                </a:lnTo>
                <a:lnTo>
                  <a:pt x="0" y="1292609"/>
                </a:lnTo>
                <a:lnTo>
                  <a:pt x="0" y="1273607"/>
                </a:lnTo>
                <a:lnTo>
                  <a:pt x="0" y="1254595"/>
                </a:lnTo>
                <a:lnTo>
                  <a:pt x="0" y="1235583"/>
                </a:lnTo>
                <a:lnTo>
                  <a:pt x="0" y="1216581"/>
                </a:lnTo>
                <a:lnTo>
                  <a:pt x="0" y="1197569"/>
                </a:lnTo>
                <a:lnTo>
                  <a:pt x="0" y="1178557"/>
                </a:lnTo>
                <a:lnTo>
                  <a:pt x="0" y="1159554"/>
                </a:lnTo>
                <a:lnTo>
                  <a:pt x="0" y="1140543"/>
                </a:lnTo>
                <a:lnTo>
                  <a:pt x="0" y="1121531"/>
                </a:lnTo>
                <a:lnTo>
                  <a:pt x="0" y="1102519"/>
                </a:lnTo>
                <a:lnTo>
                  <a:pt x="0" y="1083516"/>
                </a:lnTo>
                <a:lnTo>
                  <a:pt x="0" y="1064504"/>
                </a:lnTo>
                <a:lnTo>
                  <a:pt x="0" y="1045493"/>
                </a:lnTo>
                <a:lnTo>
                  <a:pt x="0" y="1026490"/>
                </a:lnTo>
                <a:lnTo>
                  <a:pt x="0" y="1007478"/>
                </a:lnTo>
                <a:lnTo>
                  <a:pt x="0" y="988466"/>
                </a:lnTo>
                <a:lnTo>
                  <a:pt x="0" y="969464"/>
                </a:lnTo>
                <a:lnTo>
                  <a:pt x="0" y="950452"/>
                </a:lnTo>
                <a:lnTo>
                  <a:pt x="0" y="931440"/>
                </a:lnTo>
                <a:lnTo>
                  <a:pt x="0" y="912428"/>
                </a:lnTo>
                <a:lnTo>
                  <a:pt x="0" y="893426"/>
                </a:lnTo>
                <a:lnTo>
                  <a:pt x="0" y="874414"/>
                </a:lnTo>
                <a:lnTo>
                  <a:pt x="0" y="855402"/>
                </a:lnTo>
                <a:lnTo>
                  <a:pt x="0" y="836400"/>
                </a:lnTo>
                <a:lnTo>
                  <a:pt x="0" y="817388"/>
                </a:lnTo>
                <a:lnTo>
                  <a:pt x="0" y="798376"/>
                </a:lnTo>
                <a:lnTo>
                  <a:pt x="0" y="779374"/>
                </a:lnTo>
                <a:lnTo>
                  <a:pt x="0" y="760362"/>
                </a:lnTo>
                <a:lnTo>
                  <a:pt x="0" y="741350"/>
                </a:lnTo>
                <a:lnTo>
                  <a:pt x="0" y="722338"/>
                </a:lnTo>
                <a:lnTo>
                  <a:pt x="0" y="703336"/>
                </a:lnTo>
                <a:lnTo>
                  <a:pt x="0" y="684324"/>
                </a:lnTo>
                <a:lnTo>
                  <a:pt x="0" y="665312"/>
                </a:lnTo>
                <a:lnTo>
                  <a:pt x="0" y="646309"/>
                </a:lnTo>
                <a:lnTo>
                  <a:pt x="0" y="627297"/>
                </a:lnTo>
                <a:lnTo>
                  <a:pt x="0" y="608286"/>
                </a:lnTo>
                <a:lnTo>
                  <a:pt x="0" y="589283"/>
                </a:lnTo>
                <a:lnTo>
                  <a:pt x="0" y="570271"/>
                </a:lnTo>
                <a:lnTo>
                  <a:pt x="0" y="551259"/>
                </a:lnTo>
                <a:lnTo>
                  <a:pt x="0" y="532257"/>
                </a:lnTo>
                <a:lnTo>
                  <a:pt x="0" y="513245"/>
                </a:lnTo>
                <a:lnTo>
                  <a:pt x="0" y="494233"/>
                </a:lnTo>
                <a:lnTo>
                  <a:pt x="0" y="475221"/>
                </a:lnTo>
                <a:lnTo>
                  <a:pt x="0" y="456219"/>
                </a:lnTo>
                <a:lnTo>
                  <a:pt x="0" y="437207"/>
                </a:lnTo>
                <a:lnTo>
                  <a:pt x="0" y="418195"/>
                </a:lnTo>
                <a:lnTo>
                  <a:pt x="0" y="399193"/>
                </a:lnTo>
                <a:lnTo>
                  <a:pt x="0" y="380181"/>
                </a:lnTo>
                <a:lnTo>
                  <a:pt x="0" y="361169"/>
                </a:lnTo>
                <a:lnTo>
                  <a:pt x="0" y="342167"/>
                </a:lnTo>
                <a:lnTo>
                  <a:pt x="0" y="323155"/>
                </a:lnTo>
                <a:lnTo>
                  <a:pt x="0" y="304143"/>
                </a:lnTo>
                <a:lnTo>
                  <a:pt x="0" y="285131"/>
                </a:lnTo>
                <a:lnTo>
                  <a:pt x="0" y="266129"/>
                </a:lnTo>
                <a:lnTo>
                  <a:pt x="0" y="247117"/>
                </a:lnTo>
                <a:lnTo>
                  <a:pt x="0" y="228105"/>
                </a:lnTo>
                <a:lnTo>
                  <a:pt x="0" y="209102"/>
                </a:lnTo>
                <a:lnTo>
                  <a:pt x="0" y="190090"/>
                </a:lnTo>
                <a:lnTo>
                  <a:pt x="0" y="171079"/>
                </a:lnTo>
                <a:lnTo>
                  <a:pt x="0" y="152076"/>
                </a:lnTo>
                <a:lnTo>
                  <a:pt x="0" y="133064"/>
                </a:lnTo>
                <a:lnTo>
                  <a:pt x="0" y="114052"/>
                </a:lnTo>
                <a:lnTo>
                  <a:pt x="0" y="95040"/>
                </a:lnTo>
                <a:lnTo>
                  <a:pt x="0" y="76038"/>
                </a:lnTo>
                <a:lnTo>
                  <a:pt x="0" y="57026"/>
                </a:lnTo>
                <a:lnTo>
                  <a:pt x="0" y="38014"/>
                </a:lnTo>
                <a:lnTo>
                  <a:pt x="0" y="19012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24" name="phase-title-1">
            <a:extLst xmlns:a="http://schemas.openxmlformats.org/drawingml/2006/main">
              <a:ext uri="{FF2B5EF4-FFF2-40B4-BE49-F238E27FC236}">
                <a16:creationId xmlns:a16="http://schemas.microsoft.com/office/drawing/2014/main" id="{B6DE11E6-329A-4381-B485-22E44AC8D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3460994"/>
            <a:ext cx="1428750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意向培育</a:t>
            </a:r>
          </a:p>
        </p:txBody>
      </p:sp>
      <p:sp>
        <p:nvSpPr>
          <p:cNvPr id="25" name="phase-body-1">
            <a:extLst xmlns:a="http://schemas.openxmlformats.org/drawingml/2006/main">
              <a:ext uri="{FF2B5EF4-FFF2-40B4-BE49-F238E27FC236}">
                <a16:creationId xmlns:a16="http://schemas.microsoft.com/office/drawing/2014/main" id="{24F6347B-13A0-487A-8DFC-22073D375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3815210"/>
            <a:ext cx="1428750" cy="587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让有效关注形</a:t>
            </a:r>
          </a:p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成意向</a:t>
            </a:r>
          </a:p>
        </p:txBody>
      </p:sp>
      <p:sp>
        <p:nvSpPr>
          <p:cNvPr id="26" name="action-icon-shell-1-0">
            <a:extLst xmlns:a="http://schemas.openxmlformats.org/drawingml/2006/main">
              <a:ext uri="{FF2B5EF4-FFF2-40B4-BE49-F238E27FC236}">
                <a16:creationId xmlns:a16="http://schemas.microsoft.com/office/drawing/2014/main" id="{33E6E486-EADE-4108-9069-40D690F5C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3760289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9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91b3a4c34cd4b4c">
            <a:extLst>
              <a:ext uri="{96DAC541-7B7A-43D3-8B79-37D633B846F1}">
                <asvg:svgBlip xmlns:asvg="http://schemas.microsoft.com/office/drawing/2016/SVG/main" r:embed="Raf1424b97a00464f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3836489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28" name="action-title-1-0">
            <a:extLst xmlns:a="http://schemas.openxmlformats.org/drawingml/2006/main">
              <a:ext uri="{FF2B5EF4-FFF2-40B4-BE49-F238E27FC236}">
                <a16:creationId xmlns:a16="http://schemas.microsoft.com/office/drawing/2014/main" id="{8C632C44-5BA2-4698-AE68-14C19C37C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3699272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规则触发</a:t>
            </a:r>
          </a:p>
        </p:txBody>
      </p:sp>
      <p:sp>
        <p:nvSpPr>
          <p:cNvPr id="29" name="action-body-1-0">
            <a:extLst xmlns:a="http://schemas.openxmlformats.org/drawingml/2006/main">
              <a:ext uri="{FF2B5EF4-FFF2-40B4-BE49-F238E27FC236}">
                <a16:creationId xmlns:a16="http://schemas.microsoft.com/office/drawing/2014/main" id="{DC0CA57D-B5BC-4481-A58F-0C6BB2052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3927872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自动下发任务</a:t>
            </a:r>
          </a:p>
        </p:txBody>
      </p:sp>
      <p:sp>
        <p:nvSpPr>
          <p:cNvPr id="30" name="action-icon-shell-1-1">
            <a:extLst xmlns:a="http://schemas.openxmlformats.org/drawingml/2006/main">
              <a:ext uri="{FF2B5EF4-FFF2-40B4-BE49-F238E27FC236}">
                <a16:creationId xmlns:a16="http://schemas.microsoft.com/office/drawing/2014/main" id="{0B2A5CC5-ACD2-474D-AE61-FF204203C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3760289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10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92f082648594606">
            <a:extLst>
              <a:ext uri="{96DAC541-7B7A-43D3-8B79-37D633B846F1}">
                <asvg:svgBlip xmlns:asvg="http://schemas.microsoft.com/office/drawing/2016/SVG/main" r:embed="Rbcff5df787f344e6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3836489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32" name="action-title-1-1">
            <a:extLst xmlns:a="http://schemas.openxmlformats.org/drawingml/2006/main">
              <a:ext uri="{FF2B5EF4-FFF2-40B4-BE49-F238E27FC236}">
                <a16:creationId xmlns:a16="http://schemas.microsoft.com/office/drawing/2014/main" id="{C291752C-4652-45AC-9F3B-3441A6639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3699272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热度评估</a:t>
            </a:r>
          </a:p>
        </p:txBody>
      </p:sp>
      <p:sp>
        <p:nvSpPr>
          <p:cNvPr id="33" name="action-body-1-1">
            <a:extLst xmlns:a="http://schemas.openxmlformats.org/drawingml/2006/main">
              <a:ext uri="{FF2B5EF4-FFF2-40B4-BE49-F238E27FC236}">
                <a16:creationId xmlns:a16="http://schemas.microsoft.com/office/drawing/2014/main" id="{55F5B641-B423-46E1-A59F-9B73D9D9C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3927872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识别优先对象</a:t>
            </a:r>
          </a:p>
        </p:txBody>
      </p:sp>
      <p:sp>
        <p:nvSpPr>
          <p:cNvPr id="34" name="phase-rail-2">
            <a:extLst xmlns:a="http://schemas.openxmlformats.org/drawingml/2006/main">
              <a:ext uri="{FF2B5EF4-FFF2-40B4-BE49-F238E27FC236}">
                <a16:creationId xmlns:a16="http://schemas.microsoft.com/office/drawing/2014/main" id="{A19F59E4-A5F6-48A3-A6A8-97B0AAB80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4659516"/>
            <a:ext cx="514350" cy="1546260"/>
          </a:xfrm>
          <a:custGeom xmlns:a="http://schemas.openxmlformats.org/drawingml/2006/main">
            <a:pathLst>
              <a:path w="514350" h="1546260">
                <a:moveTo>
                  <a:pt x="0" y="0"/>
                </a:moveTo>
                <a:lnTo>
                  <a:pt x="16621" y="9230"/>
                </a:lnTo>
                <a:lnTo>
                  <a:pt x="33242" y="18469"/>
                </a:lnTo>
                <a:lnTo>
                  <a:pt x="49854" y="27699"/>
                </a:lnTo>
                <a:lnTo>
                  <a:pt x="66475" y="36928"/>
                </a:lnTo>
                <a:lnTo>
                  <a:pt x="83096" y="46158"/>
                </a:lnTo>
                <a:lnTo>
                  <a:pt x="99717" y="55397"/>
                </a:lnTo>
                <a:lnTo>
                  <a:pt x="116329" y="64627"/>
                </a:lnTo>
                <a:lnTo>
                  <a:pt x="132950" y="73857"/>
                </a:lnTo>
                <a:lnTo>
                  <a:pt x="149571" y="83096"/>
                </a:lnTo>
                <a:lnTo>
                  <a:pt x="166192" y="92326"/>
                </a:lnTo>
                <a:lnTo>
                  <a:pt x="182804" y="101556"/>
                </a:lnTo>
                <a:lnTo>
                  <a:pt x="199425" y="110795"/>
                </a:lnTo>
                <a:lnTo>
                  <a:pt x="216046" y="120025"/>
                </a:lnTo>
                <a:lnTo>
                  <a:pt x="232667" y="129254"/>
                </a:lnTo>
                <a:lnTo>
                  <a:pt x="249279" y="138484"/>
                </a:lnTo>
                <a:lnTo>
                  <a:pt x="265900" y="138027"/>
                </a:lnTo>
                <a:lnTo>
                  <a:pt x="282521" y="128788"/>
                </a:lnTo>
                <a:lnTo>
                  <a:pt x="299142" y="119558"/>
                </a:lnTo>
                <a:lnTo>
                  <a:pt x="315763" y="110328"/>
                </a:lnTo>
                <a:lnTo>
                  <a:pt x="332375" y="101098"/>
                </a:lnTo>
                <a:lnTo>
                  <a:pt x="348996" y="91859"/>
                </a:lnTo>
                <a:lnTo>
                  <a:pt x="365617" y="82629"/>
                </a:lnTo>
                <a:lnTo>
                  <a:pt x="382238" y="73400"/>
                </a:lnTo>
                <a:lnTo>
                  <a:pt x="398850" y="64160"/>
                </a:lnTo>
                <a:lnTo>
                  <a:pt x="415471" y="54931"/>
                </a:lnTo>
                <a:lnTo>
                  <a:pt x="432092" y="45701"/>
                </a:lnTo>
                <a:lnTo>
                  <a:pt x="448713" y="36462"/>
                </a:lnTo>
                <a:lnTo>
                  <a:pt x="465325" y="27232"/>
                </a:lnTo>
                <a:lnTo>
                  <a:pt x="481946" y="18002"/>
                </a:lnTo>
                <a:lnTo>
                  <a:pt x="498567" y="8773"/>
                </a:lnTo>
                <a:lnTo>
                  <a:pt x="514350" y="953"/>
                </a:lnTo>
                <a:lnTo>
                  <a:pt x="514350" y="19964"/>
                </a:lnTo>
                <a:lnTo>
                  <a:pt x="514350" y="38976"/>
                </a:lnTo>
                <a:lnTo>
                  <a:pt x="514350" y="57988"/>
                </a:lnTo>
                <a:lnTo>
                  <a:pt x="514350" y="77000"/>
                </a:lnTo>
                <a:lnTo>
                  <a:pt x="514350" y="96012"/>
                </a:lnTo>
                <a:lnTo>
                  <a:pt x="514350" y="115024"/>
                </a:lnTo>
                <a:lnTo>
                  <a:pt x="514350" y="134036"/>
                </a:lnTo>
                <a:lnTo>
                  <a:pt x="514350" y="153048"/>
                </a:lnTo>
                <a:lnTo>
                  <a:pt x="514350" y="172050"/>
                </a:lnTo>
                <a:lnTo>
                  <a:pt x="514350" y="191062"/>
                </a:lnTo>
                <a:lnTo>
                  <a:pt x="514350" y="210074"/>
                </a:lnTo>
                <a:lnTo>
                  <a:pt x="514350" y="229086"/>
                </a:lnTo>
                <a:lnTo>
                  <a:pt x="514350" y="248098"/>
                </a:lnTo>
                <a:lnTo>
                  <a:pt x="514350" y="267110"/>
                </a:lnTo>
                <a:lnTo>
                  <a:pt x="514350" y="286121"/>
                </a:lnTo>
                <a:lnTo>
                  <a:pt x="514350" y="305133"/>
                </a:lnTo>
                <a:lnTo>
                  <a:pt x="514350" y="324145"/>
                </a:lnTo>
                <a:lnTo>
                  <a:pt x="514350" y="343157"/>
                </a:lnTo>
                <a:lnTo>
                  <a:pt x="514350" y="362169"/>
                </a:lnTo>
                <a:lnTo>
                  <a:pt x="514350" y="381171"/>
                </a:lnTo>
                <a:lnTo>
                  <a:pt x="514350" y="400183"/>
                </a:lnTo>
                <a:lnTo>
                  <a:pt x="514350" y="419195"/>
                </a:lnTo>
                <a:lnTo>
                  <a:pt x="514350" y="438207"/>
                </a:lnTo>
                <a:lnTo>
                  <a:pt x="514350" y="457219"/>
                </a:lnTo>
                <a:lnTo>
                  <a:pt x="514350" y="476231"/>
                </a:lnTo>
                <a:lnTo>
                  <a:pt x="514350" y="495243"/>
                </a:lnTo>
                <a:lnTo>
                  <a:pt x="514350" y="514255"/>
                </a:lnTo>
                <a:lnTo>
                  <a:pt x="514350" y="533267"/>
                </a:lnTo>
                <a:lnTo>
                  <a:pt x="514350" y="552279"/>
                </a:lnTo>
                <a:lnTo>
                  <a:pt x="514350" y="571281"/>
                </a:lnTo>
                <a:lnTo>
                  <a:pt x="514350" y="590293"/>
                </a:lnTo>
                <a:lnTo>
                  <a:pt x="514350" y="609305"/>
                </a:lnTo>
                <a:lnTo>
                  <a:pt x="514350" y="628317"/>
                </a:lnTo>
                <a:lnTo>
                  <a:pt x="514350" y="647329"/>
                </a:lnTo>
                <a:lnTo>
                  <a:pt x="514350" y="666340"/>
                </a:lnTo>
                <a:lnTo>
                  <a:pt x="514350" y="685352"/>
                </a:lnTo>
                <a:lnTo>
                  <a:pt x="514350" y="704364"/>
                </a:lnTo>
                <a:lnTo>
                  <a:pt x="514350" y="723376"/>
                </a:lnTo>
                <a:lnTo>
                  <a:pt x="514350" y="742388"/>
                </a:lnTo>
                <a:lnTo>
                  <a:pt x="514350" y="761390"/>
                </a:lnTo>
                <a:lnTo>
                  <a:pt x="514350" y="780402"/>
                </a:lnTo>
                <a:lnTo>
                  <a:pt x="514350" y="799414"/>
                </a:lnTo>
                <a:lnTo>
                  <a:pt x="514350" y="818426"/>
                </a:lnTo>
                <a:lnTo>
                  <a:pt x="514350" y="837438"/>
                </a:lnTo>
                <a:lnTo>
                  <a:pt x="514350" y="856450"/>
                </a:lnTo>
                <a:lnTo>
                  <a:pt x="514350" y="875462"/>
                </a:lnTo>
                <a:lnTo>
                  <a:pt x="514350" y="894474"/>
                </a:lnTo>
                <a:lnTo>
                  <a:pt x="514350" y="913486"/>
                </a:lnTo>
                <a:lnTo>
                  <a:pt x="514350" y="932498"/>
                </a:lnTo>
                <a:lnTo>
                  <a:pt x="514350" y="951500"/>
                </a:lnTo>
                <a:lnTo>
                  <a:pt x="514350" y="970512"/>
                </a:lnTo>
                <a:lnTo>
                  <a:pt x="514350" y="989524"/>
                </a:lnTo>
                <a:lnTo>
                  <a:pt x="514350" y="1008536"/>
                </a:lnTo>
                <a:lnTo>
                  <a:pt x="514350" y="1027547"/>
                </a:lnTo>
                <a:lnTo>
                  <a:pt x="514350" y="1046559"/>
                </a:lnTo>
                <a:lnTo>
                  <a:pt x="514350" y="1065571"/>
                </a:lnTo>
                <a:lnTo>
                  <a:pt x="514350" y="1084583"/>
                </a:lnTo>
                <a:lnTo>
                  <a:pt x="514350" y="1103595"/>
                </a:lnTo>
                <a:lnTo>
                  <a:pt x="514350" y="1122607"/>
                </a:lnTo>
                <a:lnTo>
                  <a:pt x="514350" y="1141619"/>
                </a:lnTo>
                <a:lnTo>
                  <a:pt x="514350" y="1160621"/>
                </a:lnTo>
                <a:lnTo>
                  <a:pt x="514350" y="1179633"/>
                </a:lnTo>
                <a:lnTo>
                  <a:pt x="514350" y="1198645"/>
                </a:lnTo>
                <a:lnTo>
                  <a:pt x="514350" y="1217657"/>
                </a:lnTo>
                <a:lnTo>
                  <a:pt x="514350" y="1236669"/>
                </a:lnTo>
                <a:lnTo>
                  <a:pt x="514350" y="1255681"/>
                </a:lnTo>
                <a:lnTo>
                  <a:pt x="514350" y="1274693"/>
                </a:lnTo>
                <a:lnTo>
                  <a:pt x="514350" y="1293705"/>
                </a:lnTo>
                <a:lnTo>
                  <a:pt x="514350" y="1312716"/>
                </a:lnTo>
                <a:lnTo>
                  <a:pt x="514350" y="1331728"/>
                </a:lnTo>
                <a:lnTo>
                  <a:pt x="514350" y="1350731"/>
                </a:lnTo>
                <a:lnTo>
                  <a:pt x="514350" y="1369743"/>
                </a:lnTo>
                <a:lnTo>
                  <a:pt x="514350" y="1388755"/>
                </a:lnTo>
                <a:lnTo>
                  <a:pt x="514350" y="1407766"/>
                </a:lnTo>
                <a:lnTo>
                  <a:pt x="497729" y="1416996"/>
                </a:lnTo>
                <a:lnTo>
                  <a:pt x="481108" y="1426235"/>
                </a:lnTo>
                <a:lnTo>
                  <a:pt x="464496" y="1435465"/>
                </a:lnTo>
                <a:lnTo>
                  <a:pt x="447875" y="1444695"/>
                </a:lnTo>
                <a:lnTo>
                  <a:pt x="431254" y="1453934"/>
                </a:lnTo>
                <a:lnTo>
                  <a:pt x="414633" y="1463164"/>
                </a:lnTo>
                <a:lnTo>
                  <a:pt x="398021" y="1472394"/>
                </a:lnTo>
                <a:lnTo>
                  <a:pt x="381400" y="1481633"/>
                </a:lnTo>
                <a:lnTo>
                  <a:pt x="364779" y="1490863"/>
                </a:lnTo>
                <a:lnTo>
                  <a:pt x="348158" y="1500092"/>
                </a:lnTo>
                <a:lnTo>
                  <a:pt x="331546" y="1509322"/>
                </a:lnTo>
                <a:lnTo>
                  <a:pt x="314925" y="1518561"/>
                </a:lnTo>
                <a:lnTo>
                  <a:pt x="298304" y="1527791"/>
                </a:lnTo>
                <a:lnTo>
                  <a:pt x="281683" y="1537021"/>
                </a:lnTo>
                <a:lnTo>
                  <a:pt x="265062" y="1546260"/>
                </a:lnTo>
                <a:lnTo>
                  <a:pt x="248450" y="1545793"/>
                </a:lnTo>
                <a:lnTo>
                  <a:pt x="231829" y="1536563"/>
                </a:lnTo>
                <a:lnTo>
                  <a:pt x="215208" y="1527324"/>
                </a:lnTo>
                <a:lnTo>
                  <a:pt x="198587" y="1518095"/>
                </a:lnTo>
                <a:lnTo>
                  <a:pt x="181975" y="1508865"/>
                </a:lnTo>
                <a:lnTo>
                  <a:pt x="165354" y="1499626"/>
                </a:lnTo>
                <a:lnTo>
                  <a:pt x="148733" y="1490396"/>
                </a:lnTo>
                <a:lnTo>
                  <a:pt x="132112" y="1481166"/>
                </a:lnTo>
                <a:lnTo>
                  <a:pt x="115500" y="1471927"/>
                </a:lnTo>
                <a:lnTo>
                  <a:pt x="98879" y="1462697"/>
                </a:lnTo>
                <a:lnTo>
                  <a:pt x="82258" y="1453467"/>
                </a:lnTo>
                <a:lnTo>
                  <a:pt x="65637" y="1444238"/>
                </a:lnTo>
                <a:lnTo>
                  <a:pt x="49025" y="1434998"/>
                </a:lnTo>
                <a:lnTo>
                  <a:pt x="32404" y="1425769"/>
                </a:lnTo>
                <a:lnTo>
                  <a:pt x="15783" y="1416539"/>
                </a:lnTo>
                <a:lnTo>
                  <a:pt x="0" y="1406814"/>
                </a:lnTo>
                <a:lnTo>
                  <a:pt x="0" y="1387802"/>
                </a:lnTo>
                <a:lnTo>
                  <a:pt x="0" y="1368790"/>
                </a:lnTo>
                <a:lnTo>
                  <a:pt x="0" y="1349778"/>
                </a:lnTo>
                <a:lnTo>
                  <a:pt x="0" y="1330766"/>
                </a:lnTo>
                <a:lnTo>
                  <a:pt x="0" y="1311754"/>
                </a:lnTo>
                <a:lnTo>
                  <a:pt x="0" y="1292743"/>
                </a:lnTo>
                <a:lnTo>
                  <a:pt x="0" y="1273731"/>
                </a:lnTo>
                <a:lnTo>
                  <a:pt x="0" y="1254728"/>
                </a:lnTo>
                <a:lnTo>
                  <a:pt x="0" y="1235716"/>
                </a:lnTo>
                <a:lnTo>
                  <a:pt x="0" y="1216704"/>
                </a:lnTo>
                <a:lnTo>
                  <a:pt x="0" y="1197693"/>
                </a:lnTo>
                <a:lnTo>
                  <a:pt x="0" y="1178681"/>
                </a:lnTo>
                <a:lnTo>
                  <a:pt x="0" y="1159669"/>
                </a:lnTo>
                <a:lnTo>
                  <a:pt x="0" y="1140657"/>
                </a:lnTo>
                <a:lnTo>
                  <a:pt x="0" y="1121645"/>
                </a:lnTo>
                <a:lnTo>
                  <a:pt x="0" y="1102633"/>
                </a:lnTo>
                <a:lnTo>
                  <a:pt x="0" y="1083621"/>
                </a:lnTo>
                <a:lnTo>
                  <a:pt x="0" y="1064619"/>
                </a:lnTo>
                <a:lnTo>
                  <a:pt x="0" y="1045607"/>
                </a:lnTo>
                <a:lnTo>
                  <a:pt x="0" y="1026595"/>
                </a:lnTo>
                <a:lnTo>
                  <a:pt x="0" y="1007583"/>
                </a:lnTo>
                <a:lnTo>
                  <a:pt x="0" y="988571"/>
                </a:lnTo>
                <a:lnTo>
                  <a:pt x="0" y="969559"/>
                </a:lnTo>
                <a:lnTo>
                  <a:pt x="0" y="950547"/>
                </a:lnTo>
                <a:lnTo>
                  <a:pt x="0" y="931535"/>
                </a:lnTo>
                <a:lnTo>
                  <a:pt x="0" y="912524"/>
                </a:lnTo>
                <a:lnTo>
                  <a:pt x="0" y="893512"/>
                </a:lnTo>
                <a:lnTo>
                  <a:pt x="0" y="874509"/>
                </a:lnTo>
                <a:lnTo>
                  <a:pt x="0" y="855497"/>
                </a:lnTo>
                <a:lnTo>
                  <a:pt x="0" y="836485"/>
                </a:lnTo>
                <a:lnTo>
                  <a:pt x="0" y="817474"/>
                </a:lnTo>
                <a:lnTo>
                  <a:pt x="0" y="798462"/>
                </a:lnTo>
                <a:lnTo>
                  <a:pt x="0" y="779450"/>
                </a:lnTo>
                <a:lnTo>
                  <a:pt x="0" y="760438"/>
                </a:lnTo>
                <a:lnTo>
                  <a:pt x="0" y="741426"/>
                </a:lnTo>
                <a:lnTo>
                  <a:pt x="0" y="722414"/>
                </a:lnTo>
                <a:lnTo>
                  <a:pt x="0" y="703402"/>
                </a:lnTo>
                <a:lnTo>
                  <a:pt x="0" y="684400"/>
                </a:lnTo>
                <a:lnTo>
                  <a:pt x="0" y="665388"/>
                </a:lnTo>
                <a:lnTo>
                  <a:pt x="0" y="646376"/>
                </a:lnTo>
                <a:lnTo>
                  <a:pt x="0" y="627364"/>
                </a:lnTo>
                <a:lnTo>
                  <a:pt x="0" y="608352"/>
                </a:lnTo>
                <a:lnTo>
                  <a:pt x="0" y="589340"/>
                </a:lnTo>
                <a:lnTo>
                  <a:pt x="0" y="570328"/>
                </a:lnTo>
                <a:lnTo>
                  <a:pt x="0" y="551317"/>
                </a:lnTo>
                <a:lnTo>
                  <a:pt x="0" y="532305"/>
                </a:lnTo>
                <a:lnTo>
                  <a:pt x="0" y="513293"/>
                </a:lnTo>
                <a:lnTo>
                  <a:pt x="0" y="494281"/>
                </a:lnTo>
                <a:lnTo>
                  <a:pt x="0" y="475278"/>
                </a:lnTo>
                <a:lnTo>
                  <a:pt x="0" y="456267"/>
                </a:lnTo>
                <a:lnTo>
                  <a:pt x="0" y="437255"/>
                </a:lnTo>
                <a:lnTo>
                  <a:pt x="0" y="418243"/>
                </a:lnTo>
                <a:lnTo>
                  <a:pt x="0" y="399231"/>
                </a:lnTo>
                <a:lnTo>
                  <a:pt x="0" y="380219"/>
                </a:lnTo>
                <a:lnTo>
                  <a:pt x="0" y="361207"/>
                </a:lnTo>
                <a:lnTo>
                  <a:pt x="0" y="342195"/>
                </a:lnTo>
                <a:lnTo>
                  <a:pt x="0" y="323183"/>
                </a:lnTo>
                <a:lnTo>
                  <a:pt x="0" y="304171"/>
                </a:lnTo>
                <a:lnTo>
                  <a:pt x="0" y="285169"/>
                </a:lnTo>
                <a:lnTo>
                  <a:pt x="0" y="266157"/>
                </a:lnTo>
                <a:lnTo>
                  <a:pt x="0" y="247145"/>
                </a:lnTo>
                <a:lnTo>
                  <a:pt x="0" y="228133"/>
                </a:lnTo>
                <a:lnTo>
                  <a:pt x="0" y="209121"/>
                </a:lnTo>
                <a:lnTo>
                  <a:pt x="0" y="190109"/>
                </a:lnTo>
                <a:lnTo>
                  <a:pt x="0" y="171098"/>
                </a:lnTo>
                <a:lnTo>
                  <a:pt x="0" y="152086"/>
                </a:lnTo>
                <a:lnTo>
                  <a:pt x="0" y="133074"/>
                </a:lnTo>
                <a:lnTo>
                  <a:pt x="0" y="114062"/>
                </a:lnTo>
                <a:lnTo>
                  <a:pt x="0" y="95060"/>
                </a:lnTo>
                <a:lnTo>
                  <a:pt x="0" y="76048"/>
                </a:lnTo>
                <a:lnTo>
                  <a:pt x="0" y="57036"/>
                </a:lnTo>
                <a:lnTo>
                  <a:pt x="0" y="38024"/>
                </a:lnTo>
                <a:lnTo>
                  <a:pt x="0" y="19012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78A8D5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35" name="phase-title-2">
            <a:extLst xmlns:a="http://schemas.openxmlformats.org/drawingml/2006/main">
              <a:ext uri="{FF2B5EF4-FFF2-40B4-BE49-F238E27FC236}">
                <a16:creationId xmlns:a16="http://schemas.microsoft.com/office/drawing/2014/main" id="{63560AC2-E1D7-4DFA-B8F4-BBD300289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4964011"/>
            <a:ext cx="1428750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持续转化</a:t>
            </a:r>
          </a:p>
        </p:txBody>
      </p:sp>
      <p:sp>
        <p:nvSpPr>
          <p:cNvPr id="36" name="phase-body-2">
            <a:extLst xmlns:a="http://schemas.openxmlformats.org/drawingml/2006/main">
              <a:ext uri="{FF2B5EF4-FFF2-40B4-BE49-F238E27FC236}">
                <a16:creationId xmlns:a16="http://schemas.microsoft.com/office/drawing/2014/main" id="{CCB92D93-4A3B-462A-B280-807452357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5318227"/>
            <a:ext cx="1428750" cy="587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让行动沉淀为</a:t>
            </a:r>
          </a:p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长期价值</a:t>
            </a:r>
          </a:p>
        </p:txBody>
      </p:sp>
      <p:sp>
        <p:nvSpPr>
          <p:cNvPr id="37" name="action-icon-shell-2-0">
            <a:extLst xmlns:a="http://schemas.openxmlformats.org/drawingml/2006/main">
              <a:ext uri="{FF2B5EF4-FFF2-40B4-BE49-F238E27FC236}">
                <a16:creationId xmlns:a16="http://schemas.microsoft.com/office/drawing/2014/main" id="{C8C8EFC1-4473-426E-8B15-D49118995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5263305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10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e35e31ec2b848af">
            <a:extLst>
              <a:ext uri="{96DAC541-7B7A-43D3-8B79-37D633B846F1}">
                <asvg:svgBlip xmlns:asvg="http://schemas.microsoft.com/office/drawing/2016/SVG/main" r:embed="R84706f8e8c2a46af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5339505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39" name="action-title-2-0">
            <a:extLst xmlns:a="http://schemas.openxmlformats.org/drawingml/2006/main">
              <a:ext uri="{FF2B5EF4-FFF2-40B4-BE49-F238E27FC236}">
                <a16:creationId xmlns:a16="http://schemas.microsoft.com/office/drawing/2014/main" id="{08D83A7D-BEDD-4552-9547-58BE28B08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5202288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数据打通</a:t>
            </a:r>
          </a:p>
        </p:txBody>
      </p:sp>
      <p:sp>
        <p:nvSpPr>
          <p:cNvPr id="40" name="action-body-2-0">
            <a:extLst xmlns:a="http://schemas.openxmlformats.org/drawingml/2006/main">
              <a:ext uri="{FF2B5EF4-FFF2-40B4-BE49-F238E27FC236}">
                <a16:creationId xmlns:a16="http://schemas.microsoft.com/office/drawing/2014/main" id="{3100E813-164A-41D7-8D5D-3C02D695D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5430888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统一分析对象</a:t>
            </a:r>
          </a:p>
        </p:txBody>
      </p:sp>
      <p:sp>
        <p:nvSpPr>
          <p:cNvPr id="41" name="action-icon-shell-2-1">
            <a:extLst xmlns:a="http://schemas.openxmlformats.org/drawingml/2006/main">
              <a:ext uri="{FF2B5EF4-FFF2-40B4-BE49-F238E27FC236}">
                <a16:creationId xmlns:a16="http://schemas.microsoft.com/office/drawing/2014/main" id="{DBB0DDAC-27BC-4606-9432-A434E3A1A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5263305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1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5033be4b1de4553">
            <a:extLst>
              <a:ext uri="{96DAC541-7B7A-43D3-8B79-37D633B846F1}">
                <asvg:svgBlip xmlns:asvg="http://schemas.microsoft.com/office/drawing/2016/SVG/main" r:embed="R4e7f9d92c4b1417b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5339505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43" name="action-title-2-1">
            <a:extLst xmlns:a="http://schemas.openxmlformats.org/drawingml/2006/main">
              <a:ext uri="{FF2B5EF4-FFF2-40B4-BE49-F238E27FC236}">
                <a16:creationId xmlns:a16="http://schemas.microsoft.com/office/drawing/2014/main" id="{295EF6D8-9C9C-40DC-AC5F-9F2550A67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5202288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自动分群</a:t>
            </a:r>
          </a:p>
        </p:txBody>
      </p:sp>
      <p:sp>
        <p:nvSpPr>
          <p:cNvPr id="44" name="action-body-2-1">
            <a:extLst xmlns:a="http://schemas.openxmlformats.org/drawingml/2006/main">
              <a:ext uri="{FF2B5EF4-FFF2-40B4-BE49-F238E27FC236}">
                <a16:creationId xmlns:a16="http://schemas.microsoft.com/office/drawing/2014/main" id="{E5D02F09-11D0-484D-8EAD-A4745A9A8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5430888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指导持续运营</a:t>
            </a:r>
          </a:p>
        </p:txBody>
      </p:sp>
      <p:sp>
        <p:nvSpPr>
          <p:cNvPr id="45" name="funnel-step-body-0">
            <a:extLst xmlns:a="http://schemas.openxmlformats.org/drawingml/2006/main">
              <a:ext uri="{FF2B5EF4-FFF2-40B4-BE49-F238E27FC236}">
                <a16:creationId xmlns:a16="http://schemas.microsoft.com/office/drawing/2014/main" id="{FD5D9C50-4106-47D4-A686-E52008ADC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52750" y="2514600"/>
            <a:ext cx="3327997" cy="627078"/>
          </a:xfrm>
          <a:custGeom xmlns:a="http://schemas.openxmlformats.org/drawingml/2006/main">
            <a:pathLst>
              <a:path w="3327997" h="627078">
                <a:moveTo>
                  <a:pt x="0" y="0"/>
                </a:moveTo>
                <a:lnTo>
                  <a:pt x="15573" y="26270"/>
                </a:lnTo>
                <a:lnTo>
                  <a:pt x="31156" y="52549"/>
                </a:lnTo>
                <a:lnTo>
                  <a:pt x="46730" y="78819"/>
                </a:lnTo>
                <a:lnTo>
                  <a:pt x="62313" y="105099"/>
                </a:lnTo>
                <a:lnTo>
                  <a:pt x="77886" y="131369"/>
                </a:lnTo>
                <a:lnTo>
                  <a:pt x="93459" y="157639"/>
                </a:lnTo>
                <a:lnTo>
                  <a:pt x="109042" y="183918"/>
                </a:lnTo>
                <a:lnTo>
                  <a:pt x="124616" y="210188"/>
                </a:lnTo>
                <a:lnTo>
                  <a:pt x="140198" y="236468"/>
                </a:lnTo>
                <a:lnTo>
                  <a:pt x="155772" y="262738"/>
                </a:lnTo>
                <a:lnTo>
                  <a:pt x="171345" y="289008"/>
                </a:lnTo>
                <a:lnTo>
                  <a:pt x="186928" y="315287"/>
                </a:lnTo>
                <a:lnTo>
                  <a:pt x="202502" y="341557"/>
                </a:lnTo>
                <a:lnTo>
                  <a:pt x="218084" y="367836"/>
                </a:lnTo>
                <a:lnTo>
                  <a:pt x="233658" y="394106"/>
                </a:lnTo>
                <a:lnTo>
                  <a:pt x="249231" y="420376"/>
                </a:lnTo>
                <a:lnTo>
                  <a:pt x="264814" y="446656"/>
                </a:lnTo>
                <a:lnTo>
                  <a:pt x="280387" y="472926"/>
                </a:lnTo>
                <a:lnTo>
                  <a:pt x="295970" y="499205"/>
                </a:lnTo>
                <a:lnTo>
                  <a:pt x="311544" y="525475"/>
                </a:lnTo>
                <a:lnTo>
                  <a:pt x="327117" y="551745"/>
                </a:lnTo>
                <a:lnTo>
                  <a:pt x="350701" y="568690"/>
                </a:lnTo>
                <a:lnTo>
                  <a:pt x="380333" y="576043"/>
                </a:lnTo>
                <a:lnTo>
                  <a:pt x="410423" y="581292"/>
                </a:lnTo>
                <a:lnTo>
                  <a:pt x="440674" y="585511"/>
                </a:lnTo>
                <a:lnTo>
                  <a:pt x="471011" y="589074"/>
                </a:lnTo>
                <a:lnTo>
                  <a:pt x="501396" y="592188"/>
                </a:lnTo>
                <a:lnTo>
                  <a:pt x="531809" y="594951"/>
                </a:lnTo>
                <a:lnTo>
                  <a:pt x="562251" y="597446"/>
                </a:lnTo>
                <a:lnTo>
                  <a:pt x="592712" y="599713"/>
                </a:lnTo>
                <a:lnTo>
                  <a:pt x="623192" y="601780"/>
                </a:lnTo>
                <a:lnTo>
                  <a:pt x="653672" y="603704"/>
                </a:lnTo>
                <a:lnTo>
                  <a:pt x="684162" y="605485"/>
                </a:lnTo>
                <a:lnTo>
                  <a:pt x="714661" y="607133"/>
                </a:lnTo>
                <a:lnTo>
                  <a:pt x="745169" y="608686"/>
                </a:lnTo>
                <a:lnTo>
                  <a:pt x="775678" y="610124"/>
                </a:lnTo>
                <a:lnTo>
                  <a:pt x="806196" y="611467"/>
                </a:lnTo>
                <a:lnTo>
                  <a:pt x="836714" y="612734"/>
                </a:lnTo>
                <a:lnTo>
                  <a:pt x="867232" y="613924"/>
                </a:lnTo>
                <a:lnTo>
                  <a:pt x="897760" y="615039"/>
                </a:lnTo>
                <a:lnTo>
                  <a:pt x="928287" y="616087"/>
                </a:lnTo>
                <a:lnTo>
                  <a:pt x="958815" y="617068"/>
                </a:lnTo>
                <a:lnTo>
                  <a:pt x="989343" y="617992"/>
                </a:lnTo>
                <a:lnTo>
                  <a:pt x="1019870" y="618858"/>
                </a:lnTo>
                <a:lnTo>
                  <a:pt x="1050407" y="619677"/>
                </a:lnTo>
                <a:lnTo>
                  <a:pt x="1080945" y="620439"/>
                </a:lnTo>
                <a:lnTo>
                  <a:pt x="1111482" y="621154"/>
                </a:lnTo>
                <a:lnTo>
                  <a:pt x="1142019" y="621821"/>
                </a:lnTo>
                <a:lnTo>
                  <a:pt x="1172556" y="622440"/>
                </a:lnTo>
                <a:lnTo>
                  <a:pt x="1203093" y="623021"/>
                </a:lnTo>
                <a:lnTo>
                  <a:pt x="1233630" y="623554"/>
                </a:lnTo>
                <a:lnTo>
                  <a:pt x="1264177" y="624049"/>
                </a:lnTo>
                <a:lnTo>
                  <a:pt x="1294714" y="624497"/>
                </a:lnTo>
                <a:lnTo>
                  <a:pt x="1325251" y="624916"/>
                </a:lnTo>
                <a:lnTo>
                  <a:pt x="1355798" y="625288"/>
                </a:lnTo>
                <a:lnTo>
                  <a:pt x="1386335" y="625631"/>
                </a:lnTo>
                <a:lnTo>
                  <a:pt x="1416882" y="625926"/>
                </a:lnTo>
                <a:lnTo>
                  <a:pt x="1447429" y="626193"/>
                </a:lnTo>
                <a:lnTo>
                  <a:pt x="1477966" y="626421"/>
                </a:lnTo>
                <a:lnTo>
                  <a:pt x="1508512" y="626621"/>
                </a:lnTo>
                <a:lnTo>
                  <a:pt x="1539059" y="626783"/>
                </a:lnTo>
                <a:lnTo>
                  <a:pt x="1569606" y="626907"/>
                </a:lnTo>
                <a:lnTo>
                  <a:pt x="1600143" y="626993"/>
                </a:lnTo>
                <a:lnTo>
                  <a:pt x="1630690" y="627050"/>
                </a:lnTo>
                <a:lnTo>
                  <a:pt x="1661236" y="627078"/>
                </a:lnTo>
                <a:lnTo>
                  <a:pt x="1691783" y="627059"/>
                </a:lnTo>
                <a:lnTo>
                  <a:pt x="1722320" y="627021"/>
                </a:lnTo>
                <a:lnTo>
                  <a:pt x="1752867" y="626945"/>
                </a:lnTo>
                <a:lnTo>
                  <a:pt x="1783413" y="626831"/>
                </a:lnTo>
                <a:lnTo>
                  <a:pt x="1813951" y="626678"/>
                </a:lnTo>
                <a:lnTo>
                  <a:pt x="1844497" y="626497"/>
                </a:lnTo>
                <a:lnTo>
                  <a:pt x="1875044" y="626278"/>
                </a:lnTo>
                <a:lnTo>
                  <a:pt x="1905581" y="626031"/>
                </a:lnTo>
                <a:lnTo>
                  <a:pt x="1936128" y="625735"/>
                </a:lnTo>
                <a:lnTo>
                  <a:pt x="1966674" y="625412"/>
                </a:lnTo>
                <a:lnTo>
                  <a:pt x="1997212" y="625050"/>
                </a:lnTo>
                <a:lnTo>
                  <a:pt x="2027758" y="624650"/>
                </a:lnTo>
                <a:lnTo>
                  <a:pt x="2058295" y="624211"/>
                </a:lnTo>
                <a:lnTo>
                  <a:pt x="2088833" y="623735"/>
                </a:lnTo>
                <a:lnTo>
                  <a:pt x="2119379" y="623221"/>
                </a:lnTo>
                <a:lnTo>
                  <a:pt x="2149916" y="622659"/>
                </a:lnTo>
                <a:lnTo>
                  <a:pt x="2180453" y="622049"/>
                </a:lnTo>
                <a:lnTo>
                  <a:pt x="2210991" y="621401"/>
                </a:lnTo>
                <a:lnTo>
                  <a:pt x="2241528" y="620706"/>
                </a:lnTo>
                <a:lnTo>
                  <a:pt x="2272065" y="619963"/>
                </a:lnTo>
                <a:lnTo>
                  <a:pt x="2302593" y="619173"/>
                </a:lnTo>
                <a:lnTo>
                  <a:pt x="2333130" y="618325"/>
                </a:lnTo>
                <a:lnTo>
                  <a:pt x="2363657" y="617420"/>
                </a:lnTo>
                <a:lnTo>
                  <a:pt x="2394194" y="616458"/>
                </a:lnTo>
                <a:lnTo>
                  <a:pt x="2424713" y="615429"/>
                </a:lnTo>
                <a:lnTo>
                  <a:pt x="2455240" y="614343"/>
                </a:lnTo>
                <a:lnTo>
                  <a:pt x="2485768" y="613181"/>
                </a:lnTo>
                <a:lnTo>
                  <a:pt x="2516286" y="611953"/>
                </a:lnTo>
                <a:lnTo>
                  <a:pt x="2546795" y="610629"/>
                </a:lnTo>
                <a:lnTo>
                  <a:pt x="2577313" y="609219"/>
                </a:lnTo>
                <a:lnTo>
                  <a:pt x="2607821" y="607724"/>
                </a:lnTo>
                <a:lnTo>
                  <a:pt x="2638320" y="606104"/>
                </a:lnTo>
                <a:lnTo>
                  <a:pt x="2668819" y="604371"/>
                </a:lnTo>
                <a:lnTo>
                  <a:pt x="2699299" y="602513"/>
                </a:lnTo>
                <a:lnTo>
                  <a:pt x="2729779" y="600504"/>
                </a:lnTo>
                <a:lnTo>
                  <a:pt x="2760250" y="598303"/>
                </a:lnTo>
                <a:lnTo>
                  <a:pt x="2790692" y="595903"/>
                </a:lnTo>
                <a:lnTo>
                  <a:pt x="2821124" y="593246"/>
                </a:lnTo>
                <a:lnTo>
                  <a:pt x="2851518" y="590274"/>
                </a:lnTo>
                <a:lnTo>
                  <a:pt x="2881874" y="586892"/>
                </a:lnTo>
                <a:lnTo>
                  <a:pt x="2912164" y="582940"/>
                </a:lnTo>
                <a:lnTo>
                  <a:pt x="2942330" y="578148"/>
                </a:lnTo>
                <a:lnTo>
                  <a:pt x="2972200" y="571795"/>
                </a:lnTo>
                <a:lnTo>
                  <a:pt x="3000566" y="560870"/>
                </a:lnTo>
                <a:lnTo>
                  <a:pt x="3016453" y="535181"/>
                </a:lnTo>
                <a:lnTo>
                  <a:pt x="3032027" y="508911"/>
                </a:lnTo>
                <a:lnTo>
                  <a:pt x="3047609" y="482632"/>
                </a:lnTo>
                <a:lnTo>
                  <a:pt x="3063183" y="456362"/>
                </a:lnTo>
                <a:lnTo>
                  <a:pt x="3078756" y="430092"/>
                </a:lnTo>
                <a:lnTo>
                  <a:pt x="3094339" y="403812"/>
                </a:lnTo>
                <a:lnTo>
                  <a:pt x="3109913" y="377542"/>
                </a:lnTo>
                <a:lnTo>
                  <a:pt x="3125495" y="351263"/>
                </a:lnTo>
                <a:lnTo>
                  <a:pt x="3141069" y="324993"/>
                </a:lnTo>
                <a:lnTo>
                  <a:pt x="3156642" y="298714"/>
                </a:lnTo>
                <a:lnTo>
                  <a:pt x="3172225" y="272444"/>
                </a:lnTo>
                <a:lnTo>
                  <a:pt x="3187798" y="246174"/>
                </a:lnTo>
                <a:lnTo>
                  <a:pt x="3203381" y="219894"/>
                </a:lnTo>
                <a:lnTo>
                  <a:pt x="3218955" y="193624"/>
                </a:lnTo>
                <a:lnTo>
                  <a:pt x="3234528" y="167354"/>
                </a:lnTo>
                <a:lnTo>
                  <a:pt x="3250111" y="141075"/>
                </a:lnTo>
                <a:lnTo>
                  <a:pt x="3265684" y="114805"/>
                </a:lnTo>
                <a:lnTo>
                  <a:pt x="3281267" y="88525"/>
                </a:lnTo>
                <a:lnTo>
                  <a:pt x="3296841" y="62255"/>
                </a:lnTo>
                <a:lnTo>
                  <a:pt x="3312414" y="35985"/>
                </a:lnTo>
                <a:lnTo>
                  <a:pt x="3327997" y="9706"/>
                </a:lnTo>
                <a:lnTo>
                  <a:pt x="3319005" y="10963"/>
                </a:lnTo>
                <a:lnTo>
                  <a:pt x="3289468" y="18612"/>
                </a:lnTo>
                <a:lnTo>
                  <a:pt x="3259360" y="23746"/>
                </a:lnTo>
                <a:lnTo>
                  <a:pt x="3229089" y="27813"/>
                </a:lnTo>
                <a:lnTo>
                  <a:pt x="3198733" y="31223"/>
                </a:lnTo>
                <a:lnTo>
                  <a:pt x="3168329" y="34195"/>
                </a:lnTo>
                <a:lnTo>
                  <a:pt x="3137906" y="36833"/>
                </a:lnTo>
                <a:lnTo>
                  <a:pt x="3107455" y="39224"/>
                </a:lnTo>
                <a:lnTo>
                  <a:pt x="3076985" y="41396"/>
                </a:lnTo>
                <a:lnTo>
                  <a:pt x="3046505" y="43405"/>
                </a:lnTo>
                <a:lnTo>
                  <a:pt x="3016025" y="45263"/>
                </a:lnTo>
                <a:lnTo>
                  <a:pt x="2985526" y="46987"/>
                </a:lnTo>
                <a:lnTo>
                  <a:pt x="2955026" y="48606"/>
                </a:lnTo>
                <a:lnTo>
                  <a:pt x="2924518" y="50121"/>
                </a:lnTo>
                <a:lnTo>
                  <a:pt x="2894009" y="51549"/>
                </a:lnTo>
                <a:lnTo>
                  <a:pt x="2863491" y="52892"/>
                </a:lnTo>
                <a:lnTo>
                  <a:pt x="2832973" y="54169"/>
                </a:lnTo>
                <a:lnTo>
                  <a:pt x="2802455" y="55369"/>
                </a:lnTo>
                <a:lnTo>
                  <a:pt x="2771927" y="56512"/>
                </a:lnTo>
                <a:lnTo>
                  <a:pt x="2741409" y="57588"/>
                </a:lnTo>
                <a:lnTo>
                  <a:pt x="2710882" y="58617"/>
                </a:lnTo>
                <a:lnTo>
                  <a:pt x="2680354" y="59598"/>
                </a:lnTo>
                <a:lnTo>
                  <a:pt x="2649817" y="60522"/>
                </a:lnTo>
                <a:lnTo>
                  <a:pt x="2619289" y="61408"/>
                </a:lnTo>
                <a:lnTo>
                  <a:pt x="2588752" y="62246"/>
                </a:lnTo>
                <a:lnTo>
                  <a:pt x="2558225" y="63046"/>
                </a:lnTo>
                <a:lnTo>
                  <a:pt x="2527687" y="63808"/>
                </a:lnTo>
                <a:lnTo>
                  <a:pt x="2497150" y="64522"/>
                </a:lnTo>
                <a:lnTo>
                  <a:pt x="2466613" y="65208"/>
                </a:lnTo>
                <a:lnTo>
                  <a:pt x="2436076" y="65856"/>
                </a:lnTo>
                <a:lnTo>
                  <a:pt x="2405539" y="66475"/>
                </a:lnTo>
                <a:lnTo>
                  <a:pt x="2375002" y="67066"/>
                </a:lnTo>
                <a:lnTo>
                  <a:pt x="2344464" y="67618"/>
                </a:lnTo>
                <a:lnTo>
                  <a:pt x="2313918" y="68151"/>
                </a:lnTo>
                <a:lnTo>
                  <a:pt x="2283381" y="68647"/>
                </a:lnTo>
                <a:lnTo>
                  <a:pt x="2252843" y="69104"/>
                </a:lnTo>
                <a:lnTo>
                  <a:pt x="2222297" y="69552"/>
                </a:lnTo>
                <a:lnTo>
                  <a:pt x="2191760" y="69961"/>
                </a:lnTo>
                <a:lnTo>
                  <a:pt x="2161213" y="70352"/>
                </a:lnTo>
                <a:lnTo>
                  <a:pt x="2130676" y="70714"/>
                </a:lnTo>
                <a:lnTo>
                  <a:pt x="2100129" y="71047"/>
                </a:lnTo>
                <a:lnTo>
                  <a:pt x="2069592" y="71352"/>
                </a:lnTo>
                <a:lnTo>
                  <a:pt x="2039045" y="71638"/>
                </a:lnTo>
                <a:lnTo>
                  <a:pt x="2008499" y="71904"/>
                </a:lnTo>
                <a:lnTo>
                  <a:pt x="1977962" y="72152"/>
                </a:lnTo>
                <a:lnTo>
                  <a:pt x="1947415" y="72361"/>
                </a:lnTo>
                <a:lnTo>
                  <a:pt x="1916868" y="72552"/>
                </a:lnTo>
                <a:lnTo>
                  <a:pt x="1886331" y="72714"/>
                </a:lnTo>
                <a:lnTo>
                  <a:pt x="1855784" y="72857"/>
                </a:lnTo>
                <a:lnTo>
                  <a:pt x="1825238" y="73000"/>
                </a:lnTo>
                <a:lnTo>
                  <a:pt x="1794691" y="73085"/>
                </a:lnTo>
                <a:lnTo>
                  <a:pt x="1764154" y="73171"/>
                </a:lnTo>
                <a:lnTo>
                  <a:pt x="1733607" y="73238"/>
                </a:lnTo>
                <a:lnTo>
                  <a:pt x="1703060" y="73266"/>
                </a:lnTo>
                <a:lnTo>
                  <a:pt x="1672514" y="73285"/>
                </a:lnTo>
                <a:lnTo>
                  <a:pt x="1641977" y="73276"/>
                </a:lnTo>
                <a:lnTo>
                  <a:pt x="1611430" y="73247"/>
                </a:lnTo>
                <a:lnTo>
                  <a:pt x="1580883" y="73200"/>
                </a:lnTo>
                <a:lnTo>
                  <a:pt x="1550337" y="73114"/>
                </a:lnTo>
                <a:lnTo>
                  <a:pt x="1519799" y="73038"/>
                </a:lnTo>
                <a:lnTo>
                  <a:pt x="1489253" y="72914"/>
                </a:lnTo>
                <a:lnTo>
                  <a:pt x="1458706" y="72771"/>
                </a:lnTo>
                <a:lnTo>
                  <a:pt x="1428159" y="72619"/>
                </a:lnTo>
                <a:lnTo>
                  <a:pt x="1397622" y="72438"/>
                </a:lnTo>
                <a:lnTo>
                  <a:pt x="1367076" y="72228"/>
                </a:lnTo>
                <a:lnTo>
                  <a:pt x="1336529" y="71999"/>
                </a:lnTo>
                <a:lnTo>
                  <a:pt x="1305992" y="71742"/>
                </a:lnTo>
                <a:lnTo>
                  <a:pt x="1275445" y="71466"/>
                </a:lnTo>
                <a:lnTo>
                  <a:pt x="1244908" y="71161"/>
                </a:lnTo>
                <a:lnTo>
                  <a:pt x="1214361" y="70837"/>
                </a:lnTo>
                <a:lnTo>
                  <a:pt x="1183815" y="70485"/>
                </a:lnTo>
                <a:lnTo>
                  <a:pt x="1153277" y="70104"/>
                </a:lnTo>
                <a:lnTo>
                  <a:pt x="1122731" y="69704"/>
                </a:lnTo>
                <a:lnTo>
                  <a:pt x="1092194" y="69275"/>
                </a:lnTo>
                <a:lnTo>
                  <a:pt x="1061657" y="68818"/>
                </a:lnTo>
                <a:lnTo>
                  <a:pt x="1031110" y="68332"/>
                </a:lnTo>
                <a:lnTo>
                  <a:pt x="1000573" y="67818"/>
                </a:lnTo>
                <a:lnTo>
                  <a:pt x="970036" y="67275"/>
                </a:lnTo>
                <a:lnTo>
                  <a:pt x="939498" y="66704"/>
                </a:lnTo>
                <a:lnTo>
                  <a:pt x="908952" y="66094"/>
                </a:lnTo>
                <a:lnTo>
                  <a:pt x="878415" y="65456"/>
                </a:lnTo>
                <a:lnTo>
                  <a:pt x="847877" y="64780"/>
                </a:lnTo>
                <a:lnTo>
                  <a:pt x="817340" y="64075"/>
                </a:lnTo>
                <a:lnTo>
                  <a:pt x="786813" y="63322"/>
                </a:lnTo>
                <a:lnTo>
                  <a:pt x="756275" y="62541"/>
                </a:lnTo>
                <a:lnTo>
                  <a:pt x="725738" y="61722"/>
                </a:lnTo>
                <a:lnTo>
                  <a:pt x="695211" y="60855"/>
                </a:lnTo>
                <a:lnTo>
                  <a:pt x="664683" y="59941"/>
                </a:lnTo>
                <a:lnTo>
                  <a:pt x="634146" y="58988"/>
                </a:lnTo>
                <a:lnTo>
                  <a:pt x="603618" y="57979"/>
                </a:lnTo>
                <a:lnTo>
                  <a:pt x="573100" y="56912"/>
                </a:lnTo>
                <a:lnTo>
                  <a:pt x="542573" y="55797"/>
                </a:lnTo>
                <a:lnTo>
                  <a:pt x="512054" y="54616"/>
                </a:lnTo>
                <a:lnTo>
                  <a:pt x="481536" y="53369"/>
                </a:lnTo>
                <a:lnTo>
                  <a:pt x="451018" y="52054"/>
                </a:lnTo>
                <a:lnTo>
                  <a:pt x="420500" y="50654"/>
                </a:lnTo>
                <a:lnTo>
                  <a:pt x="389992" y="49178"/>
                </a:lnTo>
                <a:lnTo>
                  <a:pt x="359493" y="47596"/>
                </a:lnTo>
                <a:lnTo>
                  <a:pt x="328994" y="45911"/>
                </a:lnTo>
                <a:lnTo>
                  <a:pt x="298504" y="44110"/>
                </a:lnTo>
                <a:lnTo>
                  <a:pt x="268024" y="42158"/>
                </a:lnTo>
                <a:lnTo>
                  <a:pt x="237554" y="40043"/>
                </a:lnTo>
                <a:lnTo>
                  <a:pt x="207093" y="37748"/>
                </a:lnTo>
                <a:lnTo>
                  <a:pt x="176651" y="35204"/>
                </a:lnTo>
                <a:lnTo>
                  <a:pt x="146247" y="32366"/>
                </a:lnTo>
                <a:lnTo>
                  <a:pt x="115872" y="29127"/>
                </a:lnTo>
                <a:lnTo>
                  <a:pt x="85563" y="25337"/>
                </a:lnTo>
                <a:lnTo>
                  <a:pt x="55378" y="20679"/>
                </a:lnTo>
                <a:lnTo>
                  <a:pt x="25517" y="14297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46" name="funnel-step-cap-0">
            <a:extLst xmlns:a="http://schemas.openxmlformats.org/drawingml/2006/main">
              <a:ext uri="{FF2B5EF4-FFF2-40B4-BE49-F238E27FC236}">
                <a16:creationId xmlns:a16="http://schemas.microsoft.com/office/drawing/2014/main" id="{F62613FC-7A63-4359-9CEB-CA6FD2C60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52750" y="2410358"/>
            <a:ext cx="3333750" cy="2084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47" name="funnel-step-body-1">
            <a:extLst xmlns:a="http://schemas.openxmlformats.org/drawingml/2006/main">
              <a:ext uri="{FF2B5EF4-FFF2-40B4-BE49-F238E27FC236}">
                <a16:creationId xmlns:a16="http://schemas.microsoft.com/office/drawing/2014/main" id="{A6873FDF-66D4-4378-B513-BDF7CCE39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281077" y="3242310"/>
            <a:ext cx="2676249" cy="627078"/>
          </a:xfrm>
          <a:custGeom xmlns:a="http://schemas.openxmlformats.org/drawingml/2006/main">
            <a:pathLst>
              <a:path w="2676249" h="627078">
                <a:moveTo>
                  <a:pt x="0" y="0"/>
                </a:moveTo>
                <a:lnTo>
                  <a:pt x="10516" y="23165"/>
                </a:lnTo>
                <a:lnTo>
                  <a:pt x="21022" y="46330"/>
                </a:lnTo>
                <a:lnTo>
                  <a:pt x="31537" y="69494"/>
                </a:lnTo>
                <a:lnTo>
                  <a:pt x="42043" y="92659"/>
                </a:lnTo>
                <a:lnTo>
                  <a:pt x="52559" y="115824"/>
                </a:lnTo>
                <a:lnTo>
                  <a:pt x="63065" y="138998"/>
                </a:lnTo>
                <a:lnTo>
                  <a:pt x="73581" y="162163"/>
                </a:lnTo>
                <a:lnTo>
                  <a:pt x="84087" y="185328"/>
                </a:lnTo>
                <a:lnTo>
                  <a:pt x="94602" y="208493"/>
                </a:lnTo>
                <a:lnTo>
                  <a:pt x="105108" y="231658"/>
                </a:lnTo>
                <a:lnTo>
                  <a:pt x="115624" y="254822"/>
                </a:lnTo>
                <a:lnTo>
                  <a:pt x="126130" y="277987"/>
                </a:lnTo>
                <a:lnTo>
                  <a:pt x="136646" y="301152"/>
                </a:lnTo>
                <a:lnTo>
                  <a:pt x="147152" y="324317"/>
                </a:lnTo>
                <a:lnTo>
                  <a:pt x="157667" y="347482"/>
                </a:lnTo>
                <a:lnTo>
                  <a:pt x="168173" y="370656"/>
                </a:lnTo>
                <a:lnTo>
                  <a:pt x="178689" y="393821"/>
                </a:lnTo>
                <a:lnTo>
                  <a:pt x="189195" y="416985"/>
                </a:lnTo>
                <a:lnTo>
                  <a:pt x="199711" y="440150"/>
                </a:lnTo>
                <a:lnTo>
                  <a:pt x="210217" y="463315"/>
                </a:lnTo>
                <a:lnTo>
                  <a:pt x="220732" y="486480"/>
                </a:lnTo>
                <a:lnTo>
                  <a:pt x="231238" y="509645"/>
                </a:lnTo>
                <a:lnTo>
                  <a:pt x="241754" y="532809"/>
                </a:lnTo>
                <a:lnTo>
                  <a:pt x="251698" y="556146"/>
                </a:lnTo>
                <a:lnTo>
                  <a:pt x="272405" y="569814"/>
                </a:lnTo>
                <a:lnTo>
                  <a:pt x="296847" y="576853"/>
                </a:lnTo>
                <a:lnTo>
                  <a:pt x="321755" y="581997"/>
                </a:lnTo>
                <a:lnTo>
                  <a:pt x="346843" y="586169"/>
                </a:lnTo>
                <a:lnTo>
                  <a:pt x="372037" y="589721"/>
                </a:lnTo>
                <a:lnTo>
                  <a:pt x="397278" y="592817"/>
                </a:lnTo>
                <a:lnTo>
                  <a:pt x="422567" y="595579"/>
                </a:lnTo>
                <a:lnTo>
                  <a:pt x="447885" y="598065"/>
                </a:lnTo>
                <a:lnTo>
                  <a:pt x="473221" y="600332"/>
                </a:lnTo>
                <a:lnTo>
                  <a:pt x="498577" y="602409"/>
                </a:lnTo>
                <a:lnTo>
                  <a:pt x="523942" y="604323"/>
                </a:lnTo>
                <a:lnTo>
                  <a:pt x="549326" y="606095"/>
                </a:lnTo>
                <a:lnTo>
                  <a:pt x="574710" y="607752"/>
                </a:lnTo>
                <a:lnTo>
                  <a:pt x="600104" y="609286"/>
                </a:lnTo>
                <a:lnTo>
                  <a:pt x="625497" y="610724"/>
                </a:lnTo>
                <a:lnTo>
                  <a:pt x="650900" y="612067"/>
                </a:lnTo>
                <a:lnTo>
                  <a:pt x="676313" y="613324"/>
                </a:lnTo>
                <a:lnTo>
                  <a:pt x="701726" y="614496"/>
                </a:lnTo>
                <a:lnTo>
                  <a:pt x="727139" y="615610"/>
                </a:lnTo>
                <a:lnTo>
                  <a:pt x="752551" y="616649"/>
                </a:lnTo>
                <a:lnTo>
                  <a:pt x="777973" y="617620"/>
                </a:lnTo>
                <a:lnTo>
                  <a:pt x="803396" y="618534"/>
                </a:lnTo>
                <a:lnTo>
                  <a:pt x="828818" y="619382"/>
                </a:lnTo>
                <a:lnTo>
                  <a:pt x="854250" y="620182"/>
                </a:lnTo>
                <a:lnTo>
                  <a:pt x="879672" y="620935"/>
                </a:lnTo>
                <a:lnTo>
                  <a:pt x="905104" y="621630"/>
                </a:lnTo>
                <a:lnTo>
                  <a:pt x="930535" y="622278"/>
                </a:lnTo>
                <a:lnTo>
                  <a:pt x="955967" y="622887"/>
                </a:lnTo>
                <a:lnTo>
                  <a:pt x="981399" y="623440"/>
                </a:lnTo>
                <a:lnTo>
                  <a:pt x="1006831" y="623954"/>
                </a:lnTo>
                <a:lnTo>
                  <a:pt x="1032262" y="624430"/>
                </a:lnTo>
                <a:lnTo>
                  <a:pt x="1057704" y="624859"/>
                </a:lnTo>
                <a:lnTo>
                  <a:pt x="1083135" y="625250"/>
                </a:lnTo>
                <a:lnTo>
                  <a:pt x="1108577" y="625602"/>
                </a:lnTo>
                <a:lnTo>
                  <a:pt x="1134008" y="625916"/>
                </a:lnTo>
                <a:lnTo>
                  <a:pt x="1159450" y="626183"/>
                </a:lnTo>
                <a:lnTo>
                  <a:pt x="1184881" y="626421"/>
                </a:lnTo>
                <a:lnTo>
                  <a:pt x="1210323" y="626621"/>
                </a:lnTo>
                <a:lnTo>
                  <a:pt x="1235764" y="626783"/>
                </a:lnTo>
                <a:lnTo>
                  <a:pt x="1261205" y="626916"/>
                </a:lnTo>
                <a:lnTo>
                  <a:pt x="1286637" y="627002"/>
                </a:lnTo>
                <a:lnTo>
                  <a:pt x="1312078" y="627059"/>
                </a:lnTo>
                <a:lnTo>
                  <a:pt x="1337520" y="627078"/>
                </a:lnTo>
                <a:lnTo>
                  <a:pt x="1362951" y="627059"/>
                </a:lnTo>
                <a:lnTo>
                  <a:pt x="1388393" y="627012"/>
                </a:lnTo>
                <a:lnTo>
                  <a:pt x="1413834" y="626926"/>
                </a:lnTo>
                <a:lnTo>
                  <a:pt x="1439275" y="626802"/>
                </a:lnTo>
                <a:lnTo>
                  <a:pt x="1464707" y="626640"/>
                </a:lnTo>
                <a:lnTo>
                  <a:pt x="1490148" y="626440"/>
                </a:lnTo>
                <a:lnTo>
                  <a:pt x="1515589" y="626212"/>
                </a:lnTo>
                <a:lnTo>
                  <a:pt x="1541021" y="625935"/>
                </a:lnTo>
                <a:lnTo>
                  <a:pt x="1566462" y="625631"/>
                </a:lnTo>
                <a:lnTo>
                  <a:pt x="1591894" y="625278"/>
                </a:lnTo>
                <a:lnTo>
                  <a:pt x="1617335" y="624897"/>
                </a:lnTo>
                <a:lnTo>
                  <a:pt x="1642767" y="624469"/>
                </a:lnTo>
                <a:lnTo>
                  <a:pt x="1668199" y="623992"/>
                </a:lnTo>
                <a:lnTo>
                  <a:pt x="1693640" y="623487"/>
                </a:lnTo>
                <a:lnTo>
                  <a:pt x="1719072" y="622935"/>
                </a:lnTo>
                <a:lnTo>
                  <a:pt x="1744504" y="622335"/>
                </a:lnTo>
                <a:lnTo>
                  <a:pt x="1769936" y="621687"/>
                </a:lnTo>
                <a:lnTo>
                  <a:pt x="1795358" y="620992"/>
                </a:lnTo>
                <a:lnTo>
                  <a:pt x="1820789" y="620249"/>
                </a:lnTo>
                <a:lnTo>
                  <a:pt x="1846212" y="619449"/>
                </a:lnTo>
                <a:lnTo>
                  <a:pt x="1871643" y="618601"/>
                </a:lnTo>
                <a:lnTo>
                  <a:pt x="1897066" y="617696"/>
                </a:lnTo>
                <a:lnTo>
                  <a:pt x="1922478" y="616734"/>
                </a:lnTo>
                <a:lnTo>
                  <a:pt x="1947901" y="615696"/>
                </a:lnTo>
                <a:lnTo>
                  <a:pt x="1973313" y="614591"/>
                </a:lnTo>
                <a:lnTo>
                  <a:pt x="1998726" y="613420"/>
                </a:lnTo>
                <a:lnTo>
                  <a:pt x="2024139" y="612172"/>
                </a:lnTo>
                <a:lnTo>
                  <a:pt x="2049542" y="610838"/>
                </a:lnTo>
                <a:lnTo>
                  <a:pt x="2074936" y="609400"/>
                </a:lnTo>
                <a:lnTo>
                  <a:pt x="2100329" y="607876"/>
                </a:lnTo>
                <a:lnTo>
                  <a:pt x="2125713" y="606238"/>
                </a:lnTo>
                <a:lnTo>
                  <a:pt x="2151097" y="604466"/>
                </a:lnTo>
                <a:lnTo>
                  <a:pt x="2176463" y="602571"/>
                </a:lnTo>
                <a:lnTo>
                  <a:pt x="2201818" y="600513"/>
                </a:lnTo>
                <a:lnTo>
                  <a:pt x="2227155" y="598256"/>
                </a:lnTo>
                <a:lnTo>
                  <a:pt x="2252472" y="595789"/>
                </a:lnTo>
                <a:lnTo>
                  <a:pt x="2277761" y="593055"/>
                </a:lnTo>
                <a:lnTo>
                  <a:pt x="2303021" y="589988"/>
                </a:lnTo>
                <a:lnTo>
                  <a:pt x="2328215" y="586483"/>
                </a:lnTo>
                <a:lnTo>
                  <a:pt x="2353313" y="582368"/>
                </a:lnTo>
                <a:lnTo>
                  <a:pt x="2378250" y="577320"/>
                </a:lnTo>
                <a:lnTo>
                  <a:pt x="2402748" y="570509"/>
                </a:lnTo>
                <a:lnTo>
                  <a:pt x="2424465" y="557975"/>
                </a:lnTo>
                <a:lnTo>
                  <a:pt x="2434495" y="534686"/>
                </a:lnTo>
                <a:lnTo>
                  <a:pt x="2445001" y="511521"/>
                </a:lnTo>
                <a:lnTo>
                  <a:pt x="2455516" y="488356"/>
                </a:lnTo>
                <a:lnTo>
                  <a:pt x="2466023" y="465191"/>
                </a:lnTo>
                <a:lnTo>
                  <a:pt x="2476538" y="442027"/>
                </a:lnTo>
                <a:lnTo>
                  <a:pt x="2487044" y="418862"/>
                </a:lnTo>
                <a:lnTo>
                  <a:pt x="2497560" y="395697"/>
                </a:lnTo>
                <a:lnTo>
                  <a:pt x="2508066" y="372532"/>
                </a:lnTo>
                <a:lnTo>
                  <a:pt x="2518581" y="349367"/>
                </a:lnTo>
                <a:lnTo>
                  <a:pt x="2529088" y="326203"/>
                </a:lnTo>
                <a:lnTo>
                  <a:pt x="2539603" y="303028"/>
                </a:lnTo>
                <a:lnTo>
                  <a:pt x="2550109" y="279864"/>
                </a:lnTo>
                <a:lnTo>
                  <a:pt x="2560625" y="256699"/>
                </a:lnTo>
                <a:lnTo>
                  <a:pt x="2571131" y="233534"/>
                </a:lnTo>
                <a:lnTo>
                  <a:pt x="2581646" y="210369"/>
                </a:lnTo>
                <a:lnTo>
                  <a:pt x="2592153" y="187204"/>
                </a:lnTo>
                <a:lnTo>
                  <a:pt x="2602668" y="164040"/>
                </a:lnTo>
                <a:lnTo>
                  <a:pt x="2613174" y="140875"/>
                </a:lnTo>
                <a:lnTo>
                  <a:pt x="2623690" y="117710"/>
                </a:lnTo>
                <a:lnTo>
                  <a:pt x="2634196" y="94545"/>
                </a:lnTo>
                <a:lnTo>
                  <a:pt x="2644712" y="71371"/>
                </a:lnTo>
                <a:lnTo>
                  <a:pt x="2655227" y="48206"/>
                </a:lnTo>
                <a:lnTo>
                  <a:pt x="2665733" y="25041"/>
                </a:lnTo>
                <a:lnTo>
                  <a:pt x="2676249" y="1876"/>
                </a:lnTo>
                <a:lnTo>
                  <a:pt x="2659266" y="13364"/>
                </a:lnTo>
                <a:lnTo>
                  <a:pt x="2634777" y="20203"/>
                </a:lnTo>
                <a:lnTo>
                  <a:pt x="2609821" y="25098"/>
                </a:lnTo>
                <a:lnTo>
                  <a:pt x="2584685" y="29042"/>
                </a:lnTo>
                <a:lnTo>
                  <a:pt x="2559472" y="32385"/>
                </a:lnTo>
                <a:lnTo>
                  <a:pt x="2534202" y="35319"/>
                </a:lnTo>
                <a:lnTo>
                  <a:pt x="2508895" y="37929"/>
                </a:lnTo>
                <a:lnTo>
                  <a:pt x="2483568" y="40300"/>
                </a:lnTo>
                <a:lnTo>
                  <a:pt x="2458222" y="42462"/>
                </a:lnTo>
                <a:lnTo>
                  <a:pt x="2432866" y="44453"/>
                </a:lnTo>
                <a:lnTo>
                  <a:pt x="2407491" y="46292"/>
                </a:lnTo>
                <a:lnTo>
                  <a:pt x="2382107" y="48006"/>
                </a:lnTo>
                <a:lnTo>
                  <a:pt x="2356723" y="49616"/>
                </a:lnTo>
                <a:lnTo>
                  <a:pt x="2331329" y="51130"/>
                </a:lnTo>
                <a:lnTo>
                  <a:pt x="2305926" y="52549"/>
                </a:lnTo>
                <a:lnTo>
                  <a:pt x="2280523" y="53883"/>
                </a:lnTo>
                <a:lnTo>
                  <a:pt x="2255120" y="55150"/>
                </a:lnTo>
                <a:lnTo>
                  <a:pt x="2229707" y="56340"/>
                </a:lnTo>
                <a:lnTo>
                  <a:pt x="2204295" y="57464"/>
                </a:lnTo>
                <a:lnTo>
                  <a:pt x="2178872" y="58541"/>
                </a:lnTo>
                <a:lnTo>
                  <a:pt x="2153460" y="59550"/>
                </a:lnTo>
                <a:lnTo>
                  <a:pt x="2128037" y="60512"/>
                </a:lnTo>
                <a:lnTo>
                  <a:pt x="2102615" y="61436"/>
                </a:lnTo>
                <a:lnTo>
                  <a:pt x="2077193" y="62303"/>
                </a:lnTo>
                <a:lnTo>
                  <a:pt x="2051761" y="63122"/>
                </a:lnTo>
                <a:lnTo>
                  <a:pt x="2026339" y="63913"/>
                </a:lnTo>
                <a:lnTo>
                  <a:pt x="2000907" y="64656"/>
                </a:lnTo>
                <a:lnTo>
                  <a:pt x="1975485" y="65351"/>
                </a:lnTo>
                <a:lnTo>
                  <a:pt x="1950053" y="66018"/>
                </a:lnTo>
                <a:lnTo>
                  <a:pt x="1924622" y="66646"/>
                </a:lnTo>
                <a:lnTo>
                  <a:pt x="1899190" y="67247"/>
                </a:lnTo>
                <a:lnTo>
                  <a:pt x="1873758" y="67808"/>
                </a:lnTo>
                <a:lnTo>
                  <a:pt x="1848326" y="68342"/>
                </a:lnTo>
                <a:lnTo>
                  <a:pt x="1822885" y="68847"/>
                </a:lnTo>
                <a:lnTo>
                  <a:pt x="1797453" y="69323"/>
                </a:lnTo>
                <a:lnTo>
                  <a:pt x="1772021" y="69761"/>
                </a:lnTo>
                <a:lnTo>
                  <a:pt x="1746580" y="70180"/>
                </a:lnTo>
                <a:lnTo>
                  <a:pt x="1721148" y="70561"/>
                </a:lnTo>
                <a:lnTo>
                  <a:pt x="1695707" y="70923"/>
                </a:lnTo>
                <a:lnTo>
                  <a:pt x="1670275" y="71257"/>
                </a:lnTo>
                <a:lnTo>
                  <a:pt x="1644834" y="71561"/>
                </a:lnTo>
                <a:lnTo>
                  <a:pt x="1619402" y="71838"/>
                </a:lnTo>
                <a:lnTo>
                  <a:pt x="1593961" y="72095"/>
                </a:lnTo>
                <a:lnTo>
                  <a:pt x="1568529" y="72323"/>
                </a:lnTo>
                <a:lnTo>
                  <a:pt x="1543088" y="72523"/>
                </a:lnTo>
                <a:lnTo>
                  <a:pt x="1517647" y="72704"/>
                </a:lnTo>
                <a:lnTo>
                  <a:pt x="1492215" y="72866"/>
                </a:lnTo>
                <a:lnTo>
                  <a:pt x="1466774" y="72990"/>
                </a:lnTo>
                <a:lnTo>
                  <a:pt x="1441333" y="73095"/>
                </a:lnTo>
                <a:lnTo>
                  <a:pt x="1415891" y="73181"/>
                </a:lnTo>
                <a:lnTo>
                  <a:pt x="1390460" y="73238"/>
                </a:lnTo>
                <a:lnTo>
                  <a:pt x="1365018" y="73276"/>
                </a:lnTo>
                <a:lnTo>
                  <a:pt x="1339577" y="73295"/>
                </a:lnTo>
                <a:lnTo>
                  <a:pt x="1314136" y="73285"/>
                </a:lnTo>
                <a:lnTo>
                  <a:pt x="1288704" y="73247"/>
                </a:lnTo>
                <a:lnTo>
                  <a:pt x="1263263" y="73190"/>
                </a:lnTo>
                <a:lnTo>
                  <a:pt x="1237821" y="73104"/>
                </a:lnTo>
                <a:lnTo>
                  <a:pt x="1212390" y="73009"/>
                </a:lnTo>
                <a:lnTo>
                  <a:pt x="1186948" y="72876"/>
                </a:lnTo>
                <a:lnTo>
                  <a:pt x="1161507" y="72714"/>
                </a:lnTo>
                <a:lnTo>
                  <a:pt x="1136066" y="72542"/>
                </a:lnTo>
                <a:lnTo>
                  <a:pt x="1110634" y="72342"/>
                </a:lnTo>
                <a:lnTo>
                  <a:pt x="1085193" y="72114"/>
                </a:lnTo>
                <a:lnTo>
                  <a:pt x="1059752" y="71866"/>
                </a:lnTo>
                <a:lnTo>
                  <a:pt x="1034320" y="71580"/>
                </a:lnTo>
                <a:lnTo>
                  <a:pt x="1008878" y="71276"/>
                </a:lnTo>
                <a:lnTo>
                  <a:pt x="983447" y="70952"/>
                </a:lnTo>
                <a:lnTo>
                  <a:pt x="958005" y="70590"/>
                </a:lnTo>
                <a:lnTo>
                  <a:pt x="932574" y="70209"/>
                </a:lnTo>
                <a:lnTo>
                  <a:pt x="907142" y="69799"/>
                </a:lnTo>
                <a:lnTo>
                  <a:pt x="881701" y="69361"/>
                </a:lnTo>
                <a:lnTo>
                  <a:pt x="856269" y="68885"/>
                </a:lnTo>
                <a:lnTo>
                  <a:pt x="830837" y="68390"/>
                </a:lnTo>
                <a:lnTo>
                  <a:pt x="805405" y="67856"/>
                </a:lnTo>
                <a:lnTo>
                  <a:pt x="779964" y="67294"/>
                </a:lnTo>
                <a:lnTo>
                  <a:pt x="754532" y="66704"/>
                </a:lnTo>
                <a:lnTo>
                  <a:pt x="729101" y="66075"/>
                </a:lnTo>
                <a:lnTo>
                  <a:pt x="703678" y="65408"/>
                </a:lnTo>
                <a:lnTo>
                  <a:pt x="678247" y="64713"/>
                </a:lnTo>
                <a:lnTo>
                  <a:pt x="652815" y="63970"/>
                </a:lnTo>
                <a:lnTo>
                  <a:pt x="627393" y="63189"/>
                </a:lnTo>
                <a:lnTo>
                  <a:pt x="601970" y="62370"/>
                </a:lnTo>
                <a:lnTo>
                  <a:pt x="576539" y="61503"/>
                </a:lnTo>
                <a:lnTo>
                  <a:pt x="551117" y="60589"/>
                </a:lnTo>
                <a:lnTo>
                  <a:pt x="525694" y="59636"/>
                </a:lnTo>
                <a:lnTo>
                  <a:pt x="500282" y="58617"/>
                </a:lnTo>
                <a:lnTo>
                  <a:pt x="474859" y="57560"/>
                </a:lnTo>
                <a:lnTo>
                  <a:pt x="449447" y="56426"/>
                </a:lnTo>
                <a:lnTo>
                  <a:pt x="424034" y="55245"/>
                </a:lnTo>
                <a:lnTo>
                  <a:pt x="398631" y="53988"/>
                </a:lnTo>
                <a:lnTo>
                  <a:pt x="373228" y="52664"/>
                </a:lnTo>
                <a:lnTo>
                  <a:pt x="347824" y="51245"/>
                </a:lnTo>
                <a:lnTo>
                  <a:pt x="322431" y="49740"/>
                </a:lnTo>
                <a:lnTo>
                  <a:pt x="297047" y="48139"/>
                </a:lnTo>
                <a:lnTo>
                  <a:pt x="271663" y="46444"/>
                </a:lnTo>
                <a:lnTo>
                  <a:pt x="246288" y="44606"/>
                </a:lnTo>
                <a:lnTo>
                  <a:pt x="220932" y="42624"/>
                </a:lnTo>
                <a:lnTo>
                  <a:pt x="195577" y="40481"/>
                </a:lnTo>
                <a:lnTo>
                  <a:pt x="170250" y="38129"/>
                </a:lnTo>
                <a:lnTo>
                  <a:pt x="144942" y="35538"/>
                </a:lnTo>
                <a:lnTo>
                  <a:pt x="119672" y="32633"/>
                </a:lnTo>
                <a:lnTo>
                  <a:pt x="94450" y="29327"/>
                </a:lnTo>
                <a:lnTo>
                  <a:pt x="69313" y="25451"/>
                </a:lnTo>
                <a:lnTo>
                  <a:pt x="44329" y="20650"/>
                </a:lnTo>
                <a:lnTo>
                  <a:pt x="19774" y="14049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48" name="funnel-step-cap-1">
            <a:extLst xmlns:a="http://schemas.openxmlformats.org/drawingml/2006/main">
              <a:ext uri="{FF2B5EF4-FFF2-40B4-BE49-F238E27FC236}">
                <a16:creationId xmlns:a16="http://schemas.microsoft.com/office/drawing/2014/main" id="{010A7C48-C245-4D96-B868-4D109A350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281067" y="3138068"/>
            <a:ext cx="2677106" cy="2084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7EAC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49" name="funnel-step-body-2">
            <a:extLst xmlns:a="http://schemas.openxmlformats.org/drawingml/2006/main">
              <a:ext uri="{FF2B5EF4-FFF2-40B4-BE49-F238E27FC236}">
                <a16:creationId xmlns:a16="http://schemas.microsoft.com/office/drawing/2014/main" id="{543DFFDB-CDEE-45EE-83D7-3F4188C4F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532346" y="3970020"/>
            <a:ext cx="2171271" cy="627069"/>
          </a:xfrm>
          <a:custGeom xmlns:a="http://schemas.openxmlformats.org/drawingml/2006/main">
            <a:pathLst>
              <a:path w="2171271" h="627069">
                <a:moveTo>
                  <a:pt x="0" y="0"/>
                </a:moveTo>
                <a:lnTo>
                  <a:pt x="8163" y="19774"/>
                </a:lnTo>
                <a:lnTo>
                  <a:pt x="16326" y="39548"/>
                </a:lnTo>
                <a:lnTo>
                  <a:pt x="24489" y="59312"/>
                </a:lnTo>
                <a:lnTo>
                  <a:pt x="32652" y="79086"/>
                </a:lnTo>
                <a:lnTo>
                  <a:pt x="40805" y="98860"/>
                </a:lnTo>
                <a:lnTo>
                  <a:pt x="48968" y="118634"/>
                </a:lnTo>
                <a:lnTo>
                  <a:pt x="57131" y="138408"/>
                </a:lnTo>
                <a:lnTo>
                  <a:pt x="65294" y="158182"/>
                </a:lnTo>
                <a:lnTo>
                  <a:pt x="73457" y="177946"/>
                </a:lnTo>
                <a:lnTo>
                  <a:pt x="81620" y="197720"/>
                </a:lnTo>
                <a:lnTo>
                  <a:pt x="89783" y="217494"/>
                </a:lnTo>
                <a:lnTo>
                  <a:pt x="97946" y="237268"/>
                </a:lnTo>
                <a:lnTo>
                  <a:pt x="106109" y="257042"/>
                </a:lnTo>
                <a:lnTo>
                  <a:pt x="114271" y="276816"/>
                </a:lnTo>
                <a:lnTo>
                  <a:pt x="122425" y="296580"/>
                </a:lnTo>
                <a:lnTo>
                  <a:pt x="130588" y="316354"/>
                </a:lnTo>
                <a:lnTo>
                  <a:pt x="138751" y="336128"/>
                </a:lnTo>
                <a:lnTo>
                  <a:pt x="146914" y="355902"/>
                </a:lnTo>
                <a:lnTo>
                  <a:pt x="155077" y="375676"/>
                </a:lnTo>
                <a:lnTo>
                  <a:pt x="163239" y="395449"/>
                </a:lnTo>
                <a:lnTo>
                  <a:pt x="171402" y="415214"/>
                </a:lnTo>
                <a:lnTo>
                  <a:pt x="179565" y="434988"/>
                </a:lnTo>
                <a:lnTo>
                  <a:pt x="187728" y="454762"/>
                </a:lnTo>
                <a:lnTo>
                  <a:pt x="195882" y="474536"/>
                </a:lnTo>
                <a:lnTo>
                  <a:pt x="204045" y="494309"/>
                </a:lnTo>
                <a:lnTo>
                  <a:pt x="212207" y="514083"/>
                </a:lnTo>
                <a:lnTo>
                  <a:pt x="220370" y="533848"/>
                </a:lnTo>
                <a:lnTo>
                  <a:pt x="228533" y="553622"/>
                </a:lnTo>
                <a:lnTo>
                  <a:pt x="242526" y="568481"/>
                </a:lnTo>
                <a:lnTo>
                  <a:pt x="262452" y="576196"/>
                </a:lnTo>
                <a:lnTo>
                  <a:pt x="283112" y="581730"/>
                </a:lnTo>
                <a:lnTo>
                  <a:pt x="304038" y="586169"/>
                </a:lnTo>
                <a:lnTo>
                  <a:pt x="325098" y="589902"/>
                </a:lnTo>
                <a:lnTo>
                  <a:pt x="346234" y="593160"/>
                </a:lnTo>
                <a:lnTo>
                  <a:pt x="367436" y="596036"/>
                </a:lnTo>
                <a:lnTo>
                  <a:pt x="388668" y="598627"/>
                </a:lnTo>
                <a:lnTo>
                  <a:pt x="409927" y="600980"/>
                </a:lnTo>
                <a:lnTo>
                  <a:pt x="431206" y="603123"/>
                </a:lnTo>
                <a:lnTo>
                  <a:pt x="452504" y="605104"/>
                </a:lnTo>
                <a:lnTo>
                  <a:pt x="473821" y="606923"/>
                </a:lnTo>
                <a:lnTo>
                  <a:pt x="495148" y="608619"/>
                </a:lnTo>
                <a:lnTo>
                  <a:pt x="516474" y="610181"/>
                </a:lnTo>
                <a:lnTo>
                  <a:pt x="537820" y="611648"/>
                </a:lnTo>
                <a:lnTo>
                  <a:pt x="559165" y="613010"/>
                </a:lnTo>
                <a:lnTo>
                  <a:pt x="580520" y="614286"/>
                </a:lnTo>
                <a:lnTo>
                  <a:pt x="601875" y="615467"/>
                </a:lnTo>
                <a:lnTo>
                  <a:pt x="623240" y="616582"/>
                </a:lnTo>
                <a:lnTo>
                  <a:pt x="644604" y="617630"/>
                </a:lnTo>
                <a:lnTo>
                  <a:pt x="665969" y="618592"/>
                </a:lnTo>
                <a:lnTo>
                  <a:pt x="687343" y="619496"/>
                </a:lnTo>
                <a:lnTo>
                  <a:pt x="708717" y="620335"/>
                </a:lnTo>
                <a:lnTo>
                  <a:pt x="730091" y="621116"/>
                </a:lnTo>
                <a:lnTo>
                  <a:pt x="751475" y="621849"/>
                </a:lnTo>
                <a:lnTo>
                  <a:pt x="772849" y="622525"/>
                </a:lnTo>
                <a:lnTo>
                  <a:pt x="794233" y="623145"/>
                </a:lnTo>
                <a:lnTo>
                  <a:pt x="815616" y="623716"/>
                </a:lnTo>
                <a:lnTo>
                  <a:pt x="837000" y="624230"/>
                </a:lnTo>
                <a:lnTo>
                  <a:pt x="858383" y="624707"/>
                </a:lnTo>
                <a:lnTo>
                  <a:pt x="879777" y="625135"/>
                </a:lnTo>
                <a:lnTo>
                  <a:pt x="901160" y="625526"/>
                </a:lnTo>
                <a:lnTo>
                  <a:pt x="922544" y="625859"/>
                </a:lnTo>
                <a:lnTo>
                  <a:pt x="943937" y="626164"/>
                </a:lnTo>
                <a:lnTo>
                  <a:pt x="965321" y="626412"/>
                </a:lnTo>
                <a:lnTo>
                  <a:pt x="986714" y="626631"/>
                </a:lnTo>
                <a:lnTo>
                  <a:pt x="1008107" y="626802"/>
                </a:lnTo>
                <a:lnTo>
                  <a:pt x="1029491" y="626926"/>
                </a:lnTo>
                <a:lnTo>
                  <a:pt x="1050884" y="627021"/>
                </a:lnTo>
                <a:lnTo>
                  <a:pt x="1072277" y="627069"/>
                </a:lnTo>
                <a:lnTo>
                  <a:pt x="1093670" y="627069"/>
                </a:lnTo>
                <a:lnTo>
                  <a:pt x="1115054" y="627040"/>
                </a:lnTo>
                <a:lnTo>
                  <a:pt x="1136447" y="626964"/>
                </a:lnTo>
                <a:lnTo>
                  <a:pt x="1157840" y="626850"/>
                </a:lnTo>
                <a:lnTo>
                  <a:pt x="1179224" y="626697"/>
                </a:lnTo>
                <a:lnTo>
                  <a:pt x="1200617" y="626507"/>
                </a:lnTo>
                <a:lnTo>
                  <a:pt x="1222010" y="626269"/>
                </a:lnTo>
                <a:lnTo>
                  <a:pt x="1243394" y="625993"/>
                </a:lnTo>
                <a:lnTo>
                  <a:pt x="1264787" y="625669"/>
                </a:lnTo>
                <a:lnTo>
                  <a:pt x="1286170" y="625297"/>
                </a:lnTo>
                <a:lnTo>
                  <a:pt x="1307554" y="624888"/>
                </a:lnTo>
                <a:lnTo>
                  <a:pt x="1328947" y="624430"/>
                </a:lnTo>
                <a:lnTo>
                  <a:pt x="1350331" y="623926"/>
                </a:lnTo>
                <a:lnTo>
                  <a:pt x="1371714" y="623373"/>
                </a:lnTo>
                <a:lnTo>
                  <a:pt x="1393098" y="622773"/>
                </a:lnTo>
                <a:lnTo>
                  <a:pt x="1414472" y="622125"/>
                </a:lnTo>
                <a:lnTo>
                  <a:pt x="1435856" y="621421"/>
                </a:lnTo>
                <a:lnTo>
                  <a:pt x="1457230" y="620659"/>
                </a:lnTo>
                <a:lnTo>
                  <a:pt x="1478604" y="619839"/>
                </a:lnTo>
                <a:lnTo>
                  <a:pt x="1499978" y="618963"/>
                </a:lnTo>
                <a:lnTo>
                  <a:pt x="1521352" y="618020"/>
                </a:lnTo>
                <a:lnTo>
                  <a:pt x="1542717" y="617010"/>
                </a:lnTo>
                <a:lnTo>
                  <a:pt x="1564081" y="615934"/>
                </a:lnTo>
                <a:lnTo>
                  <a:pt x="1585436" y="614772"/>
                </a:lnTo>
                <a:lnTo>
                  <a:pt x="1606791" y="613534"/>
                </a:lnTo>
                <a:lnTo>
                  <a:pt x="1628146" y="612210"/>
                </a:lnTo>
                <a:lnTo>
                  <a:pt x="1649482" y="610791"/>
                </a:lnTo>
                <a:lnTo>
                  <a:pt x="1670818" y="609257"/>
                </a:lnTo>
                <a:lnTo>
                  <a:pt x="1692145" y="607619"/>
                </a:lnTo>
                <a:lnTo>
                  <a:pt x="1713462" y="605847"/>
                </a:lnTo>
                <a:lnTo>
                  <a:pt x="1734769" y="603942"/>
                </a:lnTo>
                <a:lnTo>
                  <a:pt x="1756058" y="601866"/>
                </a:lnTo>
                <a:lnTo>
                  <a:pt x="1777327" y="599599"/>
                </a:lnTo>
                <a:lnTo>
                  <a:pt x="1798577" y="597113"/>
                </a:lnTo>
                <a:lnTo>
                  <a:pt x="1819789" y="594360"/>
                </a:lnTo>
                <a:lnTo>
                  <a:pt x="1840954" y="591264"/>
                </a:lnTo>
                <a:lnTo>
                  <a:pt x="1862052" y="587740"/>
                </a:lnTo>
                <a:lnTo>
                  <a:pt x="1883045" y="583616"/>
                </a:lnTo>
                <a:lnTo>
                  <a:pt x="1903828" y="578606"/>
                </a:lnTo>
                <a:lnTo>
                  <a:pt x="1924164" y="571995"/>
                </a:lnTo>
                <a:lnTo>
                  <a:pt x="1942490" y="561251"/>
                </a:lnTo>
                <a:lnTo>
                  <a:pt x="1950901" y="541811"/>
                </a:lnTo>
                <a:lnTo>
                  <a:pt x="1959064" y="522046"/>
                </a:lnTo>
                <a:lnTo>
                  <a:pt x="1967227" y="502272"/>
                </a:lnTo>
                <a:lnTo>
                  <a:pt x="1975380" y="482498"/>
                </a:lnTo>
                <a:lnTo>
                  <a:pt x="1983543" y="462725"/>
                </a:lnTo>
                <a:lnTo>
                  <a:pt x="1991706" y="442951"/>
                </a:lnTo>
                <a:lnTo>
                  <a:pt x="1999869" y="423177"/>
                </a:lnTo>
                <a:lnTo>
                  <a:pt x="2008032" y="403412"/>
                </a:lnTo>
                <a:lnTo>
                  <a:pt x="2016195" y="383638"/>
                </a:lnTo>
                <a:lnTo>
                  <a:pt x="2024358" y="363865"/>
                </a:lnTo>
                <a:lnTo>
                  <a:pt x="2032521" y="344091"/>
                </a:lnTo>
                <a:lnTo>
                  <a:pt x="2040684" y="324317"/>
                </a:lnTo>
                <a:lnTo>
                  <a:pt x="2048837" y="304543"/>
                </a:lnTo>
                <a:lnTo>
                  <a:pt x="2057000" y="284778"/>
                </a:lnTo>
                <a:lnTo>
                  <a:pt x="2065163" y="265005"/>
                </a:lnTo>
                <a:lnTo>
                  <a:pt x="2073326" y="245231"/>
                </a:lnTo>
                <a:lnTo>
                  <a:pt x="2081489" y="225457"/>
                </a:lnTo>
                <a:lnTo>
                  <a:pt x="2089652" y="205683"/>
                </a:lnTo>
                <a:lnTo>
                  <a:pt x="2097815" y="185918"/>
                </a:lnTo>
                <a:lnTo>
                  <a:pt x="2105978" y="166145"/>
                </a:lnTo>
                <a:lnTo>
                  <a:pt x="2114140" y="146371"/>
                </a:lnTo>
                <a:lnTo>
                  <a:pt x="2122303" y="126597"/>
                </a:lnTo>
                <a:lnTo>
                  <a:pt x="2130457" y="106823"/>
                </a:lnTo>
                <a:lnTo>
                  <a:pt x="2138620" y="87049"/>
                </a:lnTo>
                <a:lnTo>
                  <a:pt x="2146783" y="67285"/>
                </a:lnTo>
                <a:lnTo>
                  <a:pt x="2154946" y="47511"/>
                </a:lnTo>
                <a:lnTo>
                  <a:pt x="2163108" y="27737"/>
                </a:lnTo>
                <a:lnTo>
                  <a:pt x="2171271" y="7963"/>
                </a:lnTo>
                <a:lnTo>
                  <a:pt x="2167071" y="9706"/>
                </a:lnTo>
                <a:lnTo>
                  <a:pt x="2147430" y="18059"/>
                </a:lnTo>
                <a:lnTo>
                  <a:pt x="2126780" y="23584"/>
                </a:lnTo>
                <a:lnTo>
                  <a:pt x="2105825" y="27889"/>
                </a:lnTo>
                <a:lnTo>
                  <a:pt x="2084746" y="31499"/>
                </a:lnTo>
                <a:lnTo>
                  <a:pt x="2063582" y="34623"/>
                </a:lnTo>
                <a:lnTo>
                  <a:pt x="2042370" y="37386"/>
                </a:lnTo>
                <a:lnTo>
                  <a:pt x="2021129" y="39881"/>
                </a:lnTo>
                <a:lnTo>
                  <a:pt x="1999859" y="42148"/>
                </a:lnTo>
                <a:lnTo>
                  <a:pt x="1978562" y="44225"/>
                </a:lnTo>
                <a:lnTo>
                  <a:pt x="1957264" y="46149"/>
                </a:lnTo>
                <a:lnTo>
                  <a:pt x="1935947" y="47939"/>
                </a:lnTo>
                <a:lnTo>
                  <a:pt x="1914620" y="49597"/>
                </a:lnTo>
                <a:lnTo>
                  <a:pt x="1893284" y="51159"/>
                </a:lnTo>
                <a:lnTo>
                  <a:pt x="1871948" y="52626"/>
                </a:lnTo>
                <a:lnTo>
                  <a:pt x="1850603" y="53997"/>
                </a:lnTo>
                <a:lnTo>
                  <a:pt x="1829248" y="55293"/>
                </a:lnTo>
                <a:lnTo>
                  <a:pt x="1807893" y="56521"/>
                </a:lnTo>
                <a:lnTo>
                  <a:pt x="1786538" y="57674"/>
                </a:lnTo>
                <a:lnTo>
                  <a:pt x="1765173" y="58769"/>
                </a:lnTo>
                <a:lnTo>
                  <a:pt x="1743808" y="59807"/>
                </a:lnTo>
                <a:lnTo>
                  <a:pt x="1722434" y="60789"/>
                </a:lnTo>
                <a:lnTo>
                  <a:pt x="1701070" y="61722"/>
                </a:lnTo>
                <a:lnTo>
                  <a:pt x="1679696" y="62608"/>
                </a:lnTo>
                <a:lnTo>
                  <a:pt x="1658322" y="63446"/>
                </a:lnTo>
                <a:lnTo>
                  <a:pt x="1636947" y="64237"/>
                </a:lnTo>
                <a:lnTo>
                  <a:pt x="1615564" y="64980"/>
                </a:lnTo>
                <a:lnTo>
                  <a:pt x="1594190" y="65694"/>
                </a:lnTo>
                <a:lnTo>
                  <a:pt x="1572806" y="66361"/>
                </a:lnTo>
                <a:lnTo>
                  <a:pt x="1551432" y="66999"/>
                </a:lnTo>
                <a:lnTo>
                  <a:pt x="1530048" y="67599"/>
                </a:lnTo>
                <a:lnTo>
                  <a:pt x="1508665" y="68161"/>
                </a:lnTo>
                <a:lnTo>
                  <a:pt x="1487281" y="68694"/>
                </a:lnTo>
                <a:lnTo>
                  <a:pt x="1465898" y="69190"/>
                </a:lnTo>
                <a:lnTo>
                  <a:pt x="1444504" y="69656"/>
                </a:lnTo>
                <a:lnTo>
                  <a:pt x="1423121" y="70094"/>
                </a:lnTo>
                <a:lnTo>
                  <a:pt x="1401737" y="70495"/>
                </a:lnTo>
                <a:lnTo>
                  <a:pt x="1380344" y="70876"/>
                </a:lnTo>
                <a:lnTo>
                  <a:pt x="1358960" y="71218"/>
                </a:lnTo>
                <a:lnTo>
                  <a:pt x="1337567" y="71542"/>
                </a:lnTo>
                <a:lnTo>
                  <a:pt x="1316184" y="71828"/>
                </a:lnTo>
                <a:lnTo>
                  <a:pt x="1294790" y="72095"/>
                </a:lnTo>
                <a:lnTo>
                  <a:pt x="1273407" y="72323"/>
                </a:lnTo>
                <a:lnTo>
                  <a:pt x="1252014" y="72533"/>
                </a:lnTo>
                <a:lnTo>
                  <a:pt x="1230620" y="72723"/>
                </a:lnTo>
                <a:lnTo>
                  <a:pt x="1209237" y="72885"/>
                </a:lnTo>
                <a:lnTo>
                  <a:pt x="1187844" y="73019"/>
                </a:lnTo>
                <a:lnTo>
                  <a:pt x="1166451" y="73123"/>
                </a:lnTo>
                <a:lnTo>
                  <a:pt x="1145067" y="73200"/>
                </a:lnTo>
                <a:lnTo>
                  <a:pt x="1123674" y="73257"/>
                </a:lnTo>
                <a:lnTo>
                  <a:pt x="1102281" y="73285"/>
                </a:lnTo>
                <a:lnTo>
                  <a:pt x="1080887" y="73295"/>
                </a:lnTo>
                <a:lnTo>
                  <a:pt x="1059504" y="73276"/>
                </a:lnTo>
                <a:lnTo>
                  <a:pt x="1038111" y="73228"/>
                </a:lnTo>
                <a:lnTo>
                  <a:pt x="1016718" y="73152"/>
                </a:lnTo>
                <a:lnTo>
                  <a:pt x="995324" y="73057"/>
                </a:lnTo>
                <a:lnTo>
                  <a:pt x="973941" y="72933"/>
                </a:lnTo>
                <a:lnTo>
                  <a:pt x="952548" y="72790"/>
                </a:lnTo>
                <a:lnTo>
                  <a:pt x="931154" y="72619"/>
                </a:lnTo>
                <a:lnTo>
                  <a:pt x="909771" y="72419"/>
                </a:lnTo>
                <a:lnTo>
                  <a:pt x="888378" y="72190"/>
                </a:lnTo>
                <a:lnTo>
                  <a:pt x="866994" y="71933"/>
                </a:lnTo>
                <a:lnTo>
                  <a:pt x="845601" y="71657"/>
                </a:lnTo>
                <a:lnTo>
                  <a:pt x="824217" y="71352"/>
                </a:lnTo>
                <a:lnTo>
                  <a:pt x="802824" y="71018"/>
                </a:lnTo>
                <a:lnTo>
                  <a:pt x="781441" y="70656"/>
                </a:lnTo>
                <a:lnTo>
                  <a:pt x="760047" y="70266"/>
                </a:lnTo>
                <a:lnTo>
                  <a:pt x="738664" y="69837"/>
                </a:lnTo>
                <a:lnTo>
                  <a:pt x="717280" y="69380"/>
                </a:lnTo>
                <a:lnTo>
                  <a:pt x="695897" y="68894"/>
                </a:lnTo>
                <a:lnTo>
                  <a:pt x="674513" y="68380"/>
                </a:lnTo>
                <a:lnTo>
                  <a:pt x="653129" y="67828"/>
                </a:lnTo>
                <a:lnTo>
                  <a:pt x="631746" y="67247"/>
                </a:lnTo>
                <a:lnTo>
                  <a:pt x="610362" y="66627"/>
                </a:lnTo>
                <a:lnTo>
                  <a:pt x="588978" y="65970"/>
                </a:lnTo>
                <a:lnTo>
                  <a:pt x="567604" y="65275"/>
                </a:lnTo>
                <a:lnTo>
                  <a:pt x="546221" y="64541"/>
                </a:lnTo>
                <a:lnTo>
                  <a:pt x="524847" y="63770"/>
                </a:lnTo>
                <a:lnTo>
                  <a:pt x="503472" y="62951"/>
                </a:lnTo>
                <a:lnTo>
                  <a:pt x="482098" y="62093"/>
                </a:lnTo>
                <a:lnTo>
                  <a:pt x="460724" y="61179"/>
                </a:lnTo>
                <a:lnTo>
                  <a:pt x="439360" y="60217"/>
                </a:lnTo>
                <a:lnTo>
                  <a:pt x="417995" y="59198"/>
                </a:lnTo>
                <a:lnTo>
                  <a:pt x="396631" y="58131"/>
                </a:lnTo>
                <a:lnTo>
                  <a:pt x="375266" y="56998"/>
                </a:lnTo>
                <a:lnTo>
                  <a:pt x="353911" y="55797"/>
                </a:lnTo>
                <a:lnTo>
                  <a:pt x="332556" y="54531"/>
                </a:lnTo>
                <a:lnTo>
                  <a:pt x="311210" y="53178"/>
                </a:lnTo>
                <a:lnTo>
                  <a:pt x="289865" y="51759"/>
                </a:lnTo>
                <a:lnTo>
                  <a:pt x="268529" y="50235"/>
                </a:lnTo>
                <a:lnTo>
                  <a:pt x="247202" y="48616"/>
                </a:lnTo>
                <a:lnTo>
                  <a:pt x="225876" y="46882"/>
                </a:lnTo>
                <a:lnTo>
                  <a:pt x="204568" y="45015"/>
                </a:lnTo>
                <a:lnTo>
                  <a:pt x="183271" y="43005"/>
                </a:lnTo>
                <a:lnTo>
                  <a:pt x="162001" y="40815"/>
                </a:lnTo>
                <a:lnTo>
                  <a:pt x="140741" y="38424"/>
                </a:lnTo>
                <a:lnTo>
                  <a:pt x="119520" y="35776"/>
                </a:lnTo>
                <a:lnTo>
                  <a:pt x="98327" y="32804"/>
                </a:lnTo>
                <a:lnTo>
                  <a:pt x="77210" y="29413"/>
                </a:lnTo>
                <a:lnTo>
                  <a:pt x="56198" y="25422"/>
                </a:lnTo>
                <a:lnTo>
                  <a:pt x="35385" y="20479"/>
                </a:lnTo>
                <a:lnTo>
                  <a:pt x="15135" y="13659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50" name="funnel-step-cap-2">
            <a:extLst xmlns:a="http://schemas.openxmlformats.org/drawingml/2006/main">
              <a:ext uri="{FF2B5EF4-FFF2-40B4-BE49-F238E27FC236}">
                <a16:creationId xmlns:a16="http://schemas.microsoft.com/office/drawing/2014/main" id="{0492A2A7-E8BE-45A5-B698-C2C615B6F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532375" y="3865778"/>
            <a:ext cx="2174510" cy="2084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7EAC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51" name="funnel-step-body-3">
            <a:extLst xmlns:a="http://schemas.openxmlformats.org/drawingml/2006/main">
              <a:ext uri="{FF2B5EF4-FFF2-40B4-BE49-F238E27FC236}">
                <a16:creationId xmlns:a16="http://schemas.microsoft.com/office/drawing/2014/main" id="{88A3DCE3-F96E-4A13-A827-AF959CCCD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60946" y="4697730"/>
            <a:ext cx="1713681" cy="627069"/>
          </a:xfrm>
          <a:custGeom xmlns:a="http://schemas.openxmlformats.org/drawingml/2006/main">
            <a:pathLst>
              <a:path w="1713681" h="627069">
                <a:moveTo>
                  <a:pt x="0" y="0"/>
                </a:moveTo>
                <a:lnTo>
                  <a:pt x="6887" y="17745"/>
                </a:lnTo>
                <a:lnTo>
                  <a:pt x="13783" y="35490"/>
                </a:lnTo>
                <a:lnTo>
                  <a:pt x="20669" y="53235"/>
                </a:lnTo>
                <a:lnTo>
                  <a:pt x="27565" y="70971"/>
                </a:lnTo>
                <a:lnTo>
                  <a:pt x="34452" y="88716"/>
                </a:lnTo>
                <a:lnTo>
                  <a:pt x="41348" y="106461"/>
                </a:lnTo>
                <a:lnTo>
                  <a:pt x="48235" y="124206"/>
                </a:lnTo>
                <a:lnTo>
                  <a:pt x="55131" y="141951"/>
                </a:lnTo>
                <a:lnTo>
                  <a:pt x="62017" y="159696"/>
                </a:lnTo>
                <a:lnTo>
                  <a:pt x="68913" y="177432"/>
                </a:lnTo>
                <a:lnTo>
                  <a:pt x="75800" y="195177"/>
                </a:lnTo>
                <a:lnTo>
                  <a:pt x="82696" y="212922"/>
                </a:lnTo>
                <a:lnTo>
                  <a:pt x="89583" y="230667"/>
                </a:lnTo>
                <a:lnTo>
                  <a:pt x="96479" y="248412"/>
                </a:lnTo>
                <a:lnTo>
                  <a:pt x="103365" y="266157"/>
                </a:lnTo>
                <a:lnTo>
                  <a:pt x="110261" y="283893"/>
                </a:lnTo>
                <a:lnTo>
                  <a:pt x="117148" y="301638"/>
                </a:lnTo>
                <a:lnTo>
                  <a:pt x="124044" y="319383"/>
                </a:lnTo>
                <a:lnTo>
                  <a:pt x="130931" y="337128"/>
                </a:lnTo>
                <a:lnTo>
                  <a:pt x="137827" y="354873"/>
                </a:lnTo>
                <a:lnTo>
                  <a:pt x="144713" y="372618"/>
                </a:lnTo>
                <a:lnTo>
                  <a:pt x="151600" y="390354"/>
                </a:lnTo>
                <a:lnTo>
                  <a:pt x="158496" y="408099"/>
                </a:lnTo>
                <a:lnTo>
                  <a:pt x="165383" y="425844"/>
                </a:lnTo>
                <a:lnTo>
                  <a:pt x="172279" y="443589"/>
                </a:lnTo>
                <a:lnTo>
                  <a:pt x="179165" y="461334"/>
                </a:lnTo>
                <a:lnTo>
                  <a:pt x="186061" y="479079"/>
                </a:lnTo>
                <a:lnTo>
                  <a:pt x="192948" y="496824"/>
                </a:lnTo>
                <a:lnTo>
                  <a:pt x="199844" y="514560"/>
                </a:lnTo>
                <a:lnTo>
                  <a:pt x="206731" y="532305"/>
                </a:lnTo>
                <a:lnTo>
                  <a:pt x="213627" y="550050"/>
                </a:lnTo>
                <a:lnTo>
                  <a:pt x="222514" y="566261"/>
                </a:lnTo>
                <a:lnTo>
                  <a:pt x="239030" y="575605"/>
                </a:lnTo>
                <a:lnTo>
                  <a:pt x="256937" y="582044"/>
                </a:lnTo>
                <a:lnTo>
                  <a:pt x="275292" y="587092"/>
                </a:lnTo>
                <a:lnTo>
                  <a:pt x="293856" y="591283"/>
                </a:lnTo>
                <a:lnTo>
                  <a:pt x="312544" y="594884"/>
                </a:lnTo>
                <a:lnTo>
                  <a:pt x="331318" y="598046"/>
                </a:lnTo>
                <a:lnTo>
                  <a:pt x="350139" y="600856"/>
                </a:lnTo>
                <a:lnTo>
                  <a:pt x="369008" y="603390"/>
                </a:lnTo>
                <a:lnTo>
                  <a:pt x="387896" y="605685"/>
                </a:lnTo>
                <a:lnTo>
                  <a:pt x="406822" y="607781"/>
                </a:lnTo>
                <a:lnTo>
                  <a:pt x="425758" y="609695"/>
                </a:lnTo>
                <a:lnTo>
                  <a:pt x="444713" y="611457"/>
                </a:lnTo>
                <a:lnTo>
                  <a:pt x="463677" y="613086"/>
                </a:lnTo>
                <a:lnTo>
                  <a:pt x="482651" y="614572"/>
                </a:lnTo>
                <a:lnTo>
                  <a:pt x="501634" y="615953"/>
                </a:lnTo>
                <a:lnTo>
                  <a:pt x="520627" y="617220"/>
                </a:lnTo>
                <a:lnTo>
                  <a:pt x="539629" y="618401"/>
                </a:lnTo>
                <a:lnTo>
                  <a:pt x="558632" y="619477"/>
                </a:lnTo>
                <a:lnTo>
                  <a:pt x="577644" y="620478"/>
                </a:lnTo>
                <a:lnTo>
                  <a:pt x="596656" y="621382"/>
                </a:lnTo>
                <a:lnTo>
                  <a:pt x="615667" y="622221"/>
                </a:lnTo>
                <a:lnTo>
                  <a:pt x="634689" y="622983"/>
                </a:lnTo>
                <a:lnTo>
                  <a:pt x="653710" y="623668"/>
                </a:lnTo>
                <a:lnTo>
                  <a:pt x="672732" y="624288"/>
                </a:lnTo>
                <a:lnTo>
                  <a:pt x="691763" y="624840"/>
                </a:lnTo>
                <a:lnTo>
                  <a:pt x="710794" y="625326"/>
                </a:lnTo>
                <a:lnTo>
                  <a:pt x="729825" y="625754"/>
                </a:lnTo>
                <a:lnTo>
                  <a:pt x="748856" y="626116"/>
                </a:lnTo>
                <a:lnTo>
                  <a:pt x="767886" y="626421"/>
                </a:lnTo>
                <a:lnTo>
                  <a:pt x="786917" y="626669"/>
                </a:lnTo>
                <a:lnTo>
                  <a:pt x="805948" y="626859"/>
                </a:lnTo>
                <a:lnTo>
                  <a:pt x="824989" y="626983"/>
                </a:lnTo>
                <a:lnTo>
                  <a:pt x="844020" y="627059"/>
                </a:lnTo>
                <a:lnTo>
                  <a:pt x="863051" y="627069"/>
                </a:lnTo>
                <a:lnTo>
                  <a:pt x="882091" y="627031"/>
                </a:lnTo>
                <a:lnTo>
                  <a:pt x="901122" y="626935"/>
                </a:lnTo>
                <a:lnTo>
                  <a:pt x="920153" y="626783"/>
                </a:lnTo>
                <a:lnTo>
                  <a:pt x="939194" y="626564"/>
                </a:lnTo>
                <a:lnTo>
                  <a:pt x="958225" y="626288"/>
                </a:lnTo>
                <a:lnTo>
                  <a:pt x="977255" y="625964"/>
                </a:lnTo>
                <a:lnTo>
                  <a:pt x="996286" y="625564"/>
                </a:lnTo>
                <a:lnTo>
                  <a:pt x="1015317" y="625107"/>
                </a:lnTo>
                <a:lnTo>
                  <a:pt x="1034339" y="624592"/>
                </a:lnTo>
                <a:lnTo>
                  <a:pt x="1053370" y="624011"/>
                </a:lnTo>
                <a:lnTo>
                  <a:pt x="1072391" y="623354"/>
                </a:lnTo>
                <a:lnTo>
                  <a:pt x="1091413" y="622640"/>
                </a:lnTo>
                <a:lnTo>
                  <a:pt x="1110434" y="621849"/>
                </a:lnTo>
                <a:lnTo>
                  <a:pt x="1129446" y="620973"/>
                </a:lnTo>
                <a:lnTo>
                  <a:pt x="1148458" y="620030"/>
                </a:lnTo>
                <a:lnTo>
                  <a:pt x="1167460" y="618992"/>
                </a:lnTo>
                <a:lnTo>
                  <a:pt x="1186463" y="617868"/>
                </a:lnTo>
                <a:lnTo>
                  <a:pt x="1205465" y="616658"/>
                </a:lnTo>
                <a:lnTo>
                  <a:pt x="1224448" y="615334"/>
                </a:lnTo>
                <a:lnTo>
                  <a:pt x="1243432" y="613905"/>
                </a:lnTo>
                <a:lnTo>
                  <a:pt x="1262405" y="612353"/>
                </a:lnTo>
                <a:lnTo>
                  <a:pt x="1281360" y="610667"/>
                </a:lnTo>
                <a:lnTo>
                  <a:pt x="1300305" y="608838"/>
                </a:lnTo>
                <a:lnTo>
                  <a:pt x="1319241" y="606847"/>
                </a:lnTo>
                <a:lnTo>
                  <a:pt x="1338148" y="604657"/>
                </a:lnTo>
                <a:lnTo>
                  <a:pt x="1357027" y="602256"/>
                </a:lnTo>
                <a:lnTo>
                  <a:pt x="1375877" y="599608"/>
                </a:lnTo>
                <a:lnTo>
                  <a:pt x="1394679" y="596636"/>
                </a:lnTo>
                <a:lnTo>
                  <a:pt x="1413415" y="593293"/>
                </a:lnTo>
                <a:lnTo>
                  <a:pt x="1432055" y="589436"/>
                </a:lnTo>
                <a:lnTo>
                  <a:pt x="1450543" y="584902"/>
                </a:lnTo>
                <a:lnTo>
                  <a:pt x="1468736" y="579311"/>
                </a:lnTo>
                <a:lnTo>
                  <a:pt x="1486224" y="571843"/>
                </a:lnTo>
                <a:lnTo>
                  <a:pt x="1500626" y="559765"/>
                </a:lnTo>
                <a:lnTo>
                  <a:pt x="1506903" y="541896"/>
                </a:lnTo>
                <a:lnTo>
                  <a:pt x="1513789" y="524151"/>
                </a:lnTo>
                <a:lnTo>
                  <a:pt x="1520685" y="506406"/>
                </a:lnTo>
                <a:lnTo>
                  <a:pt x="1527572" y="488661"/>
                </a:lnTo>
                <a:lnTo>
                  <a:pt x="1534468" y="470916"/>
                </a:lnTo>
                <a:lnTo>
                  <a:pt x="1541355" y="453171"/>
                </a:lnTo>
                <a:lnTo>
                  <a:pt x="1548251" y="435435"/>
                </a:lnTo>
                <a:lnTo>
                  <a:pt x="1555137" y="417690"/>
                </a:lnTo>
                <a:lnTo>
                  <a:pt x="1562033" y="399945"/>
                </a:lnTo>
                <a:lnTo>
                  <a:pt x="1568920" y="382200"/>
                </a:lnTo>
                <a:lnTo>
                  <a:pt x="1575816" y="364455"/>
                </a:lnTo>
                <a:lnTo>
                  <a:pt x="1582703" y="346710"/>
                </a:lnTo>
                <a:lnTo>
                  <a:pt x="1589599" y="328974"/>
                </a:lnTo>
                <a:lnTo>
                  <a:pt x="1596485" y="311229"/>
                </a:lnTo>
                <a:lnTo>
                  <a:pt x="1603372" y="293484"/>
                </a:lnTo>
                <a:lnTo>
                  <a:pt x="1610268" y="275739"/>
                </a:lnTo>
                <a:lnTo>
                  <a:pt x="1617155" y="257994"/>
                </a:lnTo>
                <a:lnTo>
                  <a:pt x="1624051" y="240249"/>
                </a:lnTo>
                <a:lnTo>
                  <a:pt x="1630937" y="222514"/>
                </a:lnTo>
                <a:lnTo>
                  <a:pt x="1637833" y="204768"/>
                </a:lnTo>
                <a:lnTo>
                  <a:pt x="1644720" y="187023"/>
                </a:lnTo>
                <a:lnTo>
                  <a:pt x="1651616" y="169278"/>
                </a:lnTo>
                <a:lnTo>
                  <a:pt x="1658503" y="151533"/>
                </a:lnTo>
                <a:lnTo>
                  <a:pt x="1665399" y="133788"/>
                </a:lnTo>
                <a:lnTo>
                  <a:pt x="1672285" y="116043"/>
                </a:lnTo>
                <a:lnTo>
                  <a:pt x="1679181" y="98308"/>
                </a:lnTo>
                <a:lnTo>
                  <a:pt x="1686068" y="80562"/>
                </a:lnTo>
                <a:lnTo>
                  <a:pt x="1692964" y="62817"/>
                </a:lnTo>
                <a:lnTo>
                  <a:pt x="1699851" y="45072"/>
                </a:lnTo>
                <a:lnTo>
                  <a:pt x="1706747" y="27327"/>
                </a:lnTo>
                <a:lnTo>
                  <a:pt x="1713633" y="9582"/>
                </a:lnTo>
                <a:lnTo>
                  <a:pt x="1713681" y="7696"/>
                </a:lnTo>
                <a:lnTo>
                  <a:pt x="1697460" y="17431"/>
                </a:lnTo>
                <a:lnTo>
                  <a:pt x="1679467" y="23622"/>
                </a:lnTo>
                <a:lnTo>
                  <a:pt x="1661036" y="28365"/>
                </a:lnTo>
                <a:lnTo>
                  <a:pt x="1642415" y="32290"/>
                </a:lnTo>
                <a:lnTo>
                  <a:pt x="1623679" y="35652"/>
                </a:lnTo>
                <a:lnTo>
                  <a:pt x="1604877" y="38624"/>
                </a:lnTo>
                <a:lnTo>
                  <a:pt x="1586027" y="41272"/>
                </a:lnTo>
                <a:lnTo>
                  <a:pt x="1567148" y="43672"/>
                </a:lnTo>
                <a:lnTo>
                  <a:pt x="1548241" y="45872"/>
                </a:lnTo>
                <a:lnTo>
                  <a:pt x="1529315" y="47892"/>
                </a:lnTo>
                <a:lnTo>
                  <a:pt x="1510370" y="49759"/>
                </a:lnTo>
                <a:lnTo>
                  <a:pt x="1491415" y="51502"/>
                </a:lnTo>
                <a:lnTo>
                  <a:pt x="1472451" y="53111"/>
                </a:lnTo>
                <a:lnTo>
                  <a:pt x="1453477" y="54626"/>
                </a:lnTo>
                <a:lnTo>
                  <a:pt x="1434494" y="56045"/>
                </a:lnTo>
                <a:lnTo>
                  <a:pt x="1415501" y="57369"/>
                </a:lnTo>
                <a:lnTo>
                  <a:pt x="1396508" y="58617"/>
                </a:lnTo>
                <a:lnTo>
                  <a:pt x="1377515" y="59788"/>
                </a:lnTo>
                <a:lnTo>
                  <a:pt x="1358513" y="60893"/>
                </a:lnTo>
                <a:lnTo>
                  <a:pt x="1339501" y="61932"/>
                </a:lnTo>
                <a:lnTo>
                  <a:pt x="1320489" y="62913"/>
                </a:lnTo>
                <a:lnTo>
                  <a:pt x="1301477" y="63837"/>
                </a:lnTo>
                <a:lnTo>
                  <a:pt x="1282465" y="64703"/>
                </a:lnTo>
                <a:lnTo>
                  <a:pt x="1263444" y="65513"/>
                </a:lnTo>
                <a:lnTo>
                  <a:pt x="1244432" y="66275"/>
                </a:lnTo>
                <a:lnTo>
                  <a:pt x="1225410" y="66999"/>
                </a:lnTo>
                <a:lnTo>
                  <a:pt x="1206379" y="67666"/>
                </a:lnTo>
                <a:lnTo>
                  <a:pt x="1187358" y="68294"/>
                </a:lnTo>
                <a:lnTo>
                  <a:pt x="1168337" y="68875"/>
                </a:lnTo>
                <a:lnTo>
                  <a:pt x="1149306" y="69428"/>
                </a:lnTo>
                <a:lnTo>
                  <a:pt x="1130275" y="69933"/>
                </a:lnTo>
                <a:lnTo>
                  <a:pt x="1111253" y="70399"/>
                </a:lnTo>
                <a:lnTo>
                  <a:pt x="1092222" y="70828"/>
                </a:lnTo>
                <a:lnTo>
                  <a:pt x="1073191" y="71218"/>
                </a:lnTo>
                <a:lnTo>
                  <a:pt x="1054160" y="71580"/>
                </a:lnTo>
                <a:lnTo>
                  <a:pt x="1035129" y="71895"/>
                </a:lnTo>
                <a:lnTo>
                  <a:pt x="1016098" y="72190"/>
                </a:lnTo>
                <a:lnTo>
                  <a:pt x="997058" y="72438"/>
                </a:lnTo>
                <a:lnTo>
                  <a:pt x="978027" y="72657"/>
                </a:lnTo>
                <a:lnTo>
                  <a:pt x="958996" y="72847"/>
                </a:lnTo>
                <a:lnTo>
                  <a:pt x="939956" y="73000"/>
                </a:lnTo>
                <a:lnTo>
                  <a:pt x="920925" y="73123"/>
                </a:lnTo>
                <a:lnTo>
                  <a:pt x="901894" y="73209"/>
                </a:lnTo>
                <a:lnTo>
                  <a:pt x="882853" y="73266"/>
                </a:lnTo>
                <a:lnTo>
                  <a:pt x="863822" y="73295"/>
                </a:lnTo>
                <a:lnTo>
                  <a:pt x="844782" y="73285"/>
                </a:lnTo>
                <a:lnTo>
                  <a:pt x="825751" y="73247"/>
                </a:lnTo>
                <a:lnTo>
                  <a:pt x="806720" y="73171"/>
                </a:lnTo>
                <a:lnTo>
                  <a:pt x="787679" y="73066"/>
                </a:lnTo>
                <a:lnTo>
                  <a:pt x="768648" y="72933"/>
                </a:lnTo>
                <a:lnTo>
                  <a:pt x="749618" y="72761"/>
                </a:lnTo>
                <a:lnTo>
                  <a:pt x="730577" y="72561"/>
                </a:lnTo>
                <a:lnTo>
                  <a:pt x="711546" y="72323"/>
                </a:lnTo>
                <a:lnTo>
                  <a:pt x="692515" y="72057"/>
                </a:lnTo>
                <a:lnTo>
                  <a:pt x="673484" y="71752"/>
                </a:lnTo>
                <a:lnTo>
                  <a:pt x="654453" y="71418"/>
                </a:lnTo>
                <a:lnTo>
                  <a:pt x="635422" y="71047"/>
                </a:lnTo>
                <a:lnTo>
                  <a:pt x="616391" y="70637"/>
                </a:lnTo>
                <a:lnTo>
                  <a:pt x="597360" y="70190"/>
                </a:lnTo>
                <a:lnTo>
                  <a:pt x="578329" y="69704"/>
                </a:lnTo>
                <a:lnTo>
                  <a:pt x="559308" y="69180"/>
                </a:lnTo>
                <a:lnTo>
                  <a:pt x="540277" y="68618"/>
                </a:lnTo>
                <a:lnTo>
                  <a:pt x="521256" y="68009"/>
                </a:lnTo>
                <a:lnTo>
                  <a:pt x="502225" y="67361"/>
                </a:lnTo>
                <a:lnTo>
                  <a:pt x="483203" y="66665"/>
                </a:lnTo>
                <a:lnTo>
                  <a:pt x="464182" y="65932"/>
                </a:lnTo>
                <a:lnTo>
                  <a:pt x="445170" y="65141"/>
                </a:lnTo>
                <a:lnTo>
                  <a:pt x="426149" y="64303"/>
                </a:lnTo>
                <a:lnTo>
                  <a:pt x="407137" y="63417"/>
                </a:lnTo>
                <a:lnTo>
                  <a:pt x="388125" y="62465"/>
                </a:lnTo>
                <a:lnTo>
                  <a:pt x="369122" y="61465"/>
                </a:lnTo>
                <a:lnTo>
                  <a:pt x="350110" y="60398"/>
                </a:lnTo>
                <a:lnTo>
                  <a:pt x="331108" y="59265"/>
                </a:lnTo>
                <a:lnTo>
                  <a:pt x="312115" y="58055"/>
                </a:lnTo>
                <a:lnTo>
                  <a:pt x="293122" y="56769"/>
                </a:lnTo>
                <a:lnTo>
                  <a:pt x="274139" y="55397"/>
                </a:lnTo>
                <a:lnTo>
                  <a:pt x="255165" y="53950"/>
                </a:lnTo>
                <a:lnTo>
                  <a:pt x="236191" y="52388"/>
                </a:lnTo>
                <a:lnTo>
                  <a:pt x="217227" y="50721"/>
                </a:lnTo>
                <a:lnTo>
                  <a:pt x="198282" y="48920"/>
                </a:lnTo>
                <a:lnTo>
                  <a:pt x="179346" y="46987"/>
                </a:lnTo>
                <a:lnTo>
                  <a:pt x="160420" y="44891"/>
                </a:lnTo>
                <a:lnTo>
                  <a:pt x="141532" y="42605"/>
                </a:lnTo>
                <a:lnTo>
                  <a:pt x="122663" y="40091"/>
                </a:lnTo>
                <a:lnTo>
                  <a:pt x="103832" y="37300"/>
                </a:lnTo>
                <a:lnTo>
                  <a:pt x="85058" y="34166"/>
                </a:lnTo>
                <a:lnTo>
                  <a:pt x="66361" y="30566"/>
                </a:lnTo>
                <a:lnTo>
                  <a:pt x="47815" y="26318"/>
                </a:lnTo>
                <a:lnTo>
                  <a:pt x="29537" y="21022"/>
                </a:lnTo>
                <a:lnTo>
                  <a:pt x="12002" y="13678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78A8D5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52" name="funnel-step-cap-3">
            <a:extLst xmlns:a="http://schemas.openxmlformats.org/drawingml/2006/main">
              <a:ext uri="{FF2B5EF4-FFF2-40B4-BE49-F238E27FC236}">
                <a16:creationId xmlns:a16="http://schemas.microsoft.com/office/drawing/2014/main" id="{2D0AE164-0886-46CE-995B-821776F73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60984" y="4593488"/>
            <a:ext cx="1717272" cy="2084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8A8D5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53" name="funnel-step-body-4">
            <a:extLst xmlns:a="http://schemas.openxmlformats.org/drawingml/2006/main">
              <a:ext uri="{FF2B5EF4-FFF2-40B4-BE49-F238E27FC236}">
                <a16:creationId xmlns:a16="http://schemas.microsoft.com/office/drawing/2014/main" id="{5E87DC8B-EA7A-41B3-A2D2-17DB23FC4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76021" y="5425440"/>
            <a:ext cx="1287123" cy="627078"/>
          </a:xfrm>
          <a:custGeom xmlns:a="http://schemas.openxmlformats.org/drawingml/2006/main">
            <a:pathLst>
              <a:path w="1287123" h="627078">
                <a:moveTo>
                  <a:pt x="0" y="0"/>
                </a:moveTo>
                <a:lnTo>
                  <a:pt x="6629" y="17859"/>
                </a:lnTo>
                <a:lnTo>
                  <a:pt x="13249" y="35719"/>
                </a:lnTo>
                <a:lnTo>
                  <a:pt x="19879" y="53578"/>
                </a:lnTo>
                <a:lnTo>
                  <a:pt x="26499" y="71428"/>
                </a:lnTo>
                <a:lnTo>
                  <a:pt x="33128" y="89287"/>
                </a:lnTo>
                <a:lnTo>
                  <a:pt x="39748" y="107147"/>
                </a:lnTo>
                <a:lnTo>
                  <a:pt x="46377" y="125006"/>
                </a:lnTo>
                <a:lnTo>
                  <a:pt x="53007" y="142865"/>
                </a:lnTo>
                <a:lnTo>
                  <a:pt x="59627" y="160725"/>
                </a:lnTo>
                <a:lnTo>
                  <a:pt x="66256" y="178575"/>
                </a:lnTo>
                <a:lnTo>
                  <a:pt x="72876" y="196434"/>
                </a:lnTo>
                <a:lnTo>
                  <a:pt x="79505" y="214293"/>
                </a:lnTo>
                <a:lnTo>
                  <a:pt x="86125" y="232153"/>
                </a:lnTo>
                <a:lnTo>
                  <a:pt x="92754" y="250012"/>
                </a:lnTo>
                <a:lnTo>
                  <a:pt x="99384" y="267872"/>
                </a:lnTo>
                <a:lnTo>
                  <a:pt x="106004" y="285731"/>
                </a:lnTo>
                <a:lnTo>
                  <a:pt x="112633" y="303581"/>
                </a:lnTo>
                <a:lnTo>
                  <a:pt x="119253" y="321440"/>
                </a:lnTo>
                <a:lnTo>
                  <a:pt x="125882" y="339300"/>
                </a:lnTo>
                <a:lnTo>
                  <a:pt x="132502" y="357159"/>
                </a:lnTo>
                <a:lnTo>
                  <a:pt x="139132" y="375018"/>
                </a:lnTo>
                <a:lnTo>
                  <a:pt x="145761" y="392878"/>
                </a:lnTo>
                <a:lnTo>
                  <a:pt x="152381" y="410737"/>
                </a:lnTo>
                <a:lnTo>
                  <a:pt x="159010" y="428587"/>
                </a:lnTo>
                <a:lnTo>
                  <a:pt x="165630" y="446446"/>
                </a:lnTo>
                <a:lnTo>
                  <a:pt x="172260" y="464306"/>
                </a:lnTo>
                <a:lnTo>
                  <a:pt x="178880" y="482165"/>
                </a:lnTo>
                <a:lnTo>
                  <a:pt x="185509" y="500024"/>
                </a:lnTo>
                <a:lnTo>
                  <a:pt x="192138" y="517884"/>
                </a:lnTo>
                <a:lnTo>
                  <a:pt x="198758" y="535734"/>
                </a:lnTo>
                <a:lnTo>
                  <a:pt x="205388" y="553593"/>
                </a:lnTo>
                <a:lnTo>
                  <a:pt x="214074" y="569909"/>
                </a:lnTo>
                <a:lnTo>
                  <a:pt x="230038" y="580187"/>
                </a:lnTo>
                <a:lnTo>
                  <a:pt x="247612" y="587512"/>
                </a:lnTo>
                <a:lnTo>
                  <a:pt x="265767" y="593246"/>
                </a:lnTo>
                <a:lnTo>
                  <a:pt x="284226" y="597960"/>
                </a:lnTo>
                <a:lnTo>
                  <a:pt x="302838" y="601961"/>
                </a:lnTo>
                <a:lnTo>
                  <a:pt x="321574" y="605428"/>
                </a:lnTo>
                <a:lnTo>
                  <a:pt x="340376" y="608457"/>
                </a:lnTo>
                <a:lnTo>
                  <a:pt x="359235" y="611124"/>
                </a:lnTo>
                <a:lnTo>
                  <a:pt x="378133" y="613486"/>
                </a:lnTo>
                <a:lnTo>
                  <a:pt x="397069" y="615591"/>
                </a:lnTo>
                <a:lnTo>
                  <a:pt x="416023" y="617468"/>
                </a:lnTo>
                <a:lnTo>
                  <a:pt x="434997" y="619125"/>
                </a:lnTo>
                <a:lnTo>
                  <a:pt x="453981" y="620601"/>
                </a:lnTo>
                <a:lnTo>
                  <a:pt x="472992" y="621897"/>
                </a:lnTo>
                <a:lnTo>
                  <a:pt x="492004" y="623030"/>
                </a:lnTo>
                <a:lnTo>
                  <a:pt x="511026" y="624011"/>
                </a:lnTo>
                <a:lnTo>
                  <a:pt x="530057" y="624840"/>
                </a:lnTo>
                <a:lnTo>
                  <a:pt x="549088" y="625535"/>
                </a:lnTo>
                <a:lnTo>
                  <a:pt x="568128" y="626097"/>
                </a:lnTo>
                <a:lnTo>
                  <a:pt x="587169" y="626526"/>
                </a:lnTo>
                <a:lnTo>
                  <a:pt x="606209" y="626840"/>
                </a:lnTo>
                <a:lnTo>
                  <a:pt x="625259" y="627021"/>
                </a:lnTo>
                <a:lnTo>
                  <a:pt x="644309" y="627078"/>
                </a:lnTo>
                <a:lnTo>
                  <a:pt x="663350" y="627012"/>
                </a:lnTo>
                <a:lnTo>
                  <a:pt x="682400" y="626821"/>
                </a:lnTo>
                <a:lnTo>
                  <a:pt x="701450" y="626507"/>
                </a:lnTo>
                <a:lnTo>
                  <a:pt x="720490" y="626059"/>
                </a:lnTo>
                <a:lnTo>
                  <a:pt x="739521" y="625488"/>
                </a:lnTo>
                <a:lnTo>
                  <a:pt x="758561" y="624783"/>
                </a:lnTo>
                <a:lnTo>
                  <a:pt x="777592" y="623945"/>
                </a:lnTo>
                <a:lnTo>
                  <a:pt x="796614" y="622954"/>
                </a:lnTo>
                <a:lnTo>
                  <a:pt x="815626" y="621802"/>
                </a:lnTo>
                <a:lnTo>
                  <a:pt x="834628" y="620497"/>
                </a:lnTo>
                <a:lnTo>
                  <a:pt x="853611" y="619011"/>
                </a:lnTo>
                <a:lnTo>
                  <a:pt x="872585" y="617334"/>
                </a:lnTo>
                <a:lnTo>
                  <a:pt x="891540" y="615448"/>
                </a:lnTo>
                <a:lnTo>
                  <a:pt x="910466" y="613324"/>
                </a:lnTo>
                <a:lnTo>
                  <a:pt x="929364" y="610943"/>
                </a:lnTo>
                <a:lnTo>
                  <a:pt x="948223" y="608247"/>
                </a:lnTo>
                <a:lnTo>
                  <a:pt x="967026" y="605190"/>
                </a:lnTo>
                <a:lnTo>
                  <a:pt x="985742" y="601685"/>
                </a:lnTo>
                <a:lnTo>
                  <a:pt x="1004354" y="597637"/>
                </a:lnTo>
                <a:lnTo>
                  <a:pt x="1022795" y="592855"/>
                </a:lnTo>
                <a:lnTo>
                  <a:pt x="1040921" y="587035"/>
                </a:lnTo>
                <a:lnTo>
                  <a:pt x="1058428" y="579558"/>
                </a:lnTo>
                <a:lnTo>
                  <a:pt x="1074172" y="568947"/>
                </a:lnTo>
                <a:lnTo>
                  <a:pt x="1082316" y="552279"/>
                </a:lnTo>
                <a:lnTo>
                  <a:pt x="1088936" y="534419"/>
                </a:lnTo>
                <a:lnTo>
                  <a:pt x="1095566" y="516560"/>
                </a:lnTo>
                <a:lnTo>
                  <a:pt x="1102185" y="498700"/>
                </a:lnTo>
                <a:lnTo>
                  <a:pt x="1108815" y="480851"/>
                </a:lnTo>
                <a:lnTo>
                  <a:pt x="1115435" y="462991"/>
                </a:lnTo>
                <a:lnTo>
                  <a:pt x="1122064" y="445132"/>
                </a:lnTo>
                <a:lnTo>
                  <a:pt x="1128693" y="427272"/>
                </a:lnTo>
                <a:lnTo>
                  <a:pt x="1135313" y="409413"/>
                </a:lnTo>
                <a:lnTo>
                  <a:pt x="1141943" y="391554"/>
                </a:lnTo>
                <a:lnTo>
                  <a:pt x="1148563" y="373694"/>
                </a:lnTo>
                <a:lnTo>
                  <a:pt x="1155192" y="355844"/>
                </a:lnTo>
                <a:lnTo>
                  <a:pt x="1161812" y="337985"/>
                </a:lnTo>
                <a:lnTo>
                  <a:pt x="1168441" y="320126"/>
                </a:lnTo>
                <a:lnTo>
                  <a:pt x="1175071" y="302266"/>
                </a:lnTo>
                <a:lnTo>
                  <a:pt x="1181691" y="284407"/>
                </a:lnTo>
                <a:lnTo>
                  <a:pt x="1188320" y="266548"/>
                </a:lnTo>
                <a:lnTo>
                  <a:pt x="1194940" y="248698"/>
                </a:lnTo>
                <a:lnTo>
                  <a:pt x="1201569" y="230838"/>
                </a:lnTo>
                <a:lnTo>
                  <a:pt x="1208189" y="212979"/>
                </a:lnTo>
                <a:lnTo>
                  <a:pt x="1214819" y="195120"/>
                </a:lnTo>
                <a:lnTo>
                  <a:pt x="1221448" y="177260"/>
                </a:lnTo>
                <a:lnTo>
                  <a:pt x="1228068" y="159401"/>
                </a:lnTo>
                <a:lnTo>
                  <a:pt x="1234697" y="141542"/>
                </a:lnTo>
                <a:lnTo>
                  <a:pt x="1241317" y="123692"/>
                </a:lnTo>
                <a:lnTo>
                  <a:pt x="1247946" y="105832"/>
                </a:lnTo>
                <a:lnTo>
                  <a:pt x="1254566" y="87973"/>
                </a:lnTo>
                <a:lnTo>
                  <a:pt x="1261196" y="70114"/>
                </a:lnTo>
                <a:lnTo>
                  <a:pt x="1267825" y="52254"/>
                </a:lnTo>
                <a:lnTo>
                  <a:pt x="1274445" y="34395"/>
                </a:lnTo>
                <a:lnTo>
                  <a:pt x="1281074" y="16545"/>
                </a:lnTo>
                <a:lnTo>
                  <a:pt x="1287123" y="1400"/>
                </a:lnTo>
                <a:lnTo>
                  <a:pt x="1275350" y="15621"/>
                </a:lnTo>
                <a:lnTo>
                  <a:pt x="1258214" y="23860"/>
                </a:lnTo>
                <a:lnTo>
                  <a:pt x="1240126" y="29813"/>
                </a:lnTo>
                <a:lnTo>
                  <a:pt x="1221686" y="34585"/>
                </a:lnTo>
                <a:lnTo>
                  <a:pt x="1203065" y="38586"/>
                </a:lnTo>
                <a:lnTo>
                  <a:pt x="1184339" y="42053"/>
                </a:lnTo>
                <a:lnTo>
                  <a:pt x="1165536" y="45110"/>
                </a:lnTo>
                <a:lnTo>
                  <a:pt x="1146686" y="47835"/>
                </a:lnTo>
                <a:lnTo>
                  <a:pt x="1127798" y="50302"/>
                </a:lnTo>
                <a:lnTo>
                  <a:pt x="1108881" y="52530"/>
                </a:lnTo>
                <a:lnTo>
                  <a:pt x="1089946" y="54569"/>
                </a:lnTo>
                <a:lnTo>
                  <a:pt x="1070991" y="56445"/>
                </a:lnTo>
                <a:lnTo>
                  <a:pt x="1052017" y="58169"/>
                </a:lnTo>
                <a:lnTo>
                  <a:pt x="1033043" y="59741"/>
                </a:lnTo>
                <a:lnTo>
                  <a:pt x="1014051" y="61208"/>
                </a:lnTo>
                <a:lnTo>
                  <a:pt x="995048" y="62551"/>
                </a:lnTo>
                <a:lnTo>
                  <a:pt x="976046" y="63798"/>
                </a:lnTo>
                <a:lnTo>
                  <a:pt x="957024" y="64941"/>
                </a:lnTo>
                <a:lnTo>
                  <a:pt x="938012" y="65999"/>
                </a:lnTo>
                <a:lnTo>
                  <a:pt x="918991" y="66970"/>
                </a:lnTo>
                <a:lnTo>
                  <a:pt x="899960" y="67856"/>
                </a:lnTo>
                <a:lnTo>
                  <a:pt x="880929" y="68675"/>
                </a:lnTo>
                <a:lnTo>
                  <a:pt x="861898" y="69409"/>
                </a:lnTo>
                <a:lnTo>
                  <a:pt x="842867" y="70075"/>
                </a:lnTo>
                <a:lnTo>
                  <a:pt x="823827" y="70676"/>
                </a:lnTo>
                <a:lnTo>
                  <a:pt x="804786" y="71209"/>
                </a:lnTo>
                <a:lnTo>
                  <a:pt x="785746" y="71676"/>
                </a:lnTo>
                <a:lnTo>
                  <a:pt x="766705" y="72085"/>
                </a:lnTo>
                <a:lnTo>
                  <a:pt x="747655" y="72438"/>
                </a:lnTo>
                <a:lnTo>
                  <a:pt x="728615" y="72723"/>
                </a:lnTo>
                <a:lnTo>
                  <a:pt x="709565" y="72952"/>
                </a:lnTo>
                <a:lnTo>
                  <a:pt x="690515" y="73123"/>
                </a:lnTo>
                <a:lnTo>
                  <a:pt x="671474" y="73228"/>
                </a:lnTo>
                <a:lnTo>
                  <a:pt x="652424" y="73285"/>
                </a:lnTo>
                <a:lnTo>
                  <a:pt x="633374" y="73285"/>
                </a:lnTo>
                <a:lnTo>
                  <a:pt x="614334" y="73228"/>
                </a:lnTo>
                <a:lnTo>
                  <a:pt x="595284" y="73104"/>
                </a:lnTo>
                <a:lnTo>
                  <a:pt x="576234" y="72933"/>
                </a:lnTo>
                <a:lnTo>
                  <a:pt x="557193" y="72704"/>
                </a:lnTo>
                <a:lnTo>
                  <a:pt x="538143" y="72409"/>
                </a:lnTo>
                <a:lnTo>
                  <a:pt x="519103" y="72057"/>
                </a:lnTo>
                <a:lnTo>
                  <a:pt x="500063" y="71647"/>
                </a:lnTo>
                <a:lnTo>
                  <a:pt x="481022" y="71171"/>
                </a:lnTo>
                <a:lnTo>
                  <a:pt x="461982" y="70637"/>
                </a:lnTo>
                <a:lnTo>
                  <a:pt x="442941" y="70028"/>
                </a:lnTo>
                <a:lnTo>
                  <a:pt x="423901" y="69361"/>
                </a:lnTo>
                <a:lnTo>
                  <a:pt x="404870" y="68609"/>
                </a:lnTo>
                <a:lnTo>
                  <a:pt x="385839" y="67789"/>
                </a:lnTo>
                <a:lnTo>
                  <a:pt x="366817" y="66904"/>
                </a:lnTo>
                <a:lnTo>
                  <a:pt x="347796" y="65923"/>
                </a:lnTo>
                <a:lnTo>
                  <a:pt x="328774" y="64865"/>
                </a:lnTo>
                <a:lnTo>
                  <a:pt x="309763" y="63713"/>
                </a:lnTo>
                <a:lnTo>
                  <a:pt x="290760" y="62455"/>
                </a:lnTo>
                <a:lnTo>
                  <a:pt x="271758" y="61103"/>
                </a:lnTo>
                <a:lnTo>
                  <a:pt x="252765" y="59636"/>
                </a:lnTo>
                <a:lnTo>
                  <a:pt x="233791" y="58045"/>
                </a:lnTo>
                <a:lnTo>
                  <a:pt x="214817" y="56312"/>
                </a:lnTo>
                <a:lnTo>
                  <a:pt x="195863" y="54426"/>
                </a:lnTo>
                <a:lnTo>
                  <a:pt x="176927" y="52378"/>
                </a:lnTo>
                <a:lnTo>
                  <a:pt x="158020" y="50130"/>
                </a:lnTo>
                <a:lnTo>
                  <a:pt x="139132" y="47644"/>
                </a:lnTo>
                <a:lnTo>
                  <a:pt x="120282" y="44891"/>
                </a:lnTo>
                <a:lnTo>
                  <a:pt x="101489" y="41815"/>
                </a:lnTo>
                <a:lnTo>
                  <a:pt x="82763" y="38310"/>
                </a:lnTo>
                <a:lnTo>
                  <a:pt x="64151" y="34261"/>
                </a:lnTo>
                <a:lnTo>
                  <a:pt x="45730" y="29423"/>
                </a:lnTo>
                <a:lnTo>
                  <a:pt x="27689" y="23346"/>
                </a:lnTo>
                <a:lnTo>
                  <a:pt x="10678" y="14859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78A8D5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54" name="funnel-step-cap-4">
            <a:extLst xmlns:a="http://schemas.openxmlformats.org/drawingml/2006/main">
              <a:ext uri="{FF2B5EF4-FFF2-40B4-BE49-F238E27FC236}">
                <a16:creationId xmlns:a16="http://schemas.microsoft.com/office/drawing/2014/main" id="{E8E5E133-84E9-463D-9484-5CE729A72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76021" y="5321198"/>
            <a:ext cx="1287218" cy="2084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8A8D5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55" name="funnel-flow-arrow">
            <a:extLst xmlns:a="http://schemas.openxmlformats.org/drawingml/2006/main">
              <a:ext uri="{FF2B5EF4-FFF2-40B4-BE49-F238E27FC236}">
                <a16:creationId xmlns:a16="http://schemas.microsoft.com/office/drawing/2014/main" id="{6D7CE410-2273-4CAE-A783-EE07B43E4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52850" y="2466975"/>
            <a:ext cx="1733550" cy="3631168"/>
          </a:xfrm>
          <a:custGeom xmlns:a="http://schemas.openxmlformats.org/drawingml/2006/main">
            <a:pathLst>
              <a:path w="1733550" h="3631168">
                <a:moveTo>
                  <a:pt x="0" y="0"/>
                </a:moveTo>
                <a:lnTo>
                  <a:pt x="0" y="42834"/>
                </a:lnTo>
                <a:lnTo>
                  <a:pt x="9001" y="84582"/>
                </a:lnTo>
                <a:lnTo>
                  <a:pt x="19136" y="126197"/>
                </a:lnTo>
                <a:lnTo>
                  <a:pt x="29270" y="167811"/>
                </a:lnTo>
                <a:lnTo>
                  <a:pt x="39405" y="209426"/>
                </a:lnTo>
                <a:lnTo>
                  <a:pt x="49540" y="251031"/>
                </a:lnTo>
                <a:lnTo>
                  <a:pt x="59684" y="292646"/>
                </a:lnTo>
                <a:lnTo>
                  <a:pt x="69818" y="334261"/>
                </a:lnTo>
                <a:lnTo>
                  <a:pt x="79953" y="375876"/>
                </a:lnTo>
                <a:lnTo>
                  <a:pt x="90087" y="417490"/>
                </a:lnTo>
                <a:lnTo>
                  <a:pt x="100222" y="459105"/>
                </a:lnTo>
                <a:lnTo>
                  <a:pt x="110357" y="500720"/>
                </a:lnTo>
                <a:lnTo>
                  <a:pt x="120491" y="542334"/>
                </a:lnTo>
                <a:lnTo>
                  <a:pt x="130626" y="583949"/>
                </a:lnTo>
                <a:lnTo>
                  <a:pt x="140770" y="625564"/>
                </a:lnTo>
                <a:lnTo>
                  <a:pt x="150905" y="667179"/>
                </a:lnTo>
                <a:lnTo>
                  <a:pt x="160611" y="708879"/>
                </a:lnTo>
                <a:lnTo>
                  <a:pt x="168907" y="750903"/>
                </a:lnTo>
                <a:lnTo>
                  <a:pt x="176974" y="792966"/>
                </a:lnTo>
                <a:lnTo>
                  <a:pt x="184718" y="835085"/>
                </a:lnTo>
                <a:lnTo>
                  <a:pt x="192462" y="877214"/>
                </a:lnTo>
                <a:lnTo>
                  <a:pt x="200196" y="919343"/>
                </a:lnTo>
                <a:lnTo>
                  <a:pt x="207940" y="961463"/>
                </a:lnTo>
                <a:lnTo>
                  <a:pt x="215684" y="1003592"/>
                </a:lnTo>
                <a:lnTo>
                  <a:pt x="223428" y="1045712"/>
                </a:lnTo>
                <a:lnTo>
                  <a:pt x="231162" y="1087841"/>
                </a:lnTo>
                <a:lnTo>
                  <a:pt x="238906" y="1129960"/>
                </a:lnTo>
                <a:lnTo>
                  <a:pt x="246650" y="1172089"/>
                </a:lnTo>
                <a:lnTo>
                  <a:pt x="254394" y="1214218"/>
                </a:lnTo>
                <a:lnTo>
                  <a:pt x="262128" y="1256338"/>
                </a:lnTo>
                <a:lnTo>
                  <a:pt x="269872" y="1298467"/>
                </a:lnTo>
                <a:lnTo>
                  <a:pt x="277616" y="1340587"/>
                </a:lnTo>
                <a:lnTo>
                  <a:pt x="285359" y="1382716"/>
                </a:lnTo>
                <a:lnTo>
                  <a:pt x="293094" y="1424835"/>
                </a:lnTo>
                <a:lnTo>
                  <a:pt x="300447" y="1467031"/>
                </a:lnTo>
                <a:lnTo>
                  <a:pt x="307734" y="1509236"/>
                </a:lnTo>
                <a:lnTo>
                  <a:pt x="314782" y="1551489"/>
                </a:lnTo>
                <a:lnTo>
                  <a:pt x="321831" y="1593733"/>
                </a:lnTo>
                <a:lnTo>
                  <a:pt x="328879" y="1635976"/>
                </a:lnTo>
                <a:lnTo>
                  <a:pt x="335928" y="1678229"/>
                </a:lnTo>
                <a:lnTo>
                  <a:pt x="342976" y="1720472"/>
                </a:lnTo>
                <a:lnTo>
                  <a:pt x="350025" y="1762716"/>
                </a:lnTo>
                <a:lnTo>
                  <a:pt x="357073" y="1804968"/>
                </a:lnTo>
                <a:lnTo>
                  <a:pt x="364112" y="1847212"/>
                </a:lnTo>
                <a:lnTo>
                  <a:pt x="371161" y="1889455"/>
                </a:lnTo>
                <a:lnTo>
                  <a:pt x="378209" y="1931708"/>
                </a:lnTo>
                <a:lnTo>
                  <a:pt x="385258" y="1973951"/>
                </a:lnTo>
                <a:lnTo>
                  <a:pt x="392306" y="2016195"/>
                </a:lnTo>
                <a:lnTo>
                  <a:pt x="399355" y="2058448"/>
                </a:lnTo>
                <a:lnTo>
                  <a:pt x="406403" y="2100691"/>
                </a:lnTo>
                <a:lnTo>
                  <a:pt x="413452" y="2142935"/>
                </a:lnTo>
                <a:lnTo>
                  <a:pt x="420329" y="2185216"/>
                </a:lnTo>
                <a:lnTo>
                  <a:pt x="427149" y="2227497"/>
                </a:lnTo>
                <a:lnTo>
                  <a:pt x="433797" y="2269808"/>
                </a:lnTo>
                <a:lnTo>
                  <a:pt x="440426" y="2312127"/>
                </a:lnTo>
                <a:lnTo>
                  <a:pt x="447056" y="2354437"/>
                </a:lnTo>
                <a:lnTo>
                  <a:pt x="453685" y="2396747"/>
                </a:lnTo>
                <a:lnTo>
                  <a:pt x="460324" y="2439067"/>
                </a:lnTo>
                <a:lnTo>
                  <a:pt x="466954" y="2481377"/>
                </a:lnTo>
                <a:lnTo>
                  <a:pt x="473583" y="2523696"/>
                </a:lnTo>
                <a:lnTo>
                  <a:pt x="480212" y="2566006"/>
                </a:lnTo>
                <a:lnTo>
                  <a:pt x="486842" y="2608316"/>
                </a:lnTo>
                <a:lnTo>
                  <a:pt x="493481" y="2650636"/>
                </a:lnTo>
                <a:lnTo>
                  <a:pt x="500110" y="2692946"/>
                </a:lnTo>
                <a:lnTo>
                  <a:pt x="506740" y="2735266"/>
                </a:lnTo>
                <a:lnTo>
                  <a:pt x="513369" y="2777576"/>
                </a:lnTo>
                <a:lnTo>
                  <a:pt x="520008" y="2819886"/>
                </a:lnTo>
                <a:lnTo>
                  <a:pt x="526637" y="2862205"/>
                </a:lnTo>
                <a:lnTo>
                  <a:pt x="533181" y="2904534"/>
                </a:lnTo>
                <a:lnTo>
                  <a:pt x="539648" y="2946873"/>
                </a:lnTo>
                <a:lnTo>
                  <a:pt x="503663" y="2952750"/>
                </a:lnTo>
                <a:lnTo>
                  <a:pt x="460829" y="2952750"/>
                </a:lnTo>
                <a:lnTo>
                  <a:pt x="418005" y="2952750"/>
                </a:lnTo>
                <a:lnTo>
                  <a:pt x="375171" y="2952750"/>
                </a:lnTo>
                <a:lnTo>
                  <a:pt x="332337" y="2952750"/>
                </a:lnTo>
                <a:lnTo>
                  <a:pt x="289512" y="2952750"/>
                </a:lnTo>
                <a:lnTo>
                  <a:pt x="246678" y="2952750"/>
                </a:lnTo>
                <a:lnTo>
                  <a:pt x="225533" y="2962075"/>
                </a:lnTo>
                <a:lnTo>
                  <a:pt x="254994" y="2993155"/>
                </a:lnTo>
                <a:lnTo>
                  <a:pt x="284464" y="3024245"/>
                </a:lnTo>
                <a:lnTo>
                  <a:pt x="313925" y="3055325"/>
                </a:lnTo>
                <a:lnTo>
                  <a:pt x="343395" y="3086414"/>
                </a:lnTo>
                <a:lnTo>
                  <a:pt x="372856" y="3117494"/>
                </a:lnTo>
                <a:lnTo>
                  <a:pt x="402326" y="3148574"/>
                </a:lnTo>
                <a:lnTo>
                  <a:pt x="431787" y="3179664"/>
                </a:lnTo>
                <a:lnTo>
                  <a:pt x="461258" y="3210744"/>
                </a:lnTo>
                <a:lnTo>
                  <a:pt x="490718" y="3241834"/>
                </a:lnTo>
                <a:lnTo>
                  <a:pt x="520189" y="3272914"/>
                </a:lnTo>
                <a:lnTo>
                  <a:pt x="549650" y="3304003"/>
                </a:lnTo>
                <a:lnTo>
                  <a:pt x="579110" y="3335084"/>
                </a:lnTo>
                <a:lnTo>
                  <a:pt x="608581" y="3366173"/>
                </a:lnTo>
                <a:lnTo>
                  <a:pt x="638042" y="3397253"/>
                </a:lnTo>
                <a:lnTo>
                  <a:pt x="667512" y="3428333"/>
                </a:lnTo>
                <a:lnTo>
                  <a:pt x="696973" y="3459423"/>
                </a:lnTo>
                <a:lnTo>
                  <a:pt x="726443" y="3490503"/>
                </a:lnTo>
                <a:lnTo>
                  <a:pt x="755904" y="3521593"/>
                </a:lnTo>
                <a:lnTo>
                  <a:pt x="785374" y="3552673"/>
                </a:lnTo>
                <a:lnTo>
                  <a:pt x="814835" y="3583762"/>
                </a:lnTo>
                <a:lnTo>
                  <a:pt x="844306" y="3614842"/>
                </a:lnTo>
                <a:lnTo>
                  <a:pt x="873766" y="3631168"/>
                </a:lnTo>
                <a:lnTo>
                  <a:pt x="903237" y="3600088"/>
                </a:lnTo>
                <a:lnTo>
                  <a:pt x="932698" y="3568998"/>
                </a:lnTo>
                <a:lnTo>
                  <a:pt x="962168" y="3537918"/>
                </a:lnTo>
                <a:lnTo>
                  <a:pt x="991629" y="3506838"/>
                </a:lnTo>
                <a:lnTo>
                  <a:pt x="1021099" y="3475749"/>
                </a:lnTo>
                <a:lnTo>
                  <a:pt x="1050560" y="3444669"/>
                </a:lnTo>
                <a:lnTo>
                  <a:pt x="1080030" y="3413579"/>
                </a:lnTo>
                <a:lnTo>
                  <a:pt x="1109491" y="3382499"/>
                </a:lnTo>
                <a:lnTo>
                  <a:pt x="1138961" y="3351409"/>
                </a:lnTo>
                <a:lnTo>
                  <a:pt x="1168422" y="3320329"/>
                </a:lnTo>
                <a:lnTo>
                  <a:pt x="1197893" y="3289240"/>
                </a:lnTo>
                <a:lnTo>
                  <a:pt x="1227353" y="3258160"/>
                </a:lnTo>
                <a:lnTo>
                  <a:pt x="1256814" y="3227080"/>
                </a:lnTo>
                <a:lnTo>
                  <a:pt x="1286285" y="3195990"/>
                </a:lnTo>
                <a:lnTo>
                  <a:pt x="1315745" y="3164910"/>
                </a:lnTo>
                <a:lnTo>
                  <a:pt x="1345216" y="3133820"/>
                </a:lnTo>
                <a:lnTo>
                  <a:pt x="1374677" y="3102740"/>
                </a:lnTo>
                <a:lnTo>
                  <a:pt x="1404147" y="3071651"/>
                </a:lnTo>
                <a:lnTo>
                  <a:pt x="1433608" y="3040571"/>
                </a:lnTo>
                <a:lnTo>
                  <a:pt x="1463078" y="3009481"/>
                </a:lnTo>
                <a:lnTo>
                  <a:pt x="1492539" y="2978401"/>
                </a:lnTo>
                <a:lnTo>
                  <a:pt x="1509370" y="2952750"/>
                </a:lnTo>
                <a:lnTo>
                  <a:pt x="1466536" y="2952750"/>
                </a:lnTo>
                <a:lnTo>
                  <a:pt x="1423711" y="2952750"/>
                </a:lnTo>
                <a:lnTo>
                  <a:pt x="1380877" y="2952750"/>
                </a:lnTo>
                <a:lnTo>
                  <a:pt x="1338043" y="2952750"/>
                </a:lnTo>
                <a:lnTo>
                  <a:pt x="1295219" y="2952750"/>
                </a:lnTo>
                <a:lnTo>
                  <a:pt x="1252385" y="2952750"/>
                </a:lnTo>
                <a:lnTo>
                  <a:pt x="1209561" y="2952750"/>
                </a:lnTo>
                <a:lnTo>
                  <a:pt x="1196978" y="2926775"/>
                </a:lnTo>
                <a:lnTo>
                  <a:pt x="1203436" y="2884427"/>
                </a:lnTo>
                <a:lnTo>
                  <a:pt x="1210066" y="2842117"/>
                </a:lnTo>
                <a:lnTo>
                  <a:pt x="1216695" y="2799798"/>
                </a:lnTo>
                <a:lnTo>
                  <a:pt x="1223324" y="2757488"/>
                </a:lnTo>
                <a:lnTo>
                  <a:pt x="1229954" y="2715177"/>
                </a:lnTo>
                <a:lnTo>
                  <a:pt x="1236593" y="2672858"/>
                </a:lnTo>
                <a:lnTo>
                  <a:pt x="1243222" y="2630548"/>
                </a:lnTo>
                <a:lnTo>
                  <a:pt x="1249851" y="2588228"/>
                </a:lnTo>
                <a:lnTo>
                  <a:pt x="1256481" y="2545918"/>
                </a:lnTo>
                <a:lnTo>
                  <a:pt x="1263120" y="2503608"/>
                </a:lnTo>
                <a:lnTo>
                  <a:pt x="1269749" y="2461289"/>
                </a:lnTo>
                <a:lnTo>
                  <a:pt x="1276379" y="2418979"/>
                </a:lnTo>
                <a:lnTo>
                  <a:pt x="1283008" y="2376659"/>
                </a:lnTo>
                <a:lnTo>
                  <a:pt x="1289637" y="2334349"/>
                </a:lnTo>
                <a:lnTo>
                  <a:pt x="1296276" y="2292039"/>
                </a:lnTo>
                <a:lnTo>
                  <a:pt x="1302906" y="2249719"/>
                </a:lnTo>
                <a:lnTo>
                  <a:pt x="1309640" y="2207428"/>
                </a:lnTo>
                <a:lnTo>
                  <a:pt x="1316460" y="2165137"/>
                </a:lnTo>
                <a:lnTo>
                  <a:pt x="1323451" y="2122884"/>
                </a:lnTo>
                <a:lnTo>
                  <a:pt x="1330500" y="2080641"/>
                </a:lnTo>
                <a:lnTo>
                  <a:pt x="1337539" y="2038388"/>
                </a:lnTo>
                <a:lnTo>
                  <a:pt x="1344587" y="1996145"/>
                </a:lnTo>
                <a:lnTo>
                  <a:pt x="1351636" y="1953901"/>
                </a:lnTo>
                <a:lnTo>
                  <a:pt x="1358684" y="1911648"/>
                </a:lnTo>
                <a:lnTo>
                  <a:pt x="1365733" y="1869405"/>
                </a:lnTo>
                <a:lnTo>
                  <a:pt x="1372781" y="1827162"/>
                </a:lnTo>
                <a:lnTo>
                  <a:pt x="1379830" y="1784909"/>
                </a:lnTo>
                <a:lnTo>
                  <a:pt x="1386878" y="1742665"/>
                </a:lnTo>
                <a:lnTo>
                  <a:pt x="1393917" y="1700413"/>
                </a:lnTo>
                <a:lnTo>
                  <a:pt x="1400966" y="1658169"/>
                </a:lnTo>
                <a:lnTo>
                  <a:pt x="1408014" y="1615926"/>
                </a:lnTo>
                <a:lnTo>
                  <a:pt x="1415063" y="1573673"/>
                </a:lnTo>
                <a:lnTo>
                  <a:pt x="1422111" y="1531430"/>
                </a:lnTo>
                <a:lnTo>
                  <a:pt x="1429255" y="1489196"/>
                </a:lnTo>
                <a:lnTo>
                  <a:pt x="1436580" y="1447000"/>
                </a:lnTo>
                <a:lnTo>
                  <a:pt x="1444133" y="1404842"/>
                </a:lnTo>
                <a:lnTo>
                  <a:pt x="1451867" y="1362713"/>
                </a:lnTo>
                <a:lnTo>
                  <a:pt x="1459611" y="1320594"/>
                </a:lnTo>
                <a:lnTo>
                  <a:pt x="1467355" y="1278465"/>
                </a:lnTo>
                <a:lnTo>
                  <a:pt x="1475099" y="1236345"/>
                </a:lnTo>
                <a:lnTo>
                  <a:pt x="1482833" y="1194216"/>
                </a:lnTo>
                <a:lnTo>
                  <a:pt x="1490577" y="1152087"/>
                </a:lnTo>
                <a:lnTo>
                  <a:pt x="1498321" y="1109967"/>
                </a:lnTo>
                <a:lnTo>
                  <a:pt x="1506055" y="1067838"/>
                </a:lnTo>
                <a:lnTo>
                  <a:pt x="1513799" y="1025719"/>
                </a:lnTo>
                <a:lnTo>
                  <a:pt x="1521543" y="983590"/>
                </a:lnTo>
                <a:lnTo>
                  <a:pt x="1529286" y="941470"/>
                </a:lnTo>
                <a:lnTo>
                  <a:pt x="1537021" y="899341"/>
                </a:lnTo>
                <a:lnTo>
                  <a:pt x="1544765" y="857212"/>
                </a:lnTo>
                <a:lnTo>
                  <a:pt x="1552508" y="815092"/>
                </a:lnTo>
                <a:lnTo>
                  <a:pt x="1560281" y="772973"/>
                </a:lnTo>
                <a:lnTo>
                  <a:pt x="1568577" y="730949"/>
                </a:lnTo>
                <a:lnTo>
                  <a:pt x="1577321" y="689029"/>
                </a:lnTo>
                <a:lnTo>
                  <a:pt x="1587456" y="647424"/>
                </a:lnTo>
                <a:lnTo>
                  <a:pt x="1597600" y="605809"/>
                </a:lnTo>
                <a:lnTo>
                  <a:pt x="1607734" y="564194"/>
                </a:lnTo>
                <a:lnTo>
                  <a:pt x="1617869" y="522580"/>
                </a:lnTo>
                <a:lnTo>
                  <a:pt x="1628003" y="480965"/>
                </a:lnTo>
                <a:lnTo>
                  <a:pt x="1638138" y="439350"/>
                </a:lnTo>
                <a:lnTo>
                  <a:pt x="1648273" y="397735"/>
                </a:lnTo>
                <a:lnTo>
                  <a:pt x="1658407" y="356121"/>
                </a:lnTo>
                <a:lnTo>
                  <a:pt x="1668542" y="314506"/>
                </a:lnTo>
                <a:lnTo>
                  <a:pt x="1678686" y="272891"/>
                </a:lnTo>
                <a:lnTo>
                  <a:pt x="1688821" y="231277"/>
                </a:lnTo>
                <a:lnTo>
                  <a:pt x="1698955" y="189671"/>
                </a:lnTo>
                <a:lnTo>
                  <a:pt x="1709090" y="148057"/>
                </a:lnTo>
                <a:lnTo>
                  <a:pt x="1719224" y="106442"/>
                </a:lnTo>
                <a:lnTo>
                  <a:pt x="1729359" y="64827"/>
                </a:lnTo>
                <a:lnTo>
                  <a:pt x="1733550" y="22498"/>
                </a:lnTo>
                <a:lnTo>
                  <a:pt x="1713214" y="0"/>
                </a:lnTo>
                <a:lnTo>
                  <a:pt x="1670390" y="0"/>
                </a:lnTo>
                <a:lnTo>
                  <a:pt x="1627556" y="0"/>
                </a:lnTo>
                <a:lnTo>
                  <a:pt x="1584722" y="0"/>
                </a:lnTo>
                <a:lnTo>
                  <a:pt x="1541897" y="0"/>
                </a:lnTo>
                <a:lnTo>
                  <a:pt x="1499064" y="0"/>
                </a:lnTo>
                <a:lnTo>
                  <a:pt x="1456230" y="0"/>
                </a:lnTo>
                <a:lnTo>
                  <a:pt x="1413405" y="0"/>
                </a:lnTo>
                <a:lnTo>
                  <a:pt x="1370571" y="0"/>
                </a:lnTo>
                <a:lnTo>
                  <a:pt x="1327747" y="0"/>
                </a:lnTo>
                <a:lnTo>
                  <a:pt x="1284913" y="0"/>
                </a:lnTo>
                <a:lnTo>
                  <a:pt x="1242079" y="0"/>
                </a:lnTo>
                <a:lnTo>
                  <a:pt x="1199255" y="0"/>
                </a:lnTo>
                <a:lnTo>
                  <a:pt x="1156421" y="0"/>
                </a:lnTo>
                <a:lnTo>
                  <a:pt x="1113587" y="0"/>
                </a:lnTo>
                <a:lnTo>
                  <a:pt x="1070762" y="0"/>
                </a:lnTo>
                <a:lnTo>
                  <a:pt x="1027928" y="0"/>
                </a:lnTo>
                <a:lnTo>
                  <a:pt x="985104" y="0"/>
                </a:lnTo>
                <a:lnTo>
                  <a:pt x="942270" y="0"/>
                </a:lnTo>
                <a:lnTo>
                  <a:pt x="899436" y="0"/>
                </a:lnTo>
                <a:lnTo>
                  <a:pt x="856612" y="0"/>
                </a:lnTo>
                <a:lnTo>
                  <a:pt x="813778" y="0"/>
                </a:lnTo>
                <a:lnTo>
                  <a:pt x="770944" y="0"/>
                </a:lnTo>
                <a:lnTo>
                  <a:pt x="728120" y="0"/>
                </a:lnTo>
                <a:lnTo>
                  <a:pt x="685286" y="0"/>
                </a:lnTo>
                <a:lnTo>
                  <a:pt x="642452" y="0"/>
                </a:lnTo>
                <a:lnTo>
                  <a:pt x="599627" y="0"/>
                </a:lnTo>
                <a:lnTo>
                  <a:pt x="556793" y="0"/>
                </a:lnTo>
                <a:lnTo>
                  <a:pt x="513969" y="0"/>
                </a:lnTo>
                <a:lnTo>
                  <a:pt x="471135" y="0"/>
                </a:lnTo>
                <a:lnTo>
                  <a:pt x="428301" y="0"/>
                </a:lnTo>
                <a:lnTo>
                  <a:pt x="385477" y="0"/>
                </a:lnTo>
                <a:lnTo>
                  <a:pt x="342643" y="0"/>
                </a:lnTo>
                <a:lnTo>
                  <a:pt x="299809" y="0"/>
                </a:lnTo>
                <a:lnTo>
                  <a:pt x="256985" y="0"/>
                </a:lnTo>
                <a:lnTo>
                  <a:pt x="214151" y="0"/>
                </a:lnTo>
                <a:lnTo>
                  <a:pt x="171326" y="0"/>
                </a:lnTo>
                <a:lnTo>
                  <a:pt x="128492" y="0"/>
                </a:lnTo>
                <a:lnTo>
                  <a:pt x="85658" y="0"/>
                </a:lnTo>
                <a:lnTo>
                  <a:pt x="42834" y="0"/>
                </a:lnTo>
                <a:lnTo>
                  <a:pt x="0" y="0"/>
                </a:lnTo>
                <a:close/>
              </a:path>
            </a:pathLst>
          </a:custGeom>
          <a:gradFill xmlns:a="http://schemas.openxmlformats.org/drawingml/2006/main">
            <a:gsLst>
              <a:gs pos="0">
                <a:srgbClr val="000000"/>
              </a:gs>
              <a:gs pos="42">
                <a:srgbClr val="B8D8F2">
                  <a:alpha val="16000"/>
                </a:srgbClr>
              </a:gs>
              <a:gs pos="76">
                <a:srgbClr val="8FC4EE">
                  <a:alpha val="32000"/>
                </a:srgbClr>
              </a:gs>
              <a:gs pos="100">
                <a:srgbClr val="72B3E8">
                  <a:alpha val="52000"/>
                </a:srgbClr>
              </a:gs>
            </a:gsLst>
            <a:lin ang="10800000"/>
          </a:gradFill>
          <a:ln xmlns:a="http://schemas.openxmlformats.org/drawingml/2006/main" w="9525">
            <a:noFill/>
            <a:prstDash val="solid"/>
          </a:ln>
        </p:spPr>
      </p:sp>
      <p:sp>
        <p:nvSpPr>
          <p:cNvPr id="56" name="phase-label-0">
            <a:extLst xmlns:a="http://schemas.openxmlformats.org/drawingml/2006/main">
              <a:ext uri="{FF2B5EF4-FFF2-40B4-BE49-F238E27FC236}">
                <a16:creationId xmlns:a16="http://schemas.microsoft.com/office/drawing/2014/main" id="{CE5E3125-70D8-4E3B-92CB-BFC65893A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1638300"/>
            <a:ext cx="228600" cy="15658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阶段一</a:t>
            </a:r>
          </a:p>
        </p:txBody>
      </p:sp>
      <p:sp>
        <p:nvSpPr>
          <p:cNvPr id="57" name="phase-label-1">
            <a:extLst xmlns:a="http://schemas.openxmlformats.org/drawingml/2006/main">
              <a:ext uri="{FF2B5EF4-FFF2-40B4-BE49-F238E27FC236}">
                <a16:creationId xmlns:a16="http://schemas.microsoft.com/office/drawing/2014/main" id="{0BB02908-FC0B-4206-AA59-F1EBA5F48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3204124"/>
            <a:ext cx="228600" cy="14553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阶段二</a:t>
            </a:r>
          </a:p>
        </p:txBody>
      </p:sp>
      <p:sp>
        <p:nvSpPr>
          <p:cNvPr id="58" name="phase-label-2">
            <a:extLst xmlns:a="http://schemas.openxmlformats.org/drawingml/2006/main">
              <a:ext uri="{FF2B5EF4-FFF2-40B4-BE49-F238E27FC236}">
                <a16:creationId xmlns:a16="http://schemas.microsoft.com/office/drawing/2014/main" id="{45EC2824-A15A-4821-BFC2-4F62F1957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4659516"/>
            <a:ext cx="228600" cy="155064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阶段三</a:t>
            </a:r>
          </a:p>
        </p:txBody>
      </p:sp>
      <p:sp>
        <p:nvSpPr>
          <p:cNvPr id="59" name="funnel-step-title-0">
            <a:extLst xmlns:a="http://schemas.openxmlformats.org/drawingml/2006/main">
              <a:ext uri="{FF2B5EF4-FFF2-40B4-BE49-F238E27FC236}">
                <a16:creationId xmlns:a16="http://schemas.microsoft.com/office/drawing/2014/main" id="{F017D004-57B4-4AE6-B10D-C4962F7BA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357343" y="2702128"/>
            <a:ext cx="2524573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3600"/>
              </a:lnSpc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广泛触达</a:t>
            </a:r>
          </a:p>
        </p:txBody>
      </p:sp>
      <p:sp>
        <p:nvSpPr>
          <p:cNvPr id="60" name="funnel-step-title-1">
            <a:extLst xmlns:a="http://schemas.openxmlformats.org/drawingml/2006/main">
              <a:ext uri="{FF2B5EF4-FFF2-40B4-BE49-F238E27FC236}">
                <a16:creationId xmlns:a16="http://schemas.microsoft.com/office/drawing/2014/main" id="{B26774F6-C41B-4EE9-B736-EDB93C06D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608632" y="3429895"/>
            <a:ext cx="2021977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3600"/>
              </a:lnSpc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兴趣识别</a:t>
            </a:r>
          </a:p>
        </p:txBody>
      </p:sp>
      <p:sp>
        <p:nvSpPr>
          <p:cNvPr id="61" name="funnel-step-title-2">
            <a:extLst xmlns:a="http://schemas.openxmlformats.org/drawingml/2006/main">
              <a:ext uri="{FF2B5EF4-FFF2-40B4-BE49-F238E27FC236}">
                <a16:creationId xmlns:a16="http://schemas.microsoft.com/office/drawing/2014/main" id="{F002C172-F27B-49F2-91CE-EB244CF2E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837232" y="4157663"/>
            <a:ext cx="1564777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3600"/>
              </a:lnSpc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意向培育</a:t>
            </a:r>
          </a:p>
        </p:txBody>
      </p:sp>
      <p:sp>
        <p:nvSpPr>
          <p:cNvPr id="62" name="funnel-step-title-3">
            <a:extLst xmlns:a="http://schemas.openxmlformats.org/drawingml/2006/main">
              <a:ext uri="{FF2B5EF4-FFF2-40B4-BE49-F238E27FC236}">
                <a16:creationId xmlns:a16="http://schemas.microsoft.com/office/drawing/2014/main" id="{3E66FDE8-D79B-4413-B3BF-F33A5D416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52221" y="4885287"/>
            <a:ext cx="1134818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3600"/>
              </a:lnSpc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行动转化</a:t>
            </a:r>
          </a:p>
        </p:txBody>
      </p:sp>
      <p:sp>
        <p:nvSpPr>
          <p:cNvPr id="63" name="funnel-step-title-4">
            <a:extLst xmlns:a="http://schemas.openxmlformats.org/drawingml/2006/main">
              <a:ext uri="{FF2B5EF4-FFF2-40B4-BE49-F238E27FC236}">
                <a16:creationId xmlns:a16="http://schemas.microsoft.com/office/drawing/2014/main" id="{0FD88EC1-B28E-4BDA-9242-BE46CCBE6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200525" y="5613054"/>
            <a:ext cx="8382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持续留存</a:t>
            </a:r>
          </a:p>
        </p:txBody>
      </p:sp>
      <p:sp>
        <p:nvSpPr>
          <p:cNvPr id="64" name="input-core-0">
            <a:extLst xmlns:a="http://schemas.openxmlformats.org/drawingml/2006/main">
              <a:ext uri="{FF2B5EF4-FFF2-40B4-BE49-F238E27FC236}">
                <a16:creationId xmlns:a16="http://schemas.microsoft.com/office/drawing/2014/main" id="{A5727F8A-9B4B-46E1-9071-CA6CA2F8A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200400" y="194310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23"/>
          <a:fontRef xmlns:a="http://schemas.openxmlformats.org/drawingml/2006/main" idx="major"/>
        </p:style>
      </p:sp>
      <p:pic>
        <p:nvPicPr>
          <p:cNvPr id="13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bb19390d9d6412d">
            <a:extLst>
              <a:ext uri="{96DAC541-7B7A-43D3-8B79-37D633B846F1}">
                <asvg:svgBlip xmlns:asvg="http://schemas.microsoft.com/office/drawing/2016/SVG/main" r:embed="R4d7fca088ccb4b08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3295650" y="2038350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66" name="input-core-1">
            <a:extLst xmlns:a="http://schemas.openxmlformats.org/drawingml/2006/main">
              <a:ext uri="{FF2B5EF4-FFF2-40B4-BE49-F238E27FC236}">
                <a16:creationId xmlns:a16="http://schemas.microsoft.com/office/drawing/2014/main" id="{F65DF5B8-3077-492B-99B9-83AF886A1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22674" y="1743075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23"/>
          <a:fontRef xmlns:a="http://schemas.openxmlformats.org/drawingml/2006/main" idx="major"/>
        </p:style>
      </p:sp>
      <p:pic>
        <p:nvPicPr>
          <p:cNvPr id="13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e3d099a3c7e4de6">
            <a:extLst>
              <a:ext uri="{96DAC541-7B7A-43D3-8B79-37D633B846F1}">
                <asvg:svgBlip xmlns:asvg="http://schemas.microsoft.com/office/drawing/2016/SVG/main" r:embed="R2f3ad5d9e2784b22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4117924" y="1838325"/>
            <a:ext cx="209550" cy="209550"/>
          </a:xfrm>
          <a:prstGeom xmlns:a="http://schemas.openxmlformats.org/drawingml/2006/main" prst="rect">
            <a:avLst/>
          </a:prstGeom>
        </p:spPr>
      </p:pic>
      <p:sp>
        <p:nvSpPr>
          <p:cNvPr id="68" name="input-core-2">
            <a:extLst xmlns:a="http://schemas.openxmlformats.org/drawingml/2006/main">
              <a:ext uri="{FF2B5EF4-FFF2-40B4-BE49-F238E27FC236}">
                <a16:creationId xmlns:a16="http://schemas.microsoft.com/office/drawing/2014/main" id="{48BF53BF-33C7-494E-AC33-34DBCAA7B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787798" y="164782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23"/>
          <a:fontRef xmlns:a="http://schemas.openxmlformats.org/drawingml/2006/main" idx="major"/>
        </p:style>
      </p:sp>
      <p:pic>
        <p:nvPicPr>
          <p:cNvPr id="14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0da0cf697914450">
            <a:extLst>
              <a:ext uri="{96DAC541-7B7A-43D3-8B79-37D633B846F1}">
                <asvg:svgBlip xmlns:asvg="http://schemas.microsoft.com/office/drawing/2016/SVG/main" r:embed="R6d98dc3d9ebe4d88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4883048" y="1743075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70" name="input-core-3">
            <a:extLst xmlns:a="http://schemas.openxmlformats.org/drawingml/2006/main">
              <a:ext uri="{FF2B5EF4-FFF2-40B4-BE49-F238E27FC236}">
                <a16:creationId xmlns:a16="http://schemas.microsoft.com/office/drawing/2014/main" id="{20B391EC-B43B-478F-9772-BBBD89268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610225" y="190500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23"/>
          <a:fontRef xmlns:a="http://schemas.openxmlformats.org/drawingml/2006/main" idx="major"/>
        </p:style>
      </p:sp>
      <p:pic>
        <p:nvPicPr>
          <p:cNvPr id="14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8d2b2029f834b9a">
            <a:extLst>
              <a:ext uri="{96DAC541-7B7A-43D3-8B79-37D633B846F1}">
                <asvg:svgBlip xmlns:asvg="http://schemas.microsoft.com/office/drawing/2016/SVG/main" r:embed="Rd856d6b2b4f64449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5705475" y="2000250"/>
            <a:ext cx="209550" cy="2095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3484230"/>
      </p:ext>
    </p:extLst>
  </p:cSld>
</p:sld>
</file>

<file path=ppt/slides/slide4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4" name="phase-band-0">
            <a:extLst xmlns:a="http://schemas.openxmlformats.org/drawingml/2006/main">
              <a:ext uri="{FF2B5EF4-FFF2-40B4-BE49-F238E27FC236}">
                <a16:creationId xmlns:a16="http://schemas.microsoft.com/office/drawing/2014/main" id="{15B2B278-909D-4536-AF04-8CDD1C389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1638300"/>
            <a:ext cx="11144250" cy="156582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phase-band-1">
            <a:extLst xmlns:a="http://schemas.openxmlformats.org/drawingml/2006/main">
              <a:ext uri="{FF2B5EF4-FFF2-40B4-BE49-F238E27FC236}">
                <a16:creationId xmlns:a16="http://schemas.microsoft.com/office/drawing/2014/main" id="{B0F7072D-44EA-41B1-A633-71F227F86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3204124"/>
            <a:ext cx="11144250" cy="145539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38100">
            <a:solidFill>
              <a:srgbClr val="FFFFFF"/>
            </a:solidFill>
            <a:prstDash val="solid"/>
          </a:ln>
        </p:spPr>
      </p:sp>
      <p:sp>
        <p:nvSpPr>
          <p:cNvPr id="3" name="phase-band-2">
            <a:extLst xmlns:a="http://schemas.openxmlformats.org/drawingml/2006/main">
              <a:ext uri="{FF2B5EF4-FFF2-40B4-BE49-F238E27FC236}">
                <a16:creationId xmlns:a16="http://schemas.microsoft.com/office/drawing/2014/main" id="{082B46F2-6D52-40FA-9FD8-FA06F15B7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4659516"/>
            <a:ext cx="11144250" cy="155064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38100">
            <a:solidFill>
              <a:srgbClr val="FFFFFF"/>
            </a:solidFill>
            <a:prstDash val="solid"/>
          </a:ln>
        </p:spPr>
      </p:sp>
      <p:sp>
        <p:nvSpPr>
          <p:cNvPr id="4" name="phase-rail-0">
            <a:extLst xmlns:a="http://schemas.openxmlformats.org/drawingml/2006/main">
              <a:ext uri="{FF2B5EF4-FFF2-40B4-BE49-F238E27FC236}">
                <a16:creationId xmlns:a16="http://schemas.microsoft.com/office/drawing/2014/main" id="{47EB12E5-C7F4-4C02-9D33-FC4FC908D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1638300"/>
            <a:ext cx="514350" cy="1561643"/>
          </a:xfrm>
          <a:custGeom xmlns:a="http://schemas.openxmlformats.org/drawingml/2006/main">
            <a:pathLst>
              <a:path w="514350" h="1561643">
                <a:moveTo>
                  <a:pt x="0" y="0"/>
                </a:moveTo>
                <a:lnTo>
                  <a:pt x="18983" y="0"/>
                </a:lnTo>
                <a:lnTo>
                  <a:pt x="37967" y="0"/>
                </a:lnTo>
                <a:lnTo>
                  <a:pt x="56950" y="0"/>
                </a:lnTo>
                <a:lnTo>
                  <a:pt x="75943" y="0"/>
                </a:lnTo>
                <a:lnTo>
                  <a:pt x="94926" y="0"/>
                </a:lnTo>
                <a:lnTo>
                  <a:pt x="113909" y="0"/>
                </a:lnTo>
                <a:lnTo>
                  <a:pt x="132893" y="0"/>
                </a:lnTo>
                <a:lnTo>
                  <a:pt x="151876" y="0"/>
                </a:lnTo>
                <a:lnTo>
                  <a:pt x="170859" y="0"/>
                </a:lnTo>
                <a:lnTo>
                  <a:pt x="189843" y="0"/>
                </a:lnTo>
                <a:lnTo>
                  <a:pt x="208836" y="0"/>
                </a:lnTo>
                <a:lnTo>
                  <a:pt x="227819" y="0"/>
                </a:lnTo>
                <a:lnTo>
                  <a:pt x="246802" y="0"/>
                </a:lnTo>
                <a:lnTo>
                  <a:pt x="265786" y="0"/>
                </a:lnTo>
                <a:lnTo>
                  <a:pt x="284769" y="0"/>
                </a:lnTo>
                <a:lnTo>
                  <a:pt x="303752" y="0"/>
                </a:lnTo>
                <a:lnTo>
                  <a:pt x="322736" y="0"/>
                </a:lnTo>
                <a:lnTo>
                  <a:pt x="341728" y="0"/>
                </a:lnTo>
                <a:lnTo>
                  <a:pt x="360712" y="0"/>
                </a:lnTo>
                <a:lnTo>
                  <a:pt x="379695" y="0"/>
                </a:lnTo>
                <a:lnTo>
                  <a:pt x="398678" y="0"/>
                </a:lnTo>
                <a:lnTo>
                  <a:pt x="417662" y="0"/>
                </a:lnTo>
                <a:lnTo>
                  <a:pt x="436645" y="0"/>
                </a:lnTo>
                <a:lnTo>
                  <a:pt x="455628" y="0"/>
                </a:lnTo>
                <a:lnTo>
                  <a:pt x="474621" y="0"/>
                </a:lnTo>
                <a:lnTo>
                  <a:pt x="493605" y="0"/>
                </a:lnTo>
                <a:lnTo>
                  <a:pt x="512588" y="0"/>
                </a:lnTo>
                <a:lnTo>
                  <a:pt x="514350" y="17221"/>
                </a:lnTo>
                <a:lnTo>
                  <a:pt x="514350" y="36205"/>
                </a:lnTo>
                <a:lnTo>
                  <a:pt x="514350" y="55188"/>
                </a:lnTo>
                <a:lnTo>
                  <a:pt x="514350" y="74171"/>
                </a:lnTo>
                <a:lnTo>
                  <a:pt x="514350" y="93155"/>
                </a:lnTo>
                <a:lnTo>
                  <a:pt x="514350" y="112138"/>
                </a:lnTo>
                <a:lnTo>
                  <a:pt x="514350" y="131121"/>
                </a:lnTo>
                <a:lnTo>
                  <a:pt x="514350" y="150104"/>
                </a:lnTo>
                <a:lnTo>
                  <a:pt x="514350" y="169088"/>
                </a:lnTo>
                <a:lnTo>
                  <a:pt x="514350" y="188071"/>
                </a:lnTo>
                <a:lnTo>
                  <a:pt x="514350" y="207054"/>
                </a:lnTo>
                <a:lnTo>
                  <a:pt x="514350" y="226038"/>
                </a:lnTo>
                <a:lnTo>
                  <a:pt x="514350" y="245021"/>
                </a:lnTo>
                <a:lnTo>
                  <a:pt x="514350" y="264004"/>
                </a:lnTo>
                <a:lnTo>
                  <a:pt x="514350" y="282988"/>
                </a:lnTo>
                <a:lnTo>
                  <a:pt x="514350" y="301971"/>
                </a:lnTo>
                <a:lnTo>
                  <a:pt x="514350" y="320954"/>
                </a:lnTo>
                <a:lnTo>
                  <a:pt x="514350" y="339938"/>
                </a:lnTo>
                <a:lnTo>
                  <a:pt x="514350" y="358921"/>
                </a:lnTo>
                <a:lnTo>
                  <a:pt x="514350" y="377904"/>
                </a:lnTo>
                <a:lnTo>
                  <a:pt x="514350" y="396888"/>
                </a:lnTo>
                <a:lnTo>
                  <a:pt x="514350" y="415881"/>
                </a:lnTo>
                <a:lnTo>
                  <a:pt x="514350" y="434864"/>
                </a:lnTo>
                <a:lnTo>
                  <a:pt x="514350" y="453847"/>
                </a:lnTo>
                <a:lnTo>
                  <a:pt x="514350" y="472831"/>
                </a:lnTo>
                <a:lnTo>
                  <a:pt x="514350" y="491814"/>
                </a:lnTo>
                <a:lnTo>
                  <a:pt x="514350" y="510797"/>
                </a:lnTo>
                <a:lnTo>
                  <a:pt x="514350" y="529781"/>
                </a:lnTo>
                <a:lnTo>
                  <a:pt x="514350" y="548764"/>
                </a:lnTo>
                <a:lnTo>
                  <a:pt x="514350" y="567747"/>
                </a:lnTo>
                <a:lnTo>
                  <a:pt x="514350" y="586730"/>
                </a:lnTo>
                <a:lnTo>
                  <a:pt x="514350" y="605714"/>
                </a:lnTo>
                <a:lnTo>
                  <a:pt x="514350" y="624697"/>
                </a:lnTo>
                <a:lnTo>
                  <a:pt x="514350" y="643680"/>
                </a:lnTo>
                <a:lnTo>
                  <a:pt x="514350" y="662664"/>
                </a:lnTo>
                <a:lnTo>
                  <a:pt x="514350" y="681647"/>
                </a:lnTo>
                <a:lnTo>
                  <a:pt x="514350" y="700630"/>
                </a:lnTo>
                <a:lnTo>
                  <a:pt x="514350" y="719614"/>
                </a:lnTo>
                <a:lnTo>
                  <a:pt x="514350" y="738597"/>
                </a:lnTo>
                <a:lnTo>
                  <a:pt x="514350" y="757580"/>
                </a:lnTo>
                <a:lnTo>
                  <a:pt x="514350" y="776564"/>
                </a:lnTo>
                <a:lnTo>
                  <a:pt x="514350" y="795547"/>
                </a:lnTo>
                <a:lnTo>
                  <a:pt x="514350" y="814530"/>
                </a:lnTo>
                <a:lnTo>
                  <a:pt x="514350" y="833514"/>
                </a:lnTo>
                <a:lnTo>
                  <a:pt x="514350" y="852497"/>
                </a:lnTo>
                <a:lnTo>
                  <a:pt x="514350" y="871480"/>
                </a:lnTo>
                <a:lnTo>
                  <a:pt x="514350" y="890464"/>
                </a:lnTo>
                <a:lnTo>
                  <a:pt x="514350" y="909447"/>
                </a:lnTo>
                <a:lnTo>
                  <a:pt x="514350" y="928430"/>
                </a:lnTo>
                <a:lnTo>
                  <a:pt x="514350" y="947414"/>
                </a:lnTo>
                <a:lnTo>
                  <a:pt x="514350" y="966397"/>
                </a:lnTo>
                <a:lnTo>
                  <a:pt x="514350" y="985380"/>
                </a:lnTo>
                <a:lnTo>
                  <a:pt x="514350" y="1004364"/>
                </a:lnTo>
                <a:lnTo>
                  <a:pt x="514350" y="1023347"/>
                </a:lnTo>
                <a:lnTo>
                  <a:pt x="514350" y="1042330"/>
                </a:lnTo>
                <a:lnTo>
                  <a:pt x="514350" y="1061323"/>
                </a:lnTo>
                <a:lnTo>
                  <a:pt x="514350" y="1080306"/>
                </a:lnTo>
                <a:lnTo>
                  <a:pt x="514350" y="1099290"/>
                </a:lnTo>
                <a:lnTo>
                  <a:pt x="514350" y="1118273"/>
                </a:lnTo>
                <a:lnTo>
                  <a:pt x="514350" y="1137256"/>
                </a:lnTo>
                <a:lnTo>
                  <a:pt x="514350" y="1156240"/>
                </a:lnTo>
                <a:lnTo>
                  <a:pt x="514350" y="1175223"/>
                </a:lnTo>
                <a:lnTo>
                  <a:pt x="514350" y="1194206"/>
                </a:lnTo>
                <a:lnTo>
                  <a:pt x="514350" y="1213190"/>
                </a:lnTo>
                <a:lnTo>
                  <a:pt x="514350" y="1232173"/>
                </a:lnTo>
                <a:lnTo>
                  <a:pt x="514350" y="1251156"/>
                </a:lnTo>
                <a:lnTo>
                  <a:pt x="514350" y="1270140"/>
                </a:lnTo>
                <a:lnTo>
                  <a:pt x="514350" y="1289123"/>
                </a:lnTo>
                <a:lnTo>
                  <a:pt x="514350" y="1308106"/>
                </a:lnTo>
                <a:lnTo>
                  <a:pt x="514350" y="1327090"/>
                </a:lnTo>
                <a:lnTo>
                  <a:pt x="514350" y="1346073"/>
                </a:lnTo>
                <a:lnTo>
                  <a:pt x="514350" y="1365056"/>
                </a:lnTo>
                <a:lnTo>
                  <a:pt x="514350" y="1384040"/>
                </a:lnTo>
                <a:lnTo>
                  <a:pt x="514350" y="1403023"/>
                </a:lnTo>
                <a:lnTo>
                  <a:pt x="514350" y="1422006"/>
                </a:lnTo>
                <a:lnTo>
                  <a:pt x="498586" y="1431712"/>
                </a:lnTo>
                <a:lnTo>
                  <a:pt x="481984" y="1440932"/>
                </a:lnTo>
                <a:lnTo>
                  <a:pt x="465392" y="1450153"/>
                </a:lnTo>
                <a:lnTo>
                  <a:pt x="448799" y="1459373"/>
                </a:lnTo>
                <a:lnTo>
                  <a:pt x="432197" y="1468593"/>
                </a:lnTo>
                <a:lnTo>
                  <a:pt x="415604" y="1477813"/>
                </a:lnTo>
                <a:lnTo>
                  <a:pt x="399012" y="1487033"/>
                </a:lnTo>
                <a:lnTo>
                  <a:pt x="382410" y="1496244"/>
                </a:lnTo>
                <a:lnTo>
                  <a:pt x="365817" y="1505464"/>
                </a:lnTo>
                <a:lnTo>
                  <a:pt x="349225" y="1514685"/>
                </a:lnTo>
                <a:lnTo>
                  <a:pt x="332623" y="1523905"/>
                </a:lnTo>
                <a:lnTo>
                  <a:pt x="316030" y="1533125"/>
                </a:lnTo>
                <a:lnTo>
                  <a:pt x="299437" y="1542345"/>
                </a:lnTo>
                <a:lnTo>
                  <a:pt x="282835" y="1551565"/>
                </a:lnTo>
                <a:lnTo>
                  <a:pt x="266243" y="1560786"/>
                </a:lnTo>
                <a:lnTo>
                  <a:pt x="249650" y="1561643"/>
                </a:lnTo>
                <a:lnTo>
                  <a:pt x="233048" y="1552423"/>
                </a:lnTo>
                <a:lnTo>
                  <a:pt x="216456" y="1543202"/>
                </a:lnTo>
                <a:lnTo>
                  <a:pt x="199863" y="1533982"/>
                </a:lnTo>
                <a:lnTo>
                  <a:pt x="183261" y="1524762"/>
                </a:lnTo>
                <a:lnTo>
                  <a:pt x="166668" y="1515542"/>
                </a:lnTo>
                <a:lnTo>
                  <a:pt x="150076" y="1506322"/>
                </a:lnTo>
                <a:lnTo>
                  <a:pt x="133483" y="1497101"/>
                </a:lnTo>
                <a:lnTo>
                  <a:pt x="116881" y="1487881"/>
                </a:lnTo>
                <a:lnTo>
                  <a:pt x="100289" y="1478671"/>
                </a:lnTo>
                <a:lnTo>
                  <a:pt x="83696" y="1469450"/>
                </a:lnTo>
                <a:lnTo>
                  <a:pt x="67094" y="1460230"/>
                </a:lnTo>
                <a:lnTo>
                  <a:pt x="50502" y="1451010"/>
                </a:lnTo>
                <a:lnTo>
                  <a:pt x="33909" y="1441790"/>
                </a:lnTo>
                <a:lnTo>
                  <a:pt x="17307" y="1432570"/>
                </a:lnTo>
                <a:lnTo>
                  <a:pt x="714" y="1423349"/>
                </a:lnTo>
                <a:lnTo>
                  <a:pt x="0" y="1404785"/>
                </a:lnTo>
                <a:lnTo>
                  <a:pt x="0" y="1385802"/>
                </a:lnTo>
                <a:lnTo>
                  <a:pt x="0" y="1366818"/>
                </a:lnTo>
                <a:lnTo>
                  <a:pt x="0" y="1347835"/>
                </a:lnTo>
                <a:lnTo>
                  <a:pt x="0" y="1328852"/>
                </a:lnTo>
                <a:lnTo>
                  <a:pt x="0" y="1309868"/>
                </a:lnTo>
                <a:lnTo>
                  <a:pt x="0" y="1290885"/>
                </a:lnTo>
                <a:lnTo>
                  <a:pt x="0" y="1271902"/>
                </a:lnTo>
                <a:lnTo>
                  <a:pt x="0" y="1252919"/>
                </a:lnTo>
                <a:lnTo>
                  <a:pt x="0" y="1233935"/>
                </a:lnTo>
                <a:lnTo>
                  <a:pt x="0" y="1214952"/>
                </a:lnTo>
                <a:lnTo>
                  <a:pt x="0" y="1195969"/>
                </a:lnTo>
                <a:lnTo>
                  <a:pt x="0" y="1176985"/>
                </a:lnTo>
                <a:lnTo>
                  <a:pt x="0" y="1158002"/>
                </a:lnTo>
                <a:lnTo>
                  <a:pt x="0" y="1139019"/>
                </a:lnTo>
                <a:lnTo>
                  <a:pt x="0" y="1120035"/>
                </a:lnTo>
                <a:lnTo>
                  <a:pt x="0" y="1101052"/>
                </a:lnTo>
                <a:lnTo>
                  <a:pt x="0" y="1082069"/>
                </a:lnTo>
                <a:lnTo>
                  <a:pt x="0" y="1063085"/>
                </a:lnTo>
                <a:lnTo>
                  <a:pt x="0" y="1044102"/>
                </a:lnTo>
                <a:lnTo>
                  <a:pt x="0" y="1025119"/>
                </a:lnTo>
                <a:lnTo>
                  <a:pt x="0" y="1006135"/>
                </a:lnTo>
                <a:lnTo>
                  <a:pt x="0" y="987152"/>
                </a:lnTo>
                <a:lnTo>
                  <a:pt x="0" y="968169"/>
                </a:lnTo>
                <a:lnTo>
                  <a:pt x="0" y="949176"/>
                </a:lnTo>
                <a:lnTo>
                  <a:pt x="0" y="930192"/>
                </a:lnTo>
                <a:lnTo>
                  <a:pt x="0" y="911209"/>
                </a:lnTo>
                <a:lnTo>
                  <a:pt x="0" y="892226"/>
                </a:lnTo>
                <a:lnTo>
                  <a:pt x="0" y="873242"/>
                </a:lnTo>
                <a:lnTo>
                  <a:pt x="0" y="854259"/>
                </a:lnTo>
                <a:lnTo>
                  <a:pt x="0" y="835276"/>
                </a:lnTo>
                <a:lnTo>
                  <a:pt x="0" y="816293"/>
                </a:lnTo>
                <a:lnTo>
                  <a:pt x="0" y="797309"/>
                </a:lnTo>
                <a:lnTo>
                  <a:pt x="0" y="778326"/>
                </a:lnTo>
                <a:lnTo>
                  <a:pt x="0" y="759343"/>
                </a:lnTo>
                <a:lnTo>
                  <a:pt x="0" y="740359"/>
                </a:lnTo>
                <a:lnTo>
                  <a:pt x="0" y="721376"/>
                </a:lnTo>
                <a:lnTo>
                  <a:pt x="0" y="702393"/>
                </a:lnTo>
                <a:lnTo>
                  <a:pt x="0" y="683409"/>
                </a:lnTo>
                <a:lnTo>
                  <a:pt x="0" y="664426"/>
                </a:lnTo>
                <a:lnTo>
                  <a:pt x="0" y="645443"/>
                </a:lnTo>
                <a:lnTo>
                  <a:pt x="0" y="626459"/>
                </a:lnTo>
                <a:lnTo>
                  <a:pt x="0" y="607476"/>
                </a:lnTo>
                <a:lnTo>
                  <a:pt x="0" y="588493"/>
                </a:lnTo>
                <a:lnTo>
                  <a:pt x="0" y="569509"/>
                </a:lnTo>
                <a:lnTo>
                  <a:pt x="0" y="550526"/>
                </a:lnTo>
                <a:lnTo>
                  <a:pt x="0" y="531543"/>
                </a:lnTo>
                <a:lnTo>
                  <a:pt x="0" y="512559"/>
                </a:lnTo>
                <a:lnTo>
                  <a:pt x="0" y="493576"/>
                </a:lnTo>
                <a:lnTo>
                  <a:pt x="0" y="474593"/>
                </a:lnTo>
                <a:lnTo>
                  <a:pt x="0" y="455609"/>
                </a:lnTo>
                <a:lnTo>
                  <a:pt x="0" y="436626"/>
                </a:lnTo>
                <a:lnTo>
                  <a:pt x="0" y="417643"/>
                </a:lnTo>
                <a:lnTo>
                  <a:pt x="0" y="398659"/>
                </a:lnTo>
                <a:lnTo>
                  <a:pt x="0" y="379676"/>
                </a:lnTo>
                <a:lnTo>
                  <a:pt x="0" y="360693"/>
                </a:lnTo>
                <a:lnTo>
                  <a:pt x="0" y="341709"/>
                </a:lnTo>
                <a:lnTo>
                  <a:pt x="0" y="322717"/>
                </a:lnTo>
                <a:lnTo>
                  <a:pt x="0" y="303733"/>
                </a:lnTo>
                <a:lnTo>
                  <a:pt x="0" y="284750"/>
                </a:lnTo>
                <a:lnTo>
                  <a:pt x="0" y="265767"/>
                </a:lnTo>
                <a:lnTo>
                  <a:pt x="0" y="246783"/>
                </a:lnTo>
                <a:lnTo>
                  <a:pt x="0" y="227800"/>
                </a:lnTo>
                <a:lnTo>
                  <a:pt x="0" y="208817"/>
                </a:lnTo>
                <a:lnTo>
                  <a:pt x="0" y="189833"/>
                </a:lnTo>
                <a:lnTo>
                  <a:pt x="0" y="170850"/>
                </a:lnTo>
                <a:lnTo>
                  <a:pt x="0" y="151867"/>
                </a:lnTo>
                <a:lnTo>
                  <a:pt x="0" y="132883"/>
                </a:lnTo>
                <a:lnTo>
                  <a:pt x="0" y="113900"/>
                </a:lnTo>
                <a:lnTo>
                  <a:pt x="0" y="94917"/>
                </a:lnTo>
                <a:lnTo>
                  <a:pt x="0" y="75933"/>
                </a:lnTo>
                <a:lnTo>
                  <a:pt x="0" y="56950"/>
                </a:lnTo>
                <a:lnTo>
                  <a:pt x="0" y="37967"/>
                </a:lnTo>
                <a:lnTo>
                  <a:pt x="0" y="18983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5" name="phase-title-0">
            <a:extLst xmlns:a="http://schemas.openxmlformats.org/drawingml/2006/main">
              <a:ext uri="{FF2B5EF4-FFF2-40B4-BE49-F238E27FC236}">
                <a16:creationId xmlns:a16="http://schemas.microsoft.com/office/drawing/2014/main" id="{2471CBD9-7224-4B8E-878C-FCACD7ADA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1950396"/>
            <a:ext cx="1428750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精准触达</a:t>
            </a:r>
          </a:p>
        </p:txBody>
      </p:sp>
      <p:sp>
        <p:nvSpPr>
          <p:cNvPr id="6" name="phase-body-0">
            <a:extLst xmlns:a="http://schemas.openxmlformats.org/drawingml/2006/main">
              <a:ext uri="{FF2B5EF4-FFF2-40B4-BE49-F238E27FC236}">
                <a16:creationId xmlns:a16="http://schemas.microsoft.com/office/drawing/2014/main" id="{ED0B2420-AABD-4A96-8BF2-4C1955657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2304602"/>
            <a:ext cx="1428750" cy="587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让目标对象进</a:t>
            </a:r>
          </a:p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入体系</a:t>
            </a:r>
          </a:p>
        </p:txBody>
      </p:sp>
      <p:sp>
        <p:nvSpPr>
          <p:cNvPr id="7" name="action-icon-shell-0-0">
            <a:extLst xmlns:a="http://schemas.openxmlformats.org/drawingml/2006/main">
              <a:ext uri="{FF2B5EF4-FFF2-40B4-BE49-F238E27FC236}">
                <a16:creationId xmlns:a16="http://schemas.microsoft.com/office/drawing/2014/main" id="{B2BA13B2-B77A-4846-BD36-D904B8B1A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1944891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8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b8aa2b93c3a4ac0">
            <a:extLst>
              <a:ext uri="{96DAC541-7B7A-43D3-8B79-37D633B846F1}">
                <asvg:svgBlip xmlns:asvg="http://schemas.microsoft.com/office/drawing/2016/SVG/main" r:embed="R7230fe0699014931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2021091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9" name="action-title-0-0">
            <a:extLst xmlns:a="http://schemas.openxmlformats.org/drawingml/2006/main">
              <a:ext uri="{FF2B5EF4-FFF2-40B4-BE49-F238E27FC236}">
                <a16:creationId xmlns:a16="http://schemas.microsoft.com/office/drawing/2014/main" id="{FDDBBDB4-452A-4887-A643-CB90EADF4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1883864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标签体系</a:t>
            </a:r>
          </a:p>
        </p:txBody>
      </p:sp>
      <p:sp>
        <p:nvSpPr>
          <p:cNvPr id="10" name="action-body-0-0">
            <a:extLst xmlns:a="http://schemas.openxmlformats.org/drawingml/2006/main">
              <a:ext uri="{FF2B5EF4-FFF2-40B4-BE49-F238E27FC236}">
                <a16:creationId xmlns:a16="http://schemas.microsoft.com/office/drawing/2014/main" id="{717C4476-1AC9-4794-8B87-070BEB673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112464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形成可识别对象</a:t>
            </a:r>
          </a:p>
        </p:txBody>
      </p:sp>
      <p:sp>
        <p:nvSpPr>
          <p:cNvPr id="11" name="action-icon-shell-0-1">
            <a:extLst xmlns:a="http://schemas.openxmlformats.org/drawingml/2006/main">
              <a:ext uri="{FF2B5EF4-FFF2-40B4-BE49-F238E27FC236}">
                <a16:creationId xmlns:a16="http://schemas.microsoft.com/office/drawing/2014/main" id="{CADA92D2-659D-4CB4-B3A4-29E074E36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1944891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8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43f3c8ffc1f4280">
            <a:extLst>
              <a:ext uri="{96DAC541-7B7A-43D3-8B79-37D633B846F1}">
                <asvg:svgBlip xmlns:asvg="http://schemas.microsoft.com/office/drawing/2016/SVG/main" r:embed="R34f323cbcc0b474c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2021091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13" name="action-title-0-1">
            <a:extLst xmlns:a="http://schemas.openxmlformats.org/drawingml/2006/main">
              <a:ext uri="{FF2B5EF4-FFF2-40B4-BE49-F238E27FC236}">
                <a16:creationId xmlns:a16="http://schemas.microsoft.com/office/drawing/2014/main" id="{B7866100-4DCD-47F9-9484-CD30D92E4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1883864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渠道连接</a:t>
            </a:r>
          </a:p>
        </p:txBody>
      </p:sp>
      <p:sp>
        <p:nvSpPr>
          <p:cNvPr id="14" name="action-body-0-1">
            <a:extLst xmlns:a="http://schemas.openxmlformats.org/drawingml/2006/main">
              <a:ext uri="{FF2B5EF4-FFF2-40B4-BE49-F238E27FC236}">
                <a16:creationId xmlns:a16="http://schemas.microsoft.com/office/drawing/2014/main" id="{85392237-0910-459E-B4B7-0535A9FCD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112464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连接主要触点</a:t>
            </a:r>
          </a:p>
        </p:txBody>
      </p:sp>
      <p:sp>
        <p:nvSpPr>
          <p:cNvPr id="15" name="action-icon-shell-0-2">
            <a:extLst xmlns:a="http://schemas.openxmlformats.org/drawingml/2006/main">
              <a:ext uri="{FF2B5EF4-FFF2-40B4-BE49-F238E27FC236}">
                <a16:creationId xmlns:a16="http://schemas.microsoft.com/office/drawing/2014/main" id="{9520F778-BE5F-4B9F-B8CF-B4E67D9FE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2554491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8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72502a2373f427a">
            <a:extLst>
              <a:ext uri="{96DAC541-7B7A-43D3-8B79-37D633B846F1}">
                <asvg:svgBlip xmlns:asvg="http://schemas.microsoft.com/office/drawing/2016/SVG/main" r:embed="Re26927aba4d14c47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2630691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17" name="action-title-0-2">
            <a:extLst xmlns:a="http://schemas.openxmlformats.org/drawingml/2006/main">
              <a:ext uri="{FF2B5EF4-FFF2-40B4-BE49-F238E27FC236}">
                <a16:creationId xmlns:a16="http://schemas.microsoft.com/office/drawing/2014/main" id="{33E2315A-760B-40EB-921F-A27C603CD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493464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内容优化</a:t>
            </a:r>
          </a:p>
        </p:txBody>
      </p:sp>
      <p:sp>
        <p:nvSpPr>
          <p:cNvPr id="18" name="action-body-0-2">
            <a:extLst xmlns:a="http://schemas.openxmlformats.org/drawingml/2006/main">
              <a:ext uri="{FF2B5EF4-FFF2-40B4-BE49-F238E27FC236}">
                <a16:creationId xmlns:a16="http://schemas.microsoft.com/office/drawing/2014/main" id="{D974BC88-85BF-4111-97B7-D072407A2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722064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提高触达质量</a:t>
            </a:r>
          </a:p>
        </p:txBody>
      </p:sp>
      <p:sp>
        <p:nvSpPr>
          <p:cNvPr id="19" name="action-icon-shell-0-3">
            <a:extLst xmlns:a="http://schemas.openxmlformats.org/drawingml/2006/main">
              <a:ext uri="{FF2B5EF4-FFF2-40B4-BE49-F238E27FC236}">
                <a16:creationId xmlns:a16="http://schemas.microsoft.com/office/drawing/2014/main" id="{34A75436-84D6-4839-A324-0CC957FAB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2554491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9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294322ed0164474">
            <a:extLst>
              <a:ext uri="{96DAC541-7B7A-43D3-8B79-37D633B846F1}">
                <asvg:svgBlip xmlns:asvg="http://schemas.microsoft.com/office/drawing/2016/SVG/main" r:embed="Raf5c7a5f71534c04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2630691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21" name="action-title-0-3">
            <a:extLst xmlns:a="http://schemas.openxmlformats.org/drawingml/2006/main">
              <a:ext uri="{FF2B5EF4-FFF2-40B4-BE49-F238E27FC236}">
                <a16:creationId xmlns:a16="http://schemas.microsoft.com/office/drawing/2014/main" id="{4B409DC7-2BE1-423C-AFA8-84C071935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493464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行为追踪</a:t>
            </a:r>
          </a:p>
        </p:txBody>
      </p:sp>
      <p:sp>
        <p:nvSpPr>
          <p:cNvPr id="22" name="action-body-0-3">
            <a:extLst xmlns:a="http://schemas.openxmlformats.org/drawingml/2006/main">
              <a:ext uri="{FF2B5EF4-FFF2-40B4-BE49-F238E27FC236}">
                <a16:creationId xmlns:a16="http://schemas.microsoft.com/office/drawing/2014/main" id="{11CA942D-E041-4F2A-B8E5-5693401A5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722064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记录关键反馈</a:t>
            </a:r>
          </a:p>
        </p:txBody>
      </p:sp>
      <p:sp>
        <p:nvSpPr>
          <p:cNvPr id="23" name="phase-rail-1">
            <a:extLst xmlns:a="http://schemas.openxmlformats.org/drawingml/2006/main">
              <a:ext uri="{FF2B5EF4-FFF2-40B4-BE49-F238E27FC236}">
                <a16:creationId xmlns:a16="http://schemas.microsoft.com/office/drawing/2014/main" id="{7E572CAE-0196-4D31-9001-636E65C43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3204124"/>
            <a:ext cx="514350" cy="1450991"/>
          </a:xfrm>
          <a:custGeom xmlns:a="http://schemas.openxmlformats.org/drawingml/2006/main">
            <a:pathLst>
              <a:path w="514350" h="1450991">
                <a:moveTo>
                  <a:pt x="0" y="0"/>
                </a:moveTo>
                <a:lnTo>
                  <a:pt x="16621" y="9230"/>
                </a:lnTo>
                <a:lnTo>
                  <a:pt x="33233" y="18459"/>
                </a:lnTo>
                <a:lnTo>
                  <a:pt x="49854" y="27699"/>
                </a:lnTo>
                <a:lnTo>
                  <a:pt x="66465" y="36928"/>
                </a:lnTo>
                <a:lnTo>
                  <a:pt x="83087" y="46158"/>
                </a:lnTo>
                <a:lnTo>
                  <a:pt x="99708" y="55388"/>
                </a:lnTo>
                <a:lnTo>
                  <a:pt x="116319" y="64618"/>
                </a:lnTo>
                <a:lnTo>
                  <a:pt x="132940" y="73857"/>
                </a:lnTo>
                <a:lnTo>
                  <a:pt x="149552" y="83087"/>
                </a:lnTo>
                <a:lnTo>
                  <a:pt x="166173" y="92316"/>
                </a:lnTo>
                <a:lnTo>
                  <a:pt x="182785" y="101546"/>
                </a:lnTo>
                <a:lnTo>
                  <a:pt x="199406" y="110776"/>
                </a:lnTo>
                <a:lnTo>
                  <a:pt x="216027" y="120015"/>
                </a:lnTo>
                <a:lnTo>
                  <a:pt x="232639" y="129245"/>
                </a:lnTo>
                <a:lnTo>
                  <a:pt x="249260" y="138474"/>
                </a:lnTo>
                <a:lnTo>
                  <a:pt x="265871" y="138036"/>
                </a:lnTo>
                <a:lnTo>
                  <a:pt x="282492" y="128807"/>
                </a:lnTo>
                <a:lnTo>
                  <a:pt x="299114" y="119577"/>
                </a:lnTo>
                <a:lnTo>
                  <a:pt x="315725" y="110347"/>
                </a:lnTo>
                <a:lnTo>
                  <a:pt x="332346" y="101108"/>
                </a:lnTo>
                <a:lnTo>
                  <a:pt x="348958" y="91878"/>
                </a:lnTo>
                <a:lnTo>
                  <a:pt x="365579" y="82648"/>
                </a:lnTo>
                <a:lnTo>
                  <a:pt x="382200" y="73419"/>
                </a:lnTo>
                <a:lnTo>
                  <a:pt x="398812" y="64189"/>
                </a:lnTo>
                <a:lnTo>
                  <a:pt x="415433" y="54950"/>
                </a:lnTo>
                <a:lnTo>
                  <a:pt x="432044" y="45720"/>
                </a:lnTo>
                <a:lnTo>
                  <a:pt x="448666" y="36490"/>
                </a:lnTo>
                <a:lnTo>
                  <a:pt x="465277" y="27261"/>
                </a:lnTo>
                <a:lnTo>
                  <a:pt x="481898" y="18031"/>
                </a:lnTo>
                <a:lnTo>
                  <a:pt x="498519" y="8792"/>
                </a:lnTo>
                <a:lnTo>
                  <a:pt x="514350" y="895"/>
                </a:lnTo>
                <a:lnTo>
                  <a:pt x="514350" y="19907"/>
                </a:lnTo>
                <a:lnTo>
                  <a:pt x="514350" y="38910"/>
                </a:lnTo>
                <a:lnTo>
                  <a:pt x="514350" y="57922"/>
                </a:lnTo>
                <a:lnTo>
                  <a:pt x="514350" y="76933"/>
                </a:lnTo>
                <a:lnTo>
                  <a:pt x="514350" y="95945"/>
                </a:lnTo>
                <a:lnTo>
                  <a:pt x="514350" y="114948"/>
                </a:lnTo>
                <a:lnTo>
                  <a:pt x="514350" y="133960"/>
                </a:lnTo>
                <a:lnTo>
                  <a:pt x="514350" y="152972"/>
                </a:lnTo>
                <a:lnTo>
                  <a:pt x="514350" y="171974"/>
                </a:lnTo>
                <a:lnTo>
                  <a:pt x="514350" y="190986"/>
                </a:lnTo>
                <a:lnTo>
                  <a:pt x="514350" y="209998"/>
                </a:lnTo>
                <a:lnTo>
                  <a:pt x="514350" y="229000"/>
                </a:lnTo>
                <a:lnTo>
                  <a:pt x="514350" y="248012"/>
                </a:lnTo>
                <a:lnTo>
                  <a:pt x="514350" y="267024"/>
                </a:lnTo>
                <a:lnTo>
                  <a:pt x="514350" y="286036"/>
                </a:lnTo>
                <a:lnTo>
                  <a:pt x="514350" y="305038"/>
                </a:lnTo>
                <a:lnTo>
                  <a:pt x="514350" y="324050"/>
                </a:lnTo>
                <a:lnTo>
                  <a:pt x="514350" y="343062"/>
                </a:lnTo>
                <a:lnTo>
                  <a:pt x="514350" y="362064"/>
                </a:lnTo>
                <a:lnTo>
                  <a:pt x="514350" y="381076"/>
                </a:lnTo>
                <a:lnTo>
                  <a:pt x="514350" y="400088"/>
                </a:lnTo>
                <a:lnTo>
                  <a:pt x="514350" y="419090"/>
                </a:lnTo>
                <a:lnTo>
                  <a:pt x="514350" y="438102"/>
                </a:lnTo>
                <a:lnTo>
                  <a:pt x="514350" y="457114"/>
                </a:lnTo>
                <a:lnTo>
                  <a:pt x="514350" y="476126"/>
                </a:lnTo>
                <a:lnTo>
                  <a:pt x="514350" y="495129"/>
                </a:lnTo>
                <a:lnTo>
                  <a:pt x="514350" y="514140"/>
                </a:lnTo>
                <a:lnTo>
                  <a:pt x="514350" y="533152"/>
                </a:lnTo>
                <a:lnTo>
                  <a:pt x="514350" y="552155"/>
                </a:lnTo>
                <a:lnTo>
                  <a:pt x="514350" y="571167"/>
                </a:lnTo>
                <a:lnTo>
                  <a:pt x="514350" y="590179"/>
                </a:lnTo>
                <a:lnTo>
                  <a:pt x="514350" y="609181"/>
                </a:lnTo>
                <a:lnTo>
                  <a:pt x="514350" y="628193"/>
                </a:lnTo>
                <a:lnTo>
                  <a:pt x="514350" y="647205"/>
                </a:lnTo>
                <a:lnTo>
                  <a:pt x="514350" y="666207"/>
                </a:lnTo>
                <a:lnTo>
                  <a:pt x="514350" y="685219"/>
                </a:lnTo>
                <a:lnTo>
                  <a:pt x="514350" y="704231"/>
                </a:lnTo>
                <a:lnTo>
                  <a:pt x="514350" y="723243"/>
                </a:lnTo>
                <a:lnTo>
                  <a:pt x="514350" y="742245"/>
                </a:lnTo>
                <a:lnTo>
                  <a:pt x="514350" y="761257"/>
                </a:lnTo>
                <a:lnTo>
                  <a:pt x="514350" y="780269"/>
                </a:lnTo>
                <a:lnTo>
                  <a:pt x="514350" y="799271"/>
                </a:lnTo>
                <a:lnTo>
                  <a:pt x="514350" y="818283"/>
                </a:lnTo>
                <a:lnTo>
                  <a:pt x="514350" y="837295"/>
                </a:lnTo>
                <a:lnTo>
                  <a:pt x="514350" y="856298"/>
                </a:lnTo>
                <a:lnTo>
                  <a:pt x="514350" y="875309"/>
                </a:lnTo>
                <a:lnTo>
                  <a:pt x="514350" y="894321"/>
                </a:lnTo>
                <a:lnTo>
                  <a:pt x="514350" y="913333"/>
                </a:lnTo>
                <a:lnTo>
                  <a:pt x="514350" y="932336"/>
                </a:lnTo>
                <a:lnTo>
                  <a:pt x="514350" y="951347"/>
                </a:lnTo>
                <a:lnTo>
                  <a:pt x="514350" y="970359"/>
                </a:lnTo>
                <a:lnTo>
                  <a:pt x="514350" y="989362"/>
                </a:lnTo>
                <a:lnTo>
                  <a:pt x="514350" y="1008374"/>
                </a:lnTo>
                <a:lnTo>
                  <a:pt x="514350" y="1027386"/>
                </a:lnTo>
                <a:lnTo>
                  <a:pt x="514350" y="1046388"/>
                </a:lnTo>
                <a:lnTo>
                  <a:pt x="514350" y="1065400"/>
                </a:lnTo>
                <a:lnTo>
                  <a:pt x="514350" y="1084412"/>
                </a:lnTo>
                <a:lnTo>
                  <a:pt x="514350" y="1103424"/>
                </a:lnTo>
                <a:lnTo>
                  <a:pt x="514350" y="1122426"/>
                </a:lnTo>
                <a:lnTo>
                  <a:pt x="514350" y="1141438"/>
                </a:lnTo>
                <a:lnTo>
                  <a:pt x="514350" y="1160450"/>
                </a:lnTo>
                <a:lnTo>
                  <a:pt x="514350" y="1179452"/>
                </a:lnTo>
                <a:lnTo>
                  <a:pt x="514350" y="1198464"/>
                </a:lnTo>
                <a:lnTo>
                  <a:pt x="514350" y="1217476"/>
                </a:lnTo>
                <a:lnTo>
                  <a:pt x="514350" y="1236478"/>
                </a:lnTo>
                <a:lnTo>
                  <a:pt x="514350" y="1255490"/>
                </a:lnTo>
                <a:lnTo>
                  <a:pt x="514350" y="1274502"/>
                </a:lnTo>
                <a:lnTo>
                  <a:pt x="514350" y="1293505"/>
                </a:lnTo>
                <a:lnTo>
                  <a:pt x="514350" y="1312516"/>
                </a:lnTo>
                <a:lnTo>
                  <a:pt x="497729" y="1321746"/>
                </a:lnTo>
                <a:lnTo>
                  <a:pt x="481117" y="1330985"/>
                </a:lnTo>
                <a:lnTo>
                  <a:pt x="464496" y="1340215"/>
                </a:lnTo>
                <a:lnTo>
                  <a:pt x="447885" y="1349445"/>
                </a:lnTo>
                <a:lnTo>
                  <a:pt x="431263" y="1358675"/>
                </a:lnTo>
                <a:lnTo>
                  <a:pt x="414642" y="1367904"/>
                </a:lnTo>
                <a:lnTo>
                  <a:pt x="398031" y="1377144"/>
                </a:lnTo>
                <a:lnTo>
                  <a:pt x="381410" y="1386373"/>
                </a:lnTo>
                <a:lnTo>
                  <a:pt x="364798" y="1395603"/>
                </a:lnTo>
                <a:lnTo>
                  <a:pt x="348177" y="1404833"/>
                </a:lnTo>
                <a:lnTo>
                  <a:pt x="331565" y="1414062"/>
                </a:lnTo>
                <a:lnTo>
                  <a:pt x="314944" y="1423302"/>
                </a:lnTo>
                <a:lnTo>
                  <a:pt x="298323" y="1432531"/>
                </a:lnTo>
                <a:lnTo>
                  <a:pt x="281711" y="1441761"/>
                </a:lnTo>
                <a:lnTo>
                  <a:pt x="265090" y="1450991"/>
                </a:lnTo>
                <a:lnTo>
                  <a:pt x="248479" y="1450553"/>
                </a:lnTo>
                <a:lnTo>
                  <a:pt x="231858" y="1441323"/>
                </a:lnTo>
                <a:lnTo>
                  <a:pt x="215236" y="1432093"/>
                </a:lnTo>
                <a:lnTo>
                  <a:pt x="198625" y="1422864"/>
                </a:lnTo>
                <a:lnTo>
                  <a:pt x="182004" y="1413634"/>
                </a:lnTo>
                <a:lnTo>
                  <a:pt x="165392" y="1404395"/>
                </a:lnTo>
                <a:lnTo>
                  <a:pt x="148771" y="1395165"/>
                </a:lnTo>
                <a:lnTo>
                  <a:pt x="132150" y="1385935"/>
                </a:lnTo>
                <a:lnTo>
                  <a:pt x="115538" y="1376705"/>
                </a:lnTo>
                <a:lnTo>
                  <a:pt x="98917" y="1367476"/>
                </a:lnTo>
                <a:lnTo>
                  <a:pt x="82306" y="1358236"/>
                </a:lnTo>
                <a:lnTo>
                  <a:pt x="65684" y="1349007"/>
                </a:lnTo>
                <a:lnTo>
                  <a:pt x="49073" y="1339777"/>
                </a:lnTo>
                <a:lnTo>
                  <a:pt x="32452" y="1330547"/>
                </a:lnTo>
                <a:lnTo>
                  <a:pt x="15831" y="1321318"/>
                </a:lnTo>
                <a:lnTo>
                  <a:pt x="0" y="1311621"/>
                </a:lnTo>
                <a:lnTo>
                  <a:pt x="0" y="1292609"/>
                </a:lnTo>
                <a:lnTo>
                  <a:pt x="0" y="1273607"/>
                </a:lnTo>
                <a:lnTo>
                  <a:pt x="0" y="1254595"/>
                </a:lnTo>
                <a:lnTo>
                  <a:pt x="0" y="1235583"/>
                </a:lnTo>
                <a:lnTo>
                  <a:pt x="0" y="1216581"/>
                </a:lnTo>
                <a:lnTo>
                  <a:pt x="0" y="1197569"/>
                </a:lnTo>
                <a:lnTo>
                  <a:pt x="0" y="1178557"/>
                </a:lnTo>
                <a:lnTo>
                  <a:pt x="0" y="1159554"/>
                </a:lnTo>
                <a:lnTo>
                  <a:pt x="0" y="1140543"/>
                </a:lnTo>
                <a:lnTo>
                  <a:pt x="0" y="1121531"/>
                </a:lnTo>
                <a:lnTo>
                  <a:pt x="0" y="1102519"/>
                </a:lnTo>
                <a:lnTo>
                  <a:pt x="0" y="1083516"/>
                </a:lnTo>
                <a:lnTo>
                  <a:pt x="0" y="1064504"/>
                </a:lnTo>
                <a:lnTo>
                  <a:pt x="0" y="1045493"/>
                </a:lnTo>
                <a:lnTo>
                  <a:pt x="0" y="1026490"/>
                </a:lnTo>
                <a:lnTo>
                  <a:pt x="0" y="1007478"/>
                </a:lnTo>
                <a:lnTo>
                  <a:pt x="0" y="988466"/>
                </a:lnTo>
                <a:lnTo>
                  <a:pt x="0" y="969464"/>
                </a:lnTo>
                <a:lnTo>
                  <a:pt x="0" y="950452"/>
                </a:lnTo>
                <a:lnTo>
                  <a:pt x="0" y="931440"/>
                </a:lnTo>
                <a:lnTo>
                  <a:pt x="0" y="912428"/>
                </a:lnTo>
                <a:lnTo>
                  <a:pt x="0" y="893426"/>
                </a:lnTo>
                <a:lnTo>
                  <a:pt x="0" y="874414"/>
                </a:lnTo>
                <a:lnTo>
                  <a:pt x="0" y="855402"/>
                </a:lnTo>
                <a:lnTo>
                  <a:pt x="0" y="836400"/>
                </a:lnTo>
                <a:lnTo>
                  <a:pt x="0" y="817388"/>
                </a:lnTo>
                <a:lnTo>
                  <a:pt x="0" y="798376"/>
                </a:lnTo>
                <a:lnTo>
                  <a:pt x="0" y="779374"/>
                </a:lnTo>
                <a:lnTo>
                  <a:pt x="0" y="760362"/>
                </a:lnTo>
                <a:lnTo>
                  <a:pt x="0" y="741350"/>
                </a:lnTo>
                <a:lnTo>
                  <a:pt x="0" y="722338"/>
                </a:lnTo>
                <a:lnTo>
                  <a:pt x="0" y="703336"/>
                </a:lnTo>
                <a:lnTo>
                  <a:pt x="0" y="684324"/>
                </a:lnTo>
                <a:lnTo>
                  <a:pt x="0" y="665312"/>
                </a:lnTo>
                <a:lnTo>
                  <a:pt x="0" y="646309"/>
                </a:lnTo>
                <a:lnTo>
                  <a:pt x="0" y="627297"/>
                </a:lnTo>
                <a:lnTo>
                  <a:pt x="0" y="608286"/>
                </a:lnTo>
                <a:lnTo>
                  <a:pt x="0" y="589283"/>
                </a:lnTo>
                <a:lnTo>
                  <a:pt x="0" y="570271"/>
                </a:lnTo>
                <a:lnTo>
                  <a:pt x="0" y="551259"/>
                </a:lnTo>
                <a:lnTo>
                  <a:pt x="0" y="532257"/>
                </a:lnTo>
                <a:lnTo>
                  <a:pt x="0" y="513245"/>
                </a:lnTo>
                <a:lnTo>
                  <a:pt x="0" y="494233"/>
                </a:lnTo>
                <a:lnTo>
                  <a:pt x="0" y="475221"/>
                </a:lnTo>
                <a:lnTo>
                  <a:pt x="0" y="456219"/>
                </a:lnTo>
                <a:lnTo>
                  <a:pt x="0" y="437207"/>
                </a:lnTo>
                <a:lnTo>
                  <a:pt x="0" y="418195"/>
                </a:lnTo>
                <a:lnTo>
                  <a:pt x="0" y="399193"/>
                </a:lnTo>
                <a:lnTo>
                  <a:pt x="0" y="380181"/>
                </a:lnTo>
                <a:lnTo>
                  <a:pt x="0" y="361169"/>
                </a:lnTo>
                <a:lnTo>
                  <a:pt x="0" y="342167"/>
                </a:lnTo>
                <a:lnTo>
                  <a:pt x="0" y="323155"/>
                </a:lnTo>
                <a:lnTo>
                  <a:pt x="0" y="304143"/>
                </a:lnTo>
                <a:lnTo>
                  <a:pt x="0" y="285131"/>
                </a:lnTo>
                <a:lnTo>
                  <a:pt x="0" y="266129"/>
                </a:lnTo>
                <a:lnTo>
                  <a:pt x="0" y="247117"/>
                </a:lnTo>
                <a:lnTo>
                  <a:pt x="0" y="228105"/>
                </a:lnTo>
                <a:lnTo>
                  <a:pt x="0" y="209102"/>
                </a:lnTo>
                <a:lnTo>
                  <a:pt x="0" y="190090"/>
                </a:lnTo>
                <a:lnTo>
                  <a:pt x="0" y="171079"/>
                </a:lnTo>
                <a:lnTo>
                  <a:pt x="0" y="152076"/>
                </a:lnTo>
                <a:lnTo>
                  <a:pt x="0" y="133064"/>
                </a:lnTo>
                <a:lnTo>
                  <a:pt x="0" y="114052"/>
                </a:lnTo>
                <a:lnTo>
                  <a:pt x="0" y="95040"/>
                </a:lnTo>
                <a:lnTo>
                  <a:pt x="0" y="76038"/>
                </a:lnTo>
                <a:lnTo>
                  <a:pt x="0" y="57026"/>
                </a:lnTo>
                <a:lnTo>
                  <a:pt x="0" y="38014"/>
                </a:lnTo>
                <a:lnTo>
                  <a:pt x="0" y="19012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24" name="phase-title-1">
            <a:extLst xmlns:a="http://schemas.openxmlformats.org/drawingml/2006/main">
              <a:ext uri="{FF2B5EF4-FFF2-40B4-BE49-F238E27FC236}">
                <a16:creationId xmlns:a16="http://schemas.microsoft.com/office/drawing/2014/main" id="{79DE4ED2-3E35-4B33-B350-9B2DC4556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3460994"/>
            <a:ext cx="1428750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意向培育</a:t>
            </a:r>
          </a:p>
        </p:txBody>
      </p:sp>
      <p:sp>
        <p:nvSpPr>
          <p:cNvPr id="25" name="phase-body-1">
            <a:extLst xmlns:a="http://schemas.openxmlformats.org/drawingml/2006/main">
              <a:ext uri="{FF2B5EF4-FFF2-40B4-BE49-F238E27FC236}">
                <a16:creationId xmlns:a16="http://schemas.microsoft.com/office/drawing/2014/main" id="{610FC312-58A7-4EAB-811D-087A7DC3A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3815210"/>
            <a:ext cx="1428750" cy="587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让有效关注形</a:t>
            </a:r>
          </a:p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成意向</a:t>
            </a:r>
          </a:p>
        </p:txBody>
      </p:sp>
      <p:sp>
        <p:nvSpPr>
          <p:cNvPr id="26" name="action-icon-shell-1-0">
            <a:extLst xmlns:a="http://schemas.openxmlformats.org/drawingml/2006/main">
              <a:ext uri="{FF2B5EF4-FFF2-40B4-BE49-F238E27FC236}">
                <a16:creationId xmlns:a16="http://schemas.microsoft.com/office/drawing/2014/main" id="{1B1D5EB6-6FEA-4CD4-B350-33B2B76BB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3760289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10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fefdd3c50ef4e71">
            <a:extLst>
              <a:ext uri="{96DAC541-7B7A-43D3-8B79-37D633B846F1}">
                <asvg:svgBlip xmlns:asvg="http://schemas.microsoft.com/office/drawing/2016/SVG/main" r:embed="R2f30819df402476a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3836489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28" name="action-title-1-0">
            <a:extLst xmlns:a="http://schemas.openxmlformats.org/drawingml/2006/main">
              <a:ext uri="{FF2B5EF4-FFF2-40B4-BE49-F238E27FC236}">
                <a16:creationId xmlns:a16="http://schemas.microsoft.com/office/drawing/2014/main" id="{DDCF25BA-06E3-4A6D-BBC8-3CB96CC37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3699272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规则触发</a:t>
            </a:r>
          </a:p>
        </p:txBody>
      </p:sp>
      <p:sp>
        <p:nvSpPr>
          <p:cNvPr id="29" name="action-body-1-0">
            <a:extLst xmlns:a="http://schemas.openxmlformats.org/drawingml/2006/main">
              <a:ext uri="{FF2B5EF4-FFF2-40B4-BE49-F238E27FC236}">
                <a16:creationId xmlns:a16="http://schemas.microsoft.com/office/drawing/2014/main" id="{7F2CF844-7B3B-4745-9F04-8ECA7A3E3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3927872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自动下发任务</a:t>
            </a:r>
          </a:p>
        </p:txBody>
      </p:sp>
      <p:sp>
        <p:nvSpPr>
          <p:cNvPr id="30" name="action-icon-shell-1-1">
            <a:extLst xmlns:a="http://schemas.openxmlformats.org/drawingml/2006/main">
              <a:ext uri="{FF2B5EF4-FFF2-40B4-BE49-F238E27FC236}">
                <a16:creationId xmlns:a16="http://schemas.microsoft.com/office/drawing/2014/main" id="{31456AFD-CDE3-40F0-8F31-109C0A691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3760289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10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5637be250df4cbc">
            <a:extLst>
              <a:ext uri="{96DAC541-7B7A-43D3-8B79-37D633B846F1}">
                <asvg:svgBlip xmlns:asvg="http://schemas.microsoft.com/office/drawing/2016/SVG/main" r:embed="R8dd36a48c5aa437f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3836489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32" name="action-title-1-1">
            <a:extLst xmlns:a="http://schemas.openxmlformats.org/drawingml/2006/main">
              <a:ext uri="{FF2B5EF4-FFF2-40B4-BE49-F238E27FC236}">
                <a16:creationId xmlns:a16="http://schemas.microsoft.com/office/drawing/2014/main" id="{B8B87196-487B-480B-82A1-873C5C047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3699272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热度评估</a:t>
            </a:r>
          </a:p>
        </p:txBody>
      </p:sp>
      <p:sp>
        <p:nvSpPr>
          <p:cNvPr id="33" name="action-body-1-1">
            <a:extLst xmlns:a="http://schemas.openxmlformats.org/drawingml/2006/main">
              <a:ext uri="{FF2B5EF4-FFF2-40B4-BE49-F238E27FC236}">
                <a16:creationId xmlns:a16="http://schemas.microsoft.com/office/drawing/2014/main" id="{A73AA7E9-D69E-41CF-8F19-CEFD233E9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3927872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识别优先对象</a:t>
            </a:r>
          </a:p>
        </p:txBody>
      </p:sp>
      <p:sp>
        <p:nvSpPr>
          <p:cNvPr id="34" name="phase-rail-2">
            <a:extLst xmlns:a="http://schemas.openxmlformats.org/drawingml/2006/main">
              <a:ext uri="{FF2B5EF4-FFF2-40B4-BE49-F238E27FC236}">
                <a16:creationId xmlns:a16="http://schemas.microsoft.com/office/drawing/2014/main" id="{1B083897-15B7-4B6B-9A7B-2201F8FE0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4659516"/>
            <a:ext cx="514350" cy="1546260"/>
          </a:xfrm>
          <a:custGeom xmlns:a="http://schemas.openxmlformats.org/drawingml/2006/main">
            <a:pathLst>
              <a:path w="514350" h="1546260">
                <a:moveTo>
                  <a:pt x="0" y="0"/>
                </a:moveTo>
                <a:lnTo>
                  <a:pt x="16621" y="9230"/>
                </a:lnTo>
                <a:lnTo>
                  <a:pt x="33242" y="18469"/>
                </a:lnTo>
                <a:lnTo>
                  <a:pt x="49854" y="27699"/>
                </a:lnTo>
                <a:lnTo>
                  <a:pt x="66475" y="36928"/>
                </a:lnTo>
                <a:lnTo>
                  <a:pt x="83096" y="46158"/>
                </a:lnTo>
                <a:lnTo>
                  <a:pt x="99717" y="55397"/>
                </a:lnTo>
                <a:lnTo>
                  <a:pt x="116329" y="64627"/>
                </a:lnTo>
                <a:lnTo>
                  <a:pt x="132950" y="73857"/>
                </a:lnTo>
                <a:lnTo>
                  <a:pt x="149571" y="83096"/>
                </a:lnTo>
                <a:lnTo>
                  <a:pt x="166192" y="92326"/>
                </a:lnTo>
                <a:lnTo>
                  <a:pt x="182804" y="101556"/>
                </a:lnTo>
                <a:lnTo>
                  <a:pt x="199425" y="110795"/>
                </a:lnTo>
                <a:lnTo>
                  <a:pt x="216046" y="120025"/>
                </a:lnTo>
                <a:lnTo>
                  <a:pt x="232667" y="129254"/>
                </a:lnTo>
                <a:lnTo>
                  <a:pt x="249279" y="138484"/>
                </a:lnTo>
                <a:lnTo>
                  <a:pt x="265900" y="138027"/>
                </a:lnTo>
                <a:lnTo>
                  <a:pt x="282521" y="128788"/>
                </a:lnTo>
                <a:lnTo>
                  <a:pt x="299142" y="119558"/>
                </a:lnTo>
                <a:lnTo>
                  <a:pt x="315763" y="110328"/>
                </a:lnTo>
                <a:lnTo>
                  <a:pt x="332375" y="101098"/>
                </a:lnTo>
                <a:lnTo>
                  <a:pt x="348996" y="91859"/>
                </a:lnTo>
                <a:lnTo>
                  <a:pt x="365617" y="82629"/>
                </a:lnTo>
                <a:lnTo>
                  <a:pt x="382238" y="73400"/>
                </a:lnTo>
                <a:lnTo>
                  <a:pt x="398850" y="64160"/>
                </a:lnTo>
                <a:lnTo>
                  <a:pt x="415471" y="54931"/>
                </a:lnTo>
                <a:lnTo>
                  <a:pt x="432092" y="45701"/>
                </a:lnTo>
                <a:lnTo>
                  <a:pt x="448713" y="36462"/>
                </a:lnTo>
                <a:lnTo>
                  <a:pt x="465325" y="27232"/>
                </a:lnTo>
                <a:lnTo>
                  <a:pt x="481946" y="18002"/>
                </a:lnTo>
                <a:lnTo>
                  <a:pt x="498567" y="8773"/>
                </a:lnTo>
                <a:lnTo>
                  <a:pt x="514350" y="953"/>
                </a:lnTo>
                <a:lnTo>
                  <a:pt x="514350" y="19964"/>
                </a:lnTo>
                <a:lnTo>
                  <a:pt x="514350" y="38976"/>
                </a:lnTo>
                <a:lnTo>
                  <a:pt x="514350" y="57988"/>
                </a:lnTo>
                <a:lnTo>
                  <a:pt x="514350" y="77000"/>
                </a:lnTo>
                <a:lnTo>
                  <a:pt x="514350" y="96012"/>
                </a:lnTo>
                <a:lnTo>
                  <a:pt x="514350" y="115024"/>
                </a:lnTo>
                <a:lnTo>
                  <a:pt x="514350" y="134036"/>
                </a:lnTo>
                <a:lnTo>
                  <a:pt x="514350" y="153048"/>
                </a:lnTo>
                <a:lnTo>
                  <a:pt x="514350" y="172050"/>
                </a:lnTo>
                <a:lnTo>
                  <a:pt x="514350" y="191062"/>
                </a:lnTo>
                <a:lnTo>
                  <a:pt x="514350" y="210074"/>
                </a:lnTo>
                <a:lnTo>
                  <a:pt x="514350" y="229086"/>
                </a:lnTo>
                <a:lnTo>
                  <a:pt x="514350" y="248098"/>
                </a:lnTo>
                <a:lnTo>
                  <a:pt x="514350" y="267110"/>
                </a:lnTo>
                <a:lnTo>
                  <a:pt x="514350" y="286121"/>
                </a:lnTo>
                <a:lnTo>
                  <a:pt x="514350" y="305133"/>
                </a:lnTo>
                <a:lnTo>
                  <a:pt x="514350" y="324145"/>
                </a:lnTo>
                <a:lnTo>
                  <a:pt x="514350" y="343157"/>
                </a:lnTo>
                <a:lnTo>
                  <a:pt x="514350" y="362169"/>
                </a:lnTo>
                <a:lnTo>
                  <a:pt x="514350" y="381171"/>
                </a:lnTo>
                <a:lnTo>
                  <a:pt x="514350" y="400183"/>
                </a:lnTo>
                <a:lnTo>
                  <a:pt x="514350" y="419195"/>
                </a:lnTo>
                <a:lnTo>
                  <a:pt x="514350" y="438207"/>
                </a:lnTo>
                <a:lnTo>
                  <a:pt x="514350" y="457219"/>
                </a:lnTo>
                <a:lnTo>
                  <a:pt x="514350" y="476231"/>
                </a:lnTo>
                <a:lnTo>
                  <a:pt x="514350" y="495243"/>
                </a:lnTo>
                <a:lnTo>
                  <a:pt x="514350" y="514255"/>
                </a:lnTo>
                <a:lnTo>
                  <a:pt x="514350" y="533267"/>
                </a:lnTo>
                <a:lnTo>
                  <a:pt x="514350" y="552279"/>
                </a:lnTo>
                <a:lnTo>
                  <a:pt x="514350" y="571281"/>
                </a:lnTo>
                <a:lnTo>
                  <a:pt x="514350" y="590293"/>
                </a:lnTo>
                <a:lnTo>
                  <a:pt x="514350" y="609305"/>
                </a:lnTo>
                <a:lnTo>
                  <a:pt x="514350" y="628317"/>
                </a:lnTo>
                <a:lnTo>
                  <a:pt x="514350" y="647329"/>
                </a:lnTo>
                <a:lnTo>
                  <a:pt x="514350" y="666340"/>
                </a:lnTo>
                <a:lnTo>
                  <a:pt x="514350" y="685352"/>
                </a:lnTo>
                <a:lnTo>
                  <a:pt x="514350" y="704364"/>
                </a:lnTo>
                <a:lnTo>
                  <a:pt x="514350" y="723376"/>
                </a:lnTo>
                <a:lnTo>
                  <a:pt x="514350" y="742388"/>
                </a:lnTo>
                <a:lnTo>
                  <a:pt x="514350" y="761390"/>
                </a:lnTo>
                <a:lnTo>
                  <a:pt x="514350" y="780402"/>
                </a:lnTo>
                <a:lnTo>
                  <a:pt x="514350" y="799414"/>
                </a:lnTo>
                <a:lnTo>
                  <a:pt x="514350" y="818426"/>
                </a:lnTo>
                <a:lnTo>
                  <a:pt x="514350" y="837438"/>
                </a:lnTo>
                <a:lnTo>
                  <a:pt x="514350" y="856450"/>
                </a:lnTo>
                <a:lnTo>
                  <a:pt x="514350" y="875462"/>
                </a:lnTo>
                <a:lnTo>
                  <a:pt x="514350" y="894474"/>
                </a:lnTo>
                <a:lnTo>
                  <a:pt x="514350" y="913486"/>
                </a:lnTo>
                <a:lnTo>
                  <a:pt x="514350" y="932498"/>
                </a:lnTo>
                <a:lnTo>
                  <a:pt x="514350" y="951500"/>
                </a:lnTo>
                <a:lnTo>
                  <a:pt x="514350" y="970512"/>
                </a:lnTo>
                <a:lnTo>
                  <a:pt x="514350" y="989524"/>
                </a:lnTo>
                <a:lnTo>
                  <a:pt x="514350" y="1008536"/>
                </a:lnTo>
                <a:lnTo>
                  <a:pt x="514350" y="1027547"/>
                </a:lnTo>
                <a:lnTo>
                  <a:pt x="514350" y="1046559"/>
                </a:lnTo>
                <a:lnTo>
                  <a:pt x="514350" y="1065571"/>
                </a:lnTo>
                <a:lnTo>
                  <a:pt x="514350" y="1084583"/>
                </a:lnTo>
                <a:lnTo>
                  <a:pt x="514350" y="1103595"/>
                </a:lnTo>
                <a:lnTo>
                  <a:pt x="514350" y="1122607"/>
                </a:lnTo>
                <a:lnTo>
                  <a:pt x="514350" y="1141619"/>
                </a:lnTo>
                <a:lnTo>
                  <a:pt x="514350" y="1160621"/>
                </a:lnTo>
                <a:lnTo>
                  <a:pt x="514350" y="1179633"/>
                </a:lnTo>
                <a:lnTo>
                  <a:pt x="514350" y="1198645"/>
                </a:lnTo>
                <a:lnTo>
                  <a:pt x="514350" y="1217657"/>
                </a:lnTo>
                <a:lnTo>
                  <a:pt x="514350" y="1236669"/>
                </a:lnTo>
                <a:lnTo>
                  <a:pt x="514350" y="1255681"/>
                </a:lnTo>
                <a:lnTo>
                  <a:pt x="514350" y="1274693"/>
                </a:lnTo>
                <a:lnTo>
                  <a:pt x="514350" y="1293705"/>
                </a:lnTo>
                <a:lnTo>
                  <a:pt x="514350" y="1312716"/>
                </a:lnTo>
                <a:lnTo>
                  <a:pt x="514350" y="1331728"/>
                </a:lnTo>
                <a:lnTo>
                  <a:pt x="514350" y="1350731"/>
                </a:lnTo>
                <a:lnTo>
                  <a:pt x="514350" y="1369743"/>
                </a:lnTo>
                <a:lnTo>
                  <a:pt x="514350" y="1388755"/>
                </a:lnTo>
                <a:lnTo>
                  <a:pt x="514350" y="1407766"/>
                </a:lnTo>
                <a:lnTo>
                  <a:pt x="497729" y="1416996"/>
                </a:lnTo>
                <a:lnTo>
                  <a:pt x="481108" y="1426235"/>
                </a:lnTo>
                <a:lnTo>
                  <a:pt x="464496" y="1435465"/>
                </a:lnTo>
                <a:lnTo>
                  <a:pt x="447875" y="1444695"/>
                </a:lnTo>
                <a:lnTo>
                  <a:pt x="431254" y="1453934"/>
                </a:lnTo>
                <a:lnTo>
                  <a:pt x="414633" y="1463164"/>
                </a:lnTo>
                <a:lnTo>
                  <a:pt x="398021" y="1472394"/>
                </a:lnTo>
                <a:lnTo>
                  <a:pt x="381400" y="1481633"/>
                </a:lnTo>
                <a:lnTo>
                  <a:pt x="364779" y="1490863"/>
                </a:lnTo>
                <a:lnTo>
                  <a:pt x="348158" y="1500092"/>
                </a:lnTo>
                <a:lnTo>
                  <a:pt x="331546" y="1509322"/>
                </a:lnTo>
                <a:lnTo>
                  <a:pt x="314925" y="1518561"/>
                </a:lnTo>
                <a:lnTo>
                  <a:pt x="298304" y="1527791"/>
                </a:lnTo>
                <a:lnTo>
                  <a:pt x="281683" y="1537021"/>
                </a:lnTo>
                <a:lnTo>
                  <a:pt x="265062" y="1546260"/>
                </a:lnTo>
                <a:lnTo>
                  <a:pt x="248450" y="1545793"/>
                </a:lnTo>
                <a:lnTo>
                  <a:pt x="231829" y="1536563"/>
                </a:lnTo>
                <a:lnTo>
                  <a:pt x="215208" y="1527324"/>
                </a:lnTo>
                <a:lnTo>
                  <a:pt x="198587" y="1518095"/>
                </a:lnTo>
                <a:lnTo>
                  <a:pt x="181975" y="1508865"/>
                </a:lnTo>
                <a:lnTo>
                  <a:pt x="165354" y="1499626"/>
                </a:lnTo>
                <a:lnTo>
                  <a:pt x="148733" y="1490396"/>
                </a:lnTo>
                <a:lnTo>
                  <a:pt x="132112" y="1481166"/>
                </a:lnTo>
                <a:lnTo>
                  <a:pt x="115500" y="1471927"/>
                </a:lnTo>
                <a:lnTo>
                  <a:pt x="98879" y="1462697"/>
                </a:lnTo>
                <a:lnTo>
                  <a:pt x="82258" y="1453467"/>
                </a:lnTo>
                <a:lnTo>
                  <a:pt x="65637" y="1444238"/>
                </a:lnTo>
                <a:lnTo>
                  <a:pt x="49025" y="1434998"/>
                </a:lnTo>
                <a:lnTo>
                  <a:pt x="32404" y="1425769"/>
                </a:lnTo>
                <a:lnTo>
                  <a:pt x="15783" y="1416539"/>
                </a:lnTo>
                <a:lnTo>
                  <a:pt x="0" y="1406814"/>
                </a:lnTo>
                <a:lnTo>
                  <a:pt x="0" y="1387802"/>
                </a:lnTo>
                <a:lnTo>
                  <a:pt x="0" y="1368790"/>
                </a:lnTo>
                <a:lnTo>
                  <a:pt x="0" y="1349778"/>
                </a:lnTo>
                <a:lnTo>
                  <a:pt x="0" y="1330766"/>
                </a:lnTo>
                <a:lnTo>
                  <a:pt x="0" y="1311754"/>
                </a:lnTo>
                <a:lnTo>
                  <a:pt x="0" y="1292743"/>
                </a:lnTo>
                <a:lnTo>
                  <a:pt x="0" y="1273731"/>
                </a:lnTo>
                <a:lnTo>
                  <a:pt x="0" y="1254728"/>
                </a:lnTo>
                <a:lnTo>
                  <a:pt x="0" y="1235716"/>
                </a:lnTo>
                <a:lnTo>
                  <a:pt x="0" y="1216704"/>
                </a:lnTo>
                <a:lnTo>
                  <a:pt x="0" y="1197693"/>
                </a:lnTo>
                <a:lnTo>
                  <a:pt x="0" y="1178681"/>
                </a:lnTo>
                <a:lnTo>
                  <a:pt x="0" y="1159669"/>
                </a:lnTo>
                <a:lnTo>
                  <a:pt x="0" y="1140657"/>
                </a:lnTo>
                <a:lnTo>
                  <a:pt x="0" y="1121645"/>
                </a:lnTo>
                <a:lnTo>
                  <a:pt x="0" y="1102633"/>
                </a:lnTo>
                <a:lnTo>
                  <a:pt x="0" y="1083621"/>
                </a:lnTo>
                <a:lnTo>
                  <a:pt x="0" y="1064619"/>
                </a:lnTo>
                <a:lnTo>
                  <a:pt x="0" y="1045607"/>
                </a:lnTo>
                <a:lnTo>
                  <a:pt x="0" y="1026595"/>
                </a:lnTo>
                <a:lnTo>
                  <a:pt x="0" y="1007583"/>
                </a:lnTo>
                <a:lnTo>
                  <a:pt x="0" y="988571"/>
                </a:lnTo>
                <a:lnTo>
                  <a:pt x="0" y="969559"/>
                </a:lnTo>
                <a:lnTo>
                  <a:pt x="0" y="950547"/>
                </a:lnTo>
                <a:lnTo>
                  <a:pt x="0" y="931535"/>
                </a:lnTo>
                <a:lnTo>
                  <a:pt x="0" y="912524"/>
                </a:lnTo>
                <a:lnTo>
                  <a:pt x="0" y="893512"/>
                </a:lnTo>
                <a:lnTo>
                  <a:pt x="0" y="874509"/>
                </a:lnTo>
                <a:lnTo>
                  <a:pt x="0" y="855497"/>
                </a:lnTo>
                <a:lnTo>
                  <a:pt x="0" y="836485"/>
                </a:lnTo>
                <a:lnTo>
                  <a:pt x="0" y="817474"/>
                </a:lnTo>
                <a:lnTo>
                  <a:pt x="0" y="798462"/>
                </a:lnTo>
                <a:lnTo>
                  <a:pt x="0" y="779450"/>
                </a:lnTo>
                <a:lnTo>
                  <a:pt x="0" y="760438"/>
                </a:lnTo>
                <a:lnTo>
                  <a:pt x="0" y="741426"/>
                </a:lnTo>
                <a:lnTo>
                  <a:pt x="0" y="722414"/>
                </a:lnTo>
                <a:lnTo>
                  <a:pt x="0" y="703402"/>
                </a:lnTo>
                <a:lnTo>
                  <a:pt x="0" y="684400"/>
                </a:lnTo>
                <a:lnTo>
                  <a:pt x="0" y="665388"/>
                </a:lnTo>
                <a:lnTo>
                  <a:pt x="0" y="646376"/>
                </a:lnTo>
                <a:lnTo>
                  <a:pt x="0" y="627364"/>
                </a:lnTo>
                <a:lnTo>
                  <a:pt x="0" y="608352"/>
                </a:lnTo>
                <a:lnTo>
                  <a:pt x="0" y="589340"/>
                </a:lnTo>
                <a:lnTo>
                  <a:pt x="0" y="570328"/>
                </a:lnTo>
                <a:lnTo>
                  <a:pt x="0" y="551317"/>
                </a:lnTo>
                <a:lnTo>
                  <a:pt x="0" y="532305"/>
                </a:lnTo>
                <a:lnTo>
                  <a:pt x="0" y="513293"/>
                </a:lnTo>
                <a:lnTo>
                  <a:pt x="0" y="494281"/>
                </a:lnTo>
                <a:lnTo>
                  <a:pt x="0" y="475278"/>
                </a:lnTo>
                <a:lnTo>
                  <a:pt x="0" y="456267"/>
                </a:lnTo>
                <a:lnTo>
                  <a:pt x="0" y="437255"/>
                </a:lnTo>
                <a:lnTo>
                  <a:pt x="0" y="418243"/>
                </a:lnTo>
                <a:lnTo>
                  <a:pt x="0" y="399231"/>
                </a:lnTo>
                <a:lnTo>
                  <a:pt x="0" y="380219"/>
                </a:lnTo>
                <a:lnTo>
                  <a:pt x="0" y="361207"/>
                </a:lnTo>
                <a:lnTo>
                  <a:pt x="0" y="342195"/>
                </a:lnTo>
                <a:lnTo>
                  <a:pt x="0" y="323183"/>
                </a:lnTo>
                <a:lnTo>
                  <a:pt x="0" y="304171"/>
                </a:lnTo>
                <a:lnTo>
                  <a:pt x="0" y="285169"/>
                </a:lnTo>
                <a:lnTo>
                  <a:pt x="0" y="266157"/>
                </a:lnTo>
                <a:lnTo>
                  <a:pt x="0" y="247145"/>
                </a:lnTo>
                <a:lnTo>
                  <a:pt x="0" y="228133"/>
                </a:lnTo>
                <a:lnTo>
                  <a:pt x="0" y="209121"/>
                </a:lnTo>
                <a:lnTo>
                  <a:pt x="0" y="190109"/>
                </a:lnTo>
                <a:lnTo>
                  <a:pt x="0" y="171098"/>
                </a:lnTo>
                <a:lnTo>
                  <a:pt x="0" y="152086"/>
                </a:lnTo>
                <a:lnTo>
                  <a:pt x="0" y="133074"/>
                </a:lnTo>
                <a:lnTo>
                  <a:pt x="0" y="114062"/>
                </a:lnTo>
                <a:lnTo>
                  <a:pt x="0" y="95060"/>
                </a:lnTo>
                <a:lnTo>
                  <a:pt x="0" y="76048"/>
                </a:lnTo>
                <a:lnTo>
                  <a:pt x="0" y="57036"/>
                </a:lnTo>
                <a:lnTo>
                  <a:pt x="0" y="38024"/>
                </a:lnTo>
                <a:lnTo>
                  <a:pt x="0" y="19012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78A8D5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35" name="phase-title-2">
            <a:extLst xmlns:a="http://schemas.openxmlformats.org/drawingml/2006/main">
              <a:ext uri="{FF2B5EF4-FFF2-40B4-BE49-F238E27FC236}">
                <a16:creationId xmlns:a16="http://schemas.microsoft.com/office/drawing/2014/main" id="{FA71D0AD-E8E8-4FC4-B96A-1E4D0EA3E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4964011"/>
            <a:ext cx="1428750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持续转化</a:t>
            </a:r>
          </a:p>
        </p:txBody>
      </p:sp>
      <p:sp>
        <p:nvSpPr>
          <p:cNvPr id="36" name="phase-body-2">
            <a:extLst xmlns:a="http://schemas.openxmlformats.org/drawingml/2006/main">
              <a:ext uri="{FF2B5EF4-FFF2-40B4-BE49-F238E27FC236}">
                <a16:creationId xmlns:a16="http://schemas.microsoft.com/office/drawing/2014/main" id="{D13F3CD2-6023-4238-97BF-E1D6DEACD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5318227"/>
            <a:ext cx="1428750" cy="587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让行动沉淀为</a:t>
            </a:r>
          </a:p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长期价值</a:t>
            </a:r>
          </a:p>
        </p:txBody>
      </p:sp>
      <p:sp>
        <p:nvSpPr>
          <p:cNvPr id="37" name="action-icon-shell-2-0">
            <a:extLst xmlns:a="http://schemas.openxmlformats.org/drawingml/2006/main">
              <a:ext uri="{FF2B5EF4-FFF2-40B4-BE49-F238E27FC236}">
                <a16:creationId xmlns:a16="http://schemas.microsoft.com/office/drawing/2014/main" id="{0A9D6EFA-2FE0-4EBF-A9C0-CA1416020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5263305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1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bc3343fe81c4425">
            <a:extLst>
              <a:ext uri="{96DAC541-7B7A-43D3-8B79-37D633B846F1}">
                <asvg:svgBlip xmlns:asvg="http://schemas.microsoft.com/office/drawing/2016/SVG/main" r:embed="R62fe8ae2f65342d4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5339505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39" name="action-title-2-0">
            <a:extLst xmlns:a="http://schemas.openxmlformats.org/drawingml/2006/main">
              <a:ext uri="{FF2B5EF4-FFF2-40B4-BE49-F238E27FC236}">
                <a16:creationId xmlns:a16="http://schemas.microsoft.com/office/drawing/2014/main" id="{4E2D1E3C-E8EA-43E4-A11F-3B3E3DD8D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5202288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数据打通</a:t>
            </a:r>
          </a:p>
        </p:txBody>
      </p:sp>
      <p:sp>
        <p:nvSpPr>
          <p:cNvPr id="40" name="action-body-2-0">
            <a:extLst xmlns:a="http://schemas.openxmlformats.org/drawingml/2006/main">
              <a:ext uri="{FF2B5EF4-FFF2-40B4-BE49-F238E27FC236}">
                <a16:creationId xmlns:a16="http://schemas.microsoft.com/office/drawing/2014/main" id="{32444522-3F86-4BCB-A50D-A688BB891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5430888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统一分析对象</a:t>
            </a:r>
          </a:p>
        </p:txBody>
      </p:sp>
      <p:sp>
        <p:nvSpPr>
          <p:cNvPr id="41" name="action-icon-shell-2-1">
            <a:extLst xmlns:a="http://schemas.openxmlformats.org/drawingml/2006/main">
              <a:ext uri="{FF2B5EF4-FFF2-40B4-BE49-F238E27FC236}">
                <a16:creationId xmlns:a16="http://schemas.microsoft.com/office/drawing/2014/main" id="{00700F0E-748F-4AA4-B59C-CBF9A090B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5263305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1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763d516a4c64dd9">
            <a:extLst>
              <a:ext uri="{96DAC541-7B7A-43D3-8B79-37D633B846F1}">
                <asvg:svgBlip xmlns:asvg="http://schemas.microsoft.com/office/drawing/2016/SVG/main" r:embed="Rf28e5d1adce84147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5339505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43" name="action-title-2-1">
            <a:extLst xmlns:a="http://schemas.openxmlformats.org/drawingml/2006/main">
              <a:ext uri="{FF2B5EF4-FFF2-40B4-BE49-F238E27FC236}">
                <a16:creationId xmlns:a16="http://schemas.microsoft.com/office/drawing/2014/main" id="{98197EC1-FF2B-4537-8793-CD90308B6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5202288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自动分群</a:t>
            </a:r>
          </a:p>
        </p:txBody>
      </p:sp>
      <p:sp>
        <p:nvSpPr>
          <p:cNvPr id="44" name="action-body-2-1">
            <a:extLst xmlns:a="http://schemas.openxmlformats.org/drawingml/2006/main">
              <a:ext uri="{FF2B5EF4-FFF2-40B4-BE49-F238E27FC236}">
                <a16:creationId xmlns:a16="http://schemas.microsoft.com/office/drawing/2014/main" id="{E8708A64-92DB-48E9-9725-CBA42B76A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5430888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指导持续运营</a:t>
            </a:r>
          </a:p>
        </p:txBody>
      </p:sp>
      <p:sp>
        <p:nvSpPr>
          <p:cNvPr id="45" name="funnel-step-body-0">
            <a:extLst xmlns:a="http://schemas.openxmlformats.org/drawingml/2006/main">
              <a:ext uri="{FF2B5EF4-FFF2-40B4-BE49-F238E27FC236}">
                <a16:creationId xmlns:a16="http://schemas.microsoft.com/office/drawing/2014/main" id="{7D832B1F-6636-4EAA-AB22-0DADB443B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52750" y="2514600"/>
            <a:ext cx="3327997" cy="627078"/>
          </a:xfrm>
          <a:custGeom xmlns:a="http://schemas.openxmlformats.org/drawingml/2006/main">
            <a:pathLst>
              <a:path w="3327997" h="627078">
                <a:moveTo>
                  <a:pt x="0" y="0"/>
                </a:moveTo>
                <a:lnTo>
                  <a:pt x="15573" y="26270"/>
                </a:lnTo>
                <a:lnTo>
                  <a:pt x="31156" y="52549"/>
                </a:lnTo>
                <a:lnTo>
                  <a:pt x="46730" y="78819"/>
                </a:lnTo>
                <a:lnTo>
                  <a:pt x="62313" y="105099"/>
                </a:lnTo>
                <a:lnTo>
                  <a:pt x="77886" y="131369"/>
                </a:lnTo>
                <a:lnTo>
                  <a:pt x="93459" y="157639"/>
                </a:lnTo>
                <a:lnTo>
                  <a:pt x="109042" y="183918"/>
                </a:lnTo>
                <a:lnTo>
                  <a:pt x="124616" y="210188"/>
                </a:lnTo>
                <a:lnTo>
                  <a:pt x="140198" y="236468"/>
                </a:lnTo>
                <a:lnTo>
                  <a:pt x="155772" y="262738"/>
                </a:lnTo>
                <a:lnTo>
                  <a:pt x="171345" y="289008"/>
                </a:lnTo>
                <a:lnTo>
                  <a:pt x="186928" y="315287"/>
                </a:lnTo>
                <a:lnTo>
                  <a:pt x="202502" y="341557"/>
                </a:lnTo>
                <a:lnTo>
                  <a:pt x="218084" y="367836"/>
                </a:lnTo>
                <a:lnTo>
                  <a:pt x="233658" y="394106"/>
                </a:lnTo>
                <a:lnTo>
                  <a:pt x="249231" y="420376"/>
                </a:lnTo>
                <a:lnTo>
                  <a:pt x="264814" y="446656"/>
                </a:lnTo>
                <a:lnTo>
                  <a:pt x="280387" y="472926"/>
                </a:lnTo>
                <a:lnTo>
                  <a:pt x="295970" y="499205"/>
                </a:lnTo>
                <a:lnTo>
                  <a:pt x="311544" y="525475"/>
                </a:lnTo>
                <a:lnTo>
                  <a:pt x="327117" y="551745"/>
                </a:lnTo>
                <a:lnTo>
                  <a:pt x="350701" y="568690"/>
                </a:lnTo>
                <a:lnTo>
                  <a:pt x="380333" y="576043"/>
                </a:lnTo>
                <a:lnTo>
                  <a:pt x="410423" y="581292"/>
                </a:lnTo>
                <a:lnTo>
                  <a:pt x="440674" y="585511"/>
                </a:lnTo>
                <a:lnTo>
                  <a:pt x="471011" y="589074"/>
                </a:lnTo>
                <a:lnTo>
                  <a:pt x="501396" y="592188"/>
                </a:lnTo>
                <a:lnTo>
                  <a:pt x="531809" y="594951"/>
                </a:lnTo>
                <a:lnTo>
                  <a:pt x="562251" y="597446"/>
                </a:lnTo>
                <a:lnTo>
                  <a:pt x="592712" y="599713"/>
                </a:lnTo>
                <a:lnTo>
                  <a:pt x="623192" y="601780"/>
                </a:lnTo>
                <a:lnTo>
                  <a:pt x="653672" y="603704"/>
                </a:lnTo>
                <a:lnTo>
                  <a:pt x="684162" y="605485"/>
                </a:lnTo>
                <a:lnTo>
                  <a:pt x="714661" y="607133"/>
                </a:lnTo>
                <a:lnTo>
                  <a:pt x="745169" y="608686"/>
                </a:lnTo>
                <a:lnTo>
                  <a:pt x="775678" y="610124"/>
                </a:lnTo>
                <a:lnTo>
                  <a:pt x="806196" y="611467"/>
                </a:lnTo>
                <a:lnTo>
                  <a:pt x="836714" y="612734"/>
                </a:lnTo>
                <a:lnTo>
                  <a:pt x="867232" y="613924"/>
                </a:lnTo>
                <a:lnTo>
                  <a:pt x="897760" y="615039"/>
                </a:lnTo>
                <a:lnTo>
                  <a:pt x="928287" y="616087"/>
                </a:lnTo>
                <a:lnTo>
                  <a:pt x="958815" y="617068"/>
                </a:lnTo>
                <a:lnTo>
                  <a:pt x="989343" y="617992"/>
                </a:lnTo>
                <a:lnTo>
                  <a:pt x="1019870" y="618858"/>
                </a:lnTo>
                <a:lnTo>
                  <a:pt x="1050407" y="619677"/>
                </a:lnTo>
                <a:lnTo>
                  <a:pt x="1080945" y="620439"/>
                </a:lnTo>
                <a:lnTo>
                  <a:pt x="1111482" y="621154"/>
                </a:lnTo>
                <a:lnTo>
                  <a:pt x="1142019" y="621821"/>
                </a:lnTo>
                <a:lnTo>
                  <a:pt x="1172556" y="622440"/>
                </a:lnTo>
                <a:lnTo>
                  <a:pt x="1203093" y="623021"/>
                </a:lnTo>
                <a:lnTo>
                  <a:pt x="1233630" y="623554"/>
                </a:lnTo>
                <a:lnTo>
                  <a:pt x="1264177" y="624049"/>
                </a:lnTo>
                <a:lnTo>
                  <a:pt x="1294714" y="624497"/>
                </a:lnTo>
                <a:lnTo>
                  <a:pt x="1325251" y="624916"/>
                </a:lnTo>
                <a:lnTo>
                  <a:pt x="1355798" y="625288"/>
                </a:lnTo>
                <a:lnTo>
                  <a:pt x="1386335" y="625631"/>
                </a:lnTo>
                <a:lnTo>
                  <a:pt x="1416882" y="625926"/>
                </a:lnTo>
                <a:lnTo>
                  <a:pt x="1447429" y="626193"/>
                </a:lnTo>
                <a:lnTo>
                  <a:pt x="1477966" y="626421"/>
                </a:lnTo>
                <a:lnTo>
                  <a:pt x="1508512" y="626621"/>
                </a:lnTo>
                <a:lnTo>
                  <a:pt x="1539059" y="626783"/>
                </a:lnTo>
                <a:lnTo>
                  <a:pt x="1569606" y="626907"/>
                </a:lnTo>
                <a:lnTo>
                  <a:pt x="1600143" y="626993"/>
                </a:lnTo>
                <a:lnTo>
                  <a:pt x="1630690" y="627050"/>
                </a:lnTo>
                <a:lnTo>
                  <a:pt x="1661236" y="627078"/>
                </a:lnTo>
                <a:lnTo>
                  <a:pt x="1691783" y="627059"/>
                </a:lnTo>
                <a:lnTo>
                  <a:pt x="1722320" y="627021"/>
                </a:lnTo>
                <a:lnTo>
                  <a:pt x="1752867" y="626945"/>
                </a:lnTo>
                <a:lnTo>
                  <a:pt x="1783413" y="626831"/>
                </a:lnTo>
                <a:lnTo>
                  <a:pt x="1813951" y="626678"/>
                </a:lnTo>
                <a:lnTo>
                  <a:pt x="1844497" y="626497"/>
                </a:lnTo>
                <a:lnTo>
                  <a:pt x="1875044" y="626278"/>
                </a:lnTo>
                <a:lnTo>
                  <a:pt x="1905581" y="626031"/>
                </a:lnTo>
                <a:lnTo>
                  <a:pt x="1936128" y="625735"/>
                </a:lnTo>
                <a:lnTo>
                  <a:pt x="1966674" y="625412"/>
                </a:lnTo>
                <a:lnTo>
                  <a:pt x="1997212" y="625050"/>
                </a:lnTo>
                <a:lnTo>
                  <a:pt x="2027758" y="624650"/>
                </a:lnTo>
                <a:lnTo>
                  <a:pt x="2058295" y="624211"/>
                </a:lnTo>
                <a:lnTo>
                  <a:pt x="2088833" y="623735"/>
                </a:lnTo>
                <a:lnTo>
                  <a:pt x="2119379" y="623221"/>
                </a:lnTo>
                <a:lnTo>
                  <a:pt x="2149916" y="622659"/>
                </a:lnTo>
                <a:lnTo>
                  <a:pt x="2180453" y="622049"/>
                </a:lnTo>
                <a:lnTo>
                  <a:pt x="2210991" y="621401"/>
                </a:lnTo>
                <a:lnTo>
                  <a:pt x="2241528" y="620706"/>
                </a:lnTo>
                <a:lnTo>
                  <a:pt x="2272065" y="619963"/>
                </a:lnTo>
                <a:lnTo>
                  <a:pt x="2302593" y="619173"/>
                </a:lnTo>
                <a:lnTo>
                  <a:pt x="2333130" y="618325"/>
                </a:lnTo>
                <a:lnTo>
                  <a:pt x="2363657" y="617420"/>
                </a:lnTo>
                <a:lnTo>
                  <a:pt x="2394194" y="616458"/>
                </a:lnTo>
                <a:lnTo>
                  <a:pt x="2424713" y="615429"/>
                </a:lnTo>
                <a:lnTo>
                  <a:pt x="2455240" y="614343"/>
                </a:lnTo>
                <a:lnTo>
                  <a:pt x="2485768" y="613181"/>
                </a:lnTo>
                <a:lnTo>
                  <a:pt x="2516286" y="611953"/>
                </a:lnTo>
                <a:lnTo>
                  <a:pt x="2546795" y="610629"/>
                </a:lnTo>
                <a:lnTo>
                  <a:pt x="2577313" y="609219"/>
                </a:lnTo>
                <a:lnTo>
                  <a:pt x="2607821" y="607724"/>
                </a:lnTo>
                <a:lnTo>
                  <a:pt x="2638320" y="606104"/>
                </a:lnTo>
                <a:lnTo>
                  <a:pt x="2668819" y="604371"/>
                </a:lnTo>
                <a:lnTo>
                  <a:pt x="2699299" y="602513"/>
                </a:lnTo>
                <a:lnTo>
                  <a:pt x="2729779" y="600504"/>
                </a:lnTo>
                <a:lnTo>
                  <a:pt x="2760250" y="598303"/>
                </a:lnTo>
                <a:lnTo>
                  <a:pt x="2790692" y="595903"/>
                </a:lnTo>
                <a:lnTo>
                  <a:pt x="2821124" y="593246"/>
                </a:lnTo>
                <a:lnTo>
                  <a:pt x="2851518" y="590274"/>
                </a:lnTo>
                <a:lnTo>
                  <a:pt x="2881874" y="586892"/>
                </a:lnTo>
                <a:lnTo>
                  <a:pt x="2912164" y="582940"/>
                </a:lnTo>
                <a:lnTo>
                  <a:pt x="2942330" y="578148"/>
                </a:lnTo>
                <a:lnTo>
                  <a:pt x="2972200" y="571795"/>
                </a:lnTo>
                <a:lnTo>
                  <a:pt x="3000566" y="560870"/>
                </a:lnTo>
                <a:lnTo>
                  <a:pt x="3016453" y="535181"/>
                </a:lnTo>
                <a:lnTo>
                  <a:pt x="3032027" y="508911"/>
                </a:lnTo>
                <a:lnTo>
                  <a:pt x="3047609" y="482632"/>
                </a:lnTo>
                <a:lnTo>
                  <a:pt x="3063183" y="456362"/>
                </a:lnTo>
                <a:lnTo>
                  <a:pt x="3078756" y="430092"/>
                </a:lnTo>
                <a:lnTo>
                  <a:pt x="3094339" y="403812"/>
                </a:lnTo>
                <a:lnTo>
                  <a:pt x="3109913" y="377542"/>
                </a:lnTo>
                <a:lnTo>
                  <a:pt x="3125495" y="351263"/>
                </a:lnTo>
                <a:lnTo>
                  <a:pt x="3141069" y="324993"/>
                </a:lnTo>
                <a:lnTo>
                  <a:pt x="3156642" y="298714"/>
                </a:lnTo>
                <a:lnTo>
                  <a:pt x="3172225" y="272444"/>
                </a:lnTo>
                <a:lnTo>
                  <a:pt x="3187798" y="246174"/>
                </a:lnTo>
                <a:lnTo>
                  <a:pt x="3203381" y="219894"/>
                </a:lnTo>
                <a:lnTo>
                  <a:pt x="3218955" y="193624"/>
                </a:lnTo>
                <a:lnTo>
                  <a:pt x="3234528" y="167354"/>
                </a:lnTo>
                <a:lnTo>
                  <a:pt x="3250111" y="141075"/>
                </a:lnTo>
                <a:lnTo>
                  <a:pt x="3265684" y="114805"/>
                </a:lnTo>
                <a:lnTo>
                  <a:pt x="3281267" y="88525"/>
                </a:lnTo>
                <a:lnTo>
                  <a:pt x="3296841" y="62255"/>
                </a:lnTo>
                <a:lnTo>
                  <a:pt x="3312414" y="35985"/>
                </a:lnTo>
                <a:lnTo>
                  <a:pt x="3327997" y="9706"/>
                </a:lnTo>
                <a:lnTo>
                  <a:pt x="3319005" y="10963"/>
                </a:lnTo>
                <a:lnTo>
                  <a:pt x="3289468" y="18612"/>
                </a:lnTo>
                <a:lnTo>
                  <a:pt x="3259360" y="23746"/>
                </a:lnTo>
                <a:lnTo>
                  <a:pt x="3229089" y="27813"/>
                </a:lnTo>
                <a:lnTo>
                  <a:pt x="3198733" y="31223"/>
                </a:lnTo>
                <a:lnTo>
                  <a:pt x="3168329" y="34195"/>
                </a:lnTo>
                <a:lnTo>
                  <a:pt x="3137906" y="36833"/>
                </a:lnTo>
                <a:lnTo>
                  <a:pt x="3107455" y="39224"/>
                </a:lnTo>
                <a:lnTo>
                  <a:pt x="3076985" y="41396"/>
                </a:lnTo>
                <a:lnTo>
                  <a:pt x="3046505" y="43405"/>
                </a:lnTo>
                <a:lnTo>
                  <a:pt x="3016025" y="45263"/>
                </a:lnTo>
                <a:lnTo>
                  <a:pt x="2985526" y="46987"/>
                </a:lnTo>
                <a:lnTo>
                  <a:pt x="2955026" y="48606"/>
                </a:lnTo>
                <a:lnTo>
                  <a:pt x="2924518" y="50121"/>
                </a:lnTo>
                <a:lnTo>
                  <a:pt x="2894009" y="51549"/>
                </a:lnTo>
                <a:lnTo>
                  <a:pt x="2863491" y="52892"/>
                </a:lnTo>
                <a:lnTo>
                  <a:pt x="2832973" y="54169"/>
                </a:lnTo>
                <a:lnTo>
                  <a:pt x="2802455" y="55369"/>
                </a:lnTo>
                <a:lnTo>
                  <a:pt x="2771927" y="56512"/>
                </a:lnTo>
                <a:lnTo>
                  <a:pt x="2741409" y="57588"/>
                </a:lnTo>
                <a:lnTo>
                  <a:pt x="2710882" y="58617"/>
                </a:lnTo>
                <a:lnTo>
                  <a:pt x="2680354" y="59598"/>
                </a:lnTo>
                <a:lnTo>
                  <a:pt x="2649817" y="60522"/>
                </a:lnTo>
                <a:lnTo>
                  <a:pt x="2619289" y="61408"/>
                </a:lnTo>
                <a:lnTo>
                  <a:pt x="2588752" y="62246"/>
                </a:lnTo>
                <a:lnTo>
                  <a:pt x="2558225" y="63046"/>
                </a:lnTo>
                <a:lnTo>
                  <a:pt x="2527687" y="63808"/>
                </a:lnTo>
                <a:lnTo>
                  <a:pt x="2497150" y="64522"/>
                </a:lnTo>
                <a:lnTo>
                  <a:pt x="2466613" y="65208"/>
                </a:lnTo>
                <a:lnTo>
                  <a:pt x="2436076" y="65856"/>
                </a:lnTo>
                <a:lnTo>
                  <a:pt x="2405539" y="66475"/>
                </a:lnTo>
                <a:lnTo>
                  <a:pt x="2375002" y="67066"/>
                </a:lnTo>
                <a:lnTo>
                  <a:pt x="2344464" y="67618"/>
                </a:lnTo>
                <a:lnTo>
                  <a:pt x="2313918" y="68151"/>
                </a:lnTo>
                <a:lnTo>
                  <a:pt x="2283381" y="68647"/>
                </a:lnTo>
                <a:lnTo>
                  <a:pt x="2252843" y="69104"/>
                </a:lnTo>
                <a:lnTo>
                  <a:pt x="2222297" y="69552"/>
                </a:lnTo>
                <a:lnTo>
                  <a:pt x="2191760" y="69961"/>
                </a:lnTo>
                <a:lnTo>
                  <a:pt x="2161213" y="70352"/>
                </a:lnTo>
                <a:lnTo>
                  <a:pt x="2130676" y="70714"/>
                </a:lnTo>
                <a:lnTo>
                  <a:pt x="2100129" y="71047"/>
                </a:lnTo>
                <a:lnTo>
                  <a:pt x="2069592" y="71352"/>
                </a:lnTo>
                <a:lnTo>
                  <a:pt x="2039045" y="71638"/>
                </a:lnTo>
                <a:lnTo>
                  <a:pt x="2008499" y="71904"/>
                </a:lnTo>
                <a:lnTo>
                  <a:pt x="1977962" y="72152"/>
                </a:lnTo>
                <a:lnTo>
                  <a:pt x="1947415" y="72361"/>
                </a:lnTo>
                <a:lnTo>
                  <a:pt x="1916868" y="72552"/>
                </a:lnTo>
                <a:lnTo>
                  <a:pt x="1886331" y="72714"/>
                </a:lnTo>
                <a:lnTo>
                  <a:pt x="1855784" y="72857"/>
                </a:lnTo>
                <a:lnTo>
                  <a:pt x="1825238" y="73000"/>
                </a:lnTo>
                <a:lnTo>
                  <a:pt x="1794691" y="73085"/>
                </a:lnTo>
                <a:lnTo>
                  <a:pt x="1764154" y="73171"/>
                </a:lnTo>
                <a:lnTo>
                  <a:pt x="1733607" y="73238"/>
                </a:lnTo>
                <a:lnTo>
                  <a:pt x="1703060" y="73266"/>
                </a:lnTo>
                <a:lnTo>
                  <a:pt x="1672514" y="73285"/>
                </a:lnTo>
                <a:lnTo>
                  <a:pt x="1641977" y="73276"/>
                </a:lnTo>
                <a:lnTo>
                  <a:pt x="1611430" y="73247"/>
                </a:lnTo>
                <a:lnTo>
                  <a:pt x="1580883" y="73200"/>
                </a:lnTo>
                <a:lnTo>
                  <a:pt x="1550337" y="73114"/>
                </a:lnTo>
                <a:lnTo>
                  <a:pt x="1519799" y="73038"/>
                </a:lnTo>
                <a:lnTo>
                  <a:pt x="1489253" y="72914"/>
                </a:lnTo>
                <a:lnTo>
                  <a:pt x="1458706" y="72771"/>
                </a:lnTo>
                <a:lnTo>
                  <a:pt x="1428159" y="72619"/>
                </a:lnTo>
                <a:lnTo>
                  <a:pt x="1397622" y="72438"/>
                </a:lnTo>
                <a:lnTo>
                  <a:pt x="1367076" y="72228"/>
                </a:lnTo>
                <a:lnTo>
                  <a:pt x="1336529" y="71999"/>
                </a:lnTo>
                <a:lnTo>
                  <a:pt x="1305992" y="71742"/>
                </a:lnTo>
                <a:lnTo>
                  <a:pt x="1275445" y="71466"/>
                </a:lnTo>
                <a:lnTo>
                  <a:pt x="1244908" y="71161"/>
                </a:lnTo>
                <a:lnTo>
                  <a:pt x="1214361" y="70837"/>
                </a:lnTo>
                <a:lnTo>
                  <a:pt x="1183815" y="70485"/>
                </a:lnTo>
                <a:lnTo>
                  <a:pt x="1153277" y="70104"/>
                </a:lnTo>
                <a:lnTo>
                  <a:pt x="1122731" y="69704"/>
                </a:lnTo>
                <a:lnTo>
                  <a:pt x="1092194" y="69275"/>
                </a:lnTo>
                <a:lnTo>
                  <a:pt x="1061657" y="68818"/>
                </a:lnTo>
                <a:lnTo>
                  <a:pt x="1031110" y="68332"/>
                </a:lnTo>
                <a:lnTo>
                  <a:pt x="1000573" y="67818"/>
                </a:lnTo>
                <a:lnTo>
                  <a:pt x="970036" y="67275"/>
                </a:lnTo>
                <a:lnTo>
                  <a:pt x="939498" y="66704"/>
                </a:lnTo>
                <a:lnTo>
                  <a:pt x="908952" y="66094"/>
                </a:lnTo>
                <a:lnTo>
                  <a:pt x="878415" y="65456"/>
                </a:lnTo>
                <a:lnTo>
                  <a:pt x="847877" y="64780"/>
                </a:lnTo>
                <a:lnTo>
                  <a:pt x="817340" y="64075"/>
                </a:lnTo>
                <a:lnTo>
                  <a:pt x="786813" y="63322"/>
                </a:lnTo>
                <a:lnTo>
                  <a:pt x="756275" y="62541"/>
                </a:lnTo>
                <a:lnTo>
                  <a:pt x="725738" y="61722"/>
                </a:lnTo>
                <a:lnTo>
                  <a:pt x="695211" y="60855"/>
                </a:lnTo>
                <a:lnTo>
                  <a:pt x="664683" y="59941"/>
                </a:lnTo>
                <a:lnTo>
                  <a:pt x="634146" y="58988"/>
                </a:lnTo>
                <a:lnTo>
                  <a:pt x="603618" y="57979"/>
                </a:lnTo>
                <a:lnTo>
                  <a:pt x="573100" y="56912"/>
                </a:lnTo>
                <a:lnTo>
                  <a:pt x="542573" y="55797"/>
                </a:lnTo>
                <a:lnTo>
                  <a:pt x="512054" y="54616"/>
                </a:lnTo>
                <a:lnTo>
                  <a:pt x="481536" y="53369"/>
                </a:lnTo>
                <a:lnTo>
                  <a:pt x="451018" y="52054"/>
                </a:lnTo>
                <a:lnTo>
                  <a:pt x="420500" y="50654"/>
                </a:lnTo>
                <a:lnTo>
                  <a:pt x="389992" y="49178"/>
                </a:lnTo>
                <a:lnTo>
                  <a:pt x="359493" y="47596"/>
                </a:lnTo>
                <a:lnTo>
                  <a:pt x="328994" y="45911"/>
                </a:lnTo>
                <a:lnTo>
                  <a:pt x="298504" y="44110"/>
                </a:lnTo>
                <a:lnTo>
                  <a:pt x="268024" y="42158"/>
                </a:lnTo>
                <a:lnTo>
                  <a:pt x="237554" y="40043"/>
                </a:lnTo>
                <a:lnTo>
                  <a:pt x="207093" y="37748"/>
                </a:lnTo>
                <a:lnTo>
                  <a:pt x="176651" y="35204"/>
                </a:lnTo>
                <a:lnTo>
                  <a:pt x="146247" y="32366"/>
                </a:lnTo>
                <a:lnTo>
                  <a:pt x="115872" y="29127"/>
                </a:lnTo>
                <a:lnTo>
                  <a:pt x="85563" y="25337"/>
                </a:lnTo>
                <a:lnTo>
                  <a:pt x="55378" y="20679"/>
                </a:lnTo>
                <a:lnTo>
                  <a:pt x="25517" y="14297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46" name="funnel-step-cap-0">
            <a:extLst xmlns:a="http://schemas.openxmlformats.org/drawingml/2006/main">
              <a:ext uri="{FF2B5EF4-FFF2-40B4-BE49-F238E27FC236}">
                <a16:creationId xmlns:a16="http://schemas.microsoft.com/office/drawing/2014/main" id="{318B9BC3-7BD5-4E43-9911-3E3CBB649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52750" y="2410358"/>
            <a:ext cx="3333750" cy="2084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47" name="funnel-step-body-1">
            <a:extLst xmlns:a="http://schemas.openxmlformats.org/drawingml/2006/main">
              <a:ext uri="{FF2B5EF4-FFF2-40B4-BE49-F238E27FC236}">
                <a16:creationId xmlns:a16="http://schemas.microsoft.com/office/drawing/2014/main" id="{388C5A30-1A3A-4B3B-925D-C79C008B1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281077" y="3242310"/>
            <a:ext cx="2676249" cy="627078"/>
          </a:xfrm>
          <a:custGeom xmlns:a="http://schemas.openxmlformats.org/drawingml/2006/main">
            <a:pathLst>
              <a:path w="2676249" h="627078">
                <a:moveTo>
                  <a:pt x="0" y="0"/>
                </a:moveTo>
                <a:lnTo>
                  <a:pt x="10516" y="23165"/>
                </a:lnTo>
                <a:lnTo>
                  <a:pt x="21022" y="46330"/>
                </a:lnTo>
                <a:lnTo>
                  <a:pt x="31537" y="69494"/>
                </a:lnTo>
                <a:lnTo>
                  <a:pt x="42043" y="92659"/>
                </a:lnTo>
                <a:lnTo>
                  <a:pt x="52559" y="115824"/>
                </a:lnTo>
                <a:lnTo>
                  <a:pt x="63065" y="138998"/>
                </a:lnTo>
                <a:lnTo>
                  <a:pt x="73581" y="162163"/>
                </a:lnTo>
                <a:lnTo>
                  <a:pt x="84087" y="185328"/>
                </a:lnTo>
                <a:lnTo>
                  <a:pt x="94602" y="208493"/>
                </a:lnTo>
                <a:lnTo>
                  <a:pt x="105108" y="231658"/>
                </a:lnTo>
                <a:lnTo>
                  <a:pt x="115624" y="254822"/>
                </a:lnTo>
                <a:lnTo>
                  <a:pt x="126130" y="277987"/>
                </a:lnTo>
                <a:lnTo>
                  <a:pt x="136646" y="301152"/>
                </a:lnTo>
                <a:lnTo>
                  <a:pt x="147152" y="324317"/>
                </a:lnTo>
                <a:lnTo>
                  <a:pt x="157667" y="347482"/>
                </a:lnTo>
                <a:lnTo>
                  <a:pt x="168173" y="370656"/>
                </a:lnTo>
                <a:lnTo>
                  <a:pt x="178689" y="393821"/>
                </a:lnTo>
                <a:lnTo>
                  <a:pt x="189195" y="416985"/>
                </a:lnTo>
                <a:lnTo>
                  <a:pt x="199711" y="440150"/>
                </a:lnTo>
                <a:lnTo>
                  <a:pt x="210217" y="463315"/>
                </a:lnTo>
                <a:lnTo>
                  <a:pt x="220732" y="486480"/>
                </a:lnTo>
                <a:lnTo>
                  <a:pt x="231238" y="509645"/>
                </a:lnTo>
                <a:lnTo>
                  <a:pt x="241754" y="532809"/>
                </a:lnTo>
                <a:lnTo>
                  <a:pt x="251698" y="556146"/>
                </a:lnTo>
                <a:lnTo>
                  <a:pt x="272405" y="569814"/>
                </a:lnTo>
                <a:lnTo>
                  <a:pt x="296847" y="576853"/>
                </a:lnTo>
                <a:lnTo>
                  <a:pt x="321755" y="581997"/>
                </a:lnTo>
                <a:lnTo>
                  <a:pt x="346843" y="586169"/>
                </a:lnTo>
                <a:lnTo>
                  <a:pt x="372037" y="589721"/>
                </a:lnTo>
                <a:lnTo>
                  <a:pt x="397278" y="592817"/>
                </a:lnTo>
                <a:lnTo>
                  <a:pt x="422567" y="595579"/>
                </a:lnTo>
                <a:lnTo>
                  <a:pt x="447885" y="598065"/>
                </a:lnTo>
                <a:lnTo>
                  <a:pt x="473221" y="600332"/>
                </a:lnTo>
                <a:lnTo>
                  <a:pt x="498577" y="602409"/>
                </a:lnTo>
                <a:lnTo>
                  <a:pt x="523942" y="604323"/>
                </a:lnTo>
                <a:lnTo>
                  <a:pt x="549326" y="606095"/>
                </a:lnTo>
                <a:lnTo>
                  <a:pt x="574710" y="607752"/>
                </a:lnTo>
                <a:lnTo>
                  <a:pt x="600104" y="609286"/>
                </a:lnTo>
                <a:lnTo>
                  <a:pt x="625497" y="610724"/>
                </a:lnTo>
                <a:lnTo>
                  <a:pt x="650900" y="612067"/>
                </a:lnTo>
                <a:lnTo>
                  <a:pt x="676313" y="613324"/>
                </a:lnTo>
                <a:lnTo>
                  <a:pt x="701726" y="614496"/>
                </a:lnTo>
                <a:lnTo>
                  <a:pt x="727139" y="615610"/>
                </a:lnTo>
                <a:lnTo>
                  <a:pt x="752551" y="616649"/>
                </a:lnTo>
                <a:lnTo>
                  <a:pt x="777973" y="617620"/>
                </a:lnTo>
                <a:lnTo>
                  <a:pt x="803396" y="618534"/>
                </a:lnTo>
                <a:lnTo>
                  <a:pt x="828818" y="619382"/>
                </a:lnTo>
                <a:lnTo>
                  <a:pt x="854250" y="620182"/>
                </a:lnTo>
                <a:lnTo>
                  <a:pt x="879672" y="620935"/>
                </a:lnTo>
                <a:lnTo>
                  <a:pt x="905104" y="621630"/>
                </a:lnTo>
                <a:lnTo>
                  <a:pt x="930535" y="622278"/>
                </a:lnTo>
                <a:lnTo>
                  <a:pt x="955967" y="622887"/>
                </a:lnTo>
                <a:lnTo>
                  <a:pt x="981399" y="623440"/>
                </a:lnTo>
                <a:lnTo>
                  <a:pt x="1006831" y="623954"/>
                </a:lnTo>
                <a:lnTo>
                  <a:pt x="1032262" y="624430"/>
                </a:lnTo>
                <a:lnTo>
                  <a:pt x="1057704" y="624859"/>
                </a:lnTo>
                <a:lnTo>
                  <a:pt x="1083135" y="625250"/>
                </a:lnTo>
                <a:lnTo>
                  <a:pt x="1108577" y="625602"/>
                </a:lnTo>
                <a:lnTo>
                  <a:pt x="1134008" y="625916"/>
                </a:lnTo>
                <a:lnTo>
                  <a:pt x="1159450" y="626183"/>
                </a:lnTo>
                <a:lnTo>
                  <a:pt x="1184881" y="626421"/>
                </a:lnTo>
                <a:lnTo>
                  <a:pt x="1210323" y="626621"/>
                </a:lnTo>
                <a:lnTo>
                  <a:pt x="1235764" y="626783"/>
                </a:lnTo>
                <a:lnTo>
                  <a:pt x="1261205" y="626916"/>
                </a:lnTo>
                <a:lnTo>
                  <a:pt x="1286637" y="627002"/>
                </a:lnTo>
                <a:lnTo>
                  <a:pt x="1312078" y="627059"/>
                </a:lnTo>
                <a:lnTo>
                  <a:pt x="1337520" y="627078"/>
                </a:lnTo>
                <a:lnTo>
                  <a:pt x="1362951" y="627059"/>
                </a:lnTo>
                <a:lnTo>
                  <a:pt x="1388393" y="627012"/>
                </a:lnTo>
                <a:lnTo>
                  <a:pt x="1413834" y="626926"/>
                </a:lnTo>
                <a:lnTo>
                  <a:pt x="1439275" y="626802"/>
                </a:lnTo>
                <a:lnTo>
                  <a:pt x="1464707" y="626640"/>
                </a:lnTo>
                <a:lnTo>
                  <a:pt x="1490148" y="626440"/>
                </a:lnTo>
                <a:lnTo>
                  <a:pt x="1515589" y="626212"/>
                </a:lnTo>
                <a:lnTo>
                  <a:pt x="1541021" y="625935"/>
                </a:lnTo>
                <a:lnTo>
                  <a:pt x="1566462" y="625631"/>
                </a:lnTo>
                <a:lnTo>
                  <a:pt x="1591894" y="625278"/>
                </a:lnTo>
                <a:lnTo>
                  <a:pt x="1617335" y="624897"/>
                </a:lnTo>
                <a:lnTo>
                  <a:pt x="1642767" y="624469"/>
                </a:lnTo>
                <a:lnTo>
                  <a:pt x="1668199" y="623992"/>
                </a:lnTo>
                <a:lnTo>
                  <a:pt x="1693640" y="623487"/>
                </a:lnTo>
                <a:lnTo>
                  <a:pt x="1719072" y="622935"/>
                </a:lnTo>
                <a:lnTo>
                  <a:pt x="1744504" y="622335"/>
                </a:lnTo>
                <a:lnTo>
                  <a:pt x="1769936" y="621687"/>
                </a:lnTo>
                <a:lnTo>
                  <a:pt x="1795358" y="620992"/>
                </a:lnTo>
                <a:lnTo>
                  <a:pt x="1820789" y="620249"/>
                </a:lnTo>
                <a:lnTo>
                  <a:pt x="1846212" y="619449"/>
                </a:lnTo>
                <a:lnTo>
                  <a:pt x="1871643" y="618601"/>
                </a:lnTo>
                <a:lnTo>
                  <a:pt x="1897066" y="617696"/>
                </a:lnTo>
                <a:lnTo>
                  <a:pt x="1922478" y="616734"/>
                </a:lnTo>
                <a:lnTo>
                  <a:pt x="1947901" y="615696"/>
                </a:lnTo>
                <a:lnTo>
                  <a:pt x="1973313" y="614591"/>
                </a:lnTo>
                <a:lnTo>
                  <a:pt x="1998726" y="613420"/>
                </a:lnTo>
                <a:lnTo>
                  <a:pt x="2024139" y="612172"/>
                </a:lnTo>
                <a:lnTo>
                  <a:pt x="2049542" y="610838"/>
                </a:lnTo>
                <a:lnTo>
                  <a:pt x="2074936" y="609400"/>
                </a:lnTo>
                <a:lnTo>
                  <a:pt x="2100329" y="607876"/>
                </a:lnTo>
                <a:lnTo>
                  <a:pt x="2125713" y="606238"/>
                </a:lnTo>
                <a:lnTo>
                  <a:pt x="2151097" y="604466"/>
                </a:lnTo>
                <a:lnTo>
                  <a:pt x="2176463" y="602571"/>
                </a:lnTo>
                <a:lnTo>
                  <a:pt x="2201818" y="600513"/>
                </a:lnTo>
                <a:lnTo>
                  <a:pt x="2227155" y="598256"/>
                </a:lnTo>
                <a:lnTo>
                  <a:pt x="2252472" y="595789"/>
                </a:lnTo>
                <a:lnTo>
                  <a:pt x="2277761" y="593055"/>
                </a:lnTo>
                <a:lnTo>
                  <a:pt x="2303021" y="589988"/>
                </a:lnTo>
                <a:lnTo>
                  <a:pt x="2328215" y="586483"/>
                </a:lnTo>
                <a:lnTo>
                  <a:pt x="2353313" y="582368"/>
                </a:lnTo>
                <a:lnTo>
                  <a:pt x="2378250" y="577320"/>
                </a:lnTo>
                <a:lnTo>
                  <a:pt x="2402748" y="570509"/>
                </a:lnTo>
                <a:lnTo>
                  <a:pt x="2424465" y="557975"/>
                </a:lnTo>
                <a:lnTo>
                  <a:pt x="2434495" y="534686"/>
                </a:lnTo>
                <a:lnTo>
                  <a:pt x="2445001" y="511521"/>
                </a:lnTo>
                <a:lnTo>
                  <a:pt x="2455516" y="488356"/>
                </a:lnTo>
                <a:lnTo>
                  <a:pt x="2466023" y="465191"/>
                </a:lnTo>
                <a:lnTo>
                  <a:pt x="2476538" y="442027"/>
                </a:lnTo>
                <a:lnTo>
                  <a:pt x="2487044" y="418862"/>
                </a:lnTo>
                <a:lnTo>
                  <a:pt x="2497560" y="395697"/>
                </a:lnTo>
                <a:lnTo>
                  <a:pt x="2508066" y="372532"/>
                </a:lnTo>
                <a:lnTo>
                  <a:pt x="2518581" y="349367"/>
                </a:lnTo>
                <a:lnTo>
                  <a:pt x="2529088" y="326203"/>
                </a:lnTo>
                <a:lnTo>
                  <a:pt x="2539603" y="303028"/>
                </a:lnTo>
                <a:lnTo>
                  <a:pt x="2550109" y="279864"/>
                </a:lnTo>
                <a:lnTo>
                  <a:pt x="2560625" y="256699"/>
                </a:lnTo>
                <a:lnTo>
                  <a:pt x="2571131" y="233534"/>
                </a:lnTo>
                <a:lnTo>
                  <a:pt x="2581646" y="210369"/>
                </a:lnTo>
                <a:lnTo>
                  <a:pt x="2592153" y="187204"/>
                </a:lnTo>
                <a:lnTo>
                  <a:pt x="2602668" y="164040"/>
                </a:lnTo>
                <a:lnTo>
                  <a:pt x="2613174" y="140875"/>
                </a:lnTo>
                <a:lnTo>
                  <a:pt x="2623690" y="117710"/>
                </a:lnTo>
                <a:lnTo>
                  <a:pt x="2634196" y="94545"/>
                </a:lnTo>
                <a:lnTo>
                  <a:pt x="2644712" y="71371"/>
                </a:lnTo>
                <a:lnTo>
                  <a:pt x="2655227" y="48206"/>
                </a:lnTo>
                <a:lnTo>
                  <a:pt x="2665733" y="25041"/>
                </a:lnTo>
                <a:lnTo>
                  <a:pt x="2676249" y="1876"/>
                </a:lnTo>
                <a:lnTo>
                  <a:pt x="2659266" y="13364"/>
                </a:lnTo>
                <a:lnTo>
                  <a:pt x="2634777" y="20203"/>
                </a:lnTo>
                <a:lnTo>
                  <a:pt x="2609821" y="25098"/>
                </a:lnTo>
                <a:lnTo>
                  <a:pt x="2584685" y="29042"/>
                </a:lnTo>
                <a:lnTo>
                  <a:pt x="2559472" y="32385"/>
                </a:lnTo>
                <a:lnTo>
                  <a:pt x="2534202" y="35319"/>
                </a:lnTo>
                <a:lnTo>
                  <a:pt x="2508895" y="37929"/>
                </a:lnTo>
                <a:lnTo>
                  <a:pt x="2483568" y="40300"/>
                </a:lnTo>
                <a:lnTo>
                  <a:pt x="2458222" y="42462"/>
                </a:lnTo>
                <a:lnTo>
                  <a:pt x="2432866" y="44453"/>
                </a:lnTo>
                <a:lnTo>
                  <a:pt x="2407491" y="46292"/>
                </a:lnTo>
                <a:lnTo>
                  <a:pt x="2382107" y="48006"/>
                </a:lnTo>
                <a:lnTo>
                  <a:pt x="2356723" y="49616"/>
                </a:lnTo>
                <a:lnTo>
                  <a:pt x="2331329" y="51130"/>
                </a:lnTo>
                <a:lnTo>
                  <a:pt x="2305926" y="52549"/>
                </a:lnTo>
                <a:lnTo>
                  <a:pt x="2280523" y="53883"/>
                </a:lnTo>
                <a:lnTo>
                  <a:pt x="2255120" y="55150"/>
                </a:lnTo>
                <a:lnTo>
                  <a:pt x="2229707" y="56340"/>
                </a:lnTo>
                <a:lnTo>
                  <a:pt x="2204295" y="57464"/>
                </a:lnTo>
                <a:lnTo>
                  <a:pt x="2178872" y="58541"/>
                </a:lnTo>
                <a:lnTo>
                  <a:pt x="2153460" y="59550"/>
                </a:lnTo>
                <a:lnTo>
                  <a:pt x="2128037" y="60512"/>
                </a:lnTo>
                <a:lnTo>
                  <a:pt x="2102615" y="61436"/>
                </a:lnTo>
                <a:lnTo>
                  <a:pt x="2077193" y="62303"/>
                </a:lnTo>
                <a:lnTo>
                  <a:pt x="2051761" y="63122"/>
                </a:lnTo>
                <a:lnTo>
                  <a:pt x="2026339" y="63913"/>
                </a:lnTo>
                <a:lnTo>
                  <a:pt x="2000907" y="64656"/>
                </a:lnTo>
                <a:lnTo>
                  <a:pt x="1975485" y="65351"/>
                </a:lnTo>
                <a:lnTo>
                  <a:pt x="1950053" y="66018"/>
                </a:lnTo>
                <a:lnTo>
                  <a:pt x="1924622" y="66646"/>
                </a:lnTo>
                <a:lnTo>
                  <a:pt x="1899190" y="67247"/>
                </a:lnTo>
                <a:lnTo>
                  <a:pt x="1873758" y="67808"/>
                </a:lnTo>
                <a:lnTo>
                  <a:pt x="1848326" y="68342"/>
                </a:lnTo>
                <a:lnTo>
                  <a:pt x="1822885" y="68847"/>
                </a:lnTo>
                <a:lnTo>
                  <a:pt x="1797453" y="69323"/>
                </a:lnTo>
                <a:lnTo>
                  <a:pt x="1772021" y="69761"/>
                </a:lnTo>
                <a:lnTo>
                  <a:pt x="1746580" y="70180"/>
                </a:lnTo>
                <a:lnTo>
                  <a:pt x="1721148" y="70561"/>
                </a:lnTo>
                <a:lnTo>
                  <a:pt x="1695707" y="70923"/>
                </a:lnTo>
                <a:lnTo>
                  <a:pt x="1670275" y="71257"/>
                </a:lnTo>
                <a:lnTo>
                  <a:pt x="1644834" y="71561"/>
                </a:lnTo>
                <a:lnTo>
                  <a:pt x="1619402" y="71838"/>
                </a:lnTo>
                <a:lnTo>
                  <a:pt x="1593961" y="72095"/>
                </a:lnTo>
                <a:lnTo>
                  <a:pt x="1568529" y="72323"/>
                </a:lnTo>
                <a:lnTo>
                  <a:pt x="1543088" y="72523"/>
                </a:lnTo>
                <a:lnTo>
                  <a:pt x="1517647" y="72704"/>
                </a:lnTo>
                <a:lnTo>
                  <a:pt x="1492215" y="72866"/>
                </a:lnTo>
                <a:lnTo>
                  <a:pt x="1466774" y="72990"/>
                </a:lnTo>
                <a:lnTo>
                  <a:pt x="1441333" y="73095"/>
                </a:lnTo>
                <a:lnTo>
                  <a:pt x="1415891" y="73181"/>
                </a:lnTo>
                <a:lnTo>
                  <a:pt x="1390460" y="73238"/>
                </a:lnTo>
                <a:lnTo>
                  <a:pt x="1365018" y="73276"/>
                </a:lnTo>
                <a:lnTo>
                  <a:pt x="1339577" y="73295"/>
                </a:lnTo>
                <a:lnTo>
                  <a:pt x="1314136" y="73285"/>
                </a:lnTo>
                <a:lnTo>
                  <a:pt x="1288704" y="73247"/>
                </a:lnTo>
                <a:lnTo>
                  <a:pt x="1263263" y="73190"/>
                </a:lnTo>
                <a:lnTo>
                  <a:pt x="1237821" y="73104"/>
                </a:lnTo>
                <a:lnTo>
                  <a:pt x="1212390" y="73009"/>
                </a:lnTo>
                <a:lnTo>
                  <a:pt x="1186948" y="72876"/>
                </a:lnTo>
                <a:lnTo>
                  <a:pt x="1161507" y="72714"/>
                </a:lnTo>
                <a:lnTo>
                  <a:pt x="1136066" y="72542"/>
                </a:lnTo>
                <a:lnTo>
                  <a:pt x="1110634" y="72342"/>
                </a:lnTo>
                <a:lnTo>
                  <a:pt x="1085193" y="72114"/>
                </a:lnTo>
                <a:lnTo>
                  <a:pt x="1059752" y="71866"/>
                </a:lnTo>
                <a:lnTo>
                  <a:pt x="1034320" y="71580"/>
                </a:lnTo>
                <a:lnTo>
                  <a:pt x="1008878" y="71276"/>
                </a:lnTo>
                <a:lnTo>
                  <a:pt x="983447" y="70952"/>
                </a:lnTo>
                <a:lnTo>
                  <a:pt x="958005" y="70590"/>
                </a:lnTo>
                <a:lnTo>
                  <a:pt x="932574" y="70209"/>
                </a:lnTo>
                <a:lnTo>
                  <a:pt x="907142" y="69799"/>
                </a:lnTo>
                <a:lnTo>
                  <a:pt x="881701" y="69361"/>
                </a:lnTo>
                <a:lnTo>
                  <a:pt x="856269" y="68885"/>
                </a:lnTo>
                <a:lnTo>
                  <a:pt x="830837" y="68390"/>
                </a:lnTo>
                <a:lnTo>
                  <a:pt x="805405" y="67856"/>
                </a:lnTo>
                <a:lnTo>
                  <a:pt x="779964" y="67294"/>
                </a:lnTo>
                <a:lnTo>
                  <a:pt x="754532" y="66704"/>
                </a:lnTo>
                <a:lnTo>
                  <a:pt x="729101" y="66075"/>
                </a:lnTo>
                <a:lnTo>
                  <a:pt x="703678" y="65408"/>
                </a:lnTo>
                <a:lnTo>
                  <a:pt x="678247" y="64713"/>
                </a:lnTo>
                <a:lnTo>
                  <a:pt x="652815" y="63970"/>
                </a:lnTo>
                <a:lnTo>
                  <a:pt x="627393" y="63189"/>
                </a:lnTo>
                <a:lnTo>
                  <a:pt x="601970" y="62370"/>
                </a:lnTo>
                <a:lnTo>
                  <a:pt x="576539" y="61503"/>
                </a:lnTo>
                <a:lnTo>
                  <a:pt x="551117" y="60589"/>
                </a:lnTo>
                <a:lnTo>
                  <a:pt x="525694" y="59636"/>
                </a:lnTo>
                <a:lnTo>
                  <a:pt x="500282" y="58617"/>
                </a:lnTo>
                <a:lnTo>
                  <a:pt x="474859" y="57560"/>
                </a:lnTo>
                <a:lnTo>
                  <a:pt x="449447" y="56426"/>
                </a:lnTo>
                <a:lnTo>
                  <a:pt x="424034" y="55245"/>
                </a:lnTo>
                <a:lnTo>
                  <a:pt x="398631" y="53988"/>
                </a:lnTo>
                <a:lnTo>
                  <a:pt x="373228" y="52664"/>
                </a:lnTo>
                <a:lnTo>
                  <a:pt x="347824" y="51245"/>
                </a:lnTo>
                <a:lnTo>
                  <a:pt x="322431" y="49740"/>
                </a:lnTo>
                <a:lnTo>
                  <a:pt x="297047" y="48139"/>
                </a:lnTo>
                <a:lnTo>
                  <a:pt x="271663" y="46444"/>
                </a:lnTo>
                <a:lnTo>
                  <a:pt x="246288" y="44606"/>
                </a:lnTo>
                <a:lnTo>
                  <a:pt x="220932" y="42624"/>
                </a:lnTo>
                <a:lnTo>
                  <a:pt x="195577" y="40481"/>
                </a:lnTo>
                <a:lnTo>
                  <a:pt x="170250" y="38129"/>
                </a:lnTo>
                <a:lnTo>
                  <a:pt x="144942" y="35538"/>
                </a:lnTo>
                <a:lnTo>
                  <a:pt x="119672" y="32633"/>
                </a:lnTo>
                <a:lnTo>
                  <a:pt x="94450" y="29327"/>
                </a:lnTo>
                <a:lnTo>
                  <a:pt x="69313" y="25451"/>
                </a:lnTo>
                <a:lnTo>
                  <a:pt x="44329" y="20650"/>
                </a:lnTo>
                <a:lnTo>
                  <a:pt x="19774" y="14049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48" name="funnel-step-cap-1">
            <a:extLst xmlns:a="http://schemas.openxmlformats.org/drawingml/2006/main">
              <a:ext uri="{FF2B5EF4-FFF2-40B4-BE49-F238E27FC236}">
                <a16:creationId xmlns:a16="http://schemas.microsoft.com/office/drawing/2014/main" id="{1EFBCAAB-3F92-4FB9-8E93-13080A2EA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281067" y="3138068"/>
            <a:ext cx="2677106" cy="2084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7EAC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49" name="funnel-step-body-2">
            <a:extLst xmlns:a="http://schemas.openxmlformats.org/drawingml/2006/main">
              <a:ext uri="{FF2B5EF4-FFF2-40B4-BE49-F238E27FC236}">
                <a16:creationId xmlns:a16="http://schemas.microsoft.com/office/drawing/2014/main" id="{26BFB582-40EF-4ABF-8D14-C3D71632E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532346" y="3970020"/>
            <a:ext cx="2171271" cy="627069"/>
          </a:xfrm>
          <a:custGeom xmlns:a="http://schemas.openxmlformats.org/drawingml/2006/main">
            <a:pathLst>
              <a:path w="2171271" h="627069">
                <a:moveTo>
                  <a:pt x="0" y="0"/>
                </a:moveTo>
                <a:lnTo>
                  <a:pt x="8163" y="19774"/>
                </a:lnTo>
                <a:lnTo>
                  <a:pt x="16326" y="39548"/>
                </a:lnTo>
                <a:lnTo>
                  <a:pt x="24489" y="59312"/>
                </a:lnTo>
                <a:lnTo>
                  <a:pt x="32652" y="79086"/>
                </a:lnTo>
                <a:lnTo>
                  <a:pt x="40805" y="98860"/>
                </a:lnTo>
                <a:lnTo>
                  <a:pt x="48968" y="118634"/>
                </a:lnTo>
                <a:lnTo>
                  <a:pt x="57131" y="138408"/>
                </a:lnTo>
                <a:lnTo>
                  <a:pt x="65294" y="158182"/>
                </a:lnTo>
                <a:lnTo>
                  <a:pt x="73457" y="177946"/>
                </a:lnTo>
                <a:lnTo>
                  <a:pt x="81620" y="197720"/>
                </a:lnTo>
                <a:lnTo>
                  <a:pt x="89783" y="217494"/>
                </a:lnTo>
                <a:lnTo>
                  <a:pt x="97946" y="237268"/>
                </a:lnTo>
                <a:lnTo>
                  <a:pt x="106109" y="257042"/>
                </a:lnTo>
                <a:lnTo>
                  <a:pt x="114271" y="276816"/>
                </a:lnTo>
                <a:lnTo>
                  <a:pt x="122425" y="296580"/>
                </a:lnTo>
                <a:lnTo>
                  <a:pt x="130588" y="316354"/>
                </a:lnTo>
                <a:lnTo>
                  <a:pt x="138751" y="336128"/>
                </a:lnTo>
                <a:lnTo>
                  <a:pt x="146914" y="355902"/>
                </a:lnTo>
                <a:lnTo>
                  <a:pt x="155077" y="375676"/>
                </a:lnTo>
                <a:lnTo>
                  <a:pt x="163239" y="395449"/>
                </a:lnTo>
                <a:lnTo>
                  <a:pt x="171402" y="415214"/>
                </a:lnTo>
                <a:lnTo>
                  <a:pt x="179565" y="434988"/>
                </a:lnTo>
                <a:lnTo>
                  <a:pt x="187728" y="454762"/>
                </a:lnTo>
                <a:lnTo>
                  <a:pt x="195882" y="474536"/>
                </a:lnTo>
                <a:lnTo>
                  <a:pt x="204045" y="494309"/>
                </a:lnTo>
                <a:lnTo>
                  <a:pt x="212207" y="514083"/>
                </a:lnTo>
                <a:lnTo>
                  <a:pt x="220370" y="533848"/>
                </a:lnTo>
                <a:lnTo>
                  <a:pt x="228533" y="553622"/>
                </a:lnTo>
                <a:lnTo>
                  <a:pt x="242526" y="568481"/>
                </a:lnTo>
                <a:lnTo>
                  <a:pt x="262452" y="576196"/>
                </a:lnTo>
                <a:lnTo>
                  <a:pt x="283112" y="581730"/>
                </a:lnTo>
                <a:lnTo>
                  <a:pt x="304038" y="586169"/>
                </a:lnTo>
                <a:lnTo>
                  <a:pt x="325098" y="589902"/>
                </a:lnTo>
                <a:lnTo>
                  <a:pt x="346234" y="593160"/>
                </a:lnTo>
                <a:lnTo>
                  <a:pt x="367436" y="596036"/>
                </a:lnTo>
                <a:lnTo>
                  <a:pt x="388668" y="598627"/>
                </a:lnTo>
                <a:lnTo>
                  <a:pt x="409927" y="600980"/>
                </a:lnTo>
                <a:lnTo>
                  <a:pt x="431206" y="603123"/>
                </a:lnTo>
                <a:lnTo>
                  <a:pt x="452504" y="605104"/>
                </a:lnTo>
                <a:lnTo>
                  <a:pt x="473821" y="606923"/>
                </a:lnTo>
                <a:lnTo>
                  <a:pt x="495148" y="608619"/>
                </a:lnTo>
                <a:lnTo>
                  <a:pt x="516474" y="610181"/>
                </a:lnTo>
                <a:lnTo>
                  <a:pt x="537820" y="611648"/>
                </a:lnTo>
                <a:lnTo>
                  <a:pt x="559165" y="613010"/>
                </a:lnTo>
                <a:lnTo>
                  <a:pt x="580520" y="614286"/>
                </a:lnTo>
                <a:lnTo>
                  <a:pt x="601875" y="615467"/>
                </a:lnTo>
                <a:lnTo>
                  <a:pt x="623240" y="616582"/>
                </a:lnTo>
                <a:lnTo>
                  <a:pt x="644604" y="617630"/>
                </a:lnTo>
                <a:lnTo>
                  <a:pt x="665969" y="618592"/>
                </a:lnTo>
                <a:lnTo>
                  <a:pt x="687343" y="619496"/>
                </a:lnTo>
                <a:lnTo>
                  <a:pt x="708717" y="620335"/>
                </a:lnTo>
                <a:lnTo>
                  <a:pt x="730091" y="621116"/>
                </a:lnTo>
                <a:lnTo>
                  <a:pt x="751475" y="621849"/>
                </a:lnTo>
                <a:lnTo>
                  <a:pt x="772849" y="622525"/>
                </a:lnTo>
                <a:lnTo>
                  <a:pt x="794233" y="623145"/>
                </a:lnTo>
                <a:lnTo>
                  <a:pt x="815616" y="623716"/>
                </a:lnTo>
                <a:lnTo>
                  <a:pt x="837000" y="624230"/>
                </a:lnTo>
                <a:lnTo>
                  <a:pt x="858383" y="624707"/>
                </a:lnTo>
                <a:lnTo>
                  <a:pt x="879777" y="625135"/>
                </a:lnTo>
                <a:lnTo>
                  <a:pt x="901160" y="625526"/>
                </a:lnTo>
                <a:lnTo>
                  <a:pt x="922544" y="625859"/>
                </a:lnTo>
                <a:lnTo>
                  <a:pt x="943937" y="626164"/>
                </a:lnTo>
                <a:lnTo>
                  <a:pt x="965321" y="626412"/>
                </a:lnTo>
                <a:lnTo>
                  <a:pt x="986714" y="626631"/>
                </a:lnTo>
                <a:lnTo>
                  <a:pt x="1008107" y="626802"/>
                </a:lnTo>
                <a:lnTo>
                  <a:pt x="1029491" y="626926"/>
                </a:lnTo>
                <a:lnTo>
                  <a:pt x="1050884" y="627021"/>
                </a:lnTo>
                <a:lnTo>
                  <a:pt x="1072277" y="627069"/>
                </a:lnTo>
                <a:lnTo>
                  <a:pt x="1093670" y="627069"/>
                </a:lnTo>
                <a:lnTo>
                  <a:pt x="1115054" y="627040"/>
                </a:lnTo>
                <a:lnTo>
                  <a:pt x="1136447" y="626964"/>
                </a:lnTo>
                <a:lnTo>
                  <a:pt x="1157840" y="626850"/>
                </a:lnTo>
                <a:lnTo>
                  <a:pt x="1179224" y="626697"/>
                </a:lnTo>
                <a:lnTo>
                  <a:pt x="1200617" y="626507"/>
                </a:lnTo>
                <a:lnTo>
                  <a:pt x="1222010" y="626269"/>
                </a:lnTo>
                <a:lnTo>
                  <a:pt x="1243394" y="625993"/>
                </a:lnTo>
                <a:lnTo>
                  <a:pt x="1264787" y="625669"/>
                </a:lnTo>
                <a:lnTo>
                  <a:pt x="1286170" y="625297"/>
                </a:lnTo>
                <a:lnTo>
                  <a:pt x="1307554" y="624888"/>
                </a:lnTo>
                <a:lnTo>
                  <a:pt x="1328947" y="624430"/>
                </a:lnTo>
                <a:lnTo>
                  <a:pt x="1350331" y="623926"/>
                </a:lnTo>
                <a:lnTo>
                  <a:pt x="1371714" y="623373"/>
                </a:lnTo>
                <a:lnTo>
                  <a:pt x="1393098" y="622773"/>
                </a:lnTo>
                <a:lnTo>
                  <a:pt x="1414472" y="622125"/>
                </a:lnTo>
                <a:lnTo>
                  <a:pt x="1435856" y="621421"/>
                </a:lnTo>
                <a:lnTo>
                  <a:pt x="1457230" y="620659"/>
                </a:lnTo>
                <a:lnTo>
                  <a:pt x="1478604" y="619839"/>
                </a:lnTo>
                <a:lnTo>
                  <a:pt x="1499978" y="618963"/>
                </a:lnTo>
                <a:lnTo>
                  <a:pt x="1521352" y="618020"/>
                </a:lnTo>
                <a:lnTo>
                  <a:pt x="1542717" y="617010"/>
                </a:lnTo>
                <a:lnTo>
                  <a:pt x="1564081" y="615934"/>
                </a:lnTo>
                <a:lnTo>
                  <a:pt x="1585436" y="614772"/>
                </a:lnTo>
                <a:lnTo>
                  <a:pt x="1606791" y="613534"/>
                </a:lnTo>
                <a:lnTo>
                  <a:pt x="1628146" y="612210"/>
                </a:lnTo>
                <a:lnTo>
                  <a:pt x="1649482" y="610791"/>
                </a:lnTo>
                <a:lnTo>
                  <a:pt x="1670818" y="609257"/>
                </a:lnTo>
                <a:lnTo>
                  <a:pt x="1692145" y="607619"/>
                </a:lnTo>
                <a:lnTo>
                  <a:pt x="1713462" y="605847"/>
                </a:lnTo>
                <a:lnTo>
                  <a:pt x="1734769" y="603942"/>
                </a:lnTo>
                <a:lnTo>
                  <a:pt x="1756058" y="601866"/>
                </a:lnTo>
                <a:lnTo>
                  <a:pt x="1777327" y="599599"/>
                </a:lnTo>
                <a:lnTo>
                  <a:pt x="1798577" y="597113"/>
                </a:lnTo>
                <a:lnTo>
                  <a:pt x="1819789" y="594360"/>
                </a:lnTo>
                <a:lnTo>
                  <a:pt x="1840954" y="591264"/>
                </a:lnTo>
                <a:lnTo>
                  <a:pt x="1862052" y="587740"/>
                </a:lnTo>
                <a:lnTo>
                  <a:pt x="1883045" y="583616"/>
                </a:lnTo>
                <a:lnTo>
                  <a:pt x="1903828" y="578606"/>
                </a:lnTo>
                <a:lnTo>
                  <a:pt x="1924164" y="571995"/>
                </a:lnTo>
                <a:lnTo>
                  <a:pt x="1942490" y="561251"/>
                </a:lnTo>
                <a:lnTo>
                  <a:pt x="1950901" y="541811"/>
                </a:lnTo>
                <a:lnTo>
                  <a:pt x="1959064" y="522046"/>
                </a:lnTo>
                <a:lnTo>
                  <a:pt x="1967227" y="502272"/>
                </a:lnTo>
                <a:lnTo>
                  <a:pt x="1975380" y="482498"/>
                </a:lnTo>
                <a:lnTo>
                  <a:pt x="1983543" y="462725"/>
                </a:lnTo>
                <a:lnTo>
                  <a:pt x="1991706" y="442951"/>
                </a:lnTo>
                <a:lnTo>
                  <a:pt x="1999869" y="423177"/>
                </a:lnTo>
                <a:lnTo>
                  <a:pt x="2008032" y="403412"/>
                </a:lnTo>
                <a:lnTo>
                  <a:pt x="2016195" y="383638"/>
                </a:lnTo>
                <a:lnTo>
                  <a:pt x="2024358" y="363865"/>
                </a:lnTo>
                <a:lnTo>
                  <a:pt x="2032521" y="344091"/>
                </a:lnTo>
                <a:lnTo>
                  <a:pt x="2040684" y="324317"/>
                </a:lnTo>
                <a:lnTo>
                  <a:pt x="2048837" y="304543"/>
                </a:lnTo>
                <a:lnTo>
                  <a:pt x="2057000" y="284778"/>
                </a:lnTo>
                <a:lnTo>
                  <a:pt x="2065163" y="265005"/>
                </a:lnTo>
                <a:lnTo>
                  <a:pt x="2073326" y="245231"/>
                </a:lnTo>
                <a:lnTo>
                  <a:pt x="2081489" y="225457"/>
                </a:lnTo>
                <a:lnTo>
                  <a:pt x="2089652" y="205683"/>
                </a:lnTo>
                <a:lnTo>
                  <a:pt x="2097815" y="185918"/>
                </a:lnTo>
                <a:lnTo>
                  <a:pt x="2105978" y="166145"/>
                </a:lnTo>
                <a:lnTo>
                  <a:pt x="2114140" y="146371"/>
                </a:lnTo>
                <a:lnTo>
                  <a:pt x="2122303" y="126597"/>
                </a:lnTo>
                <a:lnTo>
                  <a:pt x="2130457" y="106823"/>
                </a:lnTo>
                <a:lnTo>
                  <a:pt x="2138620" y="87049"/>
                </a:lnTo>
                <a:lnTo>
                  <a:pt x="2146783" y="67285"/>
                </a:lnTo>
                <a:lnTo>
                  <a:pt x="2154946" y="47511"/>
                </a:lnTo>
                <a:lnTo>
                  <a:pt x="2163108" y="27737"/>
                </a:lnTo>
                <a:lnTo>
                  <a:pt x="2171271" y="7963"/>
                </a:lnTo>
                <a:lnTo>
                  <a:pt x="2167071" y="9706"/>
                </a:lnTo>
                <a:lnTo>
                  <a:pt x="2147430" y="18059"/>
                </a:lnTo>
                <a:lnTo>
                  <a:pt x="2126780" y="23584"/>
                </a:lnTo>
                <a:lnTo>
                  <a:pt x="2105825" y="27889"/>
                </a:lnTo>
                <a:lnTo>
                  <a:pt x="2084746" y="31499"/>
                </a:lnTo>
                <a:lnTo>
                  <a:pt x="2063582" y="34623"/>
                </a:lnTo>
                <a:lnTo>
                  <a:pt x="2042370" y="37386"/>
                </a:lnTo>
                <a:lnTo>
                  <a:pt x="2021129" y="39881"/>
                </a:lnTo>
                <a:lnTo>
                  <a:pt x="1999859" y="42148"/>
                </a:lnTo>
                <a:lnTo>
                  <a:pt x="1978562" y="44225"/>
                </a:lnTo>
                <a:lnTo>
                  <a:pt x="1957264" y="46149"/>
                </a:lnTo>
                <a:lnTo>
                  <a:pt x="1935947" y="47939"/>
                </a:lnTo>
                <a:lnTo>
                  <a:pt x="1914620" y="49597"/>
                </a:lnTo>
                <a:lnTo>
                  <a:pt x="1893284" y="51159"/>
                </a:lnTo>
                <a:lnTo>
                  <a:pt x="1871948" y="52626"/>
                </a:lnTo>
                <a:lnTo>
                  <a:pt x="1850603" y="53997"/>
                </a:lnTo>
                <a:lnTo>
                  <a:pt x="1829248" y="55293"/>
                </a:lnTo>
                <a:lnTo>
                  <a:pt x="1807893" y="56521"/>
                </a:lnTo>
                <a:lnTo>
                  <a:pt x="1786538" y="57674"/>
                </a:lnTo>
                <a:lnTo>
                  <a:pt x="1765173" y="58769"/>
                </a:lnTo>
                <a:lnTo>
                  <a:pt x="1743808" y="59807"/>
                </a:lnTo>
                <a:lnTo>
                  <a:pt x="1722434" y="60789"/>
                </a:lnTo>
                <a:lnTo>
                  <a:pt x="1701070" y="61722"/>
                </a:lnTo>
                <a:lnTo>
                  <a:pt x="1679696" y="62608"/>
                </a:lnTo>
                <a:lnTo>
                  <a:pt x="1658322" y="63446"/>
                </a:lnTo>
                <a:lnTo>
                  <a:pt x="1636947" y="64237"/>
                </a:lnTo>
                <a:lnTo>
                  <a:pt x="1615564" y="64980"/>
                </a:lnTo>
                <a:lnTo>
                  <a:pt x="1594190" y="65694"/>
                </a:lnTo>
                <a:lnTo>
                  <a:pt x="1572806" y="66361"/>
                </a:lnTo>
                <a:lnTo>
                  <a:pt x="1551432" y="66999"/>
                </a:lnTo>
                <a:lnTo>
                  <a:pt x="1530048" y="67599"/>
                </a:lnTo>
                <a:lnTo>
                  <a:pt x="1508665" y="68161"/>
                </a:lnTo>
                <a:lnTo>
                  <a:pt x="1487281" y="68694"/>
                </a:lnTo>
                <a:lnTo>
                  <a:pt x="1465898" y="69190"/>
                </a:lnTo>
                <a:lnTo>
                  <a:pt x="1444504" y="69656"/>
                </a:lnTo>
                <a:lnTo>
                  <a:pt x="1423121" y="70094"/>
                </a:lnTo>
                <a:lnTo>
                  <a:pt x="1401737" y="70495"/>
                </a:lnTo>
                <a:lnTo>
                  <a:pt x="1380344" y="70876"/>
                </a:lnTo>
                <a:lnTo>
                  <a:pt x="1358960" y="71218"/>
                </a:lnTo>
                <a:lnTo>
                  <a:pt x="1337567" y="71542"/>
                </a:lnTo>
                <a:lnTo>
                  <a:pt x="1316184" y="71828"/>
                </a:lnTo>
                <a:lnTo>
                  <a:pt x="1294790" y="72095"/>
                </a:lnTo>
                <a:lnTo>
                  <a:pt x="1273407" y="72323"/>
                </a:lnTo>
                <a:lnTo>
                  <a:pt x="1252014" y="72533"/>
                </a:lnTo>
                <a:lnTo>
                  <a:pt x="1230620" y="72723"/>
                </a:lnTo>
                <a:lnTo>
                  <a:pt x="1209237" y="72885"/>
                </a:lnTo>
                <a:lnTo>
                  <a:pt x="1187844" y="73019"/>
                </a:lnTo>
                <a:lnTo>
                  <a:pt x="1166451" y="73123"/>
                </a:lnTo>
                <a:lnTo>
                  <a:pt x="1145067" y="73200"/>
                </a:lnTo>
                <a:lnTo>
                  <a:pt x="1123674" y="73257"/>
                </a:lnTo>
                <a:lnTo>
                  <a:pt x="1102281" y="73285"/>
                </a:lnTo>
                <a:lnTo>
                  <a:pt x="1080887" y="73295"/>
                </a:lnTo>
                <a:lnTo>
                  <a:pt x="1059504" y="73276"/>
                </a:lnTo>
                <a:lnTo>
                  <a:pt x="1038111" y="73228"/>
                </a:lnTo>
                <a:lnTo>
                  <a:pt x="1016718" y="73152"/>
                </a:lnTo>
                <a:lnTo>
                  <a:pt x="995324" y="73057"/>
                </a:lnTo>
                <a:lnTo>
                  <a:pt x="973941" y="72933"/>
                </a:lnTo>
                <a:lnTo>
                  <a:pt x="952548" y="72790"/>
                </a:lnTo>
                <a:lnTo>
                  <a:pt x="931154" y="72619"/>
                </a:lnTo>
                <a:lnTo>
                  <a:pt x="909771" y="72419"/>
                </a:lnTo>
                <a:lnTo>
                  <a:pt x="888378" y="72190"/>
                </a:lnTo>
                <a:lnTo>
                  <a:pt x="866994" y="71933"/>
                </a:lnTo>
                <a:lnTo>
                  <a:pt x="845601" y="71657"/>
                </a:lnTo>
                <a:lnTo>
                  <a:pt x="824217" y="71352"/>
                </a:lnTo>
                <a:lnTo>
                  <a:pt x="802824" y="71018"/>
                </a:lnTo>
                <a:lnTo>
                  <a:pt x="781441" y="70656"/>
                </a:lnTo>
                <a:lnTo>
                  <a:pt x="760047" y="70266"/>
                </a:lnTo>
                <a:lnTo>
                  <a:pt x="738664" y="69837"/>
                </a:lnTo>
                <a:lnTo>
                  <a:pt x="717280" y="69380"/>
                </a:lnTo>
                <a:lnTo>
                  <a:pt x="695897" y="68894"/>
                </a:lnTo>
                <a:lnTo>
                  <a:pt x="674513" y="68380"/>
                </a:lnTo>
                <a:lnTo>
                  <a:pt x="653129" y="67828"/>
                </a:lnTo>
                <a:lnTo>
                  <a:pt x="631746" y="67247"/>
                </a:lnTo>
                <a:lnTo>
                  <a:pt x="610362" y="66627"/>
                </a:lnTo>
                <a:lnTo>
                  <a:pt x="588978" y="65970"/>
                </a:lnTo>
                <a:lnTo>
                  <a:pt x="567604" y="65275"/>
                </a:lnTo>
                <a:lnTo>
                  <a:pt x="546221" y="64541"/>
                </a:lnTo>
                <a:lnTo>
                  <a:pt x="524847" y="63770"/>
                </a:lnTo>
                <a:lnTo>
                  <a:pt x="503472" y="62951"/>
                </a:lnTo>
                <a:lnTo>
                  <a:pt x="482098" y="62093"/>
                </a:lnTo>
                <a:lnTo>
                  <a:pt x="460724" y="61179"/>
                </a:lnTo>
                <a:lnTo>
                  <a:pt x="439360" y="60217"/>
                </a:lnTo>
                <a:lnTo>
                  <a:pt x="417995" y="59198"/>
                </a:lnTo>
                <a:lnTo>
                  <a:pt x="396631" y="58131"/>
                </a:lnTo>
                <a:lnTo>
                  <a:pt x="375266" y="56998"/>
                </a:lnTo>
                <a:lnTo>
                  <a:pt x="353911" y="55797"/>
                </a:lnTo>
                <a:lnTo>
                  <a:pt x="332556" y="54531"/>
                </a:lnTo>
                <a:lnTo>
                  <a:pt x="311210" y="53178"/>
                </a:lnTo>
                <a:lnTo>
                  <a:pt x="289865" y="51759"/>
                </a:lnTo>
                <a:lnTo>
                  <a:pt x="268529" y="50235"/>
                </a:lnTo>
                <a:lnTo>
                  <a:pt x="247202" y="48616"/>
                </a:lnTo>
                <a:lnTo>
                  <a:pt x="225876" y="46882"/>
                </a:lnTo>
                <a:lnTo>
                  <a:pt x="204568" y="45015"/>
                </a:lnTo>
                <a:lnTo>
                  <a:pt x="183271" y="43005"/>
                </a:lnTo>
                <a:lnTo>
                  <a:pt x="162001" y="40815"/>
                </a:lnTo>
                <a:lnTo>
                  <a:pt x="140741" y="38424"/>
                </a:lnTo>
                <a:lnTo>
                  <a:pt x="119520" y="35776"/>
                </a:lnTo>
                <a:lnTo>
                  <a:pt x="98327" y="32804"/>
                </a:lnTo>
                <a:lnTo>
                  <a:pt x="77210" y="29413"/>
                </a:lnTo>
                <a:lnTo>
                  <a:pt x="56198" y="25422"/>
                </a:lnTo>
                <a:lnTo>
                  <a:pt x="35385" y="20479"/>
                </a:lnTo>
                <a:lnTo>
                  <a:pt x="15135" y="13659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50" name="funnel-step-cap-2">
            <a:extLst xmlns:a="http://schemas.openxmlformats.org/drawingml/2006/main">
              <a:ext uri="{FF2B5EF4-FFF2-40B4-BE49-F238E27FC236}">
                <a16:creationId xmlns:a16="http://schemas.microsoft.com/office/drawing/2014/main" id="{9C12BCEF-7C0B-4992-8906-0C1B9A426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532375" y="3865778"/>
            <a:ext cx="2174510" cy="2084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7EAC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51" name="funnel-step-body-3">
            <a:extLst xmlns:a="http://schemas.openxmlformats.org/drawingml/2006/main">
              <a:ext uri="{FF2B5EF4-FFF2-40B4-BE49-F238E27FC236}">
                <a16:creationId xmlns:a16="http://schemas.microsoft.com/office/drawing/2014/main" id="{93EDD808-3E64-48D7-B1C5-1EF070180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60946" y="4697730"/>
            <a:ext cx="1713681" cy="627069"/>
          </a:xfrm>
          <a:custGeom xmlns:a="http://schemas.openxmlformats.org/drawingml/2006/main">
            <a:pathLst>
              <a:path w="1713681" h="627069">
                <a:moveTo>
                  <a:pt x="0" y="0"/>
                </a:moveTo>
                <a:lnTo>
                  <a:pt x="6887" y="17745"/>
                </a:lnTo>
                <a:lnTo>
                  <a:pt x="13783" y="35490"/>
                </a:lnTo>
                <a:lnTo>
                  <a:pt x="20669" y="53235"/>
                </a:lnTo>
                <a:lnTo>
                  <a:pt x="27565" y="70971"/>
                </a:lnTo>
                <a:lnTo>
                  <a:pt x="34452" y="88716"/>
                </a:lnTo>
                <a:lnTo>
                  <a:pt x="41348" y="106461"/>
                </a:lnTo>
                <a:lnTo>
                  <a:pt x="48235" y="124206"/>
                </a:lnTo>
                <a:lnTo>
                  <a:pt x="55131" y="141951"/>
                </a:lnTo>
                <a:lnTo>
                  <a:pt x="62017" y="159696"/>
                </a:lnTo>
                <a:lnTo>
                  <a:pt x="68913" y="177432"/>
                </a:lnTo>
                <a:lnTo>
                  <a:pt x="75800" y="195177"/>
                </a:lnTo>
                <a:lnTo>
                  <a:pt x="82696" y="212922"/>
                </a:lnTo>
                <a:lnTo>
                  <a:pt x="89583" y="230667"/>
                </a:lnTo>
                <a:lnTo>
                  <a:pt x="96479" y="248412"/>
                </a:lnTo>
                <a:lnTo>
                  <a:pt x="103365" y="266157"/>
                </a:lnTo>
                <a:lnTo>
                  <a:pt x="110261" y="283893"/>
                </a:lnTo>
                <a:lnTo>
                  <a:pt x="117148" y="301638"/>
                </a:lnTo>
                <a:lnTo>
                  <a:pt x="124044" y="319383"/>
                </a:lnTo>
                <a:lnTo>
                  <a:pt x="130931" y="337128"/>
                </a:lnTo>
                <a:lnTo>
                  <a:pt x="137827" y="354873"/>
                </a:lnTo>
                <a:lnTo>
                  <a:pt x="144713" y="372618"/>
                </a:lnTo>
                <a:lnTo>
                  <a:pt x="151600" y="390354"/>
                </a:lnTo>
                <a:lnTo>
                  <a:pt x="158496" y="408099"/>
                </a:lnTo>
                <a:lnTo>
                  <a:pt x="165383" y="425844"/>
                </a:lnTo>
                <a:lnTo>
                  <a:pt x="172279" y="443589"/>
                </a:lnTo>
                <a:lnTo>
                  <a:pt x="179165" y="461334"/>
                </a:lnTo>
                <a:lnTo>
                  <a:pt x="186061" y="479079"/>
                </a:lnTo>
                <a:lnTo>
                  <a:pt x="192948" y="496824"/>
                </a:lnTo>
                <a:lnTo>
                  <a:pt x="199844" y="514560"/>
                </a:lnTo>
                <a:lnTo>
                  <a:pt x="206731" y="532305"/>
                </a:lnTo>
                <a:lnTo>
                  <a:pt x="213627" y="550050"/>
                </a:lnTo>
                <a:lnTo>
                  <a:pt x="222514" y="566261"/>
                </a:lnTo>
                <a:lnTo>
                  <a:pt x="239030" y="575605"/>
                </a:lnTo>
                <a:lnTo>
                  <a:pt x="256937" y="582044"/>
                </a:lnTo>
                <a:lnTo>
                  <a:pt x="275292" y="587092"/>
                </a:lnTo>
                <a:lnTo>
                  <a:pt x="293856" y="591283"/>
                </a:lnTo>
                <a:lnTo>
                  <a:pt x="312544" y="594884"/>
                </a:lnTo>
                <a:lnTo>
                  <a:pt x="331318" y="598046"/>
                </a:lnTo>
                <a:lnTo>
                  <a:pt x="350139" y="600856"/>
                </a:lnTo>
                <a:lnTo>
                  <a:pt x="369008" y="603390"/>
                </a:lnTo>
                <a:lnTo>
                  <a:pt x="387896" y="605685"/>
                </a:lnTo>
                <a:lnTo>
                  <a:pt x="406822" y="607781"/>
                </a:lnTo>
                <a:lnTo>
                  <a:pt x="425758" y="609695"/>
                </a:lnTo>
                <a:lnTo>
                  <a:pt x="444713" y="611457"/>
                </a:lnTo>
                <a:lnTo>
                  <a:pt x="463677" y="613086"/>
                </a:lnTo>
                <a:lnTo>
                  <a:pt x="482651" y="614572"/>
                </a:lnTo>
                <a:lnTo>
                  <a:pt x="501634" y="615953"/>
                </a:lnTo>
                <a:lnTo>
                  <a:pt x="520627" y="617220"/>
                </a:lnTo>
                <a:lnTo>
                  <a:pt x="539629" y="618401"/>
                </a:lnTo>
                <a:lnTo>
                  <a:pt x="558632" y="619477"/>
                </a:lnTo>
                <a:lnTo>
                  <a:pt x="577644" y="620478"/>
                </a:lnTo>
                <a:lnTo>
                  <a:pt x="596656" y="621382"/>
                </a:lnTo>
                <a:lnTo>
                  <a:pt x="615667" y="622221"/>
                </a:lnTo>
                <a:lnTo>
                  <a:pt x="634689" y="622983"/>
                </a:lnTo>
                <a:lnTo>
                  <a:pt x="653710" y="623668"/>
                </a:lnTo>
                <a:lnTo>
                  <a:pt x="672732" y="624288"/>
                </a:lnTo>
                <a:lnTo>
                  <a:pt x="691763" y="624840"/>
                </a:lnTo>
                <a:lnTo>
                  <a:pt x="710794" y="625326"/>
                </a:lnTo>
                <a:lnTo>
                  <a:pt x="729825" y="625754"/>
                </a:lnTo>
                <a:lnTo>
                  <a:pt x="748856" y="626116"/>
                </a:lnTo>
                <a:lnTo>
                  <a:pt x="767886" y="626421"/>
                </a:lnTo>
                <a:lnTo>
                  <a:pt x="786917" y="626669"/>
                </a:lnTo>
                <a:lnTo>
                  <a:pt x="805948" y="626859"/>
                </a:lnTo>
                <a:lnTo>
                  <a:pt x="824989" y="626983"/>
                </a:lnTo>
                <a:lnTo>
                  <a:pt x="844020" y="627059"/>
                </a:lnTo>
                <a:lnTo>
                  <a:pt x="863051" y="627069"/>
                </a:lnTo>
                <a:lnTo>
                  <a:pt x="882091" y="627031"/>
                </a:lnTo>
                <a:lnTo>
                  <a:pt x="901122" y="626935"/>
                </a:lnTo>
                <a:lnTo>
                  <a:pt x="920153" y="626783"/>
                </a:lnTo>
                <a:lnTo>
                  <a:pt x="939194" y="626564"/>
                </a:lnTo>
                <a:lnTo>
                  <a:pt x="958225" y="626288"/>
                </a:lnTo>
                <a:lnTo>
                  <a:pt x="977255" y="625964"/>
                </a:lnTo>
                <a:lnTo>
                  <a:pt x="996286" y="625564"/>
                </a:lnTo>
                <a:lnTo>
                  <a:pt x="1015317" y="625107"/>
                </a:lnTo>
                <a:lnTo>
                  <a:pt x="1034339" y="624592"/>
                </a:lnTo>
                <a:lnTo>
                  <a:pt x="1053370" y="624011"/>
                </a:lnTo>
                <a:lnTo>
                  <a:pt x="1072391" y="623354"/>
                </a:lnTo>
                <a:lnTo>
                  <a:pt x="1091413" y="622640"/>
                </a:lnTo>
                <a:lnTo>
                  <a:pt x="1110434" y="621849"/>
                </a:lnTo>
                <a:lnTo>
                  <a:pt x="1129446" y="620973"/>
                </a:lnTo>
                <a:lnTo>
                  <a:pt x="1148458" y="620030"/>
                </a:lnTo>
                <a:lnTo>
                  <a:pt x="1167460" y="618992"/>
                </a:lnTo>
                <a:lnTo>
                  <a:pt x="1186463" y="617868"/>
                </a:lnTo>
                <a:lnTo>
                  <a:pt x="1205465" y="616658"/>
                </a:lnTo>
                <a:lnTo>
                  <a:pt x="1224448" y="615334"/>
                </a:lnTo>
                <a:lnTo>
                  <a:pt x="1243432" y="613905"/>
                </a:lnTo>
                <a:lnTo>
                  <a:pt x="1262405" y="612353"/>
                </a:lnTo>
                <a:lnTo>
                  <a:pt x="1281360" y="610667"/>
                </a:lnTo>
                <a:lnTo>
                  <a:pt x="1300305" y="608838"/>
                </a:lnTo>
                <a:lnTo>
                  <a:pt x="1319241" y="606847"/>
                </a:lnTo>
                <a:lnTo>
                  <a:pt x="1338148" y="604657"/>
                </a:lnTo>
                <a:lnTo>
                  <a:pt x="1357027" y="602256"/>
                </a:lnTo>
                <a:lnTo>
                  <a:pt x="1375877" y="599608"/>
                </a:lnTo>
                <a:lnTo>
                  <a:pt x="1394679" y="596636"/>
                </a:lnTo>
                <a:lnTo>
                  <a:pt x="1413415" y="593293"/>
                </a:lnTo>
                <a:lnTo>
                  <a:pt x="1432055" y="589436"/>
                </a:lnTo>
                <a:lnTo>
                  <a:pt x="1450543" y="584902"/>
                </a:lnTo>
                <a:lnTo>
                  <a:pt x="1468736" y="579311"/>
                </a:lnTo>
                <a:lnTo>
                  <a:pt x="1486224" y="571843"/>
                </a:lnTo>
                <a:lnTo>
                  <a:pt x="1500626" y="559765"/>
                </a:lnTo>
                <a:lnTo>
                  <a:pt x="1506903" y="541896"/>
                </a:lnTo>
                <a:lnTo>
                  <a:pt x="1513789" y="524151"/>
                </a:lnTo>
                <a:lnTo>
                  <a:pt x="1520685" y="506406"/>
                </a:lnTo>
                <a:lnTo>
                  <a:pt x="1527572" y="488661"/>
                </a:lnTo>
                <a:lnTo>
                  <a:pt x="1534468" y="470916"/>
                </a:lnTo>
                <a:lnTo>
                  <a:pt x="1541355" y="453171"/>
                </a:lnTo>
                <a:lnTo>
                  <a:pt x="1548251" y="435435"/>
                </a:lnTo>
                <a:lnTo>
                  <a:pt x="1555137" y="417690"/>
                </a:lnTo>
                <a:lnTo>
                  <a:pt x="1562033" y="399945"/>
                </a:lnTo>
                <a:lnTo>
                  <a:pt x="1568920" y="382200"/>
                </a:lnTo>
                <a:lnTo>
                  <a:pt x="1575816" y="364455"/>
                </a:lnTo>
                <a:lnTo>
                  <a:pt x="1582703" y="346710"/>
                </a:lnTo>
                <a:lnTo>
                  <a:pt x="1589599" y="328974"/>
                </a:lnTo>
                <a:lnTo>
                  <a:pt x="1596485" y="311229"/>
                </a:lnTo>
                <a:lnTo>
                  <a:pt x="1603372" y="293484"/>
                </a:lnTo>
                <a:lnTo>
                  <a:pt x="1610268" y="275739"/>
                </a:lnTo>
                <a:lnTo>
                  <a:pt x="1617155" y="257994"/>
                </a:lnTo>
                <a:lnTo>
                  <a:pt x="1624051" y="240249"/>
                </a:lnTo>
                <a:lnTo>
                  <a:pt x="1630937" y="222514"/>
                </a:lnTo>
                <a:lnTo>
                  <a:pt x="1637833" y="204768"/>
                </a:lnTo>
                <a:lnTo>
                  <a:pt x="1644720" y="187023"/>
                </a:lnTo>
                <a:lnTo>
                  <a:pt x="1651616" y="169278"/>
                </a:lnTo>
                <a:lnTo>
                  <a:pt x="1658503" y="151533"/>
                </a:lnTo>
                <a:lnTo>
                  <a:pt x="1665399" y="133788"/>
                </a:lnTo>
                <a:lnTo>
                  <a:pt x="1672285" y="116043"/>
                </a:lnTo>
                <a:lnTo>
                  <a:pt x="1679181" y="98308"/>
                </a:lnTo>
                <a:lnTo>
                  <a:pt x="1686068" y="80562"/>
                </a:lnTo>
                <a:lnTo>
                  <a:pt x="1692964" y="62817"/>
                </a:lnTo>
                <a:lnTo>
                  <a:pt x="1699851" y="45072"/>
                </a:lnTo>
                <a:lnTo>
                  <a:pt x="1706747" y="27327"/>
                </a:lnTo>
                <a:lnTo>
                  <a:pt x="1713633" y="9582"/>
                </a:lnTo>
                <a:lnTo>
                  <a:pt x="1713681" y="7696"/>
                </a:lnTo>
                <a:lnTo>
                  <a:pt x="1697460" y="17431"/>
                </a:lnTo>
                <a:lnTo>
                  <a:pt x="1679467" y="23622"/>
                </a:lnTo>
                <a:lnTo>
                  <a:pt x="1661036" y="28365"/>
                </a:lnTo>
                <a:lnTo>
                  <a:pt x="1642415" y="32290"/>
                </a:lnTo>
                <a:lnTo>
                  <a:pt x="1623679" y="35652"/>
                </a:lnTo>
                <a:lnTo>
                  <a:pt x="1604877" y="38624"/>
                </a:lnTo>
                <a:lnTo>
                  <a:pt x="1586027" y="41272"/>
                </a:lnTo>
                <a:lnTo>
                  <a:pt x="1567148" y="43672"/>
                </a:lnTo>
                <a:lnTo>
                  <a:pt x="1548241" y="45872"/>
                </a:lnTo>
                <a:lnTo>
                  <a:pt x="1529315" y="47892"/>
                </a:lnTo>
                <a:lnTo>
                  <a:pt x="1510370" y="49759"/>
                </a:lnTo>
                <a:lnTo>
                  <a:pt x="1491415" y="51502"/>
                </a:lnTo>
                <a:lnTo>
                  <a:pt x="1472451" y="53111"/>
                </a:lnTo>
                <a:lnTo>
                  <a:pt x="1453477" y="54626"/>
                </a:lnTo>
                <a:lnTo>
                  <a:pt x="1434494" y="56045"/>
                </a:lnTo>
                <a:lnTo>
                  <a:pt x="1415501" y="57369"/>
                </a:lnTo>
                <a:lnTo>
                  <a:pt x="1396508" y="58617"/>
                </a:lnTo>
                <a:lnTo>
                  <a:pt x="1377515" y="59788"/>
                </a:lnTo>
                <a:lnTo>
                  <a:pt x="1358513" y="60893"/>
                </a:lnTo>
                <a:lnTo>
                  <a:pt x="1339501" y="61932"/>
                </a:lnTo>
                <a:lnTo>
                  <a:pt x="1320489" y="62913"/>
                </a:lnTo>
                <a:lnTo>
                  <a:pt x="1301477" y="63837"/>
                </a:lnTo>
                <a:lnTo>
                  <a:pt x="1282465" y="64703"/>
                </a:lnTo>
                <a:lnTo>
                  <a:pt x="1263444" y="65513"/>
                </a:lnTo>
                <a:lnTo>
                  <a:pt x="1244432" y="66275"/>
                </a:lnTo>
                <a:lnTo>
                  <a:pt x="1225410" y="66999"/>
                </a:lnTo>
                <a:lnTo>
                  <a:pt x="1206379" y="67666"/>
                </a:lnTo>
                <a:lnTo>
                  <a:pt x="1187358" y="68294"/>
                </a:lnTo>
                <a:lnTo>
                  <a:pt x="1168337" y="68875"/>
                </a:lnTo>
                <a:lnTo>
                  <a:pt x="1149306" y="69428"/>
                </a:lnTo>
                <a:lnTo>
                  <a:pt x="1130275" y="69933"/>
                </a:lnTo>
                <a:lnTo>
                  <a:pt x="1111253" y="70399"/>
                </a:lnTo>
                <a:lnTo>
                  <a:pt x="1092222" y="70828"/>
                </a:lnTo>
                <a:lnTo>
                  <a:pt x="1073191" y="71218"/>
                </a:lnTo>
                <a:lnTo>
                  <a:pt x="1054160" y="71580"/>
                </a:lnTo>
                <a:lnTo>
                  <a:pt x="1035129" y="71895"/>
                </a:lnTo>
                <a:lnTo>
                  <a:pt x="1016098" y="72190"/>
                </a:lnTo>
                <a:lnTo>
                  <a:pt x="997058" y="72438"/>
                </a:lnTo>
                <a:lnTo>
                  <a:pt x="978027" y="72657"/>
                </a:lnTo>
                <a:lnTo>
                  <a:pt x="958996" y="72847"/>
                </a:lnTo>
                <a:lnTo>
                  <a:pt x="939956" y="73000"/>
                </a:lnTo>
                <a:lnTo>
                  <a:pt x="920925" y="73123"/>
                </a:lnTo>
                <a:lnTo>
                  <a:pt x="901894" y="73209"/>
                </a:lnTo>
                <a:lnTo>
                  <a:pt x="882853" y="73266"/>
                </a:lnTo>
                <a:lnTo>
                  <a:pt x="863822" y="73295"/>
                </a:lnTo>
                <a:lnTo>
                  <a:pt x="844782" y="73285"/>
                </a:lnTo>
                <a:lnTo>
                  <a:pt x="825751" y="73247"/>
                </a:lnTo>
                <a:lnTo>
                  <a:pt x="806720" y="73171"/>
                </a:lnTo>
                <a:lnTo>
                  <a:pt x="787679" y="73066"/>
                </a:lnTo>
                <a:lnTo>
                  <a:pt x="768648" y="72933"/>
                </a:lnTo>
                <a:lnTo>
                  <a:pt x="749618" y="72761"/>
                </a:lnTo>
                <a:lnTo>
                  <a:pt x="730577" y="72561"/>
                </a:lnTo>
                <a:lnTo>
                  <a:pt x="711546" y="72323"/>
                </a:lnTo>
                <a:lnTo>
                  <a:pt x="692515" y="72057"/>
                </a:lnTo>
                <a:lnTo>
                  <a:pt x="673484" y="71752"/>
                </a:lnTo>
                <a:lnTo>
                  <a:pt x="654453" y="71418"/>
                </a:lnTo>
                <a:lnTo>
                  <a:pt x="635422" y="71047"/>
                </a:lnTo>
                <a:lnTo>
                  <a:pt x="616391" y="70637"/>
                </a:lnTo>
                <a:lnTo>
                  <a:pt x="597360" y="70190"/>
                </a:lnTo>
                <a:lnTo>
                  <a:pt x="578329" y="69704"/>
                </a:lnTo>
                <a:lnTo>
                  <a:pt x="559308" y="69180"/>
                </a:lnTo>
                <a:lnTo>
                  <a:pt x="540277" y="68618"/>
                </a:lnTo>
                <a:lnTo>
                  <a:pt x="521256" y="68009"/>
                </a:lnTo>
                <a:lnTo>
                  <a:pt x="502225" y="67361"/>
                </a:lnTo>
                <a:lnTo>
                  <a:pt x="483203" y="66665"/>
                </a:lnTo>
                <a:lnTo>
                  <a:pt x="464182" y="65932"/>
                </a:lnTo>
                <a:lnTo>
                  <a:pt x="445170" y="65141"/>
                </a:lnTo>
                <a:lnTo>
                  <a:pt x="426149" y="64303"/>
                </a:lnTo>
                <a:lnTo>
                  <a:pt x="407137" y="63417"/>
                </a:lnTo>
                <a:lnTo>
                  <a:pt x="388125" y="62465"/>
                </a:lnTo>
                <a:lnTo>
                  <a:pt x="369122" y="61465"/>
                </a:lnTo>
                <a:lnTo>
                  <a:pt x="350110" y="60398"/>
                </a:lnTo>
                <a:lnTo>
                  <a:pt x="331108" y="59265"/>
                </a:lnTo>
                <a:lnTo>
                  <a:pt x="312115" y="58055"/>
                </a:lnTo>
                <a:lnTo>
                  <a:pt x="293122" y="56769"/>
                </a:lnTo>
                <a:lnTo>
                  <a:pt x="274139" y="55397"/>
                </a:lnTo>
                <a:lnTo>
                  <a:pt x="255165" y="53950"/>
                </a:lnTo>
                <a:lnTo>
                  <a:pt x="236191" y="52388"/>
                </a:lnTo>
                <a:lnTo>
                  <a:pt x="217227" y="50721"/>
                </a:lnTo>
                <a:lnTo>
                  <a:pt x="198282" y="48920"/>
                </a:lnTo>
                <a:lnTo>
                  <a:pt x="179346" y="46987"/>
                </a:lnTo>
                <a:lnTo>
                  <a:pt x="160420" y="44891"/>
                </a:lnTo>
                <a:lnTo>
                  <a:pt x="141532" y="42605"/>
                </a:lnTo>
                <a:lnTo>
                  <a:pt x="122663" y="40091"/>
                </a:lnTo>
                <a:lnTo>
                  <a:pt x="103832" y="37300"/>
                </a:lnTo>
                <a:lnTo>
                  <a:pt x="85058" y="34166"/>
                </a:lnTo>
                <a:lnTo>
                  <a:pt x="66361" y="30566"/>
                </a:lnTo>
                <a:lnTo>
                  <a:pt x="47815" y="26318"/>
                </a:lnTo>
                <a:lnTo>
                  <a:pt x="29537" y="21022"/>
                </a:lnTo>
                <a:lnTo>
                  <a:pt x="12002" y="13678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78A8D5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52" name="funnel-step-cap-3">
            <a:extLst xmlns:a="http://schemas.openxmlformats.org/drawingml/2006/main">
              <a:ext uri="{FF2B5EF4-FFF2-40B4-BE49-F238E27FC236}">
                <a16:creationId xmlns:a16="http://schemas.microsoft.com/office/drawing/2014/main" id="{07C78590-BA63-4D11-B33A-D56115098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60984" y="4593488"/>
            <a:ext cx="1717272" cy="2084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8A8D5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53" name="funnel-step-body-4">
            <a:extLst xmlns:a="http://schemas.openxmlformats.org/drawingml/2006/main">
              <a:ext uri="{FF2B5EF4-FFF2-40B4-BE49-F238E27FC236}">
                <a16:creationId xmlns:a16="http://schemas.microsoft.com/office/drawing/2014/main" id="{672C6272-C3DA-4E17-AEE8-7B6DB0CCF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76021" y="5425440"/>
            <a:ext cx="1287123" cy="627078"/>
          </a:xfrm>
          <a:custGeom xmlns:a="http://schemas.openxmlformats.org/drawingml/2006/main">
            <a:pathLst>
              <a:path w="1287123" h="627078">
                <a:moveTo>
                  <a:pt x="0" y="0"/>
                </a:moveTo>
                <a:lnTo>
                  <a:pt x="6629" y="17859"/>
                </a:lnTo>
                <a:lnTo>
                  <a:pt x="13249" y="35719"/>
                </a:lnTo>
                <a:lnTo>
                  <a:pt x="19879" y="53578"/>
                </a:lnTo>
                <a:lnTo>
                  <a:pt x="26499" y="71428"/>
                </a:lnTo>
                <a:lnTo>
                  <a:pt x="33128" y="89287"/>
                </a:lnTo>
                <a:lnTo>
                  <a:pt x="39748" y="107147"/>
                </a:lnTo>
                <a:lnTo>
                  <a:pt x="46377" y="125006"/>
                </a:lnTo>
                <a:lnTo>
                  <a:pt x="53007" y="142865"/>
                </a:lnTo>
                <a:lnTo>
                  <a:pt x="59627" y="160725"/>
                </a:lnTo>
                <a:lnTo>
                  <a:pt x="66256" y="178575"/>
                </a:lnTo>
                <a:lnTo>
                  <a:pt x="72876" y="196434"/>
                </a:lnTo>
                <a:lnTo>
                  <a:pt x="79505" y="214293"/>
                </a:lnTo>
                <a:lnTo>
                  <a:pt x="86125" y="232153"/>
                </a:lnTo>
                <a:lnTo>
                  <a:pt x="92754" y="250012"/>
                </a:lnTo>
                <a:lnTo>
                  <a:pt x="99384" y="267872"/>
                </a:lnTo>
                <a:lnTo>
                  <a:pt x="106004" y="285731"/>
                </a:lnTo>
                <a:lnTo>
                  <a:pt x="112633" y="303581"/>
                </a:lnTo>
                <a:lnTo>
                  <a:pt x="119253" y="321440"/>
                </a:lnTo>
                <a:lnTo>
                  <a:pt x="125882" y="339300"/>
                </a:lnTo>
                <a:lnTo>
                  <a:pt x="132502" y="357159"/>
                </a:lnTo>
                <a:lnTo>
                  <a:pt x="139132" y="375018"/>
                </a:lnTo>
                <a:lnTo>
                  <a:pt x="145761" y="392878"/>
                </a:lnTo>
                <a:lnTo>
                  <a:pt x="152381" y="410737"/>
                </a:lnTo>
                <a:lnTo>
                  <a:pt x="159010" y="428587"/>
                </a:lnTo>
                <a:lnTo>
                  <a:pt x="165630" y="446446"/>
                </a:lnTo>
                <a:lnTo>
                  <a:pt x="172260" y="464306"/>
                </a:lnTo>
                <a:lnTo>
                  <a:pt x="178880" y="482165"/>
                </a:lnTo>
                <a:lnTo>
                  <a:pt x="185509" y="500024"/>
                </a:lnTo>
                <a:lnTo>
                  <a:pt x="192138" y="517884"/>
                </a:lnTo>
                <a:lnTo>
                  <a:pt x="198758" y="535734"/>
                </a:lnTo>
                <a:lnTo>
                  <a:pt x="205388" y="553593"/>
                </a:lnTo>
                <a:lnTo>
                  <a:pt x="214074" y="569909"/>
                </a:lnTo>
                <a:lnTo>
                  <a:pt x="230038" y="580187"/>
                </a:lnTo>
                <a:lnTo>
                  <a:pt x="247612" y="587512"/>
                </a:lnTo>
                <a:lnTo>
                  <a:pt x="265767" y="593246"/>
                </a:lnTo>
                <a:lnTo>
                  <a:pt x="284226" y="597960"/>
                </a:lnTo>
                <a:lnTo>
                  <a:pt x="302838" y="601961"/>
                </a:lnTo>
                <a:lnTo>
                  <a:pt x="321574" y="605428"/>
                </a:lnTo>
                <a:lnTo>
                  <a:pt x="340376" y="608457"/>
                </a:lnTo>
                <a:lnTo>
                  <a:pt x="359235" y="611124"/>
                </a:lnTo>
                <a:lnTo>
                  <a:pt x="378133" y="613486"/>
                </a:lnTo>
                <a:lnTo>
                  <a:pt x="397069" y="615591"/>
                </a:lnTo>
                <a:lnTo>
                  <a:pt x="416023" y="617468"/>
                </a:lnTo>
                <a:lnTo>
                  <a:pt x="434997" y="619125"/>
                </a:lnTo>
                <a:lnTo>
                  <a:pt x="453981" y="620601"/>
                </a:lnTo>
                <a:lnTo>
                  <a:pt x="472992" y="621897"/>
                </a:lnTo>
                <a:lnTo>
                  <a:pt x="492004" y="623030"/>
                </a:lnTo>
                <a:lnTo>
                  <a:pt x="511026" y="624011"/>
                </a:lnTo>
                <a:lnTo>
                  <a:pt x="530057" y="624840"/>
                </a:lnTo>
                <a:lnTo>
                  <a:pt x="549088" y="625535"/>
                </a:lnTo>
                <a:lnTo>
                  <a:pt x="568128" y="626097"/>
                </a:lnTo>
                <a:lnTo>
                  <a:pt x="587169" y="626526"/>
                </a:lnTo>
                <a:lnTo>
                  <a:pt x="606209" y="626840"/>
                </a:lnTo>
                <a:lnTo>
                  <a:pt x="625259" y="627021"/>
                </a:lnTo>
                <a:lnTo>
                  <a:pt x="644309" y="627078"/>
                </a:lnTo>
                <a:lnTo>
                  <a:pt x="663350" y="627012"/>
                </a:lnTo>
                <a:lnTo>
                  <a:pt x="682400" y="626821"/>
                </a:lnTo>
                <a:lnTo>
                  <a:pt x="701450" y="626507"/>
                </a:lnTo>
                <a:lnTo>
                  <a:pt x="720490" y="626059"/>
                </a:lnTo>
                <a:lnTo>
                  <a:pt x="739521" y="625488"/>
                </a:lnTo>
                <a:lnTo>
                  <a:pt x="758561" y="624783"/>
                </a:lnTo>
                <a:lnTo>
                  <a:pt x="777592" y="623945"/>
                </a:lnTo>
                <a:lnTo>
                  <a:pt x="796614" y="622954"/>
                </a:lnTo>
                <a:lnTo>
                  <a:pt x="815626" y="621802"/>
                </a:lnTo>
                <a:lnTo>
                  <a:pt x="834628" y="620497"/>
                </a:lnTo>
                <a:lnTo>
                  <a:pt x="853611" y="619011"/>
                </a:lnTo>
                <a:lnTo>
                  <a:pt x="872585" y="617334"/>
                </a:lnTo>
                <a:lnTo>
                  <a:pt x="891540" y="615448"/>
                </a:lnTo>
                <a:lnTo>
                  <a:pt x="910466" y="613324"/>
                </a:lnTo>
                <a:lnTo>
                  <a:pt x="929364" y="610943"/>
                </a:lnTo>
                <a:lnTo>
                  <a:pt x="948223" y="608247"/>
                </a:lnTo>
                <a:lnTo>
                  <a:pt x="967026" y="605190"/>
                </a:lnTo>
                <a:lnTo>
                  <a:pt x="985742" y="601685"/>
                </a:lnTo>
                <a:lnTo>
                  <a:pt x="1004354" y="597637"/>
                </a:lnTo>
                <a:lnTo>
                  <a:pt x="1022795" y="592855"/>
                </a:lnTo>
                <a:lnTo>
                  <a:pt x="1040921" y="587035"/>
                </a:lnTo>
                <a:lnTo>
                  <a:pt x="1058428" y="579558"/>
                </a:lnTo>
                <a:lnTo>
                  <a:pt x="1074172" y="568947"/>
                </a:lnTo>
                <a:lnTo>
                  <a:pt x="1082316" y="552279"/>
                </a:lnTo>
                <a:lnTo>
                  <a:pt x="1088936" y="534419"/>
                </a:lnTo>
                <a:lnTo>
                  <a:pt x="1095566" y="516560"/>
                </a:lnTo>
                <a:lnTo>
                  <a:pt x="1102185" y="498700"/>
                </a:lnTo>
                <a:lnTo>
                  <a:pt x="1108815" y="480851"/>
                </a:lnTo>
                <a:lnTo>
                  <a:pt x="1115435" y="462991"/>
                </a:lnTo>
                <a:lnTo>
                  <a:pt x="1122064" y="445132"/>
                </a:lnTo>
                <a:lnTo>
                  <a:pt x="1128693" y="427272"/>
                </a:lnTo>
                <a:lnTo>
                  <a:pt x="1135313" y="409413"/>
                </a:lnTo>
                <a:lnTo>
                  <a:pt x="1141943" y="391554"/>
                </a:lnTo>
                <a:lnTo>
                  <a:pt x="1148563" y="373694"/>
                </a:lnTo>
                <a:lnTo>
                  <a:pt x="1155192" y="355844"/>
                </a:lnTo>
                <a:lnTo>
                  <a:pt x="1161812" y="337985"/>
                </a:lnTo>
                <a:lnTo>
                  <a:pt x="1168441" y="320126"/>
                </a:lnTo>
                <a:lnTo>
                  <a:pt x="1175071" y="302266"/>
                </a:lnTo>
                <a:lnTo>
                  <a:pt x="1181691" y="284407"/>
                </a:lnTo>
                <a:lnTo>
                  <a:pt x="1188320" y="266548"/>
                </a:lnTo>
                <a:lnTo>
                  <a:pt x="1194940" y="248698"/>
                </a:lnTo>
                <a:lnTo>
                  <a:pt x="1201569" y="230838"/>
                </a:lnTo>
                <a:lnTo>
                  <a:pt x="1208189" y="212979"/>
                </a:lnTo>
                <a:lnTo>
                  <a:pt x="1214819" y="195120"/>
                </a:lnTo>
                <a:lnTo>
                  <a:pt x="1221448" y="177260"/>
                </a:lnTo>
                <a:lnTo>
                  <a:pt x="1228068" y="159401"/>
                </a:lnTo>
                <a:lnTo>
                  <a:pt x="1234697" y="141542"/>
                </a:lnTo>
                <a:lnTo>
                  <a:pt x="1241317" y="123692"/>
                </a:lnTo>
                <a:lnTo>
                  <a:pt x="1247946" y="105832"/>
                </a:lnTo>
                <a:lnTo>
                  <a:pt x="1254566" y="87973"/>
                </a:lnTo>
                <a:lnTo>
                  <a:pt x="1261196" y="70114"/>
                </a:lnTo>
                <a:lnTo>
                  <a:pt x="1267825" y="52254"/>
                </a:lnTo>
                <a:lnTo>
                  <a:pt x="1274445" y="34395"/>
                </a:lnTo>
                <a:lnTo>
                  <a:pt x="1281074" y="16545"/>
                </a:lnTo>
                <a:lnTo>
                  <a:pt x="1287123" y="1400"/>
                </a:lnTo>
                <a:lnTo>
                  <a:pt x="1275350" y="15621"/>
                </a:lnTo>
                <a:lnTo>
                  <a:pt x="1258214" y="23860"/>
                </a:lnTo>
                <a:lnTo>
                  <a:pt x="1240126" y="29813"/>
                </a:lnTo>
                <a:lnTo>
                  <a:pt x="1221686" y="34585"/>
                </a:lnTo>
                <a:lnTo>
                  <a:pt x="1203065" y="38586"/>
                </a:lnTo>
                <a:lnTo>
                  <a:pt x="1184339" y="42053"/>
                </a:lnTo>
                <a:lnTo>
                  <a:pt x="1165536" y="45110"/>
                </a:lnTo>
                <a:lnTo>
                  <a:pt x="1146686" y="47835"/>
                </a:lnTo>
                <a:lnTo>
                  <a:pt x="1127798" y="50302"/>
                </a:lnTo>
                <a:lnTo>
                  <a:pt x="1108881" y="52530"/>
                </a:lnTo>
                <a:lnTo>
                  <a:pt x="1089946" y="54569"/>
                </a:lnTo>
                <a:lnTo>
                  <a:pt x="1070991" y="56445"/>
                </a:lnTo>
                <a:lnTo>
                  <a:pt x="1052017" y="58169"/>
                </a:lnTo>
                <a:lnTo>
                  <a:pt x="1033043" y="59741"/>
                </a:lnTo>
                <a:lnTo>
                  <a:pt x="1014051" y="61208"/>
                </a:lnTo>
                <a:lnTo>
                  <a:pt x="995048" y="62551"/>
                </a:lnTo>
                <a:lnTo>
                  <a:pt x="976046" y="63798"/>
                </a:lnTo>
                <a:lnTo>
                  <a:pt x="957024" y="64941"/>
                </a:lnTo>
                <a:lnTo>
                  <a:pt x="938012" y="65999"/>
                </a:lnTo>
                <a:lnTo>
                  <a:pt x="918991" y="66970"/>
                </a:lnTo>
                <a:lnTo>
                  <a:pt x="899960" y="67856"/>
                </a:lnTo>
                <a:lnTo>
                  <a:pt x="880929" y="68675"/>
                </a:lnTo>
                <a:lnTo>
                  <a:pt x="861898" y="69409"/>
                </a:lnTo>
                <a:lnTo>
                  <a:pt x="842867" y="70075"/>
                </a:lnTo>
                <a:lnTo>
                  <a:pt x="823827" y="70676"/>
                </a:lnTo>
                <a:lnTo>
                  <a:pt x="804786" y="71209"/>
                </a:lnTo>
                <a:lnTo>
                  <a:pt x="785746" y="71676"/>
                </a:lnTo>
                <a:lnTo>
                  <a:pt x="766705" y="72085"/>
                </a:lnTo>
                <a:lnTo>
                  <a:pt x="747655" y="72438"/>
                </a:lnTo>
                <a:lnTo>
                  <a:pt x="728615" y="72723"/>
                </a:lnTo>
                <a:lnTo>
                  <a:pt x="709565" y="72952"/>
                </a:lnTo>
                <a:lnTo>
                  <a:pt x="690515" y="73123"/>
                </a:lnTo>
                <a:lnTo>
                  <a:pt x="671474" y="73228"/>
                </a:lnTo>
                <a:lnTo>
                  <a:pt x="652424" y="73285"/>
                </a:lnTo>
                <a:lnTo>
                  <a:pt x="633374" y="73285"/>
                </a:lnTo>
                <a:lnTo>
                  <a:pt x="614334" y="73228"/>
                </a:lnTo>
                <a:lnTo>
                  <a:pt x="595284" y="73104"/>
                </a:lnTo>
                <a:lnTo>
                  <a:pt x="576234" y="72933"/>
                </a:lnTo>
                <a:lnTo>
                  <a:pt x="557193" y="72704"/>
                </a:lnTo>
                <a:lnTo>
                  <a:pt x="538143" y="72409"/>
                </a:lnTo>
                <a:lnTo>
                  <a:pt x="519103" y="72057"/>
                </a:lnTo>
                <a:lnTo>
                  <a:pt x="500063" y="71647"/>
                </a:lnTo>
                <a:lnTo>
                  <a:pt x="481022" y="71171"/>
                </a:lnTo>
                <a:lnTo>
                  <a:pt x="461982" y="70637"/>
                </a:lnTo>
                <a:lnTo>
                  <a:pt x="442941" y="70028"/>
                </a:lnTo>
                <a:lnTo>
                  <a:pt x="423901" y="69361"/>
                </a:lnTo>
                <a:lnTo>
                  <a:pt x="404870" y="68609"/>
                </a:lnTo>
                <a:lnTo>
                  <a:pt x="385839" y="67789"/>
                </a:lnTo>
                <a:lnTo>
                  <a:pt x="366817" y="66904"/>
                </a:lnTo>
                <a:lnTo>
                  <a:pt x="347796" y="65923"/>
                </a:lnTo>
                <a:lnTo>
                  <a:pt x="328774" y="64865"/>
                </a:lnTo>
                <a:lnTo>
                  <a:pt x="309763" y="63713"/>
                </a:lnTo>
                <a:lnTo>
                  <a:pt x="290760" y="62455"/>
                </a:lnTo>
                <a:lnTo>
                  <a:pt x="271758" y="61103"/>
                </a:lnTo>
                <a:lnTo>
                  <a:pt x="252765" y="59636"/>
                </a:lnTo>
                <a:lnTo>
                  <a:pt x="233791" y="58045"/>
                </a:lnTo>
                <a:lnTo>
                  <a:pt x="214817" y="56312"/>
                </a:lnTo>
                <a:lnTo>
                  <a:pt x="195863" y="54426"/>
                </a:lnTo>
                <a:lnTo>
                  <a:pt x="176927" y="52378"/>
                </a:lnTo>
                <a:lnTo>
                  <a:pt x="158020" y="50130"/>
                </a:lnTo>
                <a:lnTo>
                  <a:pt x="139132" y="47644"/>
                </a:lnTo>
                <a:lnTo>
                  <a:pt x="120282" y="44891"/>
                </a:lnTo>
                <a:lnTo>
                  <a:pt x="101489" y="41815"/>
                </a:lnTo>
                <a:lnTo>
                  <a:pt x="82763" y="38310"/>
                </a:lnTo>
                <a:lnTo>
                  <a:pt x="64151" y="34261"/>
                </a:lnTo>
                <a:lnTo>
                  <a:pt x="45730" y="29423"/>
                </a:lnTo>
                <a:lnTo>
                  <a:pt x="27689" y="23346"/>
                </a:lnTo>
                <a:lnTo>
                  <a:pt x="10678" y="14859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78A8D5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54" name="funnel-step-cap-4">
            <a:extLst xmlns:a="http://schemas.openxmlformats.org/drawingml/2006/main">
              <a:ext uri="{FF2B5EF4-FFF2-40B4-BE49-F238E27FC236}">
                <a16:creationId xmlns:a16="http://schemas.microsoft.com/office/drawing/2014/main" id="{1F1E6748-4026-4CD6-9A62-3962CAFC9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76021" y="5321198"/>
            <a:ext cx="1287218" cy="2084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8A8D5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55" name="funnel-flow-arrow">
            <a:extLst xmlns:a="http://schemas.openxmlformats.org/drawingml/2006/main">
              <a:ext uri="{FF2B5EF4-FFF2-40B4-BE49-F238E27FC236}">
                <a16:creationId xmlns:a16="http://schemas.microsoft.com/office/drawing/2014/main" id="{63F1BF8B-CA19-45DA-BB33-427225B95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52850" y="2466975"/>
            <a:ext cx="1733550" cy="3631168"/>
          </a:xfrm>
          <a:custGeom xmlns:a="http://schemas.openxmlformats.org/drawingml/2006/main">
            <a:pathLst>
              <a:path w="1733550" h="3631168">
                <a:moveTo>
                  <a:pt x="0" y="0"/>
                </a:moveTo>
                <a:lnTo>
                  <a:pt x="0" y="42834"/>
                </a:lnTo>
                <a:lnTo>
                  <a:pt x="9001" y="84582"/>
                </a:lnTo>
                <a:lnTo>
                  <a:pt x="19136" y="126197"/>
                </a:lnTo>
                <a:lnTo>
                  <a:pt x="29270" y="167811"/>
                </a:lnTo>
                <a:lnTo>
                  <a:pt x="39405" y="209426"/>
                </a:lnTo>
                <a:lnTo>
                  <a:pt x="49540" y="251031"/>
                </a:lnTo>
                <a:lnTo>
                  <a:pt x="59684" y="292646"/>
                </a:lnTo>
                <a:lnTo>
                  <a:pt x="69818" y="334261"/>
                </a:lnTo>
                <a:lnTo>
                  <a:pt x="79953" y="375876"/>
                </a:lnTo>
                <a:lnTo>
                  <a:pt x="90087" y="417490"/>
                </a:lnTo>
                <a:lnTo>
                  <a:pt x="100222" y="459105"/>
                </a:lnTo>
                <a:lnTo>
                  <a:pt x="110357" y="500720"/>
                </a:lnTo>
                <a:lnTo>
                  <a:pt x="120491" y="542334"/>
                </a:lnTo>
                <a:lnTo>
                  <a:pt x="130626" y="583949"/>
                </a:lnTo>
                <a:lnTo>
                  <a:pt x="140770" y="625564"/>
                </a:lnTo>
                <a:lnTo>
                  <a:pt x="150905" y="667179"/>
                </a:lnTo>
                <a:lnTo>
                  <a:pt x="160611" y="708879"/>
                </a:lnTo>
                <a:lnTo>
                  <a:pt x="168907" y="750903"/>
                </a:lnTo>
                <a:lnTo>
                  <a:pt x="176974" y="792966"/>
                </a:lnTo>
                <a:lnTo>
                  <a:pt x="184718" y="835085"/>
                </a:lnTo>
                <a:lnTo>
                  <a:pt x="192462" y="877214"/>
                </a:lnTo>
                <a:lnTo>
                  <a:pt x="200196" y="919343"/>
                </a:lnTo>
                <a:lnTo>
                  <a:pt x="207940" y="961463"/>
                </a:lnTo>
                <a:lnTo>
                  <a:pt x="215684" y="1003592"/>
                </a:lnTo>
                <a:lnTo>
                  <a:pt x="223428" y="1045712"/>
                </a:lnTo>
                <a:lnTo>
                  <a:pt x="231162" y="1087841"/>
                </a:lnTo>
                <a:lnTo>
                  <a:pt x="238906" y="1129960"/>
                </a:lnTo>
                <a:lnTo>
                  <a:pt x="246650" y="1172089"/>
                </a:lnTo>
                <a:lnTo>
                  <a:pt x="254394" y="1214218"/>
                </a:lnTo>
                <a:lnTo>
                  <a:pt x="262128" y="1256338"/>
                </a:lnTo>
                <a:lnTo>
                  <a:pt x="269872" y="1298467"/>
                </a:lnTo>
                <a:lnTo>
                  <a:pt x="277616" y="1340587"/>
                </a:lnTo>
                <a:lnTo>
                  <a:pt x="285359" y="1382716"/>
                </a:lnTo>
                <a:lnTo>
                  <a:pt x="293094" y="1424835"/>
                </a:lnTo>
                <a:lnTo>
                  <a:pt x="300447" y="1467031"/>
                </a:lnTo>
                <a:lnTo>
                  <a:pt x="307734" y="1509236"/>
                </a:lnTo>
                <a:lnTo>
                  <a:pt x="314782" y="1551489"/>
                </a:lnTo>
                <a:lnTo>
                  <a:pt x="321831" y="1593733"/>
                </a:lnTo>
                <a:lnTo>
                  <a:pt x="328879" y="1635976"/>
                </a:lnTo>
                <a:lnTo>
                  <a:pt x="335928" y="1678229"/>
                </a:lnTo>
                <a:lnTo>
                  <a:pt x="342976" y="1720472"/>
                </a:lnTo>
                <a:lnTo>
                  <a:pt x="350025" y="1762716"/>
                </a:lnTo>
                <a:lnTo>
                  <a:pt x="357073" y="1804968"/>
                </a:lnTo>
                <a:lnTo>
                  <a:pt x="364112" y="1847212"/>
                </a:lnTo>
                <a:lnTo>
                  <a:pt x="371161" y="1889455"/>
                </a:lnTo>
                <a:lnTo>
                  <a:pt x="378209" y="1931708"/>
                </a:lnTo>
                <a:lnTo>
                  <a:pt x="385258" y="1973951"/>
                </a:lnTo>
                <a:lnTo>
                  <a:pt x="392306" y="2016195"/>
                </a:lnTo>
                <a:lnTo>
                  <a:pt x="399355" y="2058448"/>
                </a:lnTo>
                <a:lnTo>
                  <a:pt x="406403" y="2100691"/>
                </a:lnTo>
                <a:lnTo>
                  <a:pt x="413452" y="2142935"/>
                </a:lnTo>
                <a:lnTo>
                  <a:pt x="420329" y="2185216"/>
                </a:lnTo>
                <a:lnTo>
                  <a:pt x="427149" y="2227497"/>
                </a:lnTo>
                <a:lnTo>
                  <a:pt x="433797" y="2269808"/>
                </a:lnTo>
                <a:lnTo>
                  <a:pt x="440426" y="2312127"/>
                </a:lnTo>
                <a:lnTo>
                  <a:pt x="447056" y="2354437"/>
                </a:lnTo>
                <a:lnTo>
                  <a:pt x="453685" y="2396747"/>
                </a:lnTo>
                <a:lnTo>
                  <a:pt x="460324" y="2439067"/>
                </a:lnTo>
                <a:lnTo>
                  <a:pt x="466954" y="2481377"/>
                </a:lnTo>
                <a:lnTo>
                  <a:pt x="473583" y="2523696"/>
                </a:lnTo>
                <a:lnTo>
                  <a:pt x="480212" y="2566006"/>
                </a:lnTo>
                <a:lnTo>
                  <a:pt x="486842" y="2608316"/>
                </a:lnTo>
                <a:lnTo>
                  <a:pt x="493481" y="2650636"/>
                </a:lnTo>
                <a:lnTo>
                  <a:pt x="500110" y="2692946"/>
                </a:lnTo>
                <a:lnTo>
                  <a:pt x="506740" y="2735266"/>
                </a:lnTo>
                <a:lnTo>
                  <a:pt x="513369" y="2777576"/>
                </a:lnTo>
                <a:lnTo>
                  <a:pt x="520008" y="2819886"/>
                </a:lnTo>
                <a:lnTo>
                  <a:pt x="526637" y="2862205"/>
                </a:lnTo>
                <a:lnTo>
                  <a:pt x="533181" y="2904534"/>
                </a:lnTo>
                <a:lnTo>
                  <a:pt x="539648" y="2946873"/>
                </a:lnTo>
                <a:lnTo>
                  <a:pt x="503663" y="2952750"/>
                </a:lnTo>
                <a:lnTo>
                  <a:pt x="460829" y="2952750"/>
                </a:lnTo>
                <a:lnTo>
                  <a:pt x="418005" y="2952750"/>
                </a:lnTo>
                <a:lnTo>
                  <a:pt x="375171" y="2952750"/>
                </a:lnTo>
                <a:lnTo>
                  <a:pt x="332337" y="2952750"/>
                </a:lnTo>
                <a:lnTo>
                  <a:pt x="289512" y="2952750"/>
                </a:lnTo>
                <a:lnTo>
                  <a:pt x="246678" y="2952750"/>
                </a:lnTo>
                <a:lnTo>
                  <a:pt x="225533" y="2962075"/>
                </a:lnTo>
                <a:lnTo>
                  <a:pt x="254994" y="2993155"/>
                </a:lnTo>
                <a:lnTo>
                  <a:pt x="284464" y="3024245"/>
                </a:lnTo>
                <a:lnTo>
                  <a:pt x="313925" y="3055325"/>
                </a:lnTo>
                <a:lnTo>
                  <a:pt x="343395" y="3086414"/>
                </a:lnTo>
                <a:lnTo>
                  <a:pt x="372856" y="3117494"/>
                </a:lnTo>
                <a:lnTo>
                  <a:pt x="402326" y="3148574"/>
                </a:lnTo>
                <a:lnTo>
                  <a:pt x="431787" y="3179664"/>
                </a:lnTo>
                <a:lnTo>
                  <a:pt x="461258" y="3210744"/>
                </a:lnTo>
                <a:lnTo>
                  <a:pt x="490718" y="3241834"/>
                </a:lnTo>
                <a:lnTo>
                  <a:pt x="520189" y="3272914"/>
                </a:lnTo>
                <a:lnTo>
                  <a:pt x="549650" y="3304003"/>
                </a:lnTo>
                <a:lnTo>
                  <a:pt x="579110" y="3335084"/>
                </a:lnTo>
                <a:lnTo>
                  <a:pt x="608581" y="3366173"/>
                </a:lnTo>
                <a:lnTo>
                  <a:pt x="638042" y="3397253"/>
                </a:lnTo>
                <a:lnTo>
                  <a:pt x="667512" y="3428333"/>
                </a:lnTo>
                <a:lnTo>
                  <a:pt x="696973" y="3459423"/>
                </a:lnTo>
                <a:lnTo>
                  <a:pt x="726443" y="3490503"/>
                </a:lnTo>
                <a:lnTo>
                  <a:pt x="755904" y="3521593"/>
                </a:lnTo>
                <a:lnTo>
                  <a:pt x="785374" y="3552673"/>
                </a:lnTo>
                <a:lnTo>
                  <a:pt x="814835" y="3583762"/>
                </a:lnTo>
                <a:lnTo>
                  <a:pt x="844306" y="3614842"/>
                </a:lnTo>
                <a:lnTo>
                  <a:pt x="873766" y="3631168"/>
                </a:lnTo>
                <a:lnTo>
                  <a:pt x="903237" y="3600088"/>
                </a:lnTo>
                <a:lnTo>
                  <a:pt x="932698" y="3568998"/>
                </a:lnTo>
                <a:lnTo>
                  <a:pt x="962168" y="3537918"/>
                </a:lnTo>
                <a:lnTo>
                  <a:pt x="991629" y="3506838"/>
                </a:lnTo>
                <a:lnTo>
                  <a:pt x="1021099" y="3475749"/>
                </a:lnTo>
                <a:lnTo>
                  <a:pt x="1050560" y="3444669"/>
                </a:lnTo>
                <a:lnTo>
                  <a:pt x="1080030" y="3413579"/>
                </a:lnTo>
                <a:lnTo>
                  <a:pt x="1109491" y="3382499"/>
                </a:lnTo>
                <a:lnTo>
                  <a:pt x="1138961" y="3351409"/>
                </a:lnTo>
                <a:lnTo>
                  <a:pt x="1168422" y="3320329"/>
                </a:lnTo>
                <a:lnTo>
                  <a:pt x="1197893" y="3289240"/>
                </a:lnTo>
                <a:lnTo>
                  <a:pt x="1227353" y="3258160"/>
                </a:lnTo>
                <a:lnTo>
                  <a:pt x="1256814" y="3227080"/>
                </a:lnTo>
                <a:lnTo>
                  <a:pt x="1286285" y="3195990"/>
                </a:lnTo>
                <a:lnTo>
                  <a:pt x="1315745" y="3164910"/>
                </a:lnTo>
                <a:lnTo>
                  <a:pt x="1345216" y="3133820"/>
                </a:lnTo>
                <a:lnTo>
                  <a:pt x="1374677" y="3102740"/>
                </a:lnTo>
                <a:lnTo>
                  <a:pt x="1404147" y="3071651"/>
                </a:lnTo>
                <a:lnTo>
                  <a:pt x="1433608" y="3040571"/>
                </a:lnTo>
                <a:lnTo>
                  <a:pt x="1463078" y="3009481"/>
                </a:lnTo>
                <a:lnTo>
                  <a:pt x="1492539" y="2978401"/>
                </a:lnTo>
                <a:lnTo>
                  <a:pt x="1509370" y="2952750"/>
                </a:lnTo>
                <a:lnTo>
                  <a:pt x="1466536" y="2952750"/>
                </a:lnTo>
                <a:lnTo>
                  <a:pt x="1423711" y="2952750"/>
                </a:lnTo>
                <a:lnTo>
                  <a:pt x="1380877" y="2952750"/>
                </a:lnTo>
                <a:lnTo>
                  <a:pt x="1338043" y="2952750"/>
                </a:lnTo>
                <a:lnTo>
                  <a:pt x="1295219" y="2952750"/>
                </a:lnTo>
                <a:lnTo>
                  <a:pt x="1252385" y="2952750"/>
                </a:lnTo>
                <a:lnTo>
                  <a:pt x="1209561" y="2952750"/>
                </a:lnTo>
                <a:lnTo>
                  <a:pt x="1196978" y="2926775"/>
                </a:lnTo>
                <a:lnTo>
                  <a:pt x="1203436" y="2884427"/>
                </a:lnTo>
                <a:lnTo>
                  <a:pt x="1210066" y="2842117"/>
                </a:lnTo>
                <a:lnTo>
                  <a:pt x="1216695" y="2799798"/>
                </a:lnTo>
                <a:lnTo>
                  <a:pt x="1223324" y="2757488"/>
                </a:lnTo>
                <a:lnTo>
                  <a:pt x="1229954" y="2715177"/>
                </a:lnTo>
                <a:lnTo>
                  <a:pt x="1236593" y="2672858"/>
                </a:lnTo>
                <a:lnTo>
                  <a:pt x="1243222" y="2630548"/>
                </a:lnTo>
                <a:lnTo>
                  <a:pt x="1249851" y="2588228"/>
                </a:lnTo>
                <a:lnTo>
                  <a:pt x="1256481" y="2545918"/>
                </a:lnTo>
                <a:lnTo>
                  <a:pt x="1263120" y="2503608"/>
                </a:lnTo>
                <a:lnTo>
                  <a:pt x="1269749" y="2461289"/>
                </a:lnTo>
                <a:lnTo>
                  <a:pt x="1276379" y="2418979"/>
                </a:lnTo>
                <a:lnTo>
                  <a:pt x="1283008" y="2376659"/>
                </a:lnTo>
                <a:lnTo>
                  <a:pt x="1289637" y="2334349"/>
                </a:lnTo>
                <a:lnTo>
                  <a:pt x="1296276" y="2292039"/>
                </a:lnTo>
                <a:lnTo>
                  <a:pt x="1302906" y="2249719"/>
                </a:lnTo>
                <a:lnTo>
                  <a:pt x="1309640" y="2207428"/>
                </a:lnTo>
                <a:lnTo>
                  <a:pt x="1316460" y="2165137"/>
                </a:lnTo>
                <a:lnTo>
                  <a:pt x="1323451" y="2122884"/>
                </a:lnTo>
                <a:lnTo>
                  <a:pt x="1330500" y="2080641"/>
                </a:lnTo>
                <a:lnTo>
                  <a:pt x="1337539" y="2038388"/>
                </a:lnTo>
                <a:lnTo>
                  <a:pt x="1344587" y="1996145"/>
                </a:lnTo>
                <a:lnTo>
                  <a:pt x="1351636" y="1953901"/>
                </a:lnTo>
                <a:lnTo>
                  <a:pt x="1358684" y="1911648"/>
                </a:lnTo>
                <a:lnTo>
                  <a:pt x="1365733" y="1869405"/>
                </a:lnTo>
                <a:lnTo>
                  <a:pt x="1372781" y="1827162"/>
                </a:lnTo>
                <a:lnTo>
                  <a:pt x="1379830" y="1784909"/>
                </a:lnTo>
                <a:lnTo>
                  <a:pt x="1386878" y="1742665"/>
                </a:lnTo>
                <a:lnTo>
                  <a:pt x="1393917" y="1700413"/>
                </a:lnTo>
                <a:lnTo>
                  <a:pt x="1400966" y="1658169"/>
                </a:lnTo>
                <a:lnTo>
                  <a:pt x="1408014" y="1615926"/>
                </a:lnTo>
                <a:lnTo>
                  <a:pt x="1415063" y="1573673"/>
                </a:lnTo>
                <a:lnTo>
                  <a:pt x="1422111" y="1531430"/>
                </a:lnTo>
                <a:lnTo>
                  <a:pt x="1429255" y="1489196"/>
                </a:lnTo>
                <a:lnTo>
                  <a:pt x="1436580" y="1447000"/>
                </a:lnTo>
                <a:lnTo>
                  <a:pt x="1444133" y="1404842"/>
                </a:lnTo>
                <a:lnTo>
                  <a:pt x="1451867" y="1362713"/>
                </a:lnTo>
                <a:lnTo>
                  <a:pt x="1459611" y="1320594"/>
                </a:lnTo>
                <a:lnTo>
                  <a:pt x="1467355" y="1278465"/>
                </a:lnTo>
                <a:lnTo>
                  <a:pt x="1475099" y="1236345"/>
                </a:lnTo>
                <a:lnTo>
                  <a:pt x="1482833" y="1194216"/>
                </a:lnTo>
                <a:lnTo>
                  <a:pt x="1490577" y="1152087"/>
                </a:lnTo>
                <a:lnTo>
                  <a:pt x="1498321" y="1109967"/>
                </a:lnTo>
                <a:lnTo>
                  <a:pt x="1506055" y="1067838"/>
                </a:lnTo>
                <a:lnTo>
                  <a:pt x="1513799" y="1025719"/>
                </a:lnTo>
                <a:lnTo>
                  <a:pt x="1521543" y="983590"/>
                </a:lnTo>
                <a:lnTo>
                  <a:pt x="1529286" y="941470"/>
                </a:lnTo>
                <a:lnTo>
                  <a:pt x="1537021" y="899341"/>
                </a:lnTo>
                <a:lnTo>
                  <a:pt x="1544765" y="857212"/>
                </a:lnTo>
                <a:lnTo>
                  <a:pt x="1552508" y="815092"/>
                </a:lnTo>
                <a:lnTo>
                  <a:pt x="1560281" y="772973"/>
                </a:lnTo>
                <a:lnTo>
                  <a:pt x="1568577" y="730949"/>
                </a:lnTo>
                <a:lnTo>
                  <a:pt x="1577321" y="689029"/>
                </a:lnTo>
                <a:lnTo>
                  <a:pt x="1587456" y="647424"/>
                </a:lnTo>
                <a:lnTo>
                  <a:pt x="1597600" y="605809"/>
                </a:lnTo>
                <a:lnTo>
                  <a:pt x="1607734" y="564194"/>
                </a:lnTo>
                <a:lnTo>
                  <a:pt x="1617869" y="522580"/>
                </a:lnTo>
                <a:lnTo>
                  <a:pt x="1628003" y="480965"/>
                </a:lnTo>
                <a:lnTo>
                  <a:pt x="1638138" y="439350"/>
                </a:lnTo>
                <a:lnTo>
                  <a:pt x="1648273" y="397735"/>
                </a:lnTo>
                <a:lnTo>
                  <a:pt x="1658407" y="356121"/>
                </a:lnTo>
                <a:lnTo>
                  <a:pt x="1668542" y="314506"/>
                </a:lnTo>
                <a:lnTo>
                  <a:pt x="1678686" y="272891"/>
                </a:lnTo>
                <a:lnTo>
                  <a:pt x="1688821" y="231277"/>
                </a:lnTo>
                <a:lnTo>
                  <a:pt x="1698955" y="189671"/>
                </a:lnTo>
                <a:lnTo>
                  <a:pt x="1709090" y="148057"/>
                </a:lnTo>
                <a:lnTo>
                  <a:pt x="1719224" y="106442"/>
                </a:lnTo>
                <a:lnTo>
                  <a:pt x="1729359" y="64827"/>
                </a:lnTo>
                <a:lnTo>
                  <a:pt x="1733550" y="22498"/>
                </a:lnTo>
                <a:lnTo>
                  <a:pt x="1713214" y="0"/>
                </a:lnTo>
                <a:lnTo>
                  <a:pt x="1670390" y="0"/>
                </a:lnTo>
                <a:lnTo>
                  <a:pt x="1627556" y="0"/>
                </a:lnTo>
                <a:lnTo>
                  <a:pt x="1584722" y="0"/>
                </a:lnTo>
                <a:lnTo>
                  <a:pt x="1541897" y="0"/>
                </a:lnTo>
                <a:lnTo>
                  <a:pt x="1499064" y="0"/>
                </a:lnTo>
                <a:lnTo>
                  <a:pt x="1456230" y="0"/>
                </a:lnTo>
                <a:lnTo>
                  <a:pt x="1413405" y="0"/>
                </a:lnTo>
                <a:lnTo>
                  <a:pt x="1370571" y="0"/>
                </a:lnTo>
                <a:lnTo>
                  <a:pt x="1327747" y="0"/>
                </a:lnTo>
                <a:lnTo>
                  <a:pt x="1284913" y="0"/>
                </a:lnTo>
                <a:lnTo>
                  <a:pt x="1242079" y="0"/>
                </a:lnTo>
                <a:lnTo>
                  <a:pt x="1199255" y="0"/>
                </a:lnTo>
                <a:lnTo>
                  <a:pt x="1156421" y="0"/>
                </a:lnTo>
                <a:lnTo>
                  <a:pt x="1113587" y="0"/>
                </a:lnTo>
                <a:lnTo>
                  <a:pt x="1070762" y="0"/>
                </a:lnTo>
                <a:lnTo>
                  <a:pt x="1027928" y="0"/>
                </a:lnTo>
                <a:lnTo>
                  <a:pt x="985104" y="0"/>
                </a:lnTo>
                <a:lnTo>
                  <a:pt x="942270" y="0"/>
                </a:lnTo>
                <a:lnTo>
                  <a:pt x="899436" y="0"/>
                </a:lnTo>
                <a:lnTo>
                  <a:pt x="856612" y="0"/>
                </a:lnTo>
                <a:lnTo>
                  <a:pt x="813778" y="0"/>
                </a:lnTo>
                <a:lnTo>
                  <a:pt x="770944" y="0"/>
                </a:lnTo>
                <a:lnTo>
                  <a:pt x="728120" y="0"/>
                </a:lnTo>
                <a:lnTo>
                  <a:pt x="685286" y="0"/>
                </a:lnTo>
                <a:lnTo>
                  <a:pt x="642452" y="0"/>
                </a:lnTo>
                <a:lnTo>
                  <a:pt x="599627" y="0"/>
                </a:lnTo>
                <a:lnTo>
                  <a:pt x="556793" y="0"/>
                </a:lnTo>
                <a:lnTo>
                  <a:pt x="513969" y="0"/>
                </a:lnTo>
                <a:lnTo>
                  <a:pt x="471135" y="0"/>
                </a:lnTo>
                <a:lnTo>
                  <a:pt x="428301" y="0"/>
                </a:lnTo>
                <a:lnTo>
                  <a:pt x="385477" y="0"/>
                </a:lnTo>
                <a:lnTo>
                  <a:pt x="342643" y="0"/>
                </a:lnTo>
                <a:lnTo>
                  <a:pt x="299809" y="0"/>
                </a:lnTo>
                <a:lnTo>
                  <a:pt x="256985" y="0"/>
                </a:lnTo>
                <a:lnTo>
                  <a:pt x="214151" y="0"/>
                </a:lnTo>
                <a:lnTo>
                  <a:pt x="171326" y="0"/>
                </a:lnTo>
                <a:lnTo>
                  <a:pt x="128492" y="0"/>
                </a:lnTo>
                <a:lnTo>
                  <a:pt x="85658" y="0"/>
                </a:lnTo>
                <a:lnTo>
                  <a:pt x="42834" y="0"/>
                </a:lnTo>
                <a:lnTo>
                  <a:pt x="0" y="0"/>
                </a:lnTo>
                <a:close/>
              </a:path>
            </a:pathLst>
          </a:custGeom>
          <a:gradFill xmlns:a="http://schemas.openxmlformats.org/drawingml/2006/main">
            <a:gsLst>
              <a:gs pos="0">
                <a:srgbClr val="000000"/>
              </a:gs>
              <a:gs pos="42">
                <a:srgbClr val="B8D8F2">
                  <a:alpha val="16000"/>
                </a:srgbClr>
              </a:gs>
              <a:gs pos="76">
                <a:srgbClr val="8FC4EE">
                  <a:alpha val="32000"/>
                </a:srgbClr>
              </a:gs>
              <a:gs pos="100">
                <a:srgbClr val="72B3E8">
                  <a:alpha val="52000"/>
                </a:srgbClr>
              </a:gs>
            </a:gsLst>
            <a:lin ang="10800000"/>
          </a:gradFill>
          <a:ln xmlns:a="http://schemas.openxmlformats.org/drawingml/2006/main" w="9525">
            <a:noFill/>
            <a:prstDash val="solid"/>
          </a:ln>
        </p:spPr>
      </p:sp>
      <p:sp>
        <p:nvSpPr>
          <p:cNvPr id="56" name="phase-label-0">
            <a:extLst xmlns:a="http://schemas.openxmlformats.org/drawingml/2006/main">
              <a:ext uri="{FF2B5EF4-FFF2-40B4-BE49-F238E27FC236}">
                <a16:creationId xmlns:a16="http://schemas.microsoft.com/office/drawing/2014/main" id="{3766B439-7579-4606-BAE0-9BD784744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1638300"/>
            <a:ext cx="228600" cy="15658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阶段一</a:t>
            </a:r>
          </a:p>
        </p:txBody>
      </p:sp>
      <p:sp>
        <p:nvSpPr>
          <p:cNvPr id="57" name="phase-label-1">
            <a:extLst xmlns:a="http://schemas.openxmlformats.org/drawingml/2006/main">
              <a:ext uri="{FF2B5EF4-FFF2-40B4-BE49-F238E27FC236}">
                <a16:creationId xmlns:a16="http://schemas.microsoft.com/office/drawing/2014/main" id="{15B37F85-6FC2-4C9E-ACF6-6D4E12F3D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3204124"/>
            <a:ext cx="228600" cy="14553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阶段二</a:t>
            </a:r>
          </a:p>
        </p:txBody>
      </p:sp>
      <p:sp>
        <p:nvSpPr>
          <p:cNvPr id="58" name="phase-label-2">
            <a:extLst xmlns:a="http://schemas.openxmlformats.org/drawingml/2006/main">
              <a:ext uri="{FF2B5EF4-FFF2-40B4-BE49-F238E27FC236}">
                <a16:creationId xmlns:a16="http://schemas.microsoft.com/office/drawing/2014/main" id="{7B6E644D-980F-4564-8B71-25C33BF52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4659516"/>
            <a:ext cx="228600" cy="155064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阶段三</a:t>
            </a:r>
          </a:p>
        </p:txBody>
      </p:sp>
      <p:sp>
        <p:nvSpPr>
          <p:cNvPr id="59" name="funnel-step-title-0">
            <a:extLst xmlns:a="http://schemas.openxmlformats.org/drawingml/2006/main">
              <a:ext uri="{FF2B5EF4-FFF2-40B4-BE49-F238E27FC236}">
                <a16:creationId xmlns:a16="http://schemas.microsoft.com/office/drawing/2014/main" id="{B8686D89-6917-45EE-B5B7-98851B71F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357343" y="2702128"/>
            <a:ext cx="2524573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3600"/>
              </a:lnSpc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广泛触达</a:t>
            </a:r>
          </a:p>
        </p:txBody>
      </p:sp>
      <p:sp>
        <p:nvSpPr>
          <p:cNvPr id="60" name="funnel-step-title-1">
            <a:extLst xmlns:a="http://schemas.openxmlformats.org/drawingml/2006/main">
              <a:ext uri="{FF2B5EF4-FFF2-40B4-BE49-F238E27FC236}">
                <a16:creationId xmlns:a16="http://schemas.microsoft.com/office/drawing/2014/main" id="{67CCDAA6-9249-48B0-A708-AB42C8108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608632" y="3429895"/>
            <a:ext cx="2021977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3600"/>
              </a:lnSpc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兴趣识别</a:t>
            </a:r>
          </a:p>
        </p:txBody>
      </p:sp>
      <p:sp>
        <p:nvSpPr>
          <p:cNvPr id="61" name="funnel-step-title-2">
            <a:extLst xmlns:a="http://schemas.openxmlformats.org/drawingml/2006/main">
              <a:ext uri="{FF2B5EF4-FFF2-40B4-BE49-F238E27FC236}">
                <a16:creationId xmlns:a16="http://schemas.microsoft.com/office/drawing/2014/main" id="{987B4802-E6A1-4603-ABA0-13F126BF9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837232" y="4157663"/>
            <a:ext cx="1564777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3600"/>
              </a:lnSpc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意向培育</a:t>
            </a:r>
          </a:p>
        </p:txBody>
      </p:sp>
      <p:sp>
        <p:nvSpPr>
          <p:cNvPr id="62" name="funnel-step-title-3">
            <a:extLst xmlns:a="http://schemas.openxmlformats.org/drawingml/2006/main">
              <a:ext uri="{FF2B5EF4-FFF2-40B4-BE49-F238E27FC236}">
                <a16:creationId xmlns:a16="http://schemas.microsoft.com/office/drawing/2014/main" id="{C3618EF7-D98F-4DED-BD56-2239B4978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52221" y="4885287"/>
            <a:ext cx="1134818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3600"/>
              </a:lnSpc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行动转化</a:t>
            </a:r>
          </a:p>
        </p:txBody>
      </p:sp>
      <p:sp>
        <p:nvSpPr>
          <p:cNvPr id="63" name="funnel-step-title-4">
            <a:extLst xmlns:a="http://schemas.openxmlformats.org/drawingml/2006/main">
              <a:ext uri="{FF2B5EF4-FFF2-40B4-BE49-F238E27FC236}">
                <a16:creationId xmlns:a16="http://schemas.microsoft.com/office/drawing/2014/main" id="{471766E0-FF0F-40EB-8F69-0B4670C9A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200525" y="5613054"/>
            <a:ext cx="8382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持续留存</a:t>
            </a:r>
          </a:p>
        </p:txBody>
      </p:sp>
      <p:sp>
        <p:nvSpPr>
          <p:cNvPr id="64" name="input-core-0">
            <a:extLst xmlns:a="http://schemas.openxmlformats.org/drawingml/2006/main">
              <a:ext uri="{FF2B5EF4-FFF2-40B4-BE49-F238E27FC236}">
                <a16:creationId xmlns:a16="http://schemas.microsoft.com/office/drawing/2014/main" id="{B58ED479-E247-4723-B157-143A4ED9E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057525" y="194310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23"/>
          <a:fontRef xmlns:a="http://schemas.openxmlformats.org/drawingml/2006/main" idx="major"/>
        </p:style>
      </p:sp>
      <p:pic>
        <p:nvPicPr>
          <p:cNvPr id="13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776f8a475264560">
            <a:extLst>
              <a:ext uri="{96DAC541-7B7A-43D3-8B79-37D633B846F1}">
                <asvg:svgBlip xmlns:asvg="http://schemas.microsoft.com/office/drawing/2016/SVG/main" r:embed="R4bac3830d297420e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3152775" y="2038350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66" name="input-core-1">
            <a:extLst xmlns:a="http://schemas.openxmlformats.org/drawingml/2006/main">
              <a:ext uri="{FF2B5EF4-FFF2-40B4-BE49-F238E27FC236}">
                <a16:creationId xmlns:a16="http://schemas.microsoft.com/office/drawing/2014/main" id="{B581A3C1-F2DE-4ECB-BB33-64FBE3BBC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52850" y="1743075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23"/>
          <a:fontRef xmlns:a="http://schemas.openxmlformats.org/drawingml/2006/main" idx="major"/>
        </p:style>
      </p:sp>
      <p:pic>
        <p:nvPicPr>
          <p:cNvPr id="14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7c905ec3b174947">
            <a:extLst>
              <a:ext uri="{96DAC541-7B7A-43D3-8B79-37D633B846F1}">
                <asvg:svgBlip xmlns:asvg="http://schemas.microsoft.com/office/drawing/2016/SVG/main" r:embed="R45b8c11e9dfd41bd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3848100" y="1838325"/>
            <a:ext cx="209550" cy="209550"/>
          </a:xfrm>
          <a:prstGeom xmlns:a="http://schemas.openxmlformats.org/drawingml/2006/main" prst="rect">
            <a:avLst/>
          </a:prstGeom>
        </p:spPr>
      </p:pic>
      <p:sp>
        <p:nvSpPr>
          <p:cNvPr id="68" name="input-core-2">
            <a:extLst xmlns:a="http://schemas.openxmlformats.org/drawingml/2006/main">
              <a:ext uri="{FF2B5EF4-FFF2-40B4-BE49-F238E27FC236}">
                <a16:creationId xmlns:a16="http://schemas.microsoft.com/office/drawing/2014/main" id="{0B147AC0-41AB-4AD2-84A7-60D4CD1E4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391025" y="162877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23"/>
          <a:fontRef xmlns:a="http://schemas.openxmlformats.org/drawingml/2006/main" idx="major"/>
        </p:style>
      </p:sp>
      <p:pic>
        <p:nvPicPr>
          <p:cNvPr id="14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470cd7b3ffc4294">
            <a:extLst>
              <a:ext uri="{96DAC541-7B7A-43D3-8B79-37D633B846F1}">
                <asvg:svgBlip xmlns:asvg="http://schemas.microsoft.com/office/drawing/2016/SVG/main" r:embed="R07bf41cfb61d4698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4486275" y="1724025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70" name="input-core-3">
            <a:extLst xmlns:a="http://schemas.openxmlformats.org/drawingml/2006/main">
              <a:ext uri="{FF2B5EF4-FFF2-40B4-BE49-F238E27FC236}">
                <a16:creationId xmlns:a16="http://schemas.microsoft.com/office/drawing/2014/main" id="{C33D7311-9EAE-427B-8B43-DC30E9C8E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086350" y="1781175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23"/>
          <a:fontRef xmlns:a="http://schemas.openxmlformats.org/drawingml/2006/main" idx="major"/>
        </p:style>
      </p:sp>
      <p:pic>
        <p:nvPicPr>
          <p:cNvPr id="14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e55878a6396431f">
            <a:extLst>
              <a:ext uri="{96DAC541-7B7A-43D3-8B79-37D633B846F1}">
                <asvg:svgBlip xmlns:asvg="http://schemas.microsoft.com/office/drawing/2016/SVG/main" r:embed="R898716609b40419e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5181600" y="1876425"/>
            <a:ext cx="209550" cy="209550"/>
          </a:xfrm>
          <a:prstGeom xmlns:a="http://schemas.openxmlformats.org/drawingml/2006/main" prst="rect">
            <a:avLst/>
          </a:prstGeom>
        </p:spPr>
      </p:pic>
      <p:sp>
        <p:nvSpPr>
          <p:cNvPr id="72" name="input-core-4">
            <a:extLst xmlns:a="http://schemas.openxmlformats.org/drawingml/2006/main">
              <a:ext uri="{FF2B5EF4-FFF2-40B4-BE49-F238E27FC236}">
                <a16:creationId xmlns:a16="http://schemas.microsoft.com/office/drawing/2014/main" id="{F7379FED-E115-4968-ABE9-36785F10F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724525" y="191452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23"/>
          <a:fontRef xmlns:a="http://schemas.openxmlformats.org/drawingml/2006/main" idx="major"/>
        </p:style>
      </p:sp>
      <p:pic>
        <p:nvPicPr>
          <p:cNvPr id="14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23990903c6c4a10">
            <a:extLst>
              <a:ext uri="{96DAC541-7B7A-43D3-8B79-37D633B846F1}">
                <asvg:svgBlip xmlns:asvg="http://schemas.microsoft.com/office/drawing/2016/SVG/main" r:embed="R3417bdb31df44c87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5819775" y="2009775"/>
            <a:ext cx="266700" cy="2667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0844151"/>
      </p:ext>
    </p:extLst>
  </p:cSld>
</p:sld>
</file>

<file path=ppt/slides/slide4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6" name="phase-band-0">
            <a:extLst xmlns:a="http://schemas.openxmlformats.org/drawingml/2006/main">
              <a:ext uri="{FF2B5EF4-FFF2-40B4-BE49-F238E27FC236}">
                <a16:creationId xmlns:a16="http://schemas.microsoft.com/office/drawing/2014/main" id="{D1D0334D-78D8-46BB-99B7-DB0127367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1638300"/>
            <a:ext cx="11144250" cy="156582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phase-band-1">
            <a:extLst xmlns:a="http://schemas.openxmlformats.org/drawingml/2006/main">
              <a:ext uri="{FF2B5EF4-FFF2-40B4-BE49-F238E27FC236}">
                <a16:creationId xmlns:a16="http://schemas.microsoft.com/office/drawing/2014/main" id="{F8201BB5-6C62-4083-8B3B-F313CBCFF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3204124"/>
            <a:ext cx="11144250" cy="145539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38100">
            <a:solidFill>
              <a:srgbClr val="FFFFFF"/>
            </a:solidFill>
            <a:prstDash val="solid"/>
          </a:ln>
        </p:spPr>
      </p:sp>
      <p:sp>
        <p:nvSpPr>
          <p:cNvPr id="3" name="phase-band-2">
            <a:extLst xmlns:a="http://schemas.openxmlformats.org/drawingml/2006/main">
              <a:ext uri="{FF2B5EF4-FFF2-40B4-BE49-F238E27FC236}">
                <a16:creationId xmlns:a16="http://schemas.microsoft.com/office/drawing/2014/main" id="{D5C0BD37-F619-47A5-A229-4DC92D4A2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4659516"/>
            <a:ext cx="11144250" cy="155064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38100">
            <a:solidFill>
              <a:srgbClr val="FFFFFF"/>
            </a:solidFill>
            <a:prstDash val="solid"/>
          </a:ln>
        </p:spPr>
      </p:sp>
      <p:sp>
        <p:nvSpPr>
          <p:cNvPr id="4" name="phase-rail-0">
            <a:extLst xmlns:a="http://schemas.openxmlformats.org/drawingml/2006/main">
              <a:ext uri="{FF2B5EF4-FFF2-40B4-BE49-F238E27FC236}">
                <a16:creationId xmlns:a16="http://schemas.microsoft.com/office/drawing/2014/main" id="{0B10723D-AF59-457C-8BF5-F96C4A547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1638300"/>
            <a:ext cx="514350" cy="1561643"/>
          </a:xfrm>
          <a:custGeom xmlns:a="http://schemas.openxmlformats.org/drawingml/2006/main">
            <a:pathLst>
              <a:path w="514350" h="1561643">
                <a:moveTo>
                  <a:pt x="0" y="0"/>
                </a:moveTo>
                <a:lnTo>
                  <a:pt x="18983" y="0"/>
                </a:lnTo>
                <a:lnTo>
                  <a:pt x="37967" y="0"/>
                </a:lnTo>
                <a:lnTo>
                  <a:pt x="56950" y="0"/>
                </a:lnTo>
                <a:lnTo>
                  <a:pt x="75943" y="0"/>
                </a:lnTo>
                <a:lnTo>
                  <a:pt x="94926" y="0"/>
                </a:lnTo>
                <a:lnTo>
                  <a:pt x="113909" y="0"/>
                </a:lnTo>
                <a:lnTo>
                  <a:pt x="132893" y="0"/>
                </a:lnTo>
                <a:lnTo>
                  <a:pt x="151876" y="0"/>
                </a:lnTo>
                <a:lnTo>
                  <a:pt x="170859" y="0"/>
                </a:lnTo>
                <a:lnTo>
                  <a:pt x="189843" y="0"/>
                </a:lnTo>
                <a:lnTo>
                  <a:pt x="208836" y="0"/>
                </a:lnTo>
                <a:lnTo>
                  <a:pt x="227819" y="0"/>
                </a:lnTo>
                <a:lnTo>
                  <a:pt x="246802" y="0"/>
                </a:lnTo>
                <a:lnTo>
                  <a:pt x="265786" y="0"/>
                </a:lnTo>
                <a:lnTo>
                  <a:pt x="284769" y="0"/>
                </a:lnTo>
                <a:lnTo>
                  <a:pt x="303752" y="0"/>
                </a:lnTo>
                <a:lnTo>
                  <a:pt x="322736" y="0"/>
                </a:lnTo>
                <a:lnTo>
                  <a:pt x="341728" y="0"/>
                </a:lnTo>
                <a:lnTo>
                  <a:pt x="360712" y="0"/>
                </a:lnTo>
                <a:lnTo>
                  <a:pt x="379695" y="0"/>
                </a:lnTo>
                <a:lnTo>
                  <a:pt x="398678" y="0"/>
                </a:lnTo>
                <a:lnTo>
                  <a:pt x="417662" y="0"/>
                </a:lnTo>
                <a:lnTo>
                  <a:pt x="436645" y="0"/>
                </a:lnTo>
                <a:lnTo>
                  <a:pt x="455628" y="0"/>
                </a:lnTo>
                <a:lnTo>
                  <a:pt x="474621" y="0"/>
                </a:lnTo>
                <a:lnTo>
                  <a:pt x="493605" y="0"/>
                </a:lnTo>
                <a:lnTo>
                  <a:pt x="512588" y="0"/>
                </a:lnTo>
                <a:lnTo>
                  <a:pt x="514350" y="17221"/>
                </a:lnTo>
                <a:lnTo>
                  <a:pt x="514350" y="36205"/>
                </a:lnTo>
                <a:lnTo>
                  <a:pt x="514350" y="55188"/>
                </a:lnTo>
                <a:lnTo>
                  <a:pt x="514350" y="74171"/>
                </a:lnTo>
                <a:lnTo>
                  <a:pt x="514350" y="93155"/>
                </a:lnTo>
                <a:lnTo>
                  <a:pt x="514350" y="112138"/>
                </a:lnTo>
                <a:lnTo>
                  <a:pt x="514350" y="131121"/>
                </a:lnTo>
                <a:lnTo>
                  <a:pt x="514350" y="150104"/>
                </a:lnTo>
                <a:lnTo>
                  <a:pt x="514350" y="169088"/>
                </a:lnTo>
                <a:lnTo>
                  <a:pt x="514350" y="188071"/>
                </a:lnTo>
                <a:lnTo>
                  <a:pt x="514350" y="207054"/>
                </a:lnTo>
                <a:lnTo>
                  <a:pt x="514350" y="226038"/>
                </a:lnTo>
                <a:lnTo>
                  <a:pt x="514350" y="245021"/>
                </a:lnTo>
                <a:lnTo>
                  <a:pt x="514350" y="264004"/>
                </a:lnTo>
                <a:lnTo>
                  <a:pt x="514350" y="282988"/>
                </a:lnTo>
                <a:lnTo>
                  <a:pt x="514350" y="301971"/>
                </a:lnTo>
                <a:lnTo>
                  <a:pt x="514350" y="320954"/>
                </a:lnTo>
                <a:lnTo>
                  <a:pt x="514350" y="339938"/>
                </a:lnTo>
                <a:lnTo>
                  <a:pt x="514350" y="358921"/>
                </a:lnTo>
                <a:lnTo>
                  <a:pt x="514350" y="377904"/>
                </a:lnTo>
                <a:lnTo>
                  <a:pt x="514350" y="396888"/>
                </a:lnTo>
                <a:lnTo>
                  <a:pt x="514350" y="415881"/>
                </a:lnTo>
                <a:lnTo>
                  <a:pt x="514350" y="434864"/>
                </a:lnTo>
                <a:lnTo>
                  <a:pt x="514350" y="453847"/>
                </a:lnTo>
                <a:lnTo>
                  <a:pt x="514350" y="472831"/>
                </a:lnTo>
                <a:lnTo>
                  <a:pt x="514350" y="491814"/>
                </a:lnTo>
                <a:lnTo>
                  <a:pt x="514350" y="510797"/>
                </a:lnTo>
                <a:lnTo>
                  <a:pt x="514350" y="529781"/>
                </a:lnTo>
                <a:lnTo>
                  <a:pt x="514350" y="548764"/>
                </a:lnTo>
                <a:lnTo>
                  <a:pt x="514350" y="567747"/>
                </a:lnTo>
                <a:lnTo>
                  <a:pt x="514350" y="586730"/>
                </a:lnTo>
                <a:lnTo>
                  <a:pt x="514350" y="605714"/>
                </a:lnTo>
                <a:lnTo>
                  <a:pt x="514350" y="624697"/>
                </a:lnTo>
                <a:lnTo>
                  <a:pt x="514350" y="643680"/>
                </a:lnTo>
                <a:lnTo>
                  <a:pt x="514350" y="662664"/>
                </a:lnTo>
                <a:lnTo>
                  <a:pt x="514350" y="681647"/>
                </a:lnTo>
                <a:lnTo>
                  <a:pt x="514350" y="700630"/>
                </a:lnTo>
                <a:lnTo>
                  <a:pt x="514350" y="719614"/>
                </a:lnTo>
                <a:lnTo>
                  <a:pt x="514350" y="738597"/>
                </a:lnTo>
                <a:lnTo>
                  <a:pt x="514350" y="757580"/>
                </a:lnTo>
                <a:lnTo>
                  <a:pt x="514350" y="776564"/>
                </a:lnTo>
                <a:lnTo>
                  <a:pt x="514350" y="795547"/>
                </a:lnTo>
                <a:lnTo>
                  <a:pt x="514350" y="814530"/>
                </a:lnTo>
                <a:lnTo>
                  <a:pt x="514350" y="833514"/>
                </a:lnTo>
                <a:lnTo>
                  <a:pt x="514350" y="852497"/>
                </a:lnTo>
                <a:lnTo>
                  <a:pt x="514350" y="871480"/>
                </a:lnTo>
                <a:lnTo>
                  <a:pt x="514350" y="890464"/>
                </a:lnTo>
                <a:lnTo>
                  <a:pt x="514350" y="909447"/>
                </a:lnTo>
                <a:lnTo>
                  <a:pt x="514350" y="928430"/>
                </a:lnTo>
                <a:lnTo>
                  <a:pt x="514350" y="947414"/>
                </a:lnTo>
                <a:lnTo>
                  <a:pt x="514350" y="966397"/>
                </a:lnTo>
                <a:lnTo>
                  <a:pt x="514350" y="985380"/>
                </a:lnTo>
                <a:lnTo>
                  <a:pt x="514350" y="1004364"/>
                </a:lnTo>
                <a:lnTo>
                  <a:pt x="514350" y="1023347"/>
                </a:lnTo>
                <a:lnTo>
                  <a:pt x="514350" y="1042330"/>
                </a:lnTo>
                <a:lnTo>
                  <a:pt x="514350" y="1061323"/>
                </a:lnTo>
                <a:lnTo>
                  <a:pt x="514350" y="1080306"/>
                </a:lnTo>
                <a:lnTo>
                  <a:pt x="514350" y="1099290"/>
                </a:lnTo>
                <a:lnTo>
                  <a:pt x="514350" y="1118273"/>
                </a:lnTo>
                <a:lnTo>
                  <a:pt x="514350" y="1137256"/>
                </a:lnTo>
                <a:lnTo>
                  <a:pt x="514350" y="1156240"/>
                </a:lnTo>
                <a:lnTo>
                  <a:pt x="514350" y="1175223"/>
                </a:lnTo>
                <a:lnTo>
                  <a:pt x="514350" y="1194206"/>
                </a:lnTo>
                <a:lnTo>
                  <a:pt x="514350" y="1213190"/>
                </a:lnTo>
                <a:lnTo>
                  <a:pt x="514350" y="1232173"/>
                </a:lnTo>
                <a:lnTo>
                  <a:pt x="514350" y="1251156"/>
                </a:lnTo>
                <a:lnTo>
                  <a:pt x="514350" y="1270140"/>
                </a:lnTo>
                <a:lnTo>
                  <a:pt x="514350" y="1289123"/>
                </a:lnTo>
                <a:lnTo>
                  <a:pt x="514350" y="1308106"/>
                </a:lnTo>
                <a:lnTo>
                  <a:pt x="514350" y="1327090"/>
                </a:lnTo>
                <a:lnTo>
                  <a:pt x="514350" y="1346073"/>
                </a:lnTo>
                <a:lnTo>
                  <a:pt x="514350" y="1365056"/>
                </a:lnTo>
                <a:lnTo>
                  <a:pt x="514350" y="1384040"/>
                </a:lnTo>
                <a:lnTo>
                  <a:pt x="514350" y="1403023"/>
                </a:lnTo>
                <a:lnTo>
                  <a:pt x="514350" y="1422006"/>
                </a:lnTo>
                <a:lnTo>
                  <a:pt x="498586" y="1431712"/>
                </a:lnTo>
                <a:lnTo>
                  <a:pt x="481984" y="1440932"/>
                </a:lnTo>
                <a:lnTo>
                  <a:pt x="465392" y="1450153"/>
                </a:lnTo>
                <a:lnTo>
                  <a:pt x="448799" y="1459373"/>
                </a:lnTo>
                <a:lnTo>
                  <a:pt x="432197" y="1468593"/>
                </a:lnTo>
                <a:lnTo>
                  <a:pt x="415604" y="1477813"/>
                </a:lnTo>
                <a:lnTo>
                  <a:pt x="399012" y="1487033"/>
                </a:lnTo>
                <a:lnTo>
                  <a:pt x="382410" y="1496244"/>
                </a:lnTo>
                <a:lnTo>
                  <a:pt x="365817" y="1505464"/>
                </a:lnTo>
                <a:lnTo>
                  <a:pt x="349225" y="1514685"/>
                </a:lnTo>
                <a:lnTo>
                  <a:pt x="332623" y="1523905"/>
                </a:lnTo>
                <a:lnTo>
                  <a:pt x="316030" y="1533125"/>
                </a:lnTo>
                <a:lnTo>
                  <a:pt x="299437" y="1542345"/>
                </a:lnTo>
                <a:lnTo>
                  <a:pt x="282835" y="1551565"/>
                </a:lnTo>
                <a:lnTo>
                  <a:pt x="266243" y="1560786"/>
                </a:lnTo>
                <a:lnTo>
                  <a:pt x="249650" y="1561643"/>
                </a:lnTo>
                <a:lnTo>
                  <a:pt x="233048" y="1552423"/>
                </a:lnTo>
                <a:lnTo>
                  <a:pt x="216456" y="1543202"/>
                </a:lnTo>
                <a:lnTo>
                  <a:pt x="199863" y="1533982"/>
                </a:lnTo>
                <a:lnTo>
                  <a:pt x="183261" y="1524762"/>
                </a:lnTo>
                <a:lnTo>
                  <a:pt x="166668" y="1515542"/>
                </a:lnTo>
                <a:lnTo>
                  <a:pt x="150076" y="1506322"/>
                </a:lnTo>
                <a:lnTo>
                  <a:pt x="133483" y="1497101"/>
                </a:lnTo>
                <a:lnTo>
                  <a:pt x="116881" y="1487881"/>
                </a:lnTo>
                <a:lnTo>
                  <a:pt x="100289" y="1478671"/>
                </a:lnTo>
                <a:lnTo>
                  <a:pt x="83696" y="1469450"/>
                </a:lnTo>
                <a:lnTo>
                  <a:pt x="67094" y="1460230"/>
                </a:lnTo>
                <a:lnTo>
                  <a:pt x="50502" y="1451010"/>
                </a:lnTo>
                <a:lnTo>
                  <a:pt x="33909" y="1441790"/>
                </a:lnTo>
                <a:lnTo>
                  <a:pt x="17307" y="1432570"/>
                </a:lnTo>
                <a:lnTo>
                  <a:pt x="714" y="1423349"/>
                </a:lnTo>
                <a:lnTo>
                  <a:pt x="0" y="1404785"/>
                </a:lnTo>
                <a:lnTo>
                  <a:pt x="0" y="1385802"/>
                </a:lnTo>
                <a:lnTo>
                  <a:pt x="0" y="1366818"/>
                </a:lnTo>
                <a:lnTo>
                  <a:pt x="0" y="1347835"/>
                </a:lnTo>
                <a:lnTo>
                  <a:pt x="0" y="1328852"/>
                </a:lnTo>
                <a:lnTo>
                  <a:pt x="0" y="1309868"/>
                </a:lnTo>
                <a:lnTo>
                  <a:pt x="0" y="1290885"/>
                </a:lnTo>
                <a:lnTo>
                  <a:pt x="0" y="1271902"/>
                </a:lnTo>
                <a:lnTo>
                  <a:pt x="0" y="1252919"/>
                </a:lnTo>
                <a:lnTo>
                  <a:pt x="0" y="1233935"/>
                </a:lnTo>
                <a:lnTo>
                  <a:pt x="0" y="1214952"/>
                </a:lnTo>
                <a:lnTo>
                  <a:pt x="0" y="1195969"/>
                </a:lnTo>
                <a:lnTo>
                  <a:pt x="0" y="1176985"/>
                </a:lnTo>
                <a:lnTo>
                  <a:pt x="0" y="1158002"/>
                </a:lnTo>
                <a:lnTo>
                  <a:pt x="0" y="1139019"/>
                </a:lnTo>
                <a:lnTo>
                  <a:pt x="0" y="1120035"/>
                </a:lnTo>
                <a:lnTo>
                  <a:pt x="0" y="1101052"/>
                </a:lnTo>
                <a:lnTo>
                  <a:pt x="0" y="1082069"/>
                </a:lnTo>
                <a:lnTo>
                  <a:pt x="0" y="1063085"/>
                </a:lnTo>
                <a:lnTo>
                  <a:pt x="0" y="1044102"/>
                </a:lnTo>
                <a:lnTo>
                  <a:pt x="0" y="1025119"/>
                </a:lnTo>
                <a:lnTo>
                  <a:pt x="0" y="1006135"/>
                </a:lnTo>
                <a:lnTo>
                  <a:pt x="0" y="987152"/>
                </a:lnTo>
                <a:lnTo>
                  <a:pt x="0" y="968169"/>
                </a:lnTo>
                <a:lnTo>
                  <a:pt x="0" y="949176"/>
                </a:lnTo>
                <a:lnTo>
                  <a:pt x="0" y="930192"/>
                </a:lnTo>
                <a:lnTo>
                  <a:pt x="0" y="911209"/>
                </a:lnTo>
                <a:lnTo>
                  <a:pt x="0" y="892226"/>
                </a:lnTo>
                <a:lnTo>
                  <a:pt x="0" y="873242"/>
                </a:lnTo>
                <a:lnTo>
                  <a:pt x="0" y="854259"/>
                </a:lnTo>
                <a:lnTo>
                  <a:pt x="0" y="835276"/>
                </a:lnTo>
                <a:lnTo>
                  <a:pt x="0" y="816293"/>
                </a:lnTo>
                <a:lnTo>
                  <a:pt x="0" y="797309"/>
                </a:lnTo>
                <a:lnTo>
                  <a:pt x="0" y="778326"/>
                </a:lnTo>
                <a:lnTo>
                  <a:pt x="0" y="759343"/>
                </a:lnTo>
                <a:lnTo>
                  <a:pt x="0" y="740359"/>
                </a:lnTo>
                <a:lnTo>
                  <a:pt x="0" y="721376"/>
                </a:lnTo>
                <a:lnTo>
                  <a:pt x="0" y="702393"/>
                </a:lnTo>
                <a:lnTo>
                  <a:pt x="0" y="683409"/>
                </a:lnTo>
                <a:lnTo>
                  <a:pt x="0" y="664426"/>
                </a:lnTo>
                <a:lnTo>
                  <a:pt x="0" y="645443"/>
                </a:lnTo>
                <a:lnTo>
                  <a:pt x="0" y="626459"/>
                </a:lnTo>
                <a:lnTo>
                  <a:pt x="0" y="607476"/>
                </a:lnTo>
                <a:lnTo>
                  <a:pt x="0" y="588493"/>
                </a:lnTo>
                <a:lnTo>
                  <a:pt x="0" y="569509"/>
                </a:lnTo>
                <a:lnTo>
                  <a:pt x="0" y="550526"/>
                </a:lnTo>
                <a:lnTo>
                  <a:pt x="0" y="531543"/>
                </a:lnTo>
                <a:lnTo>
                  <a:pt x="0" y="512559"/>
                </a:lnTo>
                <a:lnTo>
                  <a:pt x="0" y="493576"/>
                </a:lnTo>
                <a:lnTo>
                  <a:pt x="0" y="474593"/>
                </a:lnTo>
                <a:lnTo>
                  <a:pt x="0" y="455609"/>
                </a:lnTo>
                <a:lnTo>
                  <a:pt x="0" y="436626"/>
                </a:lnTo>
                <a:lnTo>
                  <a:pt x="0" y="417643"/>
                </a:lnTo>
                <a:lnTo>
                  <a:pt x="0" y="398659"/>
                </a:lnTo>
                <a:lnTo>
                  <a:pt x="0" y="379676"/>
                </a:lnTo>
                <a:lnTo>
                  <a:pt x="0" y="360693"/>
                </a:lnTo>
                <a:lnTo>
                  <a:pt x="0" y="341709"/>
                </a:lnTo>
                <a:lnTo>
                  <a:pt x="0" y="322717"/>
                </a:lnTo>
                <a:lnTo>
                  <a:pt x="0" y="303733"/>
                </a:lnTo>
                <a:lnTo>
                  <a:pt x="0" y="284750"/>
                </a:lnTo>
                <a:lnTo>
                  <a:pt x="0" y="265767"/>
                </a:lnTo>
                <a:lnTo>
                  <a:pt x="0" y="246783"/>
                </a:lnTo>
                <a:lnTo>
                  <a:pt x="0" y="227800"/>
                </a:lnTo>
                <a:lnTo>
                  <a:pt x="0" y="208817"/>
                </a:lnTo>
                <a:lnTo>
                  <a:pt x="0" y="189833"/>
                </a:lnTo>
                <a:lnTo>
                  <a:pt x="0" y="170850"/>
                </a:lnTo>
                <a:lnTo>
                  <a:pt x="0" y="151867"/>
                </a:lnTo>
                <a:lnTo>
                  <a:pt x="0" y="132883"/>
                </a:lnTo>
                <a:lnTo>
                  <a:pt x="0" y="113900"/>
                </a:lnTo>
                <a:lnTo>
                  <a:pt x="0" y="94917"/>
                </a:lnTo>
                <a:lnTo>
                  <a:pt x="0" y="75933"/>
                </a:lnTo>
                <a:lnTo>
                  <a:pt x="0" y="56950"/>
                </a:lnTo>
                <a:lnTo>
                  <a:pt x="0" y="37967"/>
                </a:lnTo>
                <a:lnTo>
                  <a:pt x="0" y="18983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5" name="phase-title-0">
            <a:extLst xmlns:a="http://schemas.openxmlformats.org/drawingml/2006/main">
              <a:ext uri="{FF2B5EF4-FFF2-40B4-BE49-F238E27FC236}">
                <a16:creationId xmlns:a16="http://schemas.microsoft.com/office/drawing/2014/main" id="{EA4939CF-11AF-404E-8DA2-F825DFC52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1950396"/>
            <a:ext cx="1428750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精准触达</a:t>
            </a:r>
          </a:p>
        </p:txBody>
      </p:sp>
      <p:sp>
        <p:nvSpPr>
          <p:cNvPr id="6" name="phase-body-0">
            <a:extLst xmlns:a="http://schemas.openxmlformats.org/drawingml/2006/main">
              <a:ext uri="{FF2B5EF4-FFF2-40B4-BE49-F238E27FC236}">
                <a16:creationId xmlns:a16="http://schemas.microsoft.com/office/drawing/2014/main" id="{A5786EB8-96A3-4D4A-9193-19A447849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2304602"/>
            <a:ext cx="1428750" cy="587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让目标对象进</a:t>
            </a:r>
          </a:p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入体系</a:t>
            </a:r>
          </a:p>
        </p:txBody>
      </p:sp>
      <p:sp>
        <p:nvSpPr>
          <p:cNvPr id="7" name="action-icon-shell-0-0">
            <a:extLst xmlns:a="http://schemas.openxmlformats.org/drawingml/2006/main">
              <a:ext uri="{FF2B5EF4-FFF2-40B4-BE49-F238E27FC236}">
                <a16:creationId xmlns:a16="http://schemas.microsoft.com/office/drawing/2014/main" id="{167760ED-DEF6-483C-A383-CE0F47F9A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1944891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8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366af2a67684565">
            <a:extLst>
              <a:ext uri="{96DAC541-7B7A-43D3-8B79-37D633B846F1}">
                <asvg:svgBlip xmlns:asvg="http://schemas.microsoft.com/office/drawing/2016/SVG/main" r:embed="R7a08fafe38bc4a22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2021091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9" name="action-title-0-0">
            <a:extLst xmlns:a="http://schemas.openxmlformats.org/drawingml/2006/main">
              <a:ext uri="{FF2B5EF4-FFF2-40B4-BE49-F238E27FC236}">
                <a16:creationId xmlns:a16="http://schemas.microsoft.com/office/drawing/2014/main" id="{626F6130-3D60-4D8B-9A25-71711E261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1883864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标签体系</a:t>
            </a:r>
          </a:p>
        </p:txBody>
      </p:sp>
      <p:sp>
        <p:nvSpPr>
          <p:cNvPr id="10" name="action-body-0-0">
            <a:extLst xmlns:a="http://schemas.openxmlformats.org/drawingml/2006/main">
              <a:ext uri="{FF2B5EF4-FFF2-40B4-BE49-F238E27FC236}">
                <a16:creationId xmlns:a16="http://schemas.microsoft.com/office/drawing/2014/main" id="{A042988C-D7E1-4081-ADC1-5B620B91B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112464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形成可识别对象</a:t>
            </a:r>
          </a:p>
        </p:txBody>
      </p:sp>
      <p:sp>
        <p:nvSpPr>
          <p:cNvPr id="11" name="action-icon-shell-0-1">
            <a:extLst xmlns:a="http://schemas.openxmlformats.org/drawingml/2006/main">
              <a:ext uri="{FF2B5EF4-FFF2-40B4-BE49-F238E27FC236}">
                <a16:creationId xmlns:a16="http://schemas.microsoft.com/office/drawing/2014/main" id="{4FEB27C9-EA27-4ABC-869A-FD792A6DF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1944891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8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2fd3f1a91cf4a88">
            <a:extLst>
              <a:ext uri="{96DAC541-7B7A-43D3-8B79-37D633B846F1}">
                <asvg:svgBlip xmlns:asvg="http://schemas.microsoft.com/office/drawing/2016/SVG/main" r:embed="R1bfaf87805104140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2021091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13" name="action-title-0-1">
            <a:extLst xmlns:a="http://schemas.openxmlformats.org/drawingml/2006/main">
              <a:ext uri="{FF2B5EF4-FFF2-40B4-BE49-F238E27FC236}">
                <a16:creationId xmlns:a16="http://schemas.microsoft.com/office/drawing/2014/main" id="{0E210BB8-118D-48C8-904D-3549806E2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1883864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渠道连接</a:t>
            </a:r>
          </a:p>
        </p:txBody>
      </p:sp>
      <p:sp>
        <p:nvSpPr>
          <p:cNvPr id="14" name="action-body-0-1">
            <a:extLst xmlns:a="http://schemas.openxmlformats.org/drawingml/2006/main">
              <a:ext uri="{FF2B5EF4-FFF2-40B4-BE49-F238E27FC236}">
                <a16:creationId xmlns:a16="http://schemas.microsoft.com/office/drawing/2014/main" id="{79C41082-EB20-4449-A0B9-4A16548FE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112464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连接主要触点</a:t>
            </a:r>
          </a:p>
        </p:txBody>
      </p:sp>
      <p:sp>
        <p:nvSpPr>
          <p:cNvPr id="15" name="action-icon-shell-0-2">
            <a:extLst xmlns:a="http://schemas.openxmlformats.org/drawingml/2006/main">
              <a:ext uri="{FF2B5EF4-FFF2-40B4-BE49-F238E27FC236}">
                <a16:creationId xmlns:a16="http://schemas.microsoft.com/office/drawing/2014/main" id="{B42D2809-22CF-4832-99AD-089B2E2A2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2554491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9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650fd7f1ee34e01">
            <a:extLst>
              <a:ext uri="{96DAC541-7B7A-43D3-8B79-37D633B846F1}">
                <asvg:svgBlip xmlns:asvg="http://schemas.microsoft.com/office/drawing/2016/SVG/main" r:embed="R92506f0d52694d4e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2630691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17" name="action-title-0-2">
            <a:extLst xmlns:a="http://schemas.openxmlformats.org/drawingml/2006/main">
              <a:ext uri="{FF2B5EF4-FFF2-40B4-BE49-F238E27FC236}">
                <a16:creationId xmlns:a16="http://schemas.microsoft.com/office/drawing/2014/main" id="{52C931C5-68BD-4047-BA37-CE678D6C3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493464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内容优化</a:t>
            </a:r>
          </a:p>
        </p:txBody>
      </p:sp>
      <p:sp>
        <p:nvSpPr>
          <p:cNvPr id="18" name="action-body-0-2">
            <a:extLst xmlns:a="http://schemas.openxmlformats.org/drawingml/2006/main">
              <a:ext uri="{FF2B5EF4-FFF2-40B4-BE49-F238E27FC236}">
                <a16:creationId xmlns:a16="http://schemas.microsoft.com/office/drawing/2014/main" id="{A02692F7-8707-4162-955A-F4A8F5EE4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722064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提高触达质量</a:t>
            </a:r>
          </a:p>
        </p:txBody>
      </p:sp>
      <p:sp>
        <p:nvSpPr>
          <p:cNvPr id="19" name="action-icon-shell-0-3">
            <a:extLst xmlns:a="http://schemas.openxmlformats.org/drawingml/2006/main">
              <a:ext uri="{FF2B5EF4-FFF2-40B4-BE49-F238E27FC236}">
                <a16:creationId xmlns:a16="http://schemas.microsoft.com/office/drawing/2014/main" id="{219C3EBF-C064-493D-8E1B-1C7D9009A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2554491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9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7c9684cb0ab4db8">
            <a:extLst>
              <a:ext uri="{96DAC541-7B7A-43D3-8B79-37D633B846F1}">
                <asvg:svgBlip xmlns:asvg="http://schemas.microsoft.com/office/drawing/2016/SVG/main" r:embed="R694c3338b0b748de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2630691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21" name="action-title-0-3">
            <a:extLst xmlns:a="http://schemas.openxmlformats.org/drawingml/2006/main">
              <a:ext uri="{FF2B5EF4-FFF2-40B4-BE49-F238E27FC236}">
                <a16:creationId xmlns:a16="http://schemas.microsoft.com/office/drawing/2014/main" id="{4D6C3E04-6A8C-40A3-A87B-EA15C25CB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493464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行为追踪</a:t>
            </a:r>
          </a:p>
        </p:txBody>
      </p:sp>
      <p:sp>
        <p:nvSpPr>
          <p:cNvPr id="22" name="action-body-0-3">
            <a:extLst xmlns:a="http://schemas.openxmlformats.org/drawingml/2006/main">
              <a:ext uri="{FF2B5EF4-FFF2-40B4-BE49-F238E27FC236}">
                <a16:creationId xmlns:a16="http://schemas.microsoft.com/office/drawing/2014/main" id="{373F113E-3C98-4AE6-BA7F-A890B75DB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722064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记录关键反馈</a:t>
            </a:r>
          </a:p>
        </p:txBody>
      </p:sp>
      <p:sp>
        <p:nvSpPr>
          <p:cNvPr id="23" name="phase-rail-1">
            <a:extLst xmlns:a="http://schemas.openxmlformats.org/drawingml/2006/main">
              <a:ext uri="{FF2B5EF4-FFF2-40B4-BE49-F238E27FC236}">
                <a16:creationId xmlns:a16="http://schemas.microsoft.com/office/drawing/2014/main" id="{4DDE1373-801D-492A-A22C-09D9423C2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3204124"/>
            <a:ext cx="514350" cy="1450991"/>
          </a:xfrm>
          <a:custGeom xmlns:a="http://schemas.openxmlformats.org/drawingml/2006/main">
            <a:pathLst>
              <a:path w="514350" h="1450991">
                <a:moveTo>
                  <a:pt x="0" y="0"/>
                </a:moveTo>
                <a:lnTo>
                  <a:pt x="16621" y="9230"/>
                </a:lnTo>
                <a:lnTo>
                  <a:pt x="33233" y="18459"/>
                </a:lnTo>
                <a:lnTo>
                  <a:pt x="49854" y="27699"/>
                </a:lnTo>
                <a:lnTo>
                  <a:pt x="66465" y="36928"/>
                </a:lnTo>
                <a:lnTo>
                  <a:pt x="83087" y="46158"/>
                </a:lnTo>
                <a:lnTo>
                  <a:pt x="99708" y="55388"/>
                </a:lnTo>
                <a:lnTo>
                  <a:pt x="116319" y="64618"/>
                </a:lnTo>
                <a:lnTo>
                  <a:pt x="132940" y="73857"/>
                </a:lnTo>
                <a:lnTo>
                  <a:pt x="149552" y="83087"/>
                </a:lnTo>
                <a:lnTo>
                  <a:pt x="166173" y="92316"/>
                </a:lnTo>
                <a:lnTo>
                  <a:pt x="182785" y="101546"/>
                </a:lnTo>
                <a:lnTo>
                  <a:pt x="199406" y="110776"/>
                </a:lnTo>
                <a:lnTo>
                  <a:pt x="216027" y="120015"/>
                </a:lnTo>
                <a:lnTo>
                  <a:pt x="232639" y="129245"/>
                </a:lnTo>
                <a:lnTo>
                  <a:pt x="249260" y="138474"/>
                </a:lnTo>
                <a:lnTo>
                  <a:pt x="265871" y="138036"/>
                </a:lnTo>
                <a:lnTo>
                  <a:pt x="282492" y="128807"/>
                </a:lnTo>
                <a:lnTo>
                  <a:pt x="299114" y="119577"/>
                </a:lnTo>
                <a:lnTo>
                  <a:pt x="315725" y="110347"/>
                </a:lnTo>
                <a:lnTo>
                  <a:pt x="332346" y="101108"/>
                </a:lnTo>
                <a:lnTo>
                  <a:pt x="348958" y="91878"/>
                </a:lnTo>
                <a:lnTo>
                  <a:pt x="365579" y="82648"/>
                </a:lnTo>
                <a:lnTo>
                  <a:pt x="382200" y="73419"/>
                </a:lnTo>
                <a:lnTo>
                  <a:pt x="398812" y="64189"/>
                </a:lnTo>
                <a:lnTo>
                  <a:pt x="415433" y="54950"/>
                </a:lnTo>
                <a:lnTo>
                  <a:pt x="432044" y="45720"/>
                </a:lnTo>
                <a:lnTo>
                  <a:pt x="448666" y="36490"/>
                </a:lnTo>
                <a:lnTo>
                  <a:pt x="465277" y="27261"/>
                </a:lnTo>
                <a:lnTo>
                  <a:pt x="481898" y="18031"/>
                </a:lnTo>
                <a:lnTo>
                  <a:pt x="498519" y="8792"/>
                </a:lnTo>
                <a:lnTo>
                  <a:pt x="514350" y="895"/>
                </a:lnTo>
                <a:lnTo>
                  <a:pt x="514350" y="19907"/>
                </a:lnTo>
                <a:lnTo>
                  <a:pt x="514350" y="38910"/>
                </a:lnTo>
                <a:lnTo>
                  <a:pt x="514350" y="57922"/>
                </a:lnTo>
                <a:lnTo>
                  <a:pt x="514350" y="76933"/>
                </a:lnTo>
                <a:lnTo>
                  <a:pt x="514350" y="95945"/>
                </a:lnTo>
                <a:lnTo>
                  <a:pt x="514350" y="114948"/>
                </a:lnTo>
                <a:lnTo>
                  <a:pt x="514350" y="133960"/>
                </a:lnTo>
                <a:lnTo>
                  <a:pt x="514350" y="152972"/>
                </a:lnTo>
                <a:lnTo>
                  <a:pt x="514350" y="171974"/>
                </a:lnTo>
                <a:lnTo>
                  <a:pt x="514350" y="190986"/>
                </a:lnTo>
                <a:lnTo>
                  <a:pt x="514350" y="209998"/>
                </a:lnTo>
                <a:lnTo>
                  <a:pt x="514350" y="229000"/>
                </a:lnTo>
                <a:lnTo>
                  <a:pt x="514350" y="248012"/>
                </a:lnTo>
                <a:lnTo>
                  <a:pt x="514350" y="267024"/>
                </a:lnTo>
                <a:lnTo>
                  <a:pt x="514350" y="286036"/>
                </a:lnTo>
                <a:lnTo>
                  <a:pt x="514350" y="305038"/>
                </a:lnTo>
                <a:lnTo>
                  <a:pt x="514350" y="324050"/>
                </a:lnTo>
                <a:lnTo>
                  <a:pt x="514350" y="343062"/>
                </a:lnTo>
                <a:lnTo>
                  <a:pt x="514350" y="362064"/>
                </a:lnTo>
                <a:lnTo>
                  <a:pt x="514350" y="381076"/>
                </a:lnTo>
                <a:lnTo>
                  <a:pt x="514350" y="400088"/>
                </a:lnTo>
                <a:lnTo>
                  <a:pt x="514350" y="419090"/>
                </a:lnTo>
                <a:lnTo>
                  <a:pt x="514350" y="438102"/>
                </a:lnTo>
                <a:lnTo>
                  <a:pt x="514350" y="457114"/>
                </a:lnTo>
                <a:lnTo>
                  <a:pt x="514350" y="476126"/>
                </a:lnTo>
                <a:lnTo>
                  <a:pt x="514350" y="495129"/>
                </a:lnTo>
                <a:lnTo>
                  <a:pt x="514350" y="514140"/>
                </a:lnTo>
                <a:lnTo>
                  <a:pt x="514350" y="533152"/>
                </a:lnTo>
                <a:lnTo>
                  <a:pt x="514350" y="552155"/>
                </a:lnTo>
                <a:lnTo>
                  <a:pt x="514350" y="571167"/>
                </a:lnTo>
                <a:lnTo>
                  <a:pt x="514350" y="590179"/>
                </a:lnTo>
                <a:lnTo>
                  <a:pt x="514350" y="609181"/>
                </a:lnTo>
                <a:lnTo>
                  <a:pt x="514350" y="628193"/>
                </a:lnTo>
                <a:lnTo>
                  <a:pt x="514350" y="647205"/>
                </a:lnTo>
                <a:lnTo>
                  <a:pt x="514350" y="666207"/>
                </a:lnTo>
                <a:lnTo>
                  <a:pt x="514350" y="685219"/>
                </a:lnTo>
                <a:lnTo>
                  <a:pt x="514350" y="704231"/>
                </a:lnTo>
                <a:lnTo>
                  <a:pt x="514350" y="723243"/>
                </a:lnTo>
                <a:lnTo>
                  <a:pt x="514350" y="742245"/>
                </a:lnTo>
                <a:lnTo>
                  <a:pt x="514350" y="761257"/>
                </a:lnTo>
                <a:lnTo>
                  <a:pt x="514350" y="780269"/>
                </a:lnTo>
                <a:lnTo>
                  <a:pt x="514350" y="799271"/>
                </a:lnTo>
                <a:lnTo>
                  <a:pt x="514350" y="818283"/>
                </a:lnTo>
                <a:lnTo>
                  <a:pt x="514350" y="837295"/>
                </a:lnTo>
                <a:lnTo>
                  <a:pt x="514350" y="856298"/>
                </a:lnTo>
                <a:lnTo>
                  <a:pt x="514350" y="875309"/>
                </a:lnTo>
                <a:lnTo>
                  <a:pt x="514350" y="894321"/>
                </a:lnTo>
                <a:lnTo>
                  <a:pt x="514350" y="913333"/>
                </a:lnTo>
                <a:lnTo>
                  <a:pt x="514350" y="932336"/>
                </a:lnTo>
                <a:lnTo>
                  <a:pt x="514350" y="951347"/>
                </a:lnTo>
                <a:lnTo>
                  <a:pt x="514350" y="970359"/>
                </a:lnTo>
                <a:lnTo>
                  <a:pt x="514350" y="989362"/>
                </a:lnTo>
                <a:lnTo>
                  <a:pt x="514350" y="1008374"/>
                </a:lnTo>
                <a:lnTo>
                  <a:pt x="514350" y="1027386"/>
                </a:lnTo>
                <a:lnTo>
                  <a:pt x="514350" y="1046388"/>
                </a:lnTo>
                <a:lnTo>
                  <a:pt x="514350" y="1065400"/>
                </a:lnTo>
                <a:lnTo>
                  <a:pt x="514350" y="1084412"/>
                </a:lnTo>
                <a:lnTo>
                  <a:pt x="514350" y="1103424"/>
                </a:lnTo>
                <a:lnTo>
                  <a:pt x="514350" y="1122426"/>
                </a:lnTo>
                <a:lnTo>
                  <a:pt x="514350" y="1141438"/>
                </a:lnTo>
                <a:lnTo>
                  <a:pt x="514350" y="1160450"/>
                </a:lnTo>
                <a:lnTo>
                  <a:pt x="514350" y="1179452"/>
                </a:lnTo>
                <a:lnTo>
                  <a:pt x="514350" y="1198464"/>
                </a:lnTo>
                <a:lnTo>
                  <a:pt x="514350" y="1217476"/>
                </a:lnTo>
                <a:lnTo>
                  <a:pt x="514350" y="1236478"/>
                </a:lnTo>
                <a:lnTo>
                  <a:pt x="514350" y="1255490"/>
                </a:lnTo>
                <a:lnTo>
                  <a:pt x="514350" y="1274502"/>
                </a:lnTo>
                <a:lnTo>
                  <a:pt x="514350" y="1293505"/>
                </a:lnTo>
                <a:lnTo>
                  <a:pt x="514350" y="1312516"/>
                </a:lnTo>
                <a:lnTo>
                  <a:pt x="497729" y="1321746"/>
                </a:lnTo>
                <a:lnTo>
                  <a:pt x="481117" y="1330985"/>
                </a:lnTo>
                <a:lnTo>
                  <a:pt x="464496" y="1340215"/>
                </a:lnTo>
                <a:lnTo>
                  <a:pt x="447885" y="1349445"/>
                </a:lnTo>
                <a:lnTo>
                  <a:pt x="431263" y="1358675"/>
                </a:lnTo>
                <a:lnTo>
                  <a:pt x="414642" y="1367904"/>
                </a:lnTo>
                <a:lnTo>
                  <a:pt x="398031" y="1377144"/>
                </a:lnTo>
                <a:lnTo>
                  <a:pt x="381410" y="1386373"/>
                </a:lnTo>
                <a:lnTo>
                  <a:pt x="364798" y="1395603"/>
                </a:lnTo>
                <a:lnTo>
                  <a:pt x="348177" y="1404833"/>
                </a:lnTo>
                <a:lnTo>
                  <a:pt x="331565" y="1414062"/>
                </a:lnTo>
                <a:lnTo>
                  <a:pt x="314944" y="1423302"/>
                </a:lnTo>
                <a:lnTo>
                  <a:pt x="298323" y="1432531"/>
                </a:lnTo>
                <a:lnTo>
                  <a:pt x="281711" y="1441761"/>
                </a:lnTo>
                <a:lnTo>
                  <a:pt x="265090" y="1450991"/>
                </a:lnTo>
                <a:lnTo>
                  <a:pt x="248479" y="1450553"/>
                </a:lnTo>
                <a:lnTo>
                  <a:pt x="231858" y="1441323"/>
                </a:lnTo>
                <a:lnTo>
                  <a:pt x="215236" y="1432093"/>
                </a:lnTo>
                <a:lnTo>
                  <a:pt x="198625" y="1422864"/>
                </a:lnTo>
                <a:lnTo>
                  <a:pt x="182004" y="1413634"/>
                </a:lnTo>
                <a:lnTo>
                  <a:pt x="165392" y="1404395"/>
                </a:lnTo>
                <a:lnTo>
                  <a:pt x="148771" y="1395165"/>
                </a:lnTo>
                <a:lnTo>
                  <a:pt x="132150" y="1385935"/>
                </a:lnTo>
                <a:lnTo>
                  <a:pt x="115538" y="1376705"/>
                </a:lnTo>
                <a:lnTo>
                  <a:pt x="98917" y="1367476"/>
                </a:lnTo>
                <a:lnTo>
                  <a:pt x="82306" y="1358236"/>
                </a:lnTo>
                <a:lnTo>
                  <a:pt x="65684" y="1349007"/>
                </a:lnTo>
                <a:lnTo>
                  <a:pt x="49073" y="1339777"/>
                </a:lnTo>
                <a:lnTo>
                  <a:pt x="32452" y="1330547"/>
                </a:lnTo>
                <a:lnTo>
                  <a:pt x="15831" y="1321318"/>
                </a:lnTo>
                <a:lnTo>
                  <a:pt x="0" y="1311621"/>
                </a:lnTo>
                <a:lnTo>
                  <a:pt x="0" y="1292609"/>
                </a:lnTo>
                <a:lnTo>
                  <a:pt x="0" y="1273607"/>
                </a:lnTo>
                <a:lnTo>
                  <a:pt x="0" y="1254595"/>
                </a:lnTo>
                <a:lnTo>
                  <a:pt x="0" y="1235583"/>
                </a:lnTo>
                <a:lnTo>
                  <a:pt x="0" y="1216581"/>
                </a:lnTo>
                <a:lnTo>
                  <a:pt x="0" y="1197569"/>
                </a:lnTo>
                <a:lnTo>
                  <a:pt x="0" y="1178557"/>
                </a:lnTo>
                <a:lnTo>
                  <a:pt x="0" y="1159554"/>
                </a:lnTo>
                <a:lnTo>
                  <a:pt x="0" y="1140543"/>
                </a:lnTo>
                <a:lnTo>
                  <a:pt x="0" y="1121531"/>
                </a:lnTo>
                <a:lnTo>
                  <a:pt x="0" y="1102519"/>
                </a:lnTo>
                <a:lnTo>
                  <a:pt x="0" y="1083516"/>
                </a:lnTo>
                <a:lnTo>
                  <a:pt x="0" y="1064504"/>
                </a:lnTo>
                <a:lnTo>
                  <a:pt x="0" y="1045493"/>
                </a:lnTo>
                <a:lnTo>
                  <a:pt x="0" y="1026490"/>
                </a:lnTo>
                <a:lnTo>
                  <a:pt x="0" y="1007478"/>
                </a:lnTo>
                <a:lnTo>
                  <a:pt x="0" y="988466"/>
                </a:lnTo>
                <a:lnTo>
                  <a:pt x="0" y="969464"/>
                </a:lnTo>
                <a:lnTo>
                  <a:pt x="0" y="950452"/>
                </a:lnTo>
                <a:lnTo>
                  <a:pt x="0" y="931440"/>
                </a:lnTo>
                <a:lnTo>
                  <a:pt x="0" y="912428"/>
                </a:lnTo>
                <a:lnTo>
                  <a:pt x="0" y="893426"/>
                </a:lnTo>
                <a:lnTo>
                  <a:pt x="0" y="874414"/>
                </a:lnTo>
                <a:lnTo>
                  <a:pt x="0" y="855402"/>
                </a:lnTo>
                <a:lnTo>
                  <a:pt x="0" y="836400"/>
                </a:lnTo>
                <a:lnTo>
                  <a:pt x="0" y="817388"/>
                </a:lnTo>
                <a:lnTo>
                  <a:pt x="0" y="798376"/>
                </a:lnTo>
                <a:lnTo>
                  <a:pt x="0" y="779374"/>
                </a:lnTo>
                <a:lnTo>
                  <a:pt x="0" y="760362"/>
                </a:lnTo>
                <a:lnTo>
                  <a:pt x="0" y="741350"/>
                </a:lnTo>
                <a:lnTo>
                  <a:pt x="0" y="722338"/>
                </a:lnTo>
                <a:lnTo>
                  <a:pt x="0" y="703336"/>
                </a:lnTo>
                <a:lnTo>
                  <a:pt x="0" y="684324"/>
                </a:lnTo>
                <a:lnTo>
                  <a:pt x="0" y="665312"/>
                </a:lnTo>
                <a:lnTo>
                  <a:pt x="0" y="646309"/>
                </a:lnTo>
                <a:lnTo>
                  <a:pt x="0" y="627297"/>
                </a:lnTo>
                <a:lnTo>
                  <a:pt x="0" y="608286"/>
                </a:lnTo>
                <a:lnTo>
                  <a:pt x="0" y="589283"/>
                </a:lnTo>
                <a:lnTo>
                  <a:pt x="0" y="570271"/>
                </a:lnTo>
                <a:lnTo>
                  <a:pt x="0" y="551259"/>
                </a:lnTo>
                <a:lnTo>
                  <a:pt x="0" y="532257"/>
                </a:lnTo>
                <a:lnTo>
                  <a:pt x="0" y="513245"/>
                </a:lnTo>
                <a:lnTo>
                  <a:pt x="0" y="494233"/>
                </a:lnTo>
                <a:lnTo>
                  <a:pt x="0" y="475221"/>
                </a:lnTo>
                <a:lnTo>
                  <a:pt x="0" y="456219"/>
                </a:lnTo>
                <a:lnTo>
                  <a:pt x="0" y="437207"/>
                </a:lnTo>
                <a:lnTo>
                  <a:pt x="0" y="418195"/>
                </a:lnTo>
                <a:lnTo>
                  <a:pt x="0" y="399193"/>
                </a:lnTo>
                <a:lnTo>
                  <a:pt x="0" y="380181"/>
                </a:lnTo>
                <a:lnTo>
                  <a:pt x="0" y="361169"/>
                </a:lnTo>
                <a:lnTo>
                  <a:pt x="0" y="342167"/>
                </a:lnTo>
                <a:lnTo>
                  <a:pt x="0" y="323155"/>
                </a:lnTo>
                <a:lnTo>
                  <a:pt x="0" y="304143"/>
                </a:lnTo>
                <a:lnTo>
                  <a:pt x="0" y="285131"/>
                </a:lnTo>
                <a:lnTo>
                  <a:pt x="0" y="266129"/>
                </a:lnTo>
                <a:lnTo>
                  <a:pt x="0" y="247117"/>
                </a:lnTo>
                <a:lnTo>
                  <a:pt x="0" y="228105"/>
                </a:lnTo>
                <a:lnTo>
                  <a:pt x="0" y="209102"/>
                </a:lnTo>
                <a:lnTo>
                  <a:pt x="0" y="190090"/>
                </a:lnTo>
                <a:lnTo>
                  <a:pt x="0" y="171079"/>
                </a:lnTo>
                <a:lnTo>
                  <a:pt x="0" y="152076"/>
                </a:lnTo>
                <a:lnTo>
                  <a:pt x="0" y="133064"/>
                </a:lnTo>
                <a:lnTo>
                  <a:pt x="0" y="114052"/>
                </a:lnTo>
                <a:lnTo>
                  <a:pt x="0" y="95040"/>
                </a:lnTo>
                <a:lnTo>
                  <a:pt x="0" y="76038"/>
                </a:lnTo>
                <a:lnTo>
                  <a:pt x="0" y="57026"/>
                </a:lnTo>
                <a:lnTo>
                  <a:pt x="0" y="38014"/>
                </a:lnTo>
                <a:lnTo>
                  <a:pt x="0" y="19012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24" name="phase-title-1">
            <a:extLst xmlns:a="http://schemas.openxmlformats.org/drawingml/2006/main">
              <a:ext uri="{FF2B5EF4-FFF2-40B4-BE49-F238E27FC236}">
                <a16:creationId xmlns:a16="http://schemas.microsoft.com/office/drawing/2014/main" id="{177C5562-2ED4-4010-AE72-E4C61263A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3460994"/>
            <a:ext cx="1428750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意向培育</a:t>
            </a:r>
          </a:p>
        </p:txBody>
      </p:sp>
      <p:sp>
        <p:nvSpPr>
          <p:cNvPr id="25" name="phase-body-1">
            <a:extLst xmlns:a="http://schemas.openxmlformats.org/drawingml/2006/main">
              <a:ext uri="{FF2B5EF4-FFF2-40B4-BE49-F238E27FC236}">
                <a16:creationId xmlns:a16="http://schemas.microsoft.com/office/drawing/2014/main" id="{80E163D5-2899-4EE0-9137-EE2171344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3815210"/>
            <a:ext cx="1428750" cy="587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让有效关注形</a:t>
            </a:r>
          </a:p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成意向</a:t>
            </a:r>
          </a:p>
        </p:txBody>
      </p:sp>
      <p:sp>
        <p:nvSpPr>
          <p:cNvPr id="26" name="action-icon-shell-1-0">
            <a:extLst xmlns:a="http://schemas.openxmlformats.org/drawingml/2006/main">
              <a:ext uri="{FF2B5EF4-FFF2-40B4-BE49-F238E27FC236}">
                <a16:creationId xmlns:a16="http://schemas.microsoft.com/office/drawing/2014/main" id="{3ED5612E-868B-44F5-AE03-DA9BC4D37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3760289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10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61e845b87fd4fae">
            <a:extLst>
              <a:ext uri="{96DAC541-7B7A-43D3-8B79-37D633B846F1}">
                <asvg:svgBlip xmlns:asvg="http://schemas.microsoft.com/office/drawing/2016/SVG/main" r:embed="Rda64ecc3949a4d4d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3836489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28" name="action-title-1-0">
            <a:extLst xmlns:a="http://schemas.openxmlformats.org/drawingml/2006/main">
              <a:ext uri="{FF2B5EF4-FFF2-40B4-BE49-F238E27FC236}">
                <a16:creationId xmlns:a16="http://schemas.microsoft.com/office/drawing/2014/main" id="{647099FF-D351-4924-982F-371D8413C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3699272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规则触发</a:t>
            </a:r>
          </a:p>
        </p:txBody>
      </p:sp>
      <p:sp>
        <p:nvSpPr>
          <p:cNvPr id="29" name="action-body-1-0">
            <a:extLst xmlns:a="http://schemas.openxmlformats.org/drawingml/2006/main">
              <a:ext uri="{FF2B5EF4-FFF2-40B4-BE49-F238E27FC236}">
                <a16:creationId xmlns:a16="http://schemas.microsoft.com/office/drawing/2014/main" id="{C43AB44A-E464-463F-AE51-72AE38FB3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3927872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自动下发任务</a:t>
            </a:r>
          </a:p>
        </p:txBody>
      </p:sp>
      <p:sp>
        <p:nvSpPr>
          <p:cNvPr id="30" name="action-icon-shell-1-1">
            <a:extLst xmlns:a="http://schemas.openxmlformats.org/drawingml/2006/main">
              <a:ext uri="{FF2B5EF4-FFF2-40B4-BE49-F238E27FC236}">
                <a16:creationId xmlns:a16="http://schemas.microsoft.com/office/drawing/2014/main" id="{B8321DEB-4458-464B-9F86-C4DE49AB7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3760289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10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e94412f7e8e4bd9">
            <a:extLst>
              <a:ext uri="{96DAC541-7B7A-43D3-8B79-37D633B846F1}">
                <asvg:svgBlip xmlns:asvg="http://schemas.microsoft.com/office/drawing/2016/SVG/main" r:embed="Rfafacb525d5a4030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3836489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32" name="action-title-1-1">
            <a:extLst xmlns:a="http://schemas.openxmlformats.org/drawingml/2006/main">
              <a:ext uri="{FF2B5EF4-FFF2-40B4-BE49-F238E27FC236}">
                <a16:creationId xmlns:a16="http://schemas.microsoft.com/office/drawing/2014/main" id="{1F535174-1109-4DD3-A513-7C6955875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3699272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热度评估</a:t>
            </a:r>
          </a:p>
        </p:txBody>
      </p:sp>
      <p:sp>
        <p:nvSpPr>
          <p:cNvPr id="33" name="action-body-1-1">
            <a:extLst xmlns:a="http://schemas.openxmlformats.org/drawingml/2006/main">
              <a:ext uri="{FF2B5EF4-FFF2-40B4-BE49-F238E27FC236}">
                <a16:creationId xmlns:a16="http://schemas.microsoft.com/office/drawing/2014/main" id="{02370C61-058C-4F1F-B93C-FAFB6F91F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3927872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识别优先对象</a:t>
            </a:r>
          </a:p>
        </p:txBody>
      </p:sp>
      <p:sp>
        <p:nvSpPr>
          <p:cNvPr id="34" name="phase-rail-2">
            <a:extLst xmlns:a="http://schemas.openxmlformats.org/drawingml/2006/main">
              <a:ext uri="{FF2B5EF4-FFF2-40B4-BE49-F238E27FC236}">
                <a16:creationId xmlns:a16="http://schemas.microsoft.com/office/drawing/2014/main" id="{013B05AF-DC0C-42D3-822A-55A9D7B1F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4659516"/>
            <a:ext cx="514350" cy="1546260"/>
          </a:xfrm>
          <a:custGeom xmlns:a="http://schemas.openxmlformats.org/drawingml/2006/main">
            <a:pathLst>
              <a:path w="514350" h="1546260">
                <a:moveTo>
                  <a:pt x="0" y="0"/>
                </a:moveTo>
                <a:lnTo>
                  <a:pt x="16621" y="9230"/>
                </a:lnTo>
                <a:lnTo>
                  <a:pt x="33242" y="18469"/>
                </a:lnTo>
                <a:lnTo>
                  <a:pt x="49854" y="27699"/>
                </a:lnTo>
                <a:lnTo>
                  <a:pt x="66475" y="36928"/>
                </a:lnTo>
                <a:lnTo>
                  <a:pt x="83096" y="46158"/>
                </a:lnTo>
                <a:lnTo>
                  <a:pt x="99717" y="55397"/>
                </a:lnTo>
                <a:lnTo>
                  <a:pt x="116329" y="64627"/>
                </a:lnTo>
                <a:lnTo>
                  <a:pt x="132950" y="73857"/>
                </a:lnTo>
                <a:lnTo>
                  <a:pt x="149571" y="83096"/>
                </a:lnTo>
                <a:lnTo>
                  <a:pt x="166192" y="92326"/>
                </a:lnTo>
                <a:lnTo>
                  <a:pt x="182804" y="101556"/>
                </a:lnTo>
                <a:lnTo>
                  <a:pt x="199425" y="110795"/>
                </a:lnTo>
                <a:lnTo>
                  <a:pt x="216046" y="120025"/>
                </a:lnTo>
                <a:lnTo>
                  <a:pt x="232667" y="129254"/>
                </a:lnTo>
                <a:lnTo>
                  <a:pt x="249279" y="138484"/>
                </a:lnTo>
                <a:lnTo>
                  <a:pt x="265900" y="138027"/>
                </a:lnTo>
                <a:lnTo>
                  <a:pt x="282521" y="128788"/>
                </a:lnTo>
                <a:lnTo>
                  <a:pt x="299142" y="119558"/>
                </a:lnTo>
                <a:lnTo>
                  <a:pt x="315763" y="110328"/>
                </a:lnTo>
                <a:lnTo>
                  <a:pt x="332375" y="101098"/>
                </a:lnTo>
                <a:lnTo>
                  <a:pt x="348996" y="91859"/>
                </a:lnTo>
                <a:lnTo>
                  <a:pt x="365617" y="82629"/>
                </a:lnTo>
                <a:lnTo>
                  <a:pt x="382238" y="73400"/>
                </a:lnTo>
                <a:lnTo>
                  <a:pt x="398850" y="64160"/>
                </a:lnTo>
                <a:lnTo>
                  <a:pt x="415471" y="54931"/>
                </a:lnTo>
                <a:lnTo>
                  <a:pt x="432092" y="45701"/>
                </a:lnTo>
                <a:lnTo>
                  <a:pt x="448713" y="36462"/>
                </a:lnTo>
                <a:lnTo>
                  <a:pt x="465325" y="27232"/>
                </a:lnTo>
                <a:lnTo>
                  <a:pt x="481946" y="18002"/>
                </a:lnTo>
                <a:lnTo>
                  <a:pt x="498567" y="8773"/>
                </a:lnTo>
                <a:lnTo>
                  <a:pt x="514350" y="953"/>
                </a:lnTo>
                <a:lnTo>
                  <a:pt x="514350" y="19964"/>
                </a:lnTo>
                <a:lnTo>
                  <a:pt x="514350" y="38976"/>
                </a:lnTo>
                <a:lnTo>
                  <a:pt x="514350" y="57988"/>
                </a:lnTo>
                <a:lnTo>
                  <a:pt x="514350" y="77000"/>
                </a:lnTo>
                <a:lnTo>
                  <a:pt x="514350" y="96012"/>
                </a:lnTo>
                <a:lnTo>
                  <a:pt x="514350" y="115024"/>
                </a:lnTo>
                <a:lnTo>
                  <a:pt x="514350" y="134036"/>
                </a:lnTo>
                <a:lnTo>
                  <a:pt x="514350" y="153048"/>
                </a:lnTo>
                <a:lnTo>
                  <a:pt x="514350" y="172050"/>
                </a:lnTo>
                <a:lnTo>
                  <a:pt x="514350" y="191062"/>
                </a:lnTo>
                <a:lnTo>
                  <a:pt x="514350" y="210074"/>
                </a:lnTo>
                <a:lnTo>
                  <a:pt x="514350" y="229086"/>
                </a:lnTo>
                <a:lnTo>
                  <a:pt x="514350" y="248098"/>
                </a:lnTo>
                <a:lnTo>
                  <a:pt x="514350" y="267110"/>
                </a:lnTo>
                <a:lnTo>
                  <a:pt x="514350" y="286121"/>
                </a:lnTo>
                <a:lnTo>
                  <a:pt x="514350" y="305133"/>
                </a:lnTo>
                <a:lnTo>
                  <a:pt x="514350" y="324145"/>
                </a:lnTo>
                <a:lnTo>
                  <a:pt x="514350" y="343157"/>
                </a:lnTo>
                <a:lnTo>
                  <a:pt x="514350" y="362169"/>
                </a:lnTo>
                <a:lnTo>
                  <a:pt x="514350" y="381171"/>
                </a:lnTo>
                <a:lnTo>
                  <a:pt x="514350" y="400183"/>
                </a:lnTo>
                <a:lnTo>
                  <a:pt x="514350" y="419195"/>
                </a:lnTo>
                <a:lnTo>
                  <a:pt x="514350" y="438207"/>
                </a:lnTo>
                <a:lnTo>
                  <a:pt x="514350" y="457219"/>
                </a:lnTo>
                <a:lnTo>
                  <a:pt x="514350" y="476231"/>
                </a:lnTo>
                <a:lnTo>
                  <a:pt x="514350" y="495243"/>
                </a:lnTo>
                <a:lnTo>
                  <a:pt x="514350" y="514255"/>
                </a:lnTo>
                <a:lnTo>
                  <a:pt x="514350" y="533267"/>
                </a:lnTo>
                <a:lnTo>
                  <a:pt x="514350" y="552279"/>
                </a:lnTo>
                <a:lnTo>
                  <a:pt x="514350" y="571281"/>
                </a:lnTo>
                <a:lnTo>
                  <a:pt x="514350" y="590293"/>
                </a:lnTo>
                <a:lnTo>
                  <a:pt x="514350" y="609305"/>
                </a:lnTo>
                <a:lnTo>
                  <a:pt x="514350" y="628317"/>
                </a:lnTo>
                <a:lnTo>
                  <a:pt x="514350" y="647329"/>
                </a:lnTo>
                <a:lnTo>
                  <a:pt x="514350" y="666340"/>
                </a:lnTo>
                <a:lnTo>
                  <a:pt x="514350" y="685352"/>
                </a:lnTo>
                <a:lnTo>
                  <a:pt x="514350" y="704364"/>
                </a:lnTo>
                <a:lnTo>
                  <a:pt x="514350" y="723376"/>
                </a:lnTo>
                <a:lnTo>
                  <a:pt x="514350" y="742388"/>
                </a:lnTo>
                <a:lnTo>
                  <a:pt x="514350" y="761390"/>
                </a:lnTo>
                <a:lnTo>
                  <a:pt x="514350" y="780402"/>
                </a:lnTo>
                <a:lnTo>
                  <a:pt x="514350" y="799414"/>
                </a:lnTo>
                <a:lnTo>
                  <a:pt x="514350" y="818426"/>
                </a:lnTo>
                <a:lnTo>
                  <a:pt x="514350" y="837438"/>
                </a:lnTo>
                <a:lnTo>
                  <a:pt x="514350" y="856450"/>
                </a:lnTo>
                <a:lnTo>
                  <a:pt x="514350" y="875462"/>
                </a:lnTo>
                <a:lnTo>
                  <a:pt x="514350" y="894474"/>
                </a:lnTo>
                <a:lnTo>
                  <a:pt x="514350" y="913486"/>
                </a:lnTo>
                <a:lnTo>
                  <a:pt x="514350" y="932498"/>
                </a:lnTo>
                <a:lnTo>
                  <a:pt x="514350" y="951500"/>
                </a:lnTo>
                <a:lnTo>
                  <a:pt x="514350" y="970512"/>
                </a:lnTo>
                <a:lnTo>
                  <a:pt x="514350" y="989524"/>
                </a:lnTo>
                <a:lnTo>
                  <a:pt x="514350" y="1008536"/>
                </a:lnTo>
                <a:lnTo>
                  <a:pt x="514350" y="1027547"/>
                </a:lnTo>
                <a:lnTo>
                  <a:pt x="514350" y="1046559"/>
                </a:lnTo>
                <a:lnTo>
                  <a:pt x="514350" y="1065571"/>
                </a:lnTo>
                <a:lnTo>
                  <a:pt x="514350" y="1084583"/>
                </a:lnTo>
                <a:lnTo>
                  <a:pt x="514350" y="1103595"/>
                </a:lnTo>
                <a:lnTo>
                  <a:pt x="514350" y="1122607"/>
                </a:lnTo>
                <a:lnTo>
                  <a:pt x="514350" y="1141619"/>
                </a:lnTo>
                <a:lnTo>
                  <a:pt x="514350" y="1160621"/>
                </a:lnTo>
                <a:lnTo>
                  <a:pt x="514350" y="1179633"/>
                </a:lnTo>
                <a:lnTo>
                  <a:pt x="514350" y="1198645"/>
                </a:lnTo>
                <a:lnTo>
                  <a:pt x="514350" y="1217657"/>
                </a:lnTo>
                <a:lnTo>
                  <a:pt x="514350" y="1236669"/>
                </a:lnTo>
                <a:lnTo>
                  <a:pt x="514350" y="1255681"/>
                </a:lnTo>
                <a:lnTo>
                  <a:pt x="514350" y="1274693"/>
                </a:lnTo>
                <a:lnTo>
                  <a:pt x="514350" y="1293705"/>
                </a:lnTo>
                <a:lnTo>
                  <a:pt x="514350" y="1312716"/>
                </a:lnTo>
                <a:lnTo>
                  <a:pt x="514350" y="1331728"/>
                </a:lnTo>
                <a:lnTo>
                  <a:pt x="514350" y="1350731"/>
                </a:lnTo>
                <a:lnTo>
                  <a:pt x="514350" y="1369743"/>
                </a:lnTo>
                <a:lnTo>
                  <a:pt x="514350" y="1388755"/>
                </a:lnTo>
                <a:lnTo>
                  <a:pt x="514350" y="1407766"/>
                </a:lnTo>
                <a:lnTo>
                  <a:pt x="497729" y="1416996"/>
                </a:lnTo>
                <a:lnTo>
                  <a:pt x="481108" y="1426235"/>
                </a:lnTo>
                <a:lnTo>
                  <a:pt x="464496" y="1435465"/>
                </a:lnTo>
                <a:lnTo>
                  <a:pt x="447875" y="1444695"/>
                </a:lnTo>
                <a:lnTo>
                  <a:pt x="431254" y="1453934"/>
                </a:lnTo>
                <a:lnTo>
                  <a:pt x="414633" y="1463164"/>
                </a:lnTo>
                <a:lnTo>
                  <a:pt x="398021" y="1472394"/>
                </a:lnTo>
                <a:lnTo>
                  <a:pt x="381400" y="1481633"/>
                </a:lnTo>
                <a:lnTo>
                  <a:pt x="364779" y="1490863"/>
                </a:lnTo>
                <a:lnTo>
                  <a:pt x="348158" y="1500092"/>
                </a:lnTo>
                <a:lnTo>
                  <a:pt x="331546" y="1509322"/>
                </a:lnTo>
                <a:lnTo>
                  <a:pt x="314925" y="1518561"/>
                </a:lnTo>
                <a:lnTo>
                  <a:pt x="298304" y="1527791"/>
                </a:lnTo>
                <a:lnTo>
                  <a:pt x="281683" y="1537021"/>
                </a:lnTo>
                <a:lnTo>
                  <a:pt x="265062" y="1546260"/>
                </a:lnTo>
                <a:lnTo>
                  <a:pt x="248450" y="1545793"/>
                </a:lnTo>
                <a:lnTo>
                  <a:pt x="231829" y="1536563"/>
                </a:lnTo>
                <a:lnTo>
                  <a:pt x="215208" y="1527324"/>
                </a:lnTo>
                <a:lnTo>
                  <a:pt x="198587" y="1518095"/>
                </a:lnTo>
                <a:lnTo>
                  <a:pt x="181975" y="1508865"/>
                </a:lnTo>
                <a:lnTo>
                  <a:pt x="165354" y="1499626"/>
                </a:lnTo>
                <a:lnTo>
                  <a:pt x="148733" y="1490396"/>
                </a:lnTo>
                <a:lnTo>
                  <a:pt x="132112" y="1481166"/>
                </a:lnTo>
                <a:lnTo>
                  <a:pt x="115500" y="1471927"/>
                </a:lnTo>
                <a:lnTo>
                  <a:pt x="98879" y="1462697"/>
                </a:lnTo>
                <a:lnTo>
                  <a:pt x="82258" y="1453467"/>
                </a:lnTo>
                <a:lnTo>
                  <a:pt x="65637" y="1444238"/>
                </a:lnTo>
                <a:lnTo>
                  <a:pt x="49025" y="1434998"/>
                </a:lnTo>
                <a:lnTo>
                  <a:pt x="32404" y="1425769"/>
                </a:lnTo>
                <a:lnTo>
                  <a:pt x="15783" y="1416539"/>
                </a:lnTo>
                <a:lnTo>
                  <a:pt x="0" y="1406814"/>
                </a:lnTo>
                <a:lnTo>
                  <a:pt x="0" y="1387802"/>
                </a:lnTo>
                <a:lnTo>
                  <a:pt x="0" y="1368790"/>
                </a:lnTo>
                <a:lnTo>
                  <a:pt x="0" y="1349778"/>
                </a:lnTo>
                <a:lnTo>
                  <a:pt x="0" y="1330766"/>
                </a:lnTo>
                <a:lnTo>
                  <a:pt x="0" y="1311754"/>
                </a:lnTo>
                <a:lnTo>
                  <a:pt x="0" y="1292743"/>
                </a:lnTo>
                <a:lnTo>
                  <a:pt x="0" y="1273731"/>
                </a:lnTo>
                <a:lnTo>
                  <a:pt x="0" y="1254728"/>
                </a:lnTo>
                <a:lnTo>
                  <a:pt x="0" y="1235716"/>
                </a:lnTo>
                <a:lnTo>
                  <a:pt x="0" y="1216704"/>
                </a:lnTo>
                <a:lnTo>
                  <a:pt x="0" y="1197693"/>
                </a:lnTo>
                <a:lnTo>
                  <a:pt x="0" y="1178681"/>
                </a:lnTo>
                <a:lnTo>
                  <a:pt x="0" y="1159669"/>
                </a:lnTo>
                <a:lnTo>
                  <a:pt x="0" y="1140657"/>
                </a:lnTo>
                <a:lnTo>
                  <a:pt x="0" y="1121645"/>
                </a:lnTo>
                <a:lnTo>
                  <a:pt x="0" y="1102633"/>
                </a:lnTo>
                <a:lnTo>
                  <a:pt x="0" y="1083621"/>
                </a:lnTo>
                <a:lnTo>
                  <a:pt x="0" y="1064619"/>
                </a:lnTo>
                <a:lnTo>
                  <a:pt x="0" y="1045607"/>
                </a:lnTo>
                <a:lnTo>
                  <a:pt x="0" y="1026595"/>
                </a:lnTo>
                <a:lnTo>
                  <a:pt x="0" y="1007583"/>
                </a:lnTo>
                <a:lnTo>
                  <a:pt x="0" y="988571"/>
                </a:lnTo>
                <a:lnTo>
                  <a:pt x="0" y="969559"/>
                </a:lnTo>
                <a:lnTo>
                  <a:pt x="0" y="950547"/>
                </a:lnTo>
                <a:lnTo>
                  <a:pt x="0" y="931535"/>
                </a:lnTo>
                <a:lnTo>
                  <a:pt x="0" y="912524"/>
                </a:lnTo>
                <a:lnTo>
                  <a:pt x="0" y="893512"/>
                </a:lnTo>
                <a:lnTo>
                  <a:pt x="0" y="874509"/>
                </a:lnTo>
                <a:lnTo>
                  <a:pt x="0" y="855497"/>
                </a:lnTo>
                <a:lnTo>
                  <a:pt x="0" y="836485"/>
                </a:lnTo>
                <a:lnTo>
                  <a:pt x="0" y="817474"/>
                </a:lnTo>
                <a:lnTo>
                  <a:pt x="0" y="798462"/>
                </a:lnTo>
                <a:lnTo>
                  <a:pt x="0" y="779450"/>
                </a:lnTo>
                <a:lnTo>
                  <a:pt x="0" y="760438"/>
                </a:lnTo>
                <a:lnTo>
                  <a:pt x="0" y="741426"/>
                </a:lnTo>
                <a:lnTo>
                  <a:pt x="0" y="722414"/>
                </a:lnTo>
                <a:lnTo>
                  <a:pt x="0" y="703402"/>
                </a:lnTo>
                <a:lnTo>
                  <a:pt x="0" y="684400"/>
                </a:lnTo>
                <a:lnTo>
                  <a:pt x="0" y="665388"/>
                </a:lnTo>
                <a:lnTo>
                  <a:pt x="0" y="646376"/>
                </a:lnTo>
                <a:lnTo>
                  <a:pt x="0" y="627364"/>
                </a:lnTo>
                <a:lnTo>
                  <a:pt x="0" y="608352"/>
                </a:lnTo>
                <a:lnTo>
                  <a:pt x="0" y="589340"/>
                </a:lnTo>
                <a:lnTo>
                  <a:pt x="0" y="570328"/>
                </a:lnTo>
                <a:lnTo>
                  <a:pt x="0" y="551317"/>
                </a:lnTo>
                <a:lnTo>
                  <a:pt x="0" y="532305"/>
                </a:lnTo>
                <a:lnTo>
                  <a:pt x="0" y="513293"/>
                </a:lnTo>
                <a:lnTo>
                  <a:pt x="0" y="494281"/>
                </a:lnTo>
                <a:lnTo>
                  <a:pt x="0" y="475278"/>
                </a:lnTo>
                <a:lnTo>
                  <a:pt x="0" y="456267"/>
                </a:lnTo>
                <a:lnTo>
                  <a:pt x="0" y="437255"/>
                </a:lnTo>
                <a:lnTo>
                  <a:pt x="0" y="418243"/>
                </a:lnTo>
                <a:lnTo>
                  <a:pt x="0" y="399231"/>
                </a:lnTo>
                <a:lnTo>
                  <a:pt x="0" y="380219"/>
                </a:lnTo>
                <a:lnTo>
                  <a:pt x="0" y="361207"/>
                </a:lnTo>
                <a:lnTo>
                  <a:pt x="0" y="342195"/>
                </a:lnTo>
                <a:lnTo>
                  <a:pt x="0" y="323183"/>
                </a:lnTo>
                <a:lnTo>
                  <a:pt x="0" y="304171"/>
                </a:lnTo>
                <a:lnTo>
                  <a:pt x="0" y="285169"/>
                </a:lnTo>
                <a:lnTo>
                  <a:pt x="0" y="266157"/>
                </a:lnTo>
                <a:lnTo>
                  <a:pt x="0" y="247145"/>
                </a:lnTo>
                <a:lnTo>
                  <a:pt x="0" y="228133"/>
                </a:lnTo>
                <a:lnTo>
                  <a:pt x="0" y="209121"/>
                </a:lnTo>
                <a:lnTo>
                  <a:pt x="0" y="190109"/>
                </a:lnTo>
                <a:lnTo>
                  <a:pt x="0" y="171098"/>
                </a:lnTo>
                <a:lnTo>
                  <a:pt x="0" y="152086"/>
                </a:lnTo>
                <a:lnTo>
                  <a:pt x="0" y="133074"/>
                </a:lnTo>
                <a:lnTo>
                  <a:pt x="0" y="114062"/>
                </a:lnTo>
                <a:lnTo>
                  <a:pt x="0" y="95060"/>
                </a:lnTo>
                <a:lnTo>
                  <a:pt x="0" y="76048"/>
                </a:lnTo>
                <a:lnTo>
                  <a:pt x="0" y="57036"/>
                </a:lnTo>
                <a:lnTo>
                  <a:pt x="0" y="38024"/>
                </a:lnTo>
                <a:lnTo>
                  <a:pt x="0" y="19012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78A8D5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35" name="phase-title-2">
            <a:extLst xmlns:a="http://schemas.openxmlformats.org/drawingml/2006/main">
              <a:ext uri="{FF2B5EF4-FFF2-40B4-BE49-F238E27FC236}">
                <a16:creationId xmlns:a16="http://schemas.microsoft.com/office/drawing/2014/main" id="{EBC3A315-A2FA-45AC-BA07-ABD0CABD4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4964011"/>
            <a:ext cx="1428750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持续转化</a:t>
            </a:r>
          </a:p>
        </p:txBody>
      </p:sp>
      <p:sp>
        <p:nvSpPr>
          <p:cNvPr id="36" name="phase-body-2">
            <a:extLst xmlns:a="http://schemas.openxmlformats.org/drawingml/2006/main">
              <a:ext uri="{FF2B5EF4-FFF2-40B4-BE49-F238E27FC236}">
                <a16:creationId xmlns:a16="http://schemas.microsoft.com/office/drawing/2014/main" id="{7A3A6DC4-A1F4-4896-A29F-D1477014E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5318227"/>
            <a:ext cx="1428750" cy="587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让行动沉淀为</a:t>
            </a:r>
          </a:p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长期价值</a:t>
            </a:r>
          </a:p>
        </p:txBody>
      </p:sp>
      <p:sp>
        <p:nvSpPr>
          <p:cNvPr id="37" name="action-icon-shell-2-0">
            <a:extLst xmlns:a="http://schemas.openxmlformats.org/drawingml/2006/main">
              <a:ext uri="{FF2B5EF4-FFF2-40B4-BE49-F238E27FC236}">
                <a16:creationId xmlns:a16="http://schemas.microsoft.com/office/drawing/2014/main" id="{29932A32-1111-40A3-98BA-25D4F45F6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5263305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1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ca943ab9a4c4eb1">
            <a:extLst>
              <a:ext uri="{96DAC541-7B7A-43D3-8B79-37D633B846F1}">
                <asvg:svgBlip xmlns:asvg="http://schemas.microsoft.com/office/drawing/2016/SVG/main" r:embed="Rd8bd550a8454454e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5339505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39" name="action-title-2-0">
            <a:extLst xmlns:a="http://schemas.openxmlformats.org/drawingml/2006/main">
              <a:ext uri="{FF2B5EF4-FFF2-40B4-BE49-F238E27FC236}">
                <a16:creationId xmlns:a16="http://schemas.microsoft.com/office/drawing/2014/main" id="{1E6F9CED-4AC7-4987-8386-A105B27E4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5202288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数据打通</a:t>
            </a:r>
          </a:p>
        </p:txBody>
      </p:sp>
      <p:sp>
        <p:nvSpPr>
          <p:cNvPr id="40" name="action-body-2-0">
            <a:extLst xmlns:a="http://schemas.openxmlformats.org/drawingml/2006/main">
              <a:ext uri="{FF2B5EF4-FFF2-40B4-BE49-F238E27FC236}">
                <a16:creationId xmlns:a16="http://schemas.microsoft.com/office/drawing/2014/main" id="{DFB3BE7C-C57E-443B-A5DB-C0705E0F9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5430888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统一分析对象</a:t>
            </a:r>
          </a:p>
        </p:txBody>
      </p:sp>
      <p:sp>
        <p:nvSpPr>
          <p:cNvPr id="41" name="action-icon-shell-2-1">
            <a:extLst xmlns:a="http://schemas.openxmlformats.org/drawingml/2006/main">
              <a:ext uri="{FF2B5EF4-FFF2-40B4-BE49-F238E27FC236}">
                <a16:creationId xmlns:a16="http://schemas.microsoft.com/office/drawing/2014/main" id="{BD2A3A81-5E37-4F3D-9326-ADA42A3C7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5263305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1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64ce6a440a84df7">
            <a:extLst>
              <a:ext uri="{96DAC541-7B7A-43D3-8B79-37D633B846F1}">
                <asvg:svgBlip xmlns:asvg="http://schemas.microsoft.com/office/drawing/2016/SVG/main" r:embed="R656c0f0d166144c0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5339505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43" name="action-title-2-1">
            <a:extLst xmlns:a="http://schemas.openxmlformats.org/drawingml/2006/main">
              <a:ext uri="{FF2B5EF4-FFF2-40B4-BE49-F238E27FC236}">
                <a16:creationId xmlns:a16="http://schemas.microsoft.com/office/drawing/2014/main" id="{779C3A56-38D2-4FBB-A6CA-B874BC9CC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5202288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自动分群</a:t>
            </a:r>
          </a:p>
        </p:txBody>
      </p:sp>
      <p:sp>
        <p:nvSpPr>
          <p:cNvPr id="44" name="action-body-2-1">
            <a:extLst xmlns:a="http://schemas.openxmlformats.org/drawingml/2006/main">
              <a:ext uri="{FF2B5EF4-FFF2-40B4-BE49-F238E27FC236}">
                <a16:creationId xmlns:a16="http://schemas.microsoft.com/office/drawing/2014/main" id="{5C827E79-3747-4CE0-A262-304B79461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5430888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指导持续运营</a:t>
            </a:r>
          </a:p>
        </p:txBody>
      </p:sp>
      <p:sp>
        <p:nvSpPr>
          <p:cNvPr id="45" name="funnel-step-body-0">
            <a:extLst xmlns:a="http://schemas.openxmlformats.org/drawingml/2006/main">
              <a:ext uri="{FF2B5EF4-FFF2-40B4-BE49-F238E27FC236}">
                <a16:creationId xmlns:a16="http://schemas.microsoft.com/office/drawing/2014/main" id="{0C18400B-8AFB-40E7-978E-642D5F095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52750" y="2514600"/>
            <a:ext cx="3327997" cy="627078"/>
          </a:xfrm>
          <a:custGeom xmlns:a="http://schemas.openxmlformats.org/drawingml/2006/main">
            <a:pathLst>
              <a:path w="3327997" h="627078">
                <a:moveTo>
                  <a:pt x="0" y="0"/>
                </a:moveTo>
                <a:lnTo>
                  <a:pt x="15573" y="26270"/>
                </a:lnTo>
                <a:lnTo>
                  <a:pt x="31156" y="52549"/>
                </a:lnTo>
                <a:lnTo>
                  <a:pt x="46730" y="78819"/>
                </a:lnTo>
                <a:lnTo>
                  <a:pt x="62313" y="105099"/>
                </a:lnTo>
                <a:lnTo>
                  <a:pt x="77886" y="131369"/>
                </a:lnTo>
                <a:lnTo>
                  <a:pt x="93459" y="157639"/>
                </a:lnTo>
                <a:lnTo>
                  <a:pt x="109042" y="183918"/>
                </a:lnTo>
                <a:lnTo>
                  <a:pt x="124616" y="210188"/>
                </a:lnTo>
                <a:lnTo>
                  <a:pt x="140198" y="236468"/>
                </a:lnTo>
                <a:lnTo>
                  <a:pt x="155772" y="262738"/>
                </a:lnTo>
                <a:lnTo>
                  <a:pt x="171345" y="289008"/>
                </a:lnTo>
                <a:lnTo>
                  <a:pt x="186928" y="315287"/>
                </a:lnTo>
                <a:lnTo>
                  <a:pt x="202502" y="341557"/>
                </a:lnTo>
                <a:lnTo>
                  <a:pt x="218084" y="367836"/>
                </a:lnTo>
                <a:lnTo>
                  <a:pt x="233658" y="394106"/>
                </a:lnTo>
                <a:lnTo>
                  <a:pt x="249231" y="420376"/>
                </a:lnTo>
                <a:lnTo>
                  <a:pt x="264814" y="446656"/>
                </a:lnTo>
                <a:lnTo>
                  <a:pt x="280387" y="472926"/>
                </a:lnTo>
                <a:lnTo>
                  <a:pt x="295970" y="499205"/>
                </a:lnTo>
                <a:lnTo>
                  <a:pt x="311544" y="525475"/>
                </a:lnTo>
                <a:lnTo>
                  <a:pt x="327117" y="551745"/>
                </a:lnTo>
                <a:lnTo>
                  <a:pt x="350701" y="568690"/>
                </a:lnTo>
                <a:lnTo>
                  <a:pt x="380333" y="576043"/>
                </a:lnTo>
                <a:lnTo>
                  <a:pt x="410423" y="581292"/>
                </a:lnTo>
                <a:lnTo>
                  <a:pt x="440674" y="585511"/>
                </a:lnTo>
                <a:lnTo>
                  <a:pt x="471011" y="589074"/>
                </a:lnTo>
                <a:lnTo>
                  <a:pt x="501396" y="592188"/>
                </a:lnTo>
                <a:lnTo>
                  <a:pt x="531809" y="594951"/>
                </a:lnTo>
                <a:lnTo>
                  <a:pt x="562251" y="597446"/>
                </a:lnTo>
                <a:lnTo>
                  <a:pt x="592712" y="599713"/>
                </a:lnTo>
                <a:lnTo>
                  <a:pt x="623192" y="601780"/>
                </a:lnTo>
                <a:lnTo>
                  <a:pt x="653672" y="603704"/>
                </a:lnTo>
                <a:lnTo>
                  <a:pt x="684162" y="605485"/>
                </a:lnTo>
                <a:lnTo>
                  <a:pt x="714661" y="607133"/>
                </a:lnTo>
                <a:lnTo>
                  <a:pt x="745169" y="608686"/>
                </a:lnTo>
                <a:lnTo>
                  <a:pt x="775678" y="610124"/>
                </a:lnTo>
                <a:lnTo>
                  <a:pt x="806196" y="611467"/>
                </a:lnTo>
                <a:lnTo>
                  <a:pt x="836714" y="612734"/>
                </a:lnTo>
                <a:lnTo>
                  <a:pt x="867232" y="613924"/>
                </a:lnTo>
                <a:lnTo>
                  <a:pt x="897760" y="615039"/>
                </a:lnTo>
                <a:lnTo>
                  <a:pt x="928287" y="616087"/>
                </a:lnTo>
                <a:lnTo>
                  <a:pt x="958815" y="617068"/>
                </a:lnTo>
                <a:lnTo>
                  <a:pt x="989343" y="617992"/>
                </a:lnTo>
                <a:lnTo>
                  <a:pt x="1019870" y="618858"/>
                </a:lnTo>
                <a:lnTo>
                  <a:pt x="1050407" y="619677"/>
                </a:lnTo>
                <a:lnTo>
                  <a:pt x="1080945" y="620439"/>
                </a:lnTo>
                <a:lnTo>
                  <a:pt x="1111482" y="621154"/>
                </a:lnTo>
                <a:lnTo>
                  <a:pt x="1142019" y="621821"/>
                </a:lnTo>
                <a:lnTo>
                  <a:pt x="1172556" y="622440"/>
                </a:lnTo>
                <a:lnTo>
                  <a:pt x="1203093" y="623021"/>
                </a:lnTo>
                <a:lnTo>
                  <a:pt x="1233630" y="623554"/>
                </a:lnTo>
                <a:lnTo>
                  <a:pt x="1264177" y="624049"/>
                </a:lnTo>
                <a:lnTo>
                  <a:pt x="1294714" y="624497"/>
                </a:lnTo>
                <a:lnTo>
                  <a:pt x="1325251" y="624916"/>
                </a:lnTo>
                <a:lnTo>
                  <a:pt x="1355798" y="625288"/>
                </a:lnTo>
                <a:lnTo>
                  <a:pt x="1386335" y="625631"/>
                </a:lnTo>
                <a:lnTo>
                  <a:pt x="1416882" y="625926"/>
                </a:lnTo>
                <a:lnTo>
                  <a:pt x="1447429" y="626193"/>
                </a:lnTo>
                <a:lnTo>
                  <a:pt x="1477966" y="626421"/>
                </a:lnTo>
                <a:lnTo>
                  <a:pt x="1508512" y="626621"/>
                </a:lnTo>
                <a:lnTo>
                  <a:pt x="1539059" y="626783"/>
                </a:lnTo>
                <a:lnTo>
                  <a:pt x="1569606" y="626907"/>
                </a:lnTo>
                <a:lnTo>
                  <a:pt x="1600143" y="626993"/>
                </a:lnTo>
                <a:lnTo>
                  <a:pt x="1630690" y="627050"/>
                </a:lnTo>
                <a:lnTo>
                  <a:pt x="1661236" y="627078"/>
                </a:lnTo>
                <a:lnTo>
                  <a:pt x="1691783" y="627059"/>
                </a:lnTo>
                <a:lnTo>
                  <a:pt x="1722320" y="627021"/>
                </a:lnTo>
                <a:lnTo>
                  <a:pt x="1752867" y="626945"/>
                </a:lnTo>
                <a:lnTo>
                  <a:pt x="1783413" y="626831"/>
                </a:lnTo>
                <a:lnTo>
                  <a:pt x="1813951" y="626678"/>
                </a:lnTo>
                <a:lnTo>
                  <a:pt x="1844497" y="626497"/>
                </a:lnTo>
                <a:lnTo>
                  <a:pt x="1875044" y="626278"/>
                </a:lnTo>
                <a:lnTo>
                  <a:pt x="1905581" y="626031"/>
                </a:lnTo>
                <a:lnTo>
                  <a:pt x="1936128" y="625735"/>
                </a:lnTo>
                <a:lnTo>
                  <a:pt x="1966674" y="625412"/>
                </a:lnTo>
                <a:lnTo>
                  <a:pt x="1997212" y="625050"/>
                </a:lnTo>
                <a:lnTo>
                  <a:pt x="2027758" y="624650"/>
                </a:lnTo>
                <a:lnTo>
                  <a:pt x="2058295" y="624211"/>
                </a:lnTo>
                <a:lnTo>
                  <a:pt x="2088833" y="623735"/>
                </a:lnTo>
                <a:lnTo>
                  <a:pt x="2119379" y="623221"/>
                </a:lnTo>
                <a:lnTo>
                  <a:pt x="2149916" y="622659"/>
                </a:lnTo>
                <a:lnTo>
                  <a:pt x="2180453" y="622049"/>
                </a:lnTo>
                <a:lnTo>
                  <a:pt x="2210991" y="621401"/>
                </a:lnTo>
                <a:lnTo>
                  <a:pt x="2241528" y="620706"/>
                </a:lnTo>
                <a:lnTo>
                  <a:pt x="2272065" y="619963"/>
                </a:lnTo>
                <a:lnTo>
                  <a:pt x="2302593" y="619173"/>
                </a:lnTo>
                <a:lnTo>
                  <a:pt x="2333130" y="618325"/>
                </a:lnTo>
                <a:lnTo>
                  <a:pt x="2363657" y="617420"/>
                </a:lnTo>
                <a:lnTo>
                  <a:pt x="2394194" y="616458"/>
                </a:lnTo>
                <a:lnTo>
                  <a:pt x="2424713" y="615429"/>
                </a:lnTo>
                <a:lnTo>
                  <a:pt x="2455240" y="614343"/>
                </a:lnTo>
                <a:lnTo>
                  <a:pt x="2485768" y="613181"/>
                </a:lnTo>
                <a:lnTo>
                  <a:pt x="2516286" y="611953"/>
                </a:lnTo>
                <a:lnTo>
                  <a:pt x="2546795" y="610629"/>
                </a:lnTo>
                <a:lnTo>
                  <a:pt x="2577313" y="609219"/>
                </a:lnTo>
                <a:lnTo>
                  <a:pt x="2607821" y="607724"/>
                </a:lnTo>
                <a:lnTo>
                  <a:pt x="2638320" y="606104"/>
                </a:lnTo>
                <a:lnTo>
                  <a:pt x="2668819" y="604371"/>
                </a:lnTo>
                <a:lnTo>
                  <a:pt x="2699299" y="602513"/>
                </a:lnTo>
                <a:lnTo>
                  <a:pt x="2729779" y="600504"/>
                </a:lnTo>
                <a:lnTo>
                  <a:pt x="2760250" y="598303"/>
                </a:lnTo>
                <a:lnTo>
                  <a:pt x="2790692" y="595903"/>
                </a:lnTo>
                <a:lnTo>
                  <a:pt x="2821124" y="593246"/>
                </a:lnTo>
                <a:lnTo>
                  <a:pt x="2851518" y="590274"/>
                </a:lnTo>
                <a:lnTo>
                  <a:pt x="2881874" y="586892"/>
                </a:lnTo>
                <a:lnTo>
                  <a:pt x="2912164" y="582940"/>
                </a:lnTo>
                <a:lnTo>
                  <a:pt x="2942330" y="578148"/>
                </a:lnTo>
                <a:lnTo>
                  <a:pt x="2972200" y="571795"/>
                </a:lnTo>
                <a:lnTo>
                  <a:pt x="3000566" y="560870"/>
                </a:lnTo>
                <a:lnTo>
                  <a:pt x="3016453" y="535181"/>
                </a:lnTo>
                <a:lnTo>
                  <a:pt x="3032027" y="508911"/>
                </a:lnTo>
                <a:lnTo>
                  <a:pt x="3047609" y="482632"/>
                </a:lnTo>
                <a:lnTo>
                  <a:pt x="3063183" y="456362"/>
                </a:lnTo>
                <a:lnTo>
                  <a:pt x="3078756" y="430092"/>
                </a:lnTo>
                <a:lnTo>
                  <a:pt x="3094339" y="403812"/>
                </a:lnTo>
                <a:lnTo>
                  <a:pt x="3109913" y="377542"/>
                </a:lnTo>
                <a:lnTo>
                  <a:pt x="3125495" y="351263"/>
                </a:lnTo>
                <a:lnTo>
                  <a:pt x="3141069" y="324993"/>
                </a:lnTo>
                <a:lnTo>
                  <a:pt x="3156642" y="298714"/>
                </a:lnTo>
                <a:lnTo>
                  <a:pt x="3172225" y="272444"/>
                </a:lnTo>
                <a:lnTo>
                  <a:pt x="3187798" y="246174"/>
                </a:lnTo>
                <a:lnTo>
                  <a:pt x="3203381" y="219894"/>
                </a:lnTo>
                <a:lnTo>
                  <a:pt x="3218955" y="193624"/>
                </a:lnTo>
                <a:lnTo>
                  <a:pt x="3234528" y="167354"/>
                </a:lnTo>
                <a:lnTo>
                  <a:pt x="3250111" y="141075"/>
                </a:lnTo>
                <a:lnTo>
                  <a:pt x="3265684" y="114805"/>
                </a:lnTo>
                <a:lnTo>
                  <a:pt x="3281267" y="88525"/>
                </a:lnTo>
                <a:lnTo>
                  <a:pt x="3296841" y="62255"/>
                </a:lnTo>
                <a:lnTo>
                  <a:pt x="3312414" y="35985"/>
                </a:lnTo>
                <a:lnTo>
                  <a:pt x="3327997" y="9706"/>
                </a:lnTo>
                <a:lnTo>
                  <a:pt x="3319005" y="10963"/>
                </a:lnTo>
                <a:lnTo>
                  <a:pt x="3289468" y="18612"/>
                </a:lnTo>
                <a:lnTo>
                  <a:pt x="3259360" y="23746"/>
                </a:lnTo>
                <a:lnTo>
                  <a:pt x="3229089" y="27813"/>
                </a:lnTo>
                <a:lnTo>
                  <a:pt x="3198733" y="31223"/>
                </a:lnTo>
                <a:lnTo>
                  <a:pt x="3168329" y="34195"/>
                </a:lnTo>
                <a:lnTo>
                  <a:pt x="3137906" y="36833"/>
                </a:lnTo>
                <a:lnTo>
                  <a:pt x="3107455" y="39224"/>
                </a:lnTo>
                <a:lnTo>
                  <a:pt x="3076985" y="41396"/>
                </a:lnTo>
                <a:lnTo>
                  <a:pt x="3046505" y="43405"/>
                </a:lnTo>
                <a:lnTo>
                  <a:pt x="3016025" y="45263"/>
                </a:lnTo>
                <a:lnTo>
                  <a:pt x="2985526" y="46987"/>
                </a:lnTo>
                <a:lnTo>
                  <a:pt x="2955026" y="48606"/>
                </a:lnTo>
                <a:lnTo>
                  <a:pt x="2924518" y="50121"/>
                </a:lnTo>
                <a:lnTo>
                  <a:pt x="2894009" y="51549"/>
                </a:lnTo>
                <a:lnTo>
                  <a:pt x="2863491" y="52892"/>
                </a:lnTo>
                <a:lnTo>
                  <a:pt x="2832973" y="54169"/>
                </a:lnTo>
                <a:lnTo>
                  <a:pt x="2802455" y="55369"/>
                </a:lnTo>
                <a:lnTo>
                  <a:pt x="2771927" y="56512"/>
                </a:lnTo>
                <a:lnTo>
                  <a:pt x="2741409" y="57588"/>
                </a:lnTo>
                <a:lnTo>
                  <a:pt x="2710882" y="58617"/>
                </a:lnTo>
                <a:lnTo>
                  <a:pt x="2680354" y="59598"/>
                </a:lnTo>
                <a:lnTo>
                  <a:pt x="2649817" y="60522"/>
                </a:lnTo>
                <a:lnTo>
                  <a:pt x="2619289" y="61408"/>
                </a:lnTo>
                <a:lnTo>
                  <a:pt x="2588752" y="62246"/>
                </a:lnTo>
                <a:lnTo>
                  <a:pt x="2558225" y="63046"/>
                </a:lnTo>
                <a:lnTo>
                  <a:pt x="2527687" y="63808"/>
                </a:lnTo>
                <a:lnTo>
                  <a:pt x="2497150" y="64522"/>
                </a:lnTo>
                <a:lnTo>
                  <a:pt x="2466613" y="65208"/>
                </a:lnTo>
                <a:lnTo>
                  <a:pt x="2436076" y="65856"/>
                </a:lnTo>
                <a:lnTo>
                  <a:pt x="2405539" y="66475"/>
                </a:lnTo>
                <a:lnTo>
                  <a:pt x="2375002" y="67066"/>
                </a:lnTo>
                <a:lnTo>
                  <a:pt x="2344464" y="67618"/>
                </a:lnTo>
                <a:lnTo>
                  <a:pt x="2313918" y="68151"/>
                </a:lnTo>
                <a:lnTo>
                  <a:pt x="2283381" y="68647"/>
                </a:lnTo>
                <a:lnTo>
                  <a:pt x="2252843" y="69104"/>
                </a:lnTo>
                <a:lnTo>
                  <a:pt x="2222297" y="69552"/>
                </a:lnTo>
                <a:lnTo>
                  <a:pt x="2191760" y="69961"/>
                </a:lnTo>
                <a:lnTo>
                  <a:pt x="2161213" y="70352"/>
                </a:lnTo>
                <a:lnTo>
                  <a:pt x="2130676" y="70714"/>
                </a:lnTo>
                <a:lnTo>
                  <a:pt x="2100129" y="71047"/>
                </a:lnTo>
                <a:lnTo>
                  <a:pt x="2069592" y="71352"/>
                </a:lnTo>
                <a:lnTo>
                  <a:pt x="2039045" y="71638"/>
                </a:lnTo>
                <a:lnTo>
                  <a:pt x="2008499" y="71904"/>
                </a:lnTo>
                <a:lnTo>
                  <a:pt x="1977962" y="72152"/>
                </a:lnTo>
                <a:lnTo>
                  <a:pt x="1947415" y="72361"/>
                </a:lnTo>
                <a:lnTo>
                  <a:pt x="1916868" y="72552"/>
                </a:lnTo>
                <a:lnTo>
                  <a:pt x="1886331" y="72714"/>
                </a:lnTo>
                <a:lnTo>
                  <a:pt x="1855784" y="72857"/>
                </a:lnTo>
                <a:lnTo>
                  <a:pt x="1825238" y="73000"/>
                </a:lnTo>
                <a:lnTo>
                  <a:pt x="1794691" y="73085"/>
                </a:lnTo>
                <a:lnTo>
                  <a:pt x="1764154" y="73171"/>
                </a:lnTo>
                <a:lnTo>
                  <a:pt x="1733607" y="73238"/>
                </a:lnTo>
                <a:lnTo>
                  <a:pt x="1703060" y="73266"/>
                </a:lnTo>
                <a:lnTo>
                  <a:pt x="1672514" y="73285"/>
                </a:lnTo>
                <a:lnTo>
                  <a:pt x="1641977" y="73276"/>
                </a:lnTo>
                <a:lnTo>
                  <a:pt x="1611430" y="73247"/>
                </a:lnTo>
                <a:lnTo>
                  <a:pt x="1580883" y="73200"/>
                </a:lnTo>
                <a:lnTo>
                  <a:pt x="1550337" y="73114"/>
                </a:lnTo>
                <a:lnTo>
                  <a:pt x="1519799" y="73038"/>
                </a:lnTo>
                <a:lnTo>
                  <a:pt x="1489253" y="72914"/>
                </a:lnTo>
                <a:lnTo>
                  <a:pt x="1458706" y="72771"/>
                </a:lnTo>
                <a:lnTo>
                  <a:pt x="1428159" y="72619"/>
                </a:lnTo>
                <a:lnTo>
                  <a:pt x="1397622" y="72438"/>
                </a:lnTo>
                <a:lnTo>
                  <a:pt x="1367076" y="72228"/>
                </a:lnTo>
                <a:lnTo>
                  <a:pt x="1336529" y="71999"/>
                </a:lnTo>
                <a:lnTo>
                  <a:pt x="1305992" y="71742"/>
                </a:lnTo>
                <a:lnTo>
                  <a:pt x="1275445" y="71466"/>
                </a:lnTo>
                <a:lnTo>
                  <a:pt x="1244908" y="71161"/>
                </a:lnTo>
                <a:lnTo>
                  <a:pt x="1214361" y="70837"/>
                </a:lnTo>
                <a:lnTo>
                  <a:pt x="1183815" y="70485"/>
                </a:lnTo>
                <a:lnTo>
                  <a:pt x="1153277" y="70104"/>
                </a:lnTo>
                <a:lnTo>
                  <a:pt x="1122731" y="69704"/>
                </a:lnTo>
                <a:lnTo>
                  <a:pt x="1092194" y="69275"/>
                </a:lnTo>
                <a:lnTo>
                  <a:pt x="1061657" y="68818"/>
                </a:lnTo>
                <a:lnTo>
                  <a:pt x="1031110" y="68332"/>
                </a:lnTo>
                <a:lnTo>
                  <a:pt x="1000573" y="67818"/>
                </a:lnTo>
                <a:lnTo>
                  <a:pt x="970036" y="67275"/>
                </a:lnTo>
                <a:lnTo>
                  <a:pt x="939498" y="66704"/>
                </a:lnTo>
                <a:lnTo>
                  <a:pt x="908952" y="66094"/>
                </a:lnTo>
                <a:lnTo>
                  <a:pt x="878415" y="65456"/>
                </a:lnTo>
                <a:lnTo>
                  <a:pt x="847877" y="64780"/>
                </a:lnTo>
                <a:lnTo>
                  <a:pt x="817340" y="64075"/>
                </a:lnTo>
                <a:lnTo>
                  <a:pt x="786813" y="63322"/>
                </a:lnTo>
                <a:lnTo>
                  <a:pt x="756275" y="62541"/>
                </a:lnTo>
                <a:lnTo>
                  <a:pt x="725738" y="61722"/>
                </a:lnTo>
                <a:lnTo>
                  <a:pt x="695211" y="60855"/>
                </a:lnTo>
                <a:lnTo>
                  <a:pt x="664683" y="59941"/>
                </a:lnTo>
                <a:lnTo>
                  <a:pt x="634146" y="58988"/>
                </a:lnTo>
                <a:lnTo>
                  <a:pt x="603618" y="57979"/>
                </a:lnTo>
                <a:lnTo>
                  <a:pt x="573100" y="56912"/>
                </a:lnTo>
                <a:lnTo>
                  <a:pt x="542573" y="55797"/>
                </a:lnTo>
                <a:lnTo>
                  <a:pt x="512054" y="54616"/>
                </a:lnTo>
                <a:lnTo>
                  <a:pt x="481536" y="53369"/>
                </a:lnTo>
                <a:lnTo>
                  <a:pt x="451018" y="52054"/>
                </a:lnTo>
                <a:lnTo>
                  <a:pt x="420500" y="50654"/>
                </a:lnTo>
                <a:lnTo>
                  <a:pt x="389992" y="49178"/>
                </a:lnTo>
                <a:lnTo>
                  <a:pt x="359493" y="47596"/>
                </a:lnTo>
                <a:lnTo>
                  <a:pt x="328994" y="45911"/>
                </a:lnTo>
                <a:lnTo>
                  <a:pt x="298504" y="44110"/>
                </a:lnTo>
                <a:lnTo>
                  <a:pt x="268024" y="42158"/>
                </a:lnTo>
                <a:lnTo>
                  <a:pt x="237554" y="40043"/>
                </a:lnTo>
                <a:lnTo>
                  <a:pt x="207093" y="37748"/>
                </a:lnTo>
                <a:lnTo>
                  <a:pt x="176651" y="35204"/>
                </a:lnTo>
                <a:lnTo>
                  <a:pt x="146247" y="32366"/>
                </a:lnTo>
                <a:lnTo>
                  <a:pt x="115872" y="29127"/>
                </a:lnTo>
                <a:lnTo>
                  <a:pt x="85563" y="25337"/>
                </a:lnTo>
                <a:lnTo>
                  <a:pt x="55378" y="20679"/>
                </a:lnTo>
                <a:lnTo>
                  <a:pt x="25517" y="14297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46" name="funnel-step-cap-0">
            <a:extLst xmlns:a="http://schemas.openxmlformats.org/drawingml/2006/main">
              <a:ext uri="{FF2B5EF4-FFF2-40B4-BE49-F238E27FC236}">
                <a16:creationId xmlns:a16="http://schemas.microsoft.com/office/drawing/2014/main" id="{B005387C-4E60-4813-9010-52D62542C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52750" y="2410358"/>
            <a:ext cx="3333750" cy="2084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47" name="funnel-step-body-1">
            <a:extLst xmlns:a="http://schemas.openxmlformats.org/drawingml/2006/main">
              <a:ext uri="{FF2B5EF4-FFF2-40B4-BE49-F238E27FC236}">
                <a16:creationId xmlns:a16="http://schemas.microsoft.com/office/drawing/2014/main" id="{C46AD34B-6E6A-4A1A-9C89-2D04E76AD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281077" y="3242310"/>
            <a:ext cx="2676249" cy="627078"/>
          </a:xfrm>
          <a:custGeom xmlns:a="http://schemas.openxmlformats.org/drawingml/2006/main">
            <a:pathLst>
              <a:path w="2676249" h="627078">
                <a:moveTo>
                  <a:pt x="0" y="0"/>
                </a:moveTo>
                <a:lnTo>
                  <a:pt x="10516" y="23165"/>
                </a:lnTo>
                <a:lnTo>
                  <a:pt x="21022" y="46330"/>
                </a:lnTo>
                <a:lnTo>
                  <a:pt x="31537" y="69494"/>
                </a:lnTo>
                <a:lnTo>
                  <a:pt x="42043" y="92659"/>
                </a:lnTo>
                <a:lnTo>
                  <a:pt x="52559" y="115824"/>
                </a:lnTo>
                <a:lnTo>
                  <a:pt x="63065" y="138998"/>
                </a:lnTo>
                <a:lnTo>
                  <a:pt x="73581" y="162163"/>
                </a:lnTo>
                <a:lnTo>
                  <a:pt x="84087" y="185328"/>
                </a:lnTo>
                <a:lnTo>
                  <a:pt x="94602" y="208493"/>
                </a:lnTo>
                <a:lnTo>
                  <a:pt x="105108" y="231658"/>
                </a:lnTo>
                <a:lnTo>
                  <a:pt x="115624" y="254822"/>
                </a:lnTo>
                <a:lnTo>
                  <a:pt x="126130" y="277987"/>
                </a:lnTo>
                <a:lnTo>
                  <a:pt x="136646" y="301152"/>
                </a:lnTo>
                <a:lnTo>
                  <a:pt x="147152" y="324317"/>
                </a:lnTo>
                <a:lnTo>
                  <a:pt x="157667" y="347482"/>
                </a:lnTo>
                <a:lnTo>
                  <a:pt x="168173" y="370656"/>
                </a:lnTo>
                <a:lnTo>
                  <a:pt x="178689" y="393821"/>
                </a:lnTo>
                <a:lnTo>
                  <a:pt x="189195" y="416985"/>
                </a:lnTo>
                <a:lnTo>
                  <a:pt x="199711" y="440150"/>
                </a:lnTo>
                <a:lnTo>
                  <a:pt x="210217" y="463315"/>
                </a:lnTo>
                <a:lnTo>
                  <a:pt x="220732" y="486480"/>
                </a:lnTo>
                <a:lnTo>
                  <a:pt x="231238" y="509645"/>
                </a:lnTo>
                <a:lnTo>
                  <a:pt x="241754" y="532809"/>
                </a:lnTo>
                <a:lnTo>
                  <a:pt x="251698" y="556146"/>
                </a:lnTo>
                <a:lnTo>
                  <a:pt x="272405" y="569814"/>
                </a:lnTo>
                <a:lnTo>
                  <a:pt x="296847" y="576853"/>
                </a:lnTo>
                <a:lnTo>
                  <a:pt x="321755" y="581997"/>
                </a:lnTo>
                <a:lnTo>
                  <a:pt x="346843" y="586169"/>
                </a:lnTo>
                <a:lnTo>
                  <a:pt x="372037" y="589721"/>
                </a:lnTo>
                <a:lnTo>
                  <a:pt x="397278" y="592817"/>
                </a:lnTo>
                <a:lnTo>
                  <a:pt x="422567" y="595579"/>
                </a:lnTo>
                <a:lnTo>
                  <a:pt x="447885" y="598065"/>
                </a:lnTo>
                <a:lnTo>
                  <a:pt x="473221" y="600332"/>
                </a:lnTo>
                <a:lnTo>
                  <a:pt x="498577" y="602409"/>
                </a:lnTo>
                <a:lnTo>
                  <a:pt x="523942" y="604323"/>
                </a:lnTo>
                <a:lnTo>
                  <a:pt x="549326" y="606095"/>
                </a:lnTo>
                <a:lnTo>
                  <a:pt x="574710" y="607752"/>
                </a:lnTo>
                <a:lnTo>
                  <a:pt x="600104" y="609286"/>
                </a:lnTo>
                <a:lnTo>
                  <a:pt x="625497" y="610724"/>
                </a:lnTo>
                <a:lnTo>
                  <a:pt x="650900" y="612067"/>
                </a:lnTo>
                <a:lnTo>
                  <a:pt x="676313" y="613324"/>
                </a:lnTo>
                <a:lnTo>
                  <a:pt x="701726" y="614496"/>
                </a:lnTo>
                <a:lnTo>
                  <a:pt x="727139" y="615610"/>
                </a:lnTo>
                <a:lnTo>
                  <a:pt x="752551" y="616649"/>
                </a:lnTo>
                <a:lnTo>
                  <a:pt x="777973" y="617620"/>
                </a:lnTo>
                <a:lnTo>
                  <a:pt x="803396" y="618534"/>
                </a:lnTo>
                <a:lnTo>
                  <a:pt x="828818" y="619382"/>
                </a:lnTo>
                <a:lnTo>
                  <a:pt x="854250" y="620182"/>
                </a:lnTo>
                <a:lnTo>
                  <a:pt x="879672" y="620935"/>
                </a:lnTo>
                <a:lnTo>
                  <a:pt x="905104" y="621630"/>
                </a:lnTo>
                <a:lnTo>
                  <a:pt x="930535" y="622278"/>
                </a:lnTo>
                <a:lnTo>
                  <a:pt x="955967" y="622887"/>
                </a:lnTo>
                <a:lnTo>
                  <a:pt x="981399" y="623440"/>
                </a:lnTo>
                <a:lnTo>
                  <a:pt x="1006831" y="623954"/>
                </a:lnTo>
                <a:lnTo>
                  <a:pt x="1032262" y="624430"/>
                </a:lnTo>
                <a:lnTo>
                  <a:pt x="1057704" y="624859"/>
                </a:lnTo>
                <a:lnTo>
                  <a:pt x="1083135" y="625250"/>
                </a:lnTo>
                <a:lnTo>
                  <a:pt x="1108577" y="625602"/>
                </a:lnTo>
                <a:lnTo>
                  <a:pt x="1134008" y="625916"/>
                </a:lnTo>
                <a:lnTo>
                  <a:pt x="1159450" y="626183"/>
                </a:lnTo>
                <a:lnTo>
                  <a:pt x="1184881" y="626421"/>
                </a:lnTo>
                <a:lnTo>
                  <a:pt x="1210323" y="626621"/>
                </a:lnTo>
                <a:lnTo>
                  <a:pt x="1235764" y="626783"/>
                </a:lnTo>
                <a:lnTo>
                  <a:pt x="1261205" y="626916"/>
                </a:lnTo>
                <a:lnTo>
                  <a:pt x="1286637" y="627002"/>
                </a:lnTo>
                <a:lnTo>
                  <a:pt x="1312078" y="627059"/>
                </a:lnTo>
                <a:lnTo>
                  <a:pt x="1337520" y="627078"/>
                </a:lnTo>
                <a:lnTo>
                  <a:pt x="1362951" y="627059"/>
                </a:lnTo>
                <a:lnTo>
                  <a:pt x="1388393" y="627012"/>
                </a:lnTo>
                <a:lnTo>
                  <a:pt x="1413834" y="626926"/>
                </a:lnTo>
                <a:lnTo>
                  <a:pt x="1439275" y="626802"/>
                </a:lnTo>
                <a:lnTo>
                  <a:pt x="1464707" y="626640"/>
                </a:lnTo>
                <a:lnTo>
                  <a:pt x="1490148" y="626440"/>
                </a:lnTo>
                <a:lnTo>
                  <a:pt x="1515589" y="626212"/>
                </a:lnTo>
                <a:lnTo>
                  <a:pt x="1541021" y="625935"/>
                </a:lnTo>
                <a:lnTo>
                  <a:pt x="1566462" y="625631"/>
                </a:lnTo>
                <a:lnTo>
                  <a:pt x="1591894" y="625278"/>
                </a:lnTo>
                <a:lnTo>
                  <a:pt x="1617335" y="624897"/>
                </a:lnTo>
                <a:lnTo>
                  <a:pt x="1642767" y="624469"/>
                </a:lnTo>
                <a:lnTo>
                  <a:pt x="1668199" y="623992"/>
                </a:lnTo>
                <a:lnTo>
                  <a:pt x="1693640" y="623487"/>
                </a:lnTo>
                <a:lnTo>
                  <a:pt x="1719072" y="622935"/>
                </a:lnTo>
                <a:lnTo>
                  <a:pt x="1744504" y="622335"/>
                </a:lnTo>
                <a:lnTo>
                  <a:pt x="1769936" y="621687"/>
                </a:lnTo>
                <a:lnTo>
                  <a:pt x="1795358" y="620992"/>
                </a:lnTo>
                <a:lnTo>
                  <a:pt x="1820789" y="620249"/>
                </a:lnTo>
                <a:lnTo>
                  <a:pt x="1846212" y="619449"/>
                </a:lnTo>
                <a:lnTo>
                  <a:pt x="1871643" y="618601"/>
                </a:lnTo>
                <a:lnTo>
                  <a:pt x="1897066" y="617696"/>
                </a:lnTo>
                <a:lnTo>
                  <a:pt x="1922478" y="616734"/>
                </a:lnTo>
                <a:lnTo>
                  <a:pt x="1947901" y="615696"/>
                </a:lnTo>
                <a:lnTo>
                  <a:pt x="1973313" y="614591"/>
                </a:lnTo>
                <a:lnTo>
                  <a:pt x="1998726" y="613420"/>
                </a:lnTo>
                <a:lnTo>
                  <a:pt x="2024139" y="612172"/>
                </a:lnTo>
                <a:lnTo>
                  <a:pt x="2049542" y="610838"/>
                </a:lnTo>
                <a:lnTo>
                  <a:pt x="2074936" y="609400"/>
                </a:lnTo>
                <a:lnTo>
                  <a:pt x="2100329" y="607876"/>
                </a:lnTo>
                <a:lnTo>
                  <a:pt x="2125713" y="606238"/>
                </a:lnTo>
                <a:lnTo>
                  <a:pt x="2151097" y="604466"/>
                </a:lnTo>
                <a:lnTo>
                  <a:pt x="2176463" y="602571"/>
                </a:lnTo>
                <a:lnTo>
                  <a:pt x="2201818" y="600513"/>
                </a:lnTo>
                <a:lnTo>
                  <a:pt x="2227155" y="598256"/>
                </a:lnTo>
                <a:lnTo>
                  <a:pt x="2252472" y="595789"/>
                </a:lnTo>
                <a:lnTo>
                  <a:pt x="2277761" y="593055"/>
                </a:lnTo>
                <a:lnTo>
                  <a:pt x="2303021" y="589988"/>
                </a:lnTo>
                <a:lnTo>
                  <a:pt x="2328215" y="586483"/>
                </a:lnTo>
                <a:lnTo>
                  <a:pt x="2353313" y="582368"/>
                </a:lnTo>
                <a:lnTo>
                  <a:pt x="2378250" y="577320"/>
                </a:lnTo>
                <a:lnTo>
                  <a:pt x="2402748" y="570509"/>
                </a:lnTo>
                <a:lnTo>
                  <a:pt x="2424465" y="557975"/>
                </a:lnTo>
                <a:lnTo>
                  <a:pt x="2434495" y="534686"/>
                </a:lnTo>
                <a:lnTo>
                  <a:pt x="2445001" y="511521"/>
                </a:lnTo>
                <a:lnTo>
                  <a:pt x="2455516" y="488356"/>
                </a:lnTo>
                <a:lnTo>
                  <a:pt x="2466023" y="465191"/>
                </a:lnTo>
                <a:lnTo>
                  <a:pt x="2476538" y="442027"/>
                </a:lnTo>
                <a:lnTo>
                  <a:pt x="2487044" y="418862"/>
                </a:lnTo>
                <a:lnTo>
                  <a:pt x="2497560" y="395697"/>
                </a:lnTo>
                <a:lnTo>
                  <a:pt x="2508066" y="372532"/>
                </a:lnTo>
                <a:lnTo>
                  <a:pt x="2518581" y="349367"/>
                </a:lnTo>
                <a:lnTo>
                  <a:pt x="2529088" y="326203"/>
                </a:lnTo>
                <a:lnTo>
                  <a:pt x="2539603" y="303028"/>
                </a:lnTo>
                <a:lnTo>
                  <a:pt x="2550109" y="279864"/>
                </a:lnTo>
                <a:lnTo>
                  <a:pt x="2560625" y="256699"/>
                </a:lnTo>
                <a:lnTo>
                  <a:pt x="2571131" y="233534"/>
                </a:lnTo>
                <a:lnTo>
                  <a:pt x="2581646" y="210369"/>
                </a:lnTo>
                <a:lnTo>
                  <a:pt x="2592153" y="187204"/>
                </a:lnTo>
                <a:lnTo>
                  <a:pt x="2602668" y="164040"/>
                </a:lnTo>
                <a:lnTo>
                  <a:pt x="2613174" y="140875"/>
                </a:lnTo>
                <a:lnTo>
                  <a:pt x="2623690" y="117710"/>
                </a:lnTo>
                <a:lnTo>
                  <a:pt x="2634196" y="94545"/>
                </a:lnTo>
                <a:lnTo>
                  <a:pt x="2644712" y="71371"/>
                </a:lnTo>
                <a:lnTo>
                  <a:pt x="2655227" y="48206"/>
                </a:lnTo>
                <a:lnTo>
                  <a:pt x="2665733" y="25041"/>
                </a:lnTo>
                <a:lnTo>
                  <a:pt x="2676249" y="1876"/>
                </a:lnTo>
                <a:lnTo>
                  <a:pt x="2659266" y="13364"/>
                </a:lnTo>
                <a:lnTo>
                  <a:pt x="2634777" y="20203"/>
                </a:lnTo>
                <a:lnTo>
                  <a:pt x="2609821" y="25098"/>
                </a:lnTo>
                <a:lnTo>
                  <a:pt x="2584685" y="29042"/>
                </a:lnTo>
                <a:lnTo>
                  <a:pt x="2559472" y="32385"/>
                </a:lnTo>
                <a:lnTo>
                  <a:pt x="2534202" y="35319"/>
                </a:lnTo>
                <a:lnTo>
                  <a:pt x="2508895" y="37929"/>
                </a:lnTo>
                <a:lnTo>
                  <a:pt x="2483568" y="40300"/>
                </a:lnTo>
                <a:lnTo>
                  <a:pt x="2458222" y="42462"/>
                </a:lnTo>
                <a:lnTo>
                  <a:pt x="2432866" y="44453"/>
                </a:lnTo>
                <a:lnTo>
                  <a:pt x="2407491" y="46292"/>
                </a:lnTo>
                <a:lnTo>
                  <a:pt x="2382107" y="48006"/>
                </a:lnTo>
                <a:lnTo>
                  <a:pt x="2356723" y="49616"/>
                </a:lnTo>
                <a:lnTo>
                  <a:pt x="2331329" y="51130"/>
                </a:lnTo>
                <a:lnTo>
                  <a:pt x="2305926" y="52549"/>
                </a:lnTo>
                <a:lnTo>
                  <a:pt x="2280523" y="53883"/>
                </a:lnTo>
                <a:lnTo>
                  <a:pt x="2255120" y="55150"/>
                </a:lnTo>
                <a:lnTo>
                  <a:pt x="2229707" y="56340"/>
                </a:lnTo>
                <a:lnTo>
                  <a:pt x="2204295" y="57464"/>
                </a:lnTo>
                <a:lnTo>
                  <a:pt x="2178872" y="58541"/>
                </a:lnTo>
                <a:lnTo>
                  <a:pt x="2153460" y="59550"/>
                </a:lnTo>
                <a:lnTo>
                  <a:pt x="2128037" y="60512"/>
                </a:lnTo>
                <a:lnTo>
                  <a:pt x="2102615" y="61436"/>
                </a:lnTo>
                <a:lnTo>
                  <a:pt x="2077193" y="62303"/>
                </a:lnTo>
                <a:lnTo>
                  <a:pt x="2051761" y="63122"/>
                </a:lnTo>
                <a:lnTo>
                  <a:pt x="2026339" y="63913"/>
                </a:lnTo>
                <a:lnTo>
                  <a:pt x="2000907" y="64656"/>
                </a:lnTo>
                <a:lnTo>
                  <a:pt x="1975485" y="65351"/>
                </a:lnTo>
                <a:lnTo>
                  <a:pt x="1950053" y="66018"/>
                </a:lnTo>
                <a:lnTo>
                  <a:pt x="1924622" y="66646"/>
                </a:lnTo>
                <a:lnTo>
                  <a:pt x="1899190" y="67247"/>
                </a:lnTo>
                <a:lnTo>
                  <a:pt x="1873758" y="67808"/>
                </a:lnTo>
                <a:lnTo>
                  <a:pt x="1848326" y="68342"/>
                </a:lnTo>
                <a:lnTo>
                  <a:pt x="1822885" y="68847"/>
                </a:lnTo>
                <a:lnTo>
                  <a:pt x="1797453" y="69323"/>
                </a:lnTo>
                <a:lnTo>
                  <a:pt x="1772021" y="69761"/>
                </a:lnTo>
                <a:lnTo>
                  <a:pt x="1746580" y="70180"/>
                </a:lnTo>
                <a:lnTo>
                  <a:pt x="1721148" y="70561"/>
                </a:lnTo>
                <a:lnTo>
                  <a:pt x="1695707" y="70923"/>
                </a:lnTo>
                <a:lnTo>
                  <a:pt x="1670275" y="71257"/>
                </a:lnTo>
                <a:lnTo>
                  <a:pt x="1644834" y="71561"/>
                </a:lnTo>
                <a:lnTo>
                  <a:pt x="1619402" y="71838"/>
                </a:lnTo>
                <a:lnTo>
                  <a:pt x="1593961" y="72095"/>
                </a:lnTo>
                <a:lnTo>
                  <a:pt x="1568529" y="72323"/>
                </a:lnTo>
                <a:lnTo>
                  <a:pt x="1543088" y="72523"/>
                </a:lnTo>
                <a:lnTo>
                  <a:pt x="1517647" y="72704"/>
                </a:lnTo>
                <a:lnTo>
                  <a:pt x="1492215" y="72866"/>
                </a:lnTo>
                <a:lnTo>
                  <a:pt x="1466774" y="72990"/>
                </a:lnTo>
                <a:lnTo>
                  <a:pt x="1441333" y="73095"/>
                </a:lnTo>
                <a:lnTo>
                  <a:pt x="1415891" y="73181"/>
                </a:lnTo>
                <a:lnTo>
                  <a:pt x="1390460" y="73238"/>
                </a:lnTo>
                <a:lnTo>
                  <a:pt x="1365018" y="73276"/>
                </a:lnTo>
                <a:lnTo>
                  <a:pt x="1339577" y="73295"/>
                </a:lnTo>
                <a:lnTo>
                  <a:pt x="1314136" y="73285"/>
                </a:lnTo>
                <a:lnTo>
                  <a:pt x="1288704" y="73247"/>
                </a:lnTo>
                <a:lnTo>
                  <a:pt x="1263263" y="73190"/>
                </a:lnTo>
                <a:lnTo>
                  <a:pt x="1237821" y="73104"/>
                </a:lnTo>
                <a:lnTo>
                  <a:pt x="1212390" y="73009"/>
                </a:lnTo>
                <a:lnTo>
                  <a:pt x="1186948" y="72876"/>
                </a:lnTo>
                <a:lnTo>
                  <a:pt x="1161507" y="72714"/>
                </a:lnTo>
                <a:lnTo>
                  <a:pt x="1136066" y="72542"/>
                </a:lnTo>
                <a:lnTo>
                  <a:pt x="1110634" y="72342"/>
                </a:lnTo>
                <a:lnTo>
                  <a:pt x="1085193" y="72114"/>
                </a:lnTo>
                <a:lnTo>
                  <a:pt x="1059752" y="71866"/>
                </a:lnTo>
                <a:lnTo>
                  <a:pt x="1034320" y="71580"/>
                </a:lnTo>
                <a:lnTo>
                  <a:pt x="1008878" y="71276"/>
                </a:lnTo>
                <a:lnTo>
                  <a:pt x="983447" y="70952"/>
                </a:lnTo>
                <a:lnTo>
                  <a:pt x="958005" y="70590"/>
                </a:lnTo>
                <a:lnTo>
                  <a:pt x="932574" y="70209"/>
                </a:lnTo>
                <a:lnTo>
                  <a:pt x="907142" y="69799"/>
                </a:lnTo>
                <a:lnTo>
                  <a:pt x="881701" y="69361"/>
                </a:lnTo>
                <a:lnTo>
                  <a:pt x="856269" y="68885"/>
                </a:lnTo>
                <a:lnTo>
                  <a:pt x="830837" y="68390"/>
                </a:lnTo>
                <a:lnTo>
                  <a:pt x="805405" y="67856"/>
                </a:lnTo>
                <a:lnTo>
                  <a:pt x="779964" y="67294"/>
                </a:lnTo>
                <a:lnTo>
                  <a:pt x="754532" y="66704"/>
                </a:lnTo>
                <a:lnTo>
                  <a:pt x="729101" y="66075"/>
                </a:lnTo>
                <a:lnTo>
                  <a:pt x="703678" y="65408"/>
                </a:lnTo>
                <a:lnTo>
                  <a:pt x="678247" y="64713"/>
                </a:lnTo>
                <a:lnTo>
                  <a:pt x="652815" y="63970"/>
                </a:lnTo>
                <a:lnTo>
                  <a:pt x="627393" y="63189"/>
                </a:lnTo>
                <a:lnTo>
                  <a:pt x="601970" y="62370"/>
                </a:lnTo>
                <a:lnTo>
                  <a:pt x="576539" y="61503"/>
                </a:lnTo>
                <a:lnTo>
                  <a:pt x="551117" y="60589"/>
                </a:lnTo>
                <a:lnTo>
                  <a:pt x="525694" y="59636"/>
                </a:lnTo>
                <a:lnTo>
                  <a:pt x="500282" y="58617"/>
                </a:lnTo>
                <a:lnTo>
                  <a:pt x="474859" y="57560"/>
                </a:lnTo>
                <a:lnTo>
                  <a:pt x="449447" y="56426"/>
                </a:lnTo>
                <a:lnTo>
                  <a:pt x="424034" y="55245"/>
                </a:lnTo>
                <a:lnTo>
                  <a:pt x="398631" y="53988"/>
                </a:lnTo>
                <a:lnTo>
                  <a:pt x="373228" y="52664"/>
                </a:lnTo>
                <a:lnTo>
                  <a:pt x="347824" y="51245"/>
                </a:lnTo>
                <a:lnTo>
                  <a:pt x="322431" y="49740"/>
                </a:lnTo>
                <a:lnTo>
                  <a:pt x="297047" y="48139"/>
                </a:lnTo>
                <a:lnTo>
                  <a:pt x="271663" y="46444"/>
                </a:lnTo>
                <a:lnTo>
                  <a:pt x="246288" y="44606"/>
                </a:lnTo>
                <a:lnTo>
                  <a:pt x="220932" y="42624"/>
                </a:lnTo>
                <a:lnTo>
                  <a:pt x="195577" y="40481"/>
                </a:lnTo>
                <a:lnTo>
                  <a:pt x="170250" y="38129"/>
                </a:lnTo>
                <a:lnTo>
                  <a:pt x="144942" y="35538"/>
                </a:lnTo>
                <a:lnTo>
                  <a:pt x="119672" y="32633"/>
                </a:lnTo>
                <a:lnTo>
                  <a:pt x="94450" y="29327"/>
                </a:lnTo>
                <a:lnTo>
                  <a:pt x="69313" y="25451"/>
                </a:lnTo>
                <a:lnTo>
                  <a:pt x="44329" y="20650"/>
                </a:lnTo>
                <a:lnTo>
                  <a:pt x="19774" y="14049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48" name="funnel-step-cap-1">
            <a:extLst xmlns:a="http://schemas.openxmlformats.org/drawingml/2006/main">
              <a:ext uri="{FF2B5EF4-FFF2-40B4-BE49-F238E27FC236}">
                <a16:creationId xmlns:a16="http://schemas.microsoft.com/office/drawing/2014/main" id="{44F13FF7-4C6E-4D44-85A8-F4B95B30C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281067" y="3138068"/>
            <a:ext cx="2677106" cy="2084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7EAC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49" name="funnel-step-body-2">
            <a:extLst xmlns:a="http://schemas.openxmlformats.org/drawingml/2006/main">
              <a:ext uri="{FF2B5EF4-FFF2-40B4-BE49-F238E27FC236}">
                <a16:creationId xmlns:a16="http://schemas.microsoft.com/office/drawing/2014/main" id="{61D2AC87-CDE3-4C64-8E84-BDF0D031A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532346" y="3970020"/>
            <a:ext cx="2171271" cy="627069"/>
          </a:xfrm>
          <a:custGeom xmlns:a="http://schemas.openxmlformats.org/drawingml/2006/main">
            <a:pathLst>
              <a:path w="2171271" h="627069">
                <a:moveTo>
                  <a:pt x="0" y="0"/>
                </a:moveTo>
                <a:lnTo>
                  <a:pt x="8163" y="19774"/>
                </a:lnTo>
                <a:lnTo>
                  <a:pt x="16326" y="39548"/>
                </a:lnTo>
                <a:lnTo>
                  <a:pt x="24489" y="59312"/>
                </a:lnTo>
                <a:lnTo>
                  <a:pt x="32652" y="79086"/>
                </a:lnTo>
                <a:lnTo>
                  <a:pt x="40805" y="98860"/>
                </a:lnTo>
                <a:lnTo>
                  <a:pt x="48968" y="118634"/>
                </a:lnTo>
                <a:lnTo>
                  <a:pt x="57131" y="138408"/>
                </a:lnTo>
                <a:lnTo>
                  <a:pt x="65294" y="158182"/>
                </a:lnTo>
                <a:lnTo>
                  <a:pt x="73457" y="177946"/>
                </a:lnTo>
                <a:lnTo>
                  <a:pt x="81620" y="197720"/>
                </a:lnTo>
                <a:lnTo>
                  <a:pt x="89783" y="217494"/>
                </a:lnTo>
                <a:lnTo>
                  <a:pt x="97946" y="237268"/>
                </a:lnTo>
                <a:lnTo>
                  <a:pt x="106109" y="257042"/>
                </a:lnTo>
                <a:lnTo>
                  <a:pt x="114271" y="276816"/>
                </a:lnTo>
                <a:lnTo>
                  <a:pt x="122425" y="296580"/>
                </a:lnTo>
                <a:lnTo>
                  <a:pt x="130588" y="316354"/>
                </a:lnTo>
                <a:lnTo>
                  <a:pt x="138751" y="336128"/>
                </a:lnTo>
                <a:lnTo>
                  <a:pt x="146914" y="355902"/>
                </a:lnTo>
                <a:lnTo>
                  <a:pt x="155077" y="375676"/>
                </a:lnTo>
                <a:lnTo>
                  <a:pt x="163239" y="395449"/>
                </a:lnTo>
                <a:lnTo>
                  <a:pt x="171402" y="415214"/>
                </a:lnTo>
                <a:lnTo>
                  <a:pt x="179565" y="434988"/>
                </a:lnTo>
                <a:lnTo>
                  <a:pt x="187728" y="454762"/>
                </a:lnTo>
                <a:lnTo>
                  <a:pt x="195882" y="474536"/>
                </a:lnTo>
                <a:lnTo>
                  <a:pt x="204045" y="494309"/>
                </a:lnTo>
                <a:lnTo>
                  <a:pt x="212207" y="514083"/>
                </a:lnTo>
                <a:lnTo>
                  <a:pt x="220370" y="533848"/>
                </a:lnTo>
                <a:lnTo>
                  <a:pt x="228533" y="553622"/>
                </a:lnTo>
                <a:lnTo>
                  <a:pt x="242526" y="568481"/>
                </a:lnTo>
                <a:lnTo>
                  <a:pt x="262452" y="576196"/>
                </a:lnTo>
                <a:lnTo>
                  <a:pt x="283112" y="581730"/>
                </a:lnTo>
                <a:lnTo>
                  <a:pt x="304038" y="586169"/>
                </a:lnTo>
                <a:lnTo>
                  <a:pt x="325098" y="589902"/>
                </a:lnTo>
                <a:lnTo>
                  <a:pt x="346234" y="593160"/>
                </a:lnTo>
                <a:lnTo>
                  <a:pt x="367436" y="596036"/>
                </a:lnTo>
                <a:lnTo>
                  <a:pt x="388668" y="598627"/>
                </a:lnTo>
                <a:lnTo>
                  <a:pt x="409927" y="600980"/>
                </a:lnTo>
                <a:lnTo>
                  <a:pt x="431206" y="603123"/>
                </a:lnTo>
                <a:lnTo>
                  <a:pt x="452504" y="605104"/>
                </a:lnTo>
                <a:lnTo>
                  <a:pt x="473821" y="606923"/>
                </a:lnTo>
                <a:lnTo>
                  <a:pt x="495148" y="608619"/>
                </a:lnTo>
                <a:lnTo>
                  <a:pt x="516474" y="610181"/>
                </a:lnTo>
                <a:lnTo>
                  <a:pt x="537820" y="611648"/>
                </a:lnTo>
                <a:lnTo>
                  <a:pt x="559165" y="613010"/>
                </a:lnTo>
                <a:lnTo>
                  <a:pt x="580520" y="614286"/>
                </a:lnTo>
                <a:lnTo>
                  <a:pt x="601875" y="615467"/>
                </a:lnTo>
                <a:lnTo>
                  <a:pt x="623240" y="616582"/>
                </a:lnTo>
                <a:lnTo>
                  <a:pt x="644604" y="617630"/>
                </a:lnTo>
                <a:lnTo>
                  <a:pt x="665969" y="618592"/>
                </a:lnTo>
                <a:lnTo>
                  <a:pt x="687343" y="619496"/>
                </a:lnTo>
                <a:lnTo>
                  <a:pt x="708717" y="620335"/>
                </a:lnTo>
                <a:lnTo>
                  <a:pt x="730091" y="621116"/>
                </a:lnTo>
                <a:lnTo>
                  <a:pt x="751475" y="621849"/>
                </a:lnTo>
                <a:lnTo>
                  <a:pt x="772849" y="622525"/>
                </a:lnTo>
                <a:lnTo>
                  <a:pt x="794233" y="623145"/>
                </a:lnTo>
                <a:lnTo>
                  <a:pt x="815616" y="623716"/>
                </a:lnTo>
                <a:lnTo>
                  <a:pt x="837000" y="624230"/>
                </a:lnTo>
                <a:lnTo>
                  <a:pt x="858383" y="624707"/>
                </a:lnTo>
                <a:lnTo>
                  <a:pt x="879777" y="625135"/>
                </a:lnTo>
                <a:lnTo>
                  <a:pt x="901160" y="625526"/>
                </a:lnTo>
                <a:lnTo>
                  <a:pt x="922544" y="625859"/>
                </a:lnTo>
                <a:lnTo>
                  <a:pt x="943937" y="626164"/>
                </a:lnTo>
                <a:lnTo>
                  <a:pt x="965321" y="626412"/>
                </a:lnTo>
                <a:lnTo>
                  <a:pt x="986714" y="626631"/>
                </a:lnTo>
                <a:lnTo>
                  <a:pt x="1008107" y="626802"/>
                </a:lnTo>
                <a:lnTo>
                  <a:pt x="1029491" y="626926"/>
                </a:lnTo>
                <a:lnTo>
                  <a:pt x="1050884" y="627021"/>
                </a:lnTo>
                <a:lnTo>
                  <a:pt x="1072277" y="627069"/>
                </a:lnTo>
                <a:lnTo>
                  <a:pt x="1093670" y="627069"/>
                </a:lnTo>
                <a:lnTo>
                  <a:pt x="1115054" y="627040"/>
                </a:lnTo>
                <a:lnTo>
                  <a:pt x="1136447" y="626964"/>
                </a:lnTo>
                <a:lnTo>
                  <a:pt x="1157840" y="626850"/>
                </a:lnTo>
                <a:lnTo>
                  <a:pt x="1179224" y="626697"/>
                </a:lnTo>
                <a:lnTo>
                  <a:pt x="1200617" y="626507"/>
                </a:lnTo>
                <a:lnTo>
                  <a:pt x="1222010" y="626269"/>
                </a:lnTo>
                <a:lnTo>
                  <a:pt x="1243394" y="625993"/>
                </a:lnTo>
                <a:lnTo>
                  <a:pt x="1264787" y="625669"/>
                </a:lnTo>
                <a:lnTo>
                  <a:pt x="1286170" y="625297"/>
                </a:lnTo>
                <a:lnTo>
                  <a:pt x="1307554" y="624888"/>
                </a:lnTo>
                <a:lnTo>
                  <a:pt x="1328947" y="624430"/>
                </a:lnTo>
                <a:lnTo>
                  <a:pt x="1350331" y="623926"/>
                </a:lnTo>
                <a:lnTo>
                  <a:pt x="1371714" y="623373"/>
                </a:lnTo>
                <a:lnTo>
                  <a:pt x="1393098" y="622773"/>
                </a:lnTo>
                <a:lnTo>
                  <a:pt x="1414472" y="622125"/>
                </a:lnTo>
                <a:lnTo>
                  <a:pt x="1435856" y="621421"/>
                </a:lnTo>
                <a:lnTo>
                  <a:pt x="1457230" y="620659"/>
                </a:lnTo>
                <a:lnTo>
                  <a:pt x="1478604" y="619839"/>
                </a:lnTo>
                <a:lnTo>
                  <a:pt x="1499978" y="618963"/>
                </a:lnTo>
                <a:lnTo>
                  <a:pt x="1521352" y="618020"/>
                </a:lnTo>
                <a:lnTo>
                  <a:pt x="1542717" y="617010"/>
                </a:lnTo>
                <a:lnTo>
                  <a:pt x="1564081" y="615934"/>
                </a:lnTo>
                <a:lnTo>
                  <a:pt x="1585436" y="614772"/>
                </a:lnTo>
                <a:lnTo>
                  <a:pt x="1606791" y="613534"/>
                </a:lnTo>
                <a:lnTo>
                  <a:pt x="1628146" y="612210"/>
                </a:lnTo>
                <a:lnTo>
                  <a:pt x="1649482" y="610791"/>
                </a:lnTo>
                <a:lnTo>
                  <a:pt x="1670818" y="609257"/>
                </a:lnTo>
                <a:lnTo>
                  <a:pt x="1692145" y="607619"/>
                </a:lnTo>
                <a:lnTo>
                  <a:pt x="1713462" y="605847"/>
                </a:lnTo>
                <a:lnTo>
                  <a:pt x="1734769" y="603942"/>
                </a:lnTo>
                <a:lnTo>
                  <a:pt x="1756058" y="601866"/>
                </a:lnTo>
                <a:lnTo>
                  <a:pt x="1777327" y="599599"/>
                </a:lnTo>
                <a:lnTo>
                  <a:pt x="1798577" y="597113"/>
                </a:lnTo>
                <a:lnTo>
                  <a:pt x="1819789" y="594360"/>
                </a:lnTo>
                <a:lnTo>
                  <a:pt x="1840954" y="591264"/>
                </a:lnTo>
                <a:lnTo>
                  <a:pt x="1862052" y="587740"/>
                </a:lnTo>
                <a:lnTo>
                  <a:pt x="1883045" y="583616"/>
                </a:lnTo>
                <a:lnTo>
                  <a:pt x="1903828" y="578606"/>
                </a:lnTo>
                <a:lnTo>
                  <a:pt x="1924164" y="571995"/>
                </a:lnTo>
                <a:lnTo>
                  <a:pt x="1942490" y="561251"/>
                </a:lnTo>
                <a:lnTo>
                  <a:pt x="1950901" y="541811"/>
                </a:lnTo>
                <a:lnTo>
                  <a:pt x="1959064" y="522046"/>
                </a:lnTo>
                <a:lnTo>
                  <a:pt x="1967227" y="502272"/>
                </a:lnTo>
                <a:lnTo>
                  <a:pt x="1975380" y="482498"/>
                </a:lnTo>
                <a:lnTo>
                  <a:pt x="1983543" y="462725"/>
                </a:lnTo>
                <a:lnTo>
                  <a:pt x="1991706" y="442951"/>
                </a:lnTo>
                <a:lnTo>
                  <a:pt x="1999869" y="423177"/>
                </a:lnTo>
                <a:lnTo>
                  <a:pt x="2008032" y="403412"/>
                </a:lnTo>
                <a:lnTo>
                  <a:pt x="2016195" y="383638"/>
                </a:lnTo>
                <a:lnTo>
                  <a:pt x="2024358" y="363865"/>
                </a:lnTo>
                <a:lnTo>
                  <a:pt x="2032521" y="344091"/>
                </a:lnTo>
                <a:lnTo>
                  <a:pt x="2040684" y="324317"/>
                </a:lnTo>
                <a:lnTo>
                  <a:pt x="2048837" y="304543"/>
                </a:lnTo>
                <a:lnTo>
                  <a:pt x="2057000" y="284778"/>
                </a:lnTo>
                <a:lnTo>
                  <a:pt x="2065163" y="265005"/>
                </a:lnTo>
                <a:lnTo>
                  <a:pt x="2073326" y="245231"/>
                </a:lnTo>
                <a:lnTo>
                  <a:pt x="2081489" y="225457"/>
                </a:lnTo>
                <a:lnTo>
                  <a:pt x="2089652" y="205683"/>
                </a:lnTo>
                <a:lnTo>
                  <a:pt x="2097815" y="185918"/>
                </a:lnTo>
                <a:lnTo>
                  <a:pt x="2105978" y="166145"/>
                </a:lnTo>
                <a:lnTo>
                  <a:pt x="2114140" y="146371"/>
                </a:lnTo>
                <a:lnTo>
                  <a:pt x="2122303" y="126597"/>
                </a:lnTo>
                <a:lnTo>
                  <a:pt x="2130457" y="106823"/>
                </a:lnTo>
                <a:lnTo>
                  <a:pt x="2138620" y="87049"/>
                </a:lnTo>
                <a:lnTo>
                  <a:pt x="2146783" y="67285"/>
                </a:lnTo>
                <a:lnTo>
                  <a:pt x="2154946" y="47511"/>
                </a:lnTo>
                <a:lnTo>
                  <a:pt x="2163108" y="27737"/>
                </a:lnTo>
                <a:lnTo>
                  <a:pt x="2171271" y="7963"/>
                </a:lnTo>
                <a:lnTo>
                  <a:pt x="2167071" y="9706"/>
                </a:lnTo>
                <a:lnTo>
                  <a:pt x="2147430" y="18059"/>
                </a:lnTo>
                <a:lnTo>
                  <a:pt x="2126780" y="23584"/>
                </a:lnTo>
                <a:lnTo>
                  <a:pt x="2105825" y="27889"/>
                </a:lnTo>
                <a:lnTo>
                  <a:pt x="2084746" y="31499"/>
                </a:lnTo>
                <a:lnTo>
                  <a:pt x="2063582" y="34623"/>
                </a:lnTo>
                <a:lnTo>
                  <a:pt x="2042370" y="37386"/>
                </a:lnTo>
                <a:lnTo>
                  <a:pt x="2021129" y="39881"/>
                </a:lnTo>
                <a:lnTo>
                  <a:pt x="1999859" y="42148"/>
                </a:lnTo>
                <a:lnTo>
                  <a:pt x="1978562" y="44225"/>
                </a:lnTo>
                <a:lnTo>
                  <a:pt x="1957264" y="46149"/>
                </a:lnTo>
                <a:lnTo>
                  <a:pt x="1935947" y="47939"/>
                </a:lnTo>
                <a:lnTo>
                  <a:pt x="1914620" y="49597"/>
                </a:lnTo>
                <a:lnTo>
                  <a:pt x="1893284" y="51159"/>
                </a:lnTo>
                <a:lnTo>
                  <a:pt x="1871948" y="52626"/>
                </a:lnTo>
                <a:lnTo>
                  <a:pt x="1850603" y="53997"/>
                </a:lnTo>
                <a:lnTo>
                  <a:pt x="1829248" y="55293"/>
                </a:lnTo>
                <a:lnTo>
                  <a:pt x="1807893" y="56521"/>
                </a:lnTo>
                <a:lnTo>
                  <a:pt x="1786538" y="57674"/>
                </a:lnTo>
                <a:lnTo>
                  <a:pt x="1765173" y="58769"/>
                </a:lnTo>
                <a:lnTo>
                  <a:pt x="1743808" y="59807"/>
                </a:lnTo>
                <a:lnTo>
                  <a:pt x="1722434" y="60789"/>
                </a:lnTo>
                <a:lnTo>
                  <a:pt x="1701070" y="61722"/>
                </a:lnTo>
                <a:lnTo>
                  <a:pt x="1679696" y="62608"/>
                </a:lnTo>
                <a:lnTo>
                  <a:pt x="1658322" y="63446"/>
                </a:lnTo>
                <a:lnTo>
                  <a:pt x="1636947" y="64237"/>
                </a:lnTo>
                <a:lnTo>
                  <a:pt x="1615564" y="64980"/>
                </a:lnTo>
                <a:lnTo>
                  <a:pt x="1594190" y="65694"/>
                </a:lnTo>
                <a:lnTo>
                  <a:pt x="1572806" y="66361"/>
                </a:lnTo>
                <a:lnTo>
                  <a:pt x="1551432" y="66999"/>
                </a:lnTo>
                <a:lnTo>
                  <a:pt x="1530048" y="67599"/>
                </a:lnTo>
                <a:lnTo>
                  <a:pt x="1508665" y="68161"/>
                </a:lnTo>
                <a:lnTo>
                  <a:pt x="1487281" y="68694"/>
                </a:lnTo>
                <a:lnTo>
                  <a:pt x="1465898" y="69190"/>
                </a:lnTo>
                <a:lnTo>
                  <a:pt x="1444504" y="69656"/>
                </a:lnTo>
                <a:lnTo>
                  <a:pt x="1423121" y="70094"/>
                </a:lnTo>
                <a:lnTo>
                  <a:pt x="1401737" y="70495"/>
                </a:lnTo>
                <a:lnTo>
                  <a:pt x="1380344" y="70876"/>
                </a:lnTo>
                <a:lnTo>
                  <a:pt x="1358960" y="71218"/>
                </a:lnTo>
                <a:lnTo>
                  <a:pt x="1337567" y="71542"/>
                </a:lnTo>
                <a:lnTo>
                  <a:pt x="1316184" y="71828"/>
                </a:lnTo>
                <a:lnTo>
                  <a:pt x="1294790" y="72095"/>
                </a:lnTo>
                <a:lnTo>
                  <a:pt x="1273407" y="72323"/>
                </a:lnTo>
                <a:lnTo>
                  <a:pt x="1252014" y="72533"/>
                </a:lnTo>
                <a:lnTo>
                  <a:pt x="1230620" y="72723"/>
                </a:lnTo>
                <a:lnTo>
                  <a:pt x="1209237" y="72885"/>
                </a:lnTo>
                <a:lnTo>
                  <a:pt x="1187844" y="73019"/>
                </a:lnTo>
                <a:lnTo>
                  <a:pt x="1166451" y="73123"/>
                </a:lnTo>
                <a:lnTo>
                  <a:pt x="1145067" y="73200"/>
                </a:lnTo>
                <a:lnTo>
                  <a:pt x="1123674" y="73257"/>
                </a:lnTo>
                <a:lnTo>
                  <a:pt x="1102281" y="73285"/>
                </a:lnTo>
                <a:lnTo>
                  <a:pt x="1080887" y="73295"/>
                </a:lnTo>
                <a:lnTo>
                  <a:pt x="1059504" y="73276"/>
                </a:lnTo>
                <a:lnTo>
                  <a:pt x="1038111" y="73228"/>
                </a:lnTo>
                <a:lnTo>
                  <a:pt x="1016718" y="73152"/>
                </a:lnTo>
                <a:lnTo>
                  <a:pt x="995324" y="73057"/>
                </a:lnTo>
                <a:lnTo>
                  <a:pt x="973941" y="72933"/>
                </a:lnTo>
                <a:lnTo>
                  <a:pt x="952548" y="72790"/>
                </a:lnTo>
                <a:lnTo>
                  <a:pt x="931154" y="72619"/>
                </a:lnTo>
                <a:lnTo>
                  <a:pt x="909771" y="72419"/>
                </a:lnTo>
                <a:lnTo>
                  <a:pt x="888378" y="72190"/>
                </a:lnTo>
                <a:lnTo>
                  <a:pt x="866994" y="71933"/>
                </a:lnTo>
                <a:lnTo>
                  <a:pt x="845601" y="71657"/>
                </a:lnTo>
                <a:lnTo>
                  <a:pt x="824217" y="71352"/>
                </a:lnTo>
                <a:lnTo>
                  <a:pt x="802824" y="71018"/>
                </a:lnTo>
                <a:lnTo>
                  <a:pt x="781441" y="70656"/>
                </a:lnTo>
                <a:lnTo>
                  <a:pt x="760047" y="70266"/>
                </a:lnTo>
                <a:lnTo>
                  <a:pt x="738664" y="69837"/>
                </a:lnTo>
                <a:lnTo>
                  <a:pt x="717280" y="69380"/>
                </a:lnTo>
                <a:lnTo>
                  <a:pt x="695897" y="68894"/>
                </a:lnTo>
                <a:lnTo>
                  <a:pt x="674513" y="68380"/>
                </a:lnTo>
                <a:lnTo>
                  <a:pt x="653129" y="67828"/>
                </a:lnTo>
                <a:lnTo>
                  <a:pt x="631746" y="67247"/>
                </a:lnTo>
                <a:lnTo>
                  <a:pt x="610362" y="66627"/>
                </a:lnTo>
                <a:lnTo>
                  <a:pt x="588978" y="65970"/>
                </a:lnTo>
                <a:lnTo>
                  <a:pt x="567604" y="65275"/>
                </a:lnTo>
                <a:lnTo>
                  <a:pt x="546221" y="64541"/>
                </a:lnTo>
                <a:lnTo>
                  <a:pt x="524847" y="63770"/>
                </a:lnTo>
                <a:lnTo>
                  <a:pt x="503472" y="62951"/>
                </a:lnTo>
                <a:lnTo>
                  <a:pt x="482098" y="62093"/>
                </a:lnTo>
                <a:lnTo>
                  <a:pt x="460724" y="61179"/>
                </a:lnTo>
                <a:lnTo>
                  <a:pt x="439360" y="60217"/>
                </a:lnTo>
                <a:lnTo>
                  <a:pt x="417995" y="59198"/>
                </a:lnTo>
                <a:lnTo>
                  <a:pt x="396631" y="58131"/>
                </a:lnTo>
                <a:lnTo>
                  <a:pt x="375266" y="56998"/>
                </a:lnTo>
                <a:lnTo>
                  <a:pt x="353911" y="55797"/>
                </a:lnTo>
                <a:lnTo>
                  <a:pt x="332556" y="54531"/>
                </a:lnTo>
                <a:lnTo>
                  <a:pt x="311210" y="53178"/>
                </a:lnTo>
                <a:lnTo>
                  <a:pt x="289865" y="51759"/>
                </a:lnTo>
                <a:lnTo>
                  <a:pt x="268529" y="50235"/>
                </a:lnTo>
                <a:lnTo>
                  <a:pt x="247202" y="48616"/>
                </a:lnTo>
                <a:lnTo>
                  <a:pt x="225876" y="46882"/>
                </a:lnTo>
                <a:lnTo>
                  <a:pt x="204568" y="45015"/>
                </a:lnTo>
                <a:lnTo>
                  <a:pt x="183271" y="43005"/>
                </a:lnTo>
                <a:lnTo>
                  <a:pt x="162001" y="40815"/>
                </a:lnTo>
                <a:lnTo>
                  <a:pt x="140741" y="38424"/>
                </a:lnTo>
                <a:lnTo>
                  <a:pt x="119520" y="35776"/>
                </a:lnTo>
                <a:lnTo>
                  <a:pt x="98327" y="32804"/>
                </a:lnTo>
                <a:lnTo>
                  <a:pt x="77210" y="29413"/>
                </a:lnTo>
                <a:lnTo>
                  <a:pt x="56198" y="25422"/>
                </a:lnTo>
                <a:lnTo>
                  <a:pt x="35385" y="20479"/>
                </a:lnTo>
                <a:lnTo>
                  <a:pt x="15135" y="13659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50" name="funnel-step-cap-2">
            <a:extLst xmlns:a="http://schemas.openxmlformats.org/drawingml/2006/main">
              <a:ext uri="{FF2B5EF4-FFF2-40B4-BE49-F238E27FC236}">
                <a16:creationId xmlns:a16="http://schemas.microsoft.com/office/drawing/2014/main" id="{DA84D0C8-FA06-4C17-9BAE-65F579C26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532375" y="3865778"/>
            <a:ext cx="2174510" cy="2084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7EAC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51" name="funnel-step-body-3">
            <a:extLst xmlns:a="http://schemas.openxmlformats.org/drawingml/2006/main">
              <a:ext uri="{FF2B5EF4-FFF2-40B4-BE49-F238E27FC236}">
                <a16:creationId xmlns:a16="http://schemas.microsoft.com/office/drawing/2014/main" id="{DDFEC5F1-B4DE-4B5E-9C66-04FC6AAA2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60946" y="4697730"/>
            <a:ext cx="1713681" cy="627069"/>
          </a:xfrm>
          <a:custGeom xmlns:a="http://schemas.openxmlformats.org/drawingml/2006/main">
            <a:pathLst>
              <a:path w="1713681" h="627069">
                <a:moveTo>
                  <a:pt x="0" y="0"/>
                </a:moveTo>
                <a:lnTo>
                  <a:pt x="6887" y="17745"/>
                </a:lnTo>
                <a:lnTo>
                  <a:pt x="13783" y="35490"/>
                </a:lnTo>
                <a:lnTo>
                  <a:pt x="20669" y="53235"/>
                </a:lnTo>
                <a:lnTo>
                  <a:pt x="27565" y="70971"/>
                </a:lnTo>
                <a:lnTo>
                  <a:pt x="34452" y="88716"/>
                </a:lnTo>
                <a:lnTo>
                  <a:pt x="41348" y="106461"/>
                </a:lnTo>
                <a:lnTo>
                  <a:pt x="48235" y="124206"/>
                </a:lnTo>
                <a:lnTo>
                  <a:pt x="55131" y="141951"/>
                </a:lnTo>
                <a:lnTo>
                  <a:pt x="62017" y="159696"/>
                </a:lnTo>
                <a:lnTo>
                  <a:pt x="68913" y="177432"/>
                </a:lnTo>
                <a:lnTo>
                  <a:pt x="75800" y="195177"/>
                </a:lnTo>
                <a:lnTo>
                  <a:pt x="82696" y="212922"/>
                </a:lnTo>
                <a:lnTo>
                  <a:pt x="89583" y="230667"/>
                </a:lnTo>
                <a:lnTo>
                  <a:pt x="96479" y="248412"/>
                </a:lnTo>
                <a:lnTo>
                  <a:pt x="103365" y="266157"/>
                </a:lnTo>
                <a:lnTo>
                  <a:pt x="110261" y="283893"/>
                </a:lnTo>
                <a:lnTo>
                  <a:pt x="117148" y="301638"/>
                </a:lnTo>
                <a:lnTo>
                  <a:pt x="124044" y="319383"/>
                </a:lnTo>
                <a:lnTo>
                  <a:pt x="130931" y="337128"/>
                </a:lnTo>
                <a:lnTo>
                  <a:pt x="137827" y="354873"/>
                </a:lnTo>
                <a:lnTo>
                  <a:pt x="144713" y="372618"/>
                </a:lnTo>
                <a:lnTo>
                  <a:pt x="151600" y="390354"/>
                </a:lnTo>
                <a:lnTo>
                  <a:pt x="158496" y="408099"/>
                </a:lnTo>
                <a:lnTo>
                  <a:pt x="165383" y="425844"/>
                </a:lnTo>
                <a:lnTo>
                  <a:pt x="172279" y="443589"/>
                </a:lnTo>
                <a:lnTo>
                  <a:pt x="179165" y="461334"/>
                </a:lnTo>
                <a:lnTo>
                  <a:pt x="186061" y="479079"/>
                </a:lnTo>
                <a:lnTo>
                  <a:pt x="192948" y="496824"/>
                </a:lnTo>
                <a:lnTo>
                  <a:pt x="199844" y="514560"/>
                </a:lnTo>
                <a:lnTo>
                  <a:pt x="206731" y="532305"/>
                </a:lnTo>
                <a:lnTo>
                  <a:pt x="213627" y="550050"/>
                </a:lnTo>
                <a:lnTo>
                  <a:pt x="222514" y="566261"/>
                </a:lnTo>
                <a:lnTo>
                  <a:pt x="239030" y="575605"/>
                </a:lnTo>
                <a:lnTo>
                  <a:pt x="256937" y="582044"/>
                </a:lnTo>
                <a:lnTo>
                  <a:pt x="275292" y="587092"/>
                </a:lnTo>
                <a:lnTo>
                  <a:pt x="293856" y="591283"/>
                </a:lnTo>
                <a:lnTo>
                  <a:pt x="312544" y="594884"/>
                </a:lnTo>
                <a:lnTo>
                  <a:pt x="331318" y="598046"/>
                </a:lnTo>
                <a:lnTo>
                  <a:pt x="350139" y="600856"/>
                </a:lnTo>
                <a:lnTo>
                  <a:pt x="369008" y="603390"/>
                </a:lnTo>
                <a:lnTo>
                  <a:pt x="387896" y="605685"/>
                </a:lnTo>
                <a:lnTo>
                  <a:pt x="406822" y="607781"/>
                </a:lnTo>
                <a:lnTo>
                  <a:pt x="425758" y="609695"/>
                </a:lnTo>
                <a:lnTo>
                  <a:pt x="444713" y="611457"/>
                </a:lnTo>
                <a:lnTo>
                  <a:pt x="463677" y="613086"/>
                </a:lnTo>
                <a:lnTo>
                  <a:pt x="482651" y="614572"/>
                </a:lnTo>
                <a:lnTo>
                  <a:pt x="501634" y="615953"/>
                </a:lnTo>
                <a:lnTo>
                  <a:pt x="520627" y="617220"/>
                </a:lnTo>
                <a:lnTo>
                  <a:pt x="539629" y="618401"/>
                </a:lnTo>
                <a:lnTo>
                  <a:pt x="558632" y="619477"/>
                </a:lnTo>
                <a:lnTo>
                  <a:pt x="577644" y="620478"/>
                </a:lnTo>
                <a:lnTo>
                  <a:pt x="596656" y="621382"/>
                </a:lnTo>
                <a:lnTo>
                  <a:pt x="615667" y="622221"/>
                </a:lnTo>
                <a:lnTo>
                  <a:pt x="634689" y="622983"/>
                </a:lnTo>
                <a:lnTo>
                  <a:pt x="653710" y="623668"/>
                </a:lnTo>
                <a:lnTo>
                  <a:pt x="672732" y="624288"/>
                </a:lnTo>
                <a:lnTo>
                  <a:pt x="691763" y="624840"/>
                </a:lnTo>
                <a:lnTo>
                  <a:pt x="710794" y="625326"/>
                </a:lnTo>
                <a:lnTo>
                  <a:pt x="729825" y="625754"/>
                </a:lnTo>
                <a:lnTo>
                  <a:pt x="748856" y="626116"/>
                </a:lnTo>
                <a:lnTo>
                  <a:pt x="767886" y="626421"/>
                </a:lnTo>
                <a:lnTo>
                  <a:pt x="786917" y="626669"/>
                </a:lnTo>
                <a:lnTo>
                  <a:pt x="805948" y="626859"/>
                </a:lnTo>
                <a:lnTo>
                  <a:pt x="824989" y="626983"/>
                </a:lnTo>
                <a:lnTo>
                  <a:pt x="844020" y="627059"/>
                </a:lnTo>
                <a:lnTo>
                  <a:pt x="863051" y="627069"/>
                </a:lnTo>
                <a:lnTo>
                  <a:pt x="882091" y="627031"/>
                </a:lnTo>
                <a:lnTo>
                  <a:pt x="901122" y="626935"/>
                </a:lnTo>
                <a:lnTo>
                  <a:pt x="920153" y="626783"/>
                </a:lnTo>
                <a:lnTo>
                  <a:pt x="939194" y="626564"/>
                </a:lnTo>
                <a:lnTo>
                  <a:pt x="958225" y="626288"/>
                </a:lnTo>
                <a:lnTo>
                  <a:pt x="977255" y="625964"/>
                </a:lnTo>
                <a:lnTo>
                  <a:pt x="996286" y="625564"/>
                </a:lnTo>
                <a:lnTo>
                  <a:pt x="1015317" y="625107"/>
                </a:lnTo>
                <a:lnTo>
                  <a:pt x="1034339" y="624592"/>
                </a:lnTo>
                <a:lnTo>
                  <a:pt x="1053370" y="624011"/>
                </a:lnTo>
                <a:lnTo>
                  <a:pt x="1072391" y="623354"/>
                </a:lnTo>
                <a:lnTo>
                  <a:pt x="1091413" y="622640"/>
                </a:lnTo>
                <a:lnTo>
                  <a:pt x="1110434" y="621849"/>
                </a:lnTo>
                <a:lnTo>
                  <a:pt x="1129446" y="620973"/>
                </a:lnTo>
                <a:lnTo>
                  <a:pt x="1148458" y="620030"/>
                </a:lnTo>
                <a:lnTo>
                  <a:pt x="1167460" y="618992"/>
                </a:lnTo>
                <a:lnTo>
                  <a:pt x="1186463" y="617868"/>
                </a:lnTo>
                <a:lnTo>
                  <a:pt x="1205465" y="616658"/>
                </a:lnTo>
                <a:lnTo>
                  <a:pt x="1224448" y="615334"/>
                </a:lnTo>
                <a:lnTo>
                  <a:pt x="1243432" y="613905"/>
                </a:lnTo>
                <a:lnTo>
                  <a:pt x="1262405" y="612353"/>
                </a:lnTo>
                <a:lnTo>
                  <a:pt x="1281360" y="610667"/>
                </a:lnTo>
                <a:lnTo>
                  <a:pt x="1300305" y="608838"/>
                </a:lnTo>
                <a:lnTo>
                  <a:pt x="1319241" y="606847"/>
                </a:lnTo>
                <a:lnTo>
                  <a:pt x="1338148" y="604657"/>
                </a:lnTo>
                <a:lnTo>
                  <a:pt x="1357027" y="602256"/>
                </a:lnTo>
                <a:lnTo>
                  <a:pt x="1375877" y="599608"/>
                </a:lnTo>
                <a:lnTo>
                  <a:pt x="1394679" y="596636"/>
                </a:lnTo>
                <a:lnTo>
                  <a:pt x="1413415" y="593293"/>
                </a:lnTo>
                <a:lnTo>
                  <a:pt x="1432055" y="589436"/>
                </a:lnTo>
                <a:lnTo>
                  <a:pt x="1450543" y="584902"/>
                </a:lnTo>
                <a:lnTo>
                  <a:pt x="1468736" y="579311"/>
                </a:lnTo>
                <a:lnTo>
                  <a:pt x="1486224" y="571843"/>
                </a:lnTo>
                <a:lnTo>
                  <a:pt x="1500626" y="559765"/>
                </a:lnTo>
                <a:lnTo>
                  <a:pt x="1506903" y="541896"/>
                </a:lnTo>
                <a:lnTo>
                  <a:pt x="1513789" y="524151"/>
                </a:lnTo>
                <a:lnTo>
                  <a:pt x="1520685" y="506406"/>
                </a:lnTo>
                <a:lnTo>
                  <a:pt x="1527572" y="488661"/>
                </a:lnTo>
                <a:lnTo>
                  <a:pt x="1534468" y="470916"/>
                </a:lnTo>
                <a:lnTo>
                  <a:pt x="1541355" y="453171"/>
                </a:lnTo>
                <a:lnTo>
                  <a:pt x="1548251" y="435435"/>
                </a:lnTo>
                <a:lnTo>
                  <a:pt x="1555137" y="417690"/>
                </a:lnTo>
                <a:lnTo>
                  <a:pt x="1562033" y="399945"/>
                </a:lnTo>
                <a:lnTo>
                  <a:pt x="1568920" y="382200"/>
                </a:lnTo>
                <a:lnTo>
                  <a:pt x="1575816" y="364455"/>
                </a:lnTo>
                <a:lnTo>
                  <a:pt x="1582703" y="346710"/>
                </a:lnTo>
                <a:lnTo>
                  <a:pt x="1589599" y="328974"/>
                </a:lnTo>
                <a:lnTo>
                  <a:pt x="1596485" y="311229"/>
                </a:lnTo>
                <a:lnTo>
                  <a:pt x="1603372" y="293484"/>
                </a:lnTo>
                <a:lnTo>
                  <a:pt x="1610268" y="275739"/>
                </a:lnTo>
                <a:lnTo>
                  <a:pt x="1617155" y="257994"/>
                </a:lnTo>
                <a:lnTo>
                  <a:pt x="1624051" y="240249"/>
                </a:lnTo>
                <a:lnTo>
                  <a:pt x="1630937" y="222514"/>
                </a:lnTo>
                <a:lnTo>
                  <a:pt x="1637833" y="204768"/>
                </a:lnTo>
                <a:lnTo>
                  <a:pt x="1644720" y="187023"/>
                </a:lnTo>
                <a:lnTo>
                  <a:pt x="1651616" y="169278"/>
                </a:lnTo>
                <a:lnTo>
                  <a:pt x="1658503" y="151533"/>
                </a:lnTo>
                <a:lnTo>
                  <a:pt x="1665399" y="133788"/>
                </a:lnTo>
                <a:lnTo>
                  <a:pt x="1672285" y="116043"/>
                </a:lnTo>
                <a:lnTo>
                  <a:pt x="1679181" y="98308"/>
                </a:lnTo>
                <a:lnTo>
                  <a:pt x="1686068" y="80562"/>
                </a:lnTo>
                <a:lnTo>
                  <a:pt x="1692964" y="62817"/>
                </a:lnTo>
                <a:lnTo>
                  <a:pt x="1699851" y="45072"/>
                </a:lnTo>
                <a:lnTo>
                  <a:pt x="1706747" y="27327"/>
                </a:lnTo>
                <a:lnTo>
                  <a:pt x="1713633" y="9582"/>
                </a:lnTo>
                <a:lnTo>
                  <a:pt x="1713681" y="7696"/>
                </a:lnTo>
                <a:lnTo>
                  <a:pt x="1697460" y="17431"/>
                </a:lnTo>
                <a:lnTo>
                  <a:pt x="1679467" y="23622"/>
                </a:lnTo>
                <a:lnTo>
                  <a:pt x="1661036" y="28365"/>
                </a:lnTo>
                <a:lnTo>
                  <a:pt x="1642415" y="32290"/>
                </a:lnTo>
                <a:lnTo>
                  <a:pt x="1623679" y="35652"/>
                </a:lnTo>
                <a:lnTo>
                  <a:pt x="1604877" y="38624"/>
                </a:lnTo>
                <a:lnTo>
                  <a:pt x="1586027" y="41272"/>
                </a:lnTo>
                <a:lnTo>
                  <a:pt x="1567148" y="43672"/>
                </a:lnTo>
                <a:lnTo>
                  <a:pt x="1548241" y="45872"/>
                </a:lnTo>
                <a:lnTo>
                  <a:pt x="1529315" y="47892"/>
                </a:lnTo>
                <a:lnTo>
                  <a:pt x="1510370" y="49759"/>
                </a:lnTo>
                <a:lnTo>
                  <a:pt x="1491415" y="51502"/>
                </a:lnTo>
                <a:lnTo>
                  <a:pt x="1472451" y="53111"/>
                </a:lnTo>
                <a:lnTo>
                  <a:pt x="1453477" y="54626"/>
                </a:lnTo>
                <a:lnTo>
                  <a:pt x="1434494" y="56045"/>
                </a:lnTo>
                <a:lnTo>
                  <a:pt x="1415501" y="57369"/>
                </a:lnTo>
                <a:lnTo>
                  <a:pt x="1396508" y="58617"/>
                </a:lnTo>
                <a:lnTo>
                  <a:pt x="1377515" y="59788"/>
                </a:lnTo>
                <a:lnTo>
                  <a:pt x="1358513" y="60893"/>
                </a:lnTo>
                <a:lnTo>
                  <a:pt x="1339501" y="61932"/>
                </a:lnTo>
                <a:lnTo>
                  <a:pt x="1320489" y="62913"/>
                </a:lnTo>
                <a:lnTo>
                  <a:pt x="1301477" y="63837"/>
                </a:lnTo>
                <a:lnTo>
                  <a:pt x="1282465" y="64703"/>
                </a:lnTo>
                <a:lnTo>
                  <a:pt x="1263444" y="65513"/>
                </a:lnTo>
                <a:lnTo>
                  <a:pt x="1244432" y="66275"/>
                </a:lnTo>
                <a:lnTo>
                  <a:pt x="1225410" y="66999"/>
                </a:lnTo>
                <a:lnTo>
                  <a:pt x="1206379" y="67666"/>
                </a:lnTo>
                <a:lnTo>
                  <a:pt x="1187358" y="68294"/>
                </a:lnTo>
                <a:lnTo>
                  <a:pt x="1168337" y="68875"/>
                </a:lnTo>
                <a:lnTo>
                  <a:pt x="1149306" y="69428"/>
                </a:lnTo>
                <a:lnTo>
                  <a:pt x="1130275" y="69933"/>
                </a:lnTo>
                <a:lnTo>
                  <a:pt x="1111253" y="70399"/>
                </a:lnTo>
                <a:lnTo>
                  <a:pt x="1092222" y="70828"/>
                </a:lnTo>
                <a:lnTo>
                  <a:pt x="1073191" y="71218"/>
                </a:lnTo>
                <a:lnTo>
                  <a:pt x="1054160" y="71580"/>
                </a:lnTo>
                <a:lnTo>
                  <a:pt x="1035129" y="71895"/>
                </a:lnTo>
                <a:lnTo>
                  <a:pt x="1016098" y="72190"/>
                </a:lnTo>
                <a:lnTo>
                  <a:pt x="997058" y="72438"/>
                </a:lnTo>
                <a:lnTo>
                  <a:pt x="978027" y="72657"/>
                </a:lnTo>
                <a:lnTo>
                  <a:pt x="958996" y="72847"/>
                </a:lnTo>
                <a:lnTo>
                  <a:pt x="939956" y="73000"/>
                </a:lnTo>
                <a:lnTo>
                  <a:pt x="920925" y="73123"/>
                </a:lnTo>
                <a:lnTo>
                  <a:pt x="901894" y="73209"/>
                </a:lnTo>
                <a:lnTo>
                  <a:pt x="882853" y="73266"/>
                </a:lnTo>
                <a:lnTo>
                  <a:pt x="863822" y="73295"/>
                </a:lnTo>
                <a:lnTo>
                  <a:pt x="844782" y="73285"/>
                </a:lnTo>
                <a:lnTo>
                  <a:pt x="825751" y="73247"/>
                </a:lnTo>
                <a:lnTo>
                  <a:pt x="806720" y="73171"/>
                </a:lnTo>
                <a:lnTo>
                  <a:pt x="787679" y="73066"/>
                </a:lnTo>
                <a:lnTo>
                  <a:pt x="768648" y="72933"/>
                </a:lnTo>
                <a:lnTo>
                  <a:pt x="749618" y="72761"/>
                </a:lnTo>
                <a:lnTo>
                  <a:pt x="730577" y="72561"/>
                </a:lnTo>
                <a:lnTo>
                  <a:pt x="711546" y="72323"/>
                </a:lnTo>
                <a:lnTo>
                  <a:pt x="692515" y="72057"/>
                </a:lnTo>
                <a:lnTo>
                  <a:pt x="673484" y="71752"/>
                </a:lnTo>
                <a:lnTo>
                  <a:pt x="654453" y="71418"/>
                </a:lnTo>
                <a:lnTo>
                  <a:pt x="635422" y="71047"/>
                </a:lnTo>
                <a:lnTo>
                  <a:pt x="616391" y="70637"/>
                </a:lnTo>
                <a:lnTo>
                  <a:pt x="597360" y="70190"/>
                </a:lnTo>
                <a:lnTo>
                  <a:pt x="578329" y="69704"/>
                </a:lnTo>
                <a:lnTo>
                  <a:pt x="559308" y="69180"/>
                </a:lnTo>
                <a:lnTo>
                  <a:pt x="540277" y="68618"/>
                </a:lnTo>
                <a:lnTo>
                  <a:pt x="521256" y="68009"/>
                </a:lnTo>
                <a:lnTo>
                  <a:pt x="502225" y="67361"/>
                </a:lnTo>
                <a:lnTo>
                  <a:pt x="483203" y="66665"/>
                </a:lnTo>
                <a:lnTo>
                  <a:pt x="464182" y="65932"/>
                </a:lnTo>
                <a:lnTo>
                  <a:pt x="445170" y="65141"/>
                </a:lnTo>
                <a:lnTo>
                  <a:pt x="426149" y="64303"/>
                </a:lnTo>
                <a:lnTo>
                  <a:pt x="407137" y="63417"/>
                </a:lnTo>
                <a:lnTo>
                  <a:pt x="388125" y="62465"/>
                </a:lnTo>
                <a:lnTo>
                  <a:pt x="369122" y="61465"/>
                </a:lnTo>
                <a:lnTo>
                  <a:pt x="350110" y="60398"/>
                </a:lnTo>
                <a:lnTo>
                  <a:pt x="331108" y="59265"/>
                </a:lnTo>
                <a:lnTo>
                  <a:pt x="312115" y="58055"/>
                </a:lnTo>
                <a:lnTo>
                  <a:pt x="293122" y="56769"/>
                </a:lnTo>
                <a:lnTo>
                  <a:pt x="274139" y="55397"/>
                </a:lnTo>
                <a:lnTo>
                  <a:pt x="255165" y="53950"/>
                </a:lnTo>
                <a:lnTo>
                  <a:pt x="236191" y="52388"/>
                </a:lnTo>
                <a:lnTo>
                  <a:pt x="217227" y="50721"/>
                </a:lnTo>
                <a:lnTo>
                  <a:pt x="198282" y="48920"/>
                </a:lnTo>
                <a:lnTo>
                  <a:pt x="179346" y="46987"/>
                </a:lnTo>
                <a:lnTo>
                  <a:pt x="160420" y="44891"/>
                </a:lnTo>
                <a:lnTo>
                  <a:pt x="141532" y="42605"/>
                </a:lnTo>
                <a:lnTo>
                  <a:pt x="122663" y="40091"/>
                </a:lnTo>
                <a:lnTo>
                  <a:pt x="103832" y="37300"/>
                </a:lnTo>
                <a:lnTo>
                  <a:pt x="85058" y="34166"/>
                </a:lnTo>
                <a:lnTo>
                  <a:pt x="66361" y="30566"/>
                </a:lnTo>
                <a:lnTo>
                  <a:pt x="47815" y="26318"/>
                </a:lnTo>
                <a:lnTo>
                  <a:pt x="29537" y="21022"/>
                </a:lnTo>
                <a:lnTo>
                  <a:pt x="12002" y="13678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78A8D5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52" name="funnel-step-cap-3">
            <a:extLst xmlns:a="http://schemas.openxmlformats.org/drawingml/2006/main">
              <a:ext uri="{FF2B5EF4-FFF2-40B4-BE49-F238E27FC236}">
                <a16:creationId xmlns:a16="http://schemas.microsoft.com/office/drawing/2014/main" id="{AE250FC5-57F7-4B45-88AE-1B50E657C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60984" y="4593488"/>
            <a:ext cx="1717272" cy="2084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8A8D5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53" name="funnel-step-body-4">
            <a:extLst xmlns:a="http://schemas.openxmlformats.org/drawingml/2006/main">
              <a:ext uri="{FF2B5EF4-FFF2-40B4-BE49-F238E27FC236}">
                <a16:creationId xmlns:a16="http://schemas.microsoft.com/office/drawing/2014/main" id="{210AE34A-E54B-4AA4-BC39-898A8226B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76021" y="5425440"/>
            <a:ext cx="1287123" cy="627078"/>
          </a:xfrm>
          <a:custGeom xmlns:a="http://schemas.openxmlformats.org/drawingml/2006/main">
            <a:pathLst>
              <a:path w="1287123" h="627078">
                <a:moveTo>
                  <a:pt x="0" y="0"/>
                </a:moveTo>
                <a:lnTo>
                  <a:pt x="6629" y="17859"/>
                </a:lnTo>
                <a:lnTo>
                  <a:pt x="13249" y="35719"/>
                </a:lnTo>
                <a:lnTo>
                  <a:pt x="19879" y="53578"/>
                </a:lnTo>
                <a:lnTo>
                  <a:pt x="26499" y="71428"/>
                </a:lnTo>
                <a:lnTo>
                  <a:pt x="33128" y="89287"/>
                </a:lnTo>
                <a:lnTo>
                  <a:pt x="39748" y="107147"/>
                </a:lnTo>
                <a:lnTo>
                  <a:pt x="46377" y="125006"/>
                </a:lnTo>
                <a:lnTo>
                  <a:pt x="53007" y="142865"/>
                </a:lnTo>
                <a:lnTo>
                  <a:pt x="59627" y="160725"/>
                </a:lnTo>
                <a:lnTo>
                  <a:pt x="66256" y="178575"/>
                </a:lnTo>
                <a:lnTo>
                  <a:pt x="72876" y="196434"/>
                </a:lnTo>
                <a:lnTo>
                  <a:pt x="79505" y="214293"/>
                </a:lnTo>
                <a:lnTo>
                  <a:pt x="86125" y="232153"/>
                </a:lnTo>
                <a:lnTo>
                  <a:pt x="92754" y="250012"/>
                </a:lnTo>
                <a:lnTo>
                  <a:pt x="99384" y="267872"/>
                </a:lnTo>
                <a:lnTo>
                  <a:pt x="106004" y="285731"/>
                </a:lnTo>
                <a:lnTo>
                  <a:pt x="112633" y="303581"/>
                </a:lnTo>
                <a:lnTo>
                  <a:pt x="119253" y="321440"/>
                </a:lnTo>
                <a:lnTo>
                  <a:pt x="125882" y="339300"/>
                </a:lnTo>
                <a:lnTo>
                  <a:pt x="132502" y="357159"/>
                </a:lnTo>
                <a:lnTo>
                  <a:pt x="139132" y="375018"/>
                </a:lnTo>
                <a:lnTo>
                  <a:pt x="145761" y="392878"/>
                </a:lnTo>
                <a:lnTo>
                  <a:pt x="152381" y="410737"/>
                </a:lnTo>
                <a:lnTo>
                  <a:pt x="159010" y="428587"/>
                </a:lnTo>
                <a:lnTo>
                  <a:pt x="165630" y="446446"/>
                </a:lnTo>
                <a:lnTo>
                  <a:pt x="172260" y="464306"/>
                </a:lnTo>
                <a:lnTo>
                  <a:pt x="178880" y="482165"/>
                </a:lnTo>
                <a:lnTo>
                  <a:pt x="185509" y="500024"/>
                </a:lnTo>
                <a:lnTo>
                  <a:pt x="192138" y="517884"/>
                </a:lnTo>
                <a:lnTo>
                  <a:pt x="198758" y="535734"/>
                </a:lnTo>
                <a:lnTo>
                  <a:pt x="205388" y="553593"/>
                </a:lnTo>
                <a:lnTo>
                  <a:pt x="214074" y="569909"/>
                </a:lnTo>
                <a:lnTo>
                  <a:pt x="230038" y="580187"/>
                </a:lnTo>
                <a:lnTo>
                  <a:pt x="247612" y="587512"/>
                </a:lnTo>
                <a:lnTo>
                  <a:pt x="265767" y="593246"/>
                </a:lnTo>
                <a:lnTo>
                  <a:pt x="284226" y="597960"/>
                </a:lnTo>
                <a:lnTo>
                  <a:pt x="302838" y="601961"/>
                </a:lnTo>
                <a:lnTo>
                  <a:pt x="321574" y="605428"/>
                </a:lnTo>
                <a:lnTo>
                  <a:pt x="340376" y="608457"/>
                </a:lnTo>
                <a:lnTo>
                  <a:pt x="359235" y="611124"/>
                </a:lnTo>
                <a:lnTo>
                  <a:pt x="378133" y="613486"/>
                </a:lnTo>
                <a:lnTo>
                  <a:pt x="397069" y="615591"/>
                </a:lnTo>
                <a:lnTo>
                  <a:pt x="416023" y="617468"/>
                </a:lnTo>
                <a:lnTo>
                  <a:pt x="434997" y="619125"/>
                </a:lnTo>
                <a:lnTo>
                  <a:pt x="453981" y="620601"/>
                </a:lnTo>
                <a:lnTo>
                  <a:pt x="472992" y="621897"/>
                </a:lnTo>
                <a:lnTo>
                  <a:pt x="492004" y="623030"/>
                </a:lnTo>
                <a:lnTo>
                  <a:pt x="511026" y="624011"/>
                </a:lnTo>
                <a:lnTo>
                  <a:pt x="530057" y="624840"/>
                </a:lnTo>
                <a:lnTo>
                  <a:pt x="549088" y="625535"/>
                </a:lnTo>
                <a:lnTo>
                  <a:pt x="568128" y="626097"/>
                </a:lnTo>
                <a:lnTo>
                  <a:pt x="587169" y="626526"/>
                </a:lnTo>
                <a:lnTo>
                  <a:pt x="606209" y="626840"/>
                </a:lnTo>
                <a:lnTo>
                  <a:pt x="625259" y="627021"/>
                </a:lnTo>
                <a:lnTo>
                  <a:pt x="644309" y="627078"/>
                </a:lnTo>
                <a:lnTo>
                  <a:pt x="663350" y="627012"/>
                </a:lnTo>
                <a:lnTo>
                  <a:pt x="682400" y="626821"/>
                </a:lnTo>
                <a:lnTo>
                  <a:pt x="701450" y="626507"/>
                </a:lnTo>
                <a:lnTo>
                  <a:pt x="720490" y="626059"/>
                </a:lnTo>
                <a:lnTo>
                  <a:pt x="739521" y="625488"/>
                </a:lnTo>
                <a:lnTo>
                  <a:pt x="758561" y="624783"/>
                </a:lnTo>
                <a:lnTo>
                  <a:pt x="777592" y="623945"/>
                </a:lnTo>
                <a:lnTo>
                  <a:pt x="796614" y="622954"/>
                </a:lnTo>
                <a:lnTo>
                  <a:pt x="815626" y="621802"/>
                </a:lnTo>
                <a:lnTo>
                  <a:pt x="834628" y="620497"/>
                </a:lnTo>
                <a:lnTo>
                  <a:pt x="853611" y="619011"/>
                </a:lnTo>
                <a:lnTo>
                  <a:pt x="872585" y="617334"/>
                </a:lnTo>
                <a:lnTo>
                  <a:pt x="891540" y="615448"/>
                </a:lnTo>
                <a:lnTo>
                  <a:pt x="910466" y="613324"/>
                </a:lnTo>
                <a:lnTo>
                  <a:pt x="929364" y="610943"/>
                </a:lnTo>
                <a:lnTo>
                  <a:pt x="948223" y="608247"/>
                </a:lnTo>
                <a:lnTo>
                  <a:pt x="967026" y="605190"/>
                </a:lnTo>
                <a:lnTo>
                  <a:pt x="985742" y="601685"/>
                </a:lnTo>
                <a:lnTo>
                  <a:pt x="1004354" y="597637"/>
                </a:lnTo>
                <a:lnTo>
                  <a:pt x="1022795" y="592855"/>
                </a:lnTo>
                <a:lnTo>
                  <a:pt x="1040921" y="587035"/>
                </a:lnTo>
                <a:lnTo>
                  <a:pt x="1058428" y="579558"/>
                </a:lnTo>
                <a:lnTo>
                  <a:pt x="1074172" y="568947"/>
                </a:lnTo>
                <a:lnTo>
                  <a:pt x="1082316" y="552279"/>
                </a:lnTo>
                <a:lnTo>
                  <a:pt x="1088936" y="534419"/>
                </a:lnTo>
                <a:lnTo>
                  <a:pt x="1095566" y="516560"/>
                </a:lnTo>
                <a:lnTo>
                  <a:pt x="1102185" y="498700"/>
                </a:lnTo>
                <a:lnTo>
                  <a:pt x="1108815" y="480851"/>
                </a:lnTo>
                <a:lnTo>
                  <a:pt x="1115435" y="462991"/>
                </a:lnTo>
                <a:lnTo>
                  <a:pt x="1122064" y="445132"/>
                </a:lnTo>
                <a:lnTo>
                  <a:pt x="1128693" y="427272"/>
                </a:lnTo>
                <a:lnTo>
                  <a:pt x="1135313" y="409413"/>
                </a:lnTo>
                <a:lnTo>
                  <a:pt x="1141943" y="391554"/>
                </a:lnTo>
                <a:lnTo>
                  <a:pt x="1148563" y="373694"/>
                </a:lnTo>
                <a:lnTo>
                  <a:pt x="1155192" y="355844"/>
                </a:lnTo>
                <a:lnTo>
                  <a:pt x="1161812" y="337985"/>
                </a:lnTo>
                <a:lnTo>
                  <a:pt x="1168441" y="320126"/>
                </a:lnTo>
                <a:lnTo>
                  <a:pt x="1175071" y="302266"/>
                </a:lnTo>
                <a:lnTo>
                  <a:pt x="1181691" y="284407"/>
                </a:lnTo>
                <a:lnTo>
                  <a:pt x="1188320" y="266548"/>
                </a:lnTo>
                <a:lnTo>
                  <a:pt x="1194940" y="248698"/>
                </a:lnTo>
                <a:lnTo>
                  <a:pt x="1201569" y="230838"/>
                </a:lnTo>
                <a:lnTo>
                  <a:pt x="1208189" y="212979"/>
                </a:lnTo>
                <a:lnTo>
                  <a:pt x="1214819" y="195120"/>
                </a:lnTo>
                <a:lnTo>
                  <a:pt x="1221448" y="177260"/>
                </a:lnTo>
                <a:lnTo>
                  <a:pt x="1228068" y="159401"/>
                </a:lnTo>
                <a:lnTo>
                  <a:pt x="1234697" y="141542"/>
                </a:lnTo>
                <a:lnTo>
                  <a:pt x="1241317" y="123692"/>
                </a:lnTo>
                <a:lnTo>
                  <a:pt x="1247946" y="105832"/>
                </a:lnTo>
                <a:lnTo>
                  <a:pt x="1254566" y="87973"/>
                </a:lnTo>
                <a:lnTo>
                  <a:pt x="1261196" y="70114"/>
                </a:lnTo>
                <a:lnTo>
                  <a:pt x="1267825" y="52254"/>
                </a:lnTo>
                <a:lnTo>
                  <a:pt x="1274445" y="34395"/>
                </a:lnTo>
                <a:lnTo>
                  <a:pt x="1281074" y="16545"/>
                </a:lnTo>
                <a:lnTo>
                  <a:pt x="1287123" y="1400"/>
                </a:lnTo>
                <a:lnTo>
                  <a:pt x="1275350" y="15621"/>
                </a:lnTo>
                <a:lnTo>
                  <a:pt x="1258214" y="23860"/>
                </a:lnTo>
                <a:lnTo>
                  <a:pt x="1240126" y="29813"/>
                </a:lnTo>
                <a:lnTo>
                  <a:pt x="1221686" y="34585"/>
                </a:lnTo>
                <a:lnTo>
                  <a:pt x="1203065" y="38586"/>
                </a:lnTo>
                <a:lnTo>
                  <a:pt x="1184339" y="42053"/>
                </a:lnTo>
                <a:lnTo>
                  <a:pt x="1165536" y="45110"/>
                </a:lnTo>
                <a:lnTo>
                  <a:pt x="1146686" y="47835"/>
                </a:lnTo>
                <a:lnTo>
                  <a:pt x="1127798" y="50302"/>
                </a:lnTo>
                <a:lnTo>
                  <a:pt x="1108881" y="52530"/>
                </a:lnTo>
                <a:lnTo>
                  <a:pt x="1089946" y="54569"/>
                </a:lnTo>
                <a:lnTo>
                  <a:pt x="1070991" y="56445"/>
                </a:lnTo>
                <a:lnTo>
                  <a:pt x="1052017" y="58169"/>
                </a:lnTo>
                <a:lnTo>
                  <a:pt x="1033043" y="59741"/>
                </a:lnTo>
                <a:lnTo>
                  <a:pt x="1014051" y="61208"/>
                </a:lnTo>
                <a:lnTo>
                  <a:pt x="995048" y="62551"/>
                </a:lnTo>
                <a:lnTo>
                  <a:pt x="976046" y="63798"/>
                </a:lnTo>
                <a:lnTo>
                  <a:pt x="957024" y="64941"/>
                </a:lnTo>
                <a:lnTo>
                  <a:pt x="938012" y="65999"/>
                </a:lnTo>
                <a:lnTo>
                  <a:pt x="918991" y="66970"/>
                </a:lnTo>
                <a:lnTo>
                  <a:pt x="899960" y="67856"/>
                </a:lnTo>
                <a:lnTo>
                  <a:pt x="880929" y="68675"/>
                </a:lnTo>
                <a:lnTo>
                  <a:pt x="861898" y="69409"/>
                </a:lnTo>
                <a:lnTo>
                  <a:pt x="842867" y="70075"/>
                </a:lnTo>
                <a:lnTo>
                  <a:pt x="823827" y="70676"/>
                </a:lnTo>
                <a:lnTo>
                  <a:pt x="804786" y="71209"/>
                </a:lnTo>
                <a:lnTo>
                  <a:pt x="785746" y="71676"/>
                </a:lnTo>
                <a:lnTo>
                  <a:pt x="766705" y="72085"/>
                </a:lnTo>
                <a:lnTo>
                  <a:pt x="747655" y="72438"/>
                </a:lnTo>
                <a:lnTo>
                  <a:pt x="728615" y="72723"/>
                </a:lnTo>
                <a:lnTo>
                  <a:pt x="709565" y="72952"/>
                </a:lnTo>
                <a:lnTo>
                  <a:pt x="690515" y="73123"/>
                </a:lnTo>
                <a:lnTo>
                  <a:pt x="671474" y="73228"/>
                </a:lnTo>
                <a:lnTo>
                  <a:pt x="652424" y="73285"/>
                </a:lnTo>
                <a:lnTo>
                  <a:pt x="633374" y="73285"/>
                </a:lnTo>
                <a:lnTo>
                  <a:pt x="614334" y="73228"/>
                </a:lnTo>
                <a:lnTo>
                  <a:pt x="595284" y="73104"/>
                </a:lnTo>
                <a:lnTo>
                  <a:pt x="576234" y="72933"/>
                </a:lnTo>
                <a:lnTo>
                  <a:pt x="557193" y="72704"/>
                </a:lnTo>
                <a:lnTo>
                  <a:pt x="538143" y="72409"/>
                </a:lnTo>
                <a:lnTo>
                  <a:pt x="519103" y="72057"/>
                </a:lnTo>
                <a:lnTo>
                  <a:pt x="500063" y="71647"/>
                </a:lnTo>
                <a:lnTo>
                  <a:pt x="481022" y="71171"/>
                </a:lnTo>
                <a:lnTo>
                  <a:pt x="461982" y="70637"/>
                </a:lnTo>
                <a:lnTo>
                  <a:pt x="442941" y="70028"/>
                </a:lnTo>
                <a:lnTo>
                  <a:pt x="423901" y="69361"/>
                </a:lnTo>
                <a:lnTo>
                  <a:pt x="404870" y="68609"/>
                </a:lnTo>
                <a:lnTo>
                  <a:pt x="385839" y="67789"/>
                </a:lnTo>
                <a:lnTo>
                  <a:pt x="366817" y="66904"/>
                </a:lnTo>
                <a:lnTo>
                  <a:pt x="347796" y="65923"/>
                </a:lnTo>
                <a:lnTo>
                  <a:pt x="328774" y="64865"/>
                </a:lnTo>
                <a:lnTo>
                  <a:pt x="309763" y="63713"/>
                </a:lnTo>
                <a:lnTo>
                  <a:pt x="290760" y="62455"/>
                </a:lnTo>
                <a:lnTo>
                  <a:pt x="271758" y="61103"/>
                </a:lnTo>
                <a:lnTo>
                  <a:pt x="252765" y="59636"/>
                </a:lnTo>
                <a:lnTo>
                  <a:pt x="233791" y="58045"/>
                </a:lnTo>
                <a:lnTo>
                  <a:pt x="214817" y="56312"/>
                </a:lnTo>
                <a:lnTo>
                  <a:pt x="195863" y="54426"/>
                </a:lnTo>
                <a:lnTo>
                  <a:pt x="176927" y="52378"/>
                </a:lnTo>
                <a:lnTo>
                  <a:pt x="158020" y="50130"/>
                </a:lnTo>
                <a:lnTo>
                  <a:pt x="139132" y="47644"/>
                </a:lnTo>
                <a:lnTo>
                  <a:pt x="120282" y="44891"/>
                </a:lnTo>
                <a:lnTo>
                  <a:pt x="101489" y="41815"/>
                </a:lnTo>
                <a:lnTo>
                  <a:pt x="82763" y="38310"/>
                </a:lnTo>
                <a:lnTo>
                  <a:pt x="64151" y="34261"/>
                </a:lnTo>
                <a:lnTo>
                  <a:pt x="45730" y="29423"/>
                </a:lnTo>
                <a:lnTo>
                  <a:pt x="27689" y="23346"/>
                </a:lnTo>
                <a:lnTo>
                  <a:pt x="10678" y="14859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78A8D5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54" name="funnel-step-cap-4">
            <a:extLst xmlns:a="http://schemas.openxmlformats.org/drawingml/2006/main">
              <a:ext uri="{FF2B5EF4-FFF2-40B4-BE49-F238E27FC236}">
                <a16:creationId xmlns:a16="http://schemas.microsoft.com/office/drawing/2014/main" id="{29EC6728-CD79-4432-A901-FD5161208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76021" y="5321198"/>
            <a:ext cx="1287218" cy="2084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8A8D5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55" name="funnel-flow-arrow">
            <a:extLst xmlns:a="http://schemas.openxmlformats.org/drawingml/2006/main">
              <a:ext uri="{FF2B5EF4-FFF2-40B4-BE49-F238E27FC236}">
                <a16:creationId xmlns:a16="http://schemas.microsoft.com/office/drawing/2014/main" id="{D71B7F0A-0387-46E0-965E-5A71E2A18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52850" y="2466975"/>
            <a:ext cx="1733550" cy="3631168"/>
          </a:xfrm>
          <a:custGeom xmlns:a="http://schemas.openxmlformats.org/drawingml/2006/main">
            <a:pathLst>
              <a:path w="1733550" h="3631168">
                <a:moveTo>
                  <a:pt x="0" y="0"/>
                </a:moveTo>
                <a:lnTo>
                  <a:pt x="0" y="42834"/>
                </a:lnTo>
                <a:lnTo>
                  <a:pt x="9001" y="84582"/>
                </a:lnTo>
                <a:lnTo>
                  <a:pt x="19136" y="126197"/>
                </a:lnTo>
                <a:lnTo>
                  <a:pt x="29270" y="167811"/>
                </a:lnTo>
                <a:lnTo>
                  <a:pt x="39405" y="209426"/>
                </a:lnTo>
                <a:lnTo>
                  <a:pt x="49540" y="251031"/>
                </a:lnTo>
                <a:lnTo>
                  <a:pt x="59684" y="292646"/>
                </a:lnTo>
                <a:lnTo>
                  <a:pt x="69818" y="334261"/>
                </a:lnTo>
                <a:lnTo>
                  <a:pt x="79953" y="375876"/>
                </a:lnTo>
                <a:lnTo>
                  <a:pt x="90087" y="417490"/>
                </a:lnTo>
                <a:lnTo>
                  <a:pt x="100222" y="459105"/>
                </a:lnTo>
                <a:lnTo>
                  <a:pt x="110357" y="500720"/>
                </a:lnTo>
                <a:lnTo>
                  <a:pt x="120491" y="542334"/>
                </a:lnTo>
                <a:lnTo>
                  <a:pt x="130626" y="583949"/>
                </a:lnTo>
                <a:lnTo>
                  <a:pt x="140770" y="625564"/>
                </a:lnTo>
                <a:lnTo>
                  <a:pt x="150905" y="667179"/>
                </a:lnTo>
                <a:lnTo>
                  <a:pt x="160611" y="708879"/>
                </a:lnTo>
                <a:lnTo>
                  <a:pt x="168907" y="750903"/>
                </a:lnTo>
                <a:lnTo>
                  <a:pt x="176974" y="792966"/>
                </a:lnTo>
                <a:lnTo>
                  <a:pt x="184718" y="835085"/>
                </a:lnTo>
                <a:lnTo>
                  <a:pt x="192462" y="877214"/>
                </a:lnTo>
                <a:lnTo>
                  <a:pt x="200196" y="919343"/>
                </a:lnTo>
                <a:lnTo>
                  <a:pt x="207940" y="961463"/>
                </a:lnTo>
                <a:lnTo>
                  <a:pt x="215684" y="1003592"/>
                </a:lnTo>
                <a:lnTo>
                  <a:pt x="223428" y="1045712"/>
                </a:lnTo>
                <a:lnTo>
                  <a:pt x="231162" y="1087841"/>
                </a:lnTo>
                <a:lnTo>
                  <a:pt x="238906" y="1129960"/>
                </a:lnTo>
                <a:lnTo>
                  <a:pt x="246650" y="1172089"/>
                </a:lnTo>
                <a:lnTo>
                  <a:pt x="254394" y="1214218"/>
                </a:lnTo>
                <a:lnTo>
                  <a:pt x="262128" y="1256338"/>
                </a:lnTo>
                <a:lnTo>
                  <a:pt x="269872" y="1298467"/>
                </a:lnTo>
                <a:lnTo>
                  <a:pt x="277616" y="1340587"/>
                </a:lnTo>
                <a:lnTo>
                  <a:pt x="285359" y="1382716"/>
                </a:lnTo>
                <a:lnTo>
                  <a:pt x="293094" y="1424835"/>
                </a:lnTo>
                <a:lnTo>
                  <a:pt x="300447" y="1467031"/>
                </a:lnTo>
                <a:lnTo>
                  <a:pt x="307734" y="1509236"/>
                </a:lnTo>
                <a:lnTo>
                  <a:pt x="314782" y="1551489"/>
                </a:lnTo>
                <a:lnTo>
                  <a:pt x="321831" y="1593733"/>
                </a:lnTo>
                <a:lnTo>
                  <a:pt x="328879" y="1635976"/>
                </a:lnTo>
                <a:lnTo>
                  <a:pt x="335928" y="1678229"/>
                </a:lnTo>
                <a:lnTo>
                  <a:pt x="342976" y="1720472"/>
                </a:lnTo>
                <a:lnTo>
                  <a:pt x="350025" y="1762716"/>
                </a:lnTo>
                <a:lnTo>
                  <a:pt x="357073" y="1804968"/>
                </a:lnTo>
                <a:lnTo>
                  <a:pt x="364112" y="1847212"/>
                </a:lnTo>
                <a:lnTo>
                  <a:pt x="371161" y="1889455"/>
                </a:lnTo>
                <a:lnTo>
                  <a:pt x="378209" y="1931708"/>
                </a:lnTo>
                <a:lnTo>
                  <a:pt x="385258" y="1973951"/>
                </a:lnTo>
                <a:lnTo>
                  <a:pt x="392306" y="2016195"/>
                </a:lnTo>
                <a:lnTo>
                  <a:pt x="399355" y="2058448"/>
                </a:lnTo>
                <a:lnTo>
                  <a:pt x="406403" y="2100691"/>
                </a:lnTo>
                <a:lnTo>
                  <a:pt x="413452" y="2142935"/>
                </a:lnTo>
                <a:lnTo>
                  <a:pt x="420329" y="2185216"/>
                </a:lnTo>
                <a:lnTo>
                  <a:pt x="427149" y="2227497"/>
                </a:lnTo>
                <a:lnTo>
                  <a:pt x="433797" y="2269808"/>
                </a:lnTo>
                <a:lnTo>
                  <a:pt x="440426" y="2312127"/>
                </a:lnTo>
                <a:lnTo>
                  <a:pt x="447056" y="2354437"/>
                </a:lnTo>
                <a:lnTo>
                  <a:pt x="453685" y="2396747"/>
                </a:lnTo>
                <a:lnTo>
                  <a:pt x="460324" y="2439067"/>
                </a:lnTo>
                <a:lnTo>
                  <a:pt x="466954" y="2481377"/>
                </a:lnTo>
                <a:lnTo>
                  <a:pt x="473583" y="2523696"/>
                </a:lnTo>
                <a:lnTo>
                  <a:pt x="480212" y="2566006"/>
                </a:lnTo>
                <a:lnTo>
                  <a:pt x="486842" y="2608316"/>
                </a:lnTo>
                <a:lnTo>
                  <a:pt x="493481" y="2650636"/>
                </a:lnTo>
                <a:lnTo>
                  <a:pt x="500110" y="2692946"/>
                </a:lnTo>
                <a:lnTo>
                  <a:pt x="506740" y="2735266"/>
                </a:lnTo>
                <a:lnTo>
                  <a:pt x="513369" y="2777576"/>
                </a:lnTo>
                <a:lnTo>
                  <a:pt x="520008" y="2819886"/>
                </a:lnTo>
                <a:lnTo>
                  <a:pt x="526637" y="2862205"/>
                </a:lnTo>
                <a:lnTo>
                  <a:pt x="533181" y="2904534"/>
                </a:lnTo>
                <a:lnTo>
                  <a:pt x="539648" y="2946873"/>
                </a:lnTo>
                <a:lnTo>
                  <a:pt x="503663" y="2952750"/>
                </a:lnTo>
                <a:lnTo>
                  <a:pt x="460829" y="2952750"/>
                </a:lnTo>
                <a:lnTo>
                  <a:pt x="418005" y="2952750"/>
                </a:lnTo>
                <a:lnTo>
                  <a:pt x="375171" y="2952750"/>
                </a:lnTo>
                <a:lnTo>
                  <a:pt x="332337" y="2952750"/>
                </a:lnTo>
                <a:lnTo>
                  <a:pt x="289512" y="2952750"/>
                </a:lnTo>
                <a:lnTo>
                  <a:pt x="246678" y="2952750"/>
                </a:lnTo>
                <a:lnTo>
                  <a:pt x="225533" y="2962075"/>
                </a:lnTo>
                <a:lnTo>
                  <a:pt x="254994" y="2993155"/>
                </a:lnTo>
                <a:lnTo>
                  <a:pt x="284464" y="3024245"/>
                </a:lnTo>
                <a:lnTo>
                  <a:pt x="313925" y="3055325"/>
                </a:lnTo>
                <a:lnTo>
                  <a:pt x="343395" y="3086414"/>
                </a:lnTo>
                <a:lnTo>
                  <a:pt x="372856" y="3117494"/>
                </a:lnTo>
                <a:lnTo>
                  <a:pt x="402326" y="3148574"/>
                </a:lnTo>
                <a:lnTo>
                  <a:pt x="431787" y="3179664"/>
                </a:lnTo>
                <a:lnTo>
                  <a:pt x="461258" y="3210744"/>
                </a:lnTo>
                <a:lnTo>
                  <a:pt x="490718" y="3241834"/>
                </a:lnTo>
                <a:lnTo>
                  <a:pt x="520189" y="3272914"/>
                </a:lnTo>
                <a:lnTo>
                  <a:pt x="549650" y="3304003"/>
                </a:lnTo>
                <a:lnTo>
                  <a:pt x="579110" y="3335084"/>
                </a:lnTo>
                <a:lnTo>
                  <a:pt x="608581" y="3366173"/>
                </a:lnTo>
                <a:lnTo>
                  <a:pt x="638042" y="3397253"/>
                </a:lnTo>
                <a:lnTo>
                  <a:pt x="667512" y="3428333"/>
                </a:lnTo>
                <a:lnTo>
                  <a:pt x="696973" y="3459423"/>
                </a:lnTo>
                <a:lnTo>
                  <a:pt x="726443" y="3490503"/>
                </a:lnTo>
                <a:lnTo>
                  <a:pt x="755904" y="3521593"/>
                </a:lnTo>
                <a:lnTo>
                  <a:pt x="785374" y="3552673"/>
                </a:lnTo>
                <a:lnTo>
                  <a:pt x="814835" y="3583762"/>
                </a:lnTo>
                <a:lnTo>
                  <a:pt x="844306" y="3614842"/>
                </a:lnTo>
                <a:lnTo>
                  <a:pt x="873766" y="3631168"/>
                </a:lnTo>
                <a:lnTo>
                  <a:pt x="903237" y="3600088"/>
                </a:lnTo>
                <a:lnTo>
                  <a:pt x="932698" y="3568998"/>
                </a:lnTo>
                <a:lnTo>
                  <a:pt x="962168" y="3537918"/>
                </a:lnTo>
                <a:lnTo>
                  <a:pt x="991629" y="3506838"/>
                </a:lnTo>
                <a:lnTo>
                  <a:pt x="1021099" y="3475749"/>
                </a:lnTo>
                <a:lnTo>
                  <a:pt x="1050560" y="3444669"/>
                </a:lnTo>
                <a:lnTo>
                  <a:pt x="1080030" y="3413579"/>
                </a:lnTo>
                <a:lnTo>
                  <a:pt x="1109491" y="3382499"/>
                </a:lnTo>
                <a:lnTo>
                  <a:pt x="1138961" y="3351409"/>
                </a:lnTo>
                <a:lnTo>
                  <a:pt x="1168422" y="3320329"/>
                </a:lnTo>
                <a:lnTo>
                  <a:pt x="1197893" y="3289240"/>
                </a:lnTo>
                <a:lnTo>
                  <a:pt x="1227353" y="3258160"/>
                </a:lnTo>
                <a:lnTo>
                  <a:pt x="1256814" y="3227080"/>
                </a:lnTo>
                <a:lnTo>
                  <a:pt x="1286285" y="3195990"/>
                </a:lnTo>
                <a:lnTo>
                  <a:pt x="1315745" y="3164910"/>
                </a:lnTo>
                <a:lnTo>
                  <a:pt x="1345216" y="3133820"/>
                </a:lnTo>
                <a:lnTo>
                  <a:pt x="1374677" y="3102740"/>
                </a:lnTo>
                <a:lnTo>
                  <a:pt x="1404147" y="3071651"/>
                </a:lnTo>
                <a:lnTo>
                  <a:pt x="1433608" y="3040571"/>
                </a:lnTo>
                <a:lnTo>
                  <a:pt x="1463078" y="3009481"/>
                </a:lnTo>
                <a:lnTo>
                  <a:pt x="1492539" y="2978401"/>
                </a:lnTo>
                <a:lnTo>
                  <a:pt x="1509370" y="2952750"/>
                </a:lnTo>
                <a:lnTo>
                  <a:pt x="1466536" y="2952750"/>
                </a:lnTo>
                <a:lnTo>
                  <a:pt x="1423711" y="2952750"/>
                </a:lnTo>
                <a:lnTo>
                  <a:pt x="1380877" y="2952750"/>
                </a:lnTo>
                <a:lnTo>
                  <a:pt x="1338043" y="2952750"/>
                </a:lnTo>
                <a:lnTo>
                  <a:pt x="1295219" y="2952750"/>
                </a:lnTo>
                <a:lnTo>
                  <a:pt x="1252385" y="2952750"/>
                </a:lnTo>
                <a:lnTo>
                  <a:pt x="1209561" y="2952750"/>
                </a:lnTo>
                <a:lnTo>
                  <a:pt x="1196978" y="2926775"/>
                </a:lnTo>
                <a:lnTo>
                  <a:pt x="1203436" y="2884427"/>
                </a:lnTo>
                <a:lnTo>
                  <a:pt x="1210066" y="2842117"/>
                </a:lnTo>
                <a:lnTo>
                  <a:pt x="1216695" y="2799798"/>
                </a:lnTo>
                <a:lnTo>
                  <a:pt x="1223324" y="2757488"/>
                </a:lnTo>
                <a:lnTo>
                  <a:pt x="1229954" y="2715177"/>
                </a:lnTo>
                <a:lnTo>
                  <a:pt x="1236593" y="2672858"/>
                </a:lnTo>
                <a:lnTo>
                  <a:pt x="1243222" y="2630548"/>
                </a:lnTo>
                <a:lnTo>
                  <a:pt x="1249851" y="2588228"/>
                </a:lnTo>
                <a:lnTo>
                  <a:pt x="1256481" y="2545918"/>
                </a:lnTo>
                <a:lnTo>
                  <a:pt x="1263120" y="2503608"/>
                </a:lnTo>
                <a:lnTo>
                  <a:pt x="1269749" y="2461289"/>
                </a:lnTo>
                <a:lnTo>
                  <a:pt x="1276379" y="2418979"/>
                </a:lnTo>
                <a:lnTo>
                  <a:pt x="1283008" y="2376659"/>
                </a:lnTo>
                <a:lnTo>
                  <a:pt x="1289637" y="2334349"/>
                </a:lnTo>
                <a:lnTo>
                  <a:pt x="1296276" y="2292039"/>
                </a:lnTo>
                <a:lnTo>
                  <a:pt x="1302906" y="2249719"/>
                </a:lnTo>
                <a:lnTo>
                  <a:pt x="1309640" y="2207428"/>
                </a:lnTo>
                <a:lnTo>
                  <a:pt x="1316460" y="2165137"/>
                </a:lnTo>
                <a:lnTo>
                  <a:pt x="1323451" y="2122884"/>
                </a:lnTo>
                <a:lnTo>
                  <a:pt x="1330500" y="2080641"/>
                </a:lnTo>
                <a:lnTo>
                  <a:pt x="1337539" y="2038388"/>
                </a:lnTo>
                <a:lnTo>
                  <a:pt x="1344587" y="1996145"/>
                </a:lnTo>
                <a:lnTo>
                  <a:pt x="1351636" y="1953901"/>
                </a:lnTo>
                <a:lnTo>
                  <a:pt x="1358684" y="1911648"/>
                </a:lnTo>
                <a:lnTo>
                  <a:pt x="1365733" y="1869405"/>
                </a:lnTo>
                <a:lnTo>
                  <a:pt x="1372781" y="1827162"/>
                </a:lnTo>
                <a:lnTo>
                  <a:pt x="1379830" y="1784909"/>
                </a:lnTo>
                <a:lnTo>
                  <a:pt x="1386878" y="1742665"/>
                </a:lnTo>
                <a:lnTo>
                  <a:pt x="1393917" y="1700413"/>
                </a:lnTo>
                <a:lnTo>
                  <a:pt x="1400966" y="1658169"/>
                </a:lnTo>
                <a:lnTo>
                  <a:pt x="1408014" y="1615926"/>
                </a:lnTo>
                <a:lnTo>
                  <a:pt x="1415063" y="1573673"/>
                </a:lnTo>
                <a:lnTo>
                  <a:pt x="1422111" y="1531430"/>
                </a:lnTo>
                <a:lnTo>
                  <a:pt x="1429255" y="1489196"/>
                </a:lnTo>
                <a:lnTo>
                  <a:pt x="1436580" y="1447000"/>
                </a:lnTo>
                <a:lnTo>
                  <a:pt x="1444133" y="1404842"/>
                </a:lnTo>
                <a:lnTo>
                  <a:pt x="1451867" y="1362713"/>
                </a:lnTo>
                <a:lnTo>
                  <a:pt x="1459611" y="1320594"/>
                </a:lnTo>
                <a:lnTo>
                  <a:pt x="1467355" y="1278465"/>
                </a:lnTo>
                <a:lnTo>
                  <a:pt x="1475099" y="1236345"/>
                </a:lnTo>
                <a:lnTo>
                  <a:pt x="1482833" y="1194216"/>
                </a:lnTo>
                <a:lnTo>
                  <a:pt x="1490577" y="1152087"/>
                </a:lnTo>
                <a:lnTo>
                  <a:pt x="1498321" y="1109967"/>
                </a:lnTo>
                <a:lnTo>
                  <a:pt x="1506055" y="1067838"/>
                </a:lnTo>
                <a:lnTo>
                  <a:pt x="1513799" y="1025719"/>
                </a:lnTo>
                <a:lnTo>
                  <a:pt x="1521543" y="983590"/>
                </a:lnTo>
                <a:lnTo>
                  <a:pt x="1529286" y="941470"/>
                </a:lnTo>
                <a:lnTo>
                  <a:pt x="1537021" y="899341"/>
                </a:lnTo>
                <a:lnTo>
                  <a:pt x="1544765" y="857212"/>
                </a:lnTo>
                <a:lnTo>
                  <a:pt x="1552508" y="815092"/>
                </a:lnTo>
                <a:lnTo>
                  <a:pt x="1560281" y="772973"/>
                </a:lnTo>
                <a:lnTo>
                  <a:pt x="1568577" y="730949"/>
                </a:lnTo>
                <a:lnTo>
                  <a:pt x="1577321" y="689029"/>
                </a:lnTo>
                <a:lnTo>
                  <a:pt x="1587456" y="647424"/>
                </a:lnTo>
                <a:lnTo>
                  <a:pt x="1597600" y="605809"/>
                </a:lnTo>
                <a:lnTo>
                  <a:pt x="1607734" y="564194"/>
                </a:lnTo>
                <a:lnTo>
                  <a:pt x="1617869" y="522580"/>
                </a:lnTo>
                <a:lnTo>
                  <a:pt x="1628003" y="480965"/>
                </a:lnTo>
                <a:lnTo>
                  <a:pt x="1638138" y="439350"/>
                </a:lnTo>
                <a:lnTo>
                  <a:pt x="1648273" y="397735"/>
                </a:lnTo>
                <a:lnTo>
                  <a:pt x="1658407" y="356121"/>
                </a:lnTo>
                <a:lnTo>
                  <a:pt x="1668542" y="314506"/>
                </a:lnTo>
                <a:lnTo>
                  <a:pt x="1678686" y="272891"/>
                </a:lnTo>
                <a:lnTo>
                  <a:pt x="1688821" y="231277"/>
                </a:lnTo>
                <a:lnTo>
                  <a:pt x="1698955" y="189671"/>
                </a:lnTo>
                <a:lnTo>
                  <a:pt x="1709090" y="148057"/>
                </a:lnTo>
                <a:lnTo>
                  <a:pt x="1719224" y="106442"/>
                </a:lnTo>
                <a:lnTo>
                  <a:pt x="1729359" y="64827"/>
                </a:lnTo>
                <a:lnTo>
                  <a:pt x="1733550" y="22498"/>
                </a:lnTo>
                <a:lnTo>
                  <a:pt x="1713214" y="0"/>
                </a:lnTo>
                <a:lnTo>
                  <a:pt x="1670390" y="0"/>
                </a:lnTo>
                <a:lnTo>
                  <a:pt x="1627556" y="0"/>
                </a:lnTo>
                <a:lnTo>
                  <a:pt x="1584722" y="0"/>
                </a:lnTo>
                <a:lnTo>
                  <a:pt x="1541897" y="0"/>
                </a:lnTo>
                <a:lnTo>
                  <a:pt x="1499064" y="0"/>
                </a:lnTo>
                <a:lnTo>
                  <a:pt x="1456230" y="0"/>
                </a:lnTo>
                <a:lnTo>
                  <a:pt x="1413405" y="0"/>
                </a:lnTo>
                <a:lnTo>
                  <a:pt x="1370571" y="0"/>
                </a:lnTo>
                <a:lnTo>
                  <a:pt x="1327747" y="0"/>
                </a:lnTo>
                <a:lnTo>
                  <a:pt x="1284913" y="0"/>
                </a:lnTo>
                <a:lnTo>
                  <a:pt x="1242079" y="0"/>
                </a:lnTo>
                <a:lnTo>
                  <a:pt x="1199255" y="0"/>
                </a:lnTo>
                <a:lnTo>
                  <a:pt x="1156421" y="0"/>
                </a:lnTo>
                <a:lnTo>
                  <a:pt x="1113587" y="0"/>
                </a:lnTo>
                <a:lnTo>
                  <a:pt x="1070762" y="0"/>
                </a:lnTo>
                <a:lnTo>
                  <a:pt x="1027928" y="0"/>
                </a:lnTo>
                <a:lnTo>
                  <a:pt x="985104" y="0"/>
                </a:lnTo>
                <a:lnTo>
                  <a:pt x="942270" y="0"/>
                </a:lnTo>
                <a:lnTo>
                  <a:pt x="899436" y="0"/>
                </a:lnTo>
                <a:lnTo>
                  <a:pt x="856612" y="0"/>
                </a:lnTo>
                <a:lnTo>
                  <a:pt x="813778" y="0"/>
                </a:lnTo>
                <a:lnTo>
                  <a:pt x="770944" y="0"/>
                </a:lnTo>
                <a:lnTo>
                  <a:pt x="728120" y="0"/>
                </a:lnTo>
                <a:lnTo>
                  <a:pt x="685286" y="0"/>
                </a:lnTo>
                <a:lnTo>
                  <a:pt x="642452" y="0"/>
                </a:lnTo>
                <a:lnTo>
                  <a:pt x="599627" y="0"/>
                </a:lnTo>
                <a:lnTo>
                  <a:pt x="556793" y="0"/>
                </a:lnTo>
                <a:lnTo>
                  <a:pt x="513969" y="0"/>
                </a:lnTo>
                <a:lnTo>
                  <a:pt x="471135" y="0"/>
                </a:lnTo>
                <a:lnTo>
                  <a:pt x="428301" y="0"/>
                </a:lnTo>
                <a:lnTo>
                  <a:pt x="385477" y="0"/>
                </a:lnTo>
                <a:lnTo>
                  <a:pt x="342643" y="0"/>
                </a:lnTo>
                <a:lnTo>
                  <a:pt x="299809" y="0"/>
                </a:lnTo>
                <a:lnTo>
                  <a:pt x="256985" y="0"/>
                </a:lnTo>
                <a:lnTo>
                  <a:pt x="214151" y="0"/>
                </a:lnTo>
                <a:lnTo>
                  <a:pt x="171326" y="0"/>
                </a:lnTo>
                <a:lnTo>
                  <a:pt x="128492" y="0"/>
                </a:lnTo>
                <a:lnTo>
                  <a:pt x="85658" y="0"/>
                </a:lnTo>
                <a:lnTo>
                  <a:pt x="42834" y="0"/>
                </a:lnTo>
                <a:lnTo>
                  <a:pt x="0" y="0"/>
                </a:lnTo>
                <a:close/>
              </a:path>
            </a:pathLst>
          </a:custGeom>
          <a:gradFill xmlns:a="http://schemas.openxmlformats.org/drawingml/2006/main">
            <a:gsLst>
              <a:gs pos="0">
                <a:srgbClr val="000000"/>
              </a:gs>
              <a:gs pos="42">
                <a:srgbClr val="B8D8F2">
                  <a:alpha val="16000"/>
                </a:srgbClr>
              </a:gs>
              <a:gs pos="76">
                <a:srgbClr val="8FC4EE">
                  <a:alpha val="32000"/>
                </a:srgbClr>
              </a:gs>
              <a:gs pos="100">
                <a:srgbClr val="72B3E8">
                  <a:alpha val="52000"/>
                </a:srgbClr>
              </a:gs>
            </a:gsLst>
            <a:lin ang="10800000"/>
          </a:gradFill>
          <a:ln xmlns:a="http://schemas.openxmlformats.org/drawingml/2006/main" w="9525">
            <a:noFill/>
            <a:prstDash val="solid"/>
          </a:ln>
        </p:spPr>
      </p:sp>
      <p:sp>
        <p:nvSpPr>
          <p:cNvPr id="56" name="phase-label-0">
            <a:extLst xmlns:a="http://schemas.openxmlformats.org/drawingml/2006/main">
              <a:ext uri="{FF2B5EF4-FFF2-40B4-BE49-F238E27FC236}">
                <a16:creationId xmlns:a16="http://schemas.microsoft.com/office/drawing/2014/main" id="{36922B87-9C41-4639-A2C7-D4B3C2290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1638300"/>
            <a:ext cx="228600" cy="15658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阶段一</a:t>
            </a:r>
          </a:p>
        </p:txBody>
      </p:sp>
      <p:sp>
        <p:nvSpPr>
          <p:cNvPr id="57" name="phase-label-1">
            <a:extLst xmlns:a="http://schemas.openxmlformats.org/drawingml/2006/main">
              <a:ext uri="{FF2B5EF4-FFF2-40B4-BE49-F238E27FC236}">
                <a16:creationId xmlns:a16="http://schemas.microsoft.com/office/drawing/2014/main" id="{228875D1-CFB2-4A6B-863D-F54DDF935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3204124"/>
            <a:ext cx="228600" cy="14553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阶段二</a:t>
            </a:r>
          </a:p>
        </p:txBody>
      </p:sp>
      <p:sp>
        <p:nvSpPr>
          <p:cNvPr id="58" name="phase-label-2">
            <a:extLst xmlns:a="http://schemas.openxmlformats.org/drawingml/2006/main">
              <a:ext uri="{FF2B5EF4-FFF2-40B4-BE49-F238E27FC236}">
                <a16:creationId xmlns:a16="http://schemas.microsoft.com/office/drawing/2014/main" id="{DD570952-825D-45C4-80D7-AD1A8F46C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4659516"/>
            <a:ext cx="228600" cy="155064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阶段三</a:t>
            </a:r>
          </a:p>
        </p:txBody>
      </p:sp>
      <p:sp>
        <p:nvSpPr>
          <p:cNvPr id="59" name="funnel-step-title-0">
            <a:extLst xmlns:a="http://schemas.openxmlformats.org/drawingml/2006/main">
              <a:ext uri="{FF2B5EF4-FFF2-40B4-BE49-F238E27FC236}">
                <a16:creationId xmlns:a16="http://schemas.microsoft.com/office/drawing/2014/main" id="{EFB14F9C-301E-4694-827F-3531DA283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357343" y="2702128"/>
            <a:ext cx="2524573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3600"/>
              </a:lnSpc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广泛触达</a:t>
            </a:r>
          </a:p>
        </p:txBody>
      </p:sp>
      <p:sp>
        <p:nvSpPr>
          <p:cNvPr id="60" name="funnel-step-title-1">
            <a:extLst xmlns:a="http://schemas.openxmlformats.org/drawingml/2006/main">
              <a:ext uri="{FF2B5EF4-FFF2-40B4-BE49-F238E27FC236}">
                <a16:creationId xmlns:a16="http://schemas.microsoft.com/office/drawing/2014/main" id="{2517F0EC-0539-478F-A3F7-B1A7C1534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608632" y="3429895"/>
            <a:ext cx="2021977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3600"/>
              </a:lnSpc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兴趣识别</a:t>
            </a:r>
          </a:p>
        </p:txBody>
      </p:sp>
      <p:sp>
        <p:nvSpPr>
          <p:cNvPr id="61" name="funnel-step-title-2">
            <a:extLst xmlns:a="http://schemas.openxmlformats.org/drawingml/2006/main">
              <a:ext uri="{FF2B5EF4-FFF2-40B4-BE49-F238E27FC236}">
                <a16:creationId xmlns:a16="http://schemas.microsoft.com/office/drawing/2014/main" id="{409095D3-E6E1-45DB-B8E7-D5B98B84A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837232" y="4157663"/>
            <a:ext cx="1564777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3600"/>
              </a:lnSpc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意向培育</a:t>
            </a:r>
          </a:p>
        </p:txBody>
      </p:sp>
      <p:sp>
        <p:nvSpPr>
          <p:cNvPr id="62" name="funnel-step-title-3">
            <a:extLst xmlns:a="http://schemas.openxmlformats.org/drawingml/2006/main">
              <a:ext uri="{FF2B5EF4-FFF2-40B4-BE49-F238E27FC236}">
                <a16:creationId xmlns:a16="http://schemas.microsoft.com/office/drawing/2014/main" id="{2F9BD41A-CE5E-4E11-A71F-D9E283B56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52221" y="4885287"/>
            <a:ext cx="1134818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3600"/>
              </a:lnSpc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行动转化</a:t>
            </a:r>
          </a:p>
        </p:txBody>
      </p:sp>
      <p:sp>
        <p:nvSpPr>
          <p:cNvPr id="63" name="funnel-step-title-4">
            <a:extLst xmlns:a="http://schemas.openxmlformats.org/drawingml/2006/main">
              <a:ext uri="{FF2B5EF4-FFF2-40B4-BE49-F238E27FC236}">
                <a16:creationId xmlns:a16="http://schemas.microsoft.com/office/drawing/2014/main" id="{09BCF8C1-B930-487A-B6F3-F3F058011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200525" y="5613054"/>
            <a:ext cx="8382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持续留存</a:t>
            </a:r>
          </a:p>
        </p:txBody>
      </p:sp>
      <p:sp>
        <p:nvSpPr>
          <p:cNvPr id="64" name="input-core-0">
            <a:extLst xmlns:a="http://schemas.openxmlformats.org/drawingml/2006/main">
              <a:ext uri="{FF2B5EF4-FFF2-40B4-BE49-F238E27FC236}">
                <a16:creationId xmlns:a16="http://schemas.microsoft.com/office/drawing/2014/main" id="{1ACB05BA-01B2-4AC3-A29B-5BDBFC986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62275" y="194310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23"/>
          <a:fontRef xmlns:a="http://schemas.openxmlformats.org/drawingml/2006/main" idx="major"/>
        </p:style>
      </p:sp>
      <p:pic>
        <p:nvPicPr>
          <p:cNvPr id="14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195dc41801f4e70">
            <a:extLst>
              <a:ext uri="{96DAC541-7B7A-43D3-8B79-37D633B846F1}">
                <asvg:svgBlip xmlns:asvg="http://schemas.microsoft.com/office/drawing/2016/SVG/main" r:embed="R5b098aa8aeec41ed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3057525" y="2038350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66" name="input-core-1">
            <a:extLst xmlns:a="http://schemas.openxmlformats.org/drawingml/2006/main">
              <a:ext uri="{FF2B5EF4-FFF2-40B4-BE49-F238E27FC236}">
                <a16:creationId xmlns:a16="http://schemas.microsoft.com/office/drawing/2014/main" id="{C8212532-BB0C-436D-AEAD-87E344BBD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562350" y="1762125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23"/>
          <a:fontRef xmlns:a="http://schemas.openxmlformats.org/drawingml/2006/main" idx="major"/>
        </p:style>
      </p:sp>
      <p:pic>
        <p:nvPicPr>
          <p:cNvPr id="14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583e39cff514473">
            <a:extLst>
              <a:ext uri="{96DAC541-7B7A-43D3-8B79-37D633B846F1}">
                <asvg:svgBlip xmlns:asvg="http://schemas.microsoft.com/office/drawing/2016/SVG/main" r:embed="R22f07cdb65854085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3657600" y="1857375"/>
            <a:ext cx="209550" cy="209550"/>
          </a:xfrm>
          <a:prstGeom xmlns:a="http://schemas.openxmlformats.org/drawingml/2006/main" prst="rect">
            <a:avLst/>
          </a:prstGeom>
        </p:spPr>
      </p:pic>
      <p:sp>
        <p:nvSpPr>
          <p:cNvPr id="68" name="input-core-2">
            <a:extLst xmlns:a="http://schemas.openxmlformats.org/drawingml/2006/main">
              <a:ext uri="{FF2B5EF4-FFF2-40B4-BE49-F238E27FC236}">
                <a16:creationId xmlns:a16="http://schemas.microsoft.com/office/drawing/2014/main" id="{CB01AEC4-3D77-43FD-8359-1E5E6D598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105275" y="162877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23"/>
          <a:fontRef xmlns:a="http://schemas.openxmlformats.org/drawingml/2006/main" idx="major"/>
        </p:style>
      </p:sp>
      <p:pic>
        <p:nvPicPr>
          <p:cNvPr id="14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76f421ccd5b42be">
            <a:extLst>
              <a:ext uri="{96DAC541-7B7A-43D3-8B79-37D633B846F1}">
                <asvg:svgBlip xmlns:asvg="http://schemas.microsoft.com/office/drawing/2016/SVG/main" r:embed="R5bc86d4cbf8b4640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4200525" y="1724025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70" name="input-core-3">
            <a:extLst xmlns:a="http://schemas.openxmlformats.org/drawingml/2006/main">
              <a:ext uri="{FF2B5EF4-FFF2-40B4-BE49-F238E27FC236}">
                <a16:creationId xmlns:a16="http://schemas.microsoft.com/office/drawing/2014/main" id="{BE43674F-9173-4DAF-9AA1-FFF170428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705350" y="1704975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23"/>
          <a:fontRef xmlns:a="http://schemas.openxmlformats.org/drawingml/2006/main" idx="major"/>
        </p:style>
      </p:sp>
      <p:pic>
        <p:nvPicPr>
          <p:cNvPr id="14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f3adfb9f7384766">
            <a:extLst>
              <a:ext uri="{96DAC541-7B7A-43D3-8B79-37D633B846F1}">
                <asvg:svgBlip xmlns:asvg="http://schemas.microsoft.com/office/drawing/2016/SVG/main" r:embed="R801ae44f32cc4e08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4800600" y="1800225"/>
            <a:ext cx="209550" cy="209550"/>
          </a:xfrm>
          <a:prstGeom xmlns:a="http://schemas.openxmlformats.org/drawingml/2006/main" prst="rect">
            <a:avLst/>
          </a:prstGeom>
        </p:spPr>
      </p:pic>
      <p:sp>
        <p:nvSpPr>
          <p:cNvPr id="72" name="input-core-4">
            <a:extLst xmlns:a="http://schemas.openxmlformats.org/drawingml/2006/main">
              <a:ext uri="{FF2B5EF4-FFF2-40B4-BE49-F238E27FC236}">
                <a16:creationId xmlns:a16="http://schemas.microsoft.com/office/drawing/2014/main" id="{7B1D3417-1610-4CA8-83EA-B8A65D251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48275" y="18097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23"/>
          <a:fontRef xmlns:a="http://schemas.openxmlformats.org/drawingml/2006/main" idx="major"/>
        </p:style>
      </p:sp>
      <p:pic>
        <p:nvPicPr>
          <p:cNvPr id="14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d209b4a34f249db">
            <a:extLst>
              <a:ext uri="{96DAC541-7B7A-43D3-8B79-37D633B846F1}">
                <asvg:svgBlip xmlns:asvg="http://schemas.microsoft.com/office/drawing/2016/SVG/main" r:embed="Rf4773318270d41ee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5343525" y="1905000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74" name="input-core-5">
            <a:extLst xmlns:a="http://schemas.openxmlformats.org/drawingml/2006/main">
              <a:ext uri="{FF2B5EF4-FFF2-40B4-BE49-F238E27FC236}">
                <a16:creationId xmlns:a16="http://schemas.microsoft.com/office/drawing/2014/main" id="{5B241C56-97EA-4356-B748-F66D93872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848350" y="1952625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23"/>
          <a:fontRef xmlns:a="http://schemas.openxmlformats.org/drawingml/2006/main" idx="major"/>
        </p:style>
      </p:sp>
      <p:pic>
        <p:nvPicPr>
          <p:cNvPr id="15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44475a791e54760">
            <a:extLst>
              <a:ext uri="{96DAC541-7B7A-43D3-8B79-37D633B846F1}">
                <asvg:svgBlip xmlns:asvg="http://schemas.microsoft.com/office/drawing/2016/SVG/main" r:embed="Ra6bae748eb6840c5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5943600" y="2047875"/>
            <a:ext cx="209550" cy="2095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3632863"/>
      </p:ext>
    </p:extLst>
  </p:cSld>
</p:sld>
</file>

<file path=ppt/slides/slide4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8" name="phase-band-0">
            <a:extLst xmlns:a="http://schemas.openxmlformats.org/drawingml/2006/main">
              <a:ext uri="{FF2B5EF4-FFF2-40B4-BE49-F238E27FC236}">
                <a16:creationId xmlns:a16="http://schemas.microsoft.com/office/drawing/2014/main" id="{4C3DABB2-AE62-4C43-B93C-A4BDB9F43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1638300"/>
            <a:ext cx="11144250" cy="156582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phase-band-1">
            <a:extLst xmlns:a="http://schemas.openxmlformats.org/drawingml/2006/main">
              <a:ext uri="{FF2B5EF4-FFF2-40B4-BE49-F238E27FC236}">
                <a16:creationId xmlns:a16="http://schemas.microsoft.com/office/drawing/2014/main" id="{90A3451F-EBB4-4701-A07D-50CB0B092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3204124"/>
            <a:ext cx="11144250" cy="145539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38100">
            <a:solidFill>
              <a:srgbClr val="FFFFFF"/>
            </a:solidFill>
            <a:prstDash val="solid"/>
          </a:ln>
        </p:spPr>
      </p:sp>
      <p:sp>
        <p:nvSpPr>
          <p:cNvPr id="3" name="phase-band-2">
            <a:extLst xmlns:a="http://schemas.openxmlformats.org/drawingml/2006/main">
              <a:ext uri="{FF2B5EF4-FFF2-40B4-BE49-F238E27FC236}">
                <a16:creationId xmlns:a16="http://schemas.microsoft.com/office/drawing/2014/main" id="{D907F8C8-556D-41A8-88C1-033215F5D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4659516"/>
            <a:ext cx="11144250" cy="155064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38100">
            <a:solidFill>
              <a:srgbClr val="FFFFFF"/>
            </a:solidFill>
            <a:prstDash val="solid"/>
          </a:ln>
        </p:spPr>
      </p:sp>
      <p:sp>
        <p:nvSpPr>
          <p:cNvPr id="4" name="phase-rail-0">
            <a:extLst xmlns:a="http://schemas.openxmlformats.org/drawingml/2006/main">
              <a:ext uri="{FF2B5EF4-FFF2-40B4-BE49-F238E27FC236}">
                <a16:creationId xmlns:a16="http://schemas.microsoft.com/office/drawing/2014/main" id="{F987AAF2-5EF3-4D57-A60B-E0CFA249A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1638300"/>
            <a:ext cx="514350" cy="1561643"/>
          </a:xfrm>
          <a:custGeom xmlns:a="http://schemas.openxmlformats.org/drawingml/2006/main">
            <a:pathLst>
              <a:path w="514350" h="1561643">
                <a:moveTo>
                  <a:pt x="0" y="0"/>
                </a:moveTo>
                <a:lnTo>
                  <a:pt x="18983" y="0"/>
                </a:lnTo>
                <a:lnTo>
                  <a:pt x="37967" y="0"/>
                </a:lnTo>
                <a:lnTo>
                  <a:pt x="56950" y="0"/>
                </a:lnTo>
                <a:lnTo>
                  <a:pt x="75943" y="0"/>
                </a:lnTo>
                <a:lnTo>
                  <a:pt x="94926" y="0"/>
                </a:lnTo>
                <a:lnTo>
                  <a:pt x="113909" y="0"/>
                </a:lnTo>
                <a:lnTo>
                  <a:pt x="132893" y="0"/>
                </a:lnTo>
                <a:lnTo>
                  <a:pt x="151876" y="0"/>
                </a:lnTo>
                <a:lnTo>
                  <a:pt x="170859" y="0"/>
                </a:lnTo>
                <a:lnTo>
                  <a:pt x="189843" y="0"/>
                </a:lnTo>
                <a:lnTo>
                  <a:pt x="208836" y="0"/>
                </a:lnTo>
                <a:lnTo>
                  <a:pt x="227819" y="0"/>
                </a:lnTo>
                <a:lnTo>
                  <a:pt x="246802" y="0"/>
                </a:lnTo>
                <a:lnTo>
                  <a:pt x="265786" y="0"/>
                </a:lnTo>
                <a:lnTo>
                  <a:pt x="284769" y="0"/>
                </a:lnTo>
                <a:lnTo>
                  <a:pt x="303752" y="0"/>
                </a:lnTo>
                <a:lnTo>
                  <a:pt x="322736" y="0"/>
                </a:lnTo>
                <a:lnTo>
                  <a:pt x="341728" y="0"/>
                </a:lnTo>
                <a:lnTo>
                  <a:pt x="360712" y="0"/>
                </a:lnTo>
                <a:lnTo>
                  <a:pt x="379695" y="0"/>
                </a:lnTo>
                <a:lnTo>
                  <a:pt x="398678" y="0"/>
                </a:lnTo>
                <a:lnTo>
                  <a:pt x="417662" y="0"/>
                </a:lnTo>
                <a:lnTo>
                  <a:pt x="436645" y="0"/>
                </a:lnTo>
                <a:lnTo>
                  <a:pt x="455628" y="0"/>
                </a:lnTo>
                <a:lnTo>
                  <a:pt x="474621" y="0"/>
                </a:lnTo>
                <a:lnTo>
                  <a:pt x="493605" y="0"/>
                </a:lnTo>
                <a:lnTo>
                  <a:pt x="512588" y="0"/>
                </a:lnTo>
                <a:lnTo>
                  <a:pt x="514350" y="17221"/>
                </a:lnTo>
                <a:lnTo>
                  <a:pt x="514350" y="36205"/>
                </a:lnTo>
                <a:lnTo>
                  <a:pt x="514350" y="55188"/>
                </a:lnTo>
                <a:lnTo>
                  <a:pt x="514350" y="74171"/>
                </a:lnTo>
                <a:lnTo>
                  <a:pt x="514350" y="93155"/>
                </a:lnTo>
                <a:lnTo>
                  <a:pt x="514350" y="112138"/>
                </a:lnTo>
                <a:lnTo>
                  <a:pt x="514350" y="131121"/>
                </a:lnTo>
                <a:lnTo>
                  <a:pt x="514350" y="150104"/>
                </a:lnTo>
                <a:lnTo>
                  <a:pt x="514350" y="169088"/>
                </a:lnTo>
                <a:lnTo>
                  <a:pt x="514350" y="188071"/>
                </a:lnTo>
                <a:lnTo>
                  <a:pt x="514350" y="207054"/>
                </a:lnTo>
                <a:lnTo>
                  <a:pt x="514350" y="226038"/>
                </a:lnTo>
                <a:lnTo>
                  <a:pt x="514350" y="245021"/>
                </a:lnTo>
                <a:lnTo>
                  <a:pt x="514350" y="264004"/>
                </a:lnTo>
                <a:lnTo>
                  <a:pt x="514350" y="282988"/>
                </a:lnTo>
                <a:lnTo>
                  <a:pt x="514350" y="301971"/>
                </a:lnTo>
                <a:lnTo>
                  <a:pt x="514350" y="320954"/>
                </a:lnTo>
                <a:lnTo>
                  <a:pt x="514350" y="339938"/>
                </a:lnTo>
                <a:lnTo>
                  <a:pt x="514350" y="358921"/>
                </a:lnTo>
                <a:lnTo>
                  <a:pt x="514350" y="377904"/>
                </a:lnTo>
                <a:lnTo>
                  <a:pt x="514350" y="396888"/>
                </a:lnTo>
                <a:lnTo>
                  <a:pt x="514350" y="415881"/>
                </a:lnTo>
                <a:lnTo>
                  <a:pt x="514350" y="434864"/>
                </a:lnTo>
                <a:lnTo>
                  <a:pt x="514350" y="453847"/>
                </a:lnTo>
                <a:lnTo>
                  <a:pt x="514350" y="472831"/>
                </a:lnTo>
                <a:lnTo>
                  <a:pt x="514350" y="491814"/>
                </a:lnTo>
                <a:lnTo>
                  <a:pt x="514350" y="510797"/>
                </a:lnTo>
                <a:lnTo>
                  <a:pt x="514350" y="529781"/>
                </a:lnTo>
                <a:lnTo>
                  <a:pt x="514350" y="548764"/>
                </a:lnTo>
                <a:lnTo>
                  <a:pt x="514350" y="567747"/>
                </a:lnTo>
                <a:lnTo>
                  <a:pt x="514350" y="586730"/>
                </a:lnTo>
                <a:lnTo>
                  <a:pt x="514350" y="605714"/>
                </a:lnTo>
                <a:lnTo>
                  <a:pt x="514350" y="624697"/>
                </a:lnTo>
                <a:lnTo>
                  <a:pt x="514350" y="643680"/>
                </a:lnTo>
                <a:lnTo>
                  <a:pt x="514350" y="662664"/>
                </a:lnTo>
                <a:lnTo>
                  <a:pt x="514350" y="681647"/>
                </a:lnTo>
                <a:lnTo>
                  <a:pt x="514350" y="700630"/>
                </a:lnTo>
                <a:lnTo>
                  <a:pt x="514350" y="719614"/>
                </a:lnTo>
                <a:lnTo>
                  <a:pt x="514350" y="738597"/>
                </a:lnTo>
                <a:lnTo>
                  <a:pt x="514350" y="757580"/>
                </a:lnTo>
                <a:lnTo>
                  <a:pt x="514350" y="776564"/>
                </a:lnTo>
                <a:lnTo>
                  <a:pt x="514350" y="795547"/>
                </a:lnTo>
                <a:lnTo>
                  <a:pt x="514350" y="814530"/>
                </a:lnTo>
                <a:lnTo>
                  <a:pt x="514350" y="833514"/>
                </a:lnTo>
                <a:lnTo>
                  <a:pt x="514350" y="852497"/>
                </a:lnTo>
                <a:lnTo>
                  <a:pt x="514350" y="871480"/>
                </a:lnTo>
                <a:lnTo>
                  <a:pt x="514350" y="890464"/>
                </a:lnTo>
                <a:lnTo>
                  <a:pt x="514350" y="909447"/>
                </a:lnTo>
                <a:lnTo>
                  <a:pt x="514350" y="928430"/>
                </a:lnTo>
                <a:lnTo>
                  <a:pt x="514350" y="947414"/>
                </a:lnTo>
                <a:lnTo>
                  <a:pt x="514350" y="966397"/>
                </a:lnTo>
                <a:lnTo>
                  <a:pt x="514350" y="985380"/>
                </a:lnTo>
                <a:lnTo>
                  <a:pt x="514350" y="1004364"/>
                </a:lnTo>
                <a:lnTo>
                  <a:pt x="514350" y="1023347"/>
                </a:lnTo>
                <a:lnTo>
                  <a:pt x="514350" y="1042330"/>
                </a:lnTo>
                <a:lnTo>
                  <a:pt x="514350" y="1061323"/>
                </a:lnTo>
                <a:lnTo>
                  <a:pt x="514350" y="1080306"/>
                </a:lnTo>
                <a:lnTo>
                  <a:pt x="514350" y="1099290"/>
                </a:lnTo>
                <a:lnTo>
                  <a:pt x="514350" y="1118273"/>
                </a:lnTo>
                <a:lnTo>
                  <a:pt x="514350" y="1137256"/>
                </a:lnTo>
                <a:lnTo>
                  <a:pt x="514350" y="1156240"/>
                </a:lnTo>
                <a:lnTo>
                  <a:pt x="514350" y="1175223"/>
                </a:lnTo>
                <a:lnTo>
                  <a:pt x="514350" y="1194206"/>
                </a:lnTo>
                <a:lnTo>
                  <a:pt x="514350" y="1213190"/>
                </a:lnTo>
                <a:lnTo>
                  <a:pt x="514350" y="1232173"/>
                </a:lnTo>
                <a:lnTo>
                  <a:pt x="514350" y="1251156"/>
                </a:lnTo>
                <a:lnTo>
                  <a:pt x="514350" y="1270140"/>
                </a:lnTo>
                <a:lnTo>
                  <a:pt x="514350" y="1289123"/>
                </a:lnTo>
                <a:lnTo>
                  <a:pt x="514350" y="1308106"/>
                </a:lnTo>
                <a:lnTo>
                  <a:pt x="514350" y="1327090"/>
                </a:lnTo>
                <a:lnTo>
                  <a:pt x="514350" y="1346073"/>
                </a:lnTo>
                <a:lnTo>
                  <a:pt x="514350" y="1365056"/>
                </a:lnTo>
                <a:lnTo>
                  <a:pt x="514350" y="1384040"/>
                </a:lnTo>
                <a:lnTo>
                  <a:pt x="514350" y="1403023"/>
                </a:lnTo>
                <a:lnTo>
                  <a:pt x="514350" y="1422006"/>
                </a:lnTo>
                <a:lnTo>
                  <a:pt x="498586" y="1431712"/>
                </a:lnTo>
                <a:lnTo>
                  <a:pt x="481984" y="1440932"/>
                </a:lnTo>
                <a:lnTo>
                  <a:pt x="465392" y="1450153"/>
                </a:lnTo>
                <a:lnTo>
                  <a:pt x="448799" y="1459373"/>
                </a:lnTo>
                <a:lnTo>
                  <a:pt x="432197" y="1468593"/>
                </a:lnTo>
                <a:lnTo>
                  <a:pt x="415604" y="1477813"/>
                </a:lnTo>
                <a:lnTo>
                  <a:pt x="399012" y="1487033"/>
                </a:lnTo>
                <a:lnTo>
                  <a:pt x="382410" y="1496244"/>
                </a:lnTo>
                <a:lnTo>
                  <a:pt x="365817" y="1505464"/>
                </a:lnTo>
                <a:lnTo>
                  <a:pt x="349225" y="1514685"/>
                </a:lnTo>
                <a:lnTo>
                  <a:pt x="332623" y="1523905"/>
                </a:lnTo>
                <a:lnTo>
                  <a:pt x="316030" y="1533125"/>
                </a:lnTo>
                <a:lnTo>
                  <a:pt x="299437" y="1542345"/>
                </a:lnTo>
                <a:lnTo>
                  <a:pt x="282835" y="1551565"/>
                </a:lnTo>
                <a:lnTo>
                  <a:pt x="266243" y="1560786"/>
                </a:lnTo>
                <a:lnTo>
                  <a:pt x="249650" y="1561643"/>
                </a:lnTo>
                <a:lnTo>
                  <a:pt x="233048" y="1552423"/>
                </a:lnTo>
                <a:lnTo>
                  <a:pt x="216456" y="1543202"/>
                </a:lnTo>
                <a:lnTo>
                  <a:pt x="199863" y="1533982"/>
                </a:lnTo>
                <a:lnTo>
                  <a:pt x="183261" y="1524762"/>
                </a:lnTo>
                <a:lnTo>
                  <a:pt x="166668" y="1515542"/>
                </a:lnTo>
                <a:lnTo>
                  <a:pt x="150076" y="1506322"/>
                </a:lnTo>
                <a:lnTo>
                  <a:pt x="133483" y="1497101"/>
                </a:lnTo>
                <a:lnTo>
                  <a:pt x="116881" y="1487881"/>
                </a:lnTo>
                <a:lnTo>
                  <a:pt x="100289" y="1478671"/>
                </a:lnTo>
                <a:lnTo>
                  <a:pt x="83696" y="1469450"/>
                </a:lnTo>
                <a:lnTo>
                  <a:pt x="67094" y="1460230"/>
                </a:lnTo>
                <a:lnTo>
                  <a:pt x="50502" y="1451010"/>
                </a:lnTo>
                <a:lnTo>
                  <a:pt x="33909" y="1441790"/>
                </a:lnTo>
                <a:lnTo>
                  <a:pt x="17307" y="1432570"/>
                </a:lnTo>
                <a:lnTo>
                  <a:pt x="714" y="1423349"/>
                </a:lnTo>
                <a:lnTo>
                  <a:pt x="0" y="1404785"/>
                </a:lnTo>
                <a:lnTo>
                  <a:pt x="0" y="1385802"/>
                </a:lnTo>
                <a:lnTo>
                  <a:pt x="0" y="1366818"/>
                </a:lnTo>
                <a:lnTo>
                  <a:pt x="0" y="1347835"/>
                </a:lnTo>
                <a:lnTo>
                  <a:pt x="0" y="1328852"/>
                </a:lnTo>
                <a:lnTo>
                  <a:pt x="0" y="1309868"/>
                </a:lnTo>
                <a:lnTo>
                  <a:pt x="0" y="1290885"/>
                </a:lnTo>
                <a:lnTo>
                  <a:pt x="0" y="1271902"/>
                </a:lnTo>
                <a:lnTo>
                  <a:pt x="0" y="1252919"/>
                </a:lnTo>
                <a:lnTo>
                  <a:pt x="0" y="1233935"/>
                </a:lnTo>
                <a:lnTo>
                  <a:pt x="0" y="1214952"/>
                </a:lnTo>
                <a:lnTo>
                  <a:pt x="0" y="1195969"/>
                </a:lnTo>
                <a:lnTo>
                  <a:pt x="0" y="1176985"/>
                </a:lnTo>
                <a:lnTo>
                  <a:pt x="0" y="1158002"/>
                </a:lnTo>
                <a:lnTo>
                  <a:pt x="0" y="1139019"/>
                </a:lnTo>
                <a:lnTo>
                  <a:pt x="0" y="1120035"/>
                </a:lnTo>
                <a:lnTo>
                  <a:pt x="0" y="1101052"/>
                </a:lnTo>
                <a:lnTo>
                  <a:pt x="0" y="1082069"/>
                </a:lnTo>
                <a:lnTo>
                  <a:pt x="0" y="1063085"/>
                </a:lnTo>
                <a:lnTo>
                  <a:pt x="0" y="1044102"/>
                </a:lnTo>
                <a:lnTo>
                  <a:pt x="0" y="1025119"/>
                </a:lnTo>
                <a:lnTo>
                  <a:pt x="0" y="1006135"/>
                </a:lnTo>
                <a:lnTo>
                  <a:pt x="0" y="987152"/>
                </a:lnTo>
                <a:lnTo>
                  <a:pt x="0" y="968169"/>
                </a:lnTo>
                <a:lnTo>
                  <a:pt x="0" y="949176"/>
                </a:lnTo>
                <a:lnTo>
                  <a:pt x="0" y="930192"/>
                </a:lnTo>
                <a:lnTo>
                  <a:pt x="0" y="911209"/>
                </a:lnTo>
                <a:lnTo>
                  <a:pt x="0" y="892226"/>
                </a:lnTo>
                <a:lnTo>
                  <a:pt x="0" y="873242"/>
                </a:lnTo>
                <a:lnTo>
                  <a:pt x="0" y="854259"/>
                </a:lnTo>
                <a:lnTo>
                  <a:pt x="0" y="835276"/>
                </a:lnTo>
                <a:lnTo>
                  <a:pt x="0" y="816293"/>
                </a:lnTo>
                <a:lnTo>
                  <a:pt x="0" y="797309"/>
                </a:lnTo>
                <a:lnTo>
                  <a:pt x="0" y="778326"/>
                </a:lnTo>
                <a:lnTo>
                  <a:pt x="0" y="759343"/>
                </a:lnTo>
                <a:lnTo>
                  <a:pt x="0" y="740359"/>
                </a:lnTo>
                <a:lnTo>
                  <a:pt x="0" y="721376"/>
                </a:lnTo>
                <a:lnTo>
                  <a:pt x="0" y="702393"/>
                </a:lnTo>
                <a:lnTo>
                  <a:pt x="0" y="683409"/>
                </a:lnTo>
                <a:lnTo>
                  <a:pt x="0" y="664426"/>
                </a:lnTo>
                <a:lnTo>
                  <a:pt x="0" y="645443"/>
                </a:lnTo>
                <a:lnTo>
                  <a:pt x="0" y="626459"/>
                </a:lnTo>
                <a:lnTo>
                  <a:pt x="0" y="607476"/>
                </a:lnTo>
                <a:lnTo>
                  <a:pt x="0" y="588493"/>
                </a:lnTo>
                <a:lnTo>
                  <a:pt x="0" y="569509"/>
                </a:lnTo>
                <a:lnTo>
                  <a:pt x="0" y="550526"/>
                </a:lnTo>
                <a:lnTo>
                  <a:pt x="0" y="531543"/>
                </a:lnTo>
                <a:lnTo>
                  <a:pt x="0" y="512559"/>
                </a:lnTo>
                <a:lnTo>
                  <a:pt x="0" y="493576"/>
                </a:lnTo>
                <a:lnTo>
                  <a:pt x="0" y="474593"/>
                </a:lnTo>
                <a:lnTo>
                  <a:pt x="0" y="455609"/>
                </a:lnTo>
                <a:lnTo>
                  <a:pt x="0" y="436626"/>
                </a:lnTo>
                <a:lnTo>
                  <a:pt x="0" y="417643"/>
                </a:lnTo>
                <a:lnTo>
                  <a:pt x="0" y="398659"/>
                </a:lnTo>
                <a:lnTo>
                  <a:pt x="0" y="379676"/>
                </a:lnTo>
                <a:lnTo>
                  <a:pt x="0" y="360693"/>
                </a:lnTo>
                <a:lnTo>
                  <a:pt x="0" y="341709"/>
                </a:lnTo>
                <a:lnTo>
                  <a:pt x="0" y="322717"/>
                </a:lnTo>
                <a:lnTo>
                  <a:pt x="0" y="303733"/>
                </a:lnTo>
                <a:lnTo>
                  <a:pt x="0" y="284750"/>
                </a:lnTo>
                <a:lnTo>
                  <a:pt x="0" y="265767"/>
                </a:lnTo>
                <a:lnTo>
                  <a:pt x="0" y="246783"/>
                </a:lnTo>
                <a:lnTo>
                  <a:pt x="0" y="227800"/>
                </a:lnTo>
                <a:lnTo>
                  <a:pt x="0" y="208817"/>
                </a:lnTo>
                <a:lnTo>
                  <a:pt x="0" y="189833"/>
                </a:lnTo>
                <a:lnTo>
                  <a:pt x="0" y="170850"/>
                </a:lnTo>
                <a:lnTo>
                  <a:pt x="0" y="151867"/>
                </a:lnTo>
                <a:lnTo>
                  <a:pt x="0" y="132883"/>
                </a:lnTo>
                <a:lnTo>
                  <a:pt x="0" y="113900"/>
                </a:lnTo>
                <a:lnTo>
                  <a:pt x="0" y="94917"/>
                </a:lnTo>
                <a:lnTo>
                  <a:pt x="0" y="75933"/>
                </a:lnTo>
                <a:lnTo>
                  <a:pt x="0" y="56950"/>
                </a:lnTo>
                <a:lnTo>
                  <a:pt x="0" y="37967"/>
                </a:lnTo>
                <a:lnTo>
                  <a:pt x="0" y="18983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5" name="phase-title-0">
            <a:extLst xmlns:a="http://schemas.openxmlformats.org/drawingml/2006/main">
              <a:ext uri="{FF2B5EF4-FFF2-40B4-BE49-F238E27FC236}">
                <a16:creationId xmlns:a16="http://schemas.microsoft.com/office/drawing/2014/main" id="{FF288020-9AD3-4649-B806-CA5A92584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1950396"/>
            <a:ext cx="1428750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精准触达</a:t>
            </a:r>
          </a:p>
        </p:txBody>
      </p:sp>
      <p:sp>
        <p:nvSpPr>
          <p:cNvPr id="6" name="phase-body-0">
            <a:extLst xmlns:a="http://schemas.openxmlformats.org/drawingml/2006/main">
              <a:ext uri="{FF2B5EF4-FFF2-40B4-BE49-F238E27FC236}">
                <a16:creationId xmlns:a16="http://schemas.microsoft.com/office/drawing/2014/main" id="{A84D9EB1-7002-425F-A86F-267581D62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2304602"/>
            <a:ext cx="1428750" cy="587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让目标对象进</a:t>
            </a:r>
          </a:p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入体系</a:t>
            </a:r>
          </a:p>
        </p:txBody>
      </p:sp>
      <p:sp>
        <p:nvSpPr>
          <p:cNvPr id="7" name="action-icon-shell-0-0">
            <a:extLst xmlns:a="http://schemas.openxmlformats.org/drawingml/2006/main">
              <a:ext uri="{FF2B5EF4-FFF2-40B4-BE49-F238E27FC236}">
                <a16:creationId xmlns:a16="http://schemas.microsoft.com/office/drawing/2014/main" id="{E5914D74-13EA-46B3-B735-D656FCAA3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1944891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8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0a00d5bc43b4f72">
            <a:extLst>
              <a:ext uri="{96DAC541-7B7A-43D3-8B79-37D633B846F1}">
                <asvg:svgBlip xmlns:asvg="http://schemas.microsoft.com/office/drawing/2016/SVG/main" r:embed="R6b2dc43f67a24fc5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2021091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9" name="action-title-0-0">
            <a:extLst xmlns:a="http://schemas.openxmlformats.org/drawingml/2006/main">
              <a:ext uri="{FF2B5EF4-FFF2-40B4-BE49-F238E27FC236}">
                <a16:creationId xmlns:a16="http://schemas.microsoft.com/office/drawing/2014/main" id="{E6EB66E8-72D8-496C-8E22-F165EAD07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1883864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标签体系</a:t>
            </a:r>
          </a:p>
        </p:txBody>
      </p:sp>
      <p:sp>
        <p:nvSpPr>
          <p:cNvPr id="10" name="action-body-0-0">
            <a:extLst xmlns:a="http://schemas.openxmlformats.org/drawingml/2006/main">
              <a:ext uri="{FF2B5EF4-FFF2-40B4-BE49-F238E27FC236}">
                <a16:creationId xmlns:a16="http://schemas.microsoft.com/office/drawing/2014/main" id="{27FC493D-F2D7-41DB-853B-FEABE7EDB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112464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形成可识别对象</a:t>
            </a:r>
          </a:p>
        </p:txBody>
      </p:sp>
      <p:sp>
        <p:nvSpPr>
          <p:cNvPr id="11" name="action-icon-shell-0-1">
            <a:extLst xmlns:a="http://schemas.openxmlformats.org/drawingml/2006/main">
              <a:ext uri="{FF2B5EF4-FFF2-40B4-BE49-F238E27FC236}">
                <a16:creationId xmlns:a16="http://schemas.microsoft.com/office/drawing/2014/main" id="{F4E3DA56-D8D1-41D6-B76E-E912A51A5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1944891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8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734b683302e4442">
            <a:extLst>
              <a:ext uri="{96DAC541-7B7A-43D3-8B79-37D633B846F1}">
                <asvg:svgBlip xmlns:asvg="http://schemas.microsoft.com/office/drawing/2016/SVG/main" r:embed="Raab32553d4f94ba4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2021091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13" name="action-title-0-1">
            <a:extLst xmlns:a="http://schemas.openxmlformats.org/drawingml/2006/main">
              <a:ext uri="{FF2B5EF4-FFF2-40B4-BE49-F238E27FC236}">
                <a16:creationId xmlns:a16="http://schemas.microsoft.com/office/drawing/2014/main" id="{000A5757-A3BF-4F81-922C-D84A63802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1883864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渠道连接</a:t>
            </a:r>
          </a:p>
        </p:txBody>
      </p:sp>
      <p:sp>
        <p:nvSpPr>
          <p:cNvPr id="14" name="action-body-0-1">
            <a:extLst xmlns:a="http://schemas.openxmlformats.org/drawingml/2006/main">
              <a:ext uri="{FF2B5EF4-FFF2-40B4-BE49-F238E27FC236}">
                <a16:creationId xmlns:a16="http://schemas.microsoft.com/office/drawing/2014/main" id="{7317A45E-185B-44FE-B137-52AA36E95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112464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连接主要触点</a:t>
            </a:r>
          </a:p>
        </p:txBody>
      </p:sp>
      <p:sp>
        <p:nvSpPr>
          <p:cNvPr id="15" name="action-icon-shell-0-2">
            <a:extLst xmlns:a="http://schemas.openxmlformats.org/drawingml/2006/main">
              <a:ext uri="{FF2B5EF4-FFF2-40B4-BE49-F238E27FC236}">
                <a16:creationId xmlns:a16="http://schemas.microsoft.com/office/drawing/2014/main" id="{121C30CC-5F87-4B51-B0BD-93B2A9C88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2554491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9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f834e42fd894661">
            <a:extLst>
              <a:ext uri="{96DAC541-7B7A-43D3-8B79-37D633B846F1}">
                <asvg:svgBlip xmlns:asvg="http://schemas.microsoft.com/office/drawing/2016/SVG/main" r:embed="R1af51299ab124cf5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2630691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17" name="action-title-0-2">
            <a:extLst xmlns:a="http://schemas.openxmlformats.org/drawingml/2006/main">
              <a:ext uri="{FF2B5EF4-FFF2-40B4-BE49-F238E27FC236}">
                <a16:creationId xmlns:a16="http://schemas.microsoft.com/office/drawing/2014/main" id="{E9037F27-8C7F-43C8-A4B1-810943E85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493464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内容优化</a:t>
            </a:r>
          </a:p>
        </p:txBody>
      </p:sp>
      <p:sp>
        <p:nvSpPr>
          <p:cNvPr id="18" name="action-body-0-2">
            <a:extLst xmlns:a="http://schemas.openxmlformats.org/drawingml/2006/main">
              <a:ext uri="{FF2B5EF4-FFF2-40B4-BE49-F238E27FC236}">
                <a16:creationId xmlns:a16="http://schemas.microsoft.com/office/drawing/2014/main" id="{E728C3C6-286C-4A59-BCF0-15FA392EF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722064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提高触达质量</a:t>
            </a:r>
          </a:p>
        </p:txBody>
      </p:sp>
      <p:sp>
        <p:nvSpPr>
          <p:cNvPr id="19" name="action-icon-shell-0-3">
            <a:extLst xmlns:a="http://schemas.openxmlformats.org/drawingml/2006/main">
              <a:ext uri="{FF2B5EF4-FFF2-40B4-BE49-F238E27FC236}">
                <a16:creationId xmlns:a16="http://schemas.microsoft.com/office/drawing/2014/main" id="{06CE3424-DECD-47CE-A0CD-3401C9597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2554491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9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e0a646494964278">
            <a:extLst>
              <a:ext uri="{96DAC541-7B7A-43D3-8B79-37D633B846F1}">
                <asvg:svgBlip xmlns:asvg="http://schemas.microsoft.com/office/drawing/2016/SVG/main" r:embed="R47ab4d4b5f9347b5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2630691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21" name="action-title-0-3">
            <a:extLst xmlns:a="http://schemas.openxmlformats.org/drawingml/2006/main">
              <a:ext uri="{FF2B5EF4-FFF2-40B4-BE49-F238E27FC236}">
                <a16:creationId xmlns:a16="http://schemas.microsoft.com/office/drawing/2014/main" id="{7F56FE5C-4BCB-463A-AB4A-636C99C56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493464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行为追踪</a:t>
            </a:r>
          </a:p>
        </p:txBody>
      </p:sp>
      <p:sp>
        <p:nvSpPr>
          <p:cNvPr id="22" name="action-body-0-3">
            <a:extLst xmlns:a="http://schemas.openxmlformats.org/drawingml/2006/main">
              <a:ext uri="{FF2B5EF4-FFF2-40B4-BE49-F238E27FC236}">
                <a16:creationId xmlns:a16="http://schemas.microsoft.com/office/drawing/2014/main" id="{C960028B-B45A-4285-BB82-00F4FF40D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722064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记录关键反馈</a:t>
            </a:r>
          </a:p>
        </p:txBody>
      </p:sp>
      <p:sp>
        <p:nvSpPr>
          <p:cNvPr id="23" name="phase-rail-1">
            <a:extLst xmlns:a="http://schemas.openxmlformats.org/drawingml/2006/main">
              <a:ext uri="{FF2B5EF4-FFF2-40B4-BE49-F238E27FC236}">
                <a16:creationId xmlns:a16="http://schemas.microsoft.com/office/drawing/2014/main" id="{BA8C53D0-DD97-493E-B670-937417B0D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3204124"/>
            <a:ext cx="514350" cy="1450991"/>
          </a:xfrm>
          <a:custGeom xmlns:a="http://schemas.openxmlformats.org/drawingml/2006/main">
            <a:pathLst>
              <a:path w="514350" h="1450991">
                <a:moveTo>
                  <a:pt x="0" y="0"/>
                </a:moveTo>
                <a:lnTo>
                  <a:pt x="16621" y="9230"/>
                </a:lnTo>
                <a:lnTo>
                  <a:pt x="33233" y="18459"/>
                </a:lnTo>
                <a:lnTo>
                  <a:pt x="49854" y="27699"/>
                </a:lnTo>
                <a:lnTo>
                  <a:pt x="66465" y="36928"/>
                </a:lnTo>
                <a:lnTo>
                  <a:pt x="83087" y="46158"/>
                </a:lnTo>
                <a:lnTo>
                  <a:pt x="99708" y="55388"/>
                </a:lnTo>
                <a:lnTo>
                  <a:pt x="116319" y="64618"/>
                </a:lnTo>
                <a:lnTo>
                  <a:pt x="132940" y="73857"/>
                </a:lnTo>
                <a:lnTo>
                  <a:pt x="149552" y="83087"/>
                </a:lnTo>
                <a:lnTo>
                  <a:pt x="166173" y="92316"/>
                </a:lnTo>
                <a:lnTo>
                  <a:pt x="182785" y="101546"/>
                </a:lnTo>
                <a:lnTo>
                  <a:pt x="199406" y="110776"/>
                </a:lnTo>
                <a:lnTo>
                  <a:pt x="216027" y="120015"/>
                </a:lnTo>
                <a:lnTo>
                  <a:pt x="232639" y="129245"/>
                </a:lnTo>
                <a:lnTo>
                  <a:pt x="249260" y="138474"/>
                </a:lnTo>
                <a:lnTo>
                  <a:pt x="265871" y="138036"/>
                </a:lnTo>
                <a:lnTo>
                  <a:pt x="282492" y="128807"/>
                </a:lnTo>
                <a:lnTo>
                  <a:pt x="299114" y="119577"/>
                </a:lnTo>
                <a:lnTo>
                  <a:pt x="315725" y="110347"/>
                </a:lnTo>
                <a:lnTo>
                  <a:pt x="332346" y="101108"/>
                </a:lnTo>
                <a:lnTo>
                  <a:pt x="348958" y="91878"/>
                </a:lnTo>
                <a:lnTo>
                  <a:pt x="365579" y="82648"/>
                </a:lnTo>
                <a:lnTo>
                  <a:pt x="382200" y="73419"/>
                </a:lnTo>
                <a:lnTo>
                  <a:pt x="398812" y="64189"/>
                </a:lnTo>
                <a:lnTo>
                  <a:pt x="415433" y="54950"/>
                </a:lnTo>
                <a:lnTo>
                  <a:pt x="432044" y="45720"/>
                </a:lnTo>
                <a:lnTo>
                  <a:pt x="448666" y="36490"/>
                </a:lnTo>
                <a:lnTo>
                  <a:pt x="465277" y="27261"/>
                </a:lnTo>
                <a:lnTo>
                  <a:pt x="481898" y="18031"/>
                </a:lnTo>
                <a:lnTo>
                  <a:pt x="498519" y="8792"/>
                </a:lnTo>
                <a:lnTo>
                  <a:pt x="514350" y="895"/>
                </a:lnTo>
                <a:lnTo>
                  <a:pt x="514350" y="19907"/>
                </a:lnTo>
                <a:lnTo>
                  <a:pt x="514350" y="38910"/>
                </a:lnTo>
                <a:lnTo>
                  <a:pt x="514350" y="57922"/>
                </a:lnTo>
                <a:lnTo>
                  <a:pt x="514350" y="76933"/>
                </a:lnTo>
                <a:lnTo>
                  <a:pt x="514350" y="95945"/>
                </a:lnTo>
                <a:lnTo>
                  <a:pt x="514350" y="114948"/>
                </a:lnTo>
                <a:lnTo>
                  <a:pt x="514350" y="133960"/>
                </a:lnTo>
                <a:lnTo>
                  <a:pt x="514350" y="152972"/>
                </a:lnTo>
                <a:lnTo>
                  <a:pt x="514350" y="171974"/>
                </a:lnTo>
                <a:lnTo>
                  <a:pt x="514350" y="190986"/>
                </a:lnTo>
                <a:lnTo>
                  <a:pt x="514350" y="209998"/>
                </a:lnTo>
                <a:lnTo>
                  <a:pt x="514350" y="229000"/>
                </a:lnTo>
                <a:lnTo>
                  <a:pt x="514350" y="248012"/>
                </a:lnTo>
                <a:lnTo>
                  <a:pt x="514350" y="267024"/>
                </a:lnTo>
                <a:lnTo>
                  <a:pt x="514350" y="286036"/>
                </a:lnTo>
                <a:lnTo>
                  <a:pt x="514350" y="305038"/>
                </a:lnTo>
                <a:lnTo>
                  <a:pt x="514350" y="324050"/>
                </a:lnTo>
                <a:lnTo>
                  <a:pt x="514350" y="343062"/>
                </a:lnTo>
                <a:lnTo>
                  <a:pt x="514350" y="362064"/>
                </a:lnTo>
                <a:lnTo>
                  <a:pt x="514350" y="381076"/>
                </a:lnTo>
                <a:lnTo>
                  <a:pt x="514350" y="400088"/>
                </a:lnTo>
                <a:lnTo>
                  <a:pt x="514350" y="419090"/>
                </a:lnTo>
                <a:lnTo>
                  <a:pt x="514350" y="438102"/>
                </a:lnTo>
                <a:lnTo>
                  <a:pt x="514350" y="457114"/>
                </a:lnTo>
                <a:lnTo>
                  <a:pt x="514350" y="476126"/>
                </a:lnTo>
                <a:lnTo>
                  <a:pt x="514350" y="495129"/>
                </a:lnTo>
                <a:lnTo>
                  <a:pt x="514350" y="514140"/>
                </a:lnTo>
                <a:lnTo>
                  <a:pt x="514350" y="533152"/>
                </a:lnTo>
                <a:lnTo>
                  <a:pt x="514350" y="552155"/>
                </a:lnTo>
                <a:lnTo>
                  <a:pt x="514350" y="571167"/>
                </a:lnTo>
                <a:lnTo>
                  <a:pt x="514350" y="590179"/>
                </a:lnTo>
                <a:lnTo>
                  <a:pt x="514350" y="609181"/>
                </a:lnTo>
                <a:lnTo>
                  <a:pt x="514350" y="628193"/>
                </a:lnTo>
                <a:lnTo>
                  <a:pt x="514350" y="647205"/>
                </a:lnTo>
                <a:lnTo>
                  <a:pt x="514350" y="666207"/>
                </a:lnTo>
                <a:lnTo>
                  <a:pt x="514350" y="685219"/>
                </a:lnTo>
                <a:lnTo>
                  <a:pt x="514350" y="704231"/>
                </a:lnTo>
                <a:lnTo>
                  <a:pt x="514350" y="723243"/>
                </a:lnTo>
                <a:lnTo>
                  <a:pt x="514350" y="742245"/>
                </a:lnTo>
                <a:lnTo>
                  <a:pt x="514350" y="761257"/>
                </a:lnTo>
                <a:lnTo>
                  <a:pt x="514350" y="780269"/>
                </a:lnTo>
                <a:lnTo>
                  <a:pt x="514350" y="799271"/>
                </a:lnTo>
                <a:lnTo>
                  <a:pt x="514350" y="818283"/>
                </a:lnTo>
                <a:lnTo>
                  <a:pt x="514350" y="837295"/>
                </a:lnTo>
                <a:lnTo>
                  <a:pt x="514350" y="856298"/>
                </a:lnTo>
                <a:lnTo>
                  <a:pt x="514350" y="875309"/>
                </a:lnTo>
                <a:lnTo>
                  <a:pt x="514350" y="894321"/>
                </a:lnTo>
                <a:lnTo>
                  <a:pt x="514350" y="913333"/>
                </a:lnTo>
                <a:lnTo>
                  <a:pt x="514350" y="932336"/>
                </a:lnTo>
                <a:lnTo>
                  <a:pt x="514350" y="951347"/>
                </a:lnTo>
                <a:lnTo>
                  <a:pt x="514350" y="970359"/>
                </a:lnTo>
                <a:lnTo>
                  <a:pt x="514350" y="989362"/>
                </a:lnTo>
                <a:lnTo>
                  <a:pt x="514350" y="1008374"/>
                </a:lnTo>
                <a:lnTo>
                  <a:pt x="514350" y="1027386"/>
                </a:lnTo>
                <a:lnTo>
                  <a:pt x="514350" y="1046388"/>
                </a:lnTo>
                <a:lnTo>
                  <a:pt x="514350" y="1065400"/>
                </a:lnTo>
                <a:lnTo>
                  <a:pt x="514350" y="1084412"/>
                </a:lnTo>
                <a:lnTo>
                  <a:pt x="514350" y="1103424"/>
                </a:lnTo>
                <a:lnTo>
                  <a:pt x="514350" y="1122426"/>
                </a:lnTo>
                <a:lnTo>
                  <a:pt x="514350" y="1141438"/>
                </a:lnTo>
                <a:lnTo>
                  <a:pt x="514350" y="1160450"/>
                </a:lnTo>
                <a:lnTo>
                  <a:pt x="514350" y="1179452"/>
                </a:lnTo>
                <a:lnTo>
                  <a:pt x="514350" y="1198464"/>
                </a:lnTo>
                <a:lnTo>
                  <a:pt x="514350" y="1217476"/>
                </a:lnTo>
                <a:lnTo>
                  <a:pt x="514350" y="1236478"/>
                </a:lnTo>
                <a:lnTo>
                  <a:pt x="514350" y="1255490"/>
                </a:lnTo>
                <a:lnTo>
                  <a:pt x="514350" y="1274502"/>
                </a:lnTo>
                <a:lnTo>
                  <a:pt x="514350" y="1293505"/>
                </a:lnTo>
                <a:lnTo>
                  <a:pt x="514350" y="1312516"/>
                </a:lnTo>
                <a:lnTo>
                  <a:pt x="497729" y="1321746"/>
                </a:lnTo>
                <a:lnTo>
                  <a:pt x="481117" y="1330985"/>
                </a:lnTo>
                <a:lnTo>
                  <a:pt x="464496" y="1340215"/>
                </a:lnTo>
                <a:lnTo>
                  <a:pt x="447885" y="1349445"/>
                </a:lnTo>
                <a:lnTo>
                  <a:pt x="431263" y="1358675"/>
                </a:lnTo>
                <a:lnTo>
                  <a:pt x="414642" y="1367904"/>
                </a:lnTo>
                <a:lnTo>
                  <a:pt x="398031" y="1377144"/>
                </a:lnTo>
                <a:lnTo>
                  <a:pt x="381410" y="1386373"/>
                </a:lnTo>
                <a:lnTo>
                  <a:pt x="364798" y="1395603"/>
                </a:lnTo>
                <a:lnTo>
                  <a:pt x="348177" y="1404833"/>
                </a:lnTo>
                <a:lnTo>
                  <a:pt x="331565" y="1414062"/>
                </a:lnTo>
                <a:lnTo>
                  <a:pt x="314944" y="1423302"/>
                </a:lnTo>
                <a:lnTo>
                  <a:pt x="298323" y="1432531"/>
                </a:lnTo>
                <a:lnTo>
                  <a:pt x="281711" y="1441761"/>
                </a:lnTo>
                <a:lnTo>
                  <a:pt x="265090" y="1450991"/>
                </a:lnTo>
                <a:lnTo>
                  <a:pt x="248479" y="1450553"/>
                </a:lnTo>
                <a:lnTo>
                  <a:pt x="231858" y="1441323"/>
                </a:lnTo>
                <a:lnTo>
                  <a:pt x="215236" y="1432093"/>
                </a:lnTo>
                <a:lnTo>
                  <a:pt x="198625" y="1422864"/>
                </a:lnTo>
                <a:lnTo>
                  <a:pt x="182004" y="1413634"/>
                </a:lnTo>
                <a:lnTo>
                  <a:pt x="165392" y="1404395"/>
                </a:lnTo>
                <a:lnTo>
                  <a:pt x="148771" y="1395165"/>
                </a:lnTo>
                <a:lnTo>
                  <a:pt x="132150" y="1385935"/>
                </a:lnTo>
                <a:lnTo>
                  <a:pt x="115538" y="1376705"/>
                </a:lnTo>
                <a:lnTo>
                  <a:pt x="98917" y="1367476"/>
                </a:lnTo>
                <a:lnTo>
                  <a:pt x="82306" y="1358236"/>
                </a:lnTo>
                <a:lnTo>
                  <a:pt x="65684" y="1349007"/>
                </a:lnTo>
                <a:lnTo>
                  <a:pt x="49073" y="1339777"/>
                </a:lnTo>
                <a:lnTo>
                  <a:pt x="32452" y="1330547"/>
                </a:lnTo>
                <a:lnTo>
                  <a:pt x="15831" y="1321318"/>
                </a:lnTo>
                <a:lnTo>
                  <a:pt x="0" y="1311621"/>
                </a:lnTo>
                <a:lnTo>
                  <a:pt x="0" y="1292609"/>
                </a:lnTo>
                <a:lnTo>
                  <a:pt x="0" y="1273607"/>
                </a:lnTo>
                <a:lnTo>
                  <a:pt x="0" y="1254595"/>
                </a:lnTo>
                <a:lnTo>
                  <a:pt x="0" y="1235583"/>
                </a:lnTo>
                <a:lnTo>
                  <a:pt x="0" y="1216581"/>
                </a:lnTo>
                <a:lnTo>
                  <a:pt x="0" y="1197569"/>
                </a:lnTo>
                <a:lnTo>
                  <a:pt x="0" y="1178557"/>
                </a:lnTo>
                <a:lnTo>
                  <a:pt x="0" y="1159554"/>
                </a:lnTo>
                <a:lnTo>
                  <a:pt x="0" y="1140543"/>
                </a:lnTo>
                <a:lnTo>
                  <a:pt x="0" y="1121531"/>
                </a:lnTo>
                <a:lnTo>
                  <a:pt x="0" y="1102519"/>
                </a:lnTo>
                <a:lnTo>
                  <a:pt x="0" y="1083516"/>
                </a:lnTo>
                <a:lnTo>
                  <a:pt x="0" y="1064504"/>
                </a:lnTo>
                <a:lnTo>
                  <a:pt x="0" y="1045493"/>
                </a:lnTo>
                <a:lnTo>
                  <a:pt x="0" y="1026490"/>
                </a:lnTo>
                <a:lnTo>
                  <a:pt x="0" y="1007478"/>
                </a:lnTo>
                <a:lnTo>
                  <a:pt x="0" y="988466"/>
                </a:lnTo>
                <a:lnTo>
                  <a:pt x="0" y="969464"/>
                </a:lnTo>
                <a:lnTo>
                  <a:pt x="0" y="950452"/>
                </a:lnTo>
                <a:lnTo>
                  <a:pt x="0" y="931440"/>
                </a:lnTo>
                <a:lnTo>
                  <a:pt x="0" y="912428"/>
                </a:lnTo>
                <a:lnTo>
                  <a:pt x="0" y="893426"/>
                </a:lnTo>
                <a:lnTo>
                  <a:pt x="0" y="874414"/>
                </a:lnTo>
                <a:lnTo>
                  <a:pt x="0" y="855402"/>
                </a:lnTo>
                <a:lnTo>
                  <a:pt x="0" y="836400"/>
                </a:lnTo>
                <a:lnTo>
                  <a:pt x="0" y="817388"/>
                </a:lnTo>
                <a:lnTo>
                  <a:pt x="0" y="798376"/>
                </a:lnTo>
                <a:lnTo>
                  <a:pt x="0" y="779374"/>
                </a:lnTo>
                <a:lnTo>
                  <a:pt x="0" y="760362"/>
                </a:lnTo>
                <a:lnTo>
                  <a:pt x="0" y="741350"/>
                </a:lnTo>
                <a:lnTo>
                  <a:pt x="0" y="722338"/>
                </a:lnTo>
                <a:lnTo>
                  <a:pt x="0" y="703336"/>
                </a:lnTo>
                <a:lnTo>
                  <a:pt x="0" y="684324"/>
                </a:lnTo>
                <a:lnTo>
                  <a:pt x="0" y="665312"/>
                </a:lnTo>
                <a:lnTo>
                  <a:pt x="0" y="646309"/>
                </a:lnTo>
                <a:lnTo>
                  <a:pt x="0" y="627297"/>
                </a:lnTo>
                <a:lnTo>
                  <a:pt x="0" y="608286"/>
                </a:lnTo>
                <a:lnTo>
                  <a:pt x="0" y="589283"/>
                </a:lnTo>
                <a:lnTo>
                  <a:pt x="0" y="570271"/>
                </a:lnTo>
                <a:lnTo>
                  <a:pt x="0" y="551259"/>
                </a:lnTo>
                <a:lnTo>
                  <a:pt x="0" y="532257"/>
                </a:lnTo>
                <a:lnTo>
                  <a:pt x="0" y="513245"/>
                </a:lnTo>
                <a:lnTo>
                  <a:pt x="0" y="494233"/>
                </a:lnTo>
                <a:lnTo>
                  <a:pt x="0" y="475221"/>
                </a:lnTo>
                <a:lnTo>
                  <a:pt x="0" y="456219"/>
                </a:lnTo>
                <a:lnTo>
                  <a:pt x="0" y="437207"/>
                </a:lnTo>
                <a:lnTo>
                  <a:pt x="0" y="418195"/>
                </a:lnTo>
                <a:lnTo>
                  <a:pt x="0" y="399193"/>
                </a:lnTo>
                <a:lnTo>
                  <a:pt x="0" y="380181"/>
                </a:lnTo>
                <a:lnTo>
                  <a:pt x="0" y="361169"/>
                </a:lnTo>
                <a:lnTo>
                  <a:pt x="0" y="342167"/>
                </a:lnTo>
                <a:lnTo>
                  <a:pt x="0" y="323155"/>
                </a:lnTo>
                <a:lnTo>
                  <a:pt x="0" y="304143"/>
                </a:lnTo>
                <a:lnTo>
                  <a:pt x="0" y="285131"/>
                </a:lnTo>
                <a:lnTo>
                  <a:pt x="0" y="266129"/>
                </a:lnTo>
                <a:lnTo>
                  <a:pt x="0" y="247117"/>
                </a:lnTo>
                <a:lnTo>
                  <a:pt x="0" y="228105"/>
                </a:lnTo>
                <a:lnTo>
                  <a:pt x="0" y="209102"/>
                </a:lnTo>
                <a:lnTo>
                  <a:pt x="0" y="190090"/>
                </a:lnTo>
                <a:lnTo>
                  <a:pt x="0" y="171079"/>
                </a:lnTo>
                <a:lnTo>
                  <a:pt x="0" y="152076"/>
                </a:lnTo>
                <a:lnTo>
                  <a:pt x="0" y="133064"/>
                </a:lnTo>
                <a:lnTo>
                  <a:pt x="0" y="114052"/>
                </a:lnTo>
                <a:lnTo>
                  <a:pt x="0" y="95040"/>
                </a:lnTo>
                <a:lnTo>
                  <a:pt x="0" y="76038"/>
                </a:lnTo>
                <a:lnTo>
                  <a:pt x="0" y="57026"/>
                </a:lnTo>
                <a:lnTo>
                  <a:pt x="0" y="38014"/>
                </a:lnTo>
                <a:lnTo>
                  <a:pt x="0" y="19012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24" name="phase-title-1">
            <a:extLst xmlns:a="http://schemas.openxmlformats.org/drawingml/2006/main">
              <a:ext uri="{FF2B5EF4-FFF2-40B4-BE49-F238E27FC236}">
                <a16:creationId xmlns:a16="http://schemas.microsoft.com/office/drawing/2014/main" id="{D9C429B1-3380-41F1-84F5-6DFFCBBFC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3460994"/>
            <a:ext cx="1428750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意向培育</a:t>
            </a:r>
          </a:p>
        </p:txBody>
      </p:sp>
      <p:sp>
        <p:nvSpPr>
          <p:cNvPr id="25" name="phase-body-1">
            <a:extLst xmlns:a="http://schemas.openxmlformats.org/drawingml/2006/main">
              <a:ext uri="{FF2B5EF4-FFF2-40B4-BE49-F238E27FC236}">
                <a16:creationId xmlns:a16="http://schemas.microsoft.com/office/drawing/2014/main" id="{BE0F2E8E-7746-44DD-B8F7-1A8ED13EE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3815210"/>
            <a:ext cx="1428750" cy="587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让有效关注形</a:t>
            </a:r>
          </a:p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成意向</a:t>
            </a:r>
          </a:p>
        </p:txBody>
      </p:sp>
      <p:sp>
        <p:nvSpPr>
          <p:cNvPr id="26" name="action-icon-shell-1-0">
            <a:extLst xmlns:a="http://schemas.openxmlformats.org/drawingml/2006/main">
              <a:ext uri="{FF2B5EF4-FFF2-40B4-BE49-F238E27FC236}">
                <a16:creationId xmlns:a16="http://schemas.microsoft.com/office/drawing/2014/main" id="{8FBF6419-8F9F-45DB-900C-A5DE51F4A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3760289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10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06027af70244a76">
            <a:extLst>
              <a:ext uri="{96DAC541-7B7A-43D3-8B79-37D633B846F1}">
                <asvg:svgBlip xmlns:asvg="http://schemas.microsoft.com/office/drawing/2016/SVG/main" r:embed="R18f3f13a6eed4c58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3836489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28" name="action-title-1-0">
            <a:extLst xmlns:a="http://schemas.openxmlformats.org/drawingml/2006/main">
              <a:ext uri="{FF2B5EF4-FFF2-40B4-BE49-F238E27FC236}">
                <a16:creationId xmlns:a16="http://schemas.microsoft.com/office/drawing/2014/main" id="{BA41680D-E135-4A98-95BD-4FE388142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3699272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规则触发</a:t>
            </a:r>
          </a:p>
        </p:txBody>
      </p:sp>
      <p:sp>
        <p:nvSpPr>
          <p:cNvPr id="29" name="action-body-1-0">
            <a:extLst xmlns:a="http://schemas.openxmlformats.org/drawingml/2006/main">
              <a:ext uri="{FF2B5EF4-FFF2-40B4-BE49-F238E27FC236}">
                <a16:creationId xmlns:a16="http://schemas.microsoft.com/office/drawing/2014/main" id="{158CB5BA-079B-4E7A-8929-12F4AB01C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3927872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自动下发任务</a:t>
            </a:r>
          </a:p>
        </p:txBody>
      </p:sp>
      <p:sp>
        <p:nvSpPr>
          <p:cNvPr id="30" name="action-icon-shell-1-1">
            <a:extLst xmlns:a="http://schemas.openxmlformats.org/drawingml/2006/main">
              <a:ext uri="{FF2B5EF4-FFF2-40B4-BE49-F238E27FC236}">
                <a16:creationId xmlns:a16="http://schemas.microsoft.com/office/drawing/2014/main" id="{8163762B-AE4B-4DDA-A912-DE2D4A98D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3760289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10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fec8b4087fb4a52">
            <a:extLst>
              <a:ext uri="{96DAC541-7B7A-43D3-8B79-37D633B846F1}">
                <asvg:svgBlip xmlns:asvg="http://schemas.microsoft.com/office/drawing/2016/SVG/main" r:embed="Rbd2eb30807b34f02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3836489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32" name="action-title-1-1">
            <a:extLst xmlns:a="http://schemas.openxmlformats.org/drawingml/2006/main">
              <a:ext uri="{FF2B5EF4-FFF2-40B4-BE49-F238E27FC236}">
                <a16:creationId xmlns:a16="http://schemas.microsoft.com/office/drawing/2014/main" id="{E1949BF3-03E3-4ED1-A0B1-057DD0A1F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3699272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热度评估</a:t>
            </a:r>
          </a:p>
        </p:txBody>
      </p:sp>
      <p:sp>
        <p:nvSpPr>
          <p:cNvPr id="33" name="action-body-1-1">
            <a:extLst xmlns:a="http://schemas.openxmlformats.org/drawingml/2006/main">
              <a:ext uri="{FF2B5EF4-FFF2-40B4-BE49-F238E27FC236}">
                <a16:creationId xmlns:a16="http://schemas.microsoft.com/office/drawing/2014/main" id="{38370AFD-A9E0-4655-B24E-74AB83EC1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3927872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识别优先对象</a:t>
            </a:r>
          </a:p>
        </p:txBody>
      </p:sp>
      <p:sp>
        <p:nvSpPr>
          <p:cNvPr id="34" name="phase-rail-2">
            <a:extLst xmlns:a="http://schemas.openxmlformats.org/drawingml/2006/main">
              <a:ext uri="{FF2B5EF4-FFF2-40B4-BE49-F238E27FC236}">
                <a16:creationId xmlns:a16="http://schemas.microsoft.com/office/drawing/2014/main" id="{DE1B6C54-8C6A-4CA1-8182-915BDF523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4659516"/>
            <a:ext cx="514350" cy="1546260"/>
          </a:xfrm>
          <a:custGeom xmlns:a="http://schemas.openxmlformats.org/drawingml/2006/main">
            <a:pathLst>
              <a:path w="514350" h="1546260">
                <a:moveTo>
                  <a:pt x="0" y="0"/>
                </a:moveTo>
                <a:lnTo>
                  <a:pt x="16621" y="9230"/>
                </a:lnTo>
                <a:lnTo>
                  <a:pt x="33242" y="18469"/>
                </a:lnTo>
                <a:lnTo>
                  <a:pt x="49854" y="27699"/>
                </a:lnTo>
                <a:lnTo>
                  <a:pt x="66475" y="36928"/>
                </a:lnTo>
                <a:lnTo>
                  <a:pt x="83096" y="46158"/>
                </a:lnTo>
                <a:lnTo>
                  <a:pt x="99717" y="55397"/>
                </a:lnTo>
                <a:lnTo>
                  <a:pt x="116329" y="64627"/>
                </a:lnTo>
                <a:lnTo>
                  <a:pt x="132950" y="73857"/>
                </a:lnTo>
                <a:lnTo>
                  <a:pt x="149571" y="83096"/>
                </a:lnTo>
                <a:lnTo>
                  <a:pt x="166192" y="92326"/>
                </a:lnTo>
                <a:lnTo>
                  <a:pt x="182804" y="101556"/>
                </a:lnTo>
                <a:lnTo>
                  <a:pt x="199425" y="110795"/>
                </a:lnTo>
                <a:lnTo>
                  <a:pt x="216046" y="120025"/>
                </a:lnTo>
                <a:lnTo>
                  <a:pt x="232667" y="129254"/>
                </a:lnTo>
                <a:lnTo>
                  <a:pt x="249279" y="138484"/>
                </a:lnTo>
                <a:lnTo>
                  <a:pt x="265900" y="138027"/>
                </a:lnTo>
                <a:lnTo>
                  <a:pt x="282521" y="128788"/>
                </a:lnTo>
                <a:lnTo>
                  <a:pt x="299142" y="119558"/>
                </a:lnTo>
                <a:lnTo>
                  <a:pt x="315763" y="110328"/>
                </a:lnTo>
                <a:lnTo>
                  <a:pt x="332375" y="101098"/>
                </a:lnTo>
                <a:lnTo>
                  <a:pt x="348996" y="91859"/>
                </a:lnTo>
                <a:lnTo>
                  <a:pt x="365617" y="82629"/>
                </a:lnTo>
                <a:lnTo>
                  <a:pt x="382238" y="73400"/>
                </a:lnTo>
                <a:lnTo>
                  <a:pt x="398850" y="64160"/>
                </a:lnTo>
                <a:lnTo>
                  <a:pt x="415471" y="54931"/>
                </a:lnTo>
                <a:lnTo>
                  <a:pt x="432092" y="45701"/>
                </a:lnTo>
                <a:lnTo>
                  <a:pt x="448713" y="36462"/>
                </a:lnTo>
                <a:lnTo>
                  <a:pt x="465325" y="27232"/>
                </a:lnTo>
                <a:lnTo>
                  <a:pt x="481946" y="18002"/>
                </a:lnTo>
                <a:lnTo>
                  <a:pt x="498567" y="8773"/>
                </a:lnTo>
                <a:lnTo>
                  <a:pt x="514350" y="953"/>
                </a:lnTo>
                <a:lnTo>
                  <a:pt x="514350" y="19964"/>
                </a:lnTo>
                <a:lnTo>
                  <a:pt x="514350" y="38976"/>
                </a:lnTo>
                <a:lnTo>
                  <a:pt x="514350" y="57988"/>
                </a:lnTo>
                <a:lnTo>
                  <a:pt x="514350" y="77000"/>
                </a:lnTo>
                <a:lnTo>
                  <a:pt x="514350" y="96012"/>
                </a:lnTo>
                <a:lnTo>
                  <a:pt x="514350" y="115024"/>
                </a:lnTo>
                <a:lnTo>
                  <a:pt x="514350" y="134036"/>
                </a:lnTo>
                <a:lnTo>
                  <a:pt x="514350" y="153048"/>
                </a:lnTo>
                <a:lnTo>
                  <a:pt x="514350" y="172050"/>
                </a:lnTo>
                <a:lnTo>
                  <a:pt x="514350" y="191062"/>
                </a:lnTo>
                <a:lnTo>
                  <a:pt x="514350" y="210074"/>
                </a:lnTo>
                <a:lnTo>
                  <a:pt x="514350" y="229086"/>
                </a:lnTo>
                <a:lnTo>
                  <a:pt x="514350" y="248098"/>
                </a:lnTo>
                <a:lnTo>
                  <a:pt x="514350" y="267110"/>
                </a:lnTo>
                <a:lnTo>
                  <a:pt x="514350" y="286121"/>
                </a:lnTo>
                <a:lnTo>
                  <a:pt x="514350" y="305133"/>
                </a:lnTo>
                <a:lnTo>
                  <a:pt x="514350" y="324145"/>
                </a:lnTo>
                <a:lnTo>
                  <a:pt x="514350" y="343157"/>
                </a:lnTo>
                <a:lnTo>
                  <a:pt x="514350" y="362169"/>
                </a:lnTo>
                <a:lnTo>
                  <a:pt x="514350" y="381171"/>
                </a:lnTo>
                <a:lnTo>
                  <a:pt x="514350" y="400183"/>
                </a:lnTo>
                <a:lnTo>
                  <a:pt x="514350" y="419195"/>
                </a:lnTo>
                <a:lnTo>
                  <a:pt x="514350" y="438207"/>
                </a:lnTo>
                <a:lnTo>
                  <a:pt x="514350" y="457219"/>
                </a:lnTo>
                <a:lnTo>
                  <a:pt x="514350" y="476231"/>
                </a:lnTo>
                <a:lnTo>
                  <a:pt x="514350" y="495243"/>
                </a:lnTo>
                <a:lnTo>
                  <a:pt x="514350" y="514255"/>
                </a:lnTo>
                <a:lnTo>
                  <a:pt x="514350" y="533267"/>
                </a:lnTo>
                <a:lnTo>
                  <a:pt x="514350" y="552279"/>
                </a:lnTo>
                <a:lnTo>
                  <a:pt x="514350" y="571281"/>
                </a:lnTo>
                <a:lnTo>
                  <a:pt x="514350" y="590293"/>
                </a:lnTo>
                <a:lnTo>
                  <a:pt x="514350" y="609305"/>
                </a:lnTo>
                <a:lnTo>
                  <a:pt x="514350" y="628317"/>
                </a:lnTo>
                <a:lnTo>
                  <a:pt x="514350" y="647329"/>
                </a:lnTo>
                <a:lnTo>
                  <a:pt x="514350" y="666340"/>
                </a:lnTo>
                <a:lnTo>
                  <a:pt x="514350" y="685352"/>
                </a:lnTo>
                <a:lnTo>
                  <a:pt x="514350" y="704364"/>
                </a:lnTo>
                <a:lnTo>
                  <a:pt x="514350" y="723376"/>
                </a:lnTo>
                <a:lnTo>
                  <a:pt x="514350" y="742388"/>
                </a:lnTo>
                <a:lnTo>
                  <a:pt x="514350" y="761390"/>
                </a:lnTo>
                <a:lnTo>
                  <a:pt x="514350" y="780402"/>
                </a:lnTo>
                <a:lnTo>
                  <a:pt x="514350" y="799414"/>
                </a:lnTo>
                <a:lnTo>
                  <a:pt x="514350" y="818426"/>
                </a:lnTo>
                <a:lnTo>
                  <a:pt x="514350" y="837438"/>
                </a:lnTo>
                <a:lnTo>
                  <a:pt x="514350" y="856450"/>
                </a:lnTo>
                <a:lnTo>
                  <a:pt x="514350" y="875462"/>
                </a:lnTo>
                <a:lnTo>
                  <a:pt x="514350" y="894474"/>
                </a:lnTo>
                <a:lnTo>
                  <a:pt x="514350" y="913486"/>
                </a:lnTo>
                <a:lnTo>
                  <a:pt x="514350" y="932498"/>
                </a:lnTo>
                <a:lnTo>
                  <a:pt x="514350" y="951500"/>
                </a:lnTo>
                <a:lnTo>
                  <a:pt x="514350" y="970512"/>
                </a:lnTo>
                <a:lnTo>
                  <a:pt x="514350" y="989524"/>
                </a:lnTo>
                <a:lnTo>
                  <a:pt x="514350" y="1008536"/>
                </a:lnTo>
                <a:lnTo>
                  <a:pt x="514350" y="1027547"/>
                </a:lnTo>
                <a:lnTo>
                  <a:pt x="514350" y="1046559"/>
                </a:lnTo>
                <a:lnTo>
                  <a:pt x="514350" y="1065571"/>
                </a:lnTo>
                <a:lnTo>
                  <a:pt x="514350" y="1084583"/>
                </a:lnTo>
                <a:lnTo>
                  <a:pt x="514350" y="1103595"/>
                </a:lnTo>
                <a:lnTo>
                  <a:pt x="514350" y="1122607"/>
                </a:lnTo>
                <a:lnTo>
                  <a:pt x="514350" y="1141619"/>
                </a:lnTo>
                <a:lnTo>
                  <a:pt x="514350" y="1160621"/>
                </a:lnTo>
                <a:lnTo>
                  <a:pt x="514350" y="1179633"/>
                </a:lnTo>
                <a:lnTo>
                  <a:pt x="514350" y="1198645"/>
                </a:lnTo>
                <a:lnTo>
                  <a:pt x="514350" y="1217657"/>
                </a:lnTo>
                <a:lnTo>
                  <a:pt x="514350" y="1236669"/>
                </a:lnTo>
                <a:lnTo>
                  <a:pt x="514350" y="1255681"/>
                </a:lnTo>
                <a:lnTo>
                  <a:pt x="514350" y="1274693"/>
                </a:lnTo>
                <a:lnTo>
                  <a:pt x="514350" y="1293705"/>
                </a:lnTo>
                <a:lnTo>
                  <a:pt x="514350" y="1312716"/>
                </a:lnTo>
                <a:lnTo>
                  <a:pt x="514350" y="1331728"/>
                </a:lnTo>
                <a:lnTo>
                  <a:pt x="514350" y="1350731"/>
                </a:lnTo>
                <a:lnTo>
                  <a:pt x="514350" y="1369743"/>
                </a:lnTo>
                <a:lnTo>
                  <a:pt x="514350" y="1388755"/>
                </a:lnTo>
                <a:lnTo>
                  <a:pt x="514350" y="1407766"/>
                </a:lnTo>
                <a:lnTo>
                  <a:pt x="497729" y="1416996"/>
                </a:lnTo>
                <a:lnTo>
                  <a:pt x="481108" y="1426235"/>
                </a:lnTo>
                <a:lnTo>
                  <a:pt x="464496" y="1435465"/>
                </a:lnTo>
                <a:lnTo>
                  <a:pt x="447875" y="1444695"/>
                </a:lnTo>
                <a:lnTo>
                  <a:pt x="431254" y="1453934"/>
                </a:lnTo>
                <a:lnTo>
                  <a:pt x="414633" y="1463164"/>
                </a:lnTo>
                <a:lnTo>
                  <a:pt x="398021" y="1472394"/>
                </a:lnTo>
                <a:lnTo>
                  <a:pt x="381400" y="1481633"/>
                </a:lnTo>
                <a:lnTo>
                  <a:pt x="364779" y="1490863"/>
                </a:lnTo>
                <a:lnTo>
                  <a:pt x="348158" y="1500092"/>
                </a:lnTo>
                <a:lnTo>
                  <a:pt x="331546" y="1509322"/>
                </a:lnTo>
                <a:lnTo>
                  <a:pt x="314925" y="1518561"/>
                </a:lnTo>
                <a:lnTo>
                  <a:pt x="298304" y="1527791"/>
                </a:lnTo>
                <a:lnTo>
                  <a:pt x="281683" y="1537021"/>
                </a:lnTo>
                <a:lnTo>
                  <a:pt x="265062" y="1546260"/>
                </a:lnTo>
                <a:lnTo>
                  <a:pt x="248450" y="1545793"/>
                </a:lnTo>
                <a:lnTo>
                  <a:pt x="231829" y="1536563"/>
                </a:lnTo>
                <a:lnTo>
                  <a:pt x="215208" y="1527324"/>
                </a:lnTo>
                <a:lnTo>
                  <a:pt x="198587" y="1518095"/>
                </a:lnTo>
                <a:lnTo>
                  <a:pt x="181975" y="1508865"/>
                </a:lnTo>
                <a:lnTo>
                  <a:pt x="165354" y="1499626"/>
                </a:lnTo>
                <a:lnTo>
                  <a:pt x="148733" y="1490396"/>
                </a:lnTo>
                <a:lnTo>
                  <a:pt x="132112" y="1481166"/>
                </a:lnTo>
                <a:lnTo>
                  <a:pt x="115500" y="1471927"/>
                </a:lnTo>
                <a:lnTo>
                  <a:pt x="98879" y="1462697"/>
                </a:lnTo>
                <a:lnTo>
                  <a:pt x="82258" y="1453467"/>
                </a:lnTo>
                <a:lnTo>
                  <a:pt x="65637" y="1444238"/>
                </a:lnTo>
                <a:lnTo>
                  <a:pt x="49025" y="1434998"/>
                </a:lnTo>
                <a:lnTo>
                  <a:pt x="32404" y="1425769"/>
                </a:lnTo>
                <a:lnTo>
                  <a:pt x="15783" y="1416539"/>
                </a:lnTo>
                <a:lnTo>
                  <a:pt x="0" y="1406814"/>
                </a:lnTo>
                <a:lnTo>
                  <a:pt x="0" y="1387802"/>
                </a:lnTo>
                <a:lnTo>
                  <a:pt x="0" y="1368790"/>
                </a:lnTo>
                <a:lnTo>
                  <a:pt x="0" y="1349778"/>
                </a:lnTo>
                <a:lnTo>
                  <a:pt x="0" y="1330766"/>
                </a:lnTo>
                <a:lnTo>
                  <a:pt x="0" y="1311754"/>
                </a:lnTo>
                <a:lnTo>
                  <a:pt x="0" y="1292743"/>
                </a:lnTo>
                <a:lnTo>
                  <a:pt x="0" y="1273731"/>
                </a:lnTo>
                <a:lnTo>
                  <a:pt x="0" y="1254728"/>
                </a:lnTo>
                <a:lnTo>
                  <a:pt x="0" y="1235716"/>
                </a:lnTo>
                <a:lnTo>
                  <a:pt x="0" y="1216704"/>
                </a:lnTo>
                <a:lnTo>
                  <a:pt x="0" y="1197693"/>
                </a:lnTo>
                <a:lnTo>
                  <a:pt x="0" y="1178681"/>
                </a:lnTo>
                <a:lnTo>
                  <a:pt x="0" y="1159669"/>
                </a:lnTo>
                <a:lnTo>
                  <a:pt x="0" y="1140657"/>
                </a:lnTo>
                <a:lnTo>
                  <a:pt x="0" y="1121645"/>
                </a:lnTo>
                <a:lnTo>
                  <a:pt x="0" y="1102633"/>
                </a:lnTo>
                <a:lnTo>
                  <a:pt x="0" y="1083621"/>
                </a:lnTo>
                <a:lnTo>
                  <a:pt x="0" y="1064619"/>
                </a:lnTo>
                <a:lnTo>
                  <a:pt x="0" y="1045607"/>
                </a:lnTo>
                <a:lnTo>
                  <a:pt x="0" y="1026595"/>
                </a:lnTo>
                <a:lnTo>
                  <a:pt x="0" y="1007583"/>
                </a:lnTo>
                <a:lnTo>
                  <a:pt x="0" y="988571"/>
                </a:lnTo>
                <a:lnTo>
                  <a:pt x="0" y="969559"/>
                </a:lnTo>
                <a:lnTo>
                  <a:pt x="0" y="950547"/>
                </a:lnTo>
                <a:lnTo>
                  <a:pt x="0" y="931535"/>
                </a:lnTo>
                <a:lnTo>
                  <a:pt x="0" y="912524"/>
                </a:lnTo>
                <a:lnTo>
                  <a:pt x="0" y="893512"/>
                </a:lnTo>
                <a:lnTo>
                  <a:pt x="0" y="874509"/>
                </a:lnTo>
                <a:lnTo>
                  <a:pt x="0" y="855497"/>
                </a:lnTo>
                <a:lnTo>
                  <a:pt x="0" y="836485"/>
                </a:lnTo>
                <a:lnTo>
                  <a:pt x="0" y="817474"/>
                </a:lnTo>
                <a:lnTo>
                  <a:pt x="0" y="798462"/>
                </a:lnTo>
                <a:lnTo>
                  <a:pt x="0" y="779450"/>
                </a:lnTo>
                <a:lnTo>
                  <a:pt x="0" y="760438"/>
                </a:lnTo>
                <a:lnTo>
                  <a:pt x="0" y="741426"/>
                </a:lnTo>
                <a:lnTo>
                  <a:pt x="0" y="722414"/>
                </a:lnTo>
                <a:lnTo>
                  <a:pt x="0" y="703402"/>
                </a:lnTo>
                <a:lnTo>
                  <a:pt x="0" y="684400"/>
                </a:lnTo>
                <a:lnTo>
                  <a:pt x="0" y="665388"/>
                </a:lnTo>
                <a:lnTo>
                  <a:pt x="0" y="646376"/>
                </a:lnTo>
                <a:lnTo>
                  <a:pt x="0" y="627364"/>
                </a:lnTo>
                <a:lnTo>
                  <a:pt x="0" y="608352"/>
                </a:lnTo>
                <a:lnTo>
                  <a:pt x="0" y="589340"/>
                </a:lnTo>
                <a:lnTo>
                  <a:pt x="0" y="570328"/>
                </a:lnTo>
                <a:lnTo>
                  <a:pt x="0" y="551317"/>
                </a:lnTo>
                <a:lnTo>
                  <a:pt x="0" y="532305"/>
                </a:lnTo>
                <a:lnTo>
                  <a:pt x="0" y="513293"/>
                </a:lnTo>
                <a:lnTo>
                  <a:pt x="0" y="494281"/>
                </a:lnTo>
                <a:lnTo>
                  <a:pt x="0" y="475278"/>
                </a:lnTo>
                <a:lnTo>
                  <a:pt x="0" y="456267"/>
                </a:lnTo>
                <a:lnTo>
                  <a:pt x="0" y="437255"/>
                </a:lnTo>
                <a:lnTo>
                  <a:pt x="0" y="418243"/>
                </a:lnTo>
                <a:lnTo>
                  <a:pt x="0" y="399231"/>
                </a:lnTo>
                <a:lnTo>
                  <a:pt x="0" y="380219"/>
                </a:lnTo>
                <a:lnTo>
                  <a:pt x="0" y="361207"/>
                </a:lnTo>
                <a:lnTo>
                  <a:pt x="0" y="342195"/>
                </a:lnTo>
                <a:lnTo>
                  <a:pt x="0" y="323183"/>
                </a:lnTo>
                <a:lnTo>
                  <a:pt x="0" y="304171"/>
                </a:lnTo>
                <a:lnTo>
                  <a:pt x="0" y="285169"/>
                </a:lnTo>
                <a:lnTo>
                  <a:pt x="0" y="266157"/>
                </a:lnTo>
                <a:lnTo>
                  <a:pt x="0" y="247145"/>
                </a:lnTo>
                <a:lnTo>
                  <a:pt x="0" y="228133"/>
                </a:lnTo>
                <a:lnTo>
                  <a:pt x="0" y="209121"/>
                </a:lnTo>
                <a:lnTo>
                  <a:pt x="0" y="190109"/>
                </a:lnTo>
                <a:lnTo>
                  <a:pt x="0" y="171098"/>
                </a:lnTo>
                <a:lnTo>
                  <a:pt x="0" y="152086"/>
                </a:lnTo>
                <a:lnTo>
                  <a:pt x="0" y="133074"/>
                </a:lnTo>
                <a:lnTo>
                  <a:pt x="0" y="114062"/>
                </a:lnTo>
                <a:lnTo>
                  <a:pt x="0" y="95060"/>
                </a:lnTo>
                <a:lnTo>
                  <a:pt x="0" y="76048"/>
                </a:lnTo>
                <a:lnTo>
                  <a:pt x="0" y="57036"/>
                </a:lnTo>
                <a:lnTo>
                  <a:pt x="0" y="38024"/>
                </a:lnTo>
                <a:lnTo>
                  <a:pt x="0" y="19012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78A8D5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35" name="phase-title-2">
            <a:extLst xmlns:a="http://schemas.openxmlformats.org/drawingml/2006/main">
              <a:ext uri="{FF2B5EF4-FFF2-40B4-BE49-F238E27FC236}">
                <a16:creationId xmlns:a16="http://schemas.microsoft.com/office/drawing/2014/main" id="{F0650938-8525-4060-B146-A1FAE56EA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4964011"/>
            <a:ext cx="1428750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持续转化</a:t>
            </a:r>
          </a:p>
        </p:txBody>
      </p:sp>
      <p:sp>
        <p:nvSpPr>
          <p:cNvPr id="36" name="phase-body-2">
            <a:extLst xmlns:a="http://schemas.openxmlformats.org/drawingml/2006/main">
              <a:ext uri="{FF2B5EF4-FFF2-40B4-BE49-F238E27FC236}">
                <a16:creationId xmlns:a16="http://schemas.microsoft.com/office/drawing/2014/main" id="{0D801D95-8DC5-4FA8-9573-F4827CE16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5318227"/>
            <a:ext cx="1428750" cy="587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让行动沉淀为</a:t>
            </a:r>
          </a:p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长期价值</a:t>
            </a:r>
          </a:p>
        </p:txBody>
      </p:sp>
      <p:sp>
        <p:nvSpPr>
          <p:cNvPr id="37" name="action-icon-shell-2-0">
            <a:extLst xmlns:a="http://schemas.openxmlformats.org/drawingml/2006/main">
              <a:ext uri="{FF2B5EF4-FFF2-40B4-BE49-F238E27FC236}">
                <a16:creationId xmlns:a16="http://schemas.microsoft.com/office/drawing/2014/main" id="{15122A83-13F1-4D77-B706-94E295AA6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5263305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1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e43a0b2782d40c2">
            <a:extLst>
              <a:ext uri="{96DAC541-7B7A-43D3-8B79-37D633B846F1}">
                <asvg:svgBlip xmlns:asvg="http://schemas.microsoft.com/office/drawing/2016/SVG/main" r:embed="R2bdd06ab6de0441e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5339505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39" name="action-title-2-0">
            <a:extLst xmlns:a="http://schemas.openxmlformats.org/drawingml/2006/main">
              <a:ext uri="{FF2B5EF4-FFF2-40B4-BE49-F238E27FC236}">
                <a16:creationId xmlns:a16="http://schemas.microsoft.com/office/drawing/2014/main" id="{12B9507C-25A0-4B9A-9FDB-D09190735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5202288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数据打通</a:t>
            </a:r>
          </a:p>
        </p:txBody>
      </p:sp>
      <p:sp>
        <p:nvSpPr>
          <p:cNvPr id="40" name="action-body-2-0">
            <a:extLst xmlns:a="http://schemas.openxmlformats.org/drawingml/2006/main">
              <a:ext uri="{FF2B5EF4-FFF2-40B4-BE49-F238E27FC236}">
                <a16:creationId xmlns:a16="http://schemas.microsoft.com/office/drawing/2014/main" id="{8B262CF2-1F9F-4334-8377-8AA036571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5430888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统一分析对象</a:t>
            </a:r>
          </a:p>
        </p:txBody>
      </p:sp>
      <p:sp>
        <p:nvSpPr>
          <p:cNvPr id="41" name="action-icon-shell-2-1">
            <a:extLst xmlns:a="http://schemas.openxmlformats.org/drawingml/2006/main">
              <a:ext uri="{FF2B5EF4-FFF2-40B4-BE49-F238E27FC236}">
                <a16:creationId xmlns:a16="http://schemas.microsoft.com/office/drawing/2014/main" id="{F3616BD5-8A4B-4800-B8D7-9F9F7A939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5263305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1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246d5a383104b16">
            <a:extLst>
              <a:ext uri="{96DAC541-7B7A-43D3-8B79-37D633B846F1}">
                <asvg:svgBlip xmlns:asvg="http://schemas.microsoft.com/office/drawing/2016/SVG/main" r:embed="R648ab0eff39049f1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5339505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43" name="action-title-2-1">
            <a:extLst xmlns:a="http://schemas.openxmlformats.org/drawingml/2006/main">
              <a:ext uri="{FF2B5EF4-FFF2-40B4-BE49-F238E27FC236}">
                <a16:creationId xmlns:a16="http://schemas.microsoft.com/office/drawing/2014/main" id="{ABA649F6-7ADA-4FB0-A687-54DA14BEE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5202288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自动分群</a:t>
            </a:r>
          </a:p>
        </p:txBody>
      </p:sp>
      <p:sp>
        <p:nvSpPr>
          <p:cNvPr id="44" name="action-body-2-1">
            <a:extLst xmlns:a="http://schemas.openxmlformats.org/drawingml/2006/main">
              <a:ext uri="{FF2B5EF4-FFF2-40B4-BE49-F238E27FC236}">
                <a16:creationId xmlns:a16="http://schemas.microsoft.com/office/drawing/2014/main" id="{63DB103D-A5B4-4232-82EB-356F9F9E7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5430888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指导持续运营</a:t>
            </a:r>
          </a:p>
        </p:txBody>
      </p:sp>
      <p:sp>
        <p:nvSpPr>
          <p:cNvPr id="45" name="funnel-step-body-0">
            <a:extLst xmlns:a="http://schemas.openxmlformats.org/drawingml/2006/main">
              <a:ext uri="{FF2B5EF4-FFF2-40B4-BE49-F238E27FC236}">
                <a16:creationId xmlns:a16="http://schemas.microsoft.com/office/drawing/2014/main" id="{950640D5-8D44-43F2-B910-E5504637D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52750" y="2514600"/>
            <a:ext cx="3327997" cy="627078"/>
          </a:xfrm>
          <a:custGeom xmlns:a="http://schemas.openxmlformats.org/drawingml/2006/main">
            <a:pathLst>
              <a:path w="3327997" h="627078">
                <a:moveTo>
                  <a:pt x="0" y="0"/>
                </a:moveTo>
                <a:lnTo>
                  <a:pt x="15573" y="26270"/>
                </a:lnTo>
                <a:lnTo>
                  <a:pt x="31156" y="52549"/>
                </a:lnTo>
                <a:lnTo>
                  <a:pt x="46730" y="78819"/>
                </a:lnTo>
                <a:lnTo>
                  <a:pt x="62313" y="105099"/>
                </a:lnTo>
                <a:lnTo>
                  <a:pt x="77886" y="131369"/>
                </a:lnTo>
                <a:lnTo>
                  <a:pt x="93459" y="157639"/>
                </a:lnTo>
                <a:lnTo>
                  <a:pt x="109042" y="183918"/>
                </a:lnTo>
                <a:lnTo>
                  <a:pt x="124616" y="210188"/>
                </a:lnTo>
                <a:lnTo>
                  <a:pt x="140198" y="236468"/>
                </a:lnTo>
                <a:lnTo>
                  <a:pt x="155772" y="262738"/>
                </a:lnTo>
                <a:lnTo>
                  <a:pt x="171345" y="289008"/>
                </a:lnTo>
                <a:lnTo>
                  <a:pt x="186928" y="315287"/>
                </a:lnTo>
                <a:lnTo>
                  <a:pt x="202502" y="341557"/>
                </a:lnTo>
                <a:lnTo>
                  <a:pt x="218084" y="367836"/>
                </a:lnTo>
                <a:lnTo>
                  <a:pt x="233658" y="394106"/>
                </a:lnTo>
                <a:lnTo>
                  <a:pt x="249231" y="420376"/>
                </a:lnTo>
                <a:lnTo>
                  <a:pt x="264814" y="446656"/>
                </a:lnTo>
                <a:lnTo>
                  <a:pt x="280387" y="472926"/>
                </a:lnTo>
                <a:lnTo>
                  <a:pt x="295970" y="499205"/>
                </a:lnTo>
                <a:lnTo>
                  <a:pt x="311544" y="525475"/>
                </a:lnTo>
                <a:lnTo>
                  <a:pt x="327117" y="551745"/>
                </a:lnTo>
                <a:lnTo>
                  <a:pt x="350701" y="568690"/>
                </a:lnTo>
                <a:lnTo>
                  <a:pt x="380333" y="576043"/>
                </a:lnTo>
                <a:lnTo>
                  <a:pt x="410423" y="581292"/>
                </a:lnTo>
                <a:lnTo>
                  <a:pt x="440674" y="585511"/>
                </a:lnTo>
                <a:lnTo>
                  <a:pt x="471011" y="589074"/>
                </a:lnTo>
                <a:lnTo>
                  <a:pt x="501396" y="592188"/>
                </a:lnTo>
                <a:lnTo>
                  <a:pt x="531809" y="594951"/>
                </a:lnTo>
                <a:lnTo>
                  <a:pt x="562251" y="597446"/>
                </a:lnTo>
                <a:lnTo>
                  <a:pt x="592712" y="599713"/>
                </a:lnTo>
                <a:lnTo>
                  <a:pt x="623192" y="601780"/>
                </a:lnTo>
                <a:lnTo>
                  <a:pt x="653672" y="603704"/>
                </a:lnTo>
                <a:lnTo>
                  <a:pt x="684162" y="605485"/>
                </a:lnTo>
                <a:lnTo>
                  <a:pt x="714661" y="607133"/>
                </a:lnTo>
                <a:lnTo>
                  <a:pt x="745169" y="608686"/>
                </a:lnTo>
                <a:lnTo>
                  <a:pt x="775678" y="610124"/>
                </a:lnTo>
                <a:lnTo>
                  <a:pt x="806196" y="611467"/>
                </a:lnTo>
                <a:lnTo>
                  <a:pt x="836714" y="612734"/>
                </a:lnTo>
                <a:lnTo>
                  <a:pt x="867232" y="613924"/>
                </a:lnTo>
                <a:lnTo>
                  <a:pt x="897760" y="615039"/>
                </a:lnTo>
                <a:lnTo>
                  <a:pt x="928287" y="616087"/>
                </a:lnTo>
                <a:lnTo>
                  <a:pt x="958815" y="617068"/>
                </a:lnTo>
                <a:lnTo>
                  <a:pt x="989343" y="617992"/>
                </a:lnTo>
                <a:lnTo>
                  <a:pt x="1019870" y="618858"/>
                </a:lnTo>
                <a:lnTo>
                  <a:pt x="1050407" y="619677"/>
                </a:lnTo>
                <a:lnTo>
                  <a:pt x="1080945" y="620439"/>
                </a:lnTo>
                <a:lnTo>
                  <a:pt x="1111482" y="621154"/>
                </a:lnTo>
                <a:lnTo>
                  <a:pt x="1142019" y="621821"/>
                </a:lnTo>
                <a:lnTo>
                  <a:pt x="1172556" y="622440"/>
                </a:lnTo>
                <a:lnTo>
                  <a:pt x="1203093" y="623021"/>
                </a:lnTo>
                <a:lnTo>
                  <a:pt x="1233630" y="623554"/>
                </a:lnTo>
                <a:lnTo>
                  <a:pt x="1264177" y="624049"/>
                </a:lnTo>
                <a:lnTo>
                  <a:pt x="1294714" y="624497"/>
                </a:lnTo>
                <a:lnTo>
                  <a:pt x="1325251" y="624916"/>
                </a:lnTo>
                <a:lnTo>
                  <a:pt x="1355798" y="625288"/>
                </a:lnTo>
                <a:lnTo>
                  <a:pt x="1386335" y="625631"/>
                </a:lnTo>
                <a:lnTo>
                  <a:pt x="1416882" y="625926"/>
                </a:lnTo>
                <a:lnTo>
                  <a:pt x="1447429" y="626193"/>
                </a:lnTo>
                <a:lnTo>
                  <a:pt x="1477966" y="626421"/>
                </a:lnTo>
                <a:lnTo>
                  <a:pt x="1508512" y="626621"/>
                </a:lnTo>
                <a:lnTo>
                  <a:pt x="1539059" y="626783"/>
                </a:lnTo>
                <a:lnTo>
                  <a:pt x="1569606" y="626907"/>
                </a:lnTo>
                <a:lnTo>
                  <a:pt x="1600143" y="626993"/>
                </a:lnTo>
                <a:lnTo>
                  <a:pt x="1630690" y="627050"/>
                </a:lnTo>
                <a:lnTo>
                  <a:pt x="1661236" y="627078"/>
                </a:lnTo>
                <a:lnTo>
                  <a:pt x="1691783" y="627059"/>
                </a:lnTo>
                <a:lnTo>
                  <a:pt x="1722320" y="627021"/>
                </a:lnTo>
                <a:lnTo>
                  <a:pt x="1752867" y="626945"/>
                </a:lnTo>
                <a:lnTo>
                  <a:pt x="1783413" y="626831"/>
                </a:lnTo>
                <a:lnTo>
                  <a:pt x="1813951" y="626678"/>
                </a:lnTo>
                <a:lnTo>
                  <a:pt x="1844497" y="626497"/>
                </a:lnTo>
                <a:lnTo>
                  <a:pt x="1875044" y="626278"/>
                </a:lnTo>
                <a:lnTo>
                  <a:pt x="1905581" y="626031"/>
                </a:lnTo>
                <a:lnTo>
                  <a:pt x="1936128" y="625735"/>
                </a:lnTo>
                <a:lnTo>
                  <a:pt x="1966674" y="625412"/>
                </a:lnTo>
                <a:lnTo>
                  <a:pt x="1997212" y="625050"/>
                </a:lnTo>
                <a:lnTo>
                  <a:pt x="2027758" y="624650"/>
                </a:lnTo>
                <a:lnTo>
                  <a:pt x="2058295" y="624211"/>
                </a:lnTo>
                <a:lnTo>
                  <a:pt x="2088833" y="623735"/>
                </a:lnTo>
                <a:lnTo>
                  <a:pt x="2119379" y="623221"/>
                </a:lnTo>
                <a:lnTo>
                  <a:pt x="2149916" y="622659"/>
                </a:lnTo>
                <a:lnTo>
                  <a:pt x="2180453" y="622049"/>
                </a:lnTo>
                <a:lnTo>
                  <a:pt x="2210991" y="621401"/>
                </a:lnTo>
                <a:lnTo>
                  <a:pt x="2241528" y="620706"/>
                </a:lnTo>
                <a:lnTo>
                  <a:pt x="2272065" y="619963"/>
                </a:lnTo>
                <a:lnTo>
                  <a:pt x="2302593" y="619173"/>
                </a:lnTo>
                <a:lnTo>
                  <a:pt x="2333130" y="618325"/>
                </a:lnTo>
                <a:lnTo>
                  <a:pt x="2363657" y="617420"/>
                </a:lnTo>
                <a:lnTo>
                  <a:pt x="2394194" y="616458"/>
                </a:lnTo>
                <a:lnTo>
                  <a:pt x="2424713" y="615429"/>
                </a:lnTo>
                <a:lnTo>
                  <a:pt x="2455240" y="614343"/>
                </a:lnTo>
                <a:lnTo>
                  <a:pt x="2485768" y="613181"/>
                </a:lnTo>
                <a:lnTo>
                  <a:pt x="2516286" y="611953"/>
                </a:lnTo>
                <a:lnTo>
                  <a:pt x="2546795" y="610629"/>
                </a:lnTo>
                <a:lnTo>
                  <a:pt x="2577313" y="609219"/>
                </a:lnTo>
                <a:lnTo>
                  <a:pt x="2607821" y="607724"/>
                </a:lnTo>
                <a:lnTo>
                  <a:pt x="2638320" y="606104"/>
                </a:lnTo>
                <a:lnTo>
                  <a:pt x="2668819" y="604371"/>
                </a:lnTo>
                <a:lnTo>
                  <a:pt x="2699299" y="602513"/>
                </a:lnTo>
                <a:lnTo>
                  <a:pt x="2729779" y="600504"/>
                </a:lnTo>
                <a:lnTo>
                  <a:pt x="2760250" y="598303"/>
                </a:lnTo>
                <a:lnTo>
                  <a:pt x="2790692" y="595903"/>
                </a:lnTo>
                <a:lnTo>
                  <a:pt x="2821124" y="593246"/>
                </a:lnTo>
                <a:lnTo>
                  <a:pt x="2851518" y="590274"/>
                </a:lnTo>
                <a:lnTo>
                  <a:pt x="2881874" y="586892"/>
                </a:lnTo>
                <a:lnTo>
                  <a:pt x="2912164" y="582940"/>
                </a:lnTo>
                <a:lnTo>
                  <a:pt x="2942330" y="578148"/>
                </a:lnTo>
                <a:lnTo>
                  <a:pt x="2972200" y="571795"/>
                </a:lnTo>
                <a:lnTo>
                  <a:pt x="3000566" y="560870"/>
                </a:lnTo>
                <a:lnTo>
                  <a:pt x="3016453" y="535181"/>
                </a:lnTo>
                <a:lnTo>
                  <a:pt x="3032027" y="508911"/>
                </a:lnTo>
                <a:lnTo>
                  <a:pt x="3047609" y="482632"/>
                </a:lnTo>
                <a:lnTo>
                  <a:pt x="3063183" y="456362"/>
                </a:lnTo>
                <a:lnTo>
                  <a:pt x="3078756" y="430092"/>
                </a:lnTo>
                <a:lnTo>
                  <a:pt x="3094339" y="403812"/>
                </a:lnTo>
                <a:lnTo>
                  <a:pt x="3109913" y="377542"/>
                </a:lnTo>
                <a:lnTo>
                  <a:pt x="3125495" y="351263"/>
                </a:lnTo>
                <a:lnTo>
                  <a:pt x="3141069" y="324993"/>
                </a:lnTo>
                <a:lnTo>
                  <a:pt x="3156642" y="298714"/>
                </a:lnTo>
                <a:lnTo>
                  <a:pt x="3172225" y="272444"/>
                </a:lnTo>
                <a:lnTo>
                  <a:pt x="3187798" y="246174"/>
                </a:lnTo>
                <a:lnTo>
                  <a:pt x="3203381" y="219894"/>
                </a:lnTo>
                <a:lnTo>
                  <a:pt x="3218955" y="193624"/>
                </a:lnTo>
                <a:lnTo>
                  <a:pt x="3234528" y="167354"/>
                </a:lnTo>
                <a:lnTo>
                  <a:pt x="3250111" y="141075"/>
                </a:lnTo>
                <a:lnTo>
                  <a:pt x="3265684" y="114805"/>
                </a:lnTo>
                <a:lnTo>
                  <a:pt x="3281267" y="88525"/>
                </a:lnTo>
                <a:lnTo>
                  <a:pt x="3296841" y="62255"/>
                </a:lnTo>
                <a:lnTo>
                  <a:pt x="3312414" y="35985"/>
                </a:lnTo>
                <a:lnTo>
                  <a:pt x="3327997" y="9706"/>
                </a:lnTo>
                <a:lnTo>
                  <a:pt x="3319005" y="10963"/>
                </a:lnTo>
                <a:lnTo>
                  <a:pt x="3289468" y="18612"/>
                </a:lnTo>
                <a:lnTo>
                  <a:pt x="3259360" y="23746"/>
                </a:lnTo>
                <a:lnTo>
                  <a:pt x="3229089" y="27813"/>
                </a:lnTo>
                <a:lnTo>
                  <a:pt x="3198733" y="31223"/>
                </a:lnTo>
                <a:lnTo>
                  <a:pt x="3168329" y="34195"/>
                </a:lnTo>
                <a:lnTo>
                  <a:pt x="3137906" y="36833"/>
                </a:lnTo>
                <a:lnTo>
                  <a:pt x="3107455" y="39224"/>
                </a:lnTo>
                <a:lnTo>
                  <a:pt x="3076985" y="41396"/>
                </a:lnTo>
                <a:lnTo>
                  <a:pt x="3046505" y="43405"/>
                </a:lnTo>
                <a:lnTo>
                  <a:pt x="3016025" y="45263"/>
                </a:lnTo>
                <a:lnTo>
                  <a:pt x="2985526" y="46987"/>
                </a:lnTo>
                <a:lnTo>
                  <a:pt x="2955026" y="48606"/>
                </a:lnTo>
                <a:lnTo>
                  <a:pt x="2924518" y="50121"/>
                </a:lnTo>
                <a:lnTo>
                  <a:pt x="2894009" y="51549"/>
                </a:lnTo>
                <a:lnTo>
                  <a:pt x="2863491" y="52892"/>
                </a:lnTo>
                <a:lnTo>
                  <a:pt x="2832973" y="54169"/>
                </a:lnTo>
                <a:lnTo>
                  <a:pt x="2802455" y="55369"/>
                </a:lnTo>
                <a:lnTo>
                  <a:pt x="2771927" y="56512"/>
                </a:lnTo>
                <a:lnTo>
                  <a:pt x="2741409" y="57588"/>
                </a:lnTo>
                <a:lnTo>
                  <a:pt x="2710882" y="58617"/>
                </a:lnTo>
                <a:lnTo>
                  <a:pt x="2680354" y="59598"/>
                </a:lnTo>
                <a:lnTo>
                  <a:pt x="2649817" y="60522"/>
                </a:lnTo>
                <a:lnTo>
                  <a:pt x="2619289" y="61408"/>
                </a:lnTo>
                <a:lnTo>
                  <a:pt x="2588752" y="62246"/>
                </a:lnTo>
                <a:lnTo>
                  <a:pt x="2558225" y="63046"/>
                </a:lnTo>
                <a:lnTo>
                  <a:pt x="2527687" y="63808"/>
                </a:lnTo>
                <a:lnTo>
                  <a:pt x="2497150" y="64522"/>
                </a:lnTo>
                <a:lnTo>
                  <a:pt x="2466613" y="65208"/>
                </a:lnTo>
                <a:lnTo>
                  <a:pt x="2436076" y="65856"/>
                </a:lnTo>
                <a:lnTo>
                  <a:pt x="2405539" y="66475"/>
                </a:lnTo>
                <a:lnTo>
                  <a:pt x="2375002" y="67066"/>
                </a:lnTo>
                <a:lnTo>
                  <a:pt x="2344464" y="67618"/>
                </a:lnTo>
                <a:lnTo>
                  <a:pt x="2313918" y="68151"/>
                </a:lnTo>
                <a:lnTo>
                  <a:pt x="2283381" y="68647"/>
                </a:lnTo>
                <a:lnTo>
                  <a:pt x="2252843" y="69104"/>
                </a:lnTo>
                <a:lnTo>
                  <a:pt x="2222297" y="69552"/>
                </a:lnTo>
                <a:lnTo>
                  <a:pt x="2191760" y="69961"/>
                </a:lnTo>
                <a:lnTo>
                  <a:pt x="2161213" y="70352"/>
                </a:lnTo>
                <a:lnTo>
                  <a:pt x="2130676" y="70714"/>
                </a:lnTo>
                <a:lnTo>
                  <a:pt x="2100129" y="71047"/>
                </a:lnTo>
                <a:lnTo>
                  <a:pt x="2069592" y="71352"/>
                </a:lnTo>
                <a:lnTo>
                  <a:pt x="2039045" y="71638"/>
                </a:lnTo>
                <a:lnTo>
                  <a:pt x="2008499" y="71904"/>
                </a:lnTo>
                <a:lnTo>
                  <a:pt x="1977962" y="72152"/>
                </a:lnTo>
                <a:lnTo>
                  <a:pt x="1947415" y="72361"/>
                </a:lnTo>
                <a:lnTo>
                  <a:pt x="1916868" y="72552"/>
                </a:lnTo>
                <a:lnTo>
                  <a:pt x="1886331" y="72714"/>
                </a:lnTo>
                <a:lnTo>
                  <a:pt x="1855784" y="72857"/>
                </a:lnTo>
                <a:lnTo>
                  <a:pt x="1825238" y="73000"/>
                </a:lnTo>
                <a:lnTo>
                  <a:pt x="1794691" y="73085"/>
                </a:lnTo>
                <a:lnTo>
                  <a:pt x="1764154" y="73171"/>
                </a:lnTo>
                <a:lnTo>
                  <a:pt x="1733607" y="73238"/>
                </a:lnTo>
                <a:lnTo>
                  <a:pt x="1703060" y="73266"/>
                </a:lnTo>
                <a:lnTo>
                  <a:pt x="1672514" y="73285"/>
                </a:lnTo>
                <a:lnTo>
                  <a:pt x="1641977" y="73276"/>
                </a:lnTo>
                <a:lnTo>
                  <a:pt x="1611430" y="73247"/>
                </a:lnTo>
                <a:lnTo>
                  <a:pt x="1580883" y="73200"/>
                </a:lnTo>
                <a:lnTo>
                  <a:pt x="1550337" y="73114"/>
                </a:lnTo>
                <a:lnTo>
                  <a:pt x="1519799" y="73038"/>
                </a:lnTo>
                <a:lnTo>
                  <a:pt x="1489253" y="72914"/>
                </a:lnTo>
                <a:lnTo>
                  <a:pt x="1458706" y="72771"/>
                </a:lnTo>
                <a:lnTo>
                  <a:pt x="1428159" y="72619"/>
                </a:lnTo>
                <a:lnTo>
                  <a:pt x="1397622" y="72438"/>
                </a:lnTo>
                <a:lnTo>
                  <a:pt x="1367076" y="72228"/>
                </a:lnTo>
                <a:lnTo>
                  <a:pt x="1336529" y="71999"/>
                </a:lnTo>
                <a:lnTo>
                  <a:pt x="1305992" y="71742"/>
                </a:lnTo>
                <a:lnTo>
                  <a:pt x="1275445" y="71466"/>
                </a:lnTo>
                <a:lnTo>
                  <a:pt x="1244908" y="71161"/>
                </a:lnTo>
                <a:lnTo>
                  <a:pt x="1214361" y="70837"/>
                </a:lnTo>
                <a:lnTo>
                  <a:pt x="1183815" y="70485"/>
                </a:lnTo>
                <a:lnTo>
                  <a:pt x="1153277" y="70104"/>
                </a:lnTo>
                <a:lnTo>
                  <a:pt x="1122731" y="69704"/>
                </a:lnTo>
                <a:lnTo>
                  <a:pt x="1092194" y="69275"/>
                </a:lnTo>
                <a:lnTo>
                  <a:pt x="1061657" y="68818"/>
                </a:lnTo>
                <a:lnTo>
                  <a:pt x="1031110" y="68332"/>
                </a:lnTo>
                <a:lnTo>
                  <a:pt x="1000573" y="67818"/>
                </a:lnTo>
                <a:lnTo>
                  <a:pt x="970036" y="67275"/>
                </a:lnTo>
                <a:lnTo>
                  <a:pt x="939498" y="66704"/>
                </a:lnTo>
                <a:lnTo>
                  <a:pt x="908952" y="66094"/>
                </a:lnTo>
                <a:lnTo>
                  <a:pt x="878415" y="65456"/>
                </a:lnTo>
                <a:lnTo>
                  <a:pt x="847877" y="64780"/>
                </a:lnTo>
                <a:lnTo>
                  <a:pt x="817340" y="64075"/>
                </a:lnTo>
                <a:lnTo>
                  <a:pt x="786813" y="63322"/>
                </a:lnTo>
                <a:lnTo>
                  <a:pt x="756275" y="62541"/>
                </a:lnTo>
                <a:lnTo>
                  <a:pt x="725738" y="61722"/>
                </a:lnTo>
                <a:lnTo>
                  <a:pt x="695211" y="60855"/>
                </a:lnTo>
                <a:lnTo>
                  <a:pt x="664683" y="59941"/>
                </a:lnTo>
                <a:lnTo>
                  <a:pt x="634146" y="58988"/>
                </a:lnTo>
                <a:lnTo>
                  <a:pt x="603618" y="57979"/>
                </a:lnTo>
                <a:lnTo>
                  <a:pt x="573100" y="56912"/>
                </a:lnTo>
                <a:lnTo>
                  <a:pt x="542573" y="55797"/>
                </a:lnTo>
                <a:lnTo>
                  <a:pt x="512054" y="54616"/>
                </a:lnTo>
                <a:lnTo>
                  <a:pt x="481536" y="53369"/>
                </a:lnTo>
                <a:lnTo>
                  <a:pt x="451018" y="52054"/>
                </a:lnTo>
                <a:lnTo>
                  <a:pt x="420500" y="50654"/>
                </a:lnTo>
                <a:lnTo>
                  <a:pt x="389992" y="49178"/>
                </a:lnTo>
                <a:lnTo>
                  <a:pt x="359493" y="47596"/>
                </a:lnTo>
                <a:lnTo>
                  <a:pt x="328994" y="45911"/>
                </a:lnTo>
                <a:lnTo>
                  <a:pt x="298504" y="44110"/>
                </a:lnTo>
                <a:lnTo>
                  <a:pt x="268024" y="42158"/>
                </a:lnTo>
                <a:lnTo>
                  <a:pt x="237554" y="40043"/>
                </a:lnTo>
                <a:lnTo>
                  <a:pt x="207093" y="37748"/>
                </a:lnTo>
                <a:lnTo>
                  <a:pt x="176651" y="35204"/>
                </a:lnTo>
                <a:lnTo>
                  <a:pt x="146247" y="32366"/>
                </a:lnTo>
                <a:lnTo>
                  <a:pt x="115872" y="29127"/>
                </a:lnTo>
                <a:lnTo>
                  <a:pt x="85563" y="25337"/>
                </a:lnTo>
                <a:lnTo>
                  <a:pt x="55378" y="20679"/>
                </a:lnTo>
                <a:lnTo>
                  <a:pt x="25517" y="14297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46" name="funnel-step-cap-0">
            <a:extLst xmlns:a="http://schemas.openxmlformats.org/drawingml/2006/main">
              <a:ext uri="{FF2B5EF4-FFF2-40B4-BE49-F238E27FC236}">
                <a16:creationId xmlns:a16="http://schemas.microsoft.com/office/drawing/2014/main" id="{DFFF9A11-BA3A-4420-8E69-3C3AA4370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52750" y="2410358"/>
            <a:ext cx="3333750" cy="2084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47" name="funnel-step-body-1">
            <a:extLst xmlns:a="http://schemas.openxmlformats.org/drawingml/2006/main">
              <a:ext uri="{FF2B5EF4-FFF2-40B4-BE49-F238E27FC236}">
                <a16:creationId xmlns:a16="http://schemas.microsoft.com/office/drawing/2014/main" id="{411EF51D-F607-4BD7-B8A4-852A09408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281077" y="3242310"/>
            <a:ext cx="2676249" cy="627078"/>
          </a:xfrm>
          <a:custGeom xmlns:a="http://schemas.openxmlformats.org/drawingml/2006/main">
            <a:pathLst>
              <a:path w="2676249" h="627078">
                <a:moveTo>
                  <a:pt x="0" y="0"/>
                </a:moveTo>
                <a:lnTo>
                  <a:pt x="10516" y="23165"/>
                </a:lnTo>
                <a:lnTo>
                  <a:pt x="21022" y="46330"/>
                </a:lnTo>
                <a:lnTo>
                  <a:pt x="31537" y="69494"/>
                </a:lnTo>
                <a:lnTo>
                  <a:pt x="42043" y="92659"/>
                </a:lnTo>
                <a:lnTo>
                  <a:pt x="52559" y="115824"/>
                </a:lnTo>
                <a:lnTo>
                  <a:pt x="63065" y="138998"/>
                </a:lnTo>
                <a:lnTo>
                  <a:pt x="73581" y="162163"/>
                </a:lnTo>
                <a:lnTo>
                  <a:pt x="84087" y="185328"/>
                </a:lnTo>
                <a:lnTo>
                  <a:pt x="94602" y="208493"/>
                </a:lnTo>
                <a:lnTo>
                  <a:pt x="105108" y="231658"/>
                </a:lnTo>
                <a:lnTo>
                  <a:pt x="115624" y="254822"/>
                </a:lnTo>
                <a:lnTo>
                  <a:pt x="126130" y="277987"/>
                </a:lnTo>
                <a:lnTo>
                  <a:pt x="136646" y="301152"/>
                </a:lnTo>
                <a:lnTo>
                  <a:pt x="147152" y="324317"/>
                </a:lnTo>
                <a:lnTo>
                  <a:pt x="157667" y="347482"/>
                </a:lnTo>
                <a:lnTo>
                  <a:pt x="168173" y="370656"/>
                </a:lnTo>
                <a:lnTo>
                  <a:pt x="178689" y="393821"/>
                </a:lnTo>
                <a:lnTo>
                  <a:pt x="189195" y="416985"/>
                </a:lnTo>
                <a:lnTo>
                  <a:pt x="199711" y="440150"/>
                </a:lnTo>
                <a:lnTo>
                  <a:pt x="210217" y="463315"/>
                </a:lnTo>
                <a:lnTo>
                  <a:pt x="220732" y="486480"/>
                </a:lnTo>
                <a:lnTo>
                  <a:pt x="231238" y="509645"/>
                </a:lnTo>
                <a:lnTo>
                  <a:pt x="241754" y="532809"/>
                </a:lnTo>
                <a:lnTo>
                  <a:pt x="251698" y="556146"/>
                </a:lnTo>
                <a:lnTo>
                  <a:pt x="272405" y="569814"/>
                </a:lnTo>
                <a:lnTo>
                  <a:pt x="296847" y="576853"/>
                </a:lnTo>
                <a:lnTo>
                  <a:pt x="321755" y="581997"/>
                </a:lnTo>
                <a:lnTo>
                  <a:pt x="346843" y="586169"/>
                </a:lnTo>
                <a:lnTo>
                  <a:pt x="372037" y="589721"/>
                </a:lnTo>
                <a:lnTo>
                  <a:pt x="397278" y="592817"/>
                </a:lnTo>
                <a:lnTo>
                  <a:pt x="422567" y="595579"/>
                </a:lnTo>
                <a:lnTo>
                  <a:pt x="447885" y="598065"/>
                </a:lnTo>
                <a:lnTo>
                  <a:pt x="473221" y="600332"/>
                </a:lnTo>
                <a:lnTo>
                  <a:pt x="498577" y="602409"/>
                </a:lnTo>
                <a:lnTo>
                  <a:pt x="523942" y="604323"/>
                </a:lnTo>
                <a:lnTo>
                  <a:pt x="549326" y="606095"/>
                </a:lnTo>
                <a:lnTo>
                  <a:pt x="574710" y="607752"/>
                </a:lnTo>
                <a:lnTo>
                  <a:pt x="600104" y="609286"/>
                </a:lnTo>
                <a:lnTo>
                  <a:pt x="625497" y="610724"/>
                </a:lnTo>
                <a:lnTo>
                  <a:pt x="650900" y="612067"/>
                </a:lnTo>
                <a:lnTo>
                  <a:pt x="676313" y="613324"/>
                </a:lnTo>
                <a:lnTo>
                  <a:pt x="701726" y="614496"/>
                </a:lnTo>
                <a:lnTo>
                  <a:pt x="727139" y="615610"/>
                </a:lnTo>
                <a:lnTo>
                  <a:pt x="752551" y="616649"/>
                </a:lnTo>
                <a:lnTo>
                  <a:pt x="777973" y="617620"/>
                </a:lnTo>
                <a:lnTo>
                  <a:pt x="803396" y="618534"/>
                </a:lnTo>
                <a:lnTo>
                  <a:pt x="828818" y="619382"/>
                </a:lnTo>
                <a:lnTo>
                  <a:pt x="854250" y="620182"/>
                </a:lnTo>
                <a:lnTo>
                  <a:pt x="879672" y="620935"/>
                </a:lnTo>
                <a:lnTo>
                  <a:pt x="905104" y="621630"/>
                </a:lnTo>
                <a:lnTo>
                  <a:pt x="930535" y="622278"/>
                </a:lnTo>
                <a:lnTo>
                  <a:pt x="955967" y="622887"/>
                </a:lnTo>
                <a:lnTo>
                  <a:pt x="981399" y="623440"/>
                </a:lnTo>
                <a:lnTo>
                  <a:pt x="1006831" y="623954"/>
                </a:lnTo>
                <a:lnTo>
                  <a:pt x="1032262" y="624430"/>
                </a:lnTo>
                <a:lnTo>
                  <a:pt x="1057704" y="624859"/>
                </a:lnTo>
                <a:lnTo>
                  <a:pt x="1083135" y="625250"/>
                </a:lnTo>
                <a:lnTo>
                  <a:pt x="1108577" y="625602"/>
                </a:lnTo>
                <a:lnTo>
                  <a:pt x="1134008" y="625916"/>
                </a:lnTo>
                <a:lnTo>
                  <a:pt x="1159450" y="626183"/>
                </a:lnTo>
                <a:lnTo>
                  <a:pt x="1184881" y="626421"/>
                </a:lnTo>
                <a:lnTo>
                  <a:pt x="1210323" y="626621"/>
                </a:lnTo>
                <a:lnTo>
                  <a:pt x="1235764" y="626783"/>
                </a:lnTo>
                <a:lnTo>
                  <a:pt x="1261205" y="626916"/>
                </a:lnTo>
                <a:lnTo>
                  <a:pt x="1286637" y="627002"/>
                </a:lnTo>
                <a:lnTo>
                  <a:pt x="1312078" y="627059"/>
                </a:lnTo>
                <a:lnTo>
                  <a:pt x="1337520" y="627078"/>
                </a:lnTo>
                <a:lnTo>
                  <a:pt x="1362951" y="627059"/>
                </a:lnTo>
                <a:lnTo>
                  <a:pt x="1388393" y="627012"/>
                </a:lnTo>
                <a:lnTo>
                  <a:pt x="1413834" y="626926"/>
                </a:lnTo>
                <a:lnTo>
                  <a:pt x="1439275" y="626802"/>
                </a:lnTo>
                <a:lnTo>
                  <a:pt x="1464707" y="626640"/>
                </a:lnTo>
                <a:lnTo>
                  <a:pt x="1490148" y="626440"/>
                </a:lnTo>
                <a:lnTo>
                  <a:pt x="1515589" y="626212"/>
                </a:lnTo>
                <a:lnTo>
                  <a:pt x="1541021" y="625935"/>
                </a:lnTo>
                <a:lnTo>
                  <a:pt x="1566462" y="625631"/>
                </a:lnTo>
                <a:lnTo>
                  <a:pt x="1591894" y="625278"/>
                </a:lnTo>
                <a:lnTo>
                  <a:pt x="1617335" y="624897"/>
                </a:lnTo>
                <a:lnTo>
                  <a:pt x="1642767" y="624469"/>
                </a:lnTo>
                <a:lnTo>
                  <a:pt x="1668199" y="623992"/>
                </a:lnTo>
                <a:lnTo>
                  <a:pt x="1693640" y="623487"/>
                </a:lnTo>
                <a:lnTo>
                  <a:pt x="1719072" y="622935"/>
                </a:lnTo>
                <a:lnTo>
                  <a:pt x="1744504" y="622335"/>
                </a:lnTo>
                <a:lnTo>
                  <a:pt x="1769936" y="621687"/>
                </a:lnTo>
                <a:lnTo>
                  <a:pt x="1795358" y="620992"/>
                </a:lnTo>
                <a:lnTo>
                  <a:pt x="1820789" y="620249"/>
                </a:lnTo>
                <a:lnTo>
                  <a:pt x="1846212" y="619449"/>
                </a:lnTo>
                <a:lnTo>
                  <a:pt x="1871643" y="618601"/>
                </a:lnTo>
                <a:lnTo>
                  <a:pt x="1897066" y="617696"/>
                </a:lnTo>
                <a:lnTo>
                  <a:pt x="1922478" y="616734"/>
                </a:lnTo>
                <a:lnTo>
                  <a:pt x="1947901" y="615696"/>
                </a:lnTo>
                <a:lnTo>
                  <a:pt x="1973313" y="614591"/>
                </a:lnTo>
                <a:lnTo>
                  <a:pt x="1998726" y="613420"/>
                </a:lnTo>
                <a:lnTo>
                  <a:pt x="2024139" y="612172"/>
                </a:lnTo>
                <a:lnTo>
                  <a:pt x="2049542" y="610838"/>
                </a:lnTo>
                <a:lnTo>
                  <a:pt x="2074936" y="609400"/>
                </a:lnTo>
                <a:lnTo>
                  <a:pt x="2100329" y="607876"/>
                </a:lnTo>
                <a:lnTo>
                  <a:pt x="2125713" y="606238"/>
                </a:lnTo>
                <a:lnTo>
                  <a:pt x="2151097" y="604466"/>
                </a:lnTo>
                <a:lnTo>
                  <a:pt x="2176463" y="602571"/>
                </a:lnTo>
                <a:lnTo>
                  <a:pt x="2201818" y="600513"/>
                </a:lnTo>
                <a:lnTo>
                  <a:pt x="2227155" y="598256"/>
                </a:lnTo>
                <a:lnTo>
                  <a:pt x="2252472" y="595789"/>
                </a:lnTo>
                <a:lnTo>
                  <a:pt x="2277761" y="593055"/>
                </a:lnTo>
                <a:lnTo>
                  <a:pt x="2303021" y="589988"/>
                </a:lnTo>
                <a:lnTo>
                  <a:pt x="2328215" y="586483"/>
                </a:lnTo>
                <a:lnTo>
                  <a:pt x="2353313" y="582368"/>
                </a:lnTo>
                <a:lnTo>
                  <a:pt x="2378250" y="577320"/>
                </a:lnTo>
                <a:lnTo>
                  <a:pt x="2402748" y="570509"/>
                </a:lnTo>
                <a:lnTo>
                  <a:pt x="2424465" y="557975"/>
                </a:lnTo>
                <a:lnTo>
                  <a:pt x="2434495" y="534686"/>
                </a:lnTo>
                <a:lnTo>
                  <a:pt x="2445001" y="511521"/>
                </a:lnTo>
                <a:lnTo>
                  <a:pt x="2455516" y="488356"/>
                </a:lnTo>
                <a:lnTo>
                  <a:pt x="2466023" y="465191"/>
                </a:lnTo>
                <a:lnTo>
                  <a:pt x="2476538" y="442027"/>
                </a:lnTo>
                <a:lnTo>
                  <a:pt x="2487044" y="418862"/>
                </a:lnTo>
                <a:lnTo>
                  <a:pt x="2497560" y="395697"/>
                </a:lnTo>
                <a:lnTo>
                  <a:pt x="2508066" y="372532"/>
                </a:lnTo>
                <a:lnTo>
                  <a:pt x="2518581" y="349367"/>
                </a:lnTo>
                <a:lnTo>
                  <a:pt x="2529088" y="326203"/>
                </a:lnTo>
                <a:lnTo>
                  <a:pt x="2539603" y="303028"/>
                </a:lnTo>
                <a:lnTo>
                  <a:pt x="2550109" y="279864"/>
                </a:lnTo>
                <a:lnTo>
                  <a:pt x="2560625" y="256699"/>
                </a:lnTo>
                <a:lnTo>
                  <a:pt x="2571131" y="233534"/>
                </a:lnTo>
                <a:lnTo>
                  <a:pt x="2581646" y="210369"/>
                </a:lnTo>
                <a:lnTo>
                  <a:pt x="2592153" y="187204"/>
                </a:lnTo>
                <a:lnTo>
                  <a:pt x="2602668" y="164040"/>
                </a:lnTo>
                <a:lnTo>
                  <a:pt x="2613174" y="140875"/>
                </a:lnTo>
                <a:lnTo>
                  <a:pt x="2623690" y="117710"/>
                </a:lnTo>
                <a:lnTo>
                  <a:pt x="2634196" y="94545"/>
                </a:lnTo>
                <a:lnTo>
                  <a:pt x="2644712" y="71371"/>
                </a:lnTo>
                <a:lnTo>
                  <a:pt x="2655227" y="48206"/>
                </a:lnTo>
                <a:lnTo>
                  <a:pt x="2665733" y="25041"/>
                </a:lnTo>
                <a:lnTo>
                  <a:pt x="2676249" y="1876"/>
                </a:lnTo>
                <a:lnTo>
                  <a:pt x="2659266" y="13364"/>
                </a:lnTo>
                <a:lnTo>
                  <a:pt x="2634777" y="20203"/>
                </a:lnTo>
                <a:lnTo>
                  <a:pt x="2609821" y="25098"/>
                </a:lnTo>
                <a:lnTo>
                  <a:pt x="2584685" y="29042"/>
                </a:lnTo>
                <a:lnTo>
                  <a:pt x="2559472" y="32385"/>
                </a:lnTo>
                <a:lnTo>
                  <a:pt x="2534202" y="35319"/>
                </a:lnTo>
                <a:lnTo>
                  <a:pt x="2508895" y="37929"/>
                </a:lnTo>
                <a:lnTo>
                  <a:pt x="2483568" y="40300"/>
                </a:lnTo>
                <a:lnTo>
                  <a:pt x="2458222" y="42462"/>
                </a:lnTo>
                <a:lnTo>
                  <a:pt x="2432866" y="44453"/>
                </a:lnTo>
                <a:lnTo>
                  <a:pt x="2407491" y="46292"/>
                </a:lnTo>
                <a:lnTo>
                  <a:pt x="2382107" y="48006"/>
                </a:lnTo>
                <a:lnTo>
                  <a:pt x="2356723" y="49616"/>
                </a:lnTo>
                <a:lnTo>
                  <a:pt x="2331329" y="51130"/>
                </a:lnTo>
                <a:lnTo>
                  <a:pt x="2305926" y="52549"/>
                </a:lnTo>
                <a:lnTo>
                  <a:pt x="2280523" y="53883"/>
                </a:lnTo>
                <a:lnTo>
                  <a:pt x="2255120" y="55150"/>
                </a:lnTo>
                <a:lnTo>
                  <a:pt x="2229707" y="56340"/>
                </a:lnTo>
                <a:lnTo>
                  <a:pt x="2204295" y="57464"/>
                </a:lnTo>
                <a:lnTo>
                  <a:pt x="2178872" y="58541"/>
                </a:lnTo>
                <a:lnTo>
                  <a:pt x="2153460" y="59550"/>
                </a:lnTo>
                <a:lnTo>
                  <a:pt x="2128037" y="60512"/>
                </a:lnTo>
                <a:lnTo>
                  <a:pt x="2102615" y="61436"/>
                </a:lnTo>
                <a:lnTo>
                  <a:pt x="2077193" y="62303"/>
                </a:lnTo>
                <a:lnTo>
                  <a:pt x="2051761" y="63122"/>
                </a:lnTo>
                <a:lnTo>
                  <a:pt x="2026339" y="63913"/>
                </a:lnTo>
                <a:lnTo>
                  <a:pt x="2000907" y="64656"/>
                </a:lnTo>
                <a:lnTo>
                  <a:pt x="1975485" y="65351"/>
                </a:lnTo>
                <a:lnTo>
                  <a:pt x="1950053" y="66018"/>
                </a:lnTo>
                <a:lnTo>
                  <a:pt x="1924622" y="66646"/>
                </a:lnTo>
                <a:lnTo>
                  <a:pt x="1899190" y="67247"/>
                </a:lnTo>
                <a:lnTo>
                  <a:pt x="1873758" y="67808"/>
                </a:lnTo>
                <a:lnTo>
                  <a:pt x="1848326" y="68342"/>
                </a:lnTo>
                <a:lnTo>
                  <a:pt x="1822885" y="68847"/>
                </a:lnTo>
                <a:lnTo>
                  <a:pt x="1797453" y="69323"/>
                </a:lnTo>
                <a:lnTo>
                  <a:pt x="1772021" y="69761"/>
                </a:lnTo>
                <a:lnTo>
                  <a:pt x="1746580" y="70180"/>
                </a:lnTo>
                <a:lnTo>
                  <a:pt x="1721148" y="70561"/>
                </a:lnTo>
                <a:lnTo>
                  <a:pt x="1695707" y="70923"/>
                </a:lnTo>
                <a:lnTo>
                  <a:pt x="1670275" y="71257"/>
                </a:lnTo>
                <a:lnTo>
                  <a:pt x="1644834" y="71561"/>
                </a:lnTo>
                <a:lnTo>
                  <a:pt x="1619402" y="71838"/>
                </a:lnTo>
                <a:lnTo>
                  <a:pt x="1593961" y="72095"/>
                </a:lnTo>
                <a:lnTo>
                  <a:pt x="1568529" y="72323"/>
                </a:lnTo>
                <a:lnTo>
                  <a:pt x="1543088" y="72523"/>
                </a:lnTo>
                <a:lnTo>
                  <a:pt x="1517647" y="72704"/>
                </a:lnTo>
                <a:lnTo>
                  <a:pt x="1492215" y="72866"/>
                </a:lnTo>
                <a:lnTo>
                  <a:pt x="1466774" y="72990"/>
                </a:lnTo>
                <a:lnTo>
                  <a:pt x="1441333" y="73095"/>
                </a:lnTo>
                <a:lnTo>
                  <a:pt x="1415891" y="73181"/>
                </a:lnTo>
                <a:lnTo>
                  <a:pt x="1390460" y="73238"/>
                </a:lnTo>
                <a:lnTo>
                  <a:pt x="1365018" y="73276"/>
                </a:lnTo>
                <a:lnTo>
                  <a:pt x="1339577" y="73295"/>
                </a:lnTo>
                <a:lnTo>
                  <a:pt x="1314136" y="73285"/>
                </a:lnTo>
                <a:lnTo>
                  <a:pt x="1288704" y="73247"/>
                </a:lnTo>
                <a:lnTo>
                  <a:pt x="1263263" y="73190"/>
                </a:lnTo>
                <a:lnTo>
                  <a:pt x="1237821" y="73104"/>
                </a:lnTo>
                <a:lnTo>
                  <a:pt x="1212390" y="73009"/>
                </a:lnTo>
                <a:lnTo>
                  <a:pt x="1186948" y="72876"/>
                </a:lnTo>
                <a:lnTo>
                  <a:pt x="1161507" y="72714"/>
                </a:lnTo>
                <a:lnTo>
                  <a:pt x="1136066" y="72542"/>
                </a:lnTo>
                <a:lnTo>
                  <a:pt x="1110634" y="72342"/>
                </a:lnTo>
                <a:lnTo>
                  <a:pt x="1085193" y="72114"/>
                </a:lnTo>
                <a:lnTo>
                  <a:pt x="1059752" y="71866"/>
                </a:lnTo>
                <a:lnTo>
                  <a:pt x="1034320" y="71580"/>
                </a:lnTo>
                <a:lnTo>
                  <a:pt x="1008878" y="71276"/>
                </a:lnTo>
                <a:lnTo>
                  <a:pt x="983447" y="70952"/>
                </a:lnTo>
                <a:lnTo>
                  <a:pt x="958005" y="70590"/>
                </a:lnTo>
                <a:lnTo>
                  <a:pt x="932574" y="70209"/>
                </a:lnTo>
                <a:lnTo>
                  <a:pt x="907142" y="69799"/>
                </a:lnTo>
                <a:lnTo>
                  <a:pt x="881701" y="69361"/>
                </a:lnTo>
                <a:lnTo>
                  <a:pt x="856269" y="68885"/>
                </a:lnTo>
                <a:lnTo>
                  <a:pt x="830837" y="68390"/>
                </a:lnTo>
                <a:lnTo>
                  <a:pt x="805405" y="67856"/>
                </a:lnTo>
                <a:lnTo>
                  <a:pt x="779964" y="67294"/>
                </a:lnTo>
                <a:lnTo>
                  <a:pt x="754532" y="66704"/>
                </a:lnTo>
                <a:lnTo>
                  <a:pt x="729101" y="66075"/>
                </a:lnTo>
                <a:lnTo>
                  <a:pt x="703678" y="65408"/>
                </a:lnTo>
                <a:lnTo>
                  <a:pt x="678247" y="64713"/>
                </a:lnTo>
                <a:lnTo>
                  <a:pt x="652815" y="63970"/>
                </a:lnTo>
                <a:lnTo>
                  <a:pt x="627393" y="63189"/>
                </a:lnTo>
                <a:lnTo>
                  <a:pt x="601970" y="62370"/>
                </a:lnTo>
                <a:lnTo>
                  <a:pt x="576539" y="61503"/>
                </a:lnTo>
                <a:lnTo>
                  <a:pt x="551117" y="60589"/>
                </a:lnTo>
                <a:lnTo>
                  <a:pt x="525694" y="59636"/>
                </a:lnTo>
                <a:lnTo>
                  <a:pt x="500282" y="58617"/>
                </a:lnTo>
                <a:lnTo>
                  <a:pt x="474859" y="57560"/>
                </a:lnTo>
                <a:lnTo>
                  <a:pt x="449447" y="56426"/>
                </a:lnTo>
                <a:lnTo>
                  <a:pt x="424034" y="55245"/>
                </a:lnTo>
                <a:lnTo>
                  <a:pt x="398631" y="53988"/>
                </a:lnTo>
                <a:lnTo>
                  <a:pt x="373228" y="52664"/>
                </a:lnTo>
                <a:lnTo>
                  <a:pt x="347824" y="51245"/>
                </a:lnTo>
                <a:lnTo>
                  <a:pt x="322431" y="49740"/>
                </a:lnTo>
                <a:lnTo>
                  <a:pt x="297047" y="48139"/>
                </a:lnTo>
                <a:lnTo>
                  <a:pt x="271663" y="46444"/>
                </a:lnTo>
                <a:lnTo>
                  <a:pt x="246288" y="44606"/>
                </a:lnTo>
                <a:lnTo>
                  <a:pt x="220932" y="42624"/>
                </a:lnTo>
                <a:lnTo>
                  <a:pt x="195577" y="40481"/>
                </a:lnTo>
                <a:lnTo>
                  <a:pt x="170250" y="38129"/>
                </a:lnTo>
                <a:lnTo>
                  <a:pt x="144942" y="35538"/>
                </a:lnTo>
                <a:lnTo>
                  <a:pt x="119672" y="32633"/>
                </a:lnTo>
                <a:lnTo>
                  <a:pt x="94450" y="29327"/>
                </a:lnTo>
                <a:lnTo>
                  <a:pt x="69313" y="25451"/>
                </a:lnTo>
                <a:lnTo>
                  <a:pt x="44329" y="20650"/>
                </a:lnTo>
                <a:lnTo>
                  <a:pt x="19774" y="14049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48" name="funnel-step-cap-1">
            <a:extLst xmlns:a="http://schemas.openxmlformats.org/drawingml/2006/main">
              <a:ext uri="{FF2B5EF4-FFF2-40B4-BE49-F238E27FC236}">
                <a16:creationId xmlns:a16="http://schemas.microsoft.com/office/drawing/2014/main" id="{10392051-67EF-4AE8-84CC-7F705611F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281067" y="3138068"/>
            <a:ext cx="2677106" cy="2084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7EAC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49" name="funnel-step-body-2">
            <a:extLst xmlns:a="http://schemas.openxmlformats.org/drawingml/2006/main">
              <a:ext uri="{FF2B5EF4-FFF2-40B4-BE49-F238E27FC236}">
                <a16:creationId xmlns:a16="http://schemas.microsoft.com/office/drawing/2014/main" id="{555941E6-62D8-46E9-8E76-43D1608A4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532346" y="3970020"/>
            <a:ext cx="2171271" cy="627069"/>
          </a:xfrm>
          <a:custGeom xmlns:a="http://schemas.openxmlformats.org/drawingml/2006/main">
            <a:pathLst>
              <a:path w="2171271" h="627069">
                <a:moveTo>
                  <a:pt x="0" y="0"/>
                </a:moveTo>
                <a:lnTo>
                  <a:pt x="8163" y="19774"/>
                </a:lnTo>
                <a:lnTo>
                  <a:pt x="16326" y="39548"/>
                </a:lnTo>
                <a:lnTo>
                  <a:pt x="24489" y="59312"/>
                </a:lnTo>
                <a:lnTo>
                  <a:pt x="32652" y="79086"/>
                </a:lnTo>
                <a:lnTo>
                  <a:pt x="40805" y="98860"/>
                </a:lnTo>
                <a:lnTo>
                  <a:pt x="48968" y="118634"/>
                </a:lnTo>
                <a:lnTo>
                  <a:pt x="57131" y="138408"/>
                </a:lnTo>
                <a:lnTo>
                  <a:pt x="65294" y="158182"/>
                </a:lnTo>
                <a:lnTo>
                  <a:pt x="73457" y="177946"/>
                </a:lnTo>
                <a:lnTo>
                  <a:pt x="81620" y="197720"/>
                </a:lnTo>
                <a:lnTo>
                  <a:pt x="89783" y="217494"/>
                </a:lnTo>
                <a:lnTo>
                  <a:pt x="97946" y="237268"/>
                </a:lnTo>
                <a:lnTo>
                  <a:pt x="106109" y="257042"/>
                </a:lnTo>
                <a:lnTo>
                  <a:pt x="114271" y="276816"/>
                </a:lnTo>
                <a:lnTo>
                  <a:pt x="122425" y="296580"/>
                </a:lnTo>
                <a:lnTo>
                  <a:pt x="130588" y="316354"/>
                </a:lnTo>
                <a:lnTo>
                  <a:pt x="138751" y="336128"/>
                </a:lnTo>
                <a:lnTo>
                  <a:pt x="146914" y="355902"/>
                </a:lnTo>
                <a:lnTo>
                  <a:pt x="155077" y="375676"/>
                </a:lnTo>
                <a:lnTo>
                  <a:pt x="163239" y="395449"/>
                </a:lnTo>
                <a:lnTo>
                  <a:pt x="171402" y="415214"/>
                </a:lnTo>
                <a:lnTo>
                  <a:pt x="179565" y="434988"/>
                </a:lnTo>
                <a:lnTo>
                  <a:pt x="187728" y="454762"/>
                </a:lnTo>
                <a:lnTo>
                  <a:pt x="195882" y="474536"/>
                </a:lnTo>
                <a:lnTo>
                  <a:pt x="204045" y="494309"/>
                </a:lnTo>
                <a:lnTo>
                  <a:pt x="212207" y="514083"/>
                </a:lnTo>
                <a:lnTo>
                  <a:pt x="220370" y="533848"/>
                </a:lnTo>
                <a:lnTo>
                  <a:pt x="228533" y="553622"/>
                </a:lnTo>
                <a:lnTo>
                  <a:pt x="242526" y="568481"/>
                </a:lnTo>
                <a:lnTo>
                  <a:pt x="262452" y="576196"/>
                </a:lnTo>
                <a:lnTo>
                  <a:pt x="283112" y="581730"/>
                </a:lnTo>
                <a:lnTo>
                  <a:pt x="304038" y="586169"/>
                </a:lnTo>
                <a:lnTo>
                  <a:pt x="325098" y="589902"/>
                </a:lnTo>
                <a:lnTo>
                  <a:pt x="346234" y="593160"/>
                </a:lnTo>
                <a:lnTo>
                  <a:pt x="367436" y="596036"/>
                </a:lnTo>
                <a:lnTo>
                  <a:pt x="388668" y="598627"/>
                </a:lnTo>
                <a:lnTo>
                  <a:pt x="409927" y="600980"/>
                </a:lnTo>
                <a:lnTo>
                  <a:pt x="431206" y="603123"/>
                </a:lnTo>
                <a:lnTo>
                  <a:pt x="452504" y="605104"/>
                </a:lnTo>
                <a:lnTo>
                  <a:pt x="473821" y="606923"/>
                </a:lnTo>
                <a:lnTo>
                  <a:pt x="495148" y="608619"/>
                </a:lnTo>
                <a:lnTo>
                  <a:pt x="516474" y="610181"/>
                </a:lnTo>
                <a:lnTo>
                  <a:pt x="537820" y="611648"/>
                </a:lnTo>
                <a:lnTo>
                  <a:pt x="559165" y="613010"/>
                </a:lnTo>
                <a:lnTo>
                  <a:pt x="580520" y="614286"/>
                </a:lnTo>
                <a:lnTo>
                  <a:pt x="601875" y="615467"/>
                </a:lnTo>
                <a:lnTo>
                  <a:pt x="623240" y="616582"/>
                </a:lnTo>
                <a:lnTo>
                  <a:pt x="644604" y="617630"/>
                </a:lnTo>
                <a:lnTo>
                  <a:pt x="665969" y="618592"/>
                </a:lnTo>
                <a:lnTo>
                  <a:pt x="687343" y="619496"/>
                </a:lnTo>
                <a:lnTo>
                  <a:pt x="708717" y="620335"/>
                </a:lnTo>
                <a:lnTo>
                  <a:pt x="730091" y="621116"/>
                </a:lnTo>
                <a:lnTo>
                  <a:pt x="751475" y="621849"/>
                </a:lnTo>
                <a:lnTo>
                  <a:pt x="772849" y="622525"/>
                </a:lnTo>
                <a:lnTo>
                  <a:pt x="794233" y="623145"/>
                </a:lnTo>
                <a:lnTo>
                  <a:pt x="815616" y="623716"/>
                </a:lnTo>
                <a:lnTo>
                  <a:pt x="837000" y="624230"/>
                </a:lnTo>
                <a:lnTo>
                  <a:pt x="858383" y="624707"/>
                </a:lnTo>
                <a:lnTo>
                  <a:pt x="879777" y="625135"/>
                </a:lnTo>
                <a:lnTo>
                  <a:pt x="901160" y="625526"/>
                </a:lnTo>
                <a:lnTo>
                  <a:pt x="922544" y="625859"/>
                </a:lnTo>
                <a:lnTo>
                  <a:pt x="943937" y="626164"/>
                </a:lnTo>
                <a:lnTo>
                  <a:pt x="965321" y="626412"/>
                </a:lnTo>
                <a:lnTo>
                  <a:pt x="986714" y="626631"/>
                </a:lnTo>
                <a:lnTo>
                  <a:pt x="1008107" y="626802"/>
                </a:lnTo>
                <a:lnTo>
                  <a:pt x="1029491" y="626926"/>
                </a:lnTo>
                <a:lnTo>
                  <a:pt x="1050884" y="627021"/>
                </a:lnTo>
                <a:lnTo>
                  <a:pt x="1072277" y="627069"/>
                </a:lnTo>
                <a:lnTo>
                  <a:pt x="1093670" y="627069"/>
                </a:lnTo>
                <a:lnTo>
                  <a:pt x="1115054" y="627040"/>
                </a:lnTo>
                <a:lnTo>
                  <a:pt x="1136447" y="626964"/>
                </a:lnTo>
                <a:lnTo>
                  <a:pt x="1157840" y="626850"/>
                </a:lnTo>
                <a:lnTo>
                  <a:pt x="1179224" y="626697"/>
                </a:lnTo>
                <a:lnTo>
                  <a:pt x="1200617" y="626507"/>
                </a:lnTo>
                <a:lnTo>
                  <a:pt x="1222010" y="626269"/>
                </a:lnTo>
                <a:lnTo>
                  <a:pt x="1243394" y="625993"/>
                </a:lnTo>
                <a:lnTo>
                  <a:pt x="1264787" y="625669"/>
                </a:lnTo>
                <a:lnTo>
                  <a:pt x="1286170" y="625297"/>
                </a:lnTo>
                <a:lnTo>
                  <a:pt x="1307554" y="624888"/>
                </a:lnTo>
                <a:lnTo>
                  <a:pt x="1328947" y="624430"/>
                </a:lnTo>
                <a:lnTo>
                  <a:pt x="1350331" y="623926"/>
                </a:lnTo>
                <a:lnTo>
                  <a:pt x="1371714" y="623373"/>
                </a:lnTo>
                <a:lnTo>
                  <a:pt x="1393098" y="622773"/>
                </a:lnTo>
                <a:lnTo>
                  <a:pt x="1414472" y="622125"/>
                </a:lnTo>
                <a:lnTo>
                  <a:pt x="1435856" y="621421"/>
                </a:lnTo>
                <a:lnTo>
                  <a:pt x="1457230" y="620659"/>
                </a:lnTo>
                <a:lnTo>
                  <a:pt x="1478604" y="619839"/>
                </a:lnTo>
                <a:lnTo>
                  <a:pt x="1499978" y="618963"/>
                </a:lnTo>
                <a:lnTo>
                  <a:pt x="1521352" y="618020"/>
                </a:lnTo>
                <a:lnTo>
                  <a:pt x="1542717" y="617010"/>
                </a:lnTo>
                <a:lnTo>
                  <a:pt x="1564081" y="615934"/>
                </a:lnTo>
                <a:lnTo>
                  <a:pt x="1585436" y="614772"/>
                </a:lnTo>
                <a:lnTo>
                  <a:pt x="1606791" y="613534"/>
                </a:lnTo>
                <a:lnTo>
                  <a:pt x="1628146" y="612210"/>
                </a:lnTo>
                <a:lnTo>
                  <a:pt x="1649482" y="610791"/>
                </a:lnTo>
                <a:lnTo>
                  <a:pt x="1670818" y="609257"/>
                </a:lnTo>
                <a:lnTo>
                  <a:pt x="1692145" y="607619"/>
                </a:lnTo>
                <a:lnTo>
                  <a:pt x="1713462" y="605847"/>
                </a:lnTo>
                <a:lnTo>
                  <a:pt x="1734769" y="603942"/>
                </a:lnTo>
                <a:lnTo>
                  <a:pt x="1756058" y="601866"/>
                </a:lnTo>
                <a:lnTo>
                  <a:pt x="1777327" y="599599"/>
                </a:lnTo>
                <a:lnTo>
                  <a:pt x="1798577" y="597113"/>
                </a:lnTo>
                <a:lnTo>
                  <a:pt x="1819789" y="594360"/>
                </a:lnTo>
                <a:lnTo>
                  <a:pt x="1840954" y="591264"/>
                </a:lnTo>
                <a:lnTo>
                  <a:pt x="1862052" y="587740"/>
                </a:lnTo>
                <a:lnTo>
                  <a:pt x="1883045" y="583616"/>
                </a:lnTo>
                <a:lnTo>
                  <a:pt x="1903828" y="578606"/>
                </a:lnTo>
                <a:lnTo>
                  <a:pt x="1924164" y="571995"/>
                </a:lnTo>
                <a:lnTo>
                  <a:pt x="1942490" y="561251"/>
                </a:lnTo>
                <a:lnTo>
                  <a:pt x="1950901" y="541811"/>
                </a:lnTo>
                <a:lnTo>
                  <a:pt x="1959064" y="522046"/>
                </a:lnTo>
                <a:lnTo>
                  <a:pt x="1967227" y="502272"/>
                </a:lnTo>
                <a:lnTo>
                  <a:pt x="1975380" y="482498"/>
                </a:lnTo>
                <a:lnTo>
                  <a:pt x="1983543" y="462725"/>
                </a:lnTo>
                <a:lnTo>
                  <a:pt x="1991706" y="442951"/>
                </a:lnTo>
                <a:lnTo>
                  <a:pt x="1999869" y="423177"/>
                </a:lnTo>
                <a:lnTo>
                  <a:pt x="2008032" y="403412"/>
                </a:lnTo>
                <a:lnTo>
                  <a:pt x="2016195" y="383638"/>
                </a:lnTo>
                <a:lnTo>
                  <a:pt x="2024358" y="363865"/>
                </a:lnTo>
                <a:lnTo>
                  <a:pt x="2032521" y="344091"/>
                </a:lnTo>
                <a:lnTo>
                  <a:pt x="2040684" y="324317"/>
                </a:lnTo>
                <a:lnTo>
                  <a:pt x="2048837" y="304543"/>
                </a:lnTo>
                <a:lnTo>
                  <a:pt x="2057000" y="284778"/>
                </a:lnTo>
                <a:lnTo>
                  <a:pt x="2065163" y="265005"/>
                </a:lnTo>
                <a:lnTo>
                  <a:pt x="2073326" y="245231"/>
                </a:lnTo>
                <a:lnTo>
                  <a:pt x="2081489" y="225457"/>
                </a:lnTo>
                <a:lnTo>
                  <a:pt x="2089652" y="205683"/>
                </a:lnTo>
                <a:lnTo>
                  <a:pt x="2097815" y="185918"/>
                </a:lnTo>
                <a:lnTo>
                  <a:pt x="2105978" y="166145"/>
                </a:lnTo>
                <a:lnTo>
                  <a:pt x="2114140" y="146371"/>
                </a:lnTo>
                <a:lnTo>
                  <a:pt x="2122303" y="126597"/>
                </a:lnTo>
                <a:lnTo>
                  <a:pt x="2130457" y="106823"/>
                </a:lnTo>
                <a:lnTo>
                  <a:pt x="2138620" y="87049"/>
                </a:lnTo>
                <a:lnTo>
                  <a:pt x="2146783" y="67285"/>
                </a:lnTo>
                <a:lnTo>
                  <a:pt x="2154946" y="47511"/>
                </a:lnTo>
                <a:lnTo>
                  <a:pt x="2163108" y="27737"/>
                </a:lnTo>
                <a:lnTo>
                  <a:pt x="2171271" y="7963"/>
                </a:lnTo>
                <a:lnTo>
                  <a:pt x="2167071" y="9706"/>
                </a:lnTo>
                <a:lnTo>
                  <a:pt x="2147430" y="18059"/>
                </a:lnTo>
                <a:lnTo>
                  <a:pt x="2126780" y="23584"/>
                </a:lnTo>
                <a:lnTo>
                  <a:pt x="2105825" y="27889"/>
                </a:lnTo>
                <a:lnTo>
                  <a:pt x="2084746" y="31499"/>
                </a:lnTo>
                <a:lnTo>
                  <a:pt x="2063582" y="34623"/>
                </a:lnTo>
                <a:lnTo>
                  <a:pt x="2042370" y="37386"/>
                </a:lnTo>
                <a:lnTo>
                  <a:pt x="2021129" y="39881"/>
                </a:lnTo>
                <a:lnTo>
                  <a:pt x="1999859" y="42148"/>
                </a:lnTo>
                <a:lnTo>
                  <a:pt x="1978562" y="44225"/>
                </a:lnTo>
                <a:lnTo>
                  <a:pt x="1957264" y="46149"/>
                </a:lnTo>
                <a:lnTo>
                  <a:pt x="1935947" y="47939"/>
                </a:lnTo>
                <a:lnTo>
                  <a:pt x="1914620" y="49597"/>
                </a:lnTo>
                <a:lnTo>
                  <a:pt x="1893284" y="51159"/>
                </a:lnTo>
                <a:lnTo>
                  <a:pt x="1871948" y="52626"/>
                </a:lnTo>
                <a:lnTo>
                  <a:pt x="1850603" y="53997"/>
                </a:lnTo>
                <a:lnTo>
                  <a:pt x="1829248" y="55293"/>
                </a:lnTo>
                <a:lnTo>
                  <a:pt x="1807893" y="56521"/>
                </a:lnTo>
                <a:lnTo>
                  <a:pt x="1786538" y="57674"/>
                </a:lnTo>
                <a:lnTo>
                  <a:pt x="1765173" y="58769"/>
                </a:lnTo>
                <a:lnTo>
                  <a:pt x="1743808" y="59807"/>
                </a:lnTo>
                <a:lnTo>
                  <a:pt x="1722434" y="60789"/>
                </a:lnTo>
                <a:lnTo>
                  <a:pt x="1701070" y="61722"/>
                </a:lnTo>
                <a:lnTo>
                  <a:pt x="1679696" y="62608"/>
                </a:lnTo>
                <a:lnTo>
                  <a:pt x="1658322" y="63446"/>
                </a:lnTo>
                <a:lnTo>
                  <a:pt x="1636947" y="64237"/>
                </a:lnTo>
                <a:lnTo>
                  <a:pt x="1615564" y="64980"/>
                </a:lnTo>
                <a:lnTo>
                  <a:pt x="1594190" y="65694"/>
                </a:lnTo>
                <a:lnTo>
                  <a:pt x="1572806" y="66361"/>
                </a:lnTo>
                <a:lnTo>
                  <a:pt x="1551432" y="66999"/>
                </a:lnTo>
                <a:lnTo>
                  <a:pt x="1530048" y="67599"/>
                </a:lnTo>
                <a:lnTo>
                  <a:pt x="1508665" y="68161"/>
                </a:lnTo>
                <a:lnTo>
                  <a:pt x="1487281" y="68694"/>
                </a:lnTo>
                <a:lnTo>
                  <a:pt x="1465898" y="69190"/>
                </a:lnTo>
                <a:lnTo>
                  <a:pt x="1444504" y="69656"/>
                </a:lnTo>
                <a:lnTo>
                  <a:pt x="1423121" y="70094"/>
                </a:lnTo>
                <a:lnTo>
                  <a:pt x="1401737" y="70495"/>
                </a:lnTo>
                <a:lnTo>
                  <a:pt x="1380344" y="70876"/>
                </a:lnTo>
                <a:lnTo>
                  <a:pt x="1358960" y="71218"/>
                </a:lnTo>
                <a:lnTo>
                  <a:pt x="1337567" y="71542"/>
                </a:lnTo>
                <a:lnTo>
                  <a:pt x="1316184" y="71828"/>
                </a:lnTo>
                <a:lnTo>
                  <a:pt x="1294790" y="72095"/>
                </a:lnTo>
                <a:lnTo>
                  <a:pt x="1273407" y="72323"/>
                </a:lnTo>
                <a:lnTo>
                  <a:pt x="1252014" y="72533"/>
                </a:lnTo>
                <a:lnTo>
                  <a:pt x="1230620" y="72723"/>
                </a:lnTo>
                <a:lnTo>
                  <a:pt x="1209237" y="72885"/>
                </a:lnTo>
                <a:lnTo>
                  <a:pt x="1187844" y="73019"/>
                </a:lnTo>
                <a:lnTo>
                  <a:pt x="1166451" y="73123"/>
                </a:lnTo>
                <a:lnTo>
                  <a:pt x="1145067" y="73200"/>
                </a:lnTo>
                <a:lnTo>
                  <a:pt x="1123674" y="73257"/>
                </a:lnTo>
                <a:lnTo>
                  <a:pt x="1102281" y="73285"/>
                </a:lnTo>
                <a:lnTo>
                  <a:pt x="1080887" y="73295"/>
                </a:lnTo>
                <a:lnTo>
                  <a:pt x="1059504" y="73276"/>
                </a:lnTo>
                <a:lnTo>
                  <a:pt x="1038111" y="73228"/>
                </a:lnTo>
                <a:lnTo>
                  <a:pt x="1016718" y="73152"/>
                </a:lnTo>
                <a:lnTo>
                  <a:pt x="995324" y="73057"/>
                </a:lnTo>
                <a:lnTo>
                  <a:pt x="973941" y="72933"/>
                </a:lnTo>
                <a:lnTo>
                  <a:pt x="952548" y="72790"/>
                </a:lnTo>
                <a:lnTo>
                  <a:pt x="931154" y="72619"/>
                </a:lnTo>
                <a:lnTo>
                  <a:pt x="909771" y="72419"/>
                </a:lnTo>
                <a:lnTo>
                  <a:pt x="888378" y="72190"/>
                </a:lnTo>
                <a:lnTo>
                  <a:pt x="866994" y="71933"/>
                </a:lnTo>
                <a:lnTo>
                  <a:pt x="845601" y="71657"/>
                </a:lnTo>
                <a:lnTo>
                  <a:pt x="824217" y="71352"/>
                </a:lnTo>
                <a:lnTo>
                  <a:pt x="802824" y="71018"/>
                </a:lnTo>
                <a:lnTo>
                  <a:pt x="781441" y="70656"/>
                </a:lnTo>
                <a:lnTo>
                  <a:pt x="760047" y="70266"/>
                </a:lnTo>
                <a:lnTo>
                  <a:pt x="738664" y="69837"/>
                </a:lnTo>
                <a:lnTo>
                  <a:pt x="717280" y="69380"/>
                </a:lnTo>
                <a:lnTo>
                  <a:pt x="695897" y="68894"/>
                </a:lnTo>
                <a:lnTo>
                  <a:pt x="674513" y="68380"/>
                </a:lnTo>
                <a:lnTo>
                  <a:pt x="653129" y="67828"/>
                </a:lnTo>
                <a:lnTo>
                  <a:pt x="631746" y="67247"/>
                </a:lnTo>
                <a:lnTo>
                  <a:pt x="610362" y="66627"/>
                </a:lnTo>
                <a:lnTo>
                  <a:pt x="588978" y="65970"/>
                </a:lnTo>
                <a:lnTo>
                  <a:pt x="567604" y="65275"/>
                </a:lnTo>
                <a:lnTo>
                  <a:pt x="546221" y="64541"/>
                </a:lnTo>
                <a:lnTo>
                  <a:pt x="524847" y="63770"/>
                </a:lnTo>
                <a:lnTo>
                  <a:pt x="503472" y="62951"/>
                </a:lnTo>
                <a:lnTo>
                  <a:pt x="482098" y="62093"/>
                </a:lnTo>
                <a:lnTo>
                  <a:pt x="460724" y="61179"/>
                </a:lnTo>
                <a:lnTo>
                  <a:pt x="439360" y="60217"/>
                </a:lnTo>
                <a:lnTo>
                  <a:pt x="417995" y="59198"/>
                </a:lnTo>
                <a:lnTo>
                  <a:pt x="396631" y="58131"/>
                </a:lnTo>
                <a:lnTo>
                  <a:pt x="375266" y="56998"/>
                </a:lnTo>
                <a:lnTo>
                  <a:pt x="353911" y="55797"/>
                </a:lnTo>
                <a:lnTo>
                  <a:pt x="332556" y="54531"/>
                </a:lnTo>
                <a:lnTo>
                  <a:pt x="311210" y="53178"/>
                </a:lnTo>
                <a:lnTo>
                  <a:pt x="289865" y="51759"/>
                </a:lnTo>
                <a:lnTo>
                  <a:pt x="268529" y="50235"/>
                </a:lnTo>
                <a:lnTo>
                  <a:pt x="247202" y="48616"/>
                </a:lnTo>
                <a:lnTo>
                  <a:pt x="225876" y="46882"/>
                </a:lnTo>
                <a:lnTo>
                  <a:pt x="204568" y="45015"/>
                </a:lnTo>
                <a:lnTo>
                  <a:pt x="183271" y="43005"/>
                </a:lnTo>
                <a:lnTo>
                  <a:pt x="162001" y="40815"/>
                </a:lnTo>
                <a:lnTo>
                  <a:pt x="140741" y="38424"/>
                </a:lnTo>
                <a:lnTo>
                  <a:pt x="119520" y="35776"/>
                </a:lnTo>
                <a:lnTo>
                  <a:pt x="98327" y="32804"/>
                </a:lnTo>
                <a:lnTo>
                  <a:pt x="77210" y="29413"/>
                </a:lnTo>
                <a:lnTo>
                  <a:pt x="56198" y="25422"/>
                </a:lnTo>
                <a:lnTo>
                  <a:pt x="35385" y="20479"/>
                </a:lnTo>
                <a:lnTo>
                  <a:pt x="15135" y="13659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50" name="funnel-step-cap-2">
            <a:extLst xmlns:a="http://schemas.openxmlformats.org/drawingml/2006/main">
              <a:ext uri="{FF2B5EF4-FFF2-40B4-BE49-F238E27FC236}">
                <a16:creationId xmlns:a16="http://schemas.microsoft.com/office/drawing/2014/main" id="{3B216CDB-F366-4B8D-8F2F-CE559A540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532375" y="3865778"/>
            <a:ext cx="2174510" cy="2084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7EAC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51" name="funnel-step-body-3">
            <a:extLst xmlns:a="http://schemas.openxmlformats.org/drawingml/2006/main">
              <a:ext uri="{FF2B5EF4-FFF2-40B4-BE49-F238E27FC236}">
                <a16:creationId xmlns:a16="http://schemas.microsoft.com/office/drawing/2014/main" id="{A35F89C3-13D0-4105-9C4C-20562FBB0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60946" y="4697730"/>
            <a:ext cx="1713681" cy="627069"/>
          </a:xfrm>
          <a:custGeom xmlns:a="http://schemas.openxmlformats.org/drawingml/2006/main">
            <a:pathLst>
              <a:path w="1713681" h="627069">
                <a:moveTo>
                  <a:pt x="0" y="0"/>
                </a:moveTo>
                <a:lnTo>
                  <a:pt x="6887" y="17745"/>
                </a:lnTo>
                <a:lnTo>
                  <a:pt x="13783" y="35490"/>
                </a:lnTo>
                <a:lnTo>
                  <a:pt x="20669" y="53235"/>
                </a:lnTo>
                <a:lnTo>
                  <a:pt x="27565" y="70971"/>
                </a:lnTo>
                <a:lnTo>
                  <a:pt x="34452" y="88716"/>
                </a:lnTo>
                <a:lnTo>
                  <a:pt x="41348" y="106461"/>
                </a:lnTo>
                <a:lnTo>
                  <a:pt x="48235" y="124206"/>
                </a:lnTo>
                <a:lnTo>
                  <a:pt x="55131" y="141951"/>
                </a:lnTo>
                <a:lnTo>
                  <a:pt x="62017" y="159696"/>
                </a:lnTo>
                <a:lnTo>
                  <a:pt x="68913" y="177432"/>
                </a:lnTo>
                <a:lnTo>
                  <a:pt x="75800" y="195177"/>
                </a:lnTo>
                <a:lnTo>
                  <a:pt x="82696" y="212922"/>
                </a:lnTo>
                <a:lnTo>
                  <a:pt x="89583" y="230667"/>
                </a:lnTo>
                <a:lnTo>
                  <a:pt x="96479" y="248412"/>
                </a:lnTo>
                <a:lnTo>
                  <a:pt x="103365" y="266157"/>
                </a:lnTo>
                <a:lnTo>
                  <a:pt x="110261" y="283893"/>
                </a:lnTo>
                <a:lnTo>
                  <a:pt x="117148" y="301638"/>
                </a:lnTo>
                <a:lnTo>
                  <a:pt x="124044" y="319383"/>
                </a:lnTo>
                <a:lnTo>
                  <a:pt x="130931" y="337128"/>
                </a:lnTo>
                <a:lnTo>
                  <a:pt x="137827" y="354873"/>
                </a:lnTo>
                <a:lnTo>
                  <a:pt x="144713" y="372618"/>
                </a:lnTo>
                <a:lnTo>
                  <a:pt x="151600" y="390354"/>
                </a:lnTo>
                <a:lnTo>
                  <a:pt x="158496" y="408099"/>
                </a:lnTo>
                <a:lnTo>
                  <a:pt x="165383" y="425844"/>
                </a:lnTo>
                <a:lnTo>
                  <a:pt x="172279" y="443589"/>
                </a:lnTo>
                <a:lnTo>
                  <a:pt x="179165" y="461334"/>
                </a:lnTo>
                <a:lnTo>
                  <a:pt x="186061" y="479079"/>
                </a:lnTo>
                <a:lnTo>
                  <a:pt x="192948" y="496824"/>
                </a:lnTo>
                <a:lnTo>
                  <a:pt x="199844" y="514560"/>
                </a:lnTo>
                <a:lnTo>
                  <a:pt x="206731" y="532305"/>
                </a:lnTo>
                <a:lnTo>
                  <a:pt x="213627" y="550050"/>
                </a:lnTo>
                <a:lnTo>
                  <a:pt x="222514" y="566261"/>
                </a:lnTo>
                <a:lnTo>
                  <a:pt x="239030" y="575605"/>
                </a:lnTo>
                <a:lnTo>
                  <a:pt x="256937" y="582044"/>
                </a:lnTo>
                <a:lnTo>
                  <a:pt x="275292" y="587092"/>
                </a:lnTo>
                <a:lnTo>
                  <a:pt x="293856" y="591283"/>
                </a:lnTo>
                <a:lnTo>
                  <a:pt x="312544" y="594884"/>
                </a:lnTo>
                <a:lnTo>
                  <a:pt x="331318" y="598046"/>
                </a:lnTo>
                <a:lnTo>
                  <a:pt x="350139" y="600856"/>
                </a:lnTo>
                <a:lnTo>
                  <a:pt x="369008" y="603390"/>
                </a:lnTo>
                <a:lnTo>
                  <a:pt x="387896" y="605685"/>
                </a:lnTo>
                <a:lnTo>
                  <a:pt x="406822" y="607781"/>
                </a:lnTo>
                <a:lnTo>
                  <a:pt x="425758" y="609695"/>
                </a:lnTo>
                <a:lnTo>
                  <a:pt x="444713" y="611457"/>
                </a:lnTo>
                <a:lnTo>
                  <a:pt x="463677" y="613086"/>
                </a:lnTo>
                <a:lnTo>
                  <a:pt x="482651" y="614572"/>
                </a:lnTo>
                <a:lnTo>
                  <a:pt x="501634" y="615953"/>
                </a:lnTo>
                <a:lnTo>
                  <a:pt x="520627" y="617220"/>
                </a:lnTo>
                <a:lnTo>
                  <a:pt x="539629" y="618401"/>
                </a:lnTo>
                <a:lnTo>
                  <a:pt x="558632" y="619477"/>
                </a:lnTo>
                <a:lnTo>
                  <a:pt x="577644" y="620478"/>
                </a:lnTo>
                <a:lnTo>
                  <a:pt x="596656" y="621382"/>
                </a:lnTo>
                <a:lnTo>
                  <a:pt x="615667" y="622221"/>
                </a:lnTo>
                <a:lnTo>
                  <a:pt x="634689" y="622983"/>
                </a:lnTo>
                <a:lnTo>
                  <a:pt x="653710" y="623668"/>
                </a:lnTo>
                <a:lnTo>
                  <a:pt x="672732" y="624288"/>
                </a:lnTo>
                <a:lnTo>
                  <a:pt x="691763" y="624840"/>
                </a:lnTo>
                <a:lnTo>
                  <a:pt x="710794" y="625326"/>
                </a:lnTo>
                <a:lnTo>
                  <a:pt x="729825" y="625754"/>
                </a:lnTo>
                <a:lnTo>
                  <a:pt x="748856" y="626116"/>
                </a:lnTo>
                <a:lnTo>
                  <a:pt x="767886" y="626421"/>
                </a:lnTo>
                <a:lnTo>
                  <a:pt x="786917" y="626669"/>
                </a:lnTo>
                <a:lnTo>
                  <a:pt x="805948" y="626859"/>
                </a:lnTo>
                <a:lnTo>
                  <a:pt x="824989" y="626983"/>
                </a:lnTo>
                <a:lnTo>
                  <a:pt x="844020" y="627059"/>
                </a:lnTo>
                <a:lnTo>
                  <a:pt x="863051" y="627069"/>
                </a:lnTo>
                <a:lnTo>
                  <a:pt x="882091" y="627031"/>
                </a:lnTo>
                <a:lnTo>
                  <a:pt x="901122" y="626935"/>
                </a:lnTo>
                <a:lnTo>
                  <a:pt x="920153" y="626783"/>
                </a:lnTo>
                <a:lnTo>
                  <a:pt x="939194" y="626564"/>
                </a:lnTo>
                <a:lnTo>
                  <a:pt x="958225" y="626288"/>
                </a:lnTo>
                <a:lnTo>
                  <a:pt x="977255" y="625964"/>
                </a:lnTo>
                <a:lnTo>
                  <a:pt x="996286" y="625564"/>
                </a:lnTo>
                <a:lnTo>
                  <a:pt x="1015317" y="625107"/>
                </a:lnTo>
                <a:lnTo>
                  <a:pt x="1034339" y="624592"/>
                </a:lnTo>
                <a:lnTo>
                  <a:pt x="1053370" y="624011"/>
                </a:lnTo>
                <a:lnTo>
                  <a:pt x="1072391" y="623354"/>
                </a:lnTo>
                <a:lnTo>
                  <a:pt x="1091413" y="622640"/>
                </a:lnTo>
                <a:lnTo>
                  <a:pt x="1110434" y="621849"/>
                </a:lnTo>
                <a:lnTo>
                  <a:pt x="1129446" y="620973"/>
                </a:lnTo>
                <a:lnTo>
                  <a:pt x="1148458" y="620030"/>
                </a:lnTo>
                <a:lnTo>
                  <a:pt x="1167460" y="618992"/>
                </a:lnTo>
                <a:lnTo>
                  <a:pt x="1186463" y="617868"/>
                </a:lnTo>
                <a:lnTo>
                  <a:pt x="1205465" y="616658"/>
                </a:lnTo>
                <a:lnTo>
                  <a:pt x="1224448" y="615334"/>
                </a:lnTo>
                <a:lnTo>
                  <a:pt x="1243432" y="613905"/>
                </a:lnTo>
                <a:lnTo>
                  <a:pt x="1262405" y="612353"/>
                </a:lnTo>
                <a:lnTo>
                  <a:pt x="1281360" y="610667"/>
                </a:lnTo>
                <a:lnTo>
                  <a:pt x="1300305" y="608838"/>
                </a:lnTo>
                <a:lnTo>
                  <a:pt x="1319241" y="606847"/>
                </a:lnTo>
                <a:lnTo>
                  <a:pt x="1338148" y="604657"/>
                </a:lnTo>
                <a:lnTo>
                  <a:pt x="1357027" y="602256"/>
                </a:lnTo>
                <a:lnTo>
                  <a:pt x="1375877" y="599608"/>
                </a:lnTo>
                <a:lnTo>
                  <a:pt x="1394679" y="596636"/>
                </a:lnTo>
                <a:lnTo>
                  <a:pt x="1413415" y="593293"/>
                </a:lnTo>
                <a:lnTo>
                  <a:pt x="1432055" y="589436"/>
                </a:lnTo>
                <a:lnTo>
                  <a:pt x="1450543" y="584902"/>
                </a:lnTo>
                <a:lnTo>
                  <a:pt x="1468736" y="579311"/>
                </a:lnTo>
                <a:lnTo>
                  <a:pt x="1486224" y="571843"/>
                </a:lnTo>
                <a:lnTo>
                  <a:pt x="1500626" y="559765"/>
                </a:lnTo>
                <a:lnTo>
                  <a:pt x="1506903" y="541896"/>
                </a:lnTo>
                <a:lnTo>
                  <a:pt x="1513789" y="524151"/>
                </a:lnTo>
                <a:lnTo>
                  <a:pt x="1520685" y="506406"/>
                </a:lnTo>
                <a:lnTo>
                  <a:pt x="1527572" y="488661"/>
                </a:lnTo>
                <a:lnTo>
                  <a:pt x="1534468" y="470916"/>
                </a:lnTo>
                <a:lnTo>
                  <a:pt x="1541355" y="453171"/>
                </a:lnTo>
                <a:lnTo>
                  <a:pt x="1548251" y="435435"/>
                </a:lnTo>
                <a:lnTo>
                  <a:pt x="1555137" y="417690"/>
                </a:lnTo>
                <a:lnTo>
                  <a:pt x="1562033" y="399945"/>
                </a:lnTo>
                <a:lnTo>
                  <a:pt x="1568920" y="382200"/>
                </a:lnTo>
                <a:lnTo>
                  <a:pt x="1575816" y="364455"/>
                </a:lnTo>
                <a:lnTo>
                  <a:pt x="1582703" y="346710"/>
                </a:lnTo>
                <a:lnTo>
                  <a:pt x="1589599" y="328974"/>
                </a:lnTo>
                <a:lnTo>
                  <a:pt x="1596485" y="311229"/>
                </a:lnTo>
                <a:lnTo>
                  <a:pt x="1603372" y="293484"/>
                </a:lnTo>
                <a:lnTo>
                  <a:pt x="1610268" y="275739"/>
                </a:lnTo>
                <a:lnTo>
                  <a:pt x="1617155" y="257994"/>
                </a:lnTo>
                <a:lnTo>
                  <a:pt x="1624051" y="240249"/>
                </a:lnTo>
                <a:lnTo>
                  <a:pt x="1630937" y="222514"/>
                </a:lnTo>
                <a:lnTo>
                  <a:pt x="1637833" y="204768"/>
                </a:lnTo>
                <a:lnTo>
                  <a:pt x="1644720" y="187023"/>
                </a:lnTo>
                <a:lnTo>
                  <a:pt x="1651616" y="169278"/>
                </a:lnTo>
                <a:lnTo>
                  <a:pt x="1658503" y="151533"/>
                </a:lnTo>
                <a:lnTo>
                  <a:pt x="1665399" y="133788"/>
                </a:lnTo>
                <a:lnTo>
                  <a:pt x="1672285" y="116043"/>
                </a:lnTo>
                <a:lnTo>
                  <a:pt x="1679181" y="98308"/>
                </a:lnTo>
                <a:lnTo>
                  <a:pt x="1686068" y="80562"/>
                </a:lnTo>
                <a:lnTo>
                  <a:pt x="1692964" y="62817"/>
                </a:lnTo>
                <a:lnTo>
                  <a:pt x="1699851" y="45072"/>
                </a:lnTo>
                <a:lnTo>
                  <a:pt x="1706747" y="27327"/>
                </a:lnTo>
                <a:lnTo>
                  <a:pt x="1713633" y="9582"/>
                </a:lnTo>
                <a:lnTo>
                  <a:pt x="1713681" y="7696"/>
                </a:lnTo>
                <a:lnTo>
                  <a:pt x="1697460" y="17431"/>
                </a:lnTo>
                <a:lnTo>
                  <a:pt x="1679467" y="23622"/>
                </a:lnTo>
                <a:lnTo>
                  <a:pt x="1661036" y="28365"/>
                </a:lnTo>
                <a:lnTo>
                  <a:pt x="1642415" y="32290"/>
                </a:lnTo>
                <a:lnTo>
                  <a:pt x="1623679" y="35652"/>
                </a:lnTo>
                <a:lnTo>
                  <a:pt x="1604877" y="38624"/>
                </a:lnTo>
                <a:lnTo>
                  <a:pt x="1586027" y="41272"/>
                </a:lnTo>
                <a:lnTo>
                  <a:pt x="1567148" y="43672"/>
                </a:lnTo>
                <a:lnTo>
                  <a:pt x="1548241" y="45872"/>
                </a:lnTo>
                <a:lnTo>
                  <a:pt x="1529315" y="47892"/>
                </a:lnTo>
                <a:lnTo>
                  <a:pt x="1510370" y="49759"/>
                </a:lnTo>
                <a:lnTo>
                  <a:pt x="1491415" y="51502"/>
                </a:lnTo>
                <a:lnTo>
                  <a:pt x="1472451" y="53111"/>
                </a:lnTo>
                <a:lnTo>
                  <a:pt x="1453477" y="54626"/>
                </a:lnTo>
                <a:lnTo>
                  <a:pt x="1434494" y="56045"/>
                </a:lnTo>
                <a:lnTo>
                  <a:pt x="1415501" y="57369"/>
                </a:lnTo>
                <a:lnTo>
                  <a:pt x="1396508" y="58617"/>
                </a:lnTo>
                <a:lnTo>
                  <a:pt x="1377515" y="59788"/>
                </a:lnTo>
                <a:lnTo>
                  <a:pt x="1358513" y="60893"/>
                </a:lnTo>
                <a:lnTo>
                  <a:pt x="1339501" y="61932"/>
                </a:lnTo>
                <a:lnTo>
                  <a:pt x="1320489" y="62913"/>
                </a:lnTo>
                <a:lnTo>
                  <a:pt x="1301477" y="63837"/>
                </a:lnTo>
                <a:lnTo>
                  <a:pt x="1282465" y="64703"/>
                </a:lnTo>
                <a:lnTo>
                  <a:pt x="1263444" y="65513"/>
                </a:lnTo>
                <a:lnTo>
                  <a:pt x="1244432" y="66275"/>
                </a:lnTo>
                <a:lnTo>
                  <a:pt x="1225410" y="66999"/>
                </a:lnTo>
                <a:lnTo>
                  <a:pt x="1206379" y="67666"/>
                </a:lnTo>
                <a:lnTo>
                  <a:pt x="1187358" y="68294"/>
                </a:lnTo>
                <a:lnTo>
                  <a:pt x="1168337" y="68875"/>
                </a:lnTo>
                <a:lnTo>
                  <a:pt x="1149306" y="69428"/>
                </a:lnTo>
                <a:lnTo>
                  <a:pt x="1130275" y="69933"/>
                </a:lnTo>
                <a:lnTo>
                  <a:pt x="1111253" y="70399"/>
                </a:lnTo>
                <a:lnTo>
                  <a:pt x="1092222" y="70828"/>
                </a:lnTo>
                <a:lnTo>
                  <a:pt x="1073191" y="71218"/>
                </a:lnTo>
                <a:lnTo>
                  <a:pt x="1054160" y="71580"/>
                </a:lnTo>
                <a:lnTo>
                  <a:pt x="1035129" y="71895"/>
                </a:lnTo>
                <a:lnTo>
                  <a:pt x="1016098" y="72190"/>
                </a:lnTo>
                <a:lnTo>
                  <a:pt x="997058" y="72438"/>
                </a:lnTo>
                <a:lnTo>
                  <a:pt x="978027" y="72657"/>
                </a:lnTo>
                <a:lnTo>
                  <a:pt x="958996" y="72847"/>
                </a:lnTo>
                <a:lnTo>
                  <a:pt x="939956" y="73000"/>
                </a:lnTo>
                <a:lnTo>
                  <a:pt x="920925" y="73123"/>
                </a:lnTo>
                <a:lnTo>
                  <a:pt x="901894" y="73209"/>
                </a:lnTo>
                <a:lnTo>
                  <a:pt x="882853" y="73266"/>
                </a:lnTo>
                <a:lnTo>
                  <a:pt x="863822" y="73295"/>
                </a:lnTo>
                <a:lnTo>
                  <a:pt x="844782" y="73285"/>
                </a:lnTo>
                <a:lnTo>
                  <a:pt x="825751" y="73247"/>
                </a:lnTo>
                <a:lnTo>
                  <a:pt x="806720" y="73171"/>
                </a:lnTo>
                <a:lnTo>
                  <a:pt x="787679" y="73066"/>
                </a:lnTo>
                <a:lnTo>
                  <a:pt x="768648" y="72933"/>
                </a:lnTo>
                <a:lnTo>
                  <a:pt x="749618" y="72761"/>
                </a:lnTo>
                <a:lnTo>
                  <a:pt x="730577" y="72561"/>
                </a:lnTo>
                <a:lnTo>
                  <a:pt x="711546" y="72323"/>
                </a:lnTo>
                <a:lnTo>
                  <a:pt x="692515" y="72057"/>
                </a:lnTo>
                <a:lnTo>
                  <a:pt x="673484" y="71752"/>
                </a:lnTo>
                <a:lnTo>
                  <a:pt x="654453" y="71418"/>
                </a:lnTo>
                <a:lnTo>
                  <a:pt x="635422" y="71047"/>
                </a:lnTo>
                <a:lnTo>
                  <a:pt x="616391" y="70637"/>
                </a:lnTo>
                <a:lnTo>
                  <a:pt x="597360" y="70190"/>
                </a:lnTo>
                <a:lnTo>
                  <a:pt x="578329" y="69704"/>
                </a:lnTo>
                <a:lnTo>
                  <a:pt x="559308" y="69180"/>
                </a:lnTo>
                <a:lnTo>
                  <a:pt x="540277" y="68618"/>
                </a:lnTo>
                <a:lnTo>
                  <a:pt x="521256" y="68009"/>
                </a:lnTo>
                <a:lnTo>
                  <a:pt x="502225" y="67361"/>
                </a:lnTo>
                <a:lnTo>
                  <a:pt x="483203" y="66665"/>
                </a:lnTo>
                <a:lnTo>
                  <a:pt x="464182" y="65932"/>
                </a:lnTo>
                <a:lnTo>
                  <a:pt x="445170" y="65141"/>
                </a:lnTo>
                <a:lnTo>
                  <a:pt x="426149" y="64303"/>
                </a:lnTo>
                <a:lnTo>
                  <a:pt x="407137" y="63417"/>
                </a:lnTo>
                <a:lnTo>
                  <a:pt x="388125" y="62465"/>
                </a:lnTo>
                <a:lnTo>
                  <a:pt x="369122" y="61465"/>
                </a:lnTo>
                <a:lnTo>
                  <a:pt x="350110" y="60398"/>
                </a:lnTo>
                <a:lnTo>
                  <a:pt x="331108" y="59265"/>
                </a:lnTo>
                <a:lnTo>
                  <a:pt x="312115" y="58055"/>
                </a:lnTo>
                <a:lnTo>
                  <a:pt x="293122" y="56769"/>
                </a:lnTo>
                <a:lnTo>
                  <a:pt x="274139" y="55397"/>
                </a:lnTo>
                <a:lnTo>
                  <a:pt x="255165" y="53950"/>
                </a:lnTo>
                <a:lnTo>
                  <a:pt x="236191" y="52388"/>
                </a:lnTo>
                <a:lnTo>
                  <a:pt x="217227" y="50721"/>
                </a:lnTo>
                <a:lnTo>
                  <a:pt x="198282" y="48920"/>
                </a:lnTo>
                <a:lnTo>
                  <a:pt x="179346" y="46987"/>
                </a:lnTo>
                <a:lnTo>
                  <a:pt x="160420" y="44891"/>
                </a:lnTo>
                <a:lnTo>
                  <a:pt x="141532" y="42605"/>
                </a:lnTo>
                <a:lnTo>
                  <a:pt x="122663" y="40091"/>
                </a:lnTo>
                <a:lnTo>
                  <a:pt x="103832" y="37300"/>
                </a:lnTo>
                <a:lnTo>
                  <a:pt x="85058" y="34166"/>
                </a:lnTo>
                <a:lnTo>
                  <a:pt x="66361" y="30566"/>
                </a:lnTo>
                <a:lnTo>
                  <a:pt x="47815" y="26318"/>
                </a:lnTo>
                <a:lnTo>
                  <a:pt x="29537" y="21022"/>
                </a:lnTo>
                <a:lnTo>
                  <a:pt x="12002" y="13678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78A8D5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52" name="funnel-step-cap-3">
            <a:extLst xmlns:a="http://schemas.openxmlformats.org/drawingml/2006/main">
              <a:ext uri="{FF2B5EF4-FFF2-40B4-BE49-F238E27FC236}">
                <a16:creationId xmlns:a16="http://schemas.microsoft.com/office/drawing/2014/main" id="{00BAA925-DF90-4787-A151-58419FB94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60984" y="4593488"/>
            <a:ext cx="1717272" cy="2084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8A8D5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53" name="funnel-step-body-4">
            <a:extLst xmlns:a="http://schemas.openxmlformats.org/drawingml/2006/main">
              <a:ext uri="{FF2B5EF4-FFF2-40B4-BE49-F238E27FC236}">
                <a16:creationId xmlns:a16="http://schemas.microsoft.com/office/drawing/2014/main" id="{777C28D6-CE90-45CD-AF22-31B93DF02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76021" y="5425440"/>
            <a:ext cx="1287123" cy="627078"/>
          </a:xfrm>
          <a:custGeom xmlns:a="http://schemas.openxmlformats.org/drawingml/2006/main">
            <a:pathLst>
              <a:path w="1287123" h="627078">
                <a:moveTo>
                  <a:pt x="0" y="0"/>
                </a:moveTo>
                <a:lnTo>
                  <a:pt x="6629" y="17859"/>
                </a:lnTo>
                <a:lnTo>
                  <a:pt x="13249" y="35719"/>
                </a:lnTo>
                <a:lnTo>
                  <a:pt x="19879" y="53578"/>
                </a:lnTo>
                <a:lnTo>
                  <a:pt x="26499" y="71428"/>
                </a:lnTo>
                <a:lnTo>
                  <a:pt x="33128" y="89287"/>
                </a:lnTo>
                <a:lnTo>
                  <a:pt x="39748" y="107147"/>
                </a:lnTo>
                <a:lnTo>
                  <a:pt x="46377" y="125006"/>
                </a:lnTo>
                <a:lnTo>
                  <a:pt x="53007" y="142865"/>
                </a:lnTo>
                <a:lnTo>
                  <a:pt x="59627" y="160725"/>
                </a:lnTo>
                <a:lnTo>
                  <a:pt x="66256" y="178575"/>
                </a:lnTo>
                <a:lnTo>
                  <a:pt x="72876" y="196434"/>
                </a:lnTo>
                <a:lnTo>
                  <a:pt x="79505" y="214293"/>
                </a:lnTo>
                <a:lnTo>
                  <a:pt x="86125" y="232153"/>
                </a:lnTo>
                <a:lnTo>
                  <a:pt x="92754" y="250012"/>
                </a:lnTo>
                <a:lnTo>
                  <a:pt x="99384" y="267872"/>
                </a:lnTo>
                <a:lnTo>
                  <a:pt x="106004" y="285731"/>
                </a:lnTo>
                <a:lnTo>
                  <a:pt x="112633" y="303581"/>
                </a:lnTo>
                <a:lnTo>
                  <a:pt x="119253" y="321440"/>
                </a:lnTo>
                <a:lnTo>
                  <a:pt x="125882" y="339300"/>
                </a:lnTo>
                <a:lnTo>
                  <a:pt x="132502" y="357159"/>
                </a:lnTo>
                <a:lnTo>
                  <a:pt x="139132" y="375018"/>
                </a:lnTo>
                <a:lnTo>
                  <a:pt x="145761" y="392878"/>
                </a:lnTo>
                <a:lnTo>
                  <a:pt x="152381" y="410737"/>
                </a:lnTo>
                <a:lnTo>
                  <a:pt x="159010" y="428587"/>
                </a:lnTo>
                <a:lnTo>
                  <a:pt x="165630" y="446446"/>
                </a:lnTo>
                <a:lnTo>
                  <a:pt x="172260" y="464306"/>
                </a:lnTo>
                <a:lnTo>
                  <a:pt x="178880" y="482165"/>
                </a:lnTo>
                <a:lnTo>
                  <a:pt x="185509" y="500024"/>
                </a:lnTo>
                <a:lnTo>
                  <a:pt x="192138" y="517884"/>
                </a:lnTo>
                <a:lnTo>
                  <a:pt x="198758" y="535734"/>
                </a:lnTo>
                <a:lnTo>
                  <a:pt x="205388" y="553593"/>
                </a:lnTo>
                <a:lnTo>
                  <a:pt x="214074" y="569909"/>
                </a:lnTo>
                <a:lnTo>
                  <a:pt x="230038" y="580187"/>
                </a:lnTo>
                <a:lnTo>
                  <a:pt x="247612" y="587512"/>
                </a:lnTo>
                <a:lnTo>
                  <a:pt x="265767" y="593246"/>
                </a:lnTo>
                <a:lnTo>
                  <a:pt x="284226" y="597960"/>
                </a:lnTo>
                <a:lnTo>
                  <a:pt x="302838" y="601961"/>
                </a:lnTo>
                <a:lnTo>
                  <a:pt x="321574" y="605428"/>
                </a:lnTo>
                <a:lnTo>
                  <a:pt x="340376" y="608457"/>
                </a:lnTo>
                <a:lnTo>
                  <a:pt x="359235" y="611124"/>
                </a:lnTo>
                <a:lnTo>
                  <a:pt x="378133" y="613486"/>
                </a:lnTo>
                <a:lnTo>
                  <a:pt x="397069" y="615591"/>
                </a:lnTo>
                <a:lnTo>
                  <a:pt x="416023" y="617468"/>
                </a:lnTo>
                <a:lnTo>
                  <a:pt x="434997" y="619125"/>
                </a:lnTo>
                <a:lnTo>
                  <a:pt x="453981" y="620601"/>
                </a:lnTo>
                <a:lnTo>
                  <a:pt x="472992" y="621897"/>
                </a:lnTo>
                <a:lnTo>
                  <a:pt x="492004" y="623030"/>
                </a:lnTo>
                <a:lnTo>
                  <a:pt x="511026" y="624011"/>
                </a:lnTo>
                <a:lnTo>
                  <a:pt x="530057" y="624840"/>
                </a:lnTo>
                <a:lnTo>
                  <a:pt x="549088" y="625535"/>
                </a:lnTo>
                <a:lnTo>
                  <a:pt x="568128" y="626097"/>
                </a:lnTo>
                <a:lnTo>
                  <a:pt x="587169" y="626526"/>
                </a:lnTo>
                <a:lnTo>
                  <a:pt x="606209" y="626840"/>
                </a:lnTo>
                <a:lnTo>
                  <a:pt x="625259" y="627021"/>
                </a:lnTo>
                <a:lnTo>
                  <a:pt x="644309" y="627078"/>
                </a:lnTo>
                <a:lnTo>
                  <a:pt x="663350" y="627012"/>
                </a:lnTo>
                <a:lnTo>
                  <a:pt x="682400" y="626821"/>
                </a:lnTo>
                <a:lnTo>
                  <a:pt x="701450" y="626507"/>
                </a:lnTo>
                <a:lnTo>
                  <a:pt x="720490" y="626059"/>
                </a:lnTo>
                <a:lnTo>
                  <a:pt x="739521" y="625488"/>
                </a:lnTo>
                <a:lnTo>
                  <a:pt x="758561" y="624783"/>
                </a:lnTo>
                <a:lnTo>
                  <a:pt x="777592" y="623945"/>
                </a:lnTo>
                <a:lnTo>
                  <a:pt x="796614" y="622954"/>
                </a:lnTo>
                <a:lnTo>
                  <a:pt x="815626" y="621802"/>
                </a:lnTo>
                <a:lnTo>
                  <a:pt x="834628" y="620497"/>
                </a:lnTo>
                <a:lnTo>
                  <a:pt x="853611" y="619011"/>
                </a:lnTo>
                <a:lnTo>
                  <a:pt x="872585" y="617334"/>
                </a:lnTo>
                <a:lnTo>
                  <a:pt x="891540" y="615448"/>
                </a:lnTo>
                <a:lnTo>
                  <a:pt x="910466" y="613324"/>
                </a:lnTo>
                <a:lnTo>
                  <a:pt x="929364" y="610943"/>
                </a:lnTo>
                <a:lnTo>
                  <a:pt x="948223" y="608247"/>
                </a:lnTo>
                <a:lnTo>
                  <a:pt x="967026" y="605190"/>
                </a:lnTo>
                <a:lnTo>
                  <a:pt x="985742" y="601685"/>
                </a:lnTo>
                <a:lnTo>
                  <a:pt x="1004354" y="597637"/>
                </a:lnTo>
                <a:lnTo>
                  <a:pt x="1022795" y="592855"/>
                </a:lnTo>
                <a:lnTo>
                  <a:pt x="1040921" y="587035"/>
                </a:lnTo>
                <a:lnTo>
                  <a:pt x="1058428" y="579558"/>
                </a:lnTo>
                <a:lnTo>
                  <a:pt x="1074172" y="568947"/>
                </a:lnTo>
                <a:lnTo>
                  <a:pt x="1082316" y="552279"/>
                </a:lnTo>
                <a:lnTo>
                  <a:pt x="1088936" y="534419"/>
                </a:lnTo>
                <a:lnTo>
                  <a:pt x="1095566" y="516560"/>
                </a:lnTo>
                <a:lnTo>
                  <a:pt x="1102185" y="498700"/>
                </a:lnTo>
                <a:lnTo>
                  <a:pt x="1108815" y="480851"/>
                </a:lnTo>
                <a:lnTo>
                  <a:pt x="1115435" y="462991"/>
                </a:lnTo>
                <a:lnTo>
                  <a:pt x="1122064" y="445132"/>
                </a:lnTo>
                <a:lnTo>
                  <a:pt x="1128693" y="427272"/>
                </a:lnTo>
                <a:lnTo>
                  <a:pt x="1135313" y="409413"/>
                </a:lnTo>
                <a:lnTo>
                  <a:pt x="1141943" y="391554"/>
                </a:lnTo>
                <a:lnTo>
                  <a:pt x="1148563" y="373694"/>
                </a:lnTo>
                <a:lnTo>
                  <a:pt x="1155192" y="355844"/>
                </a:lnTo>
                <a:lnTo>
                  <a:pt x="1161812" y="337985"/>
                </a:lnTo>
                <a:lnTo>
                  <a:pt x="1168441" y="320126"/>
                </a:lnTo>
                <a:lnTo>
                  <a:pt x="1175071" y="302266"/>
                </a:lnTo>
                <a:lnTo>
                  <a:pt x="1181691" y="284407"/>
                </a:lnTo>
                <a:lnTo>
                  <a:pt x="1188320" y="266548"/>
                </a:lnTo>
                <a:lnTo>
                  <a:pt x="1194940" y="248698"/>
                </a:lnTo>
                <a:lnTo>
                  <a:pt x="1201569" y="230838"/>
                </a:lnTo>
                <a:lnTo>
                  <a:pt x="1208189" y="212979"/>
                </a:lnTo>
                <a:lnTo>
                  <a:pt x="1214819" y="195120"/>
                </a:lnTo>
                <a:lnTo>
                  <a:pt x="1221448" y="177260"/>
                </a:lnTo>
                <a:lnTo>
                  <a:pt x="1228068" y="159401"/>
                </a:lnTo>
                <a:lnTo>
                  <a:pt x="1234697" y="141542"/>
                </a:lnTo>
                <a:lnTo>
                  <a:pt x="1241317" y="123692"/>
                </a:lnTo>
                <a:lnTo>
                  <a:pt x="1247946" y="105832"/>
                </a:lnTo>
                <a:lnTo>
                  <a:pt x="1254566" y="87973"/>
                </a:lnTo>
                <a:lnTo>
                  <a:pt x="1261196" y="70114"/>
                </a:lnTo>
                <a:lnTo>
                  <a:pt x="1267825" y="52254"/>
                </a:lnTo>
                <a:lnTo>
                  <a:pt x="1274445" y="34395"/>
                </a:lnTo>
                <a:lnTo>
                  <a:pt x="1281074" y="16545"/>
                </a:lnTo>
                <a:lnTo>
                  <a:pt x="1287123" y="1400"/>
                </a:lnTo>
                <a:lnTo>
                  <a:pt x="1275350" y="15621"/>
                </a:lnTo>
                <a:lnTo>
                  <a:pt x="1258214" y="23860"/>
                </a:lnTo>
                <a:lnTo>
                  <a:pt x="1240126" y="29813"/>
                </a:lnTo>
                <a:lnTo>
                  <a:pt x="1221686" y="34585"/>
                </a:lnTo>
                <a:lnTo>
                  <a:pt x="1203065" y="38586"/>
                </a:lnTo>
                <a:lnTo>
                  <a:pt x="1184339" y="42053"/>
                </a:lnTo>
                <a:lnTo>
                  <a:pt x="1165536" y="45110"/>
                </a:lnTo>
                <a:lnTo>
                  <a:pt x="1146686" y="47835"/>
                </a:lnTo>
                <a:lnTo>
                  <a:pt x="1127798" y="50302"/>
                </a:lnTo>
                <a:lnTo>
                  <a:pt x="1108881" y="52530"/>
                </a:lnTo>
                <a:lnTo>
                  <a:pt x="1089946" y="54569"/>
                </a:lnTo>
                <a:lnTo>
                  <a:pt x="1070991" y="56445"/>
                </a:lnTo>
                <a:lnTo>
                  <a:pt x="1052017" y="58169"/>
                </a:lnTo>
                <a:lnTo>
                  <a:pt x="1033043" y="59741"/>
                </a:lnTo>
                <a:lnTo>
                  <a:pt x="1014051" y="61208"/>
                </a:lnTo>
                <a:lnTo>
                  <a:pt x="995048" y="62551"/>
                </a:lnTo>
                <a:lnTo>
                  <a:pt x="976046" y="63798"/>
                </a:lnTo>
                <a:lnTo>
                  <a:pt x="957024" y="64941"/>
                </a:lnTo>
                <a:lnTo>
                  <a:pt x="938012" y="65999"/>
                </a:lnTo>
                <a:lnTo>
                  <a:pt x="918991" y="66970"/>
                </a:lnTo>
                <a:lnTo>
                  <a:pt x="899960" y="67856"/>
                </a:lnTo>
                <a:lnTo>
                  <a:pt x="880929" y="68675"/>
                </a:lnTo>
                <a:lnTo>
                  <a:pt x="861898" y="69409"/>
                </a:lnTo>
                <a:lnTo>
                  <a:pt x="842867" y="70075"/>
                </a:lnTo>
                <a:lnTo>
                  <a:pt x="823827" y="70676"/>
                </a:lnTo>
                <a:lnTo>
                  <a:pt x="804786" y="71209"/>
                </a:lnTo>
                <a:lnTo>
                  <a:pt x="785746" y="71676"/>
                </a:lnTo>
                <a:lnTo>
                  <a:pt x="766705" y="72085"/>
                </a:lnTo>
                <a:lnTo>
                  <a:pt x="747655" y="72438"/>
                </a:lnTo>
                <a:lnTo>
                  <a:pt x="728615" y="72723"/>
                </a:lnTo>
                <a:lnTo>
                  <a:pt x="709565" y="72952"/>
                </a:lnTo>
                <a:lnTo>
                  <a:pt x="690515" y="73123"/>
                </a:lnTo>
                <a:lnTo>
                  <a:pt x="671474" y="73228"/>
                </a:lnTo>
                <a:lnTo>
                  <a:pt x="652424" y="73285"/>
                </a:lnTo>
                <a:lnTo>
                  <a:pt x="633374" y="73285"/>
                </a:lnTo>
                <a:lnTo>
                  <a:pt x="614334" y="73228"/>
                </a:lnTo>
                <a:lnTo>
                  <a:pt x="595284" y="73104"/>
                </a:lnTo>
                <a:lnTo>
                  <a:pt x="576234" y="72933"/>
                </a:lnTo>
                <a:lnTo>
                  <a:pt x="557193" y="72704"/>
                </a:lnTo>
                <a:lnTo>
                  <a:pt x="538143" y="72409"/>
                </a:lnTo>
                <a:lnTo>
                  <a:pt x="519103" y="72057"/>
                </a:lnTo>
                <a:lnTo>
                  <a:pt x="500063" y="71647"/>
                </a:lnTo>
                <a:lnTo>
                  <a:pt x="481022" y="71171"/>
                </a:lnTo>
                <a:lnTo>
                  <a:pt x="461982" y="70637"/>
                </a:lnTo>
                <a:lnTo>
                  <a:pt x="442941" y="70028"/>
                </a:lnTo>
                <a:lnTo>
                  <a:pt x="423901" y="69361"/>
                </a:lnTo>
                <a:lnTo>
                  <a:pt x="404870" y="68609"/>
                </a:lnTo>
                <a:lnTo>
                  <a:pt x="385839" y="67789"/>
                </a:lnTo>
                <a:lnTo>
                  <a:pt x="366817" y="66904"/>
                </a:lnTo>
                <a:lnTo>
                  <a:pt x="347796" y="65923"/>
                </a:lnTo>
                <a:lnTo>
                  <a:pt x="328774" y="64865"/>
                </a:lnTo>
                <a:lnTo>
                  <a:pt x="309763" y="63713"/>
                </a:lnTo>
                <a:lnTo>
                  <a:pt x="290760" y="62455"/>
                </a:lnTo>
                <a:lnTo>
                  <a:pt x="271758" y="61103"/>
                </a:lnTo>
                <a:lnTo>
                  <a:pt x="252765" y="59636"/>
                </a:lnTo>
                <a:lnTo>
                  <a:pt x="233791" y="58045"/>
                </a:lnTo>
                <a:lnTo>
                  <a:pt x="214817" y="56312"/>
                </a:lnTo>
                <a:lnTo>
                  <a:pt x="195863" y="54426"/>
                </a:lnTo>
                <a:lnTo>
                  <a:pt x="176927" y="52378"/>
                </a:lnTo>
                <a:lnTo>
                  <a:pt x="158020" y="50130"/>
                </a:lnTo>
                <a:lnTo>
                  <a:pt x="139132" y="47644"/>
                </a:lnTo>
                <a:lnTo>
                  <a:pt x="120282" y="44891"/>
                </a:lnTo>
                <a:lnTo>
                  <a:pt x="101489" y="41815"/>
                </a:lnTo>
                <a:lnTo>
                  <a:pt x="82763" y="38310"/>
                </a:lnTo>
                <a:lnTo>
                  <a:pt x="64151" y="34261"/>
                </a:lnTo>
                <a:lnTo>
                  <a:pt x="45730" y="29423"/>
                </a:lnTo>
                <a:lnTo>
                  <a:pt x="27689" y="23346"/>
                </a:lnTo>
                <a:lnTo>
                  <a:pt x="10678" y="14859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78A8D5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54" name="funnel-step-cap-4">
            <a:extLst xmlns:a="http://schemas.openxmlformats.org/drawingml/2006/main">
              <a:ext uri="{FF2B5EF4-FFF2-40B4-BE49-F238E27FC236}">
                <a16:creationId xmlns:a16="http://schemas.microsoft.com/office/drawing/2014/main" id="{F797E969-E918-425F-9C44-65A4ECF02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76021" y="5321198"/>
            <a:ext cx="1287218" cy="2084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8A8D5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55" name="funnel-flow-arrow">
            <a:extLst xmlns:a="http://schemas.openxmlformats.org/drawingml/2006/main">
              <a:ext uri="{FF2B5EF4-FFF2-40B4-BE49-F238E27FC236}">
                <a16:creationId xmlns:a16="http://schemas.microsoft.com/office/drawing/2014/main" id="{43DC9C27-0D9D-4FEA-9CA6-C3F8F2BE1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52850" y="2466975"/>
            <a:ext cx="1733550" cy="3631168"/>
          </a:xfrm>
          <a:custGeom xmlns:a="http://schemas.openxmlformats.org/drawingml/2006/main">
            <a:pathLst>
              <a:path w="1733550" h="3631168">
                <a:moveTo>
                  <a:pt x="0" y="0"/>
                </a:moveTo>
                <a:lnTo>
                  <a:pt x="0" y="42834"/>
                </a:lnTo>
                <a:lnTo>
                  <a:pt x="9001" y="84582"/>
                </a:lnTo>
                <a:lnTo>
                  <a:pt x="19136" y="126197"/>
                </a:lnTo>
                <a:lnTo>
                  <a:pt x="29270" y="167811"/>
                </a:lnTo>
                <a:lnTo>
                  <a:pt x="39405" y="209426"/>
                </a:lnTo>
                <a:lnTo>
                  <a:pt x="49540" y="251031"/>
                </a:lnTo>
                <a:lnTo>
                  <a:pt x="59684" y="292646"/>
                </a:lnTo>
                <a:lnTo>
                  <a:pt x="69818" y="334261"/>
                </a:lnTo>
                <a:lnTo>
                  <a:pt x="79953" y="375876"/>
                </a:lnTo>
                <a:lnTo>
                  <a:pt x="90087" y="417490"/>
                </a:lnTo>
                <a:lnTo>
                  <a:pt x="100222" y="459105"/>
                </a:lnTo>
                <a:lnTo>
                  <a:pt x="110357" y="500720"/>
                </a:lnTo>
                <a:lnTo>
                  <a:pt x="120491" y="542334"/>
                </a:lnTo>
                <a:lnTo>
                  <a:pt x="130626" y="583949"/>
                </a:lnTo>
                <a:lnTo>
                  <a:pt x="140770" y="625564"/>
                </a:lnTo>
                <a:lnTo>
                  <a:pt x="150905" y="667179"/>
                </a:lnTo>
                <a:lnTo>
                  <a:pt x="160611" y="708879"/>
                </a:lnTo>
                <a:lnTo>
                  <a:pt x="168907" y="750903"/>
                </a:lnTo>
                <a:lnTo>
                  <a:pt x="176974" y="792966"/>
                </a:lnTo>
                <a:lnTo>
                  <a:pt x="184718" y="835085"/>
                </a:lnTo>
                <a:lnTo>
                  <a:pt x="192462" y="877214"/>
                </a:lnTo>
                <a:lnTo>
                  <a:pt x="200196" y="919343"/>
                </a:lnTo>
                <a:lnTo>
                  <a:pt x="207940" y="961463"/>
                </a:lnTo>
                <a:lnTo>
                  <a:pt x="215684" y="1003592"/>
                </a:lnTo>
                <a:lnTo>
                  <a:pt x="223428" y="1045712"/>
                </a:lnTo>
                <a:lnTo>
                  <a:pt x="231162" y="1087841"/>
                </a:lnTo>
                <a:lnTo>
                  <a:pt x="238906" y="1129960"/>
                </a:lnTo>
                <a:lnTo>
                  <a:pt x="246650" y="1172089"/>
                </a:lnTo>
                <a:lnTo>
                  <a:pt x="254394" y="1214218"/>
                </a:lnTo>
                <a:lnTo>
                  <a:pt x="262128" y="1256338"/>
                </a:lnTo>
                <a:lnTo>
                  <a:pt x="269872" y="1298467"/>
                </a:lnTo>
                <a:lnTo>
                  <a:pt x="277616" y="1340587"/>
                </a:lnTo>
                <a:lnTo>
                  <a:pt x="285359" y="1382716"/>
                </a:lnTo>
                <a:lnTo>
                  <a:pt x="293094" y="1424835"/>
                </a:lnTo>
                <a:lnTo>
                  <a:pt x="300447" y="1467031"/>
                </a:lnTo>
                <a:lnTo>
                  <a:pt x="307734" y="1509236"/>
                </a:lnTo>
                <a:lnTo>
                  <a:pt x="314782" y="1551489"/>
                </a:lnTo>
                <a:lnTo>
                  <a:pt x="321831" y="1593733"/>
                </a:lnTo>
                <a:lnTo>
                  <a:pt x="328879" y="1635976"/>
                </a:lnTo>
                <a:lnTo>
                  <a:pt x="335928" y="1678229"/>
                </a:lnTo>
                <a:lnTo>
                  <a:pt x="342976" y="1720472"/>
                </a:lnTo>
                <a:lnTo>
                  <a:pt x="350025" y="1762716"/>
                </a:lnTo>
                <a:lnTo>
                  <a:pt x="357073" y="1804968"/>
                </a:lnTo>
                <a:lnTo>
                  <a:pt x="364112" y="1847212"/>
                </a:lnTo>
                <a:lnTo>
                  <a:pt x="371161" y="1889455"/>
                </a:lnTo>
                <a:lnTo>
                  <a:pt x="378209" y="1931708"/>
                </a:lnTo>
                <a:lnTo>
                  <a:pt x="385258" y="1973951"/>
                </a:lnTo>
                <a:lnTo>
                  <a:pt x="392306" y="2016195"/>
                </a:lnTo>
                <a:lnTo>
                  <a:pt x="399355" y="2058448"/>
                </a:lnTo>
                <a:lnTo>
                  <a:pt x="406403" y="2100691"/>
                </a:lnTo>
                <a:lnTo>
                  <a:pt x="413452" y="2142935"/>
                </a:lnTo>
                <a:lnTo>
                  <a:pt x="420329" y="2185216"/>
                </a:lnTo>
                <a:lnTo>
                  <a:pt x="427149" y="2227497"/>
                </a:lnTo>
                <a:lnTo>
                  <a:pt x="433797" y="2269808"/>
                </a:lnTo>
                <a:lnTo>
                  <a:pt x="440426" y="2312127"/>
                </a:lnTo>
                <a:lnTo>
                  <a:pt x="447056" y="2354437"/>
                </a:lnTo>
                <a:lnTo>
                  <a:pt x="453685" y="2396747"/>
                </a:lnTo>
                <a:lnTo>
                  <a:pt x="460324" y="2439067"/>
                </a:lnTo>
                <a:lnTo>
                  <a:pt x="466954" y="2481377"/>
                </a:lnTo>
                <a:lnTo>
                  <a:pt x="473583" y="2523696"/>
                </a:lnTo>
                <a:lnTo>
                  <a:pt x="480212" y="2566006"/>
                </a:lnTo>
                <a:lnTo>
                  <a:pt x="486842" y="2608316"/>
                </a:lnTo>
                <a:lnTo>
                  <a:pt x="493481" y="2650636"/>
                </a:lnTo>
                <a:lnTo>
                  <a:pt x="500110" y="2692946"/>
                </a:lnTo>
                <a:lnTo>
                  <a:pt x="506740" y="2735266"/>
                </a:lnTo>
                <a:lnTo>
                  <a:pt x="513369" y="2777576"/>
                </a:lnTo>
                <a:lnTo>
                  <a:pt x="520008" y="2819886"/>
                </a:lnTo>
                <a:lnTo>
                  <a:pt x="526637" y="2862205"/>
                </a:lnTo>
                <a:lnTo>
                  <a:pt x="533181" y="2904534"/>
                </a:lnTo>
                <a:lnTo>
                  <a:pt x="539648" y="2946873"/>
                </a:lnTo>
                <a:lnTo>
                  <a:pt x="503663" y="2952750"/>
                </a:lnTo>
                <a:lnTo>
                  <a:pt x="460829" y="2952750"/>
                </a:lnTo>
                <a:lnTo>
                  <a:pt x="418005" y="2952750"/>
                </a:lnTo>
                <a:lnTo>
                  <a:pt x="375171" y="2952750"/>
                </a:lnTo>
                <a:lnTo>
                  <a:pt x="332337" y="2952750"/>
                </a:lnTo>
                <a:lnTo>
                  <a:pt x="289512" y="2952750"/>
                </a:lnTo>
                <a:lnTo>
                  <a:pt x="246678" y="2952750"/>
                </a:lnTo>
                <a:lnTo>
                  <a:pt x="225533" y="2962075"/>
                </a:lnTo>
                <a:lnTo>
                  <a:pt x="254994" y="2993155"/>
                </a:lnTo>
                <a:lnTo>
                  <a:pt x="284464" y="3024245"/>
                </a:lnTo>
                <a:lnTo>
                  <a:pt x="313925" y="3055325"/>
                </a:lnTo>
                <a:lnTo>
                  <a:pt x="343395" y="3086414"/>
                </a:lnTo>
                <a:lnTo>
                  <a:pt x="372856" y="3117494"/>
                </a:lnTo>
                <a:lnTo>
                  <a:pt x="402326" y="3148574"/>
                </a:lnTo>
                <a:lnTo>
                  <a:pt x="431787" y="3179664"/>
                </a:lnTo>
                <a:lnTo>
                  <a:pt x="461258" y="3210744"/>
                </a:lnTo>
                <a:lnTo>
                  <a:pt x="490718" y="3241834"/>
                </a:lnTo>
                <a:lnTo>
                  <a:pt x="520189" y="3272914"/>
                </a:lnTo>
                <a:lnTo>
                  <a:pt x="549650" y="3304003"/>
                </a:lnTo>
                <a:lnTo>
                  <a:pt x="579110" y="3335084"/>
                </a:lnTo>
                <a:lnTo>
                  <a:pt x="608581" y="3366173"/>
                </a:lnTo>
                <a:lnTo>
                  <a:pt x="638042" y="3397253"/>
                </a:lnTo>
                <a:lnTo>
                  <a:pt x="667512" y="3428333"/>
                </a:lnTo>
                <a:lnTo>
                  <a:pt x="696973" y="3459423"/>
                </a:lnTo>
                <a:lnTo>
                  <a:pt x="726443" y="3490503"/>
                </a:lnTo>
                <a:lnTo>
                  <a:pt x="755904" y="3521593"/>
                </a:lnTo>
                <a:lnTo>
                  <a:pt x="785374" y="3552673"/>
                </a:lnTo>
                <a:lnTo>
                  <a:pt x="814835" y="3583762"/>
                </a:lnTo>
                <a:lnTo>
                  <a:pt x="844306" y="3614842"/>
                </a:lnTo>
                <a:lnTo>
                  <a:pt x="873766" y="3631168"/>
                </a:lnTo>
                <a:lnTo>
                  <a:pt x="903237" y="3600088"/>
                </a:lnTo>
                <a:lnTo>
                  <a:pt x="932698" y="3568998"/>
                </a:lnTo>
                <a:lnTo>
                  <a:pt x="962168" y="3537918"/>
                </a:lnTo>
                <a:lnTo>
                  <a:pt x="991629" y="3506838"/>
                </a:lnTo>
                <a:lnTo>
                  <a:pt x="1021099" y="3475749"/>
                </a:lnTo>
                <a:lnTo>
                  <a:pt x="1050560" y="3444669"/>
                </a:lnTo>
                <a:lnTo>
                  <a:pt x="1080030" y="3413579"/>
                </a:lnTo>
                <a:lnTo>
                  <a:pt x="1109491" y="3382499"/>
                </a:lnTo>
                <a:lnTo>
                  <a:pt x="1138961" y="3351409"/>
                </a:lnTo>
                <a:lnTo>
                  <a:pt x="1168422" y="3320329"/>
                </a:lnTo>
                <a:lnTo>
                  <a:pt x="1197893" y="3289240"/>
                </a:lnTo>
                <a:lnTo>
                  <a:pt x="1227353" y="3258160"/>
                </a:lnTo>
                <a:lnTo>
                  <a:pt x="1256814" y="3227080"/>
                </a:lnTo>
                <a:lnTo>
                  <a:pt x="1286285" y="3195990"/>
                </a:lnTo>
                <a:lnTo>
                  <a:pt x="1315745" y="3164910"/>
                </a:lnTo>
                <a:lnTo>
                  <a:pt x="1345216" y="3133820"/>
                </a:lnTo>
                <a:lnTo>
                  <a:pt x="1374677" y="3102740"/>
                </a:lnTo>
                <a:lnTo>
                  <a:pt x="1404147" y="3071651"/>
                </a:lnTo>
                <a:lnTo>
                  <a:pt x="1433608" y="3040571"/>
                </a:lnTo>
                <a:lnTo>
                  <a:pt x="1463078" y="3009481"/>
                </a:lnTo>
                <a:lnTo>
                  <a:pt x="1492539" y="2978401"/>
                </a:lnTo>
                <a:lnTo>
                  <a:pt x="1509370" y="2952750"/>
                </a:lnTo>
                <a:lnTo>
                  <a:pt x="1466536" y="2952750"/>
                </a:lnTo>
                <a:lnTo>
                  <a:pt x="1423711" y="2952750"/>
                </a:lnTo>
                <a:lnTo>
                  <a:pt x="1380877" y="2952750"/>
                </a:lnTo>
                <a:lnTo>
                  <a:pt x="1338043" y="2952750"/>
                </a:lnTo>
                <a:lnTo>
                  <a:pt x="1295219" y="2952750"/>
                </a:lnTo>
                <a:lnTo>
                  <a:pt x="1252385" y="2952750"/>
                </a:lnTo>
                <a:lnTo>
                  <a:pt x="1209561" y="2952750"/>
                </a:lnTo>
                <a:lnTo>
                  <a:pt x="1196978" y="2926775"/>
                </a:lnTo>
                <a:lnTo>
                  <a:pt x="1203436" y="2884427"/>
                </a:lnTo>
                <a:lnTo>
                  <a:pt x="1210066" y="2842117"/>
                </a:lnTo>
                <a:lnTo>
                  <a:pt x="1216695" y="2799798"/>
                </a:lnTo>
                <a:lnTo>
                  <a:pt x="1223324" y="2757488"/>
                </a:lnTo>
                <a:lnTo>
                  <a:pt x="1229954" y="2715177"/>
                </a:lnTo>
                <a:lnTo>
                  <a:pt x="1236593" y="2672858"/>
                </a:lnTo>
                <a:lnTo>
                  <a:pt x="1243222" y="2630548"/>
                </a:lnTo>
                <a:lnTo>
                  <a:pt x="1249851" y="2588228"/>
                </a:lnTo>
                <a:lnTo>
                  <a:pt x="1256481" y="2545918"/>
                </a:lnTo>
                <a:lnTo>
                  <a:pt x="1263120" y="2503608"/>
                </a:lnTo>
                <a:lnTo>
                  <a:pt x="1269749" y="2461289"/>
                </a:lnTo>
                <a:lnTo>
                  <a:pt x="1276379" y="2418979"/>
                </a:lnTo>
                <a:lnTo>
                  <a:pt x="1283008" y="2376659"/>
                </a:lnTo>
                <a:lnTo>
                  <a:pt x="1289637" y="2334349"/>
                </a:lnTo>
                <a:lnTo>
                  <a:pt x="1296276" y="2292039"/>
                </a:lnTo>
                <a:lnTo>
                  <a:pt x="1302906" y="2249719"/>
                </a:lnTo>
                <a:lnTo>
                  <a:pt x="1309640" y="2207428"/>
                </a:lnTo>
                <a:lnTo>
                  <a:pt x="1316460" y="2165137"/>
                </a:lnTo>
                <a:lnTo>
                  <a:pt x="1323451" y="2122884"/>
                </a:lnTo>
                <a:lnTo>
                  <a:pt x="1330500" y="2080641"/>
                </a:lnTo>
                <a:lnTo>
                  <a:pt x="1337539" y="2038388"/>
                </a:lnTo>
                <a:lnTo>
                  <a:pt x="1344587" y="1996145"/>
                </a:lnTo>
                <a:lnTo>
                  <a:pt x="1351636" y="1953901"/>
                </a:lnTo>
                <a:lnTo>
                  <a:pt x="1358684" y="1911648"/>
                </a:lnTo>
                <a:lnTo>
                  <a:pt x="1365733" y="1869405"/>
                </a:lnTo>
                <a:lnTo>
                  <a:pt x="1372781" y="1827162"/>
                </a:lnTo>
                <a:lnTo>
                  <a:pt x="1379830" y="1784909"/>
                </a:lnTo>
                <a:lnTo>
                  <a:pt x="1386878" y="1742665"/>
                </a:lnTo>
                <a:lnTo>
                  <a:pt x="1393917" y="1700413"/>
                </a:lnTo>
                <a:lnTo>
                  <a:pt x="1400966" y="1658169"/>
                </a:lnTo>
                <a:lnTo>
                  <a:pt x="1408014" y="1615926"/>
                </a:lnTo>
                <a:lnTo>
                  <a:pt x="1415063" y="1573673"/>
                </a:lnTo>
                <a:lnTo>
                  <a:pt x="1422111" y="1531430"/>
                </a:lnTo>
                <a:lnTo>
                  <a:pt x="1429255" y="1489196"/>
                </a:lnTo>
                <a:lnTo>
                  <a:pt x="1436580" y="1447000"/>
                </a:lnTo>
                <a:lnTo>
                  <a:pt x="1444133" y="1404842"/>
                </a:lnTo>
                <a:lnTo>
                  <a:pt x="1451867" y="1362713"/>
                </a:lnTo>
                <a:lnTo>
                  <a:pt x="1459611" y="1320594"/>
                </a:lnTo>
                <a:lnTo>
                  <a:pt x="1467355" y="1278465"/>
                </a:lnTo>
                <a:lnTo>
                  <a:pt x="1475099" y="1236345"/>
                </a:lnTo>
                <a:lnTo>
                  <a:pt x="1482833" y="1194216"/>
                </a:lnTo>
                <a:lnTo>
                  <a:pt x="1490577" y="1152087"/>
                </a:lnTo>
                <a:lnTo>
                  <a:pt x="1498321" y="1109967"/>
                </a:lnTo>
                <a:lnTo>
                  <a:pt x="1506055" y="1067838"/>
                </a:lnTo>
                <a:lnTo>
                  <a:pt x="1513799" y="1025719"/>
                </a:lnTo>
                <a:lnTo>
                  <a:pt x="1521543" y="983590"/>
                </a:lnTo>
                <a:lnTo>
                  <a:pt x="1529286" y="941470"/>
                </a:lnTo>
                <a:lnTo>
                  <a:pt x="1537021" y="899341"/>
                </a:lnTo>
                <a:lnTo>
                  <a:pt x="1544765" y="857212"/>
                </a:lnTo>
                <a:lnTo>
                  <a:pt x="1552508" y="815092"/>
                </a:lnTo>
                <a:lnTo>
                  <a:pt x="1560281" y="772973"/>
                </a:lnTo>
                <a:lnTo>
                  <a:pt x="1568577" y="730949"/>
                </a:lnTo>
                <a:lnTo>
                  <a:pt x="1577321" y="689029"/>
                </a:lnTo>
                <a:lnTo>
                  <a:pt x="1587456" y="647424"/>
                </a:lnTo>
                <a:lnTo>
                  <a:pt x="1597600" y="605809"/>
                </a:lnTo>
                <a:lnTo>
                  <a:pt x="1607734" y="564194"/>
                </a:lnTo>
                <a:lnTo>
                  <a:pt x="1617869" y="522580"/>
                </a:lnTo>
                <a:lnTo>
                  <a:pt x="1628003" y="480965"/>
                </a:lnTo>
                <a:lnTo>
                  <a:pt x="1638138" y="439350"/>
                </a:lnTo>
                <a:lnTo>
                  <a:pt x="1648273" y="397735"/>
                </a:lnTo>
                <a:lnTo>
                  <a:pt x="1658407" y="356121"/>
                </a:lnTo>
                <a:lnTo>
                  <a:pt x="1668542" y="314506"/>
                </a:lnTo>
                <a:lnTo>
                  <a:pt x="1678686" y="272891"/>
                </a:lnTo>
                <a:lnTo>
                  <a:pt x="1688821" y="231277"/>
                </a:lnTo>
                <a:lnTo>
                  <a:pt x="1698955" y="189671"/>
                </a:lnTo>
                <a:lnTo>
                  <a:pt x="1709090" y="148057"/>
                </a:lnTo>
                <a:lnTo>
                  <a:pt x="1719224" y="106442"/>
                </a:lnTo>
                <a:lnTo>
                  <a:pt x="1729359" y="64827"/>
                </a:lnTo>
                <a:lnTo>
                  <a:pt x="1733550" y="22498"/>
                </a:lnTo>
                <a:lnTo>
                  <a:pt x="1713214" y="0"/>
                </a:lnTo>
                <a:lnTo>
                  <a:pt x="1670390" y="0"/>
                </a:lnTo>
                <a:lnTo>
                  <a:pt x="1627556" y="0"/>
                </a:lnTo>
                <a:lnTo>
                  <a:pt x="1584722" y="0"/>
                </a:lnTo>
                <a:lnTo>
                  <a:pt x="1541897" y="0"/>
                </a:lnTo>
                <a:lnTo>
                  <a:pt x="1499064" y="0"/>
                </a:lnTo>
                <a:lnTo>
                  <a:pt x="1456230" y="0"/>
                </a:lnTo>
                <a:lnTo>
                  <a:pt x="1413405" y="0"/>
                </a:lnTo>
                <a:lnTo>
                  <a:pt x="1370571" y="0"/>
                </a:lnTo>
                <a:lnTo>
                  <a:pt x="1327747" y="0"/>
                </a:lnTo>
                <a:lnTo>
                  <a:pt x="1284913" y="0"/>
                </a:lnTo>
                <a:lnTo>
                  <a:pt x="1242079" y="0"/>
                </a:lnTo>
                <a:lnTo>
                  <a:pt x="1199255" y="0"/>
                </a:lnTo>
                <a:lnTo>
                  <a:pt x="1156421" y="0"/>
                </a:lnTo>
                <a:lnTo>
                  <a:pt x="1113587" y="0"/>
                </a:lnTo>
                <a:lnTo>
                  <a:pt x="1070762" y="0"/>
                </a:lnTo>
                <a:lnTo>
                  <a:pt x="1027928" y="0"/>
                </a:lnTo>
                <a:lnTo>
                  <a:pt x="985104" y="0"/>
                </a:lnTo>
                <a:lnTo>
                  <a:pt x="942270" y="0"/>
                </a:lnTo>
                <a:lnTo>
                  <a:pt x="899436" y="0"/>
                </a:lnTo>
                <a:lnTo>
                  <a:pt x="856612" y="0"/>
                </a:lnTo>
                <a:lnTo>
                  <a:pt x="813778" y="0"/>
                </a:lnTo>
                <a:lnTo>
                  <a:pt x="770944" y="0"/>
                </a:lnTo>
                <a:lnTo>
                  <a:pt x="728120" y="0"/>
                </a:lnTo>
                <a:lnTo>
                  <a:pt x="685286" y="0"/>
                </a:lnTo>
                <a:lnTo>
                  <a:pt x="642452" y="0"/>
                </a:lnTo>
                <a:lnTo>
                  <a:pt x="599627" y="0"/>
                </a:lnTo>
                <a:lnTo>
                  <a:pt x="556793" y="0"/>
                </a:lnTo>
                <a:lnTo>
                  <a:pt x="513969" y="0"/>
                </a:lnTo>
                <a:lnTo>
                  <a:pt x="471135" y="0"/>
                </a:lnTo>
                <a:lnTo>
                  <a:pt x="428301" y="0"/>
                </a:lnTo>
                <a:lnTo>
                  <a:pt x="385477" y="0"/>
                </a:lnTo>
                <a:lnTo>
                  <a:pt x="342643" y="0"/>
                </a:lnTo>
                <a:lnTo>
                  <a:pt x="299809" y="0"/>
                </a:lnTo>
                <a:lnTo>
                  <a:pt x="256985" y="0"/>
                </a:lnTo>
                <a:lnTo>
                  <a:pt x="214151" y="0"/>
                </a:lnTo>
                <a:lnTo>
                  <a:pt x="171326" y="0"/>
                </a:lnTo>
                <a:lnTo>
                  <a:pt x="128492" y="0"/>
                </a:lnTo>
                <a:lnTo>
                  <a:pt x="85658" y="0"/>
                </a:lnTo>
                <a:lnTo>
                  <a:pt x="42834" y="0"/>
                </a:lnTo>
                <a:lnTo>
                  <a:pt x="0" y="0"/>
                </a:lnTo>
                <a:close/>
              </a:path>
            </a:pathLst>
          </a:custGeom>
          <a:gradFill xmlns:a="http://schemas.openxmlformats.org/drawingml/2006/main">
            <a:gsLst>
              <a:gs pos="0">
                <a:srgbClr val="000000"/>
              </a:gs>
              <a:gs pos="42">
                <a:srgbClr val="B8D8F2">
                  <a:alpha val="16000"/>
                </a:srgbClr>
              </a:gs>
              <a:gs pos="76">
                <a:srgbClr val="8FC4EE">
                  <a:alpha val="32000"/>
                </a:srgbClr>
              </a:gs>
              <a:gs pos="100">
                <a:srgbClr val="72B3E8">
                  <a:alpha val="52000"/>
                </a:srgbClr>
              </a:gs>
            </a:gsLst>
            <a:lin ang="10800000"/>
          </a:gradFill>
          <a:ln xmlns:a="http://schemas.openxmlformats.org/drawingml/2006/main" w="9525">
            <a:noFill/>
            <a:prstDash val="solid"/>
          </a:ln>
        </p:spPr>
      </p:sp>
      <p:sp>
        <p:nvSpPr>
          <p:cNvPr id="56" name="phase-label-0">
            <a:extLst xmlns:a="http://schemas.openxmlformats.org/drawingml/2006/main">
              <a:ext uri="{FF2B5EF4-FFF2-40B4-BE49-F238E27FC236}">
                <a16:creationId xmlns:a16="http://schemas.microsoft.com/office/drawing/2014/main" id="{01A7DD2C-D9FB-42C8-9345-6772F792B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1638300"/>
            <a:ext cx="228600" cy="15658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阶段一</a:t>
            </a:r>
          </a:p>
        </p:txBody>
      </p:sp>
      <p:sp>
        <p:nvSpPr>
          <p:cNvPr id="57" name="phase-label-1">
            <a:extLst xmlns:a="http://schemas.openxmlformats.org/drawingml/2006/main">
              <a:ext uri="{FF2B5EF4-FFF2-40B4-BE49-F238E27FC236}">
                <a16:creationId xmlns:a16="http://schemas.microsoft.com/office/drawing/2014/main" id="{AA275F3A-6B5D-4D28-9497-AACAB8792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3204124"/>
            <a:ext cx="228600" cy="14553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阶段二</a:t>
            </a:r>
          </a:p>
        </p:txBody>
      </p:sp>
      <p:sp>
        <p:nvSpPr>
          <p:cNvPr id="58" name="phase-label-2">
            <a:extLst xmlns:a="http://schemas.openxmlformats.org/drawingml/2006/main">
              <a:ext uri="{FF2B5EF4-FFF2-40B4-BE49-F238E27FC236}">
                <a16:creationId xmlns:a16="http://schemas.microsoft.com/office/drawing/2014/main" id="{66E1BA6F-DBA3-47BD-BF07-E5FD24E64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4659516"/>
            <a:ext cx="228600" cy="155064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阶段三</a:t>
            </a:r>
          </a:p>
        </p:txBody>
      </p:sp>
      <p:sp>
        <p:nvSpPr>
          <p:cNvPr id="59" name="funnel-step-title-0">
            <a:extLst xmlns:a="http://schemas.openxmlformats.org/drawingml/2006/main">
              <a:ext uri="{FF2B5EF4-FFF2-40B4-BE49-F238E27FC236}">
                <a16:creationId xmlns:a16="http://schemas.microsoft.com/office/drawing/2014/main" id="{03B91454-AEB9-4858-AA3C-0D33C7918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357343" y="2702128"/>
            <a:ext cx="2524573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3600"/>
              </a:lnSpc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广泛触达</a:t>
            </a:r>
          </a:p>
        </p:txBody>
      </p:sp>
      <p:sp>
        <p:nvSpPr>
          <p:cNvPr id="60" name="funnel-step-title-1">
            <a:extLst xmlns:a="http://schemas.openxmlformats.org/drawingml/2006/main">
              <a:ext uri="{FF2B5EF4-FFF2-40B4-BE49-F238E27FC236}">
                <a16:creationId xmlns:a16="http://schemas.microsoft.com/office/drawing/2014/main" id="{47367F39-BF6A-4CDC-BECE-29B7C6C10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608632" y="3429895"/>
            <a:ext cx="2021977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3600"/>
              </a:lnSpc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兴趣识别</a:t>
            </a:r>
          </a:p>
        </p:txBody>
      </p:sp>
      <p:sp>
        <p:nvSpPr>
          <p:cNvPr id="61" name="funnel-step-title-2">
            <a:extLst xmlns:a="http://schemas.openxmlformats.org/drawingml/2006/main">
              <a:ext uri="{FF2B5EF4-FFF2-40B4-BE49-F238E27FC236}">
                <a16:creationId xmlns:a16="http://schemas.microsoft.com/office/drawing/2014/main" id="{6566CA4A-5C8F-4ADC-BCA8-A2397749E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837232" y="4157663"/>
            <a:ext cx="1564777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3600"/>
              </a:lnSpc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意向培育</a:t>
            </a:r>
          </a:p>
        </p:txBody>
      </p:sp>
      <p:sp>
        <p:nvSpPr>
          <p:cNvPr id="62" name="funnel-step-title-3">
            <a:extLst xmlns:a="http://schemas.openxmlformats.org/drawingml/2006/main">
              <a:ext uri="{FF2B5EF4-FFF2-40B4-BE49-F238E27FC236}">
                <a16:creationId xmlns:a16="http://schemas.microsoft.com/office/drawing/2014/main" id="{76132492-C16F-4AB5-AFAB-F3CF1CFDD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52221" y="4885287"/>
            <a:ext cx="1134818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3600"/>
              </a:lnSpc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行动转化</a:t>
            </a:r>
          </a:p>
        </p:txBody>
      </p:sp>
      <p:sp>
        <p:nvSpPr>
          <p:cNvPr id="63" name="funnel-step-title-4">
            <a:extLst xmlns:a="http://schemas.openxmlformats.org/drawingml/2006/main">
              <a:ext uri="{FF2B5EF4-FFF2-40B4-BE49-F238E27FC236}">
                <a16:creationId xmlns:a16="http://schemas.microsoft.com/office/drawing/2014/main" id="{A4D7C9F4-F2A1-440B-84D1-0A8B13B3D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200525" y="5613054"/>
            <a:ext cx="8382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持续留存</a:t>
            </a:r>
          </a:p>
        </p:txBody>
      </p:sp>
      <p:sp>
        <p:nvSpPr>
          <p:cNvPr id="64" name="input-core-0">
            <a:extLst xmlns:a="http://schemas.openxmlformats.org/drawingml/2006/main">
              <a:ext uri="{FF2B5EF4-FFF2-40B4-BE49-F238E27FC236}">
                <a16:creationId xmlns:a16="http://schemas.microsoft.com/office/drawing/2014/main" id="{5E5D25A9-95E7-4148-AF8A-793A6D642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890838" y="194310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23"/>
          <a:fontRef xmlns:a="http://schemas.openxmlformats.org/drawingml/2006/main" idx="major"/>
        </p:style>
      </p:sp>
      <p:pic>
        <p:nvPicPr>
          <p:cNvPr id="14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fa3d0b36478414c">
            <a:extLst>
              <a:ext uri="{96DAC541-7B7A-43D3-8B79-37D633B846F1}">
                <asvg:svgBlip xmlns:asvg="http://schemas.microsoft.com/office/drawing/2016/SVG/main" r:embed="R81362544f8174e0b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2986088" y="2038350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66" name="input-core-1">
            <a:extLst xmlns:a="http://schemas.openxmlformats.org/drawingml/2006/main">
              <a:ext uri="{FF2B5EF4-FFF2-40B4-BE49-F238E27FC236}">
                <a16:creationId xmlns:a16="http://schemas.microsoft.com/office/drawing/2014/main" id="{27670509-05F1-4534-ACFB-FFD6D6B08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419475" y="1781175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23"/>
          <a:fontRef xmlns:a="http://schemas.openxmlformats.org/drawingml/2006/main" idx="major"/>
        </p:style>
      </p:sp>
      <p:pic>
        <p:nvPicPr>
          <p:cNvPr id="14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4eaa499d6e04be6">
            <a:extLst>
              <a:ext uri="{96DAC541-7B7A-43D3-8B79-37D633B846F1}">
                <asvg:svgBlip xmlns:asvg="http://schemas.microsoft.com/office/drawing/2016/SVG/main" r:embed="R97b9c42a8e924be0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3514725" y="1876425"/>
            <a:ext cx="209550" cy="209550"/>
          </a:xfrm>
          <a:prstGeom xmlns:a="http://schemas.openxmlformats.org/drawingml/2006/main" prst="rect">
            <a:avLst/>
          </a:prstGeom>
        </p:spPr>
      </p:pic>
      <p:sp>
        <p:nvSpPr>
          <p:cNvPr id="68" name="input-core-2">
            <a:extLst xmlns:a="http://schemas.openxmlformats.org/drawingml/2006/main">
              <a:ext uri="{FF2B5EF4-FFF2-40B4-BE49-F238E27FC236}">
                <a16:creationId xmlns:a16="http://schemas.microsoft.com/office/drawing/2014/main" id="{A7E19D0C-A726-4DA3-ACF8-5AE4893FE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890963" y="163830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23"/>
          <a:fontRef xmlns:a="http://schemas.openxmlformats.org/drawingml/2006/main" idx="major"/>
        </p:style>
      </p:sp>
      <p:pic>
        <p:nvPicPr>
          <p:cNvPr id="14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1710b687ab64f20">
            <a:extLst>
              <a:ext uri="{96DAC541-7B7A-43D3-8B79-37D633B846F1}">
                <asvg:svgBlip xmlns:asvg="http://schemas.microsoft.com/office/drawing/2016/SVG/main" r:embed="R3d352faba1024c20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3986213" y="1733550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70" name="input-core-3">
            <a:extLst xmlns:a="http://schemas.openxmlformats.org/drawingml/2006/main">
              <a:ext uri="{FF2B5EF4-FFF2-40B4-BE49-F238E27FC236}">
                <a16:creationId xmlns:a16="http://schemas.microsoft.com/office/drawing/2014/main" id="{B757D0A0-AEF6-4E20-92EF-BB0C17346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419600" y="1628775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23"/>
          <a:fontRef xmlns:a="http://schemas.openxmlformats.org/drawingml/2006/main" idx="major"/>
        </p:style>
      </p:sp>
      <p:pic>
        <p:nvPicPr>
          <p:cNvPr id="14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cc47b80a24b408e">
            <a:extLst>
              <a:ext uri="{96DAC541-7B7A-43D3-8B79-37D633B846F1}">
                <asvg:svgBlip xmlns:asvg="http://schemas.microsoft.com/office/drawing/2016/SVG/main" r:embed="R876c3baa677541b3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4514850" y="1724025"/>
            <a:ext cx="209550" cy="209550"/>
          </a:xfrm>
          <a:prstGeom xmlns:a="http://schemas.openxmlformats.org/drawingml/2006/main" prst="rect">
            <a:avLst/>
          </a:prstGeom>
        </p:spPr>
      </p:pic>
      <p:sp>
        <p:nvSpPr>
          <p:cNvPr id="72" name="input-core-4">
            <a:extLst xmlns:a="http://schemas.openxmlformats.org/drawingml/2006/main">
              <a:ext uri="{FF2B5EF4-FFF2-40B4-BE49-F238E27FC236}">
                <a16:creationId xmlns:a16="http://schemas.microsoft.com/office/drawing/2014/main" id="{DF12DF35-E2D3-4AB5-B686-F27361635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891088" y="168592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23"/>
          <a:fontRef xmlns:a="http://schemas.openxmlformats.org/drawingml/2006/main" idx="major"/>
        </p:style>
      </p:sp>
      <p:pic>
        <p:nvPicPr>
          <p:cNvPr id="15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d0039202829424d">
            <a:extLst>
              <a:ext uri="{96DAC541-7B7A-43D3-8B79-37D633B846F1}">
                <asvg:svgBlip xmlns:asvg="http://schemas.microsoft.com/office/drawing/2016/SVG/main" r:embed="R97d01b63e73f4451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4986338" y="1781175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74" name="input-core-5">
            <a:extLst xmlns:a="http://schemas.openxmlformats.org/drawingml/2006/main">
              <a:ext uri="{FF2B5EF4-FFF2-40B4-BE49-F238E27FC236}">
                <a16:creationId xmlns:a16="http://schemas.microsoft.com/office/drawing/2014/main" id="{E56C6280-6A02-413A-95BB-F309288CC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419725" y="1857375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23"/>
          <a:fontRef xmlns:a="http://schemas.openxmlformats.org/drawingml/2006/main" idx="major"/>
        </p:style>
      </p:sp>
      <p:pic>
        <p:nvPicPr>
          <p:cNvPr id="15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5dec0dc0d4c4873">
            <a:extLst>
              <a:ext uri="{96DAC541-7B7A-43D3-8B79-37D633B846F1}">
                <asvg:svgBlip xmlns:asvg="http://schemas.microsoft.com/office/drawing/2016/SVG/main" r:embed="R1d7c1c17352246ab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5514975" y="1952625"/>
            <a:ext cx="209550" cy="209550"/>
          </a:xfrm>
          <a:prstGeom xmlns:a="http://schemas.openxmlformats.org/drawingml/2006/main" prst="rect">
            <a:avLst/>
          </a:prstGeom>
        </p:spPr>
      </p:pic>
      <p:sp>
        <p:nvSpPr>
          <p:cNvPr id="76" name="input-core-6">
            <a:extLst xmlns:a="http://schemas.openxmlformats.org/drawingml/2006/main">
              <a:ext uri="{FF2B5EF4-FFF2-40B4-BE49-F238E27FC236}">
                <a16:creationId xmlns:a16="http://schemas.microsoft.com/office/drawing/2014/main" id="{1353DCA6-9D94-49F0-BD11-4CE6C205B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891213" y="193357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23"/>
          <a:fontRef xmlns:a="http://schemas.openxmlformats.org/drawingml/2006/main" idx="major"/>
        </p:style>
      </p:sp>
      <p:pic>
        <p:nvPicPr>
          <p:cNvPr id="15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3dd10d4e80b4cb8">
            <a:extLst>
              <a:ext uri="{96DAC541-7B7A-43D3-8B79-37D633B846F1}">
                <asvg:svgBlip xmlns:asvg="http://schemas.microsoft.com/office/drawing/2016/SVG/main" r:embed="Rd8946a52581f4c9f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5986463" y="2028825"/>
            <a:ext cx="266700" cy="2667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5615244"/>
      </p:ext>
    </p:extLst>
  </p:cSld>
</p:sld>
</file>

<file path=ppt/slides/slide4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phase-band-0">
            <a:extLst xmlns:a="http://schemas.openxmlformats.org/drawingml/2006/main">
              <a:ext uri="{FF2B5EF4-FFF2-40B4-BE49-F238E27FC236}">
                <a16:creationId xmlns:a16="http://schemas.microsoft.com/office/drawing/2014/main" id="{E9D33B02-B07E-42ED-9643-7D0EC68F2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1638300"/>
            <a:ext cx="11144250" cy="2305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phase-band-1">
            <a:extLst xmlns:a="http://schemas.openxmlformats.org/drawingml/2006/main">
              <a:ext uri="{FF2B5EF4-FFF2-40B4-BE49-F238E27FC236}">
                <a16:creationId xmlns:a16="http://schemas.microsoft.com/office/drawing/2014/main" id="{0958E007-414A-4896-A514-42A1C921F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3943350"/>
            <a:ext cx="11144250" cy="2266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38100">
            <a:solidFill>
              <a:srgbClr val="FFFFFF"/>
            </a:solidFill>
            <a:prstDash val="solid"/>
          </a:ln>
        </p:spPr>
      </p:sp>
      <p:sp>
        <p:nvSpPr>
          <p:cNvPr id="3" name="phase-rail-0">
            <a:extLst xmlns:a="http://schemas.openxmlformats.org/drawingml/2006/main">
              <a:ext uri="{FF2B5EF4-FFF2-40B4-BE49-F238E27FC236}">
                <a16:creationId xmlns:a16="http://schemas.microsoft.com/office/drawing/2014/main" id="{C3A74F24-9C9E-464C-9C0B-06BAFEF42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1638300"/>
            <a:ext cx="514350" cy="2300954"/>
          </a:xfrm>
          <a:custGeom xmlns:a="http://schemas.openxmlformats.org/drawingml/2006/main">
            <a:pathLst>
              <a:path w="514350" h="2300954">
                <a:moveTo>
                  <a:pt x="0" y="0"/>
                </a:moveTo>
                <a:lnTo>
                  <a:pt x="22612" y="0"/>
                </a:lnTo>
                <a:lnTo>
                  <a:pt x="45225" y="0"/>
                </a:lnTo>
                <a:lnTo>
                  <a:pt x="67837" y="0"/>
                </a:lnTo>
                <a:lnTo>
                  <a:pt x="90449" y="0"/>
                </a:lnTo>
                <a:lnTo>
                  <a:pt x="113062" y="0"/>
                </a:lnTo>
                <a:lnTo>
                  <a:pt x="135674" y="0"/>
                </a:lnTo>
                <a:lnTo>
                  <a:pt x="158286" y="0"/>
                </a:lnTo>
                <a:lnTo>
                  <a:pt x="180899" y="0"/>
                </a:lnTo>
                <a:lnTo>
                  <a:pt x="203521" y="0"/>
                </a:lnTo>
                <a:lnTo>
                  <a:pt x="226133" y="0"/>
                </a:lnTo>
                <a:lnTo>
                  <a:pt x="248745" y="0"/>
                </a:lnTo>
                <a:lnTo>
                  <a:pt x="271358" y="0"/>
                </a:lnTo>
                <a:lnTo>
                  <a:pt x="293970" y="0"/>
                </a:lnTo>
                <a:lnTo>
                  <a:pt x="316582" y="0"/>
                </a:lnTo>
                <a:lnTo>
                  <a:pt x="339195" y="0"/>
                </a:lnTo>
                <a:lnTo>
                  <a:pt x="361807" y="0"/>
                </a:lnTo>
                <a:lnTo>
                  <a:pt x="384419" y="0"/>
                </a:lnTo>
                <a:lnTo>
                  <a:pt x="407032" y="0"/>
                </a:lnTo>
                <a:lnTo>
                  <a:pt x="429644" y="0"/>
                </a:lnTo>
                <a:lnTo>
                  <a:pt x="452257" y="0"/>
                </a:lnTo>
                <a:lnTo>
                  <a:pt x="474869" y="0"/>
                </a:lnTo>
                <a:lnTo>
                  <a:pt x="497481" y="0"/>
                </a:lnTo>
                <a:lnTo>
                  <a:pt x="514350" y="5744"/>
                </a:lnTo>
                <a:lnTo>
                  <a:pt x="514350" y="28356"/>
                </a:lnTo>
                <a:lnTo>
                  <a:pt x="514350" y="50968"/>
                </a:lnTo>
                <a:lnTo>
                  <a:pt x="514350" y="73581"/>
                </a:lnTo>
                <a:lnTo>
                  <a:pt x="514350" y="96203"/>
                </a:lnTo>
                <a:lnTo>
                  <a:pt x="514350" y="118815"/>
                </a:lnTo>
                <a:lnTo>
                  <a:pt x="514350" y="141427"/>
                </a:lnTo>
                <a:lnTo>
                  <a:pt x="514350" y="164040"/>
                </a:lnTo>
                <a:lnTo>
                  <a:pt x="514350" y="186652"/>
                </a:lnTo>
                <a:lnTo>
                  <a:pt x="514350" y="209264"/>
                </a:lnTo>
                <a:lnTo>
                  <a:pt x="514350" y="231877"/>
                </a:lnTo>
                <a:lnTo>
                  <a:pt x="514350" y="254489"/>
                </a:lnTo>
                <a:lnTo>
                  <a:pt x="514350" y="277101"/>
                </a:lnTo>
                <a:lnTo>
                  <a:pt x="514350" y="299714"/>
                </a:lnTo>
                <a:lnTo>
                  <a:pt x="514350" y="322326"/>
                </a:lnTo>
                <a:lnTo>
                  <a:pt x="514350" y="344938"/>
                </a:lnTo>
                <a:lnTo>
                  <a:pt x="514350" y="367551"/>
                </a:lnTo>
                <a:lnTo>
                  <a:pt x="514350" y="390163"/>
                </a:lnTo>
                <a:lnTo>
                  <a:pt x="514350" y="412775"/>
                </a:lnTo>
                <a:lnTo>
                  <a:pt x="514350" y="435388"/>
                </a:lnTo>
                <a:lnTo>
                  <a:pt x="514350" y="458000"/>
                </a:lnTo>
                <a:lnTo>
                  <a:pt x="514350" y="480622"/>
                </a:lnTo>
                <a:lnTo>
                  <a:pt x="514350" y="503234"/>
                </a:lnTo>
                <a:lnTo>
                  <a:pt x="514350" y="525847"/>
                </a:lnTo>
                <a:lnTo>
                  <a:pt x="514350" y="548459"/>
                </a:lnTo>
                <a:lnTo>
                  <a:pt x="514350" y="571071"/>
                </a:lnTo>
                <a:lnTo>
                  <a:pt x="514350" y="593684"/>
                </a:lnTo>
                <a:lnTo>
                  <a:pt x="514350" y="616296"/>
                </a:lnTo>
                <a:lnTo>
                  <a:pt x="514350" y="638908"/>
                </a:lnTo>
                <a:lnTo>
                  <a:pt x="514350" y="661521"/>
                </a:lnTo>
                <a:lnTo>
                  <a:pt x="514350" y="684133"/>
                </a:lnTo>
                <a:lnTo>
                  <a:pt x="514350" y="706745"/>
                </a:lnTo>
                <a:lnTo>
                  <a:pt x="514350" y="729358"/>
                </a:lnTo>
                <a:lnTo>
                  <a:pt x="514350" y="751970"/>
                </a:lnTo>
                <a:lnTo>
                  <a:pt x="514350" y="774583"/>
                </a:lnTo>
                <a:lnTo>
                  <a:pt x="514350" y="797195"/>
                </a:lnTo>
                <a:lnTo>
                  <a:pt x="514350" y="819807"/>
                </a:lnTo>
                <a:lnTo>
                  <a:pt x="514350" y="842420"/>
                </a:lnTo>
                <a:lnTo>
                  <a:pt x="514350" y="865041"/>
                </a:lnTo>
                <a:lnTo>
                  <a:pt x="514350" y="887654"/>
                </a:lnTo>
                <a:lnTo>
                  <a:pt x="514350" y="910266"/>
                </a:lnTo>
                <a:lnTo>
                  <a:pt x="514350" y="932879"/>
                </a:lnTo>
                <a:lnTo>
                  <a:pt x="514350" y="955491"/>
                </a:lnTo>
                <a:lnTo>
                  <a:pt x="514350" y="978103"/>
                </a:lnTo>
                <a:lnTo>
                  <a:pt x="514350" y="1000716"/>
                </a:lnTo>
                <a:lnTo>
                  <a:pt x="514350" y="1023328"/>
                </a:lnTo>
                <a:lnTo>
                  <a:pt x="514350" y="1045940"/>
                </a:lnTo>
                <a:lnTo>
                  <a:pt x="514350" y="1068553"/>
                </a:lnTo>
                <a:lnTo>
                  <a:pt x="514350" y="1091165"/>
                </a:lnTo>
                <a:lnTo>
                  <a:pt x="514350" y="1113777"/>
                </a:lnTo>
                <a:lnTo>
                  <a:pt x="514350" y="1136390"/>
                </a:lnTo>
                <a:lnTo>
                  <a:pt x="514350" y="1159002"/>
                </a:lnTo>
                <a:lnTo>
                  <a:pt x="514350" y="1181614"/>
                </a:lnTo>
                <a:lnTo>
                  <a:pt x="514350" y="1204227"/>
                </a:lnTo>
                <a:lnTo>
                  <a:pt x="514350" y="1226839"/>
                </a:lnTo>
                <a:lnTo>
                  <a:pt x="514350" y="1249451"/>
                </a:lnTo>
                <a:lnTo>
                  <a:pt x="514350" y="1272073"/>
                </a:lnTo>
                <a:lnTo>
                  <a:pt x="514350" y="1294686"/>
                </a:lnTo>
                <a:lnTo>
                  <a:pt x="514350" y="1317298"/>
                </a:lnTo>
                <a:lnTo>
                  <a:pt x="514350" y="1339910"/>
                </a:lnTo>
                <a:lnTo>
                  <a:pt x="514350" y="1362523"/>
                </a:lnTo>
                <a:lnTo>
                  <a:pt x="514350" y="1385135"/>
                </a:lnTo>
                <a:lnTo>
                  <a:pt x="514350" y="1407747"/>
                </a:lnTo>
                <a:lnTo>
                  <a:pt x="514350" y="1430360"/>
                </a:lnTo>
                <a:lnTo>
                  <a:pt x="514350" y="1452972"/>
                </a:lnTo>
                <a:lnTo>
                  <a:pt x="514350" y="1475584"/>
                </a:lnTo>
                <a:lnTo>
                  <a:pt x="514350" y="1498197"/>
                </a:lnTo>
                <a:lnTo>
                  <a:pt x="514350" y="1520809"/>
                </a:lnTo>
                <a:lnTo>
                  <a:pt x="514350" y="1543421"/>
                </a:lnTo>
                <a:lnTo>
                  <a:pt x="514350" y="1566034"/>
                </a:lnTo>
                <a:lnTo>
                  <a:pt x="514350" y="1588646"/>
                </a:lnTo>
                <a:lnTo>
                  <a:pt x="514350" y="1611259"/>
                </a:lnTo>
                <a:lnTo>
                  <a:pt x="514350" y="1633871"/>
                </a:lnTo>
                <a:lnTo>
                  <a:pt x="514350" y="1656493"/>
                </a:lnTo>
                <a:lnTo>
                  <a:pt x="514350" y="1679105"/>
                </a:lnTo>
                <a:lnTo>
                  <a:pt x="514350" y="1701717"/>
                </a:lnTo>
                <a:lnTo>
                  <a:pt x="514350" y="1724330"/>
                </a:lnTo>
                <a:lnTo>
                  <a:pt x="514350" y="1746942"/>
                </a:lnTo>
                <a:lnTo>
                  <a:pt x="514350" y="1769555"/>
                </a:lnTo>
                <a:lnTo>
                  <a:pt x="514350" y="1792167"/>
                </a:lnTo>
                <a:lnTo>
                  <a:pt x="514350" y="1814779"/>
                </a:lnTo>
                <a:lnTo>
                  <a:pt x="514350" y="1837392"/>
                </a:lnTo>
                <a:lnTo>
                  <a:pt x="514350" y="1860004"/>
                </a:lnTo>
                <a:lnTo>
                  <a:pt x="514350" y="1882616"/>
                </a:lnTo>
                <a:lnTo>
                  <a:pt x="514350" y="1905229"/>
                </a:lnTo>
                <a:lnTo>
                  <a:pt x="514350" y="1927841"/>
                </a:lnTo>
                <a:lnTo>
                  <a:pt x="514350" y="1950453"/>
                </a:lnTo>
                <a:lnTo>
                  <a:pt x="514350" y="1973066"/>
                </a:lnTo>
                <a:lnTo>
                  <a:pt x="514350" y="1995678"/>
                </a:lnTo>
                <a:lnTo>
                  <a:pt x="514350" y="2018290"/>
                </a:lnTo>
                <a:lnTo>
                  <a:pt x="514350" y="2040903"/>
                </a:lnTo>
                <a:lnTo>
                  <a:pt x="514350" y="2063525"/>
                </a:lnTo>
                <a:lnTo>
                  <a:pt x="514350" y="2086137"/>
                </a:lnTo>
                <a:lnTo>
                  <a:pt x="514350" y="2108749"/>
                </a:lnTo>
                <a:lnTo>
                  <a:pt x="514350" y="2131362"/>
                </a:lnTo>
                <a:lnTo>
                  <a:pt x="514350" y="2153974"/>
                </a:lnTo>
                <a:lnTo>
                  <a:pt x="501758" y="2169176"/>
                </a:lnTo>
                <a:lnTo>
                  <a:pt x="481984" y="2180158"/>
                </a:lnTo>
                <a:lnTo>
                  <a:pt x="462220" y="2191141"/>
                </a:lnTo>
                <a:lnTo>
                  <a:pt x="442455" y="2202123"/>
                </a:lnTo>
                <a:lnTo>
                  <a:pt x="422681" y="2213096"/>
                </a:lnTo>
                <a:lnTo>
                  <a:pt x="402917" y="2224078"/>
                </a:lnTo>
                <a:lnTo>
                  <a:pt x="383153" y="2235060"/>
                </a:lnTo>
                <a:lnTo>
                  <a:pt x="363379" y="2246043"/>
                </a:lnTo>
                <a:lnTo>
                  <a:pt x="343614" y="2257025"/>
                </a:lnTo>
                <a:lnTo>
                  <a:pt x="323850" y="2268007"/>
                </a:lnTo>
                <a:lnTo>
                  <a:pt x="304086" y="2278990"/>
                </a:lnTo>
                <a:lnTo>
                  <a:pt x="284312" y="2289972"/>
                </a:lnTo>
                <a:lnTo>
                  <a:pt x="264547" y="2300954"/>
                </a:lnTo>
                <a:lnTo>
                  <a:pt x="244783" y="2298163"/>
                </a:lnTo>
                <a:lnTo>
                  <a:pt x="225009" y="2287181"/>
                </a:lnTo>
                <a:lnTo>
                  <a:pt x="205245" y="2276199"/>
                </a:lnTo>
                <a:lnTo>
                  <a:pt x="185480" y="2265216"/>
                </a:lnTo>
                <a:lnTo>
                  <a:pt x="165706" y="2254234"/>
                </a:lnTo>
                <a:lnTo>
                  <a:pt x="145942" y="2243252"/>
                </a:lnTo>
                <a:lnTo>
                  <a:pt x="126178" y="2232269"/>
                </a:lnTo>
                <a:lnTo>
                  <a:pt x="106413" y="2221287"/>
                </a:lnTo>
                <a:lnTo>
                  <a:pt x="86639" y="2210305"/>
                </a:lnTo>
                <a:lnTo>
                  <a:pt x="66875" y="2199332"/>
                </a:lnTo>
                <a:lnTo>
                  <a:pt x="47111" y="2188350"/>
                </a:lnTo>
                <a:lnTo>
                  <a:pt x="27337" y="2177367"/>
                </a:lnTo>
                <a:lnTo>
                  <a:pt x="7572" y="2166385"/>
                </a:lnTo>
                <a:lnTo>
                  <a:pt x="0" y="2148221"/>
                </a:lnTo>
                <a:lnTo>
                  <a:pt x="0" y="2125609"/>
                </a:lnTo>
                <a:lnTo>
                  <a:pt x="0" y="2102996"/>
                </a:lnTo>
                <a:lnTo>
                  <a:pt x="0" y="2080384"/>
                </a:lnTo>
                <a:lnTo>
                  <a:pt x="0" y="2057771"/>
                </a:lnTo>
                <a:lnTo>
                  <a:pt x="0" y="2035159"/>
                </a:lnTo>
                <a:lnTo>
                  <a:pt x="0" y="2012547"/>
                </a:lnTo>
                <a:lnTo>
                  <a:pt x="0" y="1989934"/>
                </a:lnTo>
                <a:lnTo>
                  <a:pt x="0" y="1967322"/>
                </a:lnTo>
                <a:lnTo>
                  <a:pt x="0" y="1944710"/>
                </a:lnTo>
                <a:lnTo>
                  <a:pt x="0" y="1922097"/>
                </a:lnTo>
                <a:lnTo>
                  <a:pt x="0" y="1899485"/>
                </a:lnTo>
                <a:lnTo>
                  <a:pt x="0" y="1876873"/>
                </a:lnTo>
                <a:lnTo>
                  <a:pt x="0" y="1854260"/>
                </a:lnTo>
                <a:lnTo>
                  <a:pt x="0" y="1831648"/>
                </a:lnTo>
                <a:lnTo>
                  <a:pt x="0" y="1809036"/>
                </a:lnTo>
                <a:lnTo>
                  <a:pt x="0" y="1786423"/>
                </a:lnTo>
                <a:lnTo>
                  <a:pt x="0" y="1763801"/>
                </a:lnTo>
                <a:lnTo>
                  <a:pt x="0" y="1741189"/>
                </a:lnTo>
                <a:lnTo>
                  <a:pt x="0" y="1718577"/>
                </a:lnTo>
                <a:lnTo>
                  <a:pt x="0" y="1695964"/>
                </a:lnTo>
                <a:lnTo>
                  <a:pt x="0" y="1673352"/>
                </a:lnTo>
                <a:lnTo>
                  <a:pt x="0" y="1650740"/>
                </a:lnTo>
                <a:lnTo>
                  <a:pt x="0" y="1628127"/>
                </a:lnTo>
                <a:lnTo>
                  <a:pt x="0" y="1605515"/>
                </a:lnTo>
                <a:lnTo>
                  <a:pt x="0" y="1582903"/>
                </a:lnTo>
                <a:lnTo>
                  <a:pt x="0" y="1560290"/>
                </a:lnTo>
                <a:lnTo>
                  <a:pt x="0" y="1537678"/>
                </a:lnTo>
                <a:lnTo>
                  <a:pt x="0" y="1515066"/>
                </a:lnTo>
                <a:lnTo>
                  <a:pt x="0" y="1492453"/>
                </a:lnTo>
                <a:lnTo>
                  <a:pt x="0" y="1469841"/>
                </a:lnTo>
                <a:lnTo>
                  <a:pt x="0" y="1447229"/>
                </a:lnTo>
                <a:lnTo>
                  <a:pt x="0" y="1424616"/>
                </a:lnTo>
                <a:lnTo>
                  <a:pt x="0" y="1402004"/>
                </a:lnTo>
                <a:lnTo>
                  <a:pt x="0" y="1379391"/>
                </a:lnTo>
                <a:lnTo>
                  <a:pt x="0" y="1356770"/>
                </a:lnTo>
                <a:lnTo>
                  <a:pt x="0" y="1334157"/>
                </a:lnTo>
                <a:lnTo>
                  <a:pt x="0" y="1311545"/>
                </a:lnTo>
                <a:lnTo>
                  <a:pt x="0" y="1288933"/>
                </a:lnTo>
                <a:lnTo>
                  <a:pt x="0" y="1266320"/>
                </a:lnTo>
                <a:lnTo>
                  <a:pt x="0" y="1243708"/>
                </a:lnTo>
                <a:lnTo>
                  <a:pt x="0" y="1221095"/>
                </a:lnTo>
                <a:lnTo>
                  <a:pt x="0" y="1198483"/>
                </a:lnTo>
                <a:lnTo>
                  <a:pt x="0" y="1175871"/>
                </a:lnTo>
                <a:lnTo>
                  <a:pt x="0" y="1153258"/>
                </a:lnTo>
                <a:lnTo>
                  <a:pt x="0" y="1130646"/>
                </a:lnTo>
                <a:lnTo>
                  <a:pt x="0" y="1108034"/>
                </a:lnTo>
                <a:lnTo>
                  <a:pt x="0" y="1085421"/>
                </a:lnTo>
                <a:lnTo>
                  <a:pt x="0" y="1062809"/>
                </a:lnTo>
                <a:lnTo>
                  <a:pt x="0" y="1040197"/>
                </a:lnTo>
                <a:lnTo>
                  <a:pt x="0" y="1017584"/>
                </a:lnTo>
                <a:lnTo>
                  <a:pt x="0" y="994972"/>
                </a:lnTo>
                <a:lnTo>
                  <a:pt x="0" y="972350"/>
                </a:lnTo>
                <a:lnTo>
                  <a:pt x="0" y="949738"/>
                </a:lnTo>
                <a:lnTo>
                  <a:pt x="0" y="927125"/>
                </a:lnTo>
                <a:lnTo>
                  <a:pt x="0" y="904513"/>
                </a:lnTo>
                <a:lnTo>
                  <a:pt x="0" y="881901"/>
                </a:lnTo>
                <a:lnTo>
                  <a:pt x="0" y="859288"/>
                </a:lnTo>
                <a:lnTo>
                  <a:pt x="0" y="836676"/>
                </a:lnTo>
                <a:lnTo>
                  <a:pt x="0" y="814064"/>
                </a:lnTo>
                <a:lnTo>
                  <a:pt x="0" y="791451"/>
                </a:lnTo>
                <a:lnTo>
                  <a:pt x="0" y="768839"/>
                </a:lnTo>
                <a:lnTo>
                  <a:pt x="0" y="746227"/>
                </a:lnTo>
                <a:lnTo>
                  <a:pt x="0" y="723614"/>
                </a:lnTo>
                <a:lnTo>
                  <a:pt x="0" y="701002"/>
                </a:lnTo>
                <a:lnTo>
                  <a:pt x="0" y="678390"/>
                </a:lnTo>
                <a:lnTo>
                  <a:pt x="0" y="655777"/>
                </a:lnTo>
                <a:lnTo>
                  <a:pt x="0" y="633165"/>
                </a:lnTo>
                <a:lnTo>
                  <a:pt x="0" y="610553"/>
                </a:lnTo>
                <a:lnTo>
                  <a:pt x="0" y="587931"/>
                </a:lnTo>
                <a:lnTo>
                  <a:pt x="0" y="565318"/>
                </a:lnTo>
                <a:lnTo>
                  <a:pt x="0" y="542706"/>
                </a:lnTo>
                <a:lnTo>
                  <a:pt x="0" y="520094"/>
                </a:lnTo>
                <a:lnTo>
                  <a:pt x="0" y="497481"/>
                </a:lnTo>
                <a:lnTo>
                  <a:pt x="0" y="474869"/>
                </a:lnTo>
                <a:lnTo>
                  <a:pt x="0" y="452257"/>
                </a:lnTo>
                <a:lnTo>
                  <a:pt x="0" y="429644"/>
                </a:lnTo>
                <a:lnTo>
                  <a:pt x="0" y="407032"/>
                </a:lnTo>
                <a:lnTo>
                  <a:pt x="0" y="384419"/>
                </a:lnTo>
                <a:lnTo>
                  <a:pt x="0" y="361807"/>
                </a:lnTo>
                <a:lnTo>
                  <a:pt x="0" y="339195"/>
                </a:lnTo>
                <a:lnTo>
                  <a:pt x="0" y="316582"/>
                </a:lnTo>
                <a:lnTo>
                  <a:pt x="0" y="293970"/>
                </a:lnTo>
                <a:lnTo>
                  <a:pt x="0" y="271358"/>
                </a:lnTo>
                <a:lnTo>
                  <a:pt x="0" y="248745"/>
                </a:lnTo>
                <a:lnTo>
                  <a:pt x="0" y="226133"/>
                </a:lnTo>
                <a:lnTo>
                  <a:pt x="0" y="203521"/>
                </a:lnTo>
                <a:lnTo>
                  <a:pt x="0" y="180899"/>
                </a:lnTo>
                <a:lnTo>
                  <a:pt x="0" y="158286"/>
                </a:lnTo>
                <a:lnTo>
                  <a:pt x="0" y="135674"/>
                </a:lnTo>
                <a:lnTo>
                  <a:pt x="0" y="113062"/>
                </a:lnTo>
                <a:lnTo>
                  <a:pt x="0" y="90449"/>
                </a:lnTo>
                <a:lnTo>
                  <a:pt x="0" y="67837"/>
                </a:lnTo>
                <a:lnTo>
                  <a:pt x="0" y="45225"/>
                </a:lnTo>
                <a:lnTo>
                  <a:pt x="0" y="22612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4" name="phase-rail-1">
            <a:extLst xmlns:a="http://schemas.openxmlformats.org/drawingml/2006/main">
              <a:ext uri="{FF2B5EF4-FFF2-40B4-BE49-F238E27FC236}">
                <a16:creationId xmlns:a16="http://schemas.microsoft.com/office/drawing/2014/main" id="{5F437747-E965-4C1E-A9B9-9F6F7F1E3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3943350"/>
            <a:ext cx="514350" cy="2266779"/>
          </a:xfrm>
          <a:custGeom xmlns:a="http://schemas.openxmlformats.org/drawingml/2006/main">
            <a:pathLst>
              <a:path w="514350" h="2266779">
                <a:moveTo>
                  <a:pt x="0" y="0"/>
                </a:moveTo>
                <a:lnTo>
                  <a:pt x="19755" y="10973"/>
                </a:lnTo>
                <a:lnTo>
                  <a:pt x="39519" y="21955"/>
                </a:lnTo>
                <a:lnTo>
                  <a:pt x="59274" y="32928"/>
                </a:lnTo>
                <a:lnTo>
                  <a:pt x="79038" y="43910"/>
                </a:lnTo>
                <a:lnTo>
                  <a:pt x="98793" y="54883"/>
                </a:lnTo>
                <a:lnTo>
                  <a:pt x="118558" y="65865"/>
                </a:lnTo>
                <a:lnTo>
                  <a:pt x="138313" y="76838"/>
                </a:lnTo>
                <a:lnTo>
                  <a:pt x="158077" y="87821"/>
                </a:lnTo>
                <a:lnTo>
                  <a:pt x="177832" y="98793"/>
                </a:lnTo>
                <a:lnTo>
                  <a:pt x="197596" y="109776"/>
                </a:lnTo>
                <a:lnTo>
                  <a:pt x="217351" y="120748"/>
                </a:lnTo>
                <a:lnTo>
                  <a:pt x="237115" y="131731"/>
                </a:lnTo>
                <a:lnTo>
                  <a:pt x="256870" y="142704"/>
                </a:lnTo>
                <a:lnTo>
                  <a:pt x="276635" y="132064"/>
                </a:lnTo>
                <a:lnTo>
                  <a:pt x="296389" y="121091"/>
                </a:lnTo>
                <a:lnTo>
                  <a:pt x="316154" y="110109"/>
                </a:lnTo>
                <a:lnTo>
                  <a:pt x="335909" y="99136"/>
                </a:lnTo>
                <a:lnTo>
                  <a:pt x="355673" y="88154"/>
                </a:lnTo>
                <a:lnTo>
                  <a:pt x="375428" y="77181"/>
                </a:lnTo>
                <a:lnTo>
                  <a:pt x="395192" y="66199"/>
                </a:lnTo>
                <a:lnTo>
                  <a:pt x="414947" y="55226"/>
                </a:lnTo>
                <a:lnTo>
                  <a:pt x="434702" y="44244"/>
                </a:lnTo>
                <a:lnTo>
                  <a:pt x="454466" y="33271"/>
                </a:lnTo>
                <a:lnTo>
                  <a:pt x="474221" y="22289"/>
                </a:lnTo>
                <a:lnTo>
                  <a:pt x="493986" y="11316"/>
                </a:lnTo>
                <a:lnTo>
                  <a:pt x="513740" y="333"/>
                </a:lnTo>
                <a:lnTo>
                  <a:pt x="514350" y="21908"/>
                </a:lnTo>
                <a:lnTo>
                  <a:pt x="514350" y="44510"/>
                </a:lnTo>
                <a:lnTo>
                  <a:pt x="514350" y="67123"/>
                </a:lnTo>
                <a:lnTo>
                  <a:pt x="514350" y="89726"/>
                </a:lnTo>
                <a:lnTo>
                  <a:pt x="514350" y="112328"/>
                </a:lnTo>
                <a:lnTo>
                  <a:pt x="514350" y="134931"/>
                </a:lnTo>
                <a:lnTo>
                  <a:pt x="514350" y="157534"/>
                </a:lnTo>
                <a:lnTo>
                  <a:pt x="514350" y="180137"/>
                </a:lnTo>
                <a:lnTo>
                  <a:pt x="514350" y="202740"/>
                </a:lnTo>
                <a:lnTo>
                  <a:pt x="514350" y="225342"/>
                </a:lnTo>
                <a:lnTo>
                  <a:pt x="514350" y="247945"/>
                </a:lnTo>
                <a:lnTo>
                  <a:pt x="514350" y="270558"/>
                </a:lnTo>
                <a:lnTo>
                  <a:pt x="514350" y="293160"/>
                </a:lnTo>
                <a:lnTo>
                  <a:pt x="514350" y="315763"/>
                </a:lnTo>
                <a:lnTo>
                  <a:pt x="514350" y="338366"/>
                </a:lnTo>
                <a:lnTo>
                  <a:pt x="514350" y="360969"/>
                </a:lnTo>
                <a:lnTo>
                  <a:pt x="514350" y="383572"/>
                </a:lnTo>
                <a:lnTo>
                  <a:pt x="514350" y="406175"/>
                </a:lnTo>
                <a:lnTo>
                  <a:pt x="514350" y="428777"/>
                </a:lnTo>
                <a:lnTo>
                  <a:pt x="514350" y="451390"/>
                </a:lnTo>
                <a:lnTo>
                  <a:pt x="514350" y="473993"/>
                </a:lnTo>
                <a:lnTo>
                  <a:pt x="514350" y="496595"/>
                </a:lnTo>
                <a:lnTo>
                  <a:pt x="514350" y="519198"/>
                </a:lnTo>
                <a:lnTo>
                  <a:pt x="514350" y="541801"/>
                </a:lnTo>
                <a:lnTo>
                  <a:pt x="514350" y="564404"/>
                </a:lnTo>
                <a:lnTo>
                  <a:pt x="514350" y="587007"/>
                </a:lnTo>
                <a:lnTo>
                  <a:pt x="514350" y="609610"/>
                </a:lnTo>
                <a:lnTo>
                  <a:pt x="514350" y="632212"/>
                </a:lnTo>
                <a:lnTo>
                  <a:pt x="514350" y="654825"/>
                </a:lnTo>
                <a:lnTo>
                  <a:pt x="514350" y="677428"/>
                </a:lnTo>
                <a:lnTo>
                  <a:pt x="514350" y="700030"/>
                </a:lnTo>
                <a:lnTo>
                  <a:pt x="514350" y="722633"/>
                </a:lnTo>
                <a:lnTo>
                  <a:pt x="514350" y="745236"/>
                </a:lnTo>
                <a:lnTo>
                  <a:pt x="514350" y="767839"/>
                </a:lnTo>
                <a:lnTo>
                  <a:pt x="514350" y="790442"/>
                </a:lnTo>
                <a:lnTo>
                  <a:pt x="514350" y="813044"/>
                </a:lnTo>
                <a:lnTo>
                  <a:pt x="514350" y="835647"/>
                </a:lnTo>
                <a:lnTo>
                  <a:pt x="514350" y="858260"/>
                </a:lnTo>
                <a:lnTo>
                  <a:pt x="514350" y="880862"/>
                </a:lnTo>
                <a:lnTo>
                  <a:pt x="514350" y="903465"/>
                </a:lnTo>
                <a:lnTo>
                  <a:pt x="514350" y="926068"/>
                </a:lnTo>
                <a:lnTo>
                  <a:pt x="514350" y="948671"/>
                </a:lnTo>
                <a:lnTo>
                  <a:pt x="514350" y="971274"/>
                </a:lnTo>
                <a:lnTo>
                  <a:pt x="514350" y="993877"/>
                </a:lnTo>
                <a:lnTo>
                  <a:pt x="514350" y="1016479"/>
                </a:lnTo>
                <a:lnTo>
                  <a:pt x="514350" y="1039092"/>
                </a:lnTo>
                <a:lnTo>
                  <a:pt x="514350" y="1061695"/>
                </a:lnTo>
                <a:lnTo>
                  <a:pt x="514350" y="1084297"/>
                </a:lnTo>
                <a:lnTo>
                  <a:pt x="514350" y="1106900"/>
                </a:lnTo>
                <a:lnTo>
                  <a:pt x="514350" y="1129503"/>
                </a:lnTo>
                <a:lnTo>
                  <a:pt x="514350" y="1152106"/>
                </a:lnTo>
                <a:lnTo>
                  <a:pt x="514350" y="1174709"/>
                </a:lnTo>
                <a:lnTo>
                  <a:pt x="514350" y="1197312"/>
                </a:lnTo>
                <a:lnTo>
                  <a:pt x="514350" y="1219914"/>
                </a:lnTo>
                <a:lnTo>
                  <a:pt x="514350" y="1242527"/>
                </a:lnTo>
                <a:lnTo>
                  <a:pt x="514350" y="1265130"/>
                </a:lnTo>
                <a:lnTo>
                  <a:pt x="514350" y="1287732"/>
                </a:lnTo>
                <a:lnTo>
                  <a:pt x="514350" y="1310335"/>
                </a:lnTo>
                <a:lnTo>
                  <a:pt x="514350" y="1332938"/>
                </a:lnTo>
                <a:lnTo>
                  <a:pt x="514350" y="1355541"/>
                </a:lnTo>
                <a:lnTo>
                  <a:pt x="514350" y="1378144"/>
                </a:lnTo>
                <a:lnTo>
                  <a:pt x="514350" y="1400747"/>
                </a:lnTo>
                <a:lnTo>
                  <a:pt x="514350" y="1423349"/>
                </a:lnTo>
                <a:lnTo>
                  <a:pt x="514350" y="1445962"/>
                </a:lnTo>
                <a:lnTo>
                  <a:pt x="514350" y="1468565"/>
                </a:lnTo>
                <a:lnTo>
                  <a:pt x="514350" y="1491167"/>
                </a:lnTo>
                <a:lnTo>
                  <a:pt x="514350" y="1513770"/>
                </a:lnTo>
                <a:lnTo>
                  <a:pt x="514350" y="1536373"/>
                </a:lnTo>
                <a:lnTo>
                  <a:pt x="514350" y="1558976"/>
                </a:lnTo>
                <a:lnTo>
                  <a:pt x="514350" y="1581579"/>
                </a:lnTo>
                <a:lnTo>
                  <a:pt x="514350" y="1604181"/>
                </a:lnTo>
                <a:lnTo>
                  <a:pt x="514350" y="1626794"/>
                </a:lnTo>
                <a:lnTo>
                  <a:pt x="514350" y="1649397"/>
                </a:lnTo>
                <a:lnTo>
                  <a:pt x="514350" y="1671999"/>
                </a:lnTo>
                <a:lnTo>
                  <a:pt x="514350" y="1694602"/>
                </a:lnTo>
                <a:lnTo>
                  <a:pt x="514350" y="1717205"/>
                </a:lnTo>
                <a:lnTo>
                  <a:pt x="514350" y="1739808"/>
                </a:lnTo>
                <a:lnTo>
                  <a:pt x="514350" y="1762411"/>
                </a:lnTo>
                <a:lnTo>
                  <a:pt x="514350" y="1785014"/>
                </a:lnTo>
                <a:lnTo>
                  <a:pt x="514350" y="1807616"/>
                </a:lnTo>
                <a:lnTo>
                  <a:pt x="514350" y="1830229"/>
                </a:lnTo>
                <a:lnTo>
                  <a:pt x="514350" y="1852832"/>
                </a:lnTo>
                <a:lnTo>
                  <a:pt x="514350" y="1875434"/>
                </a:lnTo>
                <a:lnTo>
                  <a:pt x="514350" y="1898037"/>
                </a:lnTo>
                <a:lnTo>
                  <a:pt x="514350" y="1920640"/>
                </a:lnTo>
                <a:lnTo>
                  <a:pt x="514350" y="1943243"/>
                </a:lnTo>
                <a:lnTo>
                  <a:pt x="514350" y="1965846"/>
                </a:lnTo>
                <a:lnTo>
                  <a:pt x="514350" y="1988449"/>
                </a:lnTo>
                <a:lnTo>
                  <a:pt x="514350" y="2011051"/>
                </a:lnTo>
                <a:lnTo>
                  <a:pt x="514350" y="2033664"/>
                </a:lnTo>
                <a:lnTo>
                  <a:pt x="514350" y="2056267"/>
                </a:lnTo>
                <a:lnTo>
                  <a:pt x="514350" y="2078869"/>
                </a:lnTo>
                <a:lnTo>
                  <a:pt x="514350" y="2101472"/>
                </a:lnTo>
                <a:lnTo>
                  <a:pt x="514350" y="2124075"/>
                </a:lnTo>
                <a:lnTo>
                  <a:pt x="494595" y="2135048"/>
                </a:lnTo>
                <a:lnTo>
                  <a:pt x="474831" y="2146030"/>
                </a:lnTo>
                <a:lnTo>
                  <a:pt x="455076" y="2157003"/>
                </a:lnTo>
                <a:lnTo>
                  <a:pt x="435312" y="2167985"/>
                </a:lnTo>
                <a:lnTo>
                  <a:pt x="415557" y="2178958"/>
                </a:lnTo>
                <a:lnTo>
                  <a:pt x="395792" y="2189940"/>
                </a:lnTo>
                <a:lnTo>
                  <a:pt x="376037" y="2200913"/>
                </a:lnTo>
                <a:lnTo>
                  <a:pt x="356273" y="2211896"/>
                </a:lnTo>
                <a:lnTo>
                  <a:pt x="336518" y="2222868"/>
                </a:lnTo>
                <a:lnTo>
                  <a:pt x="316754" y="2233851"/>
                </a:lnTo>
                <a:lnTo>
                  <a:pt x="296999" y="2244823"/>
                </a:lnTo>
                <a:lnTo>
                  <a:pt x="277235" y="2255806"/>
                </a:lnTo>
                <a:lnTo>
                  <a:pt x="257480" y="2266779"/>
                </a:lnTo>
                <a:lnTo>
                  <a:pt x="237715" y="2256139"/>
                </a:lnTo>
                <a:lnTo>
                  <a:pt x="217961" y="2245166"/>
                </a:lnTo>
                <a:lnTo>
                  <a:pt x="198196" y="2234184"/>
                </a:lnTo>
                <a:lnTo>
                  <a:pt x="178441" y="2223211"/>
                </a:lnTo>
                <a:lnTo>
                  <a:pt x="158677" y="2212229"/>
                </a:lnTo>
                <a:lnTo>
                  <a:pt x="138922" y="2201256"/>
                </a:lnTo>
                <a:lnTo>
                  <a:pt x="119158" y="2190274"/>
                </a:lnTo>
                <a:lnTo>
                  <a:pt x="99403" y="2179301"/>
                </a:lnTo>
                <a:lnTo>
                  <a:pt x="79648" y="2168319"/>
                </a:lnTo>
                <a:lnTo>
                  <a:pt x="59884" y="2157346"/>
                </a:lnTo>
                <a:lnTo>
                  <a:pt x="40129" y="2146364"/>
                </a:lnTo>
                <a:lnTo>
                  <a:pt x="20364" y="2135391"/>
                </a:lnTo>
                <a:lnTo>
                  <a:pt x="610" y="2124408"/>
                </a:lnTo>
                <a:lnTo>
                  <a:pt x="0" y="2102168"/>
                </a:lnTo>
                <a:lnTo>
                  <a:pt x="0" y="2079565"/>
                </a:lnTo>
                <a:lnTo>
                  <a:pt x="0" y="2056952"/>
                </a:lnTo>
                <a:lnTo>
                  <a:pt x="0" y="2034350"/>
                </a:lnTo>
                <a:lnTo>
                  <a:pt x="0" y="2011747"/>
                </a:lnTo>
                <a:lnTo>
                  <a:pt x="0" y="1989144"/>
                </a:lnTo>
                <a:lnTo>
                  <a:pt x="0" y="1966541"/>
                </a:lnTo>
                <a:lnTo>
                  <a:pt x="0" y="1943938"/>
                </a:lnTo>
                <a:lnTo>
                  <a:pt x="0" y="1921335"/>
                </a:lnTo>
                <a:lnTo>
                  <a:pt x="0" y="1898733"/>
                </a:lnTo>
                <a:lnTo>
                  <a:pt x="0" y="1876130"/>
                </a:lnTo>
                <a:lnTo>
                  <a:pt x="0" y="1853517"/>
                </a:lnTo>
                <a:lnTo>
                  <a:pt x="0" y="1830915"/>
                </a:lnTo>
                <a:lnTo>
                  <a:pt x="0" y="1808312"/>
                </a:lnTo>
                <a:lnTo>
                  <a:pt x="0" y="1785709"/>
                </a:lnTo>
                <a:lnTo>
                  <a:pt x="0" y="1763106"/>
                </a:lnTo>
                <a:lnTo>
                  <a:pt x="0" y="1740503"/>
                </a:lnTo>
                <a:lnTo>
                  <a:pt x="0" y="1717900"/>
                </a:lnTo>
                <a:lnTo>
                  <a:pt x="0" y="1695298"/>
                </a:lnTo>
                <a:lnTo>
                  <a:pt x="0" y="1672695"/>
                </a:lnTo>
                <a:lnTo>
                  <a:pt x="0" y="1650082"/>
                </a:lnTo>
                <a:lnTo>
                  <a:pt x="0" y="1627480"/>
                </a:lnTo>
                <a:lnTo>
                  <a:pt x="0" y="1604877"/>
                </a:lnTo>
                <a:lnTo>
                  <a:pt x="0" y="1582274"/>
                </a:lnTo>
                <a:lnTo>
                  <a:pt x="0" y="1559671"/>
                </a:lnTo>
                <a:lnTo>
                  <a:pt x="0" y="1537068"/>
                </a:lnTo>
                <a:lnTo>
                  <a:pt x="0" y="1514465"/>
                </a:lnTo>
                <a:lnTo>
                  <a:pt x="0" y="1491863"/>
                </a:lnTo>
                <a:lnTo>
                  <a:pt x="0" y="1469250"/>
                </a:lnTo>
                <a:lnTo>
                  <a:pt x="0" y="1446647"/>
                </a:lnTo>
                <a:lnTo>
                  <a:pt x="0" y="1424045"/>
                </a:lnTo>
                <a:lnTo>
                  <a:pt x="0" y="1401442"/>
                </a:lnTo>
                <a:lnTo>
                  <a:pt x="0" y="1378839"/>
                </a:lnTo>
                <a:lnTo>
                  <a:pt x="0" y="1356236"/>
                </a:lnTo>
                <a:lnTo>
                  <a:pt x="0" y="1333633"/>
                </a:lnTo>
                <a:lnTo>
                  <a:pt x="0" y="1311031"/>
                </a:lnTo>
                <a:lnTo>
                  <a:pt x="0" y="1288428"/>
                </a:lnTo>
                <a:lnTo>
                  <a:pt x="0" y="1265815"/>
                </a:lnTo>
                <a:lnTo>
                  <a:pt x="0" y="1243213"/>
                </a:lnTo>
                <a:lnTo>
                  <a:pt x="0" y="1220610"/>
                </a:lnTo>
                <a:lnTo>
                  <a:pt x="0" y="1198007"/>
                </a:lnTo>
                <a:lnTo>
                  <a:pt x="0" y="1175404"/>
                </a:lnTo>
                <a:lnTo>
                  <a:pt x="0" y="1152801"/>
                </a:lnTo>
                <a:lnTo>
                  <a:pt x="0" y="1130198"/>
                </a:lnTo>
                <a:lnTo>
                  <a:pt x="0" y="1107596"/>
                </a:lnTo>
                <a:lnTo>
                  <a:pt x="0" y="1084993"/>
                </a:lnTo>
                <a:lnTo>
                  <a:pt x="0" y="1062380"/>
                </a:lnTo>
                <a:lnTo>
                  <a:pt x="0" y="1039778"/>
                </a:lnTo>
                <a:lnTo>
                  <a:pt x="0" y="1017175"/>
                </a:lnTo>
                <a:lnTo>
                  <a:pt x="0" y="994572"/>
                </a:lnTo>
                <a:lnTo>
                  <a:pt x="0" y="971969"/>
                </a:lnTo>
                <a:lnTo>
                  <a:pt x="0" y="949366"/>
                </a:lnTo>
                <a:lnTo>
                  <a:pt x="0" y="926763"/>
                </a:lnTo>
                <a:lnTo>
                  <a:pt x="0" y="904161"/>
                </a:lnTo>
                <a:lnTo>
                  <a:pt x="0" y="881548"/>
                </a:lnTo>
                <a:lnTo>
                  <a:pt x="0" y="858945"/>
                </a:lnTo>
                <a:lnTo>
                  <a:pt x="0" y="836343"/>
                </a:lnTo>
                <a:lnTo>
                  <a:pt x="0" y="813740"/>
                </a:lnTo>
                <a:lnTo>
                  <a:pt x="0" y="791137"/>
                </a:lnTo>
                <a:lnTo>
                  <a:pt x="0" y="768534"/>
                </a:lnTo>
                <a:lnTo>
                  <a:pt x="0" y="745931"/>
                </a:lnTo>
                <a:lnTo>
                  <a:pt x="0" y="723329"/>
                </a:lnTo>
                <a:lnTo>
                  <a:pt x="0" y="700726"/>
                </a:lnTo>
                <a:lnTo>
                  <a:pt x="0" y="678113"/>
                </a:lnTo>
                <a:lnTo>
                  <a:pt x="0" y="655510"/>
                </a:lnTo>
                <a:lnTo>
                  <a:pt x="0" y="632908"/>
                </a:lnTo>
                <a:lnTo>
                  <a:pt x="0" y="610305"/>
                </a:lnTo>
                <a:lnTo>
                  <a:pt x="0" y="587702"/>
                </a:lnTo>
                <a:lnTo>
                  <a:pt x="0" y="565099"/>
                </a:lnTo>
                <a:lnTo>
                  <a:pt x="0" y="542496"/>
                </a:lnTo>
                <a:lnTo>
                  <a:pt x="0" y="519894"/>
                </a:lnTo>
                <a:lnTo>
                  <a:pt x="0" y="497291"/>
                </a:lnTo>
                <a:lnTo>
                  <a:pt x="0" y="474678"/>
                </a:lnTo>
                <a:lnTo>
                  <a:pt x="0" y="452076"/>
                </a:lnTo>
                <a:lnTo>
                  <a:pt x="0" y="429473"/>
                </a:lnTo>
                <a:lnTo>
                  <a:pt x="0" y="406870"/>
                </a:lnTo>
                <a:lnTo>
                  <a:pt x="0" y="384267"/>
                </a:lnTo>
                <a:lnTo>
                  <a:pt x="0" y="361664"/>
                </a:lnTo>
                <a:lnTo>
                  <a:pt x="0" y="339061"/>
                </a:lnTo>
                <a:lnTo>
                  <a:pt x="0" y="316459"/>
                </a:lnTo>
                <a:lnTo>
                  <a:pt x="0" y="293856"/>
                </a:lnTo>
                <a:lnTo>
                  <a:pt x="0" y="271243"/>
                </a:lnTo>
                <a:lnTo>
                  <a:pt x="0" y="248641"/>
                </a:lnTo>
                <a:lnTo>
                  <a:pt x="0" y="226038"/>
                </a:lnTo>
                <a:lnTo>
                  <a:pt x="0" y="203435"/>
                </a:lnTo>
                <a:lnTo>
                  <a:pt x="0" y="180832"/>
                </a:lnTo>
                <a:lnTo>
                  <a:pt x="0" y="158229"/>
                </a:lnTo>
                <a:lnTo>
                  <a:pt x="0" y="135626"/>
                </a:lnTo>
                <a:lnTo>
                  <a:pt x="0" y="113024"/>
                </a:lnTo>
                <a:lnTo>
                  <a:pt x="0" y="90411"/>
                </a:lnTo>
                <a:lnTo>
                  <a:pt x="0" y="67808"/>
                </a:lnTo>
                <a:lnTo>
                  <a:pt x="0" y="45206"/>
                </a:lnTo>
                <a:lnTo>
                  <a:pt x="0" y="22603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5" name="funnel-step-body-0">
            <a:extLst xmlns:a="http://schemas.openxmlformats.org/drawingml/2006/main">
              <a:ext uri="{FF2B5EF4-FFF2-40B4-BE49-F238E27FC236}">
                <a16:creationId xmlns:a16="http://schemas.microsoft.com/office/drawing/2014/main" id="{8495CCC3-CD79-4E3A-8B06-91ECC0CDA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714625" y="1847850"/>
            <a:ext cx="3330597" cy="634117"/>
          </a:xfrm>
          <a:custGeom xmlns:a="http://schemas.openxmlformats.org/drawingml/2006/main">
            <a:pathLst>
              <a:path w="3330597" h="634117">
                <a:moveTo>
                  <a:pt x="0" y="0"/>
                </a:moveTo>
                <a:lnTo>
                  <a:pt x="13878" y="27480"/>
                </a:lnTo>
                <a:lnTo>
                  <a:pt x="27746" y="54969"/>
                </a:lnTo>
                <a:lnTo>
                  <a:pt x="41624" y="82448"/>
                </a:lnTo>
                <a:lnTo>
                  <a:pt x="55502" y="109938"/>
                </a:lnTo>
                <a:lnTo>
                  <a:pt x="69380" y="137417"/>
                </a:lnTo>
                <a:lnTo>
                  <a:pt x="83249" y="164906"/>
                </a:lnTo>
                <a:lnTo>
                  <a:pt x="97126" y="192386"/>
                </a:lnTo>
                <a:lnTo>
                  <a:pt x="111004" y="219875"/>
                </a:lnTo>
                <a:lnTo>
                  <a:pt x="124873" y="247355"/>
                </a:lnTo>
                <a:lnTo>
                  <a:pt x="138751" y="274844"/>
                </a:lnTo>
                <a:lnTo>
                  <a:pt x="152629" y="302324"/>
                </a:lnTo>
                <a:lnTo>
                  <a:pt x="166507" y="329813"/>
                </a:lnTo>
                <a:lnTo>
                  <a:pt x="180375" y="357292"/>
                </a:lnTo>
                <a:lnTo>
                  <a:pt x="194253" y="384781"/>
                </a:lnTo>
                <a:lnTo>
                  <a:pt x="208131" y="412261"/>
                </a:lnTo>
                <a:lnTo>
                  <a:pt x="222009" y="439741"/>
                </a:lnTo>
                <a:lnTo>
                  <a:pt x="235877" y="467230"/>
                </a:lnTo>
                <a:lnTo>
                  <a:pt x="249755" y="494709"/>
                </a:lnTo>
                <a:lnTo>
                  <a:pt x="263633" y="522199"/>
                </a:lnTo>
                <a:lnTo>
                  <a:pt x="277501" y="549678"/>
                </a:lnTo>
                <a:lnTo>
                  <a:pt x="296723" y="571824"/>
                </a:lnTo>
                <a:lnTo>
                  <a:pt x="326269" y="580368"/>
                </a:lnTo>
                <a:lnTo>
                  <a:pt x="356521" y="586073"/>
                </a:lnTo>
                <a:lnTo>
                  <a:pt x="386972" y="590540"/>
                </a:lnTo>
                <a:lnTo>
                  <a:pt x="417538" y="594284"/>
                </a:lnTo>
                <a:lnTo>
                  <a:pt x="448151" y="597522"/>
                </a:lnTo>
                <a:lnTo>
                  <a:pt x="478803" y="600389"/>
                </a:lnTo>
                <a:lnTo>
                  <a:pt x="509483" y="602971"/>
                </a:lnTo>
                <a:lnTo>
                  <a:pt x="540182" y="605304"/>
                </a:lnTo>
                <a:lnTo>
                  <a:pt x="570900" y="607447"/>
                </a:lnTo>
                <a:lnTo>
                  <a:pt x="601628" y="609429"/>
                </a:lnTo>
                <a:lnTo>
                  <a:pt x="632355" y="611248"/>
                </a:lnTo>
                <a:lnTo>
                  <a:pt x="663102" y="612953"/>
                </a:lnTo>
                <a:lnTo>
                  <a:pt x="693849" y="614543"/>
                </a:lnTo>
                <a:lnTo>
                  <a:pt x="724595" y="616020"/>
                </a:lnTo>
                <a:lnTo>
                  <a:pt x="755352" y="617410"/>
                </a:lnTo>
                <a:lnTo>
                  <a:pt x="786117" y="618715"/>
                </a:lnTo>
                <a:lnTo>
                  <a:pt x="816874" y="619954"/>
                </a:lnTo>
                <a:lnTo>
                  <a:pt x="847639" y="621097"/>
                </a:lnTo>
                <a:lnTo>
                  <a:pt x="878415" y="622183"/>
                </a:lnTo>
                <a:lnTo>
                  <a:pt x="909180" y="623202"/>
                </a:lnTo>
                <a:lnTo>
                  <a:pt x="939956" y="624164"/>
                </a:lnTo>
                <a:lnTo>
                  <a:pt x="970731" y="625059"/>
                </a:lnTo>
                <a:lnTo>
                  <a:pt x="1001506" y="625916"/>
                </a:lnTo>
                <a:lnTo>
                  <a:pt x="1032281" y="626707"/>
                </a:lnTo>
                <a:lnTo>
                  <a:pt x="1063066" y="627459"/>
                </a:lnTo>
                <a:lnTo>
                  <a:pt x="1093841" y="628164"/>
                </a:lnTo>
                <a:lnTo>
                  <a:pt x="1124626" y="628812"/>
                </a:lnTo>
                <a:lnTo>
                  <a:pt x="1155402" y="629431"/>
                </a:lnTo>
                <a:lnTo>
                  <a:pt x="1186186" y="630003"/>
                </a:lnTo>
                <a:lnTo>
                  <a:pt x="1216971" y="630526"/>
                </a:lnTo>
                <a:lnTo>
                  <a:pt x="1247756" y="631022"/>
                </a:lnTo>
                <a:lnTo>
                  <a:pt x="1278541" y="631469"/>
                </a:lnTo>
                <a:lnTo>
                  <a:pt x="1309326" y="631879"/>
                </a:lnTo>
                <a:lnTo>
                  <a:pt x="1340110" y="632260"/>
                </a:lnTo>
                <a:lnTo>
                  <a:pt x="1370895" y="632593"/>
                </a:lnTo>
                <a:lnTo>
                  <a:pt x="1401680" y="632898"/>
                </a:lnTo>
                <a:lnTo>
                  <a:pt x="1432474" y="633174"/>
                </a:lnTo>
                <a:lnTo>
                  <a:pt x="1463259" y="633403"/>
                </a:lnTo>
                <a:lnTo>
                  <a:pt x="1494044" y="633603"/>
                </a:lnTo>
                <a:lnTo>
                  <a:pt x="1524829" y="633774"/>
                </a:lnTo>
                <a:lnTo>
                  <a:pt x="1555623" y="633908"/>
                </a:lnTo>
                <a:lnTo>
                  <a:pt x="1586408" y="634013"/>
                </a:lnTo>
                <a:lnTo>
                  <a:pt x="1617193" y="634079"/>
                </a:lnTo>
                <a:lnTo>
                  <a:pt x="1647987" y="634117"/>
                </a:lnTo>
                <a:lnTo>
                  <a:pt x="1678772" y="634117"/>
                </a:lnTo>
                <a:lnTo>
                  <a:pt x="1709557" y="634089"/>
                </a:lnTo>
                <a:lnTo>
                  <a:pt x="1740351" y="634032"/>
                </a:lnTo>
                <a:lnTo>
                  <a:pt x="1771136" y="633936"/>
                </a:lnTo>
                <a:lnTo>
                  <a:pt x="1801920" y="633813"/>
                </a:lnTo>
                <a:lnTo>
                  <a:pt x="1832715" y="633651"/>
                </a:lnTo>
                <a:lnTo>
                  <a:pt x="1863500" y="633460"/>
                </a:lnTo>
                <a:lnTo>
                  <a:pt x="1894284" y="633232"/>
                </a:lnTo>
                <a:lnTo>
                  <a:pt x="1925069" y="632965"/>
                </a:lnTo>
                <a:lnTo>
                  <a:pt x="1955854" y="632670"/>
                </a:lnTo>
                <a:lnTo>
                  <a:pt x="1986648" y="632336"/>
                </a:lnTo>
                <a:lnTo>
                  <a:pt x="2017433" y="631974"/>
                </a:lnTo>
                <a:lnTo>
                  <a:pt x="2048218" y="631565"/>
                </a:lnTo>
                <a:lnTo>
                  <a:pt x="2079003" y="631127"/>
                </a:lnTo>
                <a:lnTo>
                  <a:pt x="2109788" y="630641"/>
                </a:lnTo>
                <a:lnTo>
                  <a:pt x="2140572" y="630126"/>
                </a:lnTo>
                <a:lnTo>
                  <a:pt x="2171348" y="629564"/>
                </a:lnTo>
                <a:lnTo>
                  <a:pt x="2202132" y="628964"/>
                </a:lnTo>
                <a:lnTo>
                  <a:pt x="2232917" y="628317"/>
                </a:lnTo>
                <a:lnTo>
                  <a:pt x="2263692" y="627621"/>
                </a:lnTo>
                <a:lnTo>
                  <a:pt x="2294477" y="626888"/>
                </a:lnTo>
                <a:lnTo>
                  <a:pt x="2325253" y="626097"/>
                </a:lnTo>
                <a:lnTo>
                  <a:pt x="2356028" y="625259"/>
                </a:lnTo>
                <a:lnTo>
                  <a:pt x="2386803" y="624373"/>
                </a:lnTo>
                <a:lnTo>
                  <a:pt x="2417578" y="623421"/>
                </a:lnTo>
                <a:lnTo>
                  <a:pt x="2448344" y="622421"/>
                </a:lnTo>
                <a:lnTo>
                  <a:pt x="2479119" y="621344"/>
                </a:lnTo>
                <a:lnTo>
                  <a:pt x="2509885" y="620211"/>
                </a:lnTo>
                <a:lnTo>
                  <a:pt x="2540651" y="619011"/>
                </a:lnTo>
                <a:lnTo>
                  <a:pt x="2571407" y="617725"/>
                </a:lnTo>
                <a:lnTo>
                  <a:pt x="2602163" y="616344"/>
                </a:lnTo>
                <a:lnTo>
                  <a:pt x="2632920" y="614886"/>
                </a:lnTo>
                <a:lnTo>
                  <a:pt x="2663666" y="613324"/>
                </a:lnTo>
                <a:lnTo>
                  <a:pt x="2694413" y="611648"/>
                </a:lnTo>
                <a:lnTo>
                  <a:pt x="2725141" y="609848"/>
                </a:lnTo>
                <a:lnTo>
                  <a:pt x="2755868" y="607914"/>
                </a:lnTo>
                <a:lnTo>
                  <a:pt x="2786586" y="605809"/>
                </a:lnTo>
                <a:lnTo>
                  <a:pt x="2817295" y="603514"/>
                </a:lnTo>
                <a:lnTo>
                  <a:pt x="2847975" y="600999"/>
                </a:lnTo>
                <a:lnTo>
                  <a:pt x="2878636" y="598199"/>
                </a:lnTo>
                <a:lnTo>
                  <a:pt x="2909259" y="595055"/>
                </a:lnTo>
                <a:lnTo>
                  <a:pt x="2939834" y="591445"/>
                </a:lnTo>
                <a:lnTo>
                  <a:pt x="2970324" y="587169"/>
                </a:lnTo>
                <a:lnTo>
                  <a:pt x="3000642" y="581825"/>
                </a:lnTo>
                <a:lnTo>
                  <a:pt x="3030464" y="574234"/>
                </a:lnTo>
                <a:lnTo>
                  <a:pt x="3053096" y="555927"/>
                </a:lnTo>
                <a:lnTo>
                  <a:pt x="3066964" y="528437"/>
                </a:lnTo>
                <a:lnTo>
                  <a:pt x="3080842" y="500958"/>
                </a:lnTo>
                <a:lnTo>
                  <a:pt x="3094720" y="473469"/>
                </a:lnTo>
                <a:lnTo>
                  <a:pt x="3108598" y="445989"/>
                </a:lnTo>
                <a:lnTo>
                  <a:pt x="3122466" y="418500"/>
                </a:lnTo>
                <a:lnTo>
                  <a:pt x="3136344" y="391020"/>
                </a:lnTo>
                <a:lnTo>
                  <a:pt x="3150222" y="363541"/>
                </a:lnTo>
                <a:lnTo>
                  <a:pt x="3164091" y="336052"/>
                </a:lnTo>
                <a:lnTo>
                  <a:pt x="3177969" y="308572"/>
                </a:lnTo>
                <a:lnTo>
                  <a:pt x="3191847" y="281083"/>
                </a:lnTo>
                <a:lnTo>
                  <a:pt x="3205724" y="253603"/>
                </a:lnTo>
                <a:lnTo>
                  <a:pt x="3219593" y="226114"/>
                </a:lnTo>
                <a:lnTo>
                  <a:pt x="3233471" y="198634"/>
                </a:lnTo>
                <a:lnTo>
                  <a:pt x="3247349" y="171145"/>
                </a:lnTo>
                <a:lnTo>
                  <a:pt x="3261217" y="143666"/>
                </a:lnTo>
                <a:lnTo>
                  <a:pt x="3275095" y="116176"/>
                </a:lnTo>
                <a:lnTo>
                  <a:pt x="3288973" y="88697"/>
                </a:lnTo>
                <a:lnTo>
                  <a:pt x="3302851" y="61208"/>
                </a:lnTo>
                <a:lnTo>
                  <a:pt x="3316719" y="33728"/>
                </a:lnTo>
                <a:lnTo>
                  <a:pt x="3330597" y="6239"/>
                </a:lnTo>
                <a:lnTo>
                  <a:pt x="3314795" y="12525"/>
                </a:lnTo>
                <a:lnTo>
                  <a:pt x="3284877" y="19726"/>
                </a:lnTo>
                <a:lnTo>
                  <a:pt x="3254502" y="24746"/>
                </a:lnTo>
                <a:lnTo>
                  <a:pt x="3223984" y="28756"/>
                </a:lnTo>
                <a:lnTo>
                  <a:pt x="3193380" y="32147"/>
                </a:lnTo>
                <a:lnTo>
                  <a:pt x="3162738" y="35109"/>
                </a:lnTo>
                <a:lnTo>
                  <a:pt x="3132058" y="37748"/>
                </a:lnTo>
                <a:lnTo>
                  <a:pt x="3101369" y="40138"/>
                </a:lnTo>
                <a:lnTo>
                  <a:pt x="3070650" y="42320"/>
                </a:lnTo>
                <a:lnTo>
                  <a:pt x="3039932" y="44329"/>
                </a:lnTo>
                <a:lnTo>
                  <a:pt x="3009205" y="46187"/>
                </a:lnTo>
                <a:lnTo>
                  <a:pt x="2978458" y="47930"/>
                </a:lnTo>
                <a:lnTo>
                  <a:pt x="2947721" y="49549"/>
                </a:lnTo>
                <a:lnTo>
                  <a:pt x="2916965" y="51073"/>
                </a:lnTo>
                <a:lnTo>
                  <a:pt x="2886208" y="52502"/>
                </a:lnTo>
                <a:lnTo>
                  <a:pt x="2855452" y="53854"/>
                </a:lnTo>
                <a:lnTo>
                  <a:pt x="2824696" y="55131"/>
                </a:lnTo>
                <a:lnTo>
                  <a:pt x="2793930" y="56340"/>
                </a:lnTo>
                <a:lnTo>
                  <a:pt x="2763164" y="57493"/>
                </a:lnTo>
                <a:lnTo>
                  <a:pt x="2732389" y="58579"/>
                </a:lnTo>
                <a:lnTo>
                  <a:pt x="2701623" y="59607"/>
                </a:lnTo>
                <a:lnTo>
                  <a:pt x="2670848" y="60589"/>
                </a:lnTo>
                <a:lnTo>
                  <a:pt x="2640073" y="61522"/>
                </a:lnTo>
                <a:lnTo>
                  <a:pt x="2609298" y="62408"/>
                </a:lnTo>
                <a:lnTo>
                  <a:pt x="2578522" y="63246"/>
                </a:lnTo>
                <a:lnTo>
                  <a:pt x="2547747" y="64046"/>
                </a:lnTo>
                <a:lnTo>
                  <a:pt x="2516972" y="64808"/>
                </a:lnTo>
                <a:lnTo>
                  <a:pt x="2486187" y="65532"/>
                </a:lnTo>
                <a:lnTo>
                  <a:pt x="2455412" y="66218"/>
                </a:lnTo>
                <a:lnTo>
                  <a:pt x="2424627" y="66875"/>
                </a:lnTo>
                <a:lnTo>
                  <a:pt x="2393852" y="67485"/>
                </a:lnTo>
                <a:lnTo>
                  <a:pt x="2363067" y="68075"/>
                </a:lnTo>
                <a:lnTo>
                  <a:pt x="2332282" y="68628"/>
                </a:lnTo>
                <a:lnTo>
                  <a:pt x="2301497" y="69152"/>
                </a:lnTo>
                <a:lnTo>
                  <a:pt x="2270712" y="69647"/>
                </a:lnTo>
                <a:lnTo>
                  <a:pt x="2239928" y="70114"/>
                </a:lnTo>
                <a:lnTo>
                  <a:pt x="2209143" y="70542"/>
                </a:lnTo>
                <a:lnTo>
                  <a:pt x="2178358" y="70952"/>
                </a:lnTo>
                <a:lnTo>
                  <a:pt x="2147573" y="71333"/>
                </a:lnTo>
                <a:lnTo>
                  <a:pt x="2116788" y="71695"/>
                </a:lnTo>
                <a:lnTo>
                  <a:pt x="2086004" y="72028"/>
                </a:lnTo>
                <a:lnTo>
                  <a:pt x="2055219" y="72333"/>
                </a:lnTo>
                <a:lnTo>
                  <a:pt x="2024424" y="72609"/>
                </a:lnTo>
                <a:lnTo>
                  <a:pt x="1993640" y="72866"/>
                </a:lnTo>
                <a:lnTo>
                  <a:pt x="1962855" y="73095"/>
                </a:lnTo>
                <a:lnTo>
                  <a:pt x="1932070" y="73304"/>
                </a:lnTo>
                <a:lnTo>
                  <a:pt x="1901276" y="73495"/>
                </a:lnTo>
                <a:lnTo>
                  <a:pt x="1870491" y="73657"/>
                </a:lnTo>
                <a:lnTo>
                  <a:pt x="1839706" y="73790"/>
                </a:lnTo>
                <a:lnTo>
                  <a:pt x="1808921" y="73904"/>
                </a:lnTo>
                <a:lnTo>
                  <a:pt x="1778127" y="74000"/>
                </a:lnTo>
                <a:lnTo>
                  <a:pt x="1747342" y="74076"/>
                </a:lnTo>
                <a:lnTo>
                  <a:pt x="1716557" y="74105"/>
                </a:lnTo>
                <a:lnTo>
                  <a:pt x="1685763" y="74133"/>
                </a:lnTo>
                <a:lnTo>
                  <a:pt x="1654978" y="74143"/>
                </a:lnTo>
                <a:lnTo>
                  <a:pt x="1624193" y="74114"/>
                </a:lnTo>
                <a:lnTo>
                  <a:pt x="1593399" y="74085"/>
                </a:lnTo>
                <a:lnTo>
                  <a:pt x="1562614" y="74019"/>
                </a:lnTo>
                <a:lnTo>
                  <a:pt x="1531830" y="73933"/>
                </a:lnTo>
                <a:lnTo>
                  <a:pt x="1501035" y="73819"/>
                </a:lnTo>
                <a:lnTo>
                  <a:pt x="1470250" y="73695"/>
                </a:lnTo>
                <a:lnTo>
                  <a:pt x="1439466" y="73533"/>
                </a:lnTo>
                <a:lnTo>
                  <a:pt x="1408671" y="73352"/>
                </a:lnTo>
                <a:lnTo>
                  <a:pt x="1377887" y="73152"/>
                </a:lnTo>
                <a:lnTo>
                  <a:pt x="1347102" y="72923"/>
                </a:lnTo>
                <a:lnTo>
                  <a:pt x="1316317" y="72676"/>
                </a:lnTo>
                <a:lnTo>
                  <a:pt x="1285532" y="72400"/>
                </a:lnTo>
                <a:lnTo>
                  <a:pt x="1254738" y="72095"/>
                </a:lnTo>
                <a:lnTo>
                  <a:pt x="1223953" y="71771"/>
                </a:lnTo>
                <a:lnTo>
                  <a:pt x="1193168" y="71418"/>
                </a:lnTo>
                <a:lnTo>
                  <a:pt x="1162383" y="71047"/>
                </a:lnTo>
                <a:lnTo>
                  <a:pt x="1131599" y="70647"/>
                </a:lnTo>
                <a:lnTo>
                  <a:pt x="1100814" y="70209"/>
                </a:lnTo>
                <a:lnTo>
                  <a:pt x="1070029" y="69752"/>
                </a:lnTo>
                <a:lnTo>
                  <a:pt x="1039244" y="69266"/>
                </a:lnTo>
                <a:lnTo>
                  <a:pt x="1008459" y="68751"/>
                </a:lnTo>
                <a:lnTo>
                  <a:pt x="977675" y="68199"/>
                </a:lnTo>
                <a:lnTo>
                  <a:pt x="946899" y="67628"/>
                </a:lnTo>
                <a:lnTo>
                  <a:pt x="916115" y="67018"/>
                </a:lnTo>
                <a:lnTo>
                  <a:pt x="885330" y="66370"/>
                </a:lnTo>
                <a:lnTo>
                  <a:pt x="854554" y="65684"/>
                </a:lnTo>
                <a:lnTo>
                  <a:pt x="823770" y="64970"/>
                </a:lnTo>
                <a:lnTo>
                  <a:pt x="792994" y="64227"/>
                </a:lnTo>
                <a:lnTo>
                  <a:pt x="762219" y="63437"/>
                </a:lnTo>
                <a:lnTo>
                  <a:pt x="731444" y="62598"/>
                </a:lnTo>
                <a:lnTo>
                  <a:pt x="700669" y="61722"/>
                </a:lnTo>
                <a:lnTo>
                  <a:pt x="669893" y="60808"/>
                </a:lnTo>
                <a:lnTo>
                  <a:pt x="639118" y="59836"/>
                </a:lnTo>
                <a:lnTo>
                  <a:pt x="608343" y="58817"/>
                </a:lnTo>
                <a:lnTo>
                  <a:pt x="577577" y="57741"/>
                </a:lnTo>
                <a:lnTo>
                  <a:pt x="546811" y="56617"/>
                </a:lnTo>
                <a:lnTo>
                  <a:pt x="516045" y="55416"/>
                </a:lnTo>
                <a:lnTo>
                  <a:pt x="485280" y="54150"/>
                </a:lnTo>
                <a:lnTo>
                  <a:pt x="454523" y="52816"/>
                </a:lnTo>
                <a:lnTo>
                  <a:pt x="423767" y="51406"/>
                </a:lnTo>
                <a:lnTo>
                  <a:pt x="393021" y="49901"/>
                </a:lnTo>
                <a:lnTo>
                  <a:pt x="362274" y="48301"/>
                </a:lnTo>
                <a:lnTo>
                  <a:pt x="331527" y="46596"/>
                </a:lnTo>
                <a:lnTo>
                  <a:pt x="300800" y="44768"/>
                </a:lnTo>
                <a:lnTo>
                  <a:pt x="270072" y="42786"/>
                </a:lnTo>
                <a:lnTo>
                  <a:pt x="239363" y="40653"/>
                </a:lnTo>
                <a:lnTo>
                  <a:pt x="208664" y="38310"/>
                </a:lnTo>
                <a:lnTo>
                  <a:pt x="177984" y="35728"/>
                </a:lnTo>
                <a:lnTo>
                  <a:pt x="147333" y="32852"/>
                </a:lnTo>
                <a:lnTo>
                  <a:pt x="116719" y="29566"/>
                </a:lnTo>
                <a:lnTo>
                  <a:pt x="86173" y="25727"/>
                </a:lnTo>
                <a:lnTo>
                  <a:pt x="55750" y="20993"/>
                </a:lnTo>
                <a:lnTo>
                  <a:pt x="25660" y="14497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6" name="funnel-step-cap-0">
            <a:extLst xmlns:a="http://schemas.openxmlformats.org/drawingml/2006/main">
              <a:ext uri="{FF2B5EF4-FFF2-40B4-BE49-F238E27FC236}">
                <a16:creationId xmlns:a16="http://schemas.microsoft.com/office/drawing/2014/main" id="{D205AF42-FDB6-410F-BB9A-735BB2E01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714625" y="1742437"/>
            <a:ext cx="3333750" cy="21081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7" name="funnel-step-body-1">
            <a:extLst xmlns:a="http://schemas.openxmlformats.org/drawingml/2006/main">
              <a:ext uri="{FF2B5EF4-FFF2-40B4-BE49-F238E27FC236}">
                <a16:creationId xmlns:a16="http://schemas.microsoft.com/office/drawing/2014/main" id="{41FE315C-C58A-4135-8EA6-E7646B0C8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97327" y="2554319"/>
            <a:ext cx="2762898" cy="634051"/>
          </a:xfrm>
          <a:custGeom xmlns:a="http://schemas.openxmlformats.org/drawingml/2006/main">
            <a:pathLst>
              <a:path w="2762898" h="634051">
                <a:moveTo>
                  <a:pt x="0" y="0"/>
                </a:moveTo>
                <a:lnTo>
                  <a:pt x="9525" y="24641"/>
                </a:lnTo>
                <a:lnTo>
                  <a:pt x="19050" y="49292"/>
                </a:lnTo>
                <a:lnTo>
                  <a:pt x="28575" y="73933"/>
                </a:lnTo>
                <a:lnTo>
                  <a:pt x="38100" y="98584"/>
                </a:lnTo>
                <a:lnTo>
                  <a:pt x="47625" y="123225"/>
                </a:lnTo>
                <a:lnTo>
                  <a:pt x="57150" y="147876"/>
                </a:lnTo>
                <a:lnTo>
                  <a:pt x="66675" y="172517"/>
                </a:lnTo>
                <a:lnTo>
                  <a:pt x="76200" y="197168"/>
                </a:lnTo>
                <a:lnTo>
                  <a:pt x="85725" y="221809"/>
                </a:lnTo>
                <a:lnTo>
                  <a:pt x="95240" y="246459"/>
                </a:lnTo>
                <a:lnTo>
                  <a:pt x="104765" y="271101"/>
                </a:lnTo>
                <a:lnTo>
                  <a:pt x="114290" y="295742"/>
                </a:lnTo>
                <a:lnTo>
                  <a:pt x="123815" y="320392"/>
                </a:lnTo>
                <a:lnTo>
                  <a:pt x="133340" y="345034"/>
                </a:lnTo>
                <a:lnTo>
                  <a:pt x="142865" y="369684"/>
                </a:lnTo>
                <a:lnTo>
                  <a:pt x="152390" y="394325"/>
                </a:lnTo>
                <a:lnTo>
                  <a:pt x="161915" y="418976"/>
                </a:lnTo>
                <a:lnTo>
                  <a:pt x="171440" y="443617"/>
                </a:lnTo>
                <a:lnTo>
                  <a:pt x="180965" y="468268"/>
                </a:lnTo>
                <a:lnTo>
                  <a:pt x="190490" y="492909"/>
                </a:lnTo>
                <a:lnTo>
                  <a:pt x="200015" y="517560"/>
                </a:lnTo>
                <a:lnTo>
                  <a:pt x="209540" y="542201"/>
                </a:lnTo>
                <a:lnTo>
                  <a:pt x="219723" y="566318"/>
                </a:lnTo>
                <a:lnTo>
                  <a:pt x="243421" y="577577"/>
                </a:lnTo>
                <a:lnTo>
                  <a:pt x="269015" y="584083"/>
                </a:lnTo>
                <a:lnTo>
                  <a:pt x="294980" y="588988"/>
                </a:lnTo>
                <a:lnTo>
                  <a:pt x="321088" y="592998"/>
                </a:lnTo>
                <a:lnTo>
                  <a:pt x="347291" y="596446"/>
                </a:lnTo>
                <a:lnTo>
                  <a:pt x="373532" y="599465"/>
                </a:lnTo>
                <a:lnTo>
                  <a:pt x="399821" y="602161"/>
                </a:lnTo>
                <a:lnTo>
                  <a:pt x="426129" y="604609"/>
                </a:lnTo>
                <a:lnTo>
                  <a:pt x="452457" y="606838"/>
                </a:lnTo>
                <a:lnTo>
                  <a:pt x="478793" y="608886"/>
                </a:lnTo>
                <a:lnTo>
                  <a:pt x="505149" y="610772"/>
                </a:lnTo>
                <a:lnTo>
                  <a:pt x="531514" y="612524"/>
                </a:lnTo>
                <a:lnTo>
                  <a:pt x="557889" y="614172"/>
                </a:lnTo>
                <a:lnTo>
                  <a:pt x="584264" y="615696"/>
                </a:lnTo>
                <a:lnTo>
                  <a:pt x="610648" y="617125"/>
                </a:lnTo>
                <a:lnTo>
                  <a:pt x="637032" y="618458"/>
                </a:lnTo>
                <a:lnTo>
                  <a:pt x="663426" y="619725"/>
                </a:lnTo>
                <a:lnTo>
                  <a:pt x="689820" y="620906"/>
                </a:lnTo>
                <a:lnTo>
                  <a:pt x="716223" y="622011"/>
                </a:lnTo>
                <a:lnTo>
                  <a:pt x="742626" y="623049"/>
                </a:lnTo>
                <a:lnTo>
                  <a:pt x="769029" y="624030"/>
                </a:lnTo>
                <a:lnTo>
                  <a:pt x="795433" y="624954"/>
                </a:lnTo>
                <a:lnTo>
                  <a:pt x="821836" y="625821"/>
                </a:lnTo>
                <a:lnTo>
                  <a:pt x="848249" y="626631"/>
                </a:lnTo>
                <a:lnTo>
                  <a:pt x="874662" y="627393"/>
                </a:lnTo>
                <a:lnTo>
                  <a:pt x="901075" y="628107"/>
                </a:lnTo>
                <a:lnTo>
                  <a:pt x="927487" y="628774"/>
                </a:lnTo>
                <a:lnTo>
                  <a:pt x="953900" y="629393"/>
                </a:lnTo>
                <a:lnTo>
                  <a:pt x="980313" y="629964"/>
                </a:lnTo>
                <a:lnTo>
                  <a:pt x="1006735" y="630507"/>
                </a:lnTo>
                <a:lnTo>
                  <a:pt x="1033148" y="630993"/>
                </a:lnTo>
                <a:lnTo>
                  <a:pt x="1059571" y="631450"/>
                </a:lnTo>
                <a:lnTo>
                  <a:pt x="1085983" y="631869"/>
                </a:lnTo>
                <a:lnTo>
                  <a:pt x="1112406" y="632241"/>
                </a:lnTo>
                <a:lnTo>
                  <a:pt x="1138828" y="632584"/>
                </a:lnTo>
                <a:lnTo>
                  <a:pt x="1165241" y="632889"/>
                </a:lnTo>
                <a:lnTo>
                  <a:pt x="1191663" y="633155"/>
                </a:lnTo>
                <a:lnTo>
                  <a:pt x="1218086" y="633384"/>
                </a:lnTo>
                <a:lnTo>
                  <a:pt x="1244508" y="633584"/>
                </a:lnTo>
                <a:lnTo>
                  <a:pt x="1270930" y="633746"/>
                </a:lnTo>
                <a:lnTo>
                  <a:pt x="1297353" y="633870"/>
                </a:lnTo>
                <a:lnTo>
                  <a:pt x="1323775" y="633965"/>
                </a:lnTo>
                <a:lnTo>
                  <a:pt x="1350197" y="634022"/>
                </a:lnTo>
                <a:lnTo>
                  <a:pt x="1376620" y="634051"/>
                </a:lnTo>
                <a:lnTo>
                  <a:pt x="1403042" y="634041"/>
                </a:lnTo>
                <a:lnTo>
                  <a:pt x="1429464" y="634003"/>
                </a:lnTo>
                <a:lnTo>
                  <a:pt x="1455877" y="633927"/>
                </a:lnTo>
                <a:lnTo>
                  <a:pt x="1482300" y="633822"/>
                </a:lnTo>
                <a:lnTo>
                  <a:pt x="1508722" y="633679"/>
                </a:lnTo>
                <a:lnTo>
                  <a:pt x="1535144" y="633498"/>
                </a:lnTo>
                <a:lnTo>
                  <a:pt x="1561567" y="633289"/>
                </a:lnTo>
                <a:lnTo>
                  <a:pt x="1587989" y="633041"/>
                </a:lnTo>
                <a:lnTo>
                  <a:pt x="1614411" y="632755"/>
                </a:lnTo>
                <a:lnTo>
                  <a:pt x="1640824" y="632441"/>
                </a:lnTo>
                <a:lnTo>
                  <a:pt x="1667246" y="632079"/>
                </a:lnTo>
                <a:lnTo>
                  <a:pt x="1693669" y="631688"/>
                </a:lnTo>
                <a:lnTo>
                  <a:pt x="1720082" y="631260"/>
                </a:lnTo>
                <a:lnTo>
                  <a:pt x="1746504" y="630784"/>
                </a:lnTo>
                <a:lnTo>
                  <a:pt x="1772917" y="630279"/>
                </a:lnTo>
                <a:lnTo>
                  <a:pt x="1799339" y="629726"/>
                </a:lnTo>
                <a:lnTo>
                  <a:pt x="1825752" y="629126"/>
                </a:lnTo>
                <a:lnTo>
                  <a:pt x="1852165" y="628488"/>
                </a:lnTo>
                <a:lnTo>
                  <a:pt x="1878578" y="627802"/>
                </a:lnTo>
                <a:lnTo>
                  <a:pt x="1904990" y="627069"/>
                </a:lnTo>
                <a:lnTo>
                  <a:pt x="1931403" y="626288"/>
                </a:lnTo>
                <a:lnTo>
                  <a:pt x="1957807" y="625459"/>
                </a:lnTo>
                <a:lnTo>
                  <a:pt x="1984219" y="624564"/>
                </a:lnTo>
                <a:lnTo>
                  <a:pt x="2010623" y="623621"/>
                </a:lnTo>
                <a:lnTo>
                  <a:pt x="2037026" y="622611"/>
                </a:lnTo>
                <a:lnTo>
                  <a:pt x="2063420" y="621544"/>
                </a:lnTo>
                <a:lnTo>
                  <a:pt x="2089823" y="620401"/>
                </a:lnTo>
                <a:lnTo>
                  <a:pt x="2116217" y="619192"/>
                </a:lnTo>
                <a:lnTo>
                  <a:pt x="2142601" y="617906"/>
                </a:lnTo>
                <a:lnTo>
                  <a:pt x="2168995" y="616525"/>
                </a:lnTo>
                <a:lnTo>
                  <a:pt x="2195370" y="615048"/>
                </a:lnTo>
                <a:lnTo>
                  <a:pt x="2221744" y="613477"/>
                </a:lnTo>
                <a:lnTo>
                  <a:pt x="2248119" y="611800"/>
                </a:lnTo>
                <a:lnTo>
                  <a:pt x="2274475" y="609991"/>
                </a:lnTo>
                <a:lnTo>
                  <a:pt x="2300821" y="608028"/>
                </a:lnTo>
                <a:lnTo>
                  <a:pt x="2327158" y="605904"/>
                </a:lnTo>
                <a:lnTo>
                  <a:pt x="2353485" y="603590"/>
                </a:lnTo>
                <a:lnTo>
                  <a:pt x="2379783" y="601047"/>
                </a:lnTo>
                <a:lnTo>
                  <a:pt x="2406053" y="598218"/>
                </a:lnTo>
                <a:lnTo>
                  <a:pt x="2432275" y="595027"/>
                </a:lnTo>
                <a:lnTo>
                  <a:pt x="2458441" y="591369"/>
                </a:lnTo>
                <a:lnTo>
                  <a:pt x="2484501" y="587026"/>
                </a:lnTo>
                <a:lnTo>
                  <a:pt x="2510352" y="581568"/>
                </a:lnTo>
                <a:lnTo>
                  <a:pt x="2535584" y="573815"/>
                </a:lnTo>
                <a:lnTo>
                  <a:pt x="2553357" y="556298"/>
                </a:lnTo>
                <a:lnTo>
                  <a:pt x="2562882" y="531657"/>
                </a:lnTo>
                <a:lnTo>
                  <a:pt x="2572407" y="507006"/>
                </a:lnTo>
                <a:lnTo>
                  <a:pt x="2581932" y="482365"/>
                </a:lnTo>
                <a:lnTo>
                  <a:pt x="2591457" y="457714"/>
                </a:lnTo>
                <a:lnTo>
                  <a:pt x="2600982" y="433073"/>
                </a:lnTo>
                <a:lnTo>
                  <a:pt x="2610507" y="408422"/>
                </a:lnTo>
                <a:lnTo>
                  <a:pt x="2620032" y="383781"/>
                </a:lnTo>
                <a:lnTo>
                  <a:pt x="2629557" y="359131"/>
                </a:lnTo>
                <a:lnTo>
                  <a:pt x="2639082" y="334489"/>
                </a:lnTo>
                <a:lnTo>
                  <a:pt x="2648607" y="309848"/>
                </a:lnTo>
                <a:lnTo>
                  <a:pt x="2658132" y="285198"/>
                </a:lnTo>
                <a:lnTo>
                  <a:pt x="2667648" y="260556"/>
                </a:lnTo>
                <a:lnTo>
                  <a:pt x="2677173" y="235906"/>
                </a:lnTo>
                <a:lnTo>
                  <a:pt x="2686698" y="211265"/>
                </a:lnTo>
                <a:lnTo>
                  <a:pt x="2696223" y="186614"/>
                </a:lnTo>
                <a:lnTo>
                  <a:pt x="2705748" y="161973"/>
                </a:lnTo>
                <a:lnTo>
                  <a:pt x="2715273" y="137322"/>
                </a:lnTo>
                <a:lnTo>
                  <a:pt x="2724798" y="112681"/>
                </a:lnTo>
                <a:lnTo>
                  <a:pt x="2734323" y="88040"/>
                </a:lnTo>
                <a:lnTo>
                  <a:pt x="2743848" y="63389"/>
                </a:lnTo>
                <a:lnTo>
                  <a:pt x="2753373" y="38748"/>
                </a:lnTo>
                <a:lnTo>
                  <a:pt x="2762898" y="14097"/>
                </a:lnTo>
                <a:lnTo>
                  <a:pt x="2761459" y="8363"/>
                </a:lnTo>
                <a:lnTo>
                  <a:pt x="2736742" y="17497"/>
                </a:lnTo>
                <a:lnTo>
                  <a:pt x="2710948" y="23193"/>
                </a:lnTo>
                <a:lnTo>
                  <a:pt x="2684897" y="27584"/>
                </a:lnTo>
                <a:lnTo>
                  <a:pt x="2658732" y="31232"/>
                </a:lnTo>
                <a:lnTo>
                  <a:pt x="2632500" y="34385"/>
                </a:lnTo>
                <a:lnTo>
                  <a:pt x="2606221" y="37176"/>
                </a:lnTo>
                <a:lnTo>
                  <a:pt x="2579922" y="39691"/>
                </a:lnTo>
                <a:lnTo>
                  <a:pt x="2553595" y="41967"/>
                </a:lnTo>
                <a:lnTo>
                  <a:pt x="2527259" y="44063"/>
                </a:lnTo>
                <a:lnTo>
                  <a:pt x="2500913" y="46006"/>
                </a:lnTo>
                <a:lnTo>
                  <a:pt x="2474547" y="47796"/>
                </a:lnTo>
                <a:lnTo>
                  <a:pt x="2448182" y="49482"/>
                </a:lnTo>
                <a:lnTo>
                  <a:pt x="2421807" y="51044"/>
                </a:lnTo>
                <a:lnTo>
                  <a:pt x="2395423" y="52521"/>
                </a:lnTo>
                <a:lnTo>
                  <a:pt x="2369039" y="53912"/>
                </a:lnTo>
                <a:lnTo>
                  <a:pt x="2342645" y="55226"/>
                </a:lnTo>
                <a:lnTo>
                  <a:pt x="2316261" y="56464"/>
                </a:lnTo>
                <a:lnTo>
                  <a:pt x="2289858" y="57636"/>
                </a:lnTo>
                <a:lnTo>
                  <a:pt x="2263464" y="58750"/>
                </a:lnTo>
                <a:lnTo>
                  <a:pt x="2237061" y="59807"/>
                </a:lnTo>
                <a:lnTo>
                  <a:pt x="2210657" y="60798"/>
                </a:lnTo>
                <a:lnTo>
                  <a:pt x="2184254" y="61751"/>
                </a:lnTo>
                <a:lnTo>
                  <a:pt x="2157851" y="62646"/>
                </a:lnTo>
                <a:lnTo>
                  <a:pt x="2131438" y="63494"/>
                </a:lnTo>
                <a:lnTo>
                  <a:pt x="2105025" y="64303"/>
                </a:lnTo>
                <a:lnTo>
                  <a:pt x="2078622" y="65075"/>
                </a:lnTo>
                <a:lnTo>
                  <a:pt x="2052209" y="65799"/>
                </a:lnTo>
                <a:lnTo>
                  <a:pt x="2025796" y="66494"/>
                </a:lnTo>
                <a:lnTo>
                  <a:pt x="1999383" y="67142"/>
                </a:lnTo>
                <a:lnTo>
                  <a:pt x="1972961" y="67761"/>
                </a:lnTo>
                <a:lnTo>
                  <a:pt x="1946548" y="68351"/>
                </a:lnTo>
                <a:lnTo>
                  <a:pt x="1920135" y="68904"/>
                </a:lnTo>
                <a:lnTo>
                  <a:pt x="1893713" y="69428"/>
                </a:lnTo>
                <a:lnTo>
                  <a:pt x="1867300" y="69914"/>
                </a:lnTo>
                <a:lnTo>
                  <a:pt x="1840878" y="70371"/>
                </a:lnTo>
                <a:lnTo>
                  <a:pt x="1814465" y="70799"/>
                </a:lnTo>
                <a:lnTo>
                  <a:pt x="1788043" y="71199"/>
                </a:lnTo>
                <a:lnTo>
                  <a:pt x="1761630" y="71571"/>
                </a:lnTo>
                <a:lnTo>
                  <a:pt x="1735207" y="71923"/>
                </a:lnTo>
                <a:lnTo>
                  <a:pt x="1708785" y="72238"/>
                </a:lnTo>
                <a:lnTo>
                  <a:pt x="1682363" y="72523"/>
                </a:lnTo>
                <a:lnTo>
                  <a:pt x="1655950" y="72790"/>
                </a:lnTo>
                <a:lnTo>
                  <a:pt x="1629527" y="73028"/>
                </a:lnTo>
                <a:lnTo>
                  <a:pt x="1603105" y="73247"/>
                </a:lnTo>
                <a:lnTo>
                  <a:pt x="1576683" y="73438"/>
                </a:lnTo>
                <a:lnTo>
                  <a:pt x="1550260" y="73600"/>
                </a:lnTo>
                <a:lnTo>
                  <a:pt x="1523838" y="73743"/>
                </a:lnTo>
                <a:lnTo>
                  <a:pt x="1497416" y="73857"/>
                </a:lnTo>
                <a:lnTo>
                  <a:pt x="1470993" y="73943"/>
                </a:lnTo>
                <a:lnTo>
                  <a:pt x="1444571" y="74019"/>
                </a:lnTo>
                <a:lnTo>
                  <a:pt x="1418149" y="74057"/>
                </a:lnTo>
                <a:lnTo>
                  <a:pt x="1391726" y="74076"/>
                </a:lnTo>
                <a:lnTo>
                  <a:pt x="1365314" y="74066"/>
                </a:lnTo>
                <a:lnTo>
                  <a:pt x="1338891" y="74038"/>
                </a:lnTo>
                <a:lnTo>
                  <a:pt x="1312469" y="73990"/>
                </a:lnTo>
                <a:lnTo>
                  <a:pt x="1286046" y="73914"/>
                </a:lnTo>
                <a:lnTo>
                  <a:pt x="1259624" y="73809"/>
                </a:lnTo>
                <a:lnTo>
                  <a:pt x="1233202" y="73685"/>
                </a:lnTo>
                <a:lnTo>
                  <a:pt x="1206779" y="73533"/>
                </a:lnTo>
                <a:lnTo>
                  <a:pt x="1180357" y="73362"/>
                </a:lnTo>
                <a:lnTo>
                  <a:pt x="1153935" y="73162"/>
                </a:lnTo>
                <a:lnTo>
                  <a:pt x="1127512" y="72933"/>
                </a:lnTo>
                <a:lnTo>
                  <a:pt x="1101090" y="72685"/>
                </a:lnTo>
                <a:lnTo>
                  <a:pt x="1074677" y="72409"/>
                </a:lnTo>
                <a:lnTo>
                  <a:pt x="1048255" y="72104"/>
                </a:lnTo>
                <a:lnTo>
                  <a:pt x="1021832" y="71771"/>
                </a:lnTo>
                <a:lnTo>
                  <a:pt x="995410" y="71418"/>
                </a:lnTo>
                <a:lnTo>
                  <a:pt x="968997" y="71037"/>
                </a:lnTo>
                <a:lnTo>
                  <a:pt x="942575" y="70618"/>
                </a:lnTo>
                <a:lnTo>
                  <a:pt x="916162" y="70180"/>
                </a:lnTo>
                <a:lnTo>
                  <a:pt x="889740" y="69704"/>
                </a:lnTo>
                <a:lnTo>
                  <a:pt x="863327" y="69199"/>
                </a:lnTo>
                <a:lnTo>
                  <a:pt x="836905" y="68666"/>
                </a:lnTo>
                <a:lnTo>
                  <a:pt x="810492" y="68104"/>
                </a:lnTo>
                <a:lnTo>
                  <a:pt x="784079" y="67504"/>
                </a:lnTo>
                <a:lnTo>
                  <a:pt x="757666" y="66875"/>
                </a:lnTo>
                <a:lnTo>
                  <a:pt x="731253" y="66208"/>
                </a:lnTo>
                <a:lnTo>
                  <a:pt x="704840" y="65494"/>
                </a:lnTo>
                <a:lnTo>
                  <a:pt x="678428" y="64751"/>
                </a:lnTo>
                <a:lnTo>
                  <a:pt x="652015" y="63960"/>
                </a:lnTo>
                <a:lnTo>
                  <a:pt x="625602" y="63132"/>
                </a:lnTo>
                <a:lnTo>
                  <a:pt x="599199" y="62265"/>
                </a:lnTo>
                <a:lnTo>
                  <a:pt x="572795" y="61341"/>
                </a:lnTo>
                <a:lnTo>
                  <a:pt x="546392" y="60379"/>
                </a:lnTo>
                <a:lnTo>
                  <a:pt x="519989" y="59350"/>
                </a:lnTo>
                <a:lnTo>
                  <a:pt x="493586" y="58274"/>
                </a:lnTo>
                <a:lnTo>
                  <a:pt x="467192" y="57140"/>
                </a:lnTo>
                <a:lnTo>
                  <a:pt x="440798" y="55940"/>
                </a:lnTo>
                <a:lnTo>
                  <a:pt x="414404" y="54674"/>
                </a:lnTo>
                <a:lnTo>
                  <a:pt x="388010" y="53330"/>
                </a:lnTo>
                <a:lnTo>
                  <a:pt x="361636" y="51911"/>
                </a:lnTo>
                <a:lnTo>
                  <a:pt x="335251" y="50387"/>
                </a:lnTo>
                <a:lnTo>
                  <a:pt x="308877" y="48768"/>
                </a:lnTo>
                <a:lnTo>
                  <a:pt x="282512" y="47044"/>
                </a:lnTo>
                <a:lnTo>
                  <a:pt x="256156" y="45196"/>
                </a:lnTo>
                <a:lnTo>
                  <a:pt x="229810" y="43186"/>
                </a:lnTo>
                <a:lnTo>
                  <a:pt x="203483" y="41015"/>
                </a:lnTo>
                <a:lnTo>
                  <a:pt x="177165" y="38643"/>
                </a:lnTo>
                <a:lnTo>
                  <a:pt x="150876" y="36024"/>
                </a:lnTo>
                <a:lnTo>
                  <a:pt x="124616" y="33090"/>
                </a:lnTo>
                <a:lnTo>
                  <a:pt x="98403" y="29747"/>
                </a:lnTo>
                <a:lnTo>
                  <a:pt x="72276" y="25822"/>
                </a:lnTo>
                <a:lnTo>
                  <a:pt x="46311" y="20974"/>
                </a:lnTo>
                <a:lnTo>
                  <a:pt x="20755" y="14307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8" name="funnel-step-cap-1">
            <a:extLst xmlns:a="http://schemas.openxmlformats.org/drawingml/2006/main">
              <a:ext uri="{FF2B5EF4-FFF2-40B4-BE49-F238E27FC236}">
                <a16:creationId xmlns:a16="http://schemas.microsoft.com/office/drawing/2014/main" id="{A300B7BC-2F73-4D0E-ADA3-116E62C81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97356" y="2448878"/>
            <a:ext cx="2768289" cy="21081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9" name="funnel-step-body-2">
            <a:extLst xmlns:a="http://schemas.openxmlformats.org/drawingml/2006/main">
              <a:ext uri="{FF2B5EF4-FFF2-40B4-BE49-F238E27FC236}">
                <a16:creationId xmlns:a16="http://schemas.microsoft.com/office/drawing/2014/main" id="{CC2EC625-B64D-4D50-8DBF-3288B232A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213735" y="3260693"/>
            <a:ext cx="2332853" cy="634146"/>
          </a:xfrm>
          <a:custGeom xmlns:a="http://schemas.openxmlformats.org/drawingml/2006/main">
            <a:pathLst>
              <a:path w="2332853" h="634146">
                <a:moveTo>
                  <a:pt x="0" y="0"/>
                </a:moveTo>
                <a:lnTo>
                  <a:pt x="7610" y="21641"/>
                </a:lnTo>
                <a:lnTo>
                  <a:pt x="15221" y="43291"/>
                </a:lnTo>
                <a:lnTo>
                  <a:pt x="22822" y="64932"/>
                </a:lnTo>
                <a:lnTo>
                  <a:pt x="30432" y="86573"/>
                </a:lnTo>
                <a:lnTo>
                  <a:pt x="38043" y="108223"/>
                </a:lnTo>
                <a:lnTo>
                  <a:pt x="45653" y="129864"/>
                </a:lnTo>
                <a:lnTo>
                  <a:pt x="53264" y="151505"/>
                </a:lnTo>
                <a:lnTo>
                  <a:pt x="60865" y="173155"/>
                </a:lnTo>
                <a:lnTo>
                  <a:pt x="68475" y="194796"/>
                </a:lnTo>
                <a:lnTo>
                  <a:pt x="76086" y="216437"/>
                </a:lnTo>
                <a:lnTo>
                  <a:pt x="83696" y="238087"/>
                </a:lnTo>
                <a:lnTo>
                  <a:pt x="91307" y="259728"/>
                </a:lnTo>
                <a:lnTo>
                  <a:pt x="98908" y="281369"/>
                </a:lnTo>
                <a:lnTo>
                  <a:pt x="106518" y="303019"/>
                </a:lnTo>
                <a:lnTo>
                  <a:pt x="114129" y="324660"/>
                </a:lnTo>
                <a:lnTo>
                  <a:pt x="121739" y="346300"/>
                </a:lnTo>
                <a:lnTo>
                  <a:pt x="129350" y="367951"/>
                </a:lnTo>
                <a:lnTo>
                  <a:pt x="136950" y="389592"/>
                </a:lnTo>
                <a:lnTo>
                  <a:pt x="144561" y="411232"/>
                </a:lnTo>
                <a:lnTo>
                  <a:pt x="152171" y="432883"/>
                </a:lnTo>
                <a:lnTo>
                  <a:pt x="159782" y="454523"/>
                </a:lnTo>
                <a:lnTo>
                  <a:pt x="167392" y="476164"/>
                </a:lnTo>
                <a:lnTo>
                  <a:pt x="174993" y="497815"/>
                </a:lnTo>
                <a:lnTo>
                  <a:pt x="182604" y="519455"/>
                </a:lnTo>
                <a:lnTo>
                  <a:pt x="190214" y="541096"/>
                </a:lnTo>
                <a:lnTo>
                  <a:pt x="197396" y="562842"/>
                </a:lnTo>
                <a:lnTo>
                  <a:pt x="215436" y="576139"/>
                </a:lnTo>
                <a:lnTo>
                  <a:pt x="237220" y="583292"/>
                </a:lnTo>
                <a:lnTo>
                  <a:pt x="259556" y="588540"/>
                </a:lnTo>
                <a:lnTo>
                  <a:pt x="282102" y="592788"/>
                </a:lnTo>
                <a:lnTo>
                  <a:pt x="304752" y="596398"/>
                </a:lnTo>
                <a:lnTo>
                  <a:pt x="327479" y="599551"/>
                </a:lnTo>
                <a:lnTo>
                  <a:pt x="350253" y="602361"/>
                </a:lnTo>
                <a:lnTo>
                  <a:pt x="373047" y="604895"/>
                </a:lnTo>
                <a:lnTo>
                  <a:pt x="395878" y="607200"/>
                </a:lnTo>
                <a:lnTo>
                  <a:pt x="418719" y="609314"/>
                </a:lnTo>
                <a:lnTo>
                  <a:pt x="441579" y="611257"/>
                </a:lnTo>
                <a:lnTo>
                  <a:pt x="464458" y="613058"/>
                </a:lnTo>
                <a:lnTo>
                  <a:pt x="487337" y="614724"/>
                </a:lnTo>
                <a:lnTo>
                  <a:pt x="510226" y="616287"/>
                </a:lnTo>
                <a:lnTo>
                  <a:pt x="533124" y="617744"/>
                </a:lnTo>
                <a:lnTo>
                  <a:pt x="556022" y="619106"/>
                </a:lnTo>
                <a:lnTo>
                  <a:pt x="578930" y="620382"/>
                </a:lnTo>
                <a:lnTo>
                  <a:pt x="601837" y="621573"/>
                </a:lnTo>
                <a:lnTo>
                  <a:pt x="624754" y="622697"/>
                </a:lnTo>
                <a:lnTo>
                  <a:pt x="647671" y="623754"/>
                </a:lnTo>
                <a:lnTo>
                  <a:pt x="670598" y="624735"/>
                </a:lnTo>
                <a:lnTo>
                  <a:pt x="693515" y="625650"/>
                </a:lnTo>
                <a:lnTo>
                  <a:pt x="716442" y="626516"/>
                </a:lnTo>
                <a:lnTo>
                  <a:pt x="739378" y="627326"/>
                </a:lnTo>
                <a:lnTo>
                  <a:pt x="762305" y="628079"/>
                </a:lnTo>
                <a:lnTo>
                  <a:pt x="785231" y="628783"/>
                </a:lnTo>
                <a:lnTo>
                  <a:pt x="808168" y="629431"/>
                </a:lnTo>
                <a:lnTo>
                  <a:pt x="831104" y="630041"/>
                </a:lnTo>
                <a:lnTo>
                  <a:pt x="854040" y="630603"/>
                </a:lnTo>
                <a:lnTo>
                  <a:pt x="876976" y="631117"/>
                </a:lnTo>
                <a:lnTo>
                  <a:pt x="899912" y="631584"/>
                </a:lnTo>
                <a:lnTo>
                  <a:pt x="922849" y="632012"/>
                </a:lnTo>
                <a:lnTo>
                  <a:pt x="945794" y="632403"/>
                </a:lnTo>
                <a:lnTo>
                  <a:pt x="968731" y="632746"/>
                </a:lnTo>
                <a:lnTo>
                  <a:pt x="991667" y="633051"/>
                </a:lnTo>
                <a:lnTo>
                  <a:pt x="1014613" y="633317"/>
                </a:lnTo>
                <a:lnTo>
                  <a:pt x="1037549" y="633555"/>
                </a:lnTo>
                <a:lnTo>
                  <a:pt x="1060494" y="633746"/>
                </a:lnTo>
                <a:lnTo>
                  <a:pt x="1083431" y="633898"/>
                </a:lnTo>
                <a:lnTo>
                  <a:pt x="1106376" y="634013"/>
                </a:lnTo>
                <a:lnTo>
                  <a:pt x="1129322" y="634098"/>
                </a:lnTo>
                <a:lnTo>
                  <a:pt x="1152258" y="634136"/>
                </a:lnTo>
                <a:lnTo>
                  <a:pt x="1175204" y="634146"/>
                </a:lnTo>
                <a:lnTo>
                  <a:pt x="1198150" y="634117"/>
                </a:lnTo>
                <a:lnTo>
                  <a:pt x="1221086" y="634051"/>
                </a:lnTo>
                <a:lnTo>
                  <a:pt x="1244032" y="633946"/>
                </a:lnTo>
                <a:lnTo>
                  <a:pt x="1266977" y="633803"/>
                </a:lnTo>
                <a:lnTo>
                  <a:pt x="1289914" y="633622"/>
                </a:lnTo>
                <a:lnTo>
                  <a:pt x="1312859" y="633403"/>
                </a:lnTo>
                <a:lnTo>
                  <a:pt x="1335796" y="633155"/>
                </a:lnTo>
                <a:lnTo>
                  <a:pt x="1358741" y="632860"/>
                </a:lnTo>
                <a:lnTo>
                  <a:pt x="1381677" y="632527"/>
                </a:lnTo>
                <a:lnTo>
                  <a:pt x="1404614" y="632155"/>
                </a:lnTo>
                <a:lnTo>
                  <a:pt x="1427559" y="631736"/>
                </a:lnTo>
                <a:lnTo>
                  <a:pt x="1450496" y="631279"/>
                </a:lnTo>
                <a:lnTo>
                  <a:pt x="1473432" y="630784"/>
                </a:lnTo>
                <a:lnTo>
                  <a:pt x="1496368" y="630241"/>
                </a:lnTo>
                <a:lnTo>
                  <a:pt x="1519304" y="629650"/>
                </a:lnTo>
                <a:lnTo>
                  <a:pt x="1542231" y="629012"/>
                </a:lnTo>
                <a:lnTo>
                  <a:pt x="1565167" y="628336"/>
                </a:lnTo>
                <a:lnTo>
                  <a:pt x="1588094" y="627602"/>
                </a:lnTo>
                <a:lnTo>
                  <a:pt x="1611030" y="626812"/>
                </a:lnTo>
                <a:lnTo>
                  <a:pt x="1633957" y="625964"/>
                </a:lnTo>
                <a:lnTo>
                  <a:pt x="1656874" y="625059"/>
                </a:lnTo>
                <a:lnTo>
                  <a:pt x="1679800" y="624097"/>
                </a:lnTo>
                <a:lnTo>
                  <a:pt x="1702718" y="623078"/>
                </a:lnTo>
                <a:lnTo>
                  <a:pt x="1725635" y="621983"/>
                </a:lnTo>
                <a:lnTo>
                  <a:pt x="1748552" y="620811"/>
                </a:lnTo>
                <a:lnTo>
                  <a:pt x="1771460" y="619563"/>
                </a:lnTo>
                <a:lnTo>
                  <a:pt x="1794358" y="618230"/>
                </a:lnTo>
                <a:lnTo>
                  <a:pt x="1817256" y="616820"/>
                </a:lnTo>
                <a:lnTo>
                  <a:pt x="1840154" y="615286"/>
                </a:lnTo>
                <a:lnTo>
                  <a:pt x="1863033" y="613658"/>
                </a:lnTo>
                <a:lnTo>
                  <a:pt x="1885912" y="611905"/>
                </a:lnTo>
                <a:lnTo>
                  <a:pt x="1908772" y="610010"/>
                </a:lnTo>
                <a:lnTo>
                  <a:pt x="1931622" y="607962"/>
                </a:lnTo>
                <a:lnTo>
                  <a:pt x="1954454" y="605723"/>
                </a:lnTo>
                <a:lnTo>
                  <a:pt x="1977266" y="603275"/>
                </a:lnTo>
                <a:lnTo>
                  <a:pt x="2000050" y="600580"/>
                </a:lnTo>
                <a:lnTo>
                  <a:pt x="2022796" y="597551"/>
                </a:lnTo>
                <a:lnTo>
                  <a:pt x="2045475" y="594122"/>
                </a:lnTo>
                <a:lnTo>
                  <a:pt x="2068068" y="590121"/>
                </a:lnTo>
                <a:lnTo>
                  <a:pt x="2090490" y="585283"/>
                </a:lnTo>
                <a:lnTo>
                  <a:pt x="2112540" y="578987"/>
                </a:lnTo>
                <a:lnTo>
                  <a:pt x="2133105" y="569024"/>
                </a:lnTo>
                <a:lnTo>
                  <a:pt x="2142639" y="548707"/>
                </a:lnTo>
                <a:lnTo>
                  <a:pt x="2150250" y="527066"/>
                </a:lnTo>
                <a:lnTo>
                  <a:pt x="2157860" y="505416"/>
                </a:lnTo>
                <a:lnTo>
                  <a:pt x="2165471" y="483775"/>
                </a:lnTo>
                <a:lnTo>
                  <a:pt x="2173081" y="462134"/>
                </a:lnTo>
                <a:lnTo>
                  <a:pt x="2180682" y="440484"/>
                </a:lnTo>
                <a:lnTo>
                  <a:pt x="2188293" y="418843"/>
                </a:lnTo>
                <a:lnTo>
                  <a:pt x="2195903" y="397202"/>
                </a:lnTo>
                <a:lnTo>
                  <a:pt x="2203514" y="375552"/>
                </a:lnTo>
                <a:lnTo>
                  <a:pt x="2211124" y="353911"/>
                </a:lnTo>
                <a:lnTo>
                  <a:pt x="2218725" y="332270"/>
                </a:lnTo>
                <a:lnTo>
                  <a:pt x="2226335" y="310620"/>
                </a:lnTo>
                <a:lnTo>
                  <a:pt x="2233946" y="288979"/>
                </a:lnTo>
                <a:lnTo>
                  <a:pt x="2241556" y="267338"/>
                </a:lnTo>
                <a:lnTo>
                  <a:pt x="2249157" y="245688"/>
                </a:lnTo>
                <a:lnTo>
                  <a:pt x="2256768" y="224047"/>
                </a:lnTo>
                <a:lnTo>
                  <a:pt x="2264378" y="202406"/>
                </a:lnTo>
                <a:lnTo>
                  <a:pt x="2271989" y="180756"/>
                </a:lnTo>
                <a:lnTo>
                  <a:pt x="2279599" y="159115"/>
                </a:lnTo>
                <a:lnTo>
                  <a:pt x="2287200" y="137474"/>
                </a:lnTo>
                <a:lnTo>
                  <a:pt x="2294811" y="115824"/>
                </a:lnTo>
                <a:lnTo>
                  <a:pt x="2302421" y="94183"/>
                </a:lnTo>
                <a:lnTo>
                  <a:pt x="2310032" y="72542"/>
                </a:lnTo>
                <a:lnTo>
                  <a:pt x="2317642" y="50892"/>
                </a:lnTo>
                <a:lnTo>
                  <a:pt x="2325243" y="29251"/>
                </a:lnTo>
                <a:lnTo>
                  <a:pt x="2332853" y="7610"/>
                </a:lnTo>
                <a:lnTo>
                  <a:pt x="2326072" y="10630"/>
                </a:lnTo>
                <a:lnTo>
                  <a:pt x="2304669" y="18774"/>
                </a:lnTo>
                <a:lnTo>
                  <a:pt x="2282390" y="24251"/>
                </a:lnTo>
                <a:lnTo>
                  <a:pt x="2259854" y="28546"/>
                </a:lnTo>
                <a:lnTo>
                  <a:pt x="2237203" y="32137"/>
                </a:lnTo>
                <a:lnTo>
                  <a:pt x="2214467" y="35271"/>
                </a:lnTo>
                <a:lnTo>
                  <a:pt x="2191693" y="38043"/>
                </a:lnTo>
                <a:lnTo>
                  <a:pt x="2168890" y="40538"/>
                </a:lnTo>
                <a:lnTo>
                  <a:pt x="2146059" y="42815"/>
                </a:lnTo>
                <a:lnTo>
                  <a:pt x="2123218" y="44901"/>
                </a:lnTo>
                <a:lnTo>
                  <a:pt x="2100358" y="46834"/>
                </a:lnTo>
                <a:lnTo>
                  <a:pt x="2077479" y="48635"/>
                </a:lnTo>
                <a:lnTo>
                  <a:pt x="2054600" y="50302"/>
                </a:lnTo>
                <a:lnTo>
                  <a:pt x="2031711" y="51873"/>
                </a:lnTo>
                <a:lnTo>
                  <a:pt x="2008813" y="53340"/>
                </a:lnTo>
                <a:lnTo>
                  <a:pt x="1985915" y="54731"/>
                </a:lnTo>
                <a:lnTo>
                  <a:pt x="1963007" y="56036"/>
                </a:lnTo>
                <a:lnTo>
                  <a:pt x="1940100" y="57264"/>
                </a:lnTo>
                <a:lnTo>
                  <a:pt x="1917192" y="58426"/>
                </a:lnTo>
                <a:lnTo>
                  <a:pt x="1894275" y="59531"/>
                </a:lnTo>
                <a:lnTo>
                  <a:pt x="1871358" y="60579"/>
                </a:lnTo>
                <a:lnTo>
                  <a:pt x="1848431" y="61570"/>
                </a:lnTo>
                <a:lnTo>
                  <a:pt x="1825514" y="62503"/>
                </a:lnTo>
                <a:lnTo>
                  <a:pt x="1802587" y="63389"/>
                </a:lnTo>
                <a:lnTo>
                  <a:pt x="1779661" y="64237"/>
                </a:lnTo>
                <a:lnTo>
                  <a:pt x="1756734" y="65027"/>
                </a:lnTo>
                <a:lnTo>
                  <a:pt x="1733798" y="65789"/>
                </a:lnTo>
                <a:lnTo>
                  <a:pt x="1710871" y="66504"/>
                </a:lnTo>
                <a:lnTo>
                  <a:pt x="1687935" y="67180"/>
                </a:lnTo>
                <a:lnTo>
                  <a:pt x="1664999" y="67818"/>
                </a:lnTo>
                <a:lnTo>
                  <a:pt x="1642072" y="68418"/>
                </a:lnTo>
                <a:lnTo>
                  <a:pt x="1619136" y="68990"/>
                </a:lnTo>
                <a:lnTo>
                  <a:pt x="1596200" y="69523"/>
                </a:lnTo>
                <a:lnTo>
                  <a:pt x="1573263" y="70028"/>
                </a:lnTo>
                <a:lnTo>
                  <a:pt x="1550327" y="70495"/>
                </a:lnTo>
                <a:lnTo>
                  <a:pt x="1527381" y="70933"/>
                </a:lnTo>
                <a:lnTo>
                  <a:pt x="1504445" y="71333"/>
                </a:lnTo>
                <a:lnTo>
                  <a:pt x="1481509" y="71714"/>
                </a:lnTo>
                <a:lnTo>
                  <a:pt x="1458563" y="72066"/>
                </a:lnTo>
                <a:lnTo>
                  <a:pt x="1435627" y="72390"/>
                </a:lnTo>
                <a:lnTo>
                  <a:pt x="1412681" y="72685"/>
                </a:lnTo>
                <a:lnTo>
                  <a:pt x="1389745" y="72942"/>
                </a:lnTo>
                <a:lnTo>
                  <a:pt x="1366799" y="73181"/>
                </a:lnTo>
                <a:lnTo>
                  <a:pt x="1343863" y="73390"/>
                </a:lnTo>
                <a:lnTo>
                  <a:pt x="1320917" y="73581"/>
                </a:lnTo>
                <a:lnTo>
                  <a:pt x="1297981" y="73733"/>
                </a:lnTo>
                <a:lnTo>
                  <a:pt x="1275036" y="73876"/>
                </a:lnTo>
                <a:lnTo>
                  <a:pt x="1252090" y="73981"/>
                </a:lnTo>
                <a:lnTo>
                  <a:pt x="1229154" y="74057"/>
                </a:lnTo>
                <a:lnTo>
                  <a:pt x="1206208" y="74114"/>
                </a:lnTo>
                <a:lnTo>
                  <a:pt x="1183272" y="74143"/>
                </a:lnTo>
                <a:lnTo>
                  <a:pt x="1160326" y="74143"/>
                </a:lnTo>
                <a:lnTo>
                  <a:pt x="1137380" y="74124"/>
                </a:lnTo>
                <a:lnTo>
                  <a:pt x="1114444" y="74085"/>
                </a:lnTo>
                <a:lnTo>
                  <a:pt x="1091498" y="74009"/>
                </a:lnTo>
                <a:lnTo>
                  <a:pt x="1068553" y="73914"/>
                </a:lnTo>
                <a:lnTo>
                  <a:pt x="1045616" y="73790"/>
                </a:lnTo>
                <a:lnTo>
                  <a:pt x="1022671" y="73638"/>
                </a:lnTo>
                <a:lnTo>
                  <a:pt x="999734" y="73466"/>
                </a:lnTo>
                <a:lnTo>
                  <a:pt x="976789" y="73266"/>
                </a:lnTo>
                <a:lnTo>
                  <a:pt x="953843" y="73028"/>
                </a:lnTo>
                <a:lnTo>
                  <a:pt x="930907" y="72771"/>
                </a:lnTo>
                <a:lnTo>
                  <a:pt x="907961" y="72495"/>
                </a:lnTo>
                <a:lnTo>
                  <a:pt x="885025" y="72180"/>
                </a:lnTo>
                <a:lnTo>
                  <a:pt x="862089" y="71838"/>
                </a:lnTo>
                <a:lnTo>
                  <a:pt x="839143" y="71476"/>
                </a:lnTo>
                <a:lnTo>
                  <a:pt x="816207" y="71085"/>
                </a:lnTo>
                <a:lnTo>
                  <a:pt x="793271" y="70656"/>
                </a:lnTo>
                <a:lnTo>
                  <a:pt x="770334" y="70190"/>
                </a:lnTo>
                <a:lnTo>
                  <a:pt x="747398" y="69704"/>
                </a:lnTo>
                <a:lnTo>
                  <a:pt x="724462" y="69180"/>
                </a:lnTo>
                <a:lnTo>
                  <a:pt x="701526" y="68618"/>
                </a:lnTo>
                <a:lnTo>
                  <a:pt x="678590" y="68037"/>
                </a:lnTo>
                <a:lnTo>
                  <a:pt x="655653" y="67408"/>
                </a:lnTo>
                <a:lnTo>
                  <a:pt x="632717" y="66742"/>
                </a:lnTo>
                <a:lnTo>
                  <a:pt x="609791" y="66046"/>
                </a:lnTo>
                <a:lnTo>
                  <a:pt x="586854" y="65303"/>
                </a:lnTo>
                <a:lnTo>
                  <a:pt x="563928" y="64522"/>
                </a:lnTo>
                <a:lnTo>
                  <a:pt x="541001" y="63694"/>
                </a:lnTo>
                <a:lnTo>
                  <a:pt x="518074" y="62827"/>
                </a:lnTo>
                <a:lnTo>
                  <a:pt x="495148" y="61903"/>
                </a:lnTo>
                <a:lnTo>
                  <a:pt x="472230" y="60941"/>
                </a:lnTo>
                <a:lnTo>
                  <a:pt x="449313" y="59912"/>
                </a:lnTo>
                <a:lnTo>
                  <a:pt x="426396" y="58826"/>
                </a:lnTo>
                <a:lnTo>
                  <a:pt x="403479" y="57683"/>
                </a:lnTo>
                <a:lnTo>
                  <a:pt x="380571" y="56474"/>
                </a:lnTo>
                <a:lnTo>
                  <a:pt x="357664" y="55197"/>
                </a:lnTo>
                <a:lnTo>
                  <a:pt x="334756" y="53835"/>
                </a:lnTo>
                <a:lnTo>
                  <a:pt x="311868" y="52397"/>
                </a:lnTo>
                <a:lnTo>
                  <a:pt x="288969" y="50864"/>
                </a:lnTo>
                <a:lnTo>
                  <a:pt x="266090" y="49235"/>
                </a:lnTo>
                <a:lnTo>
                  <a:pt x="243211" y="47482"/>
                </a:lnTo>
                <a:lnTo>
                  <a:pt x="220351" y="45596"/>
                </a:lnTo>
                <a:lnTo>
                  <a:pt x="197491" y="43567"/>
                </a:lnTo>
                <a:lnTo>
                  <a:pt x="174660" y="41358"/>
                </a:lnTo>
                <a:lnTo>
                  <a:pt x="151848" y="38948"/>
                </a:lnTo>
                <a:lnTo>
                  <a:pt x="129054" y="36281"/>
                </a:lnTo>
                <a:lnTo>
                  <a:pt x="106309" y="33290"/>
                </a:lnTo>
                <a:lnTo>
                  <a:pt x="83620" y="29870"/>
                </a:lnTo>
                <a:lnTo>
                  <a:pt x="61036" y="25860"/>
                </a:lnTo>
                <a:lnTo>
                  <a:pt x="38643" y="20888"/>
                </a:lnTo>
                <a:lnTo>
                  <a:pt x="16764" y="14021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10" name="funnel-step-cap-2">
            <a:extLst xmlns:a="http://schemas.openxmlformats.org/drawingml/2006/main">
              <a:ext uri="{FF2B5EF4-FFF2-40B4-BE49-F238E27FC236}">
                <a16:creationId xmlns:a16="http://schemas.microsoft.com/office/drawing/2014/main" id="{92D75F82-4063-4DF3-9C43-461D40D4D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213754" y="3155318"/>
            <a:ext cx="2335482" cy="21081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11" name="funnel-step-body-3">
            <a:extLst xmlns:a="http://schemas.openxmlformats.org/drawingml/2006/main">
              <a:ext uri="{FF2B5EF4-FFF2-40B4-BE49-F238E27FC236}">
                <a16:creationId xmlns:a16="http://schemas.microsoft.com/office/drawing/2014/main" id="{74319FBA-1128-4F58-B674-CD8CB3D5F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410617" y="3967163"/>
            <a:ext cx="1938223" cy="634117"/>
          </a:xfrm>
          <a:custGeom xmlns:a="http://schemas.openxmlformats.org/drawingml/2006/main">
            <a:pathLst>
              <a:path w="1938223" h="634117">
                <a:moveTo>
                  <a:pt x="0" y="0"/>
                </a:moveTo>
                <a:lnTo>
                  <a:pt x="6201" y="18755"/>
                </a:lnTo>
                <a:lnTo>
                  <a:pt x="12402" y="37509"/>
                </a:lnTo>
                <a:lnTo>
                  <a:pt x="18602" y="56255"/>
                </a:lnTo>
                <a:lnTo>
                  <a:pt x="24803" y="75009"/>
                </a:lnTo>
                <a:lnTo>
                  <a:pt x="31004" y="93764"/>
                </a:lnTo>
                <a:lnTo>
                  <a:pt x="37205" y="112519"/>
                </a:lnTo>
                <a:lnTo>
                  <a:pt x="43405" y="131274"/>
                </a:lnTo>
                <a:lnTo>
                  <a:pt x="49606" y="150019"/>
                </a:lnTo>
                <a:lnTo>
                  <a:pt x="55807" y="168773"/>
                </a:lnTo>
                <a:lnTo>
                  <a:pt x="62008" y="187528"/>
                </a:lnTo>
                <a:lnTo>
                  <a:pt x="68209" y="206283"/>
                </a:lnTo>
                <a:lnTo>
                  <a:pt x="74409" y="225038"/>
                </a:lnTo>
                <a:lnTo>
                  <a:pt x="80610" y="243792"/>
                </a:lnTo>
                <a:lnTo>
                  <a:pt x="86811" y="262538"/>
                </a:lnTo>
                <a:lnTo>
                  <a:pt x="93012" y="281292"/>
                </a:lnTo>
                <a:lnTo>
                  <a:pt x="99212" y="300047"/>
                </a:lnTo>
                <a:lnTo>
                  <a:pt x="105413" y="318802"/>
                </a:lnTo>
                <a:lnTo>
                  <a:pt x="111614" y="337556"/>
                </a:lnTo>
                <a:lnTo>
                  <a:pt x="117815" y="356302"/>
                </a:lnTo>
                <a:lnTo>
                  <a:pt x="124016" y="375056"/>
                </a:lnTo>
                <a:lnTo>
                  <a:pt x="130216" y="393811"/>
                </a:lnTo>
                <a:lnTo>
                  <a:pt x="136427" y="412566"/>
                </a:lnTo>
                <a:lnTo>
                  <a:pt x="142627" y="431321"/>
                </a:lnTo>
                <a:lnTo>
                  <a:pt x="148828" y="450066"/>
                </a:lnTo>
                <a:lnTo>
                  <a:pt x="155029" y="468821"/>
                </a:lnTo>
                <a:lnTo>
                  <a:pt x="161230" y="487575"/>
                </a:lnTo>
                <a:lnTo>
                  <a:pt x="167430" y="506330"/>
                </a:lnTo>
                <a:lnTo>
                  <a:pt x="173631" y="525085"/>
                </a:lnTo>
                <a:lnTo>
                  <a:pt x="179832" y="543830"/>
                </a:lnTo>
                <a:lnTo>
                  <a:pt x="185566" y="562689"/>
                </a:lnTo>
                <a:lnTo>
                  <a:pt x="199692" y="575805"/>
                </a:lnTo>
                <a:lnTo>
                  <a:pt x="217961" y="583263"/>
                </a:lnTo>
                <a:lnTo>
                  <a:pt x="236934" y="588740"/>
                </a:lnTo>
                <a:lnTo>
                  <a:pt x="256175" y="593160"/>
                </a:lnTo>
                <a:lnTo>
                  <a:pt x="275568" y="596903"/>
                </a:lnTo>
                <a:lnTo>
                  <a:pt x="295056" y="600161"/>
                </a:lnTo>
                <a:lnTo>
                  <a:pt x="314592" y="603066"/>
                </a:lnTo>
                <a:lnTo>
                  <a:pt x="334166" y="605666"/>
                </a:lnTo>
                <a:lnTo>
                  <a:pt x="353778" y="608038"/>
                </a:lnTo>
                <a:lnTo>
                  <a:pt x="373409" y="610200"/>
                </a:lnTo>
                <a:lnTo>
                  <a:pt x="393059" y="612191"/>
                </a:lnTo>
                <a:lnTo>
                  <a:pt x="412728" y="614020"/>
                </a:lnTo>
                <a:lnTo>
                  <a:pt x="432406" y="615725"/>
                </a:lnTo>
                <a:lnTo>
                  <a:pt x="452095" y="617306"/>
                </a:lnTo>
                <a:lnTo>
                  <a:pt x="471792" y="618782"/>
                </a:lnTo>
                <a:lnTo>
                  <a:pt x="491490" y="620154"/>
                </a:lnTo>
                <a:lnTo>
                  <a:pt x="511207" y="621440"/>
                </a:lnTo>
                <a:lnTo>
                  <a:pt x="530914" y="622630"/>
                </a:lnTo>
                <a:lnTo>
                  <a:pt x="550640" y="623754"/>
                </a:lnTo>
                <a:lnTo>
                  <a:pt x="570357" y="624792"/>
                </a:lnTo>
                <a:lnTo>
                  <a:pt x="590093" y="625764"/>
                </a:lnTo>
                <a:lnTo>
                  <a:pt x="609819" y="626669"/>
                </a:lnTo>
                <a:lnTo>
                  <a:pt x="629555" y="627517"/>
                </a:lnTo>
                <a:lnTo>
                  <a:pt x="649291" y="628307"/>
                </a:lnTo>
                <a:lnTo>
                  <a:pt x="669026" y="629031"/>
                </a:lnTo>
                <a:lnTo>
                  <a:pt x="688772" y="629698"/>
                </a:lnTo>
                <a:lnTo>
                  <a:pt x="708508" y="630317"/>
                </a:lnTo>
                <a:lnTo>
                  <a:pt x="728253" y="630888"/>
                </a:lnTo>
                <a:lnTo>
                  <a:pt x="747998" y="631403"/>
                </a:lnTo>
                <a:lnTo>
                  <a:pt x="767744" y="631879"/>
                </a:lnTo>
                <a:lnTo>
                  <a:pt x="787489" y="632298"/>
                </a:lnTo>
                <a:lnTo>
                  <a:pt x="807234" y="632679"/>
                </a:lnTo>
                <a:lnTo>
                  <a:pt x="826989" y="633012"/>
                </a:lnTo>
                <a:lnTo>
                  <a:pt x="846734" y="633298"/>
                </a:lnTo>
                <a:lnTo>
                  <a:pt x="866489" y="633536"/>
                </a:lnTo>
                <a:lnTo>
                  <a:pt x="886235" y="633736"/>
                </a:lnTo>
                <a:lnTo>
                  <a:pt x="905989" y="633898"/>
                </a:lnTo>
                <a:lnTo>
                  <a:pt x="925735" y="634013"/>
                </a:lnTo>
                <a:lnTo>
                  <a:pt x="945490" y="634089"/>
                </a:lnTo>
                <a:lnTo>
                  <a:pt x="965244" y="634117"/>
                </a:lnTo>
                <a:lnTo>
                  <a:pt x="984990" y="634117"/>
                </a:lnTo>
                <a:lnTo>
                  <a:pt x="1004745" y="634060"/>
                </a:lnTo>
                <a:lnTo>
                  <a:pt x="1024499" y="633974"/>
                </a:lnTo>
                <a:lnTo>
                  <a:pt x="1044245" y="633841"/>
                </a:lnTo>
                <a:lnTo>
                  <a:pt x="1064000" y="633660"/>
                </a:lnTo>
                <a:lnTo>
                  <a:pt x="1083745" y="633441"/>
                </a:lnTo>
                <a:lnTo>
                  <a:pt x="1103500" y="633174"/>
                </a:lnTo>
                <a:lnTo>
                  <a:pt x="1123245" y="632870"/>
                </a:lnTo>
                <a:lnTo>
                  <a:pt x="1143000" y="632517"/>
                </a:lnTo>
                <a:lnTo>
                  <a:pt x="1162745" y="632117"/>
                </a:lnTo>
                <a:lnTo>
                  <a:pt x="1182491" y="631679"/>
                </a:lnTo>
                <a:lnTo>
                  <a:pt x="1202236" y="631193"/>
                </a:lnTo>
                <a:lnTo>
                  <a:pt x="1221981" y="630650"/>
                </a:lnTo>
                <a:lnTo>
                  <a:pt x="1241727" y="630060"/>
                </a:lnTo>
                <a:lnTo>
                  <a:pt x="1261462" y="629422"/>
                </a:lnTo>
                <a:lnTo>
                  <a:pt x="1281208" y="628726"/>
                </a:lnTo>
                <a:lnTo>
                  <a:pt x="1300944" y="627974"/>
                </a:lnTo>
                <a:lnTo>
                  <a:pt x="1320679" y="627164"/>
                </a:lnTo>
                <a:lnTo>
                  <a:pt x="1340406" y="626288"/>
                </a:lnTo>
                <a:lnTo>
                  <a:pt x="1360141" y="625364"/>
                </a:lnTo>
                <a:lnTo>
                  <a:pt x="1379868" y="624354"/>
                </a:lnTo>
                <a:lnTo>
                  <a:pt x="1399584" y="623278"/>
                </a:lnTo>
                <a:lnTo>
                  <a:pt x="1419301" y="622125"/>
                </a:lnTo>
                <a:lnTo>
                  <a:pt x="1439018" y="620906"/>
                </a:lnTo>
                <a:lnTo>
                  <a:pt x="1458725" y="619573"/>
                </a:lnTo>
                <a:lnTo>
                  <a:pt x="1478423" y="618163"/>
                </a:lnTo>
                <a:lnTo>
                  <a:pt x="1498121" y="616649"/>
                </a:lnTo>
                <a:lnTo>
                  <a:pt x="1517799" y="615010"/>
                </a:lnTo>
                <a:lnTo>
                  <a:pt x="1537478" y="613258"/>
                </a:lnTo>
                <a:lnTo>
                  <a:pt x="1557137" y="611353"/>
                </a:lnTo>
                <a:lnTo>
                  <a:pt x="1576778" y="609295"/>
                </a:lnTo>
                <a:lnTo>
                  <a:pt x="1596400" y="607047"/>
                </a:lnTo>
                <a:lnTo>
                  <a:pt x="1616002" y="604580"/>
                </a:lnTo>
                <a:lnTo>
                  <a:pt x="1635557" y="601856"/>
                </a:lnTo>
                <a:lnTo>
                  <a:pt x="1655074" y="598818"/>
                </a:lnTo>
                <a:lnTo>
                  <a:pt x="1674524" y="595360"/>
                </a:lnTo>
                <a:lnTo>
                  <a:pt x="1693859" y="591360"/>
                </a:lnTo>
                <a:lnTo>
                  <a:pt x="1713024" y="586550"/>
                </a:lnTo>
                <a:lnTo>
                  <a:pt x="1731778" y="580406"/>
                </a:lnTo>
                <a:lnTo>
                  <a:pt x="1749276" y="571357"/>
                </a:lnTo>
                <a:lnTo>
                  <a:pt x="1758391" y="554546"/>
                </a:lnTo>
                <a:lnTo>
                  <a:pt x="1764592" y="535791"/>
                </a:lnTo>
                <a:lnTo>
                  <a:pt x="1770793" y="517036"/>
                </a:lnTo>
                <a:lnTo>
                  <a:pt x="1777003" y="498291"/>
                </a:lnTo>
                <a:lnTo>
                  <a:pt x="1783204" y="479536"/>
                </a:lnTo>
                <a:lnTo>
                  <a:pt x="1789405" y="460781"/>
                </a:lnTo>
                <a:lnTo>
                  <a:pt x="1795605" y="442027"/>
                </a:lnTo>
                <a:lnTo>
                  <a:pt x="1801806" y="423272"/>
                </a:lnTo>
                <a:lnTo>
                  <a:pt x="1808007" y="404527"/>
                </a:lnTo>
                <a:lnTo>
                  <a:pt x="1814208" y="385772"/>
                </a:lnTo>
                <a:lnTo>
                  <a:pt x="1820408" y="367017"/>
                </a:lnTo>
                <a:lnTo>
                  <a:pt x="1826609" y="348263"/>
                </a:lnTo>
                <a:lnTo>
                  <a:pt x="1832810" y="329508"/>
                </a:lnTo>
                <a:lnTo>
                  <a:pt x="1839011" y="310763"/>
                </a:lnTo>
                <a:lnTo>
                  <a:pt x="1845212" y="292008"/>
                </a:lnTo>
                <a:lnTo>
                  <a:pt x="1851412" y="273253"/>
                </a:lnTo>
                <a:lnTo>
                  <a:pt x="1857613" y="254498"/>
                </a:lnTo>
                <a:lnTo>
                  <a:pt x="1863814" y="235744"/>
                </a:lnTo>
                <a:lnTo>
                  <a:pt x="1870015" y="216989"/>
                </a:lnTo>
                <a:lnTo>
                  <a:pt x="1876215" y="198244"/>
                </a:lnTo>
                <a:lnTo>
                  <a:pt x="1882416" y="179489"/>
                </a:lnTo>
                <a:lnTo>
                  <a:pt x="1888617" y="160734"/>
                </a:lnTo>
                <a:lnTo>
                  <a:pt x="1894818" y="141980"/>
                </a:lnTo>
                <a:lnTo>
                  <a:pt x="1901019" y="123225"/>
                </a:lnTo>
                <a:lnTo>
                  <a:pt x="1907219" y="104480"/>
                </a:lnTo>
                <a:lnTo>
                  <a:pt x="1913420" y="85725"/>
                </a:lnTo>
                <a:lnTo>
                  <a:pt x="1919621" y="66970"/>
                </a:lnTo>
                <a:lnTo>
                  <a:pt x="1925822" y="48216"/>
                </a:lnTo>
                <a:lnTo>
                  <a:pt x="1932022" y="29461"/>
                </a:lnTo>
                <a:lnTo>
                  <a:pt x="1938223" y="10716"/>
                </a:lnTo>
                <a:lnTo>
                  <a:pt x="1938052" y="7353"/>
                </a:lnTo>
                <a:lnTo>
                  <a:pt x="1920954" y="16993"/>
                </a:lnTo>
                <a:lnTo>
                  <a:pt x="1902162" y="23041"/>
                </a:lnTo>
                <a:lnTo>
                  <a:pt x="1882959" y="27680"/>
                </a:lnTo>
                <a:lnTo>
                  <a:pt x="1863585" y="31509"/>
                </a:lnTo>
                <a:lnTo>
                  <a:pt x="1844107" y="34795"/>
                </a:lnTo>
                <a:lnTo>
                  <a:pt x="1824571" y="37709"/>
                </a:lnTo>
                <a:lnTo>
                  <a:pt x="1804997" y="40310"/>
                </a:lnTo>
                <a:lnTo>
                  <a:pt x="1785385" y="42682"/>
                </a:lnTo>
                <a:lnTo>
                  <a:pt x="1765754" y="44853"/>
                </a:lnTo>
                <a:lnTo>
                  <a:pt x="1746104" y="46844"/>
                </a:lnTo>
                <a:lnTo>
                  <a:pt x="1726435" y="48701"/>
                </a:lnTo>
                <a:lnTo>
                  <a:pt x="1706766" y="50425"/>
                </a:lnTo>
                <a:lnTo>
                  <a:pt x="1687078" y="52045"/>
                </a:lnTo>
                <a:lnTo>
                  <a:pt x="1667380" y="53550"/>
                </a:lnTo>
                <a:lnTo>
                  <a:pt x="1647682" y="54969"/>
                </a:lnTo>
                <a:lnTo>
                  <a:pt x="1627975" y="56302"/>
                </a:lnTo>
                <a:lnTo>
                  <a:pt x="1608268" y="57560"/>
                </a:lnTo>
                <a:lnTo>
                  <a:pt x="1588551" y="58750"/>
                </a:lnTo>
                <a:lnTo>
                  <a:pt x="1568834" y="59874"/>
                </a:lnTo>
                <a:lnTo>
                  <a:pt x="1549108" y="60941"/>
                </a:lnTo>
                <a:lnTo>
                  <a:pt x="1529382" y="61941"/>
                </a:lnTo>
                <a:lnTo>
                  <a:pt x="1509655" y="62894"/>
                </a:lnTo>
                <a:lnTo>
                  <a:pt x="1489920" y="63789"/>
                </a:lnTo>
                <a:lnTo>
                  <a:pt x="1470184" y="64637"/>
                </a:lnTo>
                <a:lnTo>
                  <a:pt x="1450448" y="65437"/>
                </a:lnTo>
                <a:lnTo>
                  <a:pt x="1430712" y="66199"/>
                </a:lnTo>
                <a:lnTo>
                  <a:pt x="1410976" y="66913"/>
                </a:lnTo>
                <a:lnTo>
                  <a:pt x="1391241" y="67589"/>
                </a:lnTo>
                <a:lnTo>
                  <a:pt x="1371495" y="68228"/>
                </a:lnTo>
                <a:lnTo>
                  <a:pt x="1351750" y="68828"/>
                </a:lnTo>
                <a:lnTo>
                  <a:pt x="1332014" y="69390"/>
                </a:lnTo>
                <a:lnTo>
                  <a:pt x="1312269" y="69914"/>
                </a:lnTo>
                <a:lnTo>
                  <a:pt x="1292523" y="70409"/>
                </a:lnTo>
                <a:lnTo>
                  <a:pt x="1272778" y="70866"/>
                </a:lnTo>
                <a:lnTo>
                  <a:pt x="1253023" y="71295"/>
                </a:lnTo>
                <a:lnTo>
                  <a:pt x="1233278" y="71685"/>
                </a:lnTo>
                <a:lnTo>
                  <a:pt x="1213533" y="72047"/>
                </a:lnTo>
                <a:lnTo>
                  <a:pt x="1193778" y="72380"/>
                </a:lnTo>
                <a:lnTo>
                  <a:pt x="1174032" y="72685"/>
                </a:lnTo>
                <a:lnTo>
                  <a:pt x="1154287" y="72962"/>
                </a:lnTo>
                <a:lnTo>
                  <a:pt x="1134532" y="73209"/>
                </a:lnTo>
                <a:lnTo>
                  <a:pt x="1114787" y="73419"/>
                </a:lnTo>
                <a:lnTo>
                  <a:pt x="1095032" y="73609"/>
                </a:lnTo>
                <a:lnTo>
                  <a:pt x="1075277" y="73762"/>
                </a:lnTo>
                <a:lnTo>
                  <a:pt x="1055532" y="73895"/>
                </a:lnTo>
                <a:lnTo>
                  <a:pt x="1035777" y="74000"/>
                </a:lnTo>
                <a:lnTo>
                  <a:pt x="1016032" y="74076"/>
                </a:lnTo>
                <a:lnTo>
                  <a:pt x="996277" y="74124"/>
                </a:lnTo>
                <a:lnTo>
                  <a:pt x="976522" y="74152"/>
                </a:lnTo>
                <a:lnTo>
                  <a:pt x="956777" y="74143"/>
                </a:lnTo>
                <a:lnTo>
                  <a:pt x="937022" y="74105"/>
                </a:lnTo>
                <a:lnTo>
                  <a:pt x="917267" y="74047"/>
                </a:lnTo>
                <a:lnTo>
                  <a:pt x="897522" y="73962"/>
                </a:lnTo>
                <a:lnTo>
                  <a:pt x="877767" y="73847"/>
                </a:lnTo>
                <a:lnTo>
                  <a:pt x="858012" y="73704"/>
                </a:lnTo>
                <a:lnTo>
                  <a:pt x="838267" y="73533"/>
                </a:lnTo>
                <a:lnTo>
                  <a:pt x="818512" y="73333"/>
                </a:lnTo>
                <a:lnTo>
                  <a:pt x="798767" y="73104"/>
                </a:lnTo>
                <a:lnTo>
                  <a:pt x="779012" y="72847"/>
                </a:lnTo>
                <a:lnTo>
                  <a:pt x="759266" y="72561"/>
                </a:lnTo>
                <a:lnTo>
                  <a:pt x="739521" y="72247"/>
                </a:lnTo>
                <a:lnTo>
                  <a:pt x="719766" y="71904"/>
                </a:lnTo>
                <a:lnTo>
                  <a:pt x="700021" y="71523"/>
                </a:lnTo>
                <a:lnTo>
                  <a:pt x="680276" y="71114"/>
                </a:lnTo>
                <a:lnTo>
                  <a:pt x="660530" y="70676"/>
                </a:lnTo>
                <a:lnTo>
                  <a:pt x="640775" y="70199"/>
                </a:lnTo>
                <a:lnTo>
                  <a:pt x="621040" y="69694"/>
                </a:lnTo>
                <a:lnTo>
                  <a:pt x="601294" y="69152"/>
                </a:lnTo>
                <a:lnTo>
                  <a:pt x="581549" y="68570"/>
                </a:lnTo>
                <a:lnTo>
                  <a:pt x="561804" y="67951"/>
                </a:lnTo>
                <a:lnTo>
                  <a:pt x="542068" y="67304"/>
                </a:lnTo>
                <a:lnTo>
                  <a:pt x="522322" y="66608"/>
                </a:lnTo>
                <a:lnTo>
                  <a:pt x="502587" y="65875"/>
                </a:lnTo>
                <a:lnTo>
                  <a:pt x="482851" y="65094"/>
                </a:lnTo>
                <a:lnTo>
                  <a:pt x="463115" y="64275"/>
                </a:lnTo>
                <a:lnTo>
                  <a:pt x="443389" y="63408"/>
                </a:lnTo>
                <a:lnTo>
                  <a:pt x="423653" y="62484"/>
                </a:lnTo>
                <a:lnTo>
                  <a:pt x="403927" y="61512"/>
                </a:lnTo>
                <a:lnTo>
                  <a:pt x="384200" y="60484"/>
                </a:lnTo>
                <a:lnTo>
                  <a:pt x="364484" y="59398"/>
                </a:lnTo>
                <a:lnTo>
                  <a:pt x="344767" y="58245"/>
                </a:lnTo>
                <a:lnTo>
                  <a:pt x="325050" y="57036"/>
                </a:lnTo>
                <a:lnTo>
                  <a:pt x="305343" y="55740"/>
                </a:lnTo>
                <a:lnTo>
                  <a:pt x="285636" y="54369"/>
                </a:lnTo>
                <a:lnTo>
                  <a:pt x="265938" y="52911"/>
                </a:lnTo>
                <a:lnTo>
                  <a:pt x="246250" y="51359"/>
                </a:lnTo>
                <a:lnTo>
                  <a:pt x="226562" y="49701"/>
                </a:lnTo>
                <a:lnTo>
                  <a:pt x="206893" y="47920"/>
                </a:lnTo>
                <a:lnTo>
                  <a:pt x="187233" y="46015"/>
                </a:lnTo>
                <a:lnTo>
                  <a:pt x="167592" y="43939"/>
                </a:lnTo>
                <a:lnTo>
                  <a:pt x="147971" y="41691"/>
                </a:lnTo>
                <a:lnTo>
                  <a:pt x="128368" y="39233"/>
                </a:lnTo>
                <a:lnTo>
                  <a:pt x="108814" y="36500"/>
                </a:lnTo>
                <a:lnTo>
                  <a:pt x="89297" y="33442"/>
                </a:lnTo>
                <a:lnTo>
                  <a:pt x="69856" y="29937"/>
                </a:lnTo>
                <a:lnTo>
                  <a:pt x="50549" y="25813"/>
                </a:lnTo>
                <a:lnTo>
                  <a:pt x="31480" y="20679"/>
                </a:lnTo>
                <a:lnTo>
                  <a:pt x="13068" y="13592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12" name="funnel-step-cap-3">
            <a:extLst xmlns:a="http://schemas.openxmlformats.org/drawingml/2006/main">
              <a:ext uri="{FF2B5EF4-FFF2-40B4-BE49-F238E27FC236}">
                <a16:creationId xmlns:a16="http://schemas.microsoft.com/office/drawing/2014/main" id="{FD7B35EE-68C8-4D88-8ACF-83697A604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410626" y="3861749"/>
            <a:ext cx="1941747" cy="21081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7EAC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13" name="funnel-step-body-4">
            <a:extLst xmlns:a="http://schemas.openxmlformats.org/drawingml/2006/main">
              <a:ext uri="{FF2B5EF4-FFF2-40B4-BE49-F238E27FC236}">
                <a16:creationId xmlns:a16="http://schemas.microsoft.com/office/drawing/2014/main" id="{C3C2FF86-3ACA-403F-8C15-5CCE81B89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595783" y="4673632"/>
            <a:ext cx="1570511" cy="634041"/>
          </a:xfrm>
          <a:custGeom xmlns:a="http://schemas.openxmlformats.org/drawingml/2006/main">
            <a:pathLst>
              <a:path w="1570511" h="634041">
                <a:moveTo>
                  <a:pt x="0" y="0"/>
                </a:moveTo>
                <a:lnTo>
                  <a:pt x="5744" y="18164"/>
                </a:lnTo>
                <a:lnTo>
                  <a:pt x="11478" y="36319"/>
                </a:lnTo>
                <a:lnTo>
                  <a:pt x="17221" y="54483"/>
                </a:lnTo>
                <a:lnTo>
                  <a:pt x="22955" y="72647"/>
                </a:lnTo>
                <a:lnTo>
                  <a:pt x="28699" y="90811"/>
                </a:lnTo>
                <a:lnTo>
                  <a:pt x="34442" y="108966"/>
                </a:lnTo>
                <a:lnTo>
                  <a:pt x="40176" y="127130"/>
                </a:lnTo>
                <a:lnTo>
                  <a:pt x="45920" y="145294"/>
                </a:lnTo>
                <a:lnTo>
                  <a:pt x="51654" y="163459"/>
                </a:lnTo>
                <a:lnTo>
                  <a:pt x="57398" y="181613"/>
                </a:lnTo>
                <a:lnTo>
                  <a:pt x="63141" y="199777"/>
                </a:lnTo>
                <a:lnTo>
                  <a:pt x="68875" y="217942"/>
                </a:lnTo>
                <a:lnTo>
                  <a:pt x="74619" y="236096"/>
                </a:lnTo>
                <a:lnTo>
                  <a:pt x="80353" y="254260"/>
                </a:lnTo>
                <a:lnTo>
                  <a:pt x="86096" y="272425"/>
                </a:lnTo>
                <a:lnTo>
                  <a:pt x="91840" y="290589"/>
                </a:lnTo>
                <a:lnTo>
                  <a:pt x="97574" y="308743"/>
                </a:lnTo>
                <a:lnTo>
                  <a:pt x="103318" y="326908"/>
                </a:lnTo>
                <a:lnTo>
                  <a:pt x="109052" y="345072"/>
                </a:lnTo>
                <a:lnTo>
                  <a:pt x="114795" y="363236"/>
                </a:lnTo>
                <a:lnTo>
                  <a:pt x="120539" y="381391"/>
                </a:lnTo>
                <a:lnTo>
                  <a:pt x="126273" y="399555"/>
                </a:lnTo>
                <a:lnTo>
                  <a:pt x="132017" y="417719"/>
                </a:lnTo>
                <a:lnTo>
                  <a:pt x="137751" y="435874"/>
                </a:lnTo>
                <a:lnTo>
                  <a:pt x="143494" y="454038"/>
                </a:lnTo>
                <a:lnTo>
                  <a:pt x="149238" y="472202"/>
                </a:lnTo>
                <a:lnTo>
                  <a:pt x="154972" y="490366"/>
                </a:lnTo>
                <a:lnTo>
                  <a:pt x="160715" y="508521"/>
                </a:lnTo>
                <a:lnTo>
                  <a:pt x="166449" y="526685"/>
                </a:lnTo>
                <a:lnTo>
                  <a:pt x="172193" y="544849"/>
                </a:lnTo>
                <a:lnTo>
                  <a:pt x="177394" y="563118"/>
                </a:lnTo>
                <a:lnTo>
                  <a:pt x="189929" y="576891"/>
                </a:lnTo>
                <a:lnTo>
                  <a:pt x="207064" y="585149"/>
                </a:lnTo>
                <a:lnTo>
                  <a:pt x="225114" y="591198"/>
                </a:lnTo>
                <a:lnTo>
                  <a:pt x="243535" y="596046"/>
                </a:lnTo>
                <a:lnTo>
                  <a:pt x="262138" y="600132"/>
                </a:lnTo>
                <a:lnTo>
                  <a:pt x="280854" y="603666"/>
                </a:lnTo>
                <a:lnTo>
                  <a:pt x="299647" y="606771"/>
                </a:lnTo>
                <a:lnTo>
                  <a:pt x="318487" y="609552"/>
                </a:lnTo>
                <a:lnTo>
                  <a:pt x="337366" y="612057"/>
                </a:lnTo>
                <a:lnTo>
                  <a:pt x="356283" y="614324"/>
                </a:lnTo>
                <a:lnTo>
                  <a:pt x="375218" y="616382"/>
                </a:lnTo>
                <a:lnTo>
                  <a:pt x="394164" y="618268"/>
                </a:lnTo>
                <a:lnTo>
                  <a:pt x="413137" y="619992"/>
                </a:lnTo>
                <a:lnTo>
                  <a:pt x="432121" y="621582"/>
                </a:lnTo>
                <a:lnTo>
                  <a:pt x="451104" y="623040"/>
                </a:lnTo>
                <a:lnTo>
                  <a:pt x="470106" y="624383"/>
                </a:lnTo>
                <a:lnTo>
                  <a:pt x="489118" y="625602"/>
                </a:lnTo>
                <a:lnTo>
                  <a:pt x="508130" y="626735"/>
                </a:lnTo>
                <a:lnTo>
                  <a:pt x="527152" y="627755"/>
                </a:lnTo>
                <a:lnTo>
                  <a:pt x="546173" y="628698"/>
                </a:lnTo>
                <a:lnTo>
                  <a:pt x="565204" y="629555"/>
                </a:lnTo>
                <a:lnTo>
                  <a:pt x="584235" y="630317"/>
                </a:lnTo>
                <a:lnTo>
                  <a:pt x="603266" y="631012"/>
                </a:lnTo>
                <a:lnTo>
                  <a:pt x="622306" y="631622"/>
                </a:lnTo>
                <a:lnTo>
                  <a:pt x="641337" y="632165"/>
                </a:lnTo>
                <a:lnTo>
                  <a:pt x="660387" y="632641"/>
                </a:lnTo>
                <a:lnTo>
                  <a:pt x="679428" y="633041"/>
                </a:lnTo>
                <a:lnTo>
                  <a:pt x="698468" y="633374"/>
                </a:lnTo>
                <a:lnTo>
                  <a:pt x="717518" y="633641"/>
                </a:lnTo>
                <a:lnTo>
                  <a:pt x="736559" y="633832"/>
                </a:lnTo>
                <a:lnTo>
                  <a:pt x="755609" y="633974"/>
                </a:lnTo>
                <a:lnTo>
                  <a:pt x="774659" y="634041"/>
                </a:lnTo>
                <a:lnTo>
                  <a:pt x="793699" y="634041"/>
                </a:lnTo>
                <a:lnTo>
                  <a:pt x="812749" y="633984"/>
                </a:lnTo>
                <a:lnTo>
                  <a:pt x="831790" y="633860"/>
                </a:lnTo>
                <a:lnTo>
                  <a:pt x="850840" y="633670"/>
                </a:lnTo>
                <a:lnTo>
                  <a:pt x="869890" y="633422"/>
                </a:lnTo>
                <a:lnTo>
                  <a:pt x="888930" y="633098"/>
                </a:lnTo>
                <a:lnTo>
                  <a:pt x="907971" y="632708"/>
                </a:lnTo>
                <a:lnTo>
                  <a:pt x="927011" y="632250"/>
                </a:lnTo>
                <a:lnTo>
                  <a:pt x="946052" y="631717"/>
                </a:lnTo>
                <a:lnTo>
                  <a:pt x="965092" y="631117"/>
                </a:lnTo>
                <a:lnTo>
                  <a:pt x="984123" y="630441"/>
                </a:lnTo>
                <a:lnTo>
                  <a:pt x="1003154" y="629679"/>
                </a:lnTo>
                <a:lnTo>
                  <a:pt x="1022185" y="628841"/>
                </a:lnTo>
                <a:lnTo>
                  <a:pt x="1041216" y="627917"/>
                </a:lnTo>
                <a:lnTo>
                  <a:pt x="1060228" y="626907"/>
                </a:lnTo>
                <a:lnTo>
                  <a:pt x="1079249" y="625793"/>
                </a:lnTo>
                <a:lnTo>
                  <a:pt x="1098252" y="624583"/>
                </a:lnTo>
                <a:lnTo>
                  <a:pt x="1117254" y="623259"/>
                </a:lnTo>
                <a:lnTo>
                  <a:pt x="1136247" y="621830"/>
                </a:lnTo>
                <a:lnTo>
                  <a:pt x="1155230" y="620258"/>
                </a:lnTo>
                <a:lnTo>
                  <a:pt x="1174204" y="618554"/>
                </a:lnTo>
                <a:lnTo>
                  <a:pt x="1193159" y="616696"/>
                </a:lnTo>
                <a:lnTo>
                  <a:pt x="1212094" y="614667"/>
                </a:lnTo>
                <a:lnTo>
                  <a:pt x="1231011" y="612438"/>
                </a:lnTo>
                <a:lnTo>
                  <a:pt x="1249899" y="609971"/>
                </a:lnTo>
                <a:lnTo>
                  <a:pt x="1268749" y="607247"/>
                </a:lnTo>
                <a:lnTo>
                  <a:pt x="1287551" y="604190"/>
                </a:lnTo>
                <a:lnTo>
                  <a:pt x="1306278" y="600732"/>
                </a:lnTo>
                <a:lnTo>
                  <a:pt x="1324908" y="596751"/>
                </a:lnTo>
                <a:lnTo>
                  <a:pt x="1343358" y="592045"/>
                </a:lnTo>
                <a:lnTo>
                  <a:pt x="1361494" y="586235"/>
                </a:lnTo>
                <a:lnTo>
                  <a:pt x="1378858" y="578463"/>
                </a:lnTo>
                <a:lnTo>
                  <a:pt x="1392917" y="565976"/>
                </a:lnTo>
                <a:lnTo>
                  <a:pt x="1398318" y="547783"/>
                </a:lnTo>
                <a:lnTo>
                  <a:pt x="1404052" y="529619"/>
                </a:lnTo>
                <a:lnTo>
                  <a:pt x="1409795" y="511464"/>
                </a:lnTo>
                <a:lnTo>
                  <a:pt x="1415529" y="493300"/>
                </a:lnTo>
                <a:lnTo>
                  <a:pt x="1421273" y="475136"/>
                </a:lnTo>
                <a:lnTo>
                  <a:pt x="1427016" y="456971"/>
                </a:lnTo>
                <a:lnTo>
                  <a:pt x="1432750" y="438817"/>
                </a:lnTo>
                <a:lnTo>
                  <a:pt x="1438494" y="420653"/>
                </a:lnTo>
                <a:lnTo>
                  <a:pt x="1444228" y="402488"/>
                </a:lnTo>
                <a:lnTo>
                  <a:pt x="1449972" y="384324"/>
                </a:lnTo>
                <a:lnTo>
                  <a:pt x="1455715" y="366170"/>
                </a:lnTo>
                <a:lnTo>
                  <a:pt x="1461449" y="348005"/>
                </a:lnTo>
                <a:lnTo>
                  <a:pt x="1467193" y="329841"/>
                </a:lnTo>
                <a:lnTo>
                  <a:pt x="1472927" y="311687"/>
                </a:lnTo>
                <a:lnTo>
                  <a:pt x="1478671" y="293522"/>
                </a:lnTo>
                <a:lnTo>
                  <a:pt x="1484414" y="275358"/>
                </a:lnTo>
                <a:lnTo>
                  <a:pt x="1490148" y="257194"/>
                </a:lnTo>
                <a:lnTo>
                  <a:pt x="1495892" y="239039"/>
                </a:lnTo>
                <a:lnTo>
                  <a:pt x="1501626" y="220875"/>
                </a:lnTo>
                <a:lnTo>
                  <a:pt x="1507369" y="202711"/>
                </a:lnTo>
                <a:lnTo>
                  <a:pt x="1513113" y="184547"/>
                </a:lnTo>
                <a:lnTo>
                  <a:pt x="1518847" y="166392"/>
                </a:lnTo>
                <a:lnTo>
                  <a:pt x="1524591" y="148228"/>
                </a:lnTo>
                <a:lnTo>
                  <a:pt x="1530325" y="130064"/>
                </a:lnTo>
                <a:lnTo>
                  <a:pt x="1536068" y="111909"/>
                </a:lnTo>
                <a:lnTo>
                  <a:pt x="1541812" y="93745"/>
                </a:lnTo>
                <a:lnTo>
                  <a:pt x="1547546" y="75581"/>
                </a:lnTo>
                <a:lnTo>
                  <a:pt x="1553289" y="57417"/>
                </a:lnTo>
                <a:lnTo>
                  <a:pt x="1559023" y="39262"/>
                </a:lnTo>
                <a:lnTo>
                  <a:pt x="1564767" y="21098"/>
                </a:lnTo>
                <a:lnTo>
                  <a:pt x="1570511" y="2934"/>
                </a:lnTo>
                <a:lnTo>
                  <a:pt x="1562519" y="12497"/>
                </a:lnTo>
                <a:lnTo>
                  <a:pt x="1545460" y="20860"/>
                </a:lnTo>
                <a:lnTo>
                  <a:pt x="1527334" y="26699"/>
                </a:lnTo>
                <a:lnTo>
                  <a:pt x="1508855" y="31318"/>
                </a:lnTo>
                <a:lnTo>
                  <a:pt x="1490205" y="35185"/>
                </a:lnTo>
                <a:lnTo>
                  <a:pt x="1471460" y="38548"/>
                </a:lnTo>
                <a:lnTo>
                  <a:pt x="1452648" y="41510"/>
                </a:lnTo>
                <a:lnTo>
                  <a:pt x="1433789" y="44167"/>
                </a:lnTo>
                <a:lnTo>
                  <a:pt x="1414891" y="46587"/>
                </a:lnTo>
                <a:lnTo>
                  <a:pt x="1395974" y="48787"/>
                </a:lnTo>
                <a:lnTo>
                  <a:pt x="1377029" y="50816"/>
                </a:lnTo>
                <a:lnTo>
                  <a:pt x="1358075" y="52692"/>
                </a:lnTo>
                <a:lnTo>
                  <a:pt x="1339110" y="54426"/>
                </a:lnTo>
                <a:lnTo>
                  <a:pt x="1320136" y="56036"/>
                </a:lnTo>
                <a:lnTo>
                  <a:pt x="1301144" y="57541"/>
                </a:lnTo>
                <a:lnTo>
                  <a:pt x="1282151" y="58941"/>
                </a:lnTo>
                <a:lnTo>
                  <a:pt x="1263148" y="60255"/>
                </a:lnTo>
                <a:lnTo>
                  <a:pt x="1244136" y="61474"/>
                </a:lnTo>
                <a:lnTo>
                  <a:pt x="1225125" y="62627"/>
                </a:lnTo>
                <a:lnTo>
                  <a:pt x="1206113" y="63713"/>
                </a:lnTo>
                <a:lnTo>
                  <a:pt x="1187091" y="64713"/>
                </a:lnTo>
                <a:lnTo>
                  <a:pt x="1168070" y="65656"/>
                </a:lnTo>
                <a:lnTo>
                  <a:pt x="1149039" y="66532"/>
                </a:lnTo>
                <a:lnTo>
                  <a:pt x="1130017" y="67351"/>
                </a:lnTo>
                <a:lnTo>
                  <a:pt x="1110977" y="68123"/>
                </a:lnTo>
                <a:lnTo>
                  <a:pt x="1091946" y="68837"/>
                </a:lnTo>
                <a:lnTo>
                  <a:pt x="1072915" y="69494"/>
                </a:lnTo>
                <a:lnTo>
                  <a:pt x="1053875" y="70104"/>
                </a:lnTo>
                <a:lnTo>
                  <a:pt x="1034834" y="70666"/>
                </a:lnTo>
                <a:lnTo>
                  <a:pt x="1015794" y="71180"/>
                </a:lnTo>
                <a:lnTo>
                  <a:pt x="996753" y="71647"/>
                </a:lnTo>
                <a:lnTo>
                  <a:pt x="977713" y="72076"/>
                </a:lnTo>
                <a:lnTo>
                  <a:pt x="958672" y="72457"/>
                </a:lnTo>
                <a:lnTo>
                  <a:pt x="939622" y="72800"/>
                </a:lnTo>
                <a:lnTo>
                  <a:pt x="920582" y="73095"/>
                </a:lnTo>
                <a:lnTo>
                  <a:pt x="901532" y="73352"/>
                </a:lnTo>
                <a:lnTo>
                  <a:pt x="882491" y="73571"/>
                </a:lnTo>
                <a:lnTo>
                  <a:pt x="863441" y="73752"/>
                </a:lnTo>
                <a:lnTo>
                  <a:pt x="844401" y="73895"/>
                </a:lnTo>
                <a:lnTo>
                  <a:pt x="825351" y="73990"/>
                </a:lnTo>
                <a:lnTo>
                  <a:pt x="806301" y="74057"/>
                </a:lnTo>
                <a:lnTo>
                  <a:pt x="787260" y="74076"/>
                </a:lnTo>
                <a:lnTo>
                  <a:pt x="768210" y="74066"/>
                </a:lnTo>
                <a:lnTo>
                  <a:pt x="749160" y="74009"/>
                </a:lnTo>
                <a:lnTo>
                  <a:pt x="730120" y="73914"/>
                </a:lnTo>
                <a:lnTo>
                  <a:pt x="711070" y="73781"/>
                </a:lnTo>
                <a:lnTo>
                  <a:pt x="692020" y="73609"/>
                </a:lnTo>
                <a:lnTo>
                  <a:pt x="672979" y="73400"/>
                </a:lnTo>
                <a:lnTo>
                  <a:pt x="653929" y="73142"/>
                </a:lnTo>
                <a:lnTo>
                  <a:pt x="634889" y="72847"/>
                </a:lnTo>
                <a:lnTo>
                  <a:pt x="615839" y="72514"/>
                </a:lnTo>
                <a:lnTo>
                  <a:pt x="596798" y="72142"/>
                </a:lnTo>
                <a:lnTo>
                  <a:pt x="577758" y="71723"/>
                </a:lnTo>
                <a:lnTo>
                  <a:pt x="558717" y="71257"/>
                </a:lnTo>
                <a:lnTo>
                  <a:pt x="539677" y="70752"/>
                </a:lnTo>
                <a:lnTo>
                  <a:pt x="520636" y="70190"/>
                </a:lnTo>
                <a:lnTo>
                  <a:pt x="501596" y="69590"/>
                </a:lnTo>
                <a:lnTo>
                  <a:pt x="482565" y="68942"/>
                </a:lnTo>
                <a:lnTo>
                  <a:pt x="463534" y="68237"/>
                </a:lnTo>
                <a:lnTo>
                  <a:pt x="444494" y="67485"/>
                </a:lnTo>
                <a:lnTo>
                  <a:pt x="425472" y="66665"/>
                </a:lnTo>
                <a:lnTo>
                  <a:pt x="406441" y="65799"/>
                </a:lnTo>
                <a:lnTo>
                  <a:pt x="387420" y="64865"/>
                </a:lnTo>
                <a:lnTo>
                  <a:pt x="368398" y="63875"/>
                </a:lnTo>
                <a:lnTo>
                  <a:pt x="349377" y="62808"/>
                </a:lnTo>
                <a:lnTo>
                  <a:pt x="330365" y="61674"/>
                </a:lnTo>
                <a:lnTo>
                  <a:pt x="311363" y="60455"/>
                </a:lnTo>
                <a:lnTo>
                  <a:pt x="292351" y="59160"/>
                </a:lnTo>
                <a:lnTo>
                  <a:pt x="273358" y="57779"/>
                </a:lnTo>
                <a:lnTo>
                  <a:pt x="254375" y="56283"/>
                </a:lnTo>
                <a:lnTo>
                  <a:pt x="235391" y="54683"/>
                </a:lnTo>
                <a:lnTo>
                  <a:pt x="216418" y="52978"/>
                </a:lnTo>
                <a:lnTo>
                  <a:pt x="197463" y="51130"/>
                </a:lnTo>
                <a:lnTo>
                  <a:pt x="178518" y="49130"/>
                </a:lnTo>
                <a:lnTo>
                  <a:pt x="159601" y="46949"/>
                </a:lnTo>
                <a:lnTo>
                  <a:pt x="140703" y="44577"/>
                </a:lnTo>
                <a:lnTo>
                  <a:pt x="121834" y="41958"/>
                </a:lnTo>
                <a:lnTo>
                  <a:pt x="103013" y="39053"/>
                </a:lnTo>
                <a:lnTo>
                  <a:pt x="84249" y="35766"/>
                </a:lnTo>
                <a:lnTo>
                  <a:pt x="65580" y="31985"/>
                </a:lnTo>
                <a:lnTo>
                  <a:pt x="47073" y="27508"/>
                </a:lnTo>
                <a:lnTo>
                  <a:pt x="28870" y="21917"/>
                </a:lnTo>
                <a:lnTo>
                  <a:pt x="11516" y="14145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14" name="funnel-step-cap-4">
            <a:extLst xmlns:a="http://schemas.openxmlformats.org/drawingml/2006/main">
              <a:ext uri="{FF2B5EF4-FFF2-40B4-BE49-F238E27FC236}">
                <a16:creationId xmlns:a16="http://schemas.microsoft.com/office/drawing/2014/main" id="{039780C5-6B29-4AF2-B6FD-35D369AFF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595792" y="4568190"/>
            <a:ext cx="1571406" cy="21081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7EAC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15" name="funnel-step-body-5">
            <a:extLst xmlns:a="http://schemas.openxmlformats.org/drawingml/2006/main">
              <a:ext uri="{FF2B5EF4-FFF2-40B4-BE49-F238E27FC236}">
                <a16:creationId xmlns:a16="http://schemas.microsoft.com/office/drawing/2014/main" id="{8232890E-0F60-4A66-BA3B-CB23D81CE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72757" y="5380006"/>
            <a:ext cx="1214885" cy="634146"/>
          </a:xfrm>
          <a:custGeom xmlns:a="http://schemas.openxmlformats.org/drawingml/2006/main">
            <a:pathLst>
              <a:path w="1214885" h="634146">
                <a:moveTo>
                  <a:pt x="0" y="0"/>
                </a:moveTo>
                <a:lnTo>
                  <a:pt x="5544" y="18212"/>
                </a:lnTo>
                <a:lnTo>
                  <a:pt x="11097" y="36424"/>
                </a:lnTo>
                <a:lnTo>
                  <a:pt x="16640" y="54635"/>
                </a:lnTo>
                <a:lnTo>
                  <a:pt x="22184" y="72847"/>
                </a:lnTo>
                <a:lnTo>
                  <a:pt x="27737" y="91059"/>
                </a:lnTo>
                <a:lnTo>
                  <a:pt x="33280" y="109271"/>
                </a:lnTo>
                <a:lnTo>
                  <a:pt x="38833" y="127483"/>
                </a:lnTo>
                <a:lnTo>
                  <a:pt x="44377" y="145694"/>
                </a:lnTo>
                <a:lnTo>
                  <a:pt x="49921" y="163906"/>
                </a:lnTo>
                <a:lnTo>
                  <a:pt x="55474" y="182118"/>
                </a:lnTo>
                <a:lnTo>
                  <a:pt x="61017" y="200330"/>
                </a:lnTo>
                <a:lnTo>
                  <a:pt x="66561" y="218542"/>
                </a:lnTo>
                <a:lnTo>
                  <a:pt x="72114" y="236753"/>
                </a:lnTo>
                <a:lnTo>
                  <a:pt x="77657" y="254965"/>
                </a:lnTo>
                <a:lnTo>
                  <a:pt x="83210" y="273177"/>
                </a:lnTo>
                <a:lnTo>
                  <a:pt x="88754" y="291389"/>
                </a:lnTo>
                <a:lnTo>
                  <a:pt x="94298" y="309601"/>
                </a:lnTo>
                <a:lnTo>
                  <a:pt x="99851" y="327812"/>
                </a:lnTo>
                <a:lnTo>
                  <a:pt x="105394" y="346024"/>
                </a:lnTo>
                <a:lnTo>
                  <a:pt x="110938" y="364236"/>
                </a:lnTo>
                <a:lnTo>
                  <a:pt x="116491" y="382438"/>
                </a:lnTo>
                <a:lnTo>
                  <a:pt x="122034" y="400650"/>
                </a:lnTo>
                <a:lnTo>
                  <a:pt x="127587" y="418862"/>
                </a:lnTo>
                <a:lnTo>
                  <a:pt x="133131" y="437074"/>
                </a:lnTo>
                <a:lnTo>
                  <a:pt x="138674" y="455285"/>
                </a:lnTo>
                <a:lnTo>
                  <a:pt x="144228" y="473497"/>
                </a:lnTo>
                <a:lnTo>
                  <a:pt x="149771" y="491709"/>
                </a:lnTo>
                <a:lnTo>
                  <a:pt x="155315" y="509921"/>
                </a:lnTo>
                <a:lnTo>
                  <a:pt x="160868" y="528133"/>
                </a:lnTo>
                <a:lnTo>
                  <a:pt x="166411" y="546344"/>
                </a:lnTo>
                <a:lnTo>
                  <a:pt x="171250" y="564699"/>
                </a:lnTo>
                <a:lnTo>
                  <a:pt x="182870" y="579358"/>
                </a:lnTo>
                <a:lnTo>
                  <a:pt x="199377" y="588769"/>
                </a:lnTo>
                <a:lnTo>
                  <a:pt x="217113" y="595674"/>
                </a:lnTo>
                <a:lnTo>
                  <a:pt x="235334" y="601180"/>
                </a:lnTo>
                <a:lnTo>
                  <a:pt x="253813" y="605752"/>
                </a:lnTo>
                <a:lnTo>
                  <a:pt x="272444" y="609648"/>
                </a:lnTo>
                <a:lnTo>
                  <a:pt x="291179" y="613029"/>
                </a:lnTo>
                <a:lnTo>
                  <a:pt x="309982" y="616001"/>
                </a:lnTo>
                <a:lnTo>
                  <a:pt x="328841" y="618620"/>
                </a:lnTo>
                <a:lnTo>
                  <a:pt x="347739" y="620944"/>
                </a:lnTo>
                <a:lnTo>
                  <a:pt x="366665" y="623011"/>
                </a:lnTo>
                <a:lnTo>
                  <a:pt x="385610" y="624840"/>
                </a:lnTo>
                <a:lnTo>
                  <a:pt x="404574" y="626478"/>
                </a:lnTo>
                <a:lnTo>
                  <a:pt x="423558" y="627917"/>
                </a:lnTo>
                <a:lnTo>
                  <a:pt x="442551" y="629193"/>
                </a:lnTo>
                <a:lnTo>
                  <a:pt x="461562" y="630298"/>
                </a:lnTo>
                <a:lnTo>
                  <a:pt x="480574" y="631250"/>
                </a:lnTo>
                <a:lnTo>
                  <a:pt x="499596" y="632069"/>
                </a:lnTo>
                <a:lnTo>
                  <a:pt x="518617" y="632736"/>
                </a:lnTo>
                <a:lnTo>
                  <a:pt x="537648" y="633279"/>
                </a:lnTo>
                <a:lnTo>
                  <a:pt x="556679" y="633679"/>
                </a:lnTo>
                <a:lnTo>
                  <a:pt x="575720" y="633965"/>
                </a:lnTo>
                <a:lnTo>
                  <a:pt x="594760" y="634117"/>
                </a:lnTo>
                <a:lnTo>
                  <a:pt x="613791" y="634146"/>
                </a:lnTo>
                <a:lnTo>
                  <a:pt x="632831" y="634051"/>
                </a:lnTo>
                <a:lnTo>
                  <a:pt x="651862" y="633832"/>
                </a:lnTo>
                <a:lnTo>
                  <a:pt x="670903" y="633479"/>
                </a:lnTo>
                <a:lnTo>
                  <a:pt x="689934" y="633003"/>
                </a:lnTo>
                <a:lnTo>
                  <a:pt x="708965" y="632403"/>
                </a:lnTo>
                <a:lnTo>
                  <a:pt x="727986" y="631650"/>
                </a:lnTo>
                <a:lnTo>
                  <a:pt x="746998" y="630765"/>
                </a:lnTo>
                <a:lnTo>
                  <a:pt x="766010" y="629726"/>
                </a:lnTo>
                <a:lnTo>
                  <a:pt x="785012" y="628536"/>
                </a:lnTo>
                <a:lnTo>
                  <a:pt x="803996" y="627174"/>
                </a:lnTo>
                <a:lnTo>
                  <a:pt x="822970" y="625640"/>
                </a:lnTo>
                <a:lnTo>
                  <a:pt x="841934" y="623897"/>
                </a:lnTo>
                <a:lnTo>
                  <a:pt x="860870" y="621944"/>
                </a:lnTo>
                <a:lnTo>
                  <a:pt x="879777" y="619744"/>
                </a:lnTo>
                <a:lnTo>
                  <a:pt x="898655" y="617268"/>
                </a:lnTo>
                <a:lnTo>
                  <a:pt x="917486" y="614467"/>
                </a:lnTo>
                <a:lnTo>
                  <a:pt x="936250" y="611295"/>
                </a:lnTo>
                <a:lnTo>
                  <a:pt x="954938" y="607647"/>
                </a:lnTo>
                <a:lnTo>
                  <a:pt x="973503" y="603418"/>
                </a:lnTo>
                <a:lnTo>
                  <a:pt x="991867" y="598399"/>
                </a:lnTo>
                <a:lnTo>
                  <a:pt x="1009869" y="592236"/>
                </a:lnTo>
                <a:lnTo>
                  <a:pt x="1027109" y="584206"/>
                </a:lnTo>
                <a:lnTo>
                  <a:pt x="1041987" y="572491"/>
                </a:lnTo>
                <a:lnTo>
                  <a:pt x="1048464" y="554898"/>
                </a:lnTo>
                <a:lnTo>
                  <a:pt x="1054017" y="536686"/>
                </a:lnTo>
                <a:lnTo>
                  <a:pt x="1059561" y="518474"/>
                </a:lnTo>
                <a:lnTo>
                  <a:pt x="1065114" y="500263"/>
                </a:lnTo>
                <a:lnTo>
                  <a:pt x="1070658" y="482051"/>
                </a:lnTo>
                <a:lnTo>
                  <a:pt x="1076201" y="463839"/>
                </a:lnTo>
                <a:lnTo>
                  <a:pt x="1081754" y="445627"/>
                </a:lnTo>
                <a:lnTo>
                  <a:pt x="1087298" y="427415"/>
                </a:lnTo>
                <a:lnTo>
                  <a:pt x="1092841" y="409204"/>
                </a:lnTo>
                <a:lnTo>
                  <a:pt x="1098394" y="390992"/>
                </a:lnTo>
                <a:lnTo>
                  <a:pt x="1103938" y="372780"/>
                </a:lnTo>
                <a:lnTo>
                  <a:pt x="1109491" y="354568"/>
                </a:lnTo>
                <a:lnTo>
                  <a:pt x="1115035" y="336356"/>
                </a:lnTo>
                <a:lnTo>
                  <a:pt x="1120578" y="318145"/>
                </a:lnTo>
                <a:lnTo>
                  <a:pt x="1126131" y="299933"/>
                </a:lnTo>
                <a:lnTo>
                  <a:pt x="1131675" y="281721"/>
                </a:lnTo>
                <a:lnTo>
                  <a:pt x="1137218" y="263509"/>
                </a:lnTo>
                <a:lnTo>
                  <a:pt x="1142771" y="245297"/>
                </a:lnTo>
                <a:lnTo>
                  <a:pt x="1148315" y="227086"/>
                </a:lnTo>
                <a:lnTo>
                  <a:pt x="1153868" y="208874"/>
                </a:lnTo>
                <a:lnTo>
                  <a:pt x="1159412" y="190662"/>
                </a:lnTo>
                <a:lnTo>
                  <a:pt x="1164955" y="172450"/>
                </a:lnTo>
                <a:lnTo>
                  <a:pt x="1170508" y="154238"/>
                </a:lnTo>
                <a:lnTo>
                  <a:pt x="1176052" y="136027"/>
                </a:lnTo>
                <a:lnTo>
                  <a:pt x="1181595" y="117815"/>
                </a:lnTo>
                <a:lnTo>
                  <a:pt x="1187148" y="99603"/>
                </a:lnTo>
                <a:lnTo>
                  <a:pt x="1192692" y="81391"/>
                </a:lnTo>
                <a:lnTo>
                  <a:pt x="1198235" y="63179"/>
                </a:lnTo>
                <a:lnTo>
                  <a:pt x="1203789" y="44968"/>
                </a:lnTo>
                <a:lnTo>
                  <a:pt x="1209332" y="26765"/>
                </a:lnTo>
                <a:lnTo>
                  <a:pt x="1214885" y="8553"/>
                </a:lnTo>
                <a:lnTo>
                  <a:pt x="1213818" y="9192"/>
                </a:lnTo>
                <a:lnTo>
                  <a:pt x="1198521" y="20298"/>
                </a:lnTo>
                <a:lnTo>
                  <a:pt x="1180938" y="27565"/>
                </a:lnTo>
                <a:lnTo>
                  <a:pt x="1162726" y="33109"/>
                </a:lnTo>
                <a:lnTo>
                  <a:pt x="1144238" y="37652"/>
                </a:lnTo>
                <a:lnTo>
                  <a:pt x="1125607" y="41519"/>
                </a:lnTo>
                <a:lnTo>
                  <a:pt x="1106862" y="44891"/>
                </a:lnTo>
                <a:lnTo>
                  <a:pt x="1088069" y="47882"/>
                </a:lnTo>
                <a:lnTo>
                  <a:pt x="1069219" y="50549"/>
                </a:lnTo>
                <a:lnTo>
                  <a:pt x="1050331" y="52969"/>
                </a:lnTo>
                <a:lnTo>
                  <a:pt x="1031424" y="55159"/>
                </a:lnTo>
                <a:lnTo>
                  <a:pt x="1012488" y="57150"/>
                </a:lnTo>
                <a:lnTo>
                  <a:pt x="993543" y="58988"/>
                </a:lnTo>
                <a:lnTo>
                  <a:pt x="974579" y="60655"/>
                </a:lnTo>
                <a:lnTo>
                  <a:pt x="955605" y="62198"/>
                </a:lnTo>
                <a:lnTo>
                  <a:pt x="936612" y="63617"/>
                </a:lnTo>
                <a:lnTo>
                  <a:pt x="917619" y="64913"/>
                </a:lnTo>
                <a:lnTo>
                  <a:pt x="898627" y="66104"/>
                </a:lnTo>
                <a:lnTo>
                  <a:pt x="879615" y="67189"/>
                </a:lnTo>
                <a:lnTo>
                  <a:pt x="860603" y="68189"/>
                </a:lnTo>
                <a:lnTo>
                  <a:pt x="841591" y="69104"/>
                </a:lnTo>
                <a:lnTo>
                  <a:pt x="822569" y="69923"/>
                </a:lnTo>
                <a:lnTo>
                  <a:pt x="803548" y="70666"/>
                </a:lnTo>
                <a:lnTo>
                  <a:pt x="784517" y="71333"/>
                </a:lnTo>
                <a:lnTo>
                  <a:pt x="765496" y="71923"/>
                </a:lnTo>
                <a:lnTo>
                  <a:pt x="746465" y="72438"/>
                </a:lnTo>
                <a:lnTo>
                  <a:pt x="727424" y="72885"/>
                </a:lnTo>
                <a:lnTo>
                  <a:pt x="708393" y="73266"/>
                </a:lnTo>
                <a:lnTo>
                  <a:pt x="689362" y="73571"/>
                </a:lnTo>
                <a:lnTo>
                  <a:pt x="670322" y="73809"/>
                </a:lnTo>
                <a:lnTo>
                  <a:pt x="651281" y="73990"/>
                </a:lnTo>
                <a:lnTo>
                  <a:pt x="632250" y="74095"/>
                </a:lnTo>
                <a:lnTo>
                  <a:pt x="613210" y="74143"/>
                </a:lnTo>
                <a:lnTo>
                  <a:pt x="594170" y="74133"/>
                </a:lnTo>
                <a:lnTo>
                  <a:pt x="575139" y="74047"/>
                </a:lnTo>
                <a:lnTo>
                  <a:pt x="556098" y="73904"/>
                </a:lnTo>
                <a:lnTo>
                  <a:pt x="537067" y="73695"/>
                </a:lnTo>
                <a:lnTo>
                  <a:pt x="518027" y="73409"/>
                </a:lnTo>
                <a:lnTo>
                  <a:pt x="498996" y="73066"/>
                </a:lnTo>
                <a:lnTo>
                  <a:pt x="479955" y="72657"/>
                </a:lnTo>
                <a:lnTo>
                  <a:pt x="460924" y="72171"/>
                </a:lnTo>
                <a:lnTo>
                  <a:pt x="441903" y="71618"/>
                </a:lnTo>
                <a:lnTo>
                  <a:pt x="422872" y="70990"/>
                </a:lnTo>
                <a:lnTo>
                  <a:pt x="403850" y="70285"/>
                </a:lnTo>
                <a:lnTo>
                  <a:pt x="384829" y="69504"/>
                </a:lnTo>
                <a:lnTo>
                  <a:pt x="365808" y="68628"/>
                </a:lnTo>
                <a:lnTo>
                  <a:pt x="346796" y="67675"/>
                </a:lnTo>
                <a:lnTo>
                  <a:pt x="327784" y="66627"/>
                </a:lnTo>
                <a:lnTo>
                  <a:pt x="308781" y="65484"/>
                </a:lnTo>
                <a:lnTo>
                  <a:pt x="289789" y="64237"/>
                </a:lnTo>
                <a:lnTo>
                  <a:pt x="270796" y="62884"/>
                </a:lnTo>
                <a:lnTo>
                  <a:pt x="251812" y="61398"/>
                </a:lnTo>
                <a:lnTo>
                  <a:pt x="232848" y="59788"/>
                </a:lnTo>
                <a:lnTo>
                  <a:pt x="213893" y="58036"/>
                </a:lnTo>
                <a:lnTo>
                  <a:pt x="194948" y="56112"/>
                </a:lnTo>
                <a:lnTo>
                  <a:pt x="176032" y="54016"/>
                </a:lnTo>
                <a:lnTo>
                  <a:pt x="157134" y="51711"/>
                </a:lnTo>
                <a:lnTo>
                  <a:pt x="138265" y="49168"/>
                </a:lnTo>
                <a:lnTo>
                  <a:pt x="119434" y="46339"/>
                </a:lnTo>
                <a:lnTo>
                  <a:pt x="100670" y="43158"/>
                </a:lnTo>
                <a:lnTo>
                  <a:pt x="81982" y="39538"/>
                </a:lnTo>
                <a:lnTo>
                  <a:pt x="63408" y="35347"/>
                </a:lnTo>
                <a:lnTo>
                  <a:pt x="45053" y="30328"/>
                </a:lnTo>
                <a:lnTo>
                  <a:pt x="27099" y="24003"/>
                </a:lnTo>
                <a:lnTo>
                  <a:pt x="10287" y="15164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16" name="funnel-step-cap-5">
            <a:extLst xmlns:a="http://schemas.openxmlformats.org/drawingml/2006/main">
              <a:ext uri="{FF2B5EF4-FFF2-40B4-BE49-F238E27FC236}">
                <a16:creationId xmlns:a16="http://schemas.microsoft.com/office/drawing/2014/main" id="{1381681A-0B1D-4112-B6CE-CBB4A48FB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72719" y="5274631"/>
            <a:ext cx="1217552" cy="21081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7EAC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17" name="funnel-flow-arrow">
            <a:extLst xmlns:a="http://schemas.openxmlformats.org/drawingml/2006/main">
              <a:ext uri="{FF2B5EF4-FFF2-40B4-BE49-F238E27FC236}">
                <a16:creationId xmlns:a16="http://schemas.microsoft.com/office/drawing/2014/main" id="{142C54A3-B16F-4712-8153-C6A583A0E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514725" y="1800225"/>
            <a:ext cx="1733550" cy="4264228"/>
          </a:xfrm>
          <a:custGeom xmlns:a="http://schemas.openxmlformats.org/drawingml/2006/main">
            <a:pathLst>
              <a:path w="1733550" h="4264228">
                <a:moveTo>
                  <a:pt x="0" y="0"/>
                </a:moveTo>
                <a:lnTo>
                  <a:pt x="67" y="47920"/>
                </a:lnTo>
                <a:lnTo>
                  <a:pt x="10030" y="94802"/>
                </a:lnTo>
                <a:lnTo>
                  <a:pt x="20003" y="141684"/>
                </a:lnTo>
                <a:lnTo>
                  <a:pt x="29975" y="188566"/>
                </a:lnTo>
                <a:lnTo>
                  <a:pt x="39938" y="235448"/>
                </a:lnTo>
                <a:lnTo>
                  <a:pt x="49911" y="282331"/>
                </a:lnTo>
                <a:lnTo>
                  <a:pt x="59884" y="329213"/>
                </a:lnTo>
                <a:lnTo>
                  <a:pt x="69856" y="376085"/>
                </a:lnTo>
                <a:lnTo>
                  <a:pt x="79820" y="422967"/>
                </a:lnTo>
                <a:lnTo>
                  <a:pt x="89792" y="469849"/>
                </a:lnTo>
                <a:lnTo>
                  <a:pt x="99765" y="516731"/>
                </a:lnTo>
                <a:lnTo>
                  <a:pt x="109728" y="563613"/>
                </a:lnTo>
                <a:lnTo>
                  <a:pt x="119701" y="610495"/>
                </a:lnTo>
                <a:lnTo>
                  <a:pt x="129673" y="657377"/>
                </a:lnTo>
                <a:lnTo>
                  <a:pt x="139646" y="704259"/>
                </a:lnTo>
                <a:lnTo>
                  <a:pt x="147942" y="751456"/>
                </a:lnTo>
                <a:lnTo>
                  <a:pt x="155610" y="798776"/>
                </a:lnTo>
                <a:lnTo>
                  <a:pt x="163239" y="846087"/>
                </a:lnTo>
                <a:lnTo>
                  <a:pt x="170879" y="893407"/>
                </a:lnTo>
                <a:lnTo>
                  <a:pt x="178518" y="940727"/>
                </a:lnTo>
                <a:lnTo>
                  <a:pt x="186147" y="988038"/>
                </a:lnTo>
                <a:lnTo>
                  <a:pt x="193786" y="1035358"/>
                </a:lnTo>
                <a:lnTo>
                  <a:pt x="201425" y="1082678"/>
                </a:lnTo>
                <a:lnTo>
                  <a:pt x="209055" y="1129989"/>
                </a:lnTo>
                <a:lnTo>
                  <a:pt x="216694" y="1177309"/>
                </a:lnTo>
                <a:lnTo>
                  <a:pt x="224323" y="1224629"/>
                </a:lnTo>
                <a:lnTo>
                  <a:pt x="231962" y="1271949"/>
                </a:lnTo>
                <a:lnTo>
                  <a:pt x="239601" y="1319260"/>
                </a:lnTo>
                <a:lnTo>
                  <a:pt x="247231" y="1366580"/>
                </a:lnTo>
                <a:lnTo>
                  <a:pt x="254860" y="1413901"/>
                </a:lnTo>
                <a:lnTo>
                  <a:pt x="262061" y="1461287"/>
                </a:lnTo>
                <a:lnTo>
                  <a:pt x="269005" y="1508703"/>
                </a:lnTo>
                <a:lnTo>
                  <a:pt x="275958" y="1556128"/>
                </a:lnTo>
                <a:lnTo>
                  <a:pt x="282912" y="1603553"/>
                </a:lnTo>
                <a:lnTo>
                  <a:pt x="289865" y="1650978"/>
                </a:lnTo>
                <a:lnTo>
                  <a:pt x="296818" y="1698393"/>
                </a:lnTo>
                <a:lnTo>
                  <a:pt x="303771" y="1745818"/>
                </a:lnTo>
                <a:lnTo>
                  <a:pt x="310725" y="1793243"/>
                </a:lnTo>
                <a:lnTo>
                  <a:pt x="317668" y="1840668"/>
                </a:lnTo>
                <a:lnTo>
                  <a:pt x="324622" y="1888084"/>
                </a:lnTo>
                <a:lnTo>
                  <a:pt x="331575" y="1935509"/>
                </a:lnTo>
                <a:lnTo>
                  <a:pt x="338528" y="1982934"/>
                </a:lnTo>
                <a:lnTo>
                  <a:pt x="345481" y="2030359"/>
                </a:lnTo>
                <a:lnTo>
                  <a:pt x="352435" y="2077774"/>
                </a:lnTo>
                <a:lnTo>
                  <a:pt x="359359" y="2125199"/>
                </a:lnTo>
                <a:lnTo>
                  <a:pt x="366074" y="2172662"/>
                </a:lnTo>
                <a:lnTo>
                  <a:pt x="372618" y="2220144"/>
                </a:lnTo>
                <a:lnTo>
                  <a:pt x="379152" y="2267626"/>
                </a:lnTo>
                <a:lnTo>
                  <a:pt x="385696" y="2315099"/>
                </a:lnTo>
                <a:lnTo>
                  <a:pt x="392240" y="2362581"/>
                </a:lnTo>
                <a:lnTo>
                  <a:pt x="398783" y="2410063"/>
                </a:lnTo>
                <a:lnTo>
                  <a:pt x="405327" y="2457545"/>
                </a:lnTo>
                <a:lnTo>
                  <a:pt x="411861" y="2505027"/>
                </a:lnTo>
                <a:lnTo>
                  <a:pt x="418405" y="2552510"/>
                </a:lnTo>
                <a:lnTo>
                  <a:pt x="424948" y="2599992"/>
                </a:lnTo>
                <a:lnTo>
                  <a:pt x="431492" y="2647464"/>
                </a:lnTo>
                <a:lnTo>
                  <a:pt x="438036" y="2694946"/>
                </a:lnTo>
                <a:lnTo>
                  <a:pt x="444570" y="2742428"/>
                </a:lnTo>
                <a:lnTo>
                  <a:pt x="451114" y="2789911"/>
                </a:lnTo>
                <a:lnTo>
                  <a:pt x="457610" y="2837402"/>
                </a:lnTo>
                <a:lnTo>
                  <a:pt x="463953" y="2884903"/>
                </a:lnTo>
                <a:lnTo>
                  <a:pt x="470211" y="2932424"/>
                </a:lnTo>
                <a:lnTo>
                  <a:pt x="476469" y="2979944"/>
                </a:lnTo>
                <a:lnTo>
                  <a:pt x="482727" y="3027464"/>
                </a:lnTo>
                <a:lnTo>
                  <a:pt x="488994" y="3074984"/>
                </a:lnTo>
                <a:lnTo>
                  <a:pt x="495252" y="3122505"/>
                </a:lnTo>
                <a:lnTo>
                  <a:pt x="501510" y="3170015"/>
                </a:lnTo>
                <a:lnTo>
                  <a:pt x="507768" y="3217535"/>
                </a:lnTo>
                <a:lnTo>
                  <a:pt x="514026" y="3265056"/>
                </a:lnTo>
                <a:lnTo>
                  <a:pt x="520284" y="3312576"/>
                </a:lnTo>
                <a:lnTo>
                  <a:pt x="526552" y="3360096"/>
                </a:lnTo>
                <a:lnTo>
                  <a:pt x="532809" y="3407616"/>
                </a:lnTo>
                <a:lnTo>
                  <a:pt x="539067" y="3455137"/>
                </a:lnTo>
                <a:lnTo>
                  <a:pt x="545325" y="3502647"/>
                </a:lnTo>
                <a:lnTo>
                  <a:pt x="551517" y="3550177"/>
                </a:lnTo>
                <a:lnTo>
                  <a:pt x="539039" y="3581400"/>
                </a:lnTo>
                <a:lnTo>
                  <a:pt x="491109" y="3581400"/>
                </a:lnTo>
                <a:lnTo>
                  <a:pt x="443179" y="3581400"/>
                </a:lnTo>
                <a:lnTo>
                  <a:pt x="395249" y="3581400"/>
                </a:lnTo>
                <a:lnTo>
                  <a:pt x="347329" y="3581400"/>
                </a:lnTo>
                <a:lnTo>
                  <a:pt x="299399" y="3581400"/>
                </a:lnTo>
                <a:lnTo>
                  <a:pt x="251470" y="3581400"/>
                </a:lnTo>
                <a:lnTo>
                  <a:pt x="250746" y="3602022"/>
                </a:lnTo>
                <a:lnTo>
                  <a:pt x="283321" y="3637188"/>
                </a:lnTo>
                <a:lnTo>
                  <a:pt x="315887" y="3672354"/>
                </a:lnTo>
                <a:lnTo>
                  <a:pt x="348453" y="3707521"/>
                </a:lnTo>
                <a:lnTo>
                  <a:pt x="381019" y="3742687"/>
                </a:lnTo>
                <a:lnTo>
                  <a:pt x="413585" y="3777853"/>
                </a:lnTo>
                <a:lnTo>
                  <a:pt x="446151" y="3813019"/>
                </a:lnTo>
                <a:lnTo>
                  <a:pt x="478717" y="3848186"/>
                </a:lnTo>
                <a:lnTo>
                  <a:pt x="511283" y="3883352"/>
                </a:lnTo>
                <a:lnTo>
                  <a:pt x="543849" y="3918518"/>
                </a:lnTo>
                <a:lnTo>
                  <a:pt x="576424" y="3953675"/>
                </a:lnTo>
                <a:lnTo>
                  <a:pt x="608990" y="3988841"/>
                </a:lnTo>
                <a:lnTo>
                  <a:pt x="641556" y="4024008"/>
                </a:lnTo>
                <a:lnTo>
                  <a:pt x="674122" y="4059174"/>
                </a:lnTo>
                <a:lnTo>
                  <a:pt x="706688" y="4094340"/>
                </a:lnTo>
                <a:lnTo>
                  <a:pt x="739254" y="4129507"/>
                </a:lnTo>
                <a:lnTo>
                  <a:pt x="771820" y="4164673"/>
                </a:lnTo>
                <a:lnTo>
                  <a:pt x="804386" y="4199839"/>
                </a:lnTo>
                <a:lnTo>
                  <a:pt x="836962" y="4235006"/>
                </a:lnTo>
                <a:lnTo>
                  <a:pt x="869528" y="4264228"/>
                </a:lnTo>
                <a:lnTo>
                  <a:pt x="902094" y="4229062"/>
                </a:lnTo>
                <a:lnTo>
                  <a:pt x="934660" y="4193905"/>
                </a:lnTo>
                <a:lnTo>
                  <a:pt x="967226" y="4158739"/>
                </a:lnTo>
                <a:lnTo>
                  <a:pt x="999792" y="4123573"/>
                </a:lnTo>
                <a:lnTo>
                  <a:pt x="1032358" y="4088406"/>
                </a:lnTo>
                <a:lnTo>
                  <a:pt x="1064924" y="4053240"/>
                </a:lnTo>
                <a:lnTo>
                  <a:pt x="1097499" y="4018074"/>
                </a:lnTo>
                <a:lnTo>
                  <a:pt x="1130065" y="3982907"/>
                </a:lnTo>
                <a:lnTo>
                  <a:pt x="1162631" y="3947741"/>
                </a:lnTo>
                <a:lnTo>
                  <a:pt x="1195197" y="3912575"/>
                </a:lnTo>
                <a:lnTo>
                  <a:pt x="1227763" y="3877408"/>
                </a:lnTo>
                <a:lnTo>
                  <a:pt x="1260329" y="3842242"/>
                </a:lnTo>
                <a:lnTo>
                  <a:pt x="1292895" y="3807076"/>
                </a:lnTo>
                <a:lnTo>
                  <a:pt x="1325461" y="3771919"/>
                </a:lnTo>
                <a:lnTo>
                  <a:pt x="1358027" y="3736753"/>
                </a:lnTo>
                <a:lnTo>
                  <a:pt x="1390602" y="3701586"/>
                </a:lnTo>
                <a:lnTo>
                  <a:pt x="1423168" y="3666420"/>
                </a:lnTo>
                <a:lnTo>
                  <a:pt x="1455734" y="3631254"/>
                </a:lnTo>
                <a:lnTo>
                  <a:pt x="1488300" y="3596088"/>
                </a:lnTo>
                <a:lnTo>
                  <a:pt x="1473994" y="3581400"/>
                </a:lnTo>
                <a:lnTo>
                  <a:pt x="1426064" y="3581400"/>
                </a:lnTo>
                <a:lnTo>
                  <a:pt x="1378134" y="3581400"/>
                </a:lnTo>
                <a:lnTo>
                  <a:pt x="1330204" y="3581400"/>
                </a:lnTo>
                <a:lnTo>
                  <a:pt x="1282275" y="3581400"/>
                </a:lnTo>
                <a:lnTo>
                  <a:pt x="1234345" y="3581400"/>
                </a:lnTo>
                <a:lnTo>
                  <a:pt x="1186415" y="3581400"/>
                </a:lnTo>
                <a:lnTo>
                  <a:pt x="1183062" y="3542147"/>
                </a:lnTo>
                <a:lnTo>
                  <a:pt x="1189282" y="3494627"/>
                </a:lnTo>
                <a:lnTo>
                  <a:pt x="1195540" y="3447107"/>
                </a:lnTo>
                <a:lnTo>
                  <a:pt x="1201798" y="3399587"/>
                </a:lnTo>
                <a:lnTo>
                  <a:pt x="1208056" y="3352076"/>
                </a:lnTo>
                <a:lnTo>
                  <a:pt x="1214323" y="3304556"/>
                </a:lnTo>
                <a:lnTo>
                  <a:pt x="1220581" y="3257036"/>
                </a:lnTo>
                <a:lnTo>
                  <a:pt x="1226839" y="3209515"/>
                </a:lnTo>
                <a:lnTo>
                  <a:pt x="1233097" y="3161995"/>
                </a:lnTo>
                <a:lnTo>
                  <a:pt x="1239355" y="3114475"/>
                </a:lnTo>
                <a:lnTo>
                  <a:pt x="1245613" y="3066955"/>
                </a:lnTo>
                <a:lnTo>
                  <a:pt x="1251871" y="3019435"/>
                </a:lnTo>
                <a:lnTo>
                  <a:pt x="1258138" y="2971924"/>
                </a:lnTo>
                <a:lnTo>
                  <a:pt x="1264396" y="2924404"/>
                </a:lnTo>
                <a:lnTo>
                  <a:pt x="1270654" y="2876883"/>
                </a:lnTo>
                <a:lnTo>
                  <a:pt x="1277007" y="2829373"/>
                </a:lnTo>
                <a:lnTo>
                  <a:pt x="1283541" y="2781891"/>
                </a:lnTo>
                <a:lnTo>
                  <a:pt x="1290085" y="2734408"/>
                </a:lnTo>
                <a:lnTo>
                  <a:pt x="1296619" y="2686936"/>
                </a:lnTo>
                <a:lnTo>
                  <a:pt x="1303163" y="2639454"/>
                </a:lnTo>
                <a:lnTo>
                  <a:pt x="1309707" y="2591972"/>
                </a:lnTo>
                <a:lnTo>
                  <a:pt x="1316250" y="2544489"/>
                </a:lnTo>
                <a:lnTo>
                  <a:pt x="1322794" y="2497007"/>
                </a:lnTo>
                <a:lnTo>
                  <a:pt x="1329328" y="2449525"/>
                </a:lnTo>
                <a:lnTo>
                  <a:pt x="1335872" y="2402043"/>
                </a:lnTo>
                <a:lnTo>
                  <a:pt x="1342415" y="2354570"/>
                </a:lnTo>
                <a:lnTo>
                  <a:pt x="1348959" y="2307088"/>
                </a:lnTo>
                <a:lnTo>
                  <a:pt x="1355503" y="2259606"/>
                </a:lnTo>
                <a:lnTo>
                  <a:pt x="1362037" y="2212124"/>
                </a:lnTo>
                <a:lnTo>
                  <a:pt x="1368590" y="2164642"/>
                </a:lnTo>
                <a:lnTo>
                  <a:pt x="1375343" y="2117188"/>
                </a:lnTo>
                <a:lnTo>
                  <a:pt x="1382287" y="2069773"/>
                </a:lnTo>
                <a:lnTo>
                  <a:pt x="1389240" y="2022348"/>
                </a:lnTo>
                <a:lnTo>
                  <a:pt x="1396194" y="1974923"/>
                </a:lnTo>
                <a:lnTo>
                  <a:pt x="1403147" y="1927498"/>
                </a:lnTo>
                <a:lnTo>
                  <a:pt x="1410100" y="1880083"/>
                </a:lnTo>
                <a:lnTo>
                  <a:pt x="1417053" y="1832658"/>
                </a:lnTo>
                <a:lnTo>
                  <a:pt x="1424007" y="1785233"/>
                </a:lnTo>
                <a:lnTo>
                  <a:pt x="1430960" y="1737817"/>
                </a:lnTo>
                <a:lnTo>
                  <a:pt x="1437904" y="1690392"/>
                </a:lnTo>
                <a:lnTo>
                  <a:pt x="1444857" y="1642967"/>
                </a:lnTo>
                <a:lnTo>
                  <a:pt x="1451810" y="1595542"/>
                </a:lnTo>
                <a:lnTo>
                  <a:pt x="1458763" y="1548127"/>
                </a:lnTo>
                <a:lnTo>
                  <a:pt x="1465717" y="1500702"/>
                </a:lnTo>
                <a:lnTo>
                  <a:pt x="1472708" y="1453286"/>
                </a:lnTo>
                <a:lnTo>
                  <a:pt x="1479975" y="1405909"/>
                </a:lnTo>
                <a:lnTo>
                  <a:pt x="1487605" y="1358589"/>
                </a:lnTo>
                <a:lnTo>
                  <a:pt x="1495244" y="1311269"/>
                </a:lnTo>
                <a:lnTo>
                  <a:pt x="1502874" y="1263958"/>
                </a:lnTo>
                <a:lnTo>
                  <a:pt x="1510513" y="1216638"/>
                </a:lnTo>
                <a:lnTo>
                  <a:pt x="1518152" y="1169318"/>
                </a:lnTo>
                <a:lnTo>
                  <a:pt x="1525781" y="1122007"/>
                </a:lnTo>
                <a:lnTo>
                  <a:pt x="1533420" y="1074687"/>
                </a:lnTo>
                <a:lnTo>
                  <a:pt x="1541050" y="1027367"/>
                </a:lnTo>
                <a:lnTo>
                  <a:pt x="1548689" y="980056"/>
                </a:lnTo>
                <a:lnTo>
                  <a:pt x="1556328" y="932736"/>
                </a:lnTo>
                <a:lnTo>
                  <a:pt x="1563957" y="885415"/>
                </a:lnTo>
                <a:lnTo>
                  <a:pt x="1571596" y="838105"/>
                </a:lnTo>
                <a:lnTo>
                  <a:pt x="1579226" y="790785"/>
                </a:lnTo>
                <a:lnTo>
                  <a:pt x="1586998" y="743483"/>
                </a:lnTo>
                <a:lnTo>
                  <a:pt x="1595590" y="696344"/>
                </a:lnTo>
                <a:lnTo>
                  <a:pt x="1605563" y="649462"/>
                </a:lnTo>
                <a:lnTo>
                  <a:pt x="1615535" y="602580"/>
                </a:lnTo>
                <a:lnTo>
                  <a:pt x="1625498" y="555698"/>
                </a:lnTo>
                <a:lnTo>
                  <a:pt x="1635471" y="508816"/>
                </a:lnTo>
                <a:lnTo>
                  <a:pt x="1645444" y="461934"/>
                </a:lnTo>
                <a:lnTo>
                  <a:pt x="1655407" y="415052"/>
                </a:lnTo>
                <a:lnTo>
                  <a:pt x="1665380" y="368170"/>
                </a:lnTo>
                <a:lnTo>
                  <a:pt x="1675352" y="321297"/>
                </a:lnTo>
                <a:lnTo>
                  <a:pt x="1685325" y="274415"/>
                </a:lnTo>
                <a:lnTo>
                  <a:pt x="1695288" y="227533"/>
                </a:lnTo>
                <a:lnTo>
                  <a:pt x="1705261" y="180651"/>
                </a:lnTo>
                <a:lnTo>
                  <a:pt x="1715233" y="133769"/>
                </a:lnTo>
                <a:lnTo>
                  <a:pt x="1725197" y="86887"/>
                </a:lnTo>
                <a:lnTo>
                  <a:pt x="1733550" y="39834"/>
                </a:lnTo>
                <a:lnTo>
                  <a:pt x="1725454" y="0"/>
                </a:lnTo>
                <a:lnTo>
                  <a:pt x="1677524" y="0"/>
                </a:lnTo>
                <a:lnTo>
                  <a:pt x="1629594" y="0"/>
                </a:lnTo>
                <a:lnTo>
                  <a:pt x="1581674" y="0"/>
                </a:lnTo>
                <a:lnTo>
                  <a:pt x="1533744" y="0"/>
                </a:lnTo>
                <a:lnTo>
                  <a:pt x="1485814" y="0"/>
                </a:lnTo>
                <a:lnTo>
                  <a:pt x="1437884" y="0"/>
                </a:lnTo>
                <a:lnTo>
                  <a:pt x="1389955" y="0"/>
                </a:lnTo>
                <a:lnTo>
                  <a:pt x="1342025" y="0"/>
                </a:lnTo>
                <a:lnTo>
                  <a:pt x="1294095" y="0"/>
                </a:lnTo>
                <a:lnTo>
                  <a:pt x="1246165" y="0"/>
                </a:lnTo>
                <a:lnTo>
                  <a:pt x="1198235" y="0"/>
                </a:lnTo>
                <a:lnTo>
                  <a:pt x="1150306" y="0"/>
                </a:lnTo>
                <a:lnTo>
                  <a:pt x="1102376" y="0"/>
                </a:lnTo>
                <a:lnTo>
                  <a:pt x="1054446" y="0"/>
                </a:lnTo>
                <a:lnTo>
                  <a:pt x="1006516" y="0"/>
                </a:lnTo>
                <a:lnTo>
                  <a:pt x="958586" y="0"/>
                </a:lnTo>
                <a:lnTo>
                  <a:pt x="910657" y="0"/>
                </a:lnTo>
                <a:lnTo>
                  <a:pt x="862727" y="0"/>
                </a:lnTo>
                <a:lnTo>
                  <a:pt x="814797" y="0"/>
                </a:lnTo>
                <a:lnTo>
                  <a:pt x="766867" y="0"/>
                </a:lnTo>
                <a:lnTo>
                  <a:pt x="718937" y="0"/>
                </a:lnTo>
                <a:lnTo>
                  <a:pt x="671008" y="0"/>
                </a:lnTo>
                <a:lnTo>
                  <a:pt x="623078" y="0"/>
                </a:lnTo>
                <a:lnTo>
                  <a:pt x="575148" y="0"/>
                </a:lnTo>
                <a:lnTo>
                  <a:pt x="527228" y="0"/>
                </a:lnTo>
                <a:lnTo>
                  <a:pt x="479298" y="0"/>
                </a:lnTo>
                <a:lnTo>
                  <a:pt x="431368" y="0"/>
                </a:lnTo>
                <a:lnTo>
                  <a:pt x="383438" y="0"/>
                </a:lnTo>
                <a:lnTo>
                  <a:pt x="335509" y="0"/>
                </a:lnTo>
                <a:lnTo>
                  <a:pt x="287579" y="0"/>
                </a:lnTo>
                <a:lnTo>
                  <a:pt x="239649" y="0"/>
                </a:lnTo>
                <a:lnTo>
                  <a:pt x="191719" y="0"/>
                </a:lnTo>
                <a:lnTo>
                  <a:pt x="143789" y="0"/>
                </a:lnTo>
                <a:lnTo>
                  <a:pt x="95860" y="0"/>
                </a:lnTo>
                <a:lnTo>
                  <a:pt x="47930" y="0"/>
                </a:lnTo>
                <a:lnTo>
                  <a:pt x="0" y="0"/>
                </a:lnTo>
                <a:close/>
              </a:path>
            </a:pathLst>
          </a:custGeom>
          <a:gradFill xmlns:a="http://schemas.openxmlformats.org/drawingml/2006/main">
            <a:gsLst>
              <a:gs pos="0">
                <a:srgbClr val="000000"/>
              </a:gs>
              <a:gs pos="42">
                <a:srgbClr val="B8D8F2">
                  <a:alpha val="16000"/>
                </a:srgbClr>
              </a:gs>
              <a:gs pos="76">
                <a:srgbClr val="8FC4EE">
                  <a:alpha val="32000"/>
                </a:srgbClr>
              </a:gs>
              <a:gs pos="100">
                <a:srgbClr val="72B3E8">
                  <a:alpha val="52000"/>
                </a:srgbClr>
              </a:gs>
            </a:gsLst>
            <a:lin ang="10800000"/>
          </a:gradFill>
          <a:ln xmlns:a="http://schemas.openxmlformats.org/drawingml/2006/main" w="9525">
            <a:noFill/>
            <a:prstDash val="solid"/>
          </a:ln>
        </p:spPr>
      </p:sp>
      <p:sp>
        <p:nvSpPr>
          <p:cNvPr id="18" name="phase-label-0">
            <a:extLst xmlns:a="http://schemas.openxmlformats.org/drawingml/2006/main">
              <a:ext uri="{FF2B5EF4-FFF2-40B4-BE49-F238E27FC236}">
                <a16:creationId xmlns:a16="http://schemas.microsoft.com/office/drawing/2014/main" id="{57B7E4F2-0358-4F92-ABA4-9E06547EE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1638300"/>
            <a:ext cx="228600" cy="2305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阶段一</a:t>
            </a:r>
          </a:p>
        </p:txBody>
      </p:sp>
      <p:sp>
        <p:nvSpPr>
          <p:cNvPr id="19" name="phase-guide-0">
            <a:extLst xmlns:a="http://schemas.openxmlformats.org/drawingml/2006/main">
              <a:ext uri="{FF2B5EF4-FFF2-40B4-BE49-F238E27FC236}">
                <a16:creationId xmlns:a16="http://schemas.microsoft.com/office/drawing/2014/main" id="{025595C2-C467-49C0-A0AE-CE41C2A84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476875" y="2790825"/>
            <a:ext cx="1123950" cy="9525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78A8D5">
                  <a:alpha val="8000"/>
                </a:srgbClr>
              </a:gs>
              <a:gs pos="100000">
                <a:srgbClr val="78A8D5">
                  <a:alpha val="75000"/>
                </a:srgbClr>
              </a:gs>
            </a:gsLst>
            <a:lin ang="5400000"/>
          </a:gradFill>
          <a:ln xmlns:a="http://schemas.openxmlformats.org/drawingml/2006/main" w="0">
            <a:noFill/>
            <a:prstDash val="solid"/>
          </a:ln>
        </p:spPr>
      </p:sp>
      <p:sp>
        <p:nvSpPr>
          <p:cNvPr id="20" name="phase-divider-0">
            <a:extLst xmlns:a="http://schemas.openxmlformats.org/drawingml/2006/main">
              <a:ext uri="{FF2B5EF4-FFF2-40B4-BE49-F238E27FC236}">
                <a16:creationId xmlns:a16="http://schemas.microsoft.com/office/drawing/2014/main" id="{942071C0-40D1-4AEC-ADBC-D4274D3C6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753350" y="1984029"/>
            <a:ext cx="28575" cy="161344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phase-index-0">
            <a:extLst xmlns:a="http://schemas.openxmlformats.org/drawingml/2006/main">
              <a:ext uri="{FF2B5EF4-FFF2-40B4-BE49-F238E27FC236}">
                <a16:creationId xmlns:a16="http://schemas.microsoft.com/office/drawing/2014/main" id="{ACF6BB9A-C7A5-405F-8B74-F7469B733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58000" y="2486025"/>
            <a:ext cx="8953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800" b="1" i="0">
                <a:solidFill>
                  <a:srgbClr val="2F5EA8">
                    <a:alpha val="18000"/>
                  </a:srgbClr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800" b="1" i="0">
                <a:solidFill>
                  <a:srgbClr val="2F5EA8">
                    <a:alpha val="18000"/>
                  </a:srgbClr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22" name="phase-content-title-0">
            <a:extLst xmlns:a="http://schemas.openxmlformats.org/drawingml/2006/main">
              <a:ext uri="{FF2B5EF4-FFF2-40B4-BE49-F238E27FC236}">
                <a16:creationId xmlns:a16="http://schemas.microsoft.com/office/drawing/2014/main" id="{9F7EE9A3-6522-43BF-A1DE-34DCADC12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867650" y="2475605"/>
            <a:ext cx="34004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900"/>
              </a:lnSpc>
              <a:buNone/>
              <a:defRPr sz="23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获取与识别</a:t>
            </a:r>
          </a:p>
        </p:txBody>
      </p:sp>
      <p:sp>
        <p:nvSpPr>
          <p:cNvPr id="23" name="phase-content-body-0">
            <a:extLst xmlns:a="http://schemas.openxmlformats.org/drawingml/2006/main">
              <a:ext uri="{FF2B5EF4-FFF2-40B4-BE49-F238E27FC236}">
                <a16:creationId xmlns:a16="http://schemas.microsoft.com/office/drawing/2014/main" id="{78B193E9-863A-4CEB-B7C8-84D5A8AF9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867650" y="2799455"/>
            <a:ext cx="3400425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42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让目标对象进入并形成意向</a:t>
            </a:r>
          </a:p>
        </p:txBody>
      </p:sp>
      <p:sp>
        <p:nvSpPr>
          <p:cNvPr id="24" name="phase-label-1">
            <a:extLst xmlns:a="http://schemas.openxmlformats.org/drawingml/2006/main">
              <a:ext uri="{FF2B5EF4-FFF2-40B4-BE49-F238E27FC236}">
                <a16:creationId xmlns:a16="http://schemas.microsoft.com/office/drawing/2014/main" id="{40FBC7D7-0A1D-47EB-BB68-287D0F9BB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3943350"/>
            <a:ext cx="228600" cy="2266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阶段二</a:t>
            </a:r>
          </a:p>
        </p:txBody>
      </p:sp>
      <p:sp>
        <p:nvSpPr>
          <p:cNvPr id="25" name="phase-guide-1">
            <a:extLst xmlns:a="http://schemas.openxmlformats.org/drawingml/2006/main">
              <a:ext uri="{FF2B5EF4-FFF2-40B4-BE49-F238E27FC236}">
                <a16:creationId xmlns:a16="http://schemas.microsoft.com/office/drawing/2014/main" id="{08930283-0369-4F21-928C-C9314FFE8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476875" y="5076825"/>
            <a:ext cx="1123950" cy="9525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78A8D5">
                  <a:alpha val="8000"/>
                </a:srgbClr>
              </a:gs>
              <a:gs pos="100000">
                <a:srgbClr val="78A8D5">
                  <a:alpha val="75000"/>
                </a:srgbClr>
              </a:gs>
            </a:gsLst>
            <a:lin ang="5400000"/>
          </a:gradFill>
          <a:ln xmlns:a="http://schemas.openxmlformats.org/drawingml/2006/main" w="0">
            <a:noFill/>
            <a:prstDash val="solid"/>
          </a:ln>
        </p:spPr>
      </p:sp>
      <p:sp>
        <p:nvSpPr>
          <p:cNvPr id="26" name="phase-divider-1">
            <a:extLst xmlns:a="http://schemas.openxmlformats.org/drawingml/2006/main">
              <a:ext uri="{FF2B5EF4-FFF2-40B4-BE49-F238E27FC236}">
                <a16:creationId xmlns:a16="http://schemas.microsoft.com/office/drawing/2014/main" id="{75F3287E-0DCA-41AC-B5BB-DB9BB2F2F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753350" y="4283278"/>
            <a:ext cx="28575" cy="15868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F7EA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phase-index-1">
            <a:extLst xmlns:a="http://schemas.openxmlformats.org/drawingml/2006/main">
              <a:ext uri="{FF2B5EF4-FFF2-40B4-BE49-F238E27FC236}">
                <a16:creationId xmlns:a16="http://schemas.microsoft.com/office/drawing/2014/main" id="{5F17588F-0E5C-4A62-8B85-882A65D55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58000" y="4772025"/>
            <a:ext cx="8953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800" b="1" i="0">
                <a:solidFill>
                  <a:srgbClr val="2F5EA8">
                    <a:alpha val="18000"/>
                  </a:srgbClr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800" b="1" i="0">
                <a:solidFill>
                  <a:srgbClr val="2F5EA8">
                    <a:alpha val="18000"/>
                  </a:srgbClr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28" name="phase-content-title-1">
            <a:extLst xmlns:a="http://schemas.openxmlformats.org/drawingml/2006/main">
              <a:ext uri="{FF2B5EF4-FFF2-40B4-BE49-F238E27FC236}">
                <a16:creationId xmlns:a16="http://schemas.microsoft.com/office/drawing/2014/main" id="{E9754EE1-7B48-48CA-A618-BC41A7D35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867650" y="4761605"/>
            <a:ext cx="34004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900"/>
              </a:lnSpc>
              <a:buNone/>
              <a:defRPr sz="23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培育与转化</a:t>
            </a:r>
          </a:p>
        </p:txBody>
      </p:sp>
      <p:sp>
        <p:nvSpPr>
          <p:cNvPr id="29" name="phase-content-body-1">
            <a:extLst xmlns:a="http://schemas.openxmlformats.org/drawingml/2006/main">
              <a:ext uri="{FF2B5EF4-FFF2-40B4-BE49-F238E27FC236}">
                <a16:creationId xmlns:a16="http://schemas.microsoft.com/office/drawing/2014/main" id="{15E7E343-806A-4FD3-8E95-8486EBC5A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867650" y="5085455"/>
            <a:ext cx="3400425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42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让有效意向沉淀为长期价值</a:t>
            </a:r>
          </a:p>
        </p:txBody>
      </p:sp>
      <p:sp>
        <p:nvSpPr>
          <p:cNvPr id="30" name="funnel-step-title-0">
            <a:extLst xmlns:a="http://schemas.openxmlformats.org/drawingml/2006/main">
              <a:ext uri="{FF2B5EF4-FFF2-40B4-BE49-F238E27FC236}">
                <a16:creationId xmlns:a16="http://schemas.microsoft.com/office/drawing/2014/main" id="{5A73BB0C-6CEC-4611-ADCC-376D0E99C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311728" y="2039093"/>
            <a:ext cx="2615803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广泛触达</a:t>
            </a:r>
          </a:p>
        </p:txBody>
      </p:sp>
      <p:sp>
        <p:nvSpPr>
          <p:cNvPr id="31" name="funnel-step-title-1">
            <a:extLst xmlns:a="http://schemas.openxmlformats.org/drawingml/2006/main">
              <a:ext uri="{FF2B5EF4-FFF2-40B4-BE49-F238E27FC236}">
                <a16:creationId xmlns:a16="http://schemas.microsoft.com/office/drawing/2014/main" id="{2AFC122E-C457-4CFB-8DD3-E5CCD5751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528117" y="2745581"/>
            <a:ext cx="2183016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兴趣识别</a:t>
            </a:r>
          </a:p>
        </p:txBody>
      </p:sp>
      <p:sp>
        <p:nvSpPr>
          <p:cNvPr id="32" name="funnel-step-title-2">
            <a:extLst xmlns:a="http://schemas.openxmlformats.org/drawingml/2006/main">
              <a:ext uri="{FF2B5EF4-FFF2-40B4-BE49-F238E27FC236}">
                <a16:creationId xmlns:a16="http://schemas.microsoft.com/office/drawing/2014/main" id="{604B5881-89D5-43B9-A0C0-8FDE4F202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25018" y="3451917"/>
            <a:ext cx="1789214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意向培育</a:t>
            </a:r>
          </a:p>
        </p:txBody>
      </p:sp>
      <p:sp>
        <p:nvSpPr>
          <p:cNvPr id="33" name="funnel-step-title-3">
            <a:extLst xmlns:a="http://schemas.openxmlformats.org/drawingml/2006/main">
              <a:ext uri="{FF2B5EF4-FFF2-40B4-BE49-F238E27FC236}">
                <a16:creationId xmlns:a16="http://schemas.microsoft.com/office/drawing/2014/main" id="{E96847E3-858C-4559-9456-90FD96B18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10165" y="4158405"/>
            <a:ext cx="141893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行动转化</a:t>
            </a:r>
          </a:p>
        </p:txBody>
      </p:sp>
      <p:sp>
        <p:nvSpPr>
          <p:cNvPr id="34" name="funnel-step-title-4">
            <a:extLst xmlns:a="http://schemas.openxmlformats.org/drawingml/2006/main">
              <a:ext uri="{FF2B5EF4-FFF2-40B4-BE49-F238E27FC236}">
                <a16:creationId xmlns:a16="http://schemas.microsoft.com/office/drawing/2014/main" id="{85595677-E1AC-49EC-B78B-2AA06C7B0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87120" y="4864894"/>
            <a:ext cx="1065019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持续留存</a:t>
            </a:r>
          </a:p>
        </p:txBody>
      </p:sp>
      <p:sp>
        <p:nvSpPr>
          <p:cNvPr id="35" name="funnel-step-title-5">
            <a:extLst xmlns:a="http://schemas.openxmlformats.org/drawingml/2006/main">
              <a:ext uri="{FF2B5EF4-FFF2-40B4-BE49-F238E27FC236}">
                <a16:creationId xmlns:a16="http://schemas.microsoft.com/office/drawing/2014/main" id="{746C2723-1954-4246-ACD3-C07D4AB78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200525" y="5571230"/>
            <a:ext cx="8382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价值增长</a:t>
            </a:r>
          </a:p>
        </p:txBody>
      </p:sp>
    </p:spTree>
    <p:extLst>
      <p:ext uri="{BB962C8B-B14F-4D97-AF65-F5344CB8AC3E}">
        <p14:creationId xmlns:p14="http://schemas.microsoft.com/office/powerpoint/2010/main" val="1140807090"/>
      </p:ext>
    </p:extLst>
  </p:cSld>
</p:sld>
</file>

<file path=ppt/slides/slide5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6" name="phase-band-0">
            <a:extLst xmlns:a="http://schemas.openxmlformats.org/drawingml/2006/main">
              <a:ext uri="{FF2B5EF4-FFF2-40B4-BE49-F238E27FC236}">
                <a16:creationId xmlns:a16="http://schemas.microsoft.com/office/drawing/2014/main" id="{AF3F4B3C-9ABD-4D8B-8230-B94ED0FE9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1638300"/>
            <a:ext cx="11144250" cy="2657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phase-band-1">
            <a:extLst xmlns:a="http://schemas.openxmlformats.org/drawingml/2006/main">
              <a:ext uri="{FF2B5EF4-FFF2-40B4-BE49-F238E27FC236}">
                <a16:creationId xmlns:a16="http://schemas.microsoft.com/office/drawing/2014/main" id="{0F114BDA-A883-4FE9-80CB-D1B5D098F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4295775"/>
            <a:ext cx="11144250" cy="1914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38100">
            <a:solidFill>
              <a:srgbClr val="FFFFFF"/>
            </a:solidFill>
            <a:prstDash val="solid"/>
          </a:ln>
        </p:spPr>
      </p:sp>
      <p:sp>
        <p:nvSpPr>
          <p:cNvPr id="3" name="phase-rail-0">
            <a:extLst xmlns:a="http://schemas.openxmlformats.org/drawingml/2006/main">
              <a:ext uri="{FF2B5EF4-FFF2-40B4-BE49-F238E27FC236}">
                <a16:creationId xmlns:a16="http://schemas.microsoft.com/office/drawing/2014/main" id="{E8617464-3DB7-4846-AA98-FFAEA31CA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1638300"/>
            <a:ext cx="514350" cy="2656656"/>
          </a:xfrm>
          <a:custGeom xmlns:a="http://schemas.openxmlformats.org/drawingml/2006/main">
            <a:pathLst>
              <a:path w="514350" h="2656656">
                <a:moveTo>
                  <a:pt x="0" y="0"/>
                </a:moveTo>
                <a:lnTo>
                  <a:pt x="25546" y="0"/>
                </a:lnTo>
                <a:lnTo>
                  <a:pt x="51102" y="0"/>
                </a:lnTo>
                <a:lnTo>
                  <a:pt x="76648" y="0"/>
                </a:lnTo>
                <a:lnTo>
                  <a:pt x="102203" y="0"/>
                </a:lnTo>
                <a:lnTo>
                  <a:pt x="127749" y="0"/>
                </a:lnTo>
                <a:lnTo>
                  <a:pt x="153295" y="0"/>
                </a:lnTo>
                <a:lnTo>
                  <a:pt x="178851" y="0"/>
                </a:lnTo>
                <a:lnTo>
                  <a:pt x="204397" y="0"/>
                </a:lnTo>
                <a:lnTo>
                  <a:pt x="229953" y="0"/>
                </a:lnTo>
                <a:lnTo>
                  <a:pt x="255499" y="0"/>
                </a:lnTo>
                <a:lnTo>
                  <a:pt x="281045" y="0"/>
                </a:lnTo>
                <a:lnTo>
                  <a:pt x="306600" y="0"/>
                </a:lnTo>
                <a:lnTo>
                  <a:pt x="332146" y="0"/>
                </a:lnTo>
                <a:lnTo>
                  <a:pt x="357692" y="0"/>
                </a:lnTo>
                <a:lnTo>
                  <a:pt x="383248" y="0"/>
                </a:lnTo>
                <a:lnTo>
                  <a:pt x="408794" y="0"/>
                </a:lnTo>
                <a:lnTo>
                  <a:pt x="434350" y="0"/>
                </a:lnTo>
                <a:lnTo>
                  <a:pt x="459896" y="0"/>
                </a:lnTo>
                <a:lnTo>
                  <a:pt x="485442" y="0"/>
                </a:lnTo>
                <a:lnTo>
                  <a:pt x="510997" y="0"/>
                </a:lnTo>
                <a:lnTo>
                  <a:pt x="514350" y="22193"/>
                </a:lnTo>
                <a:lnTo>
                  <a:pt x="514350" y="47749"/>
                </a:lnTo>
                <a:lnTo>
                  <a:pt x="514350" y="73295"/>
                </a:lnTo>
                <a:lnTo>
                  <a:pt x="514350" y="98841"/>
                </a:lnTo>
                <a:lnTo>
                  <a:pt x="514350" y="124397"/>
                </a:lnTo>
                <a:lnTo>
                  <a:pt x="514350" y="149943"/>
                </a:lnTo>
                <a:lnTo>
                  <a:pt x="514350" y="175498"/>
                </a:lnTo>
                <a:lnTo>
                  <a:pt x="514350" y="201044"/>
                </a:lnTo>
                <a:lnTo>
                  <a:pt x="514350" y="226590"/>
                </a:lnTo>
                <a:lnTo>
                  <a:pt x="514350" y="252146"/>
                </a:lnTo>
                <a:lnTo>
                  <a:pt x="514350" y="277692"/>
                </a:lnTo>
                <a:lnTo>
                  <a:pt x="514350" y="303247"/>
                </a:lnTo>
                <a:lnTo>
                  <a:pt x="514350" y="328793"/>
                </a:lnTo>
                <a:lnTo>
                  <a:pt x="514350" y="354340"/>
                </a:lnTo>
                <a:lnTo>
                  <a:pt x="514350" y="379895"/>
                </a:lnTo>
                <a:lnTo>
                  <a:pt x="514350" y="405441"/>
                </a:lnTo>
                <a:lnTo>
                  <a:pt x="514350" y="430987"/>
                </a:lnTo>
                <a:lnTo>
                  <a:pt x="514350" y="456543"/>
                </a:lnTo>
                <a:lnTo>
                  <a:pt x="514350" y="482089"/>
                </a:lnTo>
                <a:lnTo>
                  <a:pt x="514350" y="507644"/>
                </a:lnTo>
                <a:lnTo>
                  <a:pt x="514350" y="533190"/>
                </a:lnTo>
                <a:lnTo>
                  <a:pt x="514350" y="558737"/>
                </a:lnTo>
                <a:lnTo>
                  <a:pt x="514350" y="584292"/>
                </a:lnTo>
                <a:lnTo>
                  <a:pt x="514350" y="609838"/>
                </a:lnTo>
                <a:lnTo>
                  <a:pt x="514350" y="635394"/>
                </a:lnTo>
                <a:lnTo>
                  <a:pt x="514350" y="660940"/>
                </a:lnTo>
                <a:lnTo>
                  <a:pt x="514350" y="686486"/>
                </a:lnTo>
                <a:lnTo>
                  <a:pt x="514350" y="712041"/>
                </a:lnTo>
                <a:lnTo>
                  <a:pt x="514350" y="737587"/>
                </a:lnTo>
                <a:lnTo>
                  <a:pt x="514350" y="763143"/>
                </a:lnTo>
                <a:lnTo>
                  <a:pt x="514350" y="788689"/>
                </a:lnTo>
                <a:lnTo>
                  <a:pt x="514350" y="814235"/>
                </a:lnTo>
                <a:lnTo>
                  <a:pt x="514350" y="839791"/>
                </a:lnTo>
                <a:lnTo>
                  <a:pt x="514350" y="865337"/>
                </a:lnTo>
                <a:lnTo>
                  <a:pt x="514350" y="890883"/>
                </a:lnTo>
                <a:lnTo>
                  <a:pt x="514350" y="916438"/>
                </a:lnTo>
                <a:lnTo>
                  <a:pt x="514350" y="941984"/>
                </a:lnTo>
                <a:lnTo>
                  <a:pt x="514350" y="967540"/>
                </a:lnTo>
                <a:lnTo>
                  <a:pt x="514350" y="993086"/>
                </a:lnTo>
                <a:lnTo>
                  <a:pt x="514350" y="1018632"/>
                </a:lnTo>
                <a:lnTo>
                  <a:pt x="514350" y="1044188"/>
                </a:lnTo>
                <a:lnTo>
                  <a:pt x="514350" y="1069734"/>
                </a:lnTo>
                <a:lnTo>
                  <a:pt x="514350" y="1095289"/>
                </a:lnTo>
                <a:lnTo>
                  <a:pt x="514350" y="1120835"/>
                </a:lnTo>
                <a:lnTo>
                  <a:pt x="514350" y="1146381"/>
                </a:lnTo>
                <a:lnTo>
                  <a:pt x="514350" y="1171937"/>
                </a:lnTo>
                <a:lnTo>
                  <a:pt x="514350" y="1197483"/>
                </a:lnTo>
                <a:lnTo>
                  <a:pt x="514350" y="1223039"/>
                </a:lnTo>
                <a:lnTo>
                  <a:pt x="514350" y="1248585"/>
                </a:lnTo>
                <a:lnTo>
                  <a:pt x="514350" y="1274131"/>
                </a:lnTo>
                <a:lnTo>
                  <a:pt x="514350" y="1299686"/>
                </a:lnTo>
                <a:lnTo>
                  <a:pt x="514350" y="1325232"/>
                </a:lnTo>
                <a:lnTo>
                  <a:pt x="514350" y="1350788"/>
                </a:lnTo>
                <a:lnTo>
                  <a:pt x="514350" y="1376334"/>
                </a:lnTo>
                <a:lnTo>
                  <a:pt x="514350" y="1401880"/>
                </a:lnTo>
                <a:lnTo>
                  <a:pt x="514350" y="1427436"/>
                </a:lnTo>
                <a:lnTo>
                  <a:pt x="514350" y="1452982"/>
                </a:lnTo>
                <a:lnTo>
                  <a:pt x="514350" y="1478528"/>
                </a:lnTo>
                <a:lnTo>
                  <a:pt x="514350" y="1504083"/>
                </a:lnTo>
                <a:lnTo>
                  <a:pt x="514350" y="1529629"/>
                </a:lnTo>
                <a:lnTo>
                  <a:pt x="514350" y="1555185"/>
                </a:lnTo>
                <a:lnTo>
                  <a:pt x="514350" y="1580731"/>
                </a:lnTo>
                <a:lnTo>
                  <a:pt x="514350" y="1606277"/>
                </a:lnTo>
                <a:lnTo>
                  <a:pt x="514350" y="1631833"/>
                </a:lnTo>
                <a:lnTo>
                  <a:pt x="514350" y="1657379"/>
                </a:lnTo>
                <a:lnTo>
                  <a:pt x="514350" y="1682934"/>
                </a:lnTo>
                <a:lnTo>
                  <a:pt x="514350" y="1708480"/>
                </a:lnTo>
                <a:lnTo>
                  <a:pt x="514350" y="1734026"/>
                </a:lnTo>
                <a:lnTo>
                  <a:pt x="514350" y="1759582"/>
                </a:lnTo>
                <a:lnTo>
                  <a:pt x="514350" y="1785128"/>
                </a:lnTo>
                <a:lnTo>
                  <a:pt x="514350" y="1810683"/>
                </a:lnTo>
                <a:lnTo>
                  <a:pt x="514350" y="1836230"/>
                </a:lnTo>
                <a:lnTo>
                  <a:pt x="514350" y="1861776"/>
                </a:lnTo>
                <a:lnTo>
                  <a:pt x="514350" y="1887331"/>
                </a:lnTo>
                <a:lnTo>
                  <a:pt x="514350" y="1912877"/>
                </a:lnTo>
                <a:lnTo>
                  <a:pt x="514350" y="1938433"/>
                </a:lnTo>
                <a:lnTo>
                  <a:pt x="514350" y="1963979"/>
                </a:lnTo>
                <a:lnTo>
                  <a:pt x="514350" y="1989525"/>
                </a:lnTo>
                <a:lnTo>
                  <a:pt x="514350" y="2015080"/>
                </a:lnTo>
                <a:lnTo>
                  <a:pt x="514350" y="2040626"/>
                </a:lnTo>
                <a:lnTo>
                  <a:pt x="514350" y="2066173"/>
                </a:lnTo>
                <a:lnTo>
                  <a:pt x="514350" y="2091728"/>
                </a:lnTo>
                <a:lnTo>
                  <a:pt x="514350" y="2117274"/>
                </a:lnTo>
                <a:lnTo>
                  <a:pt x="514350" y="2142830"/>
                </a:lnTo>
                <a:lnTo>
                  <a:pt x="514350" y="2168376"/>
                </a:lnTo>
                <a:lnTo>
                  <a:pt x="514350" y="2193922"/>
                </a:lnTo>
                <a:lnTo>
                  <a:pt x="514350" y="2219477"/>
                </a:lnTo>
                <a:lnTo>
                  <a:pt x="514350" y="2245023"/>
                </a:lnTo>
                <a:lnTo>
                  <a:pt x="514350" y="2270579"/>
                </a:lnTo>
                <a:lnTo>
                  <a:pt x="514350" y="2296125"/>
                </a:lnTo>
                <a:lnTo>
                  <a:pt x="514350" y="2321671"/>
                </a:lnTo>
                <a:lnTo>
                  <a:pt x="514350" y="2347227"/>
                </a:lnTo>
                <a:lnTo>
                  <a:pt x="514350" y="2372773"/>
                </a:lnTo>
                <a:lnTo>
                  <a:pt x="514350" y="2398328"/>
                </a:lnTo>
                <a:lnTo>
                  <a:pt x="514350" y="2423874"/>
                </a:lnTo>
                <a:lnTo>
                  <a:pt x="514350" y="2449420"/>
                </a:lnTo>
                <a:lnTo>
                  <a:pt x="514350" y="2474976"/>
                </a:lnTo>
                <a:lnTo>
                  <a:pt x="514350" y="2500522"/>
                </a:lnTo>
                <a:lnTo>
                  <a:pt x="504320" y="2520172"/>
                </a:lnTo>
                <a:lnTo>
                  <a:pt x="481984" y="2532583"/>
                </a:lnTo>
                <a:lnTo>
                  <a:pt x="459648" y="2544985"/>
                </a:lnTo>
                <a:lnTo>
                  <a:pt x="437321" y="2557396"/>
                </a:lnTo>
                <a:lnTo>
                  <a:pt x="414985" y="2569807"/>
                </a:lnTo>
                <a:lnTo>
                  <a:pt x="392649" y="2582208"/>
                </a:lnTo>
                <a:lnTo>
                  <a:pt x="370313" y="2594620"/>
                </a:lnTo>
                <a:lnTo>
                  <a:pt x="347977" y="2607031"/>
                </a:lnTo>
                <a:lnTo>
                  <a:pt x="325641" y="2619432"/>
                </a:lnTo>
                <a:lnTo>
                  <a:pt x="303314" y="2631843"/>
                </a:lnTo>
                <a:lnTo>
                  <a:pt x="280978" y="2644254"/>
                </a:lnTo>
                <a:lnTo>
                  <a:pt x="258642" y="2656656"/>
                </a:lnTo>
                <a:lnTo>
                  <a:pt x="236306" y="2645883"/>
                </a:lnTo>
                <a:lnTo>
                  <a:pt x="213970" y="2633472"/>
                </a:lnTo>
                <a:lnTo>
                  <a:pt x="191633" y="2621061"/>
                </a:lnTo>
                <a:lnTo>
                  <a:pt x="169307" y="2608659"/>
                </a:lnTo>
                <a:lnTo>
                  <a:pt x="146971" y="2596248"/>
                </a:lnTo>
                <a:lnTo>
                  <a:pt x="124635" y="2583837"/>
                </a:lnTo>
                <a:lnTo>
                  <a:pt x="102299" y="2571436"/>
                </a:lnTo>
                <a:lnTo>
                  <a:pt x="79962" y="2559025"/>
                </a:lnTo>
                <a:lnTo>
                  <a:pt x="57626" y="2546614"/>
                </a:lnTo>
                <a:lnTo>
                  <a:pt x="35300" y="2534212"/>
                </a:lnTo>
                <a:lnTo>
                  <a:pt x="12964" y="2521801"/>
                </a:lnTo>
                <a:lnTo>
                  <a:pt x="0" y="2503875"/>
                </a:lnTo>
                <a:lnTo>
                  <a:pt x="0" y="2478329"/>
                </a:lnTo>
                <a:lnTo>
                  <a:pt x="0" y="2452783"/>
                </a:lnTo>
                <a:lnTo>
                  <a:pt x="0" y="2427227"/>
                </a:lnTo>
                <a:lnTo>
                  <a:pt x="0" y="2401681"/>
                </a:lnTo>
                <a:lnTo>
                  <a:pt x="0" y="2376126"/>
                </a:lnTo>
                <a:lnTo>
                  <a:pt x="0" y="2350580"/>
                </a:lnTo>
                <a:lnTo>
                  <a:pt x="0" y="2325033"/>
                </a:lnTo>
                <a:lnTo>
                  <a:pt x="0" y="2299478"/>
                </a:lnTo>
                <a:lnTo>
                  <a:pt x="0" y="2273932"/>
                </a:lnTo>
                <a:lnTo>
                  <a:pt x="0" y="2248376"/>
                </a:lnTo>
                <a:lnTo>
                  <a:pt x="0" y="2222830"/>
                </a:lnTo>
                <a:lnTo>
                  <a:pt x="0" y="2197284"/>
                </a:lnTo>
                <a:lnTo>
                  <a:pt x="0" y="2171729"/>
                </a:lnTo>
                <a:lnTo>
                  <a:pt x="0" y="2146183"/>
                </a:lnTo>
                <a:lnTo>
                  <a:pt x="0" y="2120627"/>
                </a:lnTo>
                <a:lnTo>
                  <a:pt x="0" y="2095081"/>
                </a:lnTo>
                <a:lnTo>
                  <a:pt x="0" y="2069535"/>
                </a:lnTo>
                <a:lnTo>
                  <a:pt x="0" y="2043979"/>
                </a:lnTo>
                <a:lnTo>
                  <a:pt x="0" y="2018433"/>
                </a:lnTo>
                <a:lnTo>
                  <a:pt x="0" y="1992887"/>
                </a:lnTo>
                <a:lnTo>
                  <a:pt x="0" y="1967332"/>
                </a:lnTo>
                <a:lnTo>
                  <a:pt x="0" y="1941786"/>
                </a:lnTo>
                <a:lnTo>
                  <a:pt x="0" y="1916230"/>
                </a:lnTo>
                <a:lnTo>
                  <a:pt x="0" y="1890684"/>
                </a:lnTo>
                <a:lnTo>
                  <a:pt x="0" y="1865138"/>
                </a:lnTo>
                <a:lnTo>
                  <a:pt x="0" y="1839582"/>
                </a:lnTo>
                <a:lnTo>
                  <a:pt x="0" y="1814036"/>
                </a:lnTo>
                <a:lnTo>
                  <a:pt x="0" y="1788481"/>
                </a:lnTo>
                <a:lnTo>
                  <a:pt x="0" y="1762935"/>
                </a:lnTo>
                <a:lnTo>
                  <a:pt x="0" y="1737389"/>
                </a:lnTo>
                <a:lnTo>
                  <a:pt x="0" y="1711833"/>
                </a:lnTo>
                <a:lnTo>
                  <a:pt x="0" y="1686287"/>
                </a:lnTo>
                <a:lnTo>
                  <a:pt x="0" y="1660731"/>
                </a:lnTo>
                <a:lnTo>
                  <a:pt x="0" y="1635185"/>
                </a:lnTo>
                <a:lnTo>
                  <a:pt x="0" y="1609639"/>
                </a:lnTo>
                <a:lnTo>
                  <a:pt x="0" y="1584084"/>
                </a:lnTo>
                <a:lnTo>
                  <a:pt x="0" y="1558538"/>
                </a:lnTo>
                <a:lnTo>
                  <a:pt x="0" y="1532982"/>
                </a:lnTo>
                <a:lnTo>
                  <a:pt x="0" y="1507436"/>
                </a:lnTo>
                <a:lnTo>
                  <a:pt x="0" y="1481890"/>
                </a:lnTo>
                <a:lnTo>
                  <a:pt x="0" y="1456334"/>
                </a:lnTo>
                <a:lnTo>
                  <a:pt x="0" y="1430788"/>
                </a:lnTo>
                <a:lnTo>
                  <a:pt x="0" y="1405233"/>
                </a:lnTo>
                <a:lnTo>
                  <a:pt x="0" y="1379687"/>
                </a:lnTo>
                <a:lnTo>
                  <a:pt x="0" y="1354141"/>
                </a:lnTo>
                <a:lnTo>
                  <a:pt x="0" y="1328585"/>
                </a:lnTo>
                <a:lnTo>
                  <a:pt x="0" y="1303039"/>
                </a:lnTo>
                <a:lnTo>
                  <a:pt x="0" y="1277493"/>
                </a:lnTo>
                <a:lnTo>
                  <a:pt x="0" y="1251937"/>
                </a:lnTo>
                <a:lnTo>
                  <a:pt x="0" y="1226391"/>
                </a:lnTo>
                <a:lnTo>
                  <a:pt x="0" y="1200836"/>
                </a:lnTo>
                <a:lnTo>
                  <a:pt x="0" y="1175290"/>
                </a:lnTo>
                <a:lnTo>
                  <a:pt x="0" y="1149744"/>
                </a:lnTo>
                <a:lnTo>
                  <a:pt x="0" y="1124188"/>
                </a:lnTo>
                <a:lnTo>
                  <a:pt x="0" y="1098642"/>
                </a:lnTo>
                <a:lnTo>
                  <a:pt x="0" y="1073087"/>
                </a:lnTo>
                <a:lnTo>
                  <a:pt x="0" y="1047540"/>
                </a:lnTo>
                <a:lnTo>
                  <a:pt x="0" y="1021994"/>
                </a:lnTo>
                <a:lnTo>
                  <a:pt x="0" y="996439"/>
                </a:lnTo>
                <a:lnTo>
                  <a:pt x="0" y="970893"/>
                </a:lnTo>
                <a:lnTo>
                  <a:pt x="0" y="945337"/>
                </a:lnTo>
                <a:lnTo>
                  <a:pt x="0" y="919791"/>
                </a:lnTo>
                <a:lnTo>
                  <a:pt x="0" y="894245"/>
                </a:lnTo>
                <a:lnTo>
                  <a:pt x="0" y="868690"/>
                </a:lnTo>
                <a:lnTo>
                  <a:pt x="0" y="843143"/>
                </a:lnTo>
                <a:lnTo>
                  <a:pt x="0" y="817588"/>
                </a:lnTo>
                <a:lnTo>
                  <a:pt x="0" y="792042"/>
                </a:lnTo>
                <a:lnTo>
                  <a:pt x="0" y="766496"/>
                </a:lnTo>
                <a:lnTo>
                  <a:pt x="0" y="740940"/>
                </a:lnTo>
                <a:lnTo>
                  <a:pt x="0" y="715394"/>
                </a:lnTo>
                <a:lnTo>
                  <a:pt x="0" y="689848"/>
                </a:lnTo>
                <a:lnTo>
                  <a:pt x="0" y="664293"/>
                </a:lnTo>
                <a:lnTo>
                  <a:pt x="0" y="638747"/>
                </a:lnTo>
                <a:lnTo>
                  <a:pt x="0" y="613191"/>
                </a:lnTo>
                <a:lnTo>
                  <a:pt x="0" y="587645"/>
                </a:lnTo>
                <a:lnTo>
                  <a:pt x="0" y="562099"/>
                </a:lnTo>
                <a:lnTo>
                  <a:pt x="0" y="536543"/>
                </a:lnTo>
                <a:lnTo>
                  <a:pt x="0" y="510997"/>
                </a:lnTo>
                <a:lnTo>
                  <a:pt x="0" y="485442"/>
                </a:lnTo>
                <a:lnTo>
                  <a:pt x="0" y="459896"/>
                </a:lnTo>
                <a:lnTo>
                  <a:pt x="0" y="434350"/>
                </a:lnTo>
                <a:lnTo>
                  <a:pt x="0" y="408794"/>
                </a:lnTo>
                <a:lnTo>
                  <a:pt x="0" y="383248"/>
                </a:lnTo>
                <a:lnTo>
                  <a:pt x="0" y="357692"/>
                </a:lnTo>
                <a:lnTo>
                  <a:pt x="0" y="332146"/>
                </a:lnTo>
                <a:lnTo>
                  <a:pt x="0" y="306600"/>
                </a:lnTo>
                <a:lnTo>
                  <a:pt x="0" y="281045"/>
                </a:lnTo>
                <a:lnTo>
                  <a:pt x="0" y="255499"/>
                </a:lnTo>
                <a:lnTo>
                  <a:pt x="0" y="229953"/>
                </a:lnTo>
                <a:lnTo>
                  <a:pt x="0" y="204397"/>
                </a:lnTo>
                <a:lnTo>
                  <a:pt x="0" y="178851"/>
                </a:lnTo>
                <a:lnTo>
                  <a:pt x="0" y="153295"/>
                </a:lnTo>
                <a:lnTo>
                  <a:pt x="0" y="127749"/>
                </a:lnTo>
                <a:lnTo>
                  <a:pt x="0" y="102203"/>
                </a:lnTo>
                <a:lnTo>
                  <a:pt x="0" y="76648"/>
                </a:lnTo>
                <a:lnTo>
                  <a:pt x="0" y="51102"/>
                </a:lnTo>
                <a:lnTo>
                  <a:pt x="0" y="25546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4" name="phase-title-0">
            <a:extLst xmlns:a="http://schemas.openxmlformats.org/drawingml/2006/main">
              <a:ext uri="{FF2B5EF4-FFF2-40B4-BE49-F238E27FC236}">
                <a16:creationId xmlns:a16="http://schemas.microsoft.com/office/drawing/2014/main" id="{684DEA25-89B7-4376-9FEB-BA47E9BBD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2496293"/>
            <a:ext cx="1428750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获取与识别</a:t>
            </a:r>
          </a:p>
        </p:txBody>
      </p:sp>
      <p:sp>
        <p:nvSpPr>
          <p:cNvPr id="5" name="phase-body-0">
            <a:extLst xmlns:a="http://schemas.openxmlformats.org/drawingml/2006/main">
              <a:ext uri="{FF2B5EF4-FFF2-40B4-BE49-F238E27FC236}">
                <a16:creationId xmlns:a16="http://schemas.microsoft.com/office/drawing/2014/main" id="{545A72F4-F876-4126-834D-1A9497E4F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2850509"/>
            <a:ext cx="1428750" cy="587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让目标对象进</a:t>
            </a:r>
          </a:p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入并形成意向</a:t>
            </a:r>
          </a:p>
        </p:txBody>
      </p:sp>
      <p:sp>
        <p:nvSpPr>
          <p:cNvPr id="6" name="action-icon-shell-0-0">
            <a:extLst xmlns:a="http://schemas.openxmlformats.org/drawingml/2006/main">
              <a:ext uri="{FF2B5EF4-FFF2-40B4-BE49-F238E27FC236}">
                <a16:creationId xmlns:a16="http://schemas.microsoft.com/office/drawing/2014/main" id="{BAADD4AD-437D-467E-B7BE-0AE55142F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2490788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6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72d73ddc4ae4051">
            <a:extLst>
              <a:ext uri="{96DAC541-7B7A-43D3-8B79-37D633B846F1}">
                <asvg:svgBlip xmlns:asvg="http://schemas.microsoft.com/office/drawing/2016/SVG/main" r:embed="Ra9a48ff4e8a2488c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2566988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8" name="action-title-0-0">
            <a:extLst xmlns:a="http://schemas.openxmlformats.org/drawingml/2006/main">
              <a:ext uri="{FF2B5EF4-FFF2-40B4-BE49-F238E27FC236}">
                <a16:creationId xmlns:a16="http://schemas.microsoft.com/office/drawing/2014/main" id="{807A9435-D1BB-4FD4-96B5-1AC3317C9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429770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标签体系</a:t>
            </a:r>
          </a:p>
        </p:txBody>
      </p:sp>
      <p:sp>
        <p:nvSpPr>
          <p:cNvPr id="9" name="action-body-0-0">
            <a:extLst xmlns:a="http://schemas.openxmlformats.org/drawingml/2006/main">
              <a:ext uri="{FF2B5EF4-FFF2-40B4-BE49-F238E27FC236}">
                <a16:creationId xmlns:a16="http://schemas.microsoft.com/office/drawing/2014/main" id="{168A3813-C48F-4C00-9F9B-212432BD8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658370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形成可识别对象</a:t>
            </a:r>
          </a:p>
        </p:txBody>
      </p:sp>
      <p:sp>
        <p:nvSpPr>
          <p:cNvPr id="10" name="action-icon-shell-0-1">
            <a:extLst xmlns:a="http://schemas.openxmlformats.org/drawingml/2006/main">
              <a:ext uri="{FF2B5EF4-FFF2-40B4-BE49-F238E27FC236}">
                <a16:creationId xmlns:a16="http://schemas.microsoft.com/office/drawing/2014/main" id="{2C04EA8B-2515-45C5-8297-0E905025A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2490788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6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b252b314cdb44a2">
            <a:extLst>
              <a:ext uri="{96DAC541-7B7A-43D3-8B79-37D633B846F1}">
                <asvg:svgBlip xmlns:asvg="http://schemas.microsoft.com/office/drawing/2016/SVG/main" r:embed="Re0f188a68b0e41bf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2566988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12" name="action-title-0-1">
            <a:extLst xmlns:a="http://schemas.openxmlformats.org/drawingml/2006/main">
              <a:ext uri="{FF2B5EF4-FFF2-40B4-BE49-F238E27FC236}">
                <a16:creationId xmlns:a16="http://schemas.microsoft.com/office/drawing/2014/main" id="{F3EA71E4-972B-404F-B09B-83A450018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429770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渠道连接</a:t>
            </a:r>
          </a:p>
        </p:txBody>
      </p:sp>
      <p:sp>
        <p:nvSpPr>
          <p:cNvPr id="13" name="action-body-0-1">
            <a:extLst xmlns:a="http://schemas.openxmlformats.org/drawingml/2006/main">
              <a:ext uri="{FF2B5EF4-FFF2-40B4-BE49-F238E27FC236}">
                <a16:creationId xmlns:a16="http://schemas.microsoft.com/office/drawing/2014/main" id="{92821BAF-0236-4421-A668-693E59327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658370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连接主要触点</a:t>
            </a:r>
          </a:p>
        </p:txBody>
      </p:sp>
      <p:sp>
        <p:nvSpPr>
          <p:cNvPr id="14" name="action-icon-shell-0-2">
            <a:extLst xmlns:a="http://schemas.openxmlformats.org/drawingml/2006/main">
              <a:ext uri="{FF2B5EF4-FFF2-40B4-BE49-F238E27FC236}">
                <a16:creationId xmlns:a16="http://schemas.microsoft.com/office/drawing/2014/main" id="{68347F03-82DC-4FB9-A915-F8CEFC768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3100388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7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335731b97a640d2">
            <a:extLst>
              <a:ext uri="{96DAC541-7B7A-43D3-8B79-37D633B846F1}">
                <asvg:svgBlip xmlns:asvg="http://schemas.microsoft.com/office/drawing/2016/SVG/main" r:embed="R458bb8991e614b3c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3176588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16" name="action-title-0-2">
            <a:extLst xmlns:a="http://schemas.openxmlformats.org/drawingml/2006/main">
              <a:ext uri="{FF2B5EF4-FFF2-40B4-BE49-F238E27FC236}">
                <a16:creationId xmlns:a16="http://schemas.microsoft.com/office/drawing/2014/main" id="{8A3BDF0A-7BE4-423D-B30C-BD7533757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3039370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内容优化</a:t>
            </a:r>
          </a:p>
        </p:txBody>
      </p:sp>
      <p:sp>
        <p:nvSpPr>
          <p:cNvPr id="17" name="action-body-0-2">
            <a:extLst xmlns:a="http://schemas.openxmlformats.org/drawingml/2006/main">
              <a:ext uri="{FF2B5EF4-FFF2-40B4-BE49-F238E27FC236}">
                <a16:creationId xmlns:a16="http://schemas.microsoft.com/office/drawing/2014/main" id="{BE7913E5-BC1E-4390-B8FB-CB4CE297B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3267970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提高触达质量</a:t>
            </a:r>
          </a:p>
        </p:txBody>
      </p:sp>
      <p:sp>
        <p:nvSpPr>
          <p:cNvPr id="18" name="action-icon-shell-0-3">
            <a:extLst xmlns:a="http://schemas.openxmlformats.org/drawingml/2006/main">
              <a:ext uri="{FF2B5EF4-FFF2-40B4-BE49-F238E27FC236}">
                <a16:creationId xmlns:a16="http://schemas.microsoft.com/office/drawing/2014/main" id="{BDE22DE0-A973-484E-A371-C47A42A22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3100388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7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1ecd6b19e3b4215">
            <a:extLst>
              <a:ext uri="{96DAC541-7B7A-43D3-8B79-37D633B846F1}">
                <asvg:svgBlip xmlns:asvg="http://schemas.microsoft.com/office/drawing/2016/SVG/main" r:embed="R417107a0db724c5d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3176588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20" name="action-title-0-3">
            <a:extLst xmlns:a="http://schemas.openxmlformats.org/drawingml/2006/main">
              <a:ext uri="{FF2B5EF4-FFF2-40B4-BE49-F238E27FC236}">
                <a16:creationId xmlns:a16="http://schemas.microsoft.com/office/drawing/2014/main" id="{66D5BBD8-6901-4341-8312-166EA995E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3039370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行为追踪</a:t>
            </a:r>
          </a:p>
        </p:txBody>
      </p:sp>
      <p:sp>
        <p:nvSpPr>
          <p:cNvPr id="21" name="action-body-0-3">
            <a:extLst xmlns:a="http://schemas.openxmlformats.org/drawingml/2006/main">
              <a:ext uri="{FF2B5EF4-FFF2-40B4-BE49-F238E27FC236}">
                <a16:creationId xmlns:a16="http://schemas.microsoft.com/office/drawing/2014/main" id="{B159B97F-8126-4DD6-93A3-B1DCB429A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3267970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记录关键反馈</a:t>
            </a:r>
          </a:p>
        </p:txBody>
      </p:sp>
      <p:sp>
        <p:nvSpPr>
          <p:cNvPr id="22" name="phase-rail-1">
            <a:extLst xmlns:a="http://schemas.openxmlformats.org/drawingml/2006/main">
              <a:ext uri="{FF2B5EF4-FFF2-40B4-BE49-F238E27FC236}">
                <a16:creationId xmlns:a16="http://schemas.microsoft.com/office/drawing/2014/main" id="{A6D96DD1-9812-4EDF-9F5A-5F5B105D5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4295775"/>
            <a:ext cx="514350" cy="1914134"/>
          </a:xfrm>
          <a:custGeom xmlns:a="http://schemas.openxmlformats.org/drawingml/2006/main">
            <a:pathLst>
              <a:path w="514350" h="1914134">
                <a:moveTo>
                  <a:pt x="0" y="0"/>
                </a:moveTo>
                <a:lnTo>
                  <a:pt x="17193" y="9554"/>
                </a:lnTo>
                <a:lnTo>
                  <a:pt x="34385" y="19098"/>
                </a:lnTo>
                <a:lnTo>
                  <a:pt x="51578" y="28651"/>
                </a:lnTo>
                <a:lnTo>
                  <a:pt x="68771" y="38205"/>
                </a:lnTo>
                <a:lnTo>
                  <a:pt x="85963" y="47758"/>
                </a:lnTo>
                <a:lnTo>
                  <a:pt x="103156" y="57302"/>
                </a:lnTo>
                <a:lnTo>
                  <a:pt x="120348" y="66856"/>
                </a:lnTo>
                <a:lnTo>
                  <a:pt x="137541" y="76410"/>
                </a:lnTo>
                <a:lnTo>
                  <a:pt x="154724" y="85963"/>
                </a:lnTo>
                <a:lnTo>
                  <a:pt x="171917" y="95507"/>
                </a:lnTo>
                <a:lnTo>
                  <a:pt x="189109" y="105061"/>
                </a:lnTo>
                <a:lnTo>
                  <a:pt x="206302" y="114614"/>
                </a:lnTo>
                <a:lnTo>
                  <a:pt x="223495" y="124168"/>
                </a:lnTo>
                <a:lnTo>
                  <a:pt x="240687" y="133712"/>
                </a:lnTo>
                <a:lnTo>
                  <a:pt x="257880" y="142484"/>
                </a:lnTo>
                <a:lnTo>
                  <a:pt x="275072" y="132931"/>
                </a:lnTo>
                <a:lnTo>
                  <a:pt x="292265" y="123377"/>
                </a:lnTo>
                <a:lnTo>
                  <a:pt x="309458" y="113833"/>
                </a:lnTo>
                <a:lnTo>
                  <a:pt x="326650" y="104280"/>
                </a:lnTo>
                <a:lnTo>
                  <a:pt x="343843" y="94726"/>
                </a:lnTo>
                <a:lnTo>
                  <a:pt x="361036" y="85173"/>
                </a:lnTo>
                <a:lnTo>
                  <a:pt x="378228" y="75629"/>
                </a:lnTo>
                <a:lnTo>
                  <a:pt x="395421" y="66075"/>
                </a:lnTo>
                <a:lnTo>
                  <a:pt x="412613" y="56521"/>
                </a:lnTo>
                <a:lnTo>
                  <a:pt x="429806" y="46968"/>
                </a:lnTo>
                <a:lnTo>
                  <a:pt x="446999" y="37424"/>
                </a:lnTo>
                <a:lnTo>
                  <a:pt x="464182" y="27870"/>
                </a:lnTo>
                <a:lnTo>
                  <a:pt x="481374" y="18317"/>
                </a:lnTo>
                <a:lnTo>
                  <a:pt x="498567" y="8763"/>
                </a:lnTo>
                <a:lnTo>
                  <a:pt x="514350" y="1619"/>
                </a:lnTo>
                <a:lnTo>
                  <a:pt x="514350" y="21279"/>
                </a:lnTo>
                <a:lnTo>
                  <a:pt x="514350" y="40948"/>
                </a:lnTo>
                <a:lnTo>
                  <a:pt x="514350" y="60617"/>
                </a:lnTo>
                <a:lnTo>
                  <a:pt x="514350" y="80286"/>
                </a:lnTo>
                <a:lnTo>
                  <a:pt x="514350" y="99955"/>
                </a:lnTo>
                <a:lnTo>
                  <a:pt x="514350" y="119615"/>
                </a:lnTo>
                <a:lnTo>
                  <a:pt x="514350" y="139284"/>
                </a:lnTo>
                <a:lnTo>
                  <a:pt x="514350" y="158953"/>
                </a:lnTo>
                <a:lnTo>
                  <a:pt x="514350" y="178622"/>
                </a:lnTo>
                <a:lnTo>
                  <a:pt x="514350" y="198282"/>
                </a:lnTo>
                <a:lnTo>
                  <a:pt x="514350" y="217951"/>
                </a:lnTo>
                <a:lnTo>
                  <a:pt x="514350" y="237620"/>
                </a:lnTo>
                <a:lnTo>
                  <a:pt x="514350" y="257289"/>
                </a:lnTo>
                <a:lnTo>
                  <a:pt x="514350" y="276958"/>
                </a:lnTo>
                <a:lnTo>
                  <a:pt x="514350" y="296618"/>
                </a:lnTo>
                <a:lnTo>
                  <a:pt x="514350" y="316287"/>
                </a:lnTo>
                <a:lnTo>
                  <a:pt x="514350" y="335956"/>
                </a:lnTo>
                <a:lnTo>
                  <a:pt x="514350" y="355625"/>
                </a:lnTo>
                <a:lnTo>
                  <a:pt x="514350" y="375295"/>
                </a:lnTo>
                <a:lnTo>
                  <a:pt x="514350" y="394954"/>
                </a:lnTo>
                <a:lnTo>
                  <a:pt x="514350" y="414623"/>
                </a:lnTo>
                <a:lnTo>
                  <a:pt x="514350" y="434292"/>
                </a:lnTo>
                <a:lnTo>
                  <a:pt x="514350" y="453961"/>
                </a:lnTo>
                <a:lnTo>
                  <a:pt x="514350" y="473621"/>
                </a:lnTo>
                <a:lnTo>
                  <a:pt x="514350" y="493290"/>
                </a:lnTo>
                <a:lnTo>
                  <a:pt x="514350" y="512959"/>
                </a:lnTo>
                <a:lnTo>
                  <a:pt x="514350" y="532628"/>
                </a:lnTo>
                <a:lnTo>
                  <a:pt x="514350" y="552298"/>
                </a:lnTo>
                <a:lnTo>
                  <a:pt x="514350" y="571957"/>
                </a:lnTo>
                <a:lnTo>
                  <a:pt x="514350" y="591626"/>
                </a:lnTo>
                <a:lnTo>
                  <a:pt x="514350" y="611295"/>
                </a:lnTo>
                <a:lnTo>
                  <a:pt x="514350" y="630965"/>
                </a:lnTo>
                <a:lnTo>
                  <a:pt x="514350" y="650624"/>
                </a:lnTo>
                <a:lnTo>
                  <a:pt x="514350" y="670293"/>
                </a:lnTo>
                <a:lnTo>
                  <a:pt x="514350" y="689962"/>
                </a:lnTo>
                <a:lnTo>
                  <a:pt x="514350" y="709632"/>
                </a:lnTo>
                <a:lnTo>
                  <a:pt x="514350" y="729301"/>
                </a:lnTo>
                <a:lnTo>
                  <a:pt x="514350" y="748960"/>
                </a:lnTo>
                <a:lnTo>
                  <a:pt x="514350" y="768629"/>
                </a:lnTo>
                <a:lnTo>
                  <a:pt x="514350" y="788299"/>
                </a:lnTo>
                <a:lnTo>
                  <a:pt x="514350" y="807968"/>
                </a:lnTo>
                <a:lnTo>
                  <a:pt x="514350" y="827637"/>
                </a:lnTo>
                <a:lnTo>
                  <a:pt x="514350" y="847296"/>
                </a:lnTo>
                <a:lnTo>
                  <a:pt x="514350" y="866966"/>
                </a:lnTo>
                <a:lnTo>
                  <a:pt x="514350" y="886635"/>
                </a:lnTo>
                <a:lnTo>
                  <a:pt x="514350" y="906304"/>
                </a:lnTo>
                <a:lnTo>
                  <a:pt x="514350" y="925963"/>
                </a:lnTo>
                <a:lnTo>
                  <a:pt x="514350" y="945632"/>
                </a:lnTo>
                <a:lnTo>
                  <a:pt x="514350" y="965302"/>
                </a:lnTo>
                <a:lnTo>
                  <a:pt x="514350" y="984971"/>
                </a:lnTo>
                <a:lnTo>
                  <a:pt x="514350" y="1004640"/>
                </a:lnTo>
                <a:lnTo>
                  <a:pt x="514350" y="1024299"/>
                </a:lnTo>
                <a:lnTo>
                  <a:pt x="514350" y="1043969"/>
                </a:lnTo>
                <a:lnTo>
                  <a:pt x="514350" y="1063638"/>
                </a:lnTo>
                <a:lnTo>
                  <a:pt x="514350" y="1083307"/>
                </a:lnTo>
                <a:lnTo>
                  <a:pt x="514350" y="1102966"/>
                </a:lnTo>
                <a:lnTo>
                  <a:pt x="514350" y="1122636"/>
                </a:lnTo>
                <a:lnTo>
                  <a:pt x="514350" y="1142305"/>
                </a:lnTo>
                <a:lnTo>
                  <a:pt x="514350" y="1161974"/>
                </a:lnTo>
                <a:lnTo>
                  <a:pt x="514350" y="1181643"/>
                </a:lnTo>
                <a:lnTo>
                  <a:pt x="514350" y="1201303"/>
                </a:lnTo>
                <a:lnTo>
                  <a:pt x="514350" y="1220972"/>
                </a:lnTo>
                <a:lnTo>
                  <a:pt x="514350" y="1240641"/>
                </a:lnTo>
                <a:lnTo>
                  <a:pt x="514350" y="1260310"/>
                </a:lnTo>
                <a:lnTo>
                  <a:pt x="514350" y="1279970"/>
                </a:lnTo>
                <a:lnTo>
                  <a:pt x="514350" y="1299639"/>
                </a:lnTo>
                <a:lnTo>
                  <a:pt x="514350" y="1319308"/>
                </a:lnTo>
                <a:lnTo>
                  <a:pt x="514350" y="1338977"/>
                </a:lnTo>
                <a:lnTo>
                  <a:pt x="514350" y="1358646"/>
                </a:lnTo>
                <a:lnTo>
                  <a:pt x="514350" y="1378306"/>
                </a:lnTo>
                <a:lnTo>
                  <a:pt x="514350" y="1397975"/>
                </a:lnTo>
                <a:lnTo>
                  <a:pt x="514350" y="1417644"/>
                </a:lnTo>
                <a:lnTo>
                  <a:pt x="514350" y="1437313"/>
                </a:lnTo>
                <a:lnTo>
                  <a:pt x="514350" y="1456982"/>
                </a:lnTo>
                <a:lnTo>
                  <a:pt x="514350" y="1476642"/>
                </a:lnTo>
                <a:lnTo>
                  <a:pt x="514350" y="1496311"/>
                </a:lnTo>
                <a:lnTo>
                  <a:pt x="514350" y="1515980"/>
                </a:lnTo>
                <a:lnTo>
                  <a:pt x="514350" y="1535649"/>
                </a:lnTo>
                <a:lnTo>
                  <a:pt x="514350" y="1555309"/>
                </a:lnTo>
                <a:lnTo>
                  <a:pt x="514350" y="1574978"/>
                </a:lnTo>
                <a:lnTo>
                  <a:pt x="514350" y="1594647"/>
                </a:lnTo>
                <a:lnTo>
                  <a:pt x="514350" y="1614316"/>
                </a:lnTo>
                <a:lnTo>
                  <a:pt x="514350" y="1633985"/>
                </a:lnTo>
                <a:lnTo>
                  <a:pt x="514350" y="1653645"/>
                </a:lnTo>
                <a:lnTo>
                  <a:pt x="514350" y="1673314"/>
                </a:lnTo>
                <a:lnTo>
                  <a:pt x="514350" y="1692983"/>
                </a:lnTo>
                <a:lnTo>
                  <a:pt x="514350" y="1712652"/>
                </a:lnTo>
                <a:lnTo>
                  <a:pt x="514350" y="1732312"/>
                </a:lnTo>
                <a:lnTo>
                  <a:pt x="514350" y="1751981"/>
                </a:lnTo>
                <a:lnTo>
                  <a:pt x="514350" y="1771650"/>
                </a:lnTo>
                <a:lnTo>
                  <a:pt x="497157" y="1781204"/>
                </a:lnTo>
                <a:lnTo>
                  <a:pt x="479965" y="1790748"/>
                </a:lnTo>
                <a:lnTo>
                  <a:pt x="462772" y="1800301"/>
                </a:lnTo>
                <a:lnTo>
                  <a:pt x="445580" y="1809855"/>
                </a:lnTo>
                <a:lnTo>
                  <a:pt x="428387" y="1819408"/>
                </a:lnTo>
                <a:lnTo>
                  <a:pt x="411194" y="1828952"/>
                </a:lnTo>
                <a:lnTo>
                  <a:pt x="394002" y="1838506"/>
                </a:lnTo>
                <a:lnTo>
                  <a:pt x="376809" y="1848060"/>
                </a:lnTo>
                <a:lnTo>
                  <a:pt x="359626" y="1857613"/>
                </a:lnTo>
                <a:lnTo>
                  <a:pt x="342433" y="1867157"/>
                </a:lnTo>
                <a:lnTo>
                  <a:pt x="325241" y="1876711"/>
                </a:lnTo>
                <a:lnTo>
                  <a:pt x="308048" y="1886264"/>
                </a:lnTo>
                <a:lnTo>
                  <a:pt x="290855" y="1895818"/>
                </a:lnTo>
                <a:lnTo>
                  <a:pt x="273663" y="1905362"/>
                </a:lnTo>
                <a:lnTo>
                  <a:pt x="256470" y="1914134"/>
                </a:lnTo>
                <a:lnTo>
                  <a:pt x="239278" y="1904581"/>
                </a:lnTo>
                <a:lnTo>
                  <a:pt x="222085" y="1895027"/>
                </a:lnTo>
                <a:lnTo>
                  <a:pt x="204892" y="1885483"/>
                </a:lnTo>
                <a:lnTo>
                  <a:pt x="187700" y="1875930"/>
                </a:lnTo>
                <a:lnTo>
                  <a:pt x="170507" y="1866376"/>
                </a:lnTo>
                <a:lnTo>
                  <a:pt x="153314" y="1856823"/>
                </a:lnTo>
                <a:lnTo>
                  <a:pt x="136122" y="1847279"/>
                </a:lnTo>
                <a:lnTo>
                  <a:pt x="118929" y="1837725"/>
                </a:lnTo>
                <a:lnTo>
                  <a:pt x="101737" y="1828171"/>
                </a:lnTo>
                <a:lnTo>
                  <a:pt x="84544" y="1818618"/>
                </a:lnTo>
                <a:lnTo>
                  <a:pt x="67351" y="1809074"/>
                </a:lnTo>
                <a:lnTo>
                  <a:pt x="50168" y="1799520"/>
                </a:lnTo>
                <a:lnTo>
                  <a:pt x="32976" y="1789967"/>
                </a:lnTo>
                <a:lnTo>
                  <a:pt x="15783" y="1780413"/>
                </a:lnTo>
                <a:lnTo>
                  <a:pt x="0" y="1770031"/>
                </a:lnTo>
                <a:lnTo>
                  <a:pt x="0" y="1750371"/>
                </a:lnTo>
                <a:lnTo>
                  <a:pt x="0" y="1730702"/>
                </a:lnTo>
                <a:lnTo>
                  <a:pt x="0" y="1711033"/>
                </a:lnTo>
                <a:lnTo>
                  <a:pt x="0" y="1691364"/>
                </a:lnTo>
                <a:lnTo>
                  <a:pt x="0" y="1671695"/>
                </a:lnTo>
                <a:lnTo>
                  <a:pt x="0" y="1652035"/>
                </a:lnTo>
                <a:lnTo>
                  <a:pt x="0" y="1632366"/>
                </a:lnTo>
                <a:lnTo>
                  <a:pt x="0" y="1612697"/>
                </a:lnTo>
                <a:lnTo>
                  <a:pt x="0" y="1593028"/>
                </a:lnTo>
                <a:lnTo>
                  <a:pt x="0" y="1573368"/>
                </a:lnTo>
                <a:lnTo>
                  <a:pt x="0" y="1553699"/>
                </a:lnTo>
                <a:lnTo>
                  <a:pt x="0" y="1534030"/>
                </a:lnTo>
                <a:lnTo>
                  <a:pt x="0" y="1514361"/>
                </a:lnTo>
                <a:lnTo>
                  <a:pt x="0" y="1494692"/>
                </a:lnTo>
                <a:lnTo>
                  <a:pt x="0" y="1475032"/>
                </a:lnTo>
                <a:lnTo>
                  <a:pt x="0" y="1455363"/>
                </a:lnTo>
                <a:lnTo>
                  <a:pt x="0" y="1435694"/>
                </a:lnTo>
                <a:lnTo>
                  <a:pt x="0" y="1416025"/>
                </a:lnTo>
                <a:lnTo>
                  <a:pt x="0" y="1396355"/>
                </a:lnTo>
                <a:lnTo>
                  <a:pt x="0" y="1376696"/>
                </a:lnTo>
                <a:lnTo>
                  <a:pt x="0" y="1357027"/>
                </a:lnTo>
                <a:lnTo>
                  <a:pt x="0" y="1337358"/>
                </a:lnTo>
                <a:lnTo>
                  <a:pt x="0" y="1317689"/>
                </a:lnTo>
                <a:lnTo>
                  <a:pt x="0" y="1298029"/>
                </a:lnTo>
                <a:lnTo>
                  <a:pt x="0" y="1278360"/>
                </a:lnTo>
                <a:lnTo>
                  <a:pt x="0" y="1258691"/>
                </a:lnTo>
                <a:lnTo>
                  <a:pt x="0" y="1239022"/>
                </a:lnTo>
                <a:lnTo>
                  <a:pt x="0" y="1219352"/>
                </a:lnTo>
                <a:lnTo>
                  <a:pt x="0" y="1199693"/>
                </a:lnTo>
                <a:lnTo>
                  <a:pt x="0" y="1180024"/>
                </a:lnTo>
                <a:lnTo>
                  <a:pt x="0" y="1160355"/>
                </a:lnTo>
                <a:lnTo>
                  <a:pt x="0" y="1140685"/>
                </a:lnTo>
                <a:lnTo>
                  <a:pt x="0" y="1121026"/>
                </a:lnTo>
                <a:lnTo>
                  <a:pt x="0" y="1101357"/>
                </a:lnTo>
                <a:lnTo>
                  <a:pt x="0" y="1081688"/>
                </a:lnTo>
                <a:lnTo>
                  <a:pt x="0" y="1062018"/>
                </a:lnTo>
                <a:lnTo>
                  <a:pt x="0" y="1042349"/>
                </a:lnTo>
                <a:lnTo>
                  <a:pt x="0" y="1022690"/>
                </a:lnTo>
                <a:lnTo>
                  <a:pt x="0" y="1003021"/>
                </a:lnTo>
                <a:lnTo>
                  <a:pt x="0" y="983351"/>
                </a:lnTo>
                <a:lnTo>
                  <a:pt x="0" y="963682"/>
                </a:lnTo>
                <a:lnTo>
                  <a:pt x="0" y="944023"/>
                </a:lnTo>
                <a:lnTo>
                  <a:pt x="0" y="924354"/>
                </a:lnTo>
                <a:lnTo>
                  <a:pt x="0" y="904685"/>
                </a:lnTo>
                <a:lnTo>
                  <a:pt x="0" y="885015"/>
                </a:lnTo>
                <a:lnTo>
                  <a:pt x="0" y="865346"/>
                </a:lnTo>
                <a:lnTo>
                  <a:pt x="0" y="845687"/>
                </a:lnTo>
                <a:lnTo>
                  <a:pt x="0" y="826018"/>
                </a:lnTo>
                <a:lnTo>
                  <a:pt x="0" y="806348"/>
                </a:lnTo>
                <a:lnTo>
                  <a:pt x="0" y="786679"/>
                </a:lnTo>
                <a:lnTo>
                  <a:pt x="0" y="767010"/>
                </a:lnTo>
                <a:lnTo>
                  <a:pt x="0" y="747351"/>
                </a:lnTo>
                <a:lnTo>
                  <a:pt x="0" y="727681"/>
                </a:lnTo>
                <a:lnTo>
                  <a:pt x="0" y="708012"/>
                </a:lnTo>
                <a:lnTo>
                  <a:pt x="0" y="688343"/>
                </a:lnTo>
                <a:lnTo>
                  <a:pt x="0" y="668684"/>
                </a:lnTo>
                <a:lnTo>
                  <a:pt x="0" y="649014"/>
                </a:lnTo>
                <a:lnTo>
                  <a:pt x="0" y="629345"/>
                </a:lnTo>
                <a:lnTo>
                  <a:pt x="0" y="609676"/>
                </a:lnTo>
                <a:lnTo>
                  <a:pt x="0" y="590007"/>
                </a:lnTo>
                <a:lnTo>
                  <a:pt x="0" y="570347"/>
                </a:lnTo>
                <a:lnTo>
                  <a:pt x="0" y="550678"/>
                </a:lnTo>
                <a:lnTo>
                  <a:pt x="0" y="531009"/>
                </a:lnTo>
                <a:lnTo>
                  <a:pt x="0" y="511340"/>
                </a:lnTo>
                <a:lnTo>
                  <a:pt x="0" y="491681"/>
                </a:lnTo>
                <a:lnTo>
                  <a:pt x="0" y="472011"/>
                </a:lnTo>
                <a:lnTo>
                  <a:pt x="0" y="452342"/>
                </a:lnTo>
                <a:lnTo>
                  <a:pt x="0" y="432673"/>
                </a:lnTo>
                <a:lnTo>
                  <a:pt x="0" y="413004"/>
                </a:lnTo>
                <a:lnTo>
                  <a:pt x="0" y="393344"/>
                </a:lnTo>
                <a:lnTo>
                  <a:pt x="0" y="373675"/>
                </a:lnTo>
                <a:lnTo>
                  <a:pt x="0" y="354006"/>
                </a:lnTo>
                <a:lnTo>
                  <a:pt x="0" y="334337"/>
                </a:lnTo>
                <a:lnTo>
                  <a:pt x="0" y="314668"/>
                </a:lnTo>
                <a:lnTo>
                  <a:pt x="0" y="295008"/>
                </a:lnTo>
                <a:lnTo>
                  <a:pt x="0" y="275339"/>
                </a:lnTo>
                <a:lnTo>
                  <a:pt x="0" y="255670"/>
                </a:lnTo>
                <a:lnTo>
                  <a:pt x="0" y="236001"/>
                </a:lnTo>
                <a:lnTo>
                  <a:pt x="0" y="216341"/>
                </a:lnTo>
                <a:lnTo>
                  <a:pt x="0" y="196672"/>
                </a:lnTo>
                <a:lnTo>
                  <a:pt x="0" y="177003"/>
                </a:lnTo>
                <a:lnTo>
                  <a:pt x="0" y="157334"/>
                </a:lnTo>
                <a:lnTo>
                  <a:pt x="0" y="137665"/>
                </a:lnTo>
                <a:lnTo>
                  <a:pt x="0" y="118005"/>
                </a:lnTo>
                <a:lnTo>
                  <a:pt x="0" y="98336"/>
                </a:lnTo>
                <a:lnTo>
                  <a:pt x="0" y="78667"/>
                </a:lnTo>
                <a:lnTo>
                  <a:pt x="0" y="58998"/>
                </a:lnTo>
                <a:lnTo>
                  <a:pt x="0" y="39338"/>
                </a:lnTo>
                <a:lnTo>
                  <a:pt x="0" y="19669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23" name="phase-title-1">
            <a:extLst xmlns:a="http://schemas.openxmlformats.org/drawingml/2006/main">
              <a:ext uri="{FF2B5EF4-FFF2-40B4-BE49-F238E27FC236}">
                <a16:creationId xmlns:a16="http://schemas.microsoft.com/office/drawing/2014/main" id="{F109C9FC-E6C1-454C-8817-7B5CB0BD2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4782293"/>
            <a:ext cx="1428750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培育与转化</a:t>
            </a:r>
          </a:p>
        </p:txBody>
      </p:sp>
      <p:sp>
        <p:nvSpPr>
          <p:cNvPr id="24" name="phase-body-1">
            <a:extLst xmlns:a="http://schemas.openxmlformats.org/drawingml/2006/main">
              <a:ext uri="{FF2B5EF4-FFF2-40B4-BE49-F238E27FC236}">
                <a16:creationId xmlns:a16="http://schemas.microsoft.com/office/drawing/2014/main" id="{1A33B331-252D-40CE-BE61-FBEE84D4E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5136509"/>
            <a:ext cx="1428750" cy="587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让有效意向沉</a:t>
            </a:r>
          </a:p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淀为长期价值</a:t>
            </a:r>
          </a:p>
        </p:txBody>
      </p:sp>
      <p:sp>
        <p:nvSpPr>
          <p:cNvPr id="25" name="action-icon-shell-1-0">
            <a:extLst xmlns:a="http://schemas.openxmlformats.org/drawingml/2006/main">
              <a:ext uri="{FF2B5EF4-FFF2-40B4-BE49-F238E27FC236}">
                <a16:creationId xmlns:a16="http://schemas.microsoft.com/office/drawing/2014/main" id="{5E279322-AC8A-4059-85F7-4C57ADA9B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5081588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8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648b4fab0f84675">
            <a:extLst>
              <a:ext uri="{96DAC541-7B7A-43D3-8B79-37D633B846F1}">
                <asvg:svgBlip xmlns:asvg="http://schemas.microsoft.com/office/drawing/2016/SVG/main" r:embed="Rb512a6c292c34960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5157788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27" name="action-title-1-0">
            <a:extLst xmlns:a="http://schemas.openxmlformats.org/drawingml/2006/main">
              <a:ext uri="{FF2B5EF4-FFF2-40B4-BE49-F238E27FC236}">
                <a16:creationId xmlns:a16="http://schemas.microsoft.com/office/drawing/2014/main" id="{6CC5D043-BE4D-4EE9-B024-4662A8575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5020570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数据打通</a:t>
            </a:r>
          </a:p>
        </p:txBody>
      </p:sp>
      <p:sp>
        <p:nvSpPr>
          <p:cNvPr id="28" name="action-body-1-0">
            <a:extLst xmlns:a="http://schemas.openxmlformats.org/drawingml/2006/main">
              <a:ext uri="{FF2B5EF4-FFF2-40B4-BE49-F238E27FC236}">
                <a16:creationId xmlns:a16="http://schemas.microsoft.com/office/drawing/2014/main" id="{CA85FDA9-DBB0-4F40-9617-7E768450E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5249170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统一分析对象</a:t>
            </a:r>
          </a:p>
        </p:txBody>
      </p:sp>
      <p:sp>
        <p:nvSpPr>
          <p:cNvPr id="29" name="action-icon-shell-1-1">
            <a:extLst xmlns:a="http://schemas.openxmlformats.org/drawingml/2006/main">
              <a:ext uri="{FF2B5EF4-FFF2-40B4-BE49-F238E27FC236}">
                <a16:creationId xmlns:a16="http://schemas.microsoft.com/office/drawing/2014/main" id="{61489A26-731A-44DC-96EC-927CF46D4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5081588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8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0143ff118aa4822">
            <a:extLst>
              <a:ext uri="{96DAC541-7B7A-43D3-8B79-37D633B846F1}">
                <asvg:svgBlip xmlns:asvg="http://schemas.microsoft.com/office/drawing/2016/SVG/main" r:embed="Re6212909dbb24745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5157788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31" name="action-title-1-1">
            <a:extLst xmlns:a="http://schemas.openxmlformats.org/drawingml/2006/main">
              <a:ext uri="{FF2B5EF4-FFF2-40B4-BE49-F238E27FC236}">
                <a16:creationId xmlns:a16="http://schemas.microsoft.com/office/drawing/2014/main" id="{8A53FF2B-3F35-4EA4-B40E-798FD48A6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5020570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自动分群</a:t>
            </a:r>
          </a:p>
        </p:txBody>
      </p:sp>
      <p:sp>
        <p:nvSpPr>
          <p:cNvPr id="32" name="action-body-1-1">
            <a:extLst xmlns:a="http://schemas.openxmlformats.org/drawingml/2006/main">
              <a:ext uri="{FF2B5EF4-FFF2-40B4-BE49-F238E27FC236}">
                <a16:creationId xmlns:a16="http://schemas.microsoft.com/office/drawing/2014/main" id="{E227540D-C735-4B6F-80C9-DDDF39B86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5249170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指导持续运营</a:t>
            </a:r>
          </a:p>
        </p:txBody>
      </p:sp>
      <p:sp>
        <p:nvSpPr>
          <p:cNvPr id="33" name="funnel-step-body-0">
            <a:extLst xmlns:a="http://schemas.openxmlformats.org/drawingml/2006/main">
              <a:ext uri="{FF2B5EF4-FFF2-40B4-BE49-F238E27FC236}">
                <a16:creationId xmlns:a16="http://schemas.microsoft.com/office/drawing/2014/main" id="{5815BF24-EFE0-4BB8-80E3-537146A70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52750" y="2514600"/>
            <a:ext cx="3332188" cy="533267"/>
          </a:xfrm>
          <a:custGeom xmlns:a="http://schemas.openxmlformats.org/drawingml/2006/main">
            <a:pathLst>
              <a:path w="3332188" h="533267">
                <a:moveTo>
                  <a:pt x="0" y="0"/>
                </a:moveTo>
                <a:lnTo>
                  <a:pt x="15497" y="25813"/>
                </a:lnTo>
                <a:lnTo>
                  <a:pt x="30985" y="51616"/>
                </a:lnTo>
                <a:lnTo>
                  <a:pt x="46482" y="77429"/>
                </a:lnTo>
                <a:lnTo>
                  <a:pt x="61979" y="103241"/>
                </a:lnTo>
                <a:lnTo>
                  <a:pt x="77467" y="129045"/>
                </a:lnTo>
                <a:lnTo>
                  <a:pt x="92964" y="154857"/>
                </a:lnTo>
                <a:lnTo>
                  <a:pt x="108461" y="180661"/>
                </a:lnTo>
                <a:lnTo>
                  <a:pt x="123949" y="206473"/>
                </a:lnTo>
                <a:lnTo>
                  <a:pt x="139446" y="232286"/>
                </a:lnTo>
                <a:lnTo>
                  <a:pt x="154943" y="258089"/>
                </a:lnTo>
                <a:lnTo>
                  <a:pt x="170431" y="283902"/>
                </a:lnTo>
                <a:lnTo>
                  <a:pt x="185928" y="309715"/>
                </a:lnTo>
                <a:lnTo>
                  <a:pt x="201425" y="335518"/>
                </a:lnTo>
                <a:lnTo>
                  <a:pt x="216913" y="361331"/>
                </a:lnTo>
                <a:lnTo>
                  <a:pt x="232410" y="387134"/>
                </a:lnTo>
                <a:lnTo>
                  <a:pt x="247898" y="412947"/>
                </a:lnTo>
                <a:lnTo>
                  <a:pt x="263395" y="438760"/>
                </a:lnTo>
                <a:lnTo>
                  <a:pt x="278892" y="464563"/>
                </a:lnTo>
                <a:lnTo>
                  <a:pt x="301171" y="482298"/>
                </a:lnTo>
                <a:lnTo>
                  <a:pt x="330537" y="488842"/>
                </a:lnTo>
                <a:lnTo>
                  <a:pt x="360293" y="493376"/>
                </a:lnTo>
                <a:lnTo>
                  <a:pt x="390182" y="496976"/>
                </a:lnTo>
                <a:lnTo>
                  <a:pt x="420129" y="500015"/>
                </a:lnTo>
                <a:lnTo>
                  <a:pt x="450113" y="502653"/>
                </a:lnTo>
                <a:lnTo>
                  <a:pt x="480127" y="505006"/>
                </a:lnTo>
                <a:lnTo>
                  <a:pt x="510159" y="507121"/>
                </a:lnTo>
                <a:lnTo>
                  <a:pt x="540201" y="509045"/>
                </a:lnTo>
                <a:lnTo>
                  <a:pt x="570243" y="510797"/>
                </a:lnTo>
                <a:lnTo>
                  <a:pt x="600304" y="512435"/>
                </a:lnTo>
                <a:lnTo>
                  <a:pt x="630374" y="513940"/>
                </a:lnTo>
                <a:lnTo>
                  <a:pt x="660444" y="515350"/>
                </a:lnTo>
                <a:lnTo>
                  <a:pt x="690515" y="516674"/>
                </a:lnTo>
                <a:lnTo>
                  <a:pt x="720595" y="517893"/>
                </a:lnTo>
                <a:lnTo>
                  <a:pt x="750675" y="519046"/>
                </a:lnTo>
                <a:lnTo>
                  <a:pt x="780755" y="520132"/>
                </a:lnTo>
                <a:lnTo>
                  <a:pt x="810844" y="521160"/>
                </a:lnTo>
                <a:lnTo>
                  <a:pt x="840924" y="522122"/>
                </a:lnTo>
                <a:lnTo>
                  <a:pt x="871014" y="523027"/>
                </a:lnTo>
                <a:lnTo>
                  <a:pt x="901113" y="523875"/>
                </a:lnTo>
                <a:lnTo>
                  <a:pt x="931202" y="524675"/>
                </a:lnTo>
                <a:lnTo>
                  <a:pt x="961292" y="525428"/>
                </a:lnTo>
                <a:lnTo>
                  <a:pt x="991391" y="526142"/>
                </a:lnTo>
                <a:lnTo>
                  <a:pt x="1021480" y="526809"/>
                </a:lnTo>
                <a:lnTo>
                  <a:pt x="1051579" y="527437"/>
                </a:lnTo>
                <a:lnTo>
                  <a:pt x="1081678" y="528028"/>
                </a:lnTo>
                <a:lnTo>
                  <a:pt x="1111777" y="528590"/>
                </a:lnTo>
                <a:lnTo>
                  <a:pt x="1141876" y="529104"/>
                </a:lnTo>
                <a:lnTo>
                  <a:pt x="1171975" y="529590"/>
                </a:lnTo>
                <a:lnTo>
                  <a:pt x="1202074" y="530038"/>
                </a:lnTo>
                <a:lnTo>
                  <a:pt x="1232173" y="530457"/>
                </a:lnTo>
                <a:lnTo>
                  <a:pt x="1262272" y="530838"/>
                </a:lnTo>
                <a:lnTo>
                  <a:pt x="1292371" y="531200"/>
                </a:lnTo>
                <a:lnTo>
                  <a:pt x="1322470" y="531514"/>
                </a:lnTo>
                <a:lnTo>
                  <a:pt x="1352579" y="531819"/>
                </a:lnTo>
                <a:lnTo>
                  <a:pt x="1382678" y="532086"/>
                </a:lnTo>
                <a:lnTo>
                  <a:pt x="1412777" y="532333"/>
                </a:lnTo>
                <a:lnTo>
                  <a:pt x="1442876" y="532533"/>
                </a:lnTo>
                <a:lnTo>
                  <a:pt x="1472984" y="532733"/>
                </a:lnTo>
                <a:lnTo>
                  <a:pt x="1503083" y="532876"/>
                </a:lnTo>
                <a:lnTo>
                  <a:pt x="1533182" y="533019"/>
                </a:lnTo>
                <a:lnTo>
                  <a:pt x="1563291" y="533114"/>
                </a:lnTo>
                <a:lnTo>
                  <a:pt x="1593390" y="533200"/>
                </a:lnTo>
                <a:lnTo>
                  <a:pt x="1623498" y="533238"/>
                </a:lnTo>
                <a:lnTo>
                  <a:pt x="1653597" y="533267"/>
                </a:lnTo>
                <a:lnTo>
                  <a:pt x="1683696" y="533267"/>
                </a:lnTo>
                <a:lnTo>
                  <a:pt x="1713805" y="533238"/>
                </a:lnTo>
                <a:lnTo>
                  <a:pt x="1743904" y="533181"/>
                </a:lnTo>
                <a:lnTo>
                  <a:pt x="1774012" y="533105"/>
                </a:lnTo>
                <a:lnTo>
                  <a:pt x="1804111" y="533000"/>
                </a:lnTo>
                <a:lnTo>
                  <a:pt x="1834210" y="532857"/>
                </a:lnTo>
                <a:lnTo>
                  <a:pt x="1864319" y="532714"/>
                </a:lnTo>
                <a:lnTo>
                  <a:pt x="1894418" y="532514"/>
                </a:lnTo>
                <a:lnTo>
                  <a:pt x="1924517" y="532314"/>
                </a:lnTo>
                <a:lnTo>
                  <a:pt x="1954625" y="532047"/>
                </a:lnTo>
                <a:lnTo>
                  <a:pt x="1984724" y="531790"/>
                </a:lnTo>
                <a:lnTo>
                  <a:pt x="2014823" y="531476"/>
                </a:lnTo>
                <a:lnTo>
                  <a:pt x="2044922" y="531162"/>
                </a:lnTo>
                <a:lnTo>
                  <a:pt x="2075021" y="530790"/>
                </a:lnTo>
                <a:lnTo>
                  <a:pt x="2105130" y="530409"/>
                </a:lnTo>
                <a:lnTo>
                  <a:pt x="2135229" y="529981"/>
                </a:lnTo>
                <a:lnTo>
                  <a:pt x="2165328" y="529533"/>
                </a:lnTo>
                <a:lnTo>
                  <a:pt x="2195427" y="529047"/>
                </a:lnTo>
                <a:lnTo>
                  <a:pt x="2225526" y="528523"/>
                </a:lnTo>
                <a:lnTo>
                  <a:pt x="2255615" y="527961"/>
                </a:lnTo>
                <a:lnTo>
                  <a:pt x="2285714" y="527371"/>
                </a:lnTo>
                <a:lnTo>
                  <a:pt x="2315813" y="526733"/>
                </a:lnTo>
                <a:lnTo>
                  <a:pt x="2345912" y="526056"/>
                </a:lnTo>
                <a:lnTo>
                  <a:pt x="2376002" y="525342"/>
                </a:lnTo>
                <a:lnTo>
                  <a:pt x="2406091" y="524580"/>
                </a:lnTo>
                <a:lnTo>
                  <a:pt x="2436190" y="523780"/>
                </a:lnTo>
                <a:lnTo>
                  <a:pt x="2466280" y="522923"/>
                </a:lnTo>
                <a:lnTo>
                  <a:pt x="2496369" y="522008"/>
                </a:lnTo>
                <a:lnTo>
                  <a:pt x="2526459" y="521037"/>
                </a:lnTo>
                <a:lnTo>
                  <a:pt x="2556539" y="520008"/>
                </a:lnTo>
                <a:lnTo>
                  <a:pt x="2586619" y="518922"/>
                </a:lnTo>
                <a:lnTo>
                  <a:pt x="2616698" y="517760"/>
                </a:lnTo>
                <a:lnTo>
                  <a:pt x="2646778" y="516522"/>
                </a:lnTo>
                <a:lnTo>
                  <a:pt x="2676849" y="515188"/>
                </a:lnTo>
                <a:lnTo>
                  <a:pt x="2706919" y="513769"/>
                </a:lnTo>
                <a:lnTo>
                  <a:pt x="2736990" y="512245"/>
                </a:lnTo>
                <a:lnTo>
                  <a:pt x="2767041" y="510597"/>
                </a:lnTo>
                <a:lnTo>
                  <a:pt x="2797092" y="508826"/>
                </a:lnTo>
                <a:lnTo>
                  <a:pt x="2827134" y="506882"/>
                </a:lnTo>
                <a:lnTo>
                  <a:pt x="2857157" y="504739"/>
                </a:lnTo>
                <a:lnTo>
                  <a:pt x="2887170" y="502368"/>
                </a:lnTo>
                <a:lnTo>
                  <a:pt x="2917155" y="499682"/>
                </a:lnTo>
                <a:lnTo>
                  <a:pt x="2947092" y="496586"/>
                </a:lnTo>
                <a:lnTo>
                  <a:pt x="2976972" y="492900"/>
                </a:lnTo>
                <a:lnTo>
                  <a:pt x="3006700" y="488213"/>
                </a:lnTo>
                <a:lnTo>
                  <a:pt x="3035970" y="481241"/>
                </a:lnTo>
                <a:lnTo>
                  <a:pt x="3056687" y="461524"/>
                </a:lnTo>
                <a:lnTo>
                  <a:pt x="3072184" y="435712"/>
                </a:lnTo>
                <a:lnTo>
                  <a:pt x="3087672" y="409908"/>
                </a:lnTo>
                <a:lnTo>
                  <a:pt x="3103169" y="384096"/>
                </a:lnTo>
                <a:lnTo>
                  <a:pt x="3118666" y="358283"/>
                </a:lnTo>
                <a:lnTo>
                  <a:pt x="3134154" y="332480"/>
                </a:lnTo>
                <a:lnTo>
                  <a:pt x="3149651" y="306667"/>
                </a:lnTo>
                <a:lnTo>
                  <a:pt x="3165148" y="280854"/>
                </a:lnTo>
                <a:lnTo>
                  <a:pt x="3180636" y="255051"/>
                </a:lnTo>
                <a:lnTo>
                  <a:pt x="3196133" y="229238"/>
                </a:lnTo>
                <a:lnTo>
                  <a:pt x="3211630" y="203435"/>
                </a:lnTo>
                <a:lnTo>
                  <a:pt x="3227118" y="177622"/>
                </a:lnTo>
                <a:lnTo>
                  <a:pt x="3242615" y="151809"/>
                </a:lnTo>
                <a:lnTo>
                  <a:pt x="3258112" y="126006"/>
                </a:lnTo>
                <a:lnTo>
                  <a:pt x="3273600" y="100193"/>
                </a:lnTo>
                <a:lnTo>
                  <a:pt x="3289097" y="74381"/>
                </a:lnTo>
                <a:lnTo>
                  <a:pt x="3304584" y="48578"/>
                </a:lnTo>
                <a:lnTo>
                  <a:pt x="3320082" y="22765"/>
                </a:lnTo>
                <a:lnTo>
                  <a:pt x="3332188" y="3086"/>
                </a:lnTo>
                <a:lnTo>
                  <a:pt x="3304070" y="13059"/>
                </a:lnTo>
                <a:lnTo>
                  <a:pt x="3274409" y="18155"/>
                </a:lnTo>
                <a:lnTo>
                  <a:pt x="3244548" y="21965"/>
                </a:lnTo>
                <a:lnTo>
                  <a:pt x="3214602" y="25079"/>
                </a:lnTo>
                <a:lnTo>
                  <a:pt x="3184617" y="27746"/>
                </a:lnTo>
                <a:lnTo>
                  <a:pt x="3154613" y="30109"/>
                </a:lnTo>
                <a:lnTo>
                  <a:pt x="3124581" y="32223"/>
                </a:lnTo>
                <a:lnTo>
                  <a:pt x="3094539" y="34138"/>
                </a:lnTo>
                <a:lnTo>
                  <a:pt x="3064488" y="35890"/>
                </a:lnTo>
                <a:lnTo>
                  <a:pt x="3034427" y="37519"/>
                </a:lnTo>
                <a:lnTo>
                  <a:pt x="3004366" y="39043"/>
                </a:lnTo>
                <a:lnTo>
                  <a:pt x="2974296" y="40453"/>
                </a:lnTo>
                <a:lnTo>
                  <a:pt x="2944225" y="41777"/>
                </a:lnTo>
                <a:lnTo>
                  <a:pt x="2914145" y="43015"/>
                </a:lnTo>
                <a:lnTo>
                  <a:pt x="2884065" y="44186"/>
                </a:lnTo>
                <a:lnTo>
                  <a:pt x="2853985" y="45291"/>
                </a:lnTo>
                <a:lnTo>
                  <a:pt x="2823896" y="46339"/>
                </a:lnTo>
                <a:lnTo>
                  <a:pt x="2793816" y="47339"/>
                </a:lnTo>
                <a:lnTo>
                  <a:pt x="2763726" y="48282"/>
                </a:lnTo>
                <a:lnTo>
                  <a:pt x="2733637" y="49168"/>
                </a:lnTo>
                <a:lnTo>
                  <a:pt x="2703547" y="50025"/>
                </a:lnTo>
                <a:lnTo>
                  <a:pt x="2673448" y="50835"/>
                </a:lnTo>
                <a:lnTo>
                  <a:pt x="2643359" y="51597"/>
                </a:lnTo>
                <a:lnTo>
                  <a:pt x="2613269" y="52330"/>
                </a:lnTo>
                <a:lnTo>
                  <a:pt x="2583170" y="53026"/>
                </a:lnTo>
                <a:lnTo>
                  <a:pt x="2553071" y="53692"/>
                </a:lnTo>
                <a:lnTo>
                  <a:pt x="2522982" y="54321"/>
                </a:lnTo>
                <a:lnTo>
                  <a:pt x="2492883" y="54921"/>
                </a:lnTo>
                <a:lnTo>
                  <a:pt x="2462784" y="55493"/>
                </a:lnTo>
                <a:lnTo>
                  <a:pt x="2432685" y="56036"/>
                </a:lnTo>
                <a:lnTo>
                  <a:pt x="2402586" y="56550"/>
                </a:lnTo>
                <a:lnTo>
                  <a:pt x="2372487" y="57036"/>
                </a:lnTo>
                <a:lnTo>
                  <a:pt x="2342388" y="57502"/>
                </a:lnTo>
                <a:lnTo>
                  <a:pt x="2312289" y="57941"/>
                </a:lnTo>
                <a:lnTo>
                  <a:pt x="2282190" y="58360"/>
                </a:lnTo>
                <a:lnTo>
                  <a:pt x="2252091" y="58741"/>
                </a:lnTo>
                <a:lnTo>
                  <a:pt x="2221992" y="59112"/>
                </a:lnTo>
                <a:lnTo>
                  <a:pt x="2191893" y="59455"/>
                </a:lnTo>
                <a:lnTo>
                  <a:pt x="2161784" y="59788"/>
                </a:lnTo>
                <a:lnTo>
                  <a:pt x="2131685" y="60084"/>
                </a:lnTo>
                <a:lnTo>
                  <a:pt x="2101586" y="60360"/>
                </a:lnTo>
                <a:lnTo>
                  <a:pt x="2071487" y="60617"/>
                </a:lnTo>
                <a:lnTo>
                  <a:pt x="2041379" y="60874"/>
                </a:lnTo>
                <a:lnTo>
                  <a:pt x="2011280" y="61093"/>
                </a:lnTo>
                <a:lnTo>
                  <a:pt x="1981181" y="61293"/>
                </a:lnTo>
                <a:lnTo>
                  <a:pt x="1951072" y="61465"/>
                </a:lnTo>
                <a:lnTo>
                  <a:pt x="1920973" y="61636"/>
                </a:lnTo>
                <a:lnTo>
                  <a:pt x="1890874" y="61789"/>
                </a:lnTo>
                <a:lnTo>
                  <a:pt x="1860766" y="61903"/>
                </a:lnTo>
                <a:lnTo>
                  <a:pt x="1830667" y="62017"/>
                </a:lnTo>
                <a:lnTo>
                  <a:pt x="1800558" y="62103"/>
                </a:lnTo>
                <a:lnTo>
                  <a:pt x="1770459" y="62170"/>
                </a:lnTo>
                <a:lnTo>
                  <a:pt x="1740360" y="62236"/>
                </a:lnTo>
                <a:lnTo>
                  <a:pt x="1710252" y="62255"/>
                </a:lnTo>
                <a:lnTo>
                  <a:pt x="1680153" y="62284"/>
                </a:lnTo>
                <a:lnTo>
                  <a:pt x="1650054" y="62284"/>
                </a:lnTo>
                <a:lnTo>
                  <a:pt x="1619945" y="62255"/>
                </a:lnTo>
                <a:lnTo>
                  <a:pt x="1589846" y="62236"/>
                </a:lnTo>
                <a:lnTo>
                  <a:pt x="1559738" y="62160"/>
                </a:lnTo>
                <a:lnTo>
                  <a:pt x="1529639" y="62093"/>
                </a:lnTo>
                <a:lnTo>
                  <a:pt x="1499540" y="62008"/>
                </a:lnTo>
                <a:lnTo>
                  <a:pt x="1469431" y="61884"/>
                </a:lnTo>
                <a:lnTo>
                  <a:pt x="1439332" y="61770"/>
                </a:lnTo>
                <a:lnTo>
                  <a:pt x="1409224" y="61617"/>
                </a:lnTo>
                <a:lnTo>
                  <a:pt x="1379125" y="61446"/>
                </a:lnTo>
                <a:lnTo>
                  <a:pt x="1349026" y="61274"/>
                </a:lnTo>
                <a:lnTo>
                  <a:pt x="1318927" y="61055"/>
                </a:lnTo>
                <a:lnTo>
                  <a:pt x="1288818" y="60836"/>
                </a:lnTo>
                <a:lnTo>
                  <a:pt x="1258719" y="60589"/>
                </a:lnTo>
                <a:lnTo>
                  <a:pt x="1228620" y="60322"/>
                </a:lnTo>
                <a:lnTo>
                  <a:pt x="1198512" y="60055"/>
                </a:lnTo>
                <a:lnTo>
                  <a:pt x="1168413" y="59750"/>
                </a:lnTo>
                <a:lnTo>
                  <a:pt x="1138314" y="59417"/>
                </a:lnTo>
                <a:lnTo>
                  <a:pt x="1108215" y="59074"/>
                </a:lnTo>
                <a:lnTo>
                  <a:pt x="1078116" y="58703"/>
                </a:lnTo>
                <a:lnTo>
                  <a:pt x="1048007" y="58303"/>
                </a:lnTo>
                <a:lnTo>
                  <a:pt x="1017908" y="57893"/>
                </a:lnTo>
                <a:lnTo>
                  <a:pt x="987809" y="57445"/>
                </a:lnTo>
                <a:lnTo>
                  <a:pt x="957710" y="56979"/>
                </a:lnTo>
                <a:lnTo>
                  <a:pt x="927611" y="56493"/>
                </a:lnTo>
                <a:lnTo>
                  <a:pt x="897512" y="55969"/>
                </a:lnTo>
                <a:lnTo>
                  <a:pt x="867413" y="55426"/>
                </a:lnTo>
                <a:lnTo>
                  <a:pt x="837324" y="54854"/>
                </a:lnTo>
                <a:lnTo>
                  <a:pt x="807225" y="54254"/>
                </a:lnTo>
                <a:lnTo>
                  <a:pt x="777126" y="53616"/>
                </a:lnTo>
                <a:lnTo>
                  <a:pt x="747036" y="52949"/>
                </a:lnTo>
                <a:lnTo>
                  <a:pt x="716937" y="52245"/>
                </a:lnTo>
                <a:lnTo>
                  <a:pt x="686848" y="51511"/>
                </a:lnTo>
                <a:lnTo>
                  <a:pt x="656749" y="50740"/>
                </a:lnTo>
                <a:lnTo>
                  <a:pt x="626659" y="49921"/>
                </a:lnTo>
                <a:lnTo>
                  <a:pt x="596570" y="49073"/>
                </a:lnTo>
                <a:lnTo>
                  <a:pt x="566480" y="48168"/>
                </a:lnTo>
                <a:lnTo>
                  <a:pt x="536391" y="47225"/>
                </a:lnTo>
                <a:lnTo>
                  <a:pt x="506301" y="46225"/>
                </a:lnTo>
                <a:lnTo>
                  <a:pt x="476221" y="45168"/>
                </a:lnTo>
                <a:lnTo>
                  <a:pt x="446141" y="44053"/>
                </a:lnTo>
                <a:lnTo>
                  <a:pt x="416062" y="42872"/>
                </a:lnTo>
                <a:lnTo>
                  <a:pt x="385982" y="41624"/>
                </a:lnTo>
                <a:lnTo>
                  <a:pt x="355911" y="40291"/>
                </a:lnTo>
                <a:lnTo>
                  <a:pt x="325841" y="38862"/>
                </a:lnTo>
                <a:lnTo>
                  <a:pt x="295780" y="37338"/>
                </a:lnTo>
                <a:lnTo>
                  <a:pt x="265719" y="35700"/>
                </a:lnTo>
                <a:lnTo>
                  <a:pt x="235668" y="33919"/>
                </a:lnTo>
                <a:lnTo>
                  <a:pt x="205626" y="31975"/>
                </a:lnTo>
                <a:lnTo>
                  <a:pt x="175603" y="29842"/>
                </a:lnTo>
                <a:lnTo>
                  <a:pt x="145590" y="27451"/>
                </a:lnTo>
                <a:lnTo>
                  <a:pt x="115614" y="24736"/>
                </a:lnTo>
                <a:lnTo>
                  <a:pt x="85677" y="21555"/>
                </a:lnTo>
                <a:lnTo>
                  <a:pt x="55836" y="17650"/>
                </a:lnTo>
                <a:lnTo>
                  <a:pt x="26213" y="12306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34" name="funnel-step-cap-0">
            <a:extLst xmlns:a="http://schemas.openxmlformats.org/drawingml/2006/main">
              <a:ext uri="{FF2B5EF4-FFF2-40B4-BE49-F238E27FC236}">
                <a16:creationId xmlns:a16="http://schemas.microsoft.com/office/drawing/2014/main" id="{94BAE8CE-6AA1-457B-A3F7-53246AFA1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52750" y="2425951"/>
            <a:ext cx="3333750" cy="17728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35" name="funnel-step-body-1">
            <a:extLst xmlns:a="http://schemas.openxmlformats.org/drawingml/2006/main">
              <a:ext uri="{FF2B5EF4-FFF2-40B4-BE49-F238E27FC236}">
                <a16:creationId xmlns:a16="http://schemas.microsoft.com/office/drawing/2014/main" id="{13AAC6EA-4297-419D-BB57-2BBB3E974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235452" y="3116294"/>
            <a:ext cx="2765384" cy="533210"/>
          </a:xfrm>
          <a:custGeom xmlns:a="http://schemas.openxmlformats.org/drawingml/2006/main">
            <a:pathLst>
              <a:path w="2765384" h="533210">
                <a:moveTo>
                  <a:pt x="0" y="0"/>
                </a:moveTo>
                <a:lnTo>
                  <a:pt x="10735" y="23355"/>
                </a:lnTo>
                <a:lnTo>
                  <a:pt x="21460" y="46701"/>
                </a:lnTo>
                <a:lnTo>
                  <a:pt x="32195" y="70056"/>
                </a:lnTo>
                <a:lnTo>
                  <a:pt x="42920" y="93402"/>
                </a:lnTo>
                <a:lnTo>
                  <a:pt x="53654" y="116757"/>
                </a:lnTo>
                <a:lnTo>
                  <a:pt x="64389" y="140103"/>
                </a:lnTo>
                <a:lnTo>
                  <a:pt x="75114" y="163459"/>
                </a:lnTo>
                <a:lnTo>
                  <a:pt x="85849" y="186804"/>
                </a:lnTo>
                <a:lnTo>
                  <a:pt x="96574" y="210160"/>
                </a:lnTo>
                <a:lnTo>
                  <a:pt x="107309" y="233515"/>
                </a:lnTo>
                <a:lnTo>
                  <a:pt x="118043" y="256861"/>
                </a:lnTo>
                <a:lnTo>
                  <a:pt x="128768" y="280216"/>
                </a:lnTo>
                <a:lnTo>
                  <a:pt x="139503" y="303562"/>
                </a:lnTo>
                <a:lnTo>
                  <a:pt x="150228" y="326917"/>
                </a:lnTo>
                <a:lnTo>
                  <a:pt x="160963" y="350263"/>
                </a:lnTo>
                <a:lnTo>
                  <a:pt x="171698" y="373618"/>
                </a:lnTo>
                <a:lnTo>
                  <a:pt x="182423" y="396973"/>
                </a:lnTo>
                <a:lnTo>
                  <a:pt x="193157" y="420319"/>
                </a:lnTo>
                <a:lnTo>
                  <a:pt x="203892" y="443675"/>
                </a:lnTo>
                <a:lnTo>
                  <a:pt x="214617" y="467020"/>
                </a:lnTo>
                <a:lnTo>
                  <a:pt x="233105" y="482670"/>
                </a:lnTo>
                <a:lnTo>
                  <a:pt x="257985" y="489071"/>
                </a:lnTo>
                <a:lnTo>
                  <a:pt x="283283" y="493576"/>
                </a:lnTo>
                <a:lnTo>
                  <a:pt x="308724" y="497157"/>
                </a:lnTo>
                <a:lnTo>
                  <a:pt x="334242" y="500196"/>
                </a:lnTo>
                <a:lnTo>
                  <a:pt x="359807" y="502834"/>
                </a:lnTo>
                <a:lnTo>
                  <a:pt x="385401" y="505177"/>
                </a:lnTo>
                <a:lnTo>
                  <a:pt x="411013" y="507292"/>
                </a:lnTo>
                <a:lnTo>
                  <a:pt x="436636" y="509207"/>
                </a:lnTo>
                <a:lnTo>
                  <a:pt x="462277" y="510978"/>
                </a:lnTo>
                <a:lnTo>
                  <a:pt x="487928" y="512607"/>
                </a:lnTo>
                <a:lnTo>
                  <a:pt x="513578" y="514112"/>
                </a:lnTo>
                <a:lnTo>
                  <a:pt x="539239" y="515522"/>
                </a:lnTo>
                <a:lnTo>
                  <a:pt x="564899" y="516836"/>
                </a:lnTo>
                <a:lnTo>
                  <a:pt x="590569" y="518065"/>
                </a:lnTo>
                <a:lnTo>
                  <a:pt x="616248" y="519217"/>
                </a:lnTo>
                <a:lnTo>
                  <a:pt x="641918" y="520303"/>
                </a:lnTo>
                <a:lnTo>
                  <a:pt x="667598" y="521322"/>
                </a:lnTo>
                <a:lnTo>
                  <a:pt x="693277" y="522275"/>
                </a:lnTo>
                <a:lnTo>
                  <a:pt x="718966" y="523170"/>
                </a:lnTo>
                <a:lnTo>
                  <a:pt x="744645" y="524018"/>
                </a:lnTo>
                <a:lnTo>
                  <a:pt x="770334" y="524818"/>
                </a:lnTo>
                <a:lnTo>
                  <a:pt x="796023" y="525570"/>
                </a:lnTo>
                <a:lnTo>
                  <a:pt x="821712" y="526275"/>
                </a:lnTo>
                <a:lnTo>
                  <a:pt x="847401" y="526942"/>
                </a:lnTo>
                <a:lnTo>
                  <a:pt x="873090" y="527571"/>
                </a:lnTo>
                <a:lnTo>
                  <a:pt x="898789" y="528152"/>
                </a:lnTo>
                <a:lnTo>
                  <a:pt x="924477" y="528704"/>
                </a:lnTo>
                <a:lnTo>
                  <a:pt x="950176" y="529219"/>
                </a:lnTo>
                <a:lnTo>
                  <a:pt x="975865" y="529695"/>
                </a:lnTo>
                <a:lnTo>
                  <a:pt x="1001563" y="530133"/>
                </a:lnTo>
                <a:lnTo>
                  <a:pt x="1027262" y="530543"/>
                </a:lnTo>
                <a:lnTo>
                  <a:pt x="1052951" y="530924"/>
                </a:lnTo>
                <a:lnTo>
                  <a:pt x="1078649" y="531276"/>
                </a:lnTo>
                <a:lnTo>
                  <a:pt x="1104348" y="531590"/>
                </a:lnTo>
                <a:lnTo>
                  <a:pt x="1130046" y="531876"/>
                </a:lnTo>
                <a:lnTo>
                  <a:pt x="1155744" y="532133"/>
                </a:lnTo>
                <a:lnTo>
                  <a:pt x="1181443" y="532352"/>
                </a:lnTo>
                <a:lnTo>
                  <a:pt x="1207141" y="532562"/>
                </a:lnTo>
                <a:lnTo>
                  <a:pt x="1232830" y="532733"/>
                </a:lnTo>
                <a:lnTo>
                  <a:pt x="1258529" y="532876"/>
                </a:lnTo>
                <a:lnTo>
                  <a:pt x="1284227" y="533000"/>
                </a:lnTo>
                <a:lnTo>
                  <a:pt x="1309926" y="533086"/>
                </a:lnTo>
                <a:lnTo>
                  <a:pt x="1335634" y="533152"/>
                </a:lnTo>
                <a:lnTo>
                  <a:pt x="1361332" y="533181"/>
                </a:lnTo>
                <a:lnTo>
                  <a:pt x="1387031" y="533210"/>
                </a:lnTo>
                <a:lnTo>
                  <a:pt x="1412729" y="533181"/>
                </a:lnTo>
                <a:lnTo>
                  <a:pt x="1438427" y="533152"/>
                </a:lnTo>
                <a:lnTo>
                  <a:pt x="1464126" y="533067"/>
                </a:lnTo>
                <a:lnTo>
                  <a:pt x="1489824" y="532981"/>
                </a:lnTo>
                <a:lnTo>
                  <a:pt x="1515523" y="532848"/>
                </a:lnTo>
                <a:lnTo>
                  <a:pt x="1541221" y="532695"/>
                </a:lnTo>
                <a:lnTo>
                  <a:pt x="1566920" y="532514"/>
                </a:lnTo>
                <a:lnTo>
                  <a:pt x="1592618" y="532314"/>
                </a:lnTo>
                <a:lnTo>
                  <a:pt x="1618307" y="532067"/>
                </a:lnTo>
                <a:lnTo>
                  <a:pt x="1644005" y="531809"/>
                </a:lnTo>
                <a:lnTo>
                  <a:pt x="1669704" y="531524"/>
                </a:lnTo>
                <a:lnTo>
                  <a:pt x="1695402" y="531200"/>
                </a:lnTo>
                <a:lnTo>
                  <a:pt x="1721101" y="530838"/>
                </a:lnTo>
                <a:lnTo>
                  <a:pt x="1746799" y="530457"/>
                </a:lnTo>
                <a:lnTo>
                  <a:pt x="1772488" y="530038"/>
                </a:lnTo>
                <a:lnTo>
                  <a:pt x="1798187" y="529590"/>
                </a:lnTo>
                <a:lnTo>
                  <a:pt x="1823876" y="529104"/>
                </a:lnTo>
                <a:lnTo>
                  <a:pt x="1849574" y="528580"/>
                </a:lnTo>
                <a:lnTo>
                  <a:pt x="1875263" y="528028"/>
                </a:lnTo>
                <a:lnTo>
                  <a:pt x="1900961" y="527428"/>
                </a:lnTo>
                <a:lnTo>
                  <a:pt x="1926650" y="526799"/>
                </a:lnTo>
                <a:lnTo>
                  <a:pt x="1952339" y="526123"/>
                </a:lnTo>
                <a:lnTo>
                  <a:pt x="1978028" y="525409"/>
                </a:lnTo>
                <a:lnTo>
                  <a:pt x="2003717" y="524647"/>
                </a:lnTo>
                <a:lnTo>
                  <a:pt x="2029397" y="523837"/>
                </a:lnTo>
                <a:lnTo>
                  <a:pt x="2055085" y="522980"/>
                </a:lnTo>
                <a:lnTo>
                  <a:pt x="2080765" y="522065"/>
                </a:lnTo>
                <a:lnTo>
                  <a:pt x="2106444" y="521094"/>
                </a:lnTo>
                <a:lnTo>
                  <a:pt x="2132124" y="520065"/>
                </a:lnTo>
                <a:lnTo>
                  <a:pt x="2157803" y="518970"/>
                </a:lnTo>
                <a:lnTo>
                  <a:pt x="2183473" y="517798"/>
                </a:lnTo>
                <a:lnTo>
                  <a:pt x="2209143" y="516550"/>
                </a:lnTo>
                <a:lnTo>
                  <a:pt x="2234803" y="515217"/>
                </a:lnTo>
                <a:lnTo>
                  <a:pt x="2260463" y="513788"/>
                </a:lnTo>
                <a:lnTo>
                  <a:pt x="2286114" y="512255"/>
                </a:lnTo>
                <a:lnTo>
                  <a:pt x="2311765" y="510597"/>
                </a:lnTo>
                <a:lnTo>
                  <a:pt x="2337397" y="508806"/>
                </a:lnTo>
                <a:lnTo>
                  <a:pt x="2363019" y="506835"/>
                </a:lnTo>
                <a:lnTo>
                  <a:pt x="2388632" y="504673"/>
                </a:lnTo>
                <a:lnTo>
                  <a:pt x="2414216" y="502272"/>
                </a:lnTo>
                <a:lnTo>
                  <a:pt x="2439772" y="499558"/>
                </a:lnTo>
                <a:lnTo>
                  <a:pt x="2465280" y="496424"/>
                </a:lnTo>
                <a:lnTo>
                  <a:pt x="2490702" y="492671"/>
                </a:lnTo>
                <a:lnTo>
                  <a:pt x="2515943" y="487880"/>
                </a:lnTo>
                <a:lnTo>
                  <a:pt x="2540575" y="480670"/>
                </a:lnTo>
                <a:lnTo>
                  <a:pt x="2556110" y="461839"/>
                </a:lnTo>
                <a:lnTo>
                  <a:pt x="2566845" y="438483"/>
                </a:lnTo>
                <a:lnTo>
                  <a:pt x="2577570" y="415138"/>
                </a:lnTo>
                <a:lnTo>
                  <a:pt x="2588304" y="391782"/>
                </a:lnTo>
                <a:lnTo>
                  <a:pt x="2599030" y="368437"/>
                </a:lnTo>
                <a:lnTo>
                  <a:pt x="2609764" y="345081"/>
                </a:lnTo>
                <a:lnTo>
                  <a:pt x="2620499" y="321735"/>
                </a:lnTo>
                <a:lnTo>
                  <a:pt x="2631224" y="298380"/>
                </a:lnTo>
                <a:lnTo>
                  <a:pt x="2641959" y="275025"/>
                </a:lnTo>
                <a:lnTo>
                  <a:pt x="2652684" y="251679"/>
                </a:lnTo>
                <a:lnTo>
                  <a:pt x="2663419" y="228324"/>
                </a:lnTo>
                <a:lnTo>
                  <a:pt x="2674153" y="204978"/>
                </a:lnTo>
                <a:lnTo>
                  <a:pt x="2684878" y="181623"/>
                </a:lnTo>
                <a:lnTo>
                  <a:pt x="2695613" y="158277"/>
                </a:lnTo>
                <a:lnTo>
                  <a:pt x="2706338" y="134922"/>
                </a:lnTo>
                <a:lnTo>
                  <a:pt x="2717073" y="111566"/>
                </a:lnTo>
                <a:lnTo>
                  <a:pt x="2727808" y="88221"/>
                </a:lnTo>
                <a:lnTo>
                  <a:pt x="2738533" y="64865"/>
                </a:lnTo>
                <a:lnTo>
                  <a:pt x="2749267" y="41519"/>
                </a:lnTo>
                <a:lnTo>
                  <a:pt x="2760002" y="18164"/>
                </a:lnTo>
                <a:lnTo>
                  <a:pt x="2765384" y="4648"/>
                </a:lnTo>
                <a:lnTo>
                  <a:pt x="2741457" y="13621"/>
                </a:lnTo>
                <a:lnTo>
                  <a:pt x="2716263" y="18640"/>
                </a:lnTo>
                <a:lnTo>
                  <a:pt x="2690841" y="22422"/>
                </a:lnTo>
                <a:lnTo>
                  <a:pt x="2665333" y="25537"/>
                </a:lnTo>
                <a:lnTo>
                  <a:pt x="2639778" y="28213"/>
                </a:lnTo>
                <a:lnTo>
                  <a:pt x="2614184" y="30575"/>
                </a:lnTo>
                <a:lnTo>
                  <a:pt x="2588571" y="32699"/>
                </a:lnTo>
                <a:lnTo>
                  <a:pt x="2562949" y="34633"/>
                </a:lnTo>
                <a:lnTo>
                  <a:pt x="2537308" y="36395"/>
                </a:lnTo>
                <a:lnTo>
                  <a:pt x="2511666" y="38033"/>
                </a:lnTo>
                <a:lnTo>
                  <a:pt x="2486006" y="39548"/>
                </a:lnTo>
                <a:lnTo>
                  <a:pt x="2460346" y="40958"/>
                </a:lnTo>
                <a:lnTo>
                  <a:pt x="2434685" y="42291"/>
                </a:lnTo>
                <a:lnTo>
                  <a:pt x="2409015" y="43539"/>
                </a:lnTo>
                <a:lnTo>
                  <a:pt x="2383346" y="44720"/>
                </a:lnTo>
                <a:lnTo>
                  <a:pt x="2357666" y="45825"/>
                </a:lnTo>
                <a:lnTo>
                  <a:pt x="2331996" y="46873"/>
                </a:lnTo>
                <a:lnTo>
                  <a:pt x="2306317" y="47863"/>
                </a:lnTo>
                <a:lnTo>
                  <a:pt x="2280628" y="48797"/>
                </a:lnTo>
                <a:lnTo>
                  <a:pt x="2254949" y="49692"/>
                </a:lnTo>
                <a:lnTo>
                  <a:pt x="2229260" y="50540"/>
                </a:lnTo>
                <a:lnTo>
                  <a:pt x="2203580" y="51340"/>
                </a:lnTo>
                <a:lnTo>
                  <a:pt x="2177891" y="52111"/>
                </a:lnTo>
                <a:lnTo>
                  <a:pt x="2152202" y="52835"/>
                </a:lnTo>
                <a:lnTo>
                  <a:pt x="2126513" y="53531"/>
                </a:lnTo>
                <a:lnTo>
                  <a:pt x="2100824" y="54178"/>
                </a:lnTo>
                <a:lnTo>
                  <a:pt x="2075126" y="54807"/>
                </a:lnTo>
                <a:lnTo>
                  <a:pt x="2049437" y="55397"/>
                </a:lnTo>
                <a:lnTo>
                  <a:pt x="2023748" y="55959"/>
                </a:lnTo>
                <a:lnTo>
                  <a:pt x="1998050" y="56493"/>
                </a:lnTo>
                <a:lnTo>
                  <a:pt x="1972361" y="56998"/>
                </a:lnTo>
                <a:lnTo>
                  <a:pt x="1946662" y="57474"/>
                </a:lnTo>
                <a:lnTo>
                  <a:pt x="1920973" y="57912"/>
                </a:lnTo>
                <a:lnTo>
                  <a:pt x="1895275" y="58350"/>
                </a:lnTo>
                <a:lnTo>
                  <a:pt x="1869577" y="58741"/>
                </a:lnTo>
                <a:lnTo>
                  <a:pt x="1843878" y="59122"/>
                </a:lnTo>
                <a:lnTo>
                  <a:pt x="1818189" y="59474"/>
                </a:lnTo>
                <a:lnTo>
                  <a:pt x="1792491" y="59807"/>
                </a:lnTo>
                <a:lnTo>
                  <a:pt x="1766792" y="60122"/>
                </a:lnTo>
                <a:lnTo>
                  <a:pt x="1741094" y="60398"/>
                </a:lnTo>
                <a:lnTo>
                  <a:pt x="1715395" y="60674"/>
                </a:lnTo>
                <a:lnTo>
                  <a:pt x="1689697" y="60912"/>
                </a:lnTo>
                <a:lnTo>
                  <a:pt x="1663998" y="61131"/>
                </a:lnTo>
                <a:lnTo>
                  <a:pt x="1638300" y="61351"/>
                </a:lnTo>
                <a:lnTo>
                  <a:pt x="1612611" y="61522"/>
                </a:lnTo>
                <a:lnTo>
                  <a:pt x="1586913" y="61684"/>
                </a:lnTo>
                <a:lnTo>
                  <a:pt x="1561214" y="61827"/>
                </a:lnTo>
                <a:lnTo>
                  <a:pt x="1535516" y="61951"/>
                </a:lnTo>
                <a:lnTo>
                  <a:pt x="1509817" y="62065"/>
                </a:lnTo>
                <a:lnTo>
                  <a:pt x="1484119" y="62132"/>
                </a:lnTo>
                <a:lnTo>
                  <a:pt x="1458420" y="62208"/>
                </a:lnTo>
                <a:lnTo>
                  <a:pt x="1432712" y="62246"/>
                </a:lnTo>
                <a:lnTo>
                  <a:pt x="1407014" y="62274"/>
                </a:lnTo>
                <a:lnTo>
                  <a:pt x="1381316" y="62294"/>
                </a:lnTo>
                <a:lnTo>
                  <a:pt x="1355617" y="62265"/>
                </a:lnTo>
                <a:lnTo>
                  <a:pt x="1329919" y="62246"/>
                </a:lnTo>
                <a:lnTo>
                  <a:pt x="1304220" y="62189"/>
                </a:lnTo>
                <a:lnTo>
                  <a:pt x="1278522" y="62122"/>
                </a:lnTo>
                <a:lnTo>
                  <a:pt x="1252823" y="62046"/>
                </a:lnTo>
                <a:lnTo>
                  <a:pt x="1227125" y="61922"/>
                </a:lnTo>
                <a:lnTo>
                  <a:pt x="1201426" y="61798"/>
                </a:lnTo>
                <a:lnTo>
                  <a:pt x="1175728" y="61655"/>
                </a:lnTo>
                <a:lnTo>
                  <a:pt x="1150029" y="61484"/>
                </a:lnTo>
                <a:lnTo>
                  <a:pt x="1124331" y="61303"/>
                </a:lnTo>
                <a:lnTo>
                  <a:pt x="1098633" y="61084"/>
                </a:lnTo>
                <a:lnTo>
                  <a:pt x="1072934" y="60865"/>
                </a:lnTo>
                <a:lnTo>
                  <a:pt x="1047245" y="60608"/>
                </a:lnTo>
                <a:lnTo>
                  <a:pt x="1021547" y="60341"/>
                </a:lnTo>
                <a:lnTo>
                  <a:pt x="995848" y="60055"/>
                </a:lnTo>
                <a:lnTo>
                  <a:pt x="970150" y="59750"/>
                </a:lnTo>
                <a:lnTo>
                  <a:pt x="944451" y="59407"/>
                </a:lnTo>
                <a:lnTo>
                  <a:pt x="918753" y="59036"/>
                </a:lnTo>
                <a:lnTo>
                  <a:pt x="893064" y="58655"/>
                </a:lnTo>
                <a:lnTo>
                  <a:pt x="867366" y="58255"/>
                </a:lnTo>
                <a:lnTo>
                  <a:pt x="841667" y="57817"/>
                </a:lnTo>
                <a:lnTo>
                  <a:pt x="815978" y="57369"/>
                </a:lnTo>
                <a:lnTo>
                  <a:pt x="790280" y="56883"/>
                </a:lnTo>
                <a:lnTo>
                  <a:pt x="764591" y="56378"/>
                </a:lnTo>
                <a:lnTo>
                  <a:pt x="738892" y="55836"/>
                </a:lnTo>
                <a:lnTo>
                  <a:pt x="713203" y="55264"/>
                </a:lnTo>
                <a:lnTo>
                  <a:pt x="687515" y="54664"/>
                </a:lnTo>
                <a:lnTo>
                  <a:pt x="661816" y="54035"/>
                </a:lnTo>
                <a:lnTo>
                  <a:pt x="636127" y="53378"/>
                </a:lnTo>
                <a:lnTo>
                  <a:pt x="610438" y="52673"/>
                </a:lnTo>
                <a:lnTo>
                  <a:pt x="584749" y="51940"/>
                </a:lnTo>
                <a:lnTo>
                  <a:pt x="559060" y="51168"/>
                </a:lnTo>
                <a:lnTo>
                  <a:pt x="533381" y="50359"/>
                </a:lnTo>
                <a:lnTo>
                  <a:pt x="507692" y="49501"/>
                </a:lnTo>
                <a:lnTo>
                  <a:pt x="482013" y="48597"/>
                </a:lnTo>
                <a:lnTo>
                  <a:pt x="456333" y="47644"/>
                </a:lnTo>
                <a:lnTo>
                  <a:pt x="430654" y="46644"/>
                </a:lnTo>
                <a:lnTo>
                  <a:pt x="404974" y="45577"/>
                </a:lnTo>
                <a:lnTo>
                  <a:pt x="379295" y="44453"/>
                </a:lnTo>
                <a:lnTo>
                  <a:pt x="353625" y="43263"/>
                </a:lnTo>
                <a:lnTo>
                  <a:pt x="327965" y="42005"/>
                </a:lnTo>
                <a:lnTo>
                  <a:pt x="302295" y="40653"/>
                </a:lnTo>
                <a:lnTo>
                  <a:pt x="276635" y="39224"/>
                </a:lnTo>
                <a:lnTo>
                  <a:pt x="250984" y="37671"/>
                </a:lnTo>
                <a:lnTo>
                  <a:pt x="225342" y="36024"/>
                </a:lnTo>
                <a:lnTo>
                  <a:pt x="199701" y="34214"/>
                </a:lnTo>
                <a:lnTo>
                  <a:pt x="174079" y="32252"/>
                </a:lnTo>
                <a:lnTo>
                  <a:pt x="148476" y="30080"/>
                </a:lnTo>
                <a:lnTo>
                  <a:pt x="122892" y="27651"/>
                </a:lnTo>
                <a:lnTo>
                  <a:pt x="97346" y="24889"/>
                </a:lnTo>
                <a:lnTo>
                  <a:pt x="71847" y="21650"/>
                </a:lnTo>
                <a:lnTo>
                  <a:pt x="46463" y="17659"/>
                </a:lnTo>
                <a:lnTo>
                  <a:pt x="21365" y="12192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36" name="funnel-step-cap-1">
            <a:extLst xmlns:a="http://schemas.openxmlformats.org/drawingml/2006/main">
              <a:ext uri="{FF2B5EF4-FFF2-40B4-BE49-F238E27FC236}">
                <a16:creationId xmlns:a16="http://schemas.microsoft.com/office/drawing/2014/main" id="{B5F3F851-4BD3-49EE-9E9E-ED42F32C3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235481" y="3027617"/>
            <a:ext cx="2768289" cy="17728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37" name="funnel-step-body-2">
            <a:extLst xmlns:a="http://schemas.openxmlformats.org/drawingml/2006/main">
              <a:ext uri="{FF2B5EF4-FFF2-40B4-BE49-F238E27FC236}">
                <a16:creationId xmlns:a16="http://schemas.microsoft.com/office/drawing/2014/main" id="{A8ECF8C7-2056-4F14-96E8-C5FA4A68B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451860" y="3717893"/>
            <a:ext cx="2334111" cy="533276"/>
          </a:xfrm>
          <a:custGeom xmlns:a="http://schemas.openxmlformats.org/drawingml/2006/main">
            <a:pathLst>
              <a:path w="2334111" h="533276">
                <a:moveTo>
                  <a:pt x="0" y="0"/>
                </a:moveTo>
                <a:lnTo>
                  <a:pt x="8563" y="20488"/>
                </a:lnTo>
                <a:lnTo>
                  <a:pt x="17126" y="40977"/>
                </a:lnTo>
                <a:lnTo>
                  <a:pt x="25698" y="61455"/>
                </a:lnTo>
                <a:lnTo>
                  <a:pt x="34261" y="81944"/>
                </a:lnTo>
                <a:lnTo>
                  <a:pt x="42824" y="102432"/>
                </a:lnTo>
                <a:lnTo>
                  <a:pt x="51387" y="122920"/>
                </a:lnTo>
                <a:lnTo>
                  <a:pt x="59950" y="143408"/>
                </a:lnTo>
                <a:lnTo>
                  <a:pt x="68523" y="163887"/>
                </a:lnTo>
                <a:lnTo>
                  <a:pt x="77086" y="184375"/>
                </a:lnTo>
                <a:lnTo>
                  <a:pt x="85649" y="204864"/>
                </a:lnTo>
                <a:lnTo>
                  <a:pt x="94212" y="225352"/>
                </a:lnTo>
                <a:lnTo>
                  <a:pt x="102784" y="245840"/>
                </a:lnTo>
                <a:lnTo>
                  <a:pt x="111347" y="266319"/>
                </a:lnTo>
                <a:lnTo>
                  <a:pt x="119910" y="286807"/>
                </a:lnTo>
                <a:lnTo>
                  <a:pt x="128473" y="307296"/>
                </a:lnTo>
                <a:lnTo>
                  <a:pt x="137036" y="327784"/>
                </a:lnTo>
                <a:lnTo>
                  <a:pt x="145609" y="348272"/>
                </a:lnTo>
                <a:lnTo>
                  <a:pt x="154172" y="368751"/>
                </a:lnTo>
                <a:lnTo>
                  <a:pt x="162735" y="389239"/>
                </a:lnTo>
                <a:lnTo>
                  <a:pt x="171298" y="409727"/>
                </a:lnTo>
                <a:lnTo>
                  <a:pt x="179870" y="430216"/>
                </a:lnTo>
                <a:lnTo>
                  <a:pt x="188433" y="450704"/>
                </a:lnTo>
                <a:lnTo>
                  <a:pt x="196891" y="471211"/>
                </a:lnTo>
                <a:lnTo>
                  <a:pt x="213932" y="483908"/>
                </a:lnTo>
                <a:lnTo>
                  <a:pt x="235268" y="490014"/>
                </a:lnTo>
                <a:lnTo>
                  <a:pt x="257023" y="494433"/>
                </a:lnTo>
                <a:lnTo>
                  <a:pt x="278940" y="497996"/>
                </a:lnTo>
                <a:lnTo>
                  <a:pt x="300942" y="501015"/>
                </a:lnTo>
                <a:lnTo>
                  <a:pt x="322993" y="503653"/>
                </a:lnTo>
                <a:lnTo>
                  <a:pt x="345072" y="506006"/>
                </a:lnTo>
                <a:lnTo>
                  <a:pt x="367170" y="508121"/>
                </a:lnTo>
                <a:lnTo>
                  <a:pt x="389296" y="510045"/>
                </a:lnTo>
                <a:lnTo>
                  <a:pt x="411423" y="511807"/>
                </a:lnTo>
                <a:lnTo>
                  <a:pt x="433568" y="513445"/>
                </a:lnTo>
                <a:lnTo>
                  <a:pt x="455724" y="514950"/>
                </a:lnTo>
                <a:lnTo>
                  <a:pt x="477888" y="516360"/>
                </a:lnTo>
                <a:lnTo>
                  <a:pt x="500053" y="517674"/>
                </a:lnTo>
                <a:lnTo>
                  <a:pt x="522227" y="518893"/>
                </a:lnTo>
                <a:lnTo>
                  <a:pt x="544401" y="520046"/>
                </a:lnTo>
                <a:lnTo>
                  <a:pt x="566576" y="521122"/>
                </a:lnTo>
                <a:lnTo>
                  <a:pt x="588759" y="522132"/>
                </a:lnTo>
                <a:lnTo>
                  <a:pt x="610943" y="523084"/>
                </a:lnTo>
                <a:lnTo>
                  <a:pt x="633127" y="523970"/>
                </a:lnTo>
                <a:lnTo>
                  <a:pt x="655320" y="524808"/>
                </a:lnTo>
                <a:lnTo>
                  <a:pt x="677513" y="525590"/>
                </a:lnTo>
                <a:lnTo>
                  <a:pt x="699706" y="526323"/>
                </a:lnTo>
                <a:lnTo>
                  <a:pt x="721900" y="527018"/>
                </a:lnTo>
                <a:lnTo>
                  <a:pt x="744093" y="527666"/>
                </a:lnTo>
                <a:lnTo>
                  <a:pt x="766286" y="528276"/>
                </a:lnTo>
                <a:lnTo>
                  <a:pt x="788489" y="528838"/>
                </a:lnTo>
                <a:lnTo>
                  <a:pt x="810682" y="529371"/>
                </a:lnTo>
                <a:lnTo>
                  <a:pt x="832885" y="529857"/>
                </a:lnTo>
                <a:lnTo>
                  <a:pt x="855078" y="530314"/>
                </a:lnTo>
                <a:lnTo>
                  <a:pt x="877281" y="530733"/>
                </a:lnTo>
                <a:lnTo>
                  <a:pt x="899484" y="531114"/>
                </a:lnTo>
                <a:lnTo>
                  <a:pt x="921687" y="531466"/>
                </a:lnTo>
                <a:lnTo>
                  <a:pt x="943889" y="531781"/>
                </a:lnTo>
                <a:lnTo>
                  <a:pt x="966092" y="532067"/>
                </a:lnTo>
                <a:lnTo>
                  <a:pt x="988295" y="532324"/>
                </a:lnTo>
                <a:lnTo>
                  <a:pt x="1010498" y="532543"/>
                </a:lnTo>
                <a:lnTo>
                  <a:pt x="1032701" y="532743"/>
                </a:lnTo>
                <a:lnTo>
                  <a:pt x="1054903" y="532905"/>
                </a:lnTo>
                <a:lnTo>
                  <a:pt x="1077116" y="533038"/>
                </a:lnTo>
                <a:lnTo>
                  <a:pt x="1099318" y="533143"/>
                </a:lnTo>
                <a:lnTo>
                  <a:pt x="1121521" y="533219"/>
                </a:lnTo>
                <a:lnTo>
                  <a:pt x="1143724" y="533267"/>
                </a:lnTo>
                <a:lnTo>
                  <a:pt x="1165927" y="533276"/>
                </a:lnTo>
                <a:lnTo>
                  <a:pt x="1188139" y="533267"/>
                </a:lnTo>
                <a:lnTo>
                  <a:pt x="1210342" y="533229"/>
                </a:lnTo>
                <a:lnTo>
                  <a:pt x="1232545" y="533152"/>
                </a:lnTo>
                <a:lnTo>
                  <a:pt x="1254747" y="533057"/>
                </a:lnTo>
                <a:lnTo>
                  <a:pt x="1276950" y="532924"/>
                </a:lnTo>
                <a:lnTo>
                  <a:pt x="1299162" y="532771"/>
                </a:lnTo>
                <a:lnTo>
                  <a:pt x="1321365" y="532581"/>
                </a:lnTo>
                <a:lnTo>
                  <a:pt x="1343568" y="532362"/>
                </a:lnTo>
                <a:lnTo>
                  <a:pt x="1365771" y="532114"/>
                </a:lnTo>
                <a:lnTo>
                  <a:pt x="1387973" y="531828"/>
                </a:lnTo>
                <a:lnTo>
                  <a:pt x="1410176" y="531514"/>
                </a:lnTo>
                <a:lnTo>
                  <a:pt x="1432379" y="531171"/>
                </a:lnTo>
                <a:lnTo>
                  <a:pt x="1454582" y="530790"/>
                </a:lnTo>
                <a:lnTo>
                  <a:pt x="1476775" y="530381"/>
                </a:lnTo>
                <a:lnTo>
                  <a:pt x="1498978" y="529933"/>
                </a:lnTo>
                <a:lnTo>
                  <a:pt x="1521181" y="529447"/>
                </a:lnTo>
                <a:lnTo>
                  <a:pt x="1543374" y="528933"/>
                </a:lnTo>
                <a:lnTo>
                  <a:pt x="1565577" y="528371"/>
                </a:lnTo>
                <a:lnTo>
                  <a:pt x="1587770" y="527771"/>
                </a:lnTo>
                <a:lnTo>
                  <a:pt x="1609963" y="527133"/>
                </a:lnTo>
                <a:lnTo>
                  <a:pt x="1632166" y="526447"/>
                </a:lnTo>
                <a:lnTo>
                  <a:pt x="1654359" y="525713"/>
                </a:lnTo>
                <a:lnTo>
                  <a:pt x="1676543" y="524942"/>
                </a:lnTo>
                <a:lnTo>
                  <a:pt x="1698736" y="524113"/>
                </a:lnTo>
                <a:lnTo>
                  <a:pt x="1720920" y="523227"/>
                </a:lnTo>
                <a:lnTo>
                  <a:pt x="1743104" y="522294"/>
                </a:lnTo>
                <a:lnTo>
                  <a:pt x="1765287" y="521294"/>
                </a:lnTo>
                <a:lnTo>
                  <a:pt x="1787471" y="520227"/>
                </a:lnTo>
                <a:lnTo>
                  <a:pt x="1809645" y="519093"/>
                </a:lnTo>
                <a:lnTo>
                  <a:pt x="1831819" y="517884"/>
                </a:lnTo>
                <a:lnTo>
                  <a:pt x="1853984" y="516588"/>
                </a:lnTo>
                <a:lnTo>
                  <a:pt x="1876149" y="515188"/>
                </a:lnTo>
                <a:lnTo>
                  <a:pt x="1898294" y="513702"/>
                </a:lnTo>
                <a:lnTo>
                  <a:pt x="1920450" y="512093"/>
                </a:lnTo>
                <a:lnTo>
                  <a:pt x="1942586" y="510350"/>
                </a:lnTo>
                <a:lnTo>
                  <a:pt x="1964703" y="508454"/>
                </a:lnTo>
                <a:lnTo>
                  <a:pt x="1986810" y="506368"/>
                </a:lnTo>
                <a:lnTo>
                  <a:pt x="2008899" y="504063"/>
                </a:lnTo>
                <a:lnTo>
                  <a:pt x="2030949" y="501472"/>
                </a:lnTo>
                <a:lnTo>
                  <a:pt x="2052961" y="498529"/>
                </a:lnTo>
                <a:lnTo>
                  <a:pt x="2074888" y="495071"/>
                </a:lnTo>
                <a:lnTo>
                  <a:pt x="2096681" y="490823"/>
                </a:lnTo>
                <a:lnTo>
                  <a:pt x="2118131" y="485108"/>
                </a:lnTo>
                <a:lnTo>
                  <a:pt x="2137353" y="474593"/>
                </a:lnTo>
                <a:lnTo>
                  <a:pt x="2145687" y="454085"/>
                </a:lnTo>
                <a:lnTo>
                  <a:pt x="2154250" y="433597"/>
                </a:lnTo>
                <a:lnTo>
                  <a:pt x="2162813" y="413109"/>
                </a:lnTo>
                <a:lnTo>
                  <a:pt x="2171376" y="392630"/>
                </a:lnTo>
                <a:lnTo>
                  <a:pt x="2179949" y="372142"/>
                </a:lnTo>
                <a:lnTo>
                  <a:pt x="2188512" y="351653"/>
                </a:lnTo>
                <a:lnTo>
                  <a:pt x="2197075" y="331165"/>
                </a:lnTo>
                <a:lnTo>
                  <a:pt x="2205638" y="310677"/>
                </a:lnTo>
                <a:lnTo>
                  <a:pt x="2214201" y="290198"/>
                </a:lnTo>
                <a:lnTo>
                  <a:pt x="2222773" y="269710"/>
                </a:lnTo>
                <a:lnTo>
                  <a:pt x="2231336" y="249222"/>
                </a:lnTo>
                <a:lnTo>
                  <a:pt x="2239899" y="228733"/>
                </a:lnTo>
                <a:lnTo>
                  <a:pt x="2248462" y="208245"/>
                </a:lnTo>
                <a:lnTo>
                  <a:pt x="2257034" y="187766"/>
                </a:lnTo>
                <a:lnTo>
                  <a:pt x="2265597" y="167278"/>
                </a:lnTo>
                <a:lnTo>
                  <a:pt x="2274160" y="146790"/>
                </a:lnTo>
                <a:lnTo>
                  <a:pt x="2282723" y="126302"/>
                </a:lnTo>
                <a:lnTo>
                  <a:pt x="2291286" y="105813"/>
                </a:lnTo>
                <a:lnTo>
                  <a:pt x="2299859" y="85334"/>
                </a:lnTo>
                <a:lnTo>
                  <a:pt x="2308422" y="64846"/>
                </a:lnTo>
                <a:lnTo>
                  <a:pt x="2316985" y="44358"/>
                </a:lnTo>
                <a:lnTo>
                  <a:pt x="2325548" y="23870"/>
                </a:lnTo>
                <a:lnTo>
                  <a:pt x="2334111" y="3381"/>
                </a:lnTo>
                <a:lnTo>
                  <a:pt x="2321547" y="10801"/>
                </a:lnTo>
                <a:lnTo>
                  <a:pt x="2300192" y="16840"/>
                </a:lnTo>
                <a:lnTo>
                  <a:pt x="2278399" y="21088"/>
                </a:lnTo>
                <a:lnTo>
                  <a:pt x="2256463" y="24489"/>
                </a:lnTo>
                <a:lnTo>
                  <a:pt x="2234441" y="27375"/>
                </a:lnTo>
                <a:lnTo>
                  <a:pt x="2212381" y="29889"/>
                </a:lnTo>
                <a:lnTo>
                  <a:pt x="2190293" y="32128"/>
                </a:lnTo>
                <a:lnTo>
                  <a:pt x="2168176" y="34157"/>
                </a:lnTo>
                <a:lnTo>
                  <a:pt x="2146049" y="36005"/>
                </a:lnTo>
                <a:lnTo>
                  <a:pt x="2123913" y="37709"/>
                </a:lnTo>
                <a:lnTo>
                  <a:pt x="2101767" y="39291"/>
                </a:lnTo>
                <a:lnTo>
                  <a:pt x="2079612" y="40757"/>
                </a:lnTo>
                <a:lnTo>
                  <a:pt x="2057448" y="42129"/>
                </a:lnTo>
                <a:lnTo>
                  <a:pt x="2035283" y="43424"/>
                </a:lnTo>
                <a:lnTo>
                  <a:pt x="2013109" y="44634"/>
                </a:lnTo>
                <a:lnTo>
                  <a:pt x="1990935" y="45787"/>
                </a:lnTo>
                <a:lnTo>
                  <a:pt x="1968751" y="46863"/>
                </a:lnTo>
                <a:lnTo>
                  <a:pt x="1946577" y="47882"/>
                </a:lnTo>
                <a:lnTo>
                  <a:pt x="1924393" y="48844"/>
                </a:lnTo>
                <a:lnTo>
                  <a:pt x="1902200" y="49759"/>
                </a:lnTo>
                <a:lnTo>
                  <a:pt x="1880016" y="50625"/>
                </a:lnTo>
                <a:lnTo>
                  <a:pt x="1857823" y="51445"/>
                </a:lnTo>
                <a:lnTo>
                  <a:pt x="1835639" y="52226"/>
                </a:lnTo>
                <a:lnTo>
                  <a:pt x="1813446" y="52969"/>
                </a:lnTo>
                <a:lnTo>
                  <a:pt x="1791252" y="53673"/>
                </a:lnTo>
                <a:lnTo>
                  <a:pt x="1769050" y="54340"/>
                </a:lnTo>
                <a:lnTo>
                  <a:pt x="1746856" y="54978"/>
                </a:lnTo>
                <a:lnTo>
                  <a:pt x="1724663" y="55578"/>
                </a:lnTo>
                <a:lnTo>
                  <a:pt x="1702460" y="56140"/>
                </a:lnTo>
                <a:lnTo>
                  <a:pt x="1680267" y="56683"/>
                </a:lnTo>
                <a:lnTo>
                  <a:pt x="1658064" y="57198"/>
                </a:lnTo>
                <a:lnTo>
                  <a:pt x="1635871" y="57674"/>
                </a:lnTo>
                <a:lnTo>
                  <a:pt x="1613668" y="58131"/>
                </a:lnTo>
                <a:lnTo>
                  <a:pt x="1591466" y="58560"/>
                </a:lnTo>
                <a:lnTo>
                  <a:pt x="1569263" y="58969"/>
                </a:lnTo>
                <a:lnTo>
                  <a:pt x="1547060" y="59341"/>
                </a:lnTo>
                <a:lnTo>
                  <a:pt x="1524857" y="59693"/>
                </a:lnTo>
                <a:lnTo>
                  <a:pt x="1502664" y="60027"/>
                </a:lnTo>
                <a:lnTo>
                  <a:pt x="1480461" y="60331"/>
                </a:lnTo>
                <a:lnTo>
                  <a:pt x="1458258" y="60617"/>
                </a:lnTo>
                <a:lnTo>
                  <a:pt x="1436056" y="60874"/>
                </a:lnTo>
                <a:lnTo>
                  <a:pt x="1413843" y="61103"/>
                </a:lnTo>
                <a:lnTo>
                  <a:pt x="1391641" y="61331"/>
                </a:lnTo>
                <a:lnTo>
                  <a:pt x="1369438" y="61522"/>
                </a:lnTo>
                <a:lnTo>
                  <a:pt x="1347235" y="61693"/>
                </a:lnTo>
                <a:lnTo>
                  <a:pt x="1325032" y="61855"/>
                </a:lnTo>
                <a:lnTo>
                  <a:pt x="1302830" y="61979"/>
                </a:lnTo>
                <a:lnTo>
                  <a:pt x="1280627" y="62103"/>
                </a:lnTo>
                <a:lnTo>
                  <a:pt x="1258414" y="62179"/>
                </a:lnTo>
                <a:lnTo>
                  <a:pt x="1236212" y="62255"/>
                </a:lnTo>
                <a:lnTo>
                  <a:pt x="1214009" y="62313"/>
                </a:lnTo>
                <a:lnTo>
                  <a:pt x="1191806" y="62341"/>
                </a:lnTo>
                <a:lnTo>
                  <a:pt x="1169603" y="62360"/>
                </a:lnTo>
                <a:lnTo>
                  <a:pt x="1147391" y="62341"/>
                </a:lnTo>
                <a:lnTo>
                  <a:pt x="1125188" y="62322"/>
                </a:lnTo>
                <a:lnTo>
                  <a:pt x="1102985" y="62274"/>
                </a:lnTo>
                <a:lnTo>
                  <a:pt x="1080783" y="62198"/>
                </a:lnTo>
                <a:lnTo>
                  <a:pt x="1058580" y="62122"/>
                </a:lnTo>
                <a:lnTo>
                  <a:pt x="1036368" y="61998"/>
                </a:lnTo>
                <a:lnTo>
                  <a:pt x="1014165" y="61874"/>
                </a:lnTo>
                <a:lnTo>
                  <a:pt x="991962" y="61722"/>
                </a:lnTo>
                <a:lnTo>
                  <a:pt x="969759" y="61551"/>
                </a:lnTo>
                <a:lnTo>
                  <a:pt x="947557" y="61370"/>
                </a:lnTo>
                <a:lnTo>
                  <a:pt x="925354" y="61141"/>
                </a:lnTo>
                <a:lnTo>
                  <a:pt x="903151" y="60912"/>
                </a:lnTo>
                <a:lnTo>
                  <a:pt x="880948" y="60655"/>
                </a:lnTo>
                <a:lnTo>
                  <a:pt x="858745" y="60379"/>
                </a:lnTo>
                <a:lnTo>
                  <a:pt x="836543" y="60074"/>
                </a:lnTo>
                <a:lnTo>
                  <a:pt x="814340" y="59750"/>
                </a:lnTo>
                <a:lnTo>
                  <a:pt x="792137" y="59407"/>
                </a:lnTo>
                <a:lnTo>
                  <a:pt x="769934" y="59026"/>
                </a:lnTo>
                <a:lnTo>
                  <a:pt x="747732" y="58626"/>
                </a:lnTo>
                <a:lnTo>
                  <a:pt x="725529" y="58207"/>
                </a:lnTo>
                <a:lnTo>
                  <a:pt x="703326" y="57750"/>
                </a:lnTo>
                <a:lnTo>
                  <a:pt x="681133" y="57274"/>
                </a:lnTo>
                <a:lnTo>
                  <a:pt x="658930" y="56769"/>
                </a:lnTo>
                <a:lnTo>
                  <a:pt x="636737" y="56236"/>
                </a:lnTo>
                <a:lnTo>
                  <a:pt x="614534" y="55674"/>
                </a:lnTo>
                <a:lnTo>
                  <a:pt x="592341" y="55074"/>
                </a:lnTo>
                <a:lnTo>
                  <a:pt x="570147" y="54445"/>
                </a:lnTo>
                <a:lnTo>
                  <a:pt x="547945" y="53788"/>
                </a:lnTo>
                <a:lnTo>
                  <a:pt x="525751" y="53083"/>
                </a:lnTo>
                <a:lnTo>
                  <a:pt x="503558" y="52349"/>
                </a:lnTo>
                <a:lnTo>
                  <a:pt x="481374" y="51578"/>
                </a:lnTo>
                <a:lnTo>
                  <a:pt x="459181" y="50759"/>
                </a:lnTo>
                <a:lnTo>
                  <a:pt x="436988" y="49901"/>
                </a:lnTo>
                <a:lnTo>
                  <a:pt x="414804" y="48997"/>
                </a:lnTo>
                <a:lnTo>
                  <a:pt x="392621" y="48035"/>
                </a:lnTo>
                <a:lnTo>
                  <a:pt x="370437" y="47025"/>
                </a:lnTo>
                <a:lnTo>
                  <a:pt x="348263" y="45958"/>
                </a:lnTo>
                <a:lnTo>
                  <a:pt x="326088" y="44834"/>
                </a:lnTo>
                <a:lnTo>
                  <a:pt x="303914" y="43634"/>
                </a:lnTo>
                <a:lnTo>
                  <a:pt x="281740" y="42358"/>
                </a:lnTo>
                <a:lnTo>
                  <a:pt x="259585" y="40996"/>
                </a:lnTo>
                <a:lnTo>
                  <a:pt x="237420" y="39538"/>
                </a:lnTo>
                <a:lnTo>
                  <a:pt x="215275" y="37986"/>
                </a:lnTo>
                <a:lnTo>
                  <a:pt x="193129" y="36300"/>
                </a:lnTo>
                <a:lnTo>
                  <a:pt x="171002" y="34471"/>
                </a:lnTo>
                <a:lnTo>
                  <a:pt x="148885" y="32480"/>
                </a:lnTo>
                <a:lnTo>
                  <a:pt x="126797" y="30270"/>
                </a:lnTo>
                <a:lnTo>
                  <a:pt x="104727" y="27813"/>
                </a:lnTo>
                <a:lnTo>
                  <a:pt x="82706" y="25003"/>
                </a:lnTo>
                <a:lnTo>
                  <a:pt x="60741" y="21698"/>
                </a:lnTo>
                <a:lnTo>
                  <a:pt x="38919" y="17621"/>
                </a:lnTo>
                <a:lnTo>
                  <a:pt x="17440" y="12021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38" name="funnel-step-cap-2">
            <a:extLst xmlns:a="http://schemas.openxmlformats.org/drawingml/2006/main">
              <a:ext uri="{FF2B5EF4-FFF2-40B4-BE49-F238E27FC236}">
                <a16:creationId xmlns:a16="http://schemas.microsoft.com/office/drawing/2014/main" id="{618C45BC-85BA-4436-994A-D1BE6E8B1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451879" y="3629282"/>
            <a:ext cx="2335482" cy="17728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39" name="funnel-step-body-3">
            <a:extLst xmlns:a="http://schemas.openxmlformats.org/drawingml/2006/main">
              <a:ext uri="{FF2B5EF4-FFF2-40B4-BE49-F238E27FC236}">
                <a16:creationId xmlns:a16="http://schemas.microsoft.com/office/drawing/2014/main" id="{60579E95-71A3-4A32-93F2-95B686BB3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648742" y="4319588"/>
            <a:ext cx="1941690" cy="533276"/>
          </a:xfrm>
          <a:custGeom xmlns:a="http://schemas.openxmlformats.org/drawingml/2006/main">
            <a:pathLst>
              <a:path w="1941690" h="533276">
                <a:moveTo>
                  <a:pt x="0" y="0"/>
                </a:moveTo>
                <a:lnTo>
                  <a:pt x="6953" y="17688"/>
                </a:lnTo>
                <a:lnTo>
                  <a:pt x="13907" y="35366"/>
                </a:lnTo>
                <a:lnTo>
                  <a:pt x="20860" y="53054"/>
                </a:lnTo>
                <a:lnTo>
                  <a:pt x="27813" y="70742"/>
                </a:lnTo>
                <a:lnTo>
                  <a:pt x="34766" y="88430"/>
                </a:lnTo>
                <a:lnTo>
                  <a:pt x="41720" y="106109"/>
                </a:lnTo>
                <a:lnTo>
                  <a:pt x="48682" y="123796"/>
                </a:lnTo>
                <a:lnTo>
                  <a:pt x="55636" y="141484"/>
                </a:lnTo>
                <a:lnTo>
                  <a:pt x="62589" y="159172"/>
                </a:lnTo>
                <a:lnTo>
                  <a:pt x="69542" y="176851"/>
                </a:lnTo>
                <a:lnTo>
                  <a:pt x="76495" y="194539"/>
                </a:lnTo>
                <a:lnTo>
                  <a:pt x="83449" y="212227"/>
                </a:lnTo>
                <a:lnTo>
                  <a:pt x="90402" y="229914"/>
                </a:lnTo>
                <a:lnTo>
                  <a:pt x="97355" y="247593"/>
                </a:lnTo>
                <a:lnTo>
                  <a:pt x="104308" y="265281"/>
                </a:lnTo>
                <a:lnTo>
                  <a:pt x="111262" y="282969"/>
                </a:lnTo>
                <a:lnTo>
                  <a:pt x="118215" y="300647"/>
                </a:lnTo>
                <a:lnTo>
                  <a:pt x="125168" y="318335"/>
                </a:lnTo>
                <a:lnTo>
                  <a:pt x="132121" y="336023"/>
                </a:lnTo>
                <a:lnTo>
                  <a:pt x="139084" y="353711"/>
                </a:lnTo>
                <a:lnTo>
                  <a:pt x="146037" y="371389"/>
                </a:lnTo>
                <a:lnTo>
                  <a:pt x="152991" y="389077"/>
                </a:lnTo>
                <a:lnTo>
                  <a:pt x="159944" y="406765"/>
                </a:lnTo>
                <a:lnTo>
                  <a:pt x="166897" y="424453"/>
                </a:lnTo>
                <a:lnTo>
                  <a:pt x="173850" y="442131"/>
                </a:lnTo>
                <a:lnTo>
                  <a:pt x="180804" y="459819"/>
                </a:lnTo>
                <a:lnTo>
                  <a:pt x="188185" y="477117"/>
                </a:lnTo>
                <a:lnTo>
                  <a:pt x="204702" y="486251"/>
                </a:lnTo>
                <a:lnTo>
                  <a:pt x="222856" y="491814"/>
                </a:lnTo>
                <a:lnTo>
                  <a:pt x="241383" y="496033"/>
                </a:lnTo>
                <a:lnTo>
                  <a:pt x="260071" y="499491"/>
                </a:lnTo>
                <a:lnTo>
                  <a:pt x="278844" y="502463"/>
                </a:lnTo>
                <a:lnTo>
                  <a:pt x="297666" y="505063"/>
                </a:lnTo>
                <a:lnTo>
                  <a:pt x="316525" y="507378"/>
                </a:lnTo>
                <a:lnTo>
                  <a:pt x="335413" y="509483"/>
                </a:lnTo>
                <a:lnTo>
                  <a:pt x="354320" y="511388"/>
                </a:lnTo>
                <a:lnTo>
                  <a:pt x="373247" y="513140"/>
                </a:lnTo>
                <a:lnTo>
                  <a:pt x="392182" y="514760"/>
                </a:lnTo>
                <a:lnTo>
                  <a:pt x="411128" y="516245"/>
                </a:lnTo>
                <a:lnTo>
                  <a:pt x="430073" y="517646"/>
                </a:lnTo>
                <a:lnTo>
                  <a:pt x="449037" y="518932"/>
                </a:lnTo>
                <a:lnTo>
                  <a:pt x="468001" y="520141"/>
                </a:lnTo>
                <a:lnTo>
                  <a:pt x="486966" y="521275"/>
                </a:lnTo>
                <a:lnTo>
                  <a:pt x="505939" y="522332"/>
                </a:lnTo>
                <a:lnTo>
                  <a:pt x="524923" y="523313"/>
                </a:lnTo>
                <a:lnTo>
                  <a:pt x="543906" y="524237"/>
                </a:lnTo>
                <a:lnTo>
                  <a:pt x="562889" y="525104"/>
                </a:lnTo>
                <a:lnTo>
                  <a:pt x="581873" y="525913"/>
                </a:lnTo>
                <a:lnTo>
                  <a:pt x="600856" y="526675"/>
                </a:lnTo>
                <a:lnTo>
                  <a:pt x="619849" y="527380"/>
                </a:lnTo>
                <a:lnTo>
                  <a:pt x="638842" y="528037"/>
                </a:lnTo>
                <a:lnTo>
                  <a:pt x="657835" y="528647"/>
                </a:lnTo>
                <a:lnTo>
                  <a:pt x="676827" y="529219"/>
                </a:lnTo>
                <a:lnTo>
                  <a:pt x="695830" y="529752"/>
                </a:lnTo>
                <a:lnTo>
                  <a:pt x="714823" y="530238"/>
                </a:lnTo>
                <a:lnTo>
                  <a:pt x="733825" y="530685"/>
                </a:lnTo>
                <a:lnTo>
                  <a:pt x="752818" y="531095"/>
                </a:lnTo>
                <a:lnTo>
                  <a:pt x="771820" y="531466"/>
                </a:lnTo>
                <a:lnTo>
                  <a:pt x="790823" y="531800"/>
                </a:lnTo>
                <a:lnTo>
                  <a:pt x="809825" y="532095"/>
                </a:lnTo>
                <a:lnTo>
                  <a:pt x="828827" y="532362"/>
                </a:lnTo>
                <a:lnTo>
                  <a:pt x="847830" y="532590"/>
                </a:lnTo>
                <a:lnTo>
                  <a:pt x="866832" y="532790"/>
                </a:lnTo>
                <a:lnTo>
                  <a:pt x="885835" y="532952"/>
                </a:lnTo>
                <a:lnTo>
                  <a:pt x="904837" y="533076"/>
                </a:lnTo>
                <a:lnTo>
                  <a:pt x="923839" y="533181"/>
                </a:lnTo>
                <a:lnTo>
                  <a:pt x="942842" y="533238"/>
                </a:lnTo>
                <a:lnTo>
                  <a:pt x="961844" y="533276"/>
                </a:lnTo>
                <a:lnTo>
                  <a:pt x="980846" y="533276"/>
                </a:lnTo>
                <a:lnTo>
                  <a:pt x="999849" y="533238"/>
                </a:lnTo>
                <a:lnTo>
                  <a:pt x="1018851" y="533171"/>
                </a:lnTo>
                <a:lnTo>
                  <a:pt x="1037854" y="533076"/>
                </a:lnTo>
                <a:lnTo>
                  <a:pt x="1056856" y="532943"/>
                </a:lnTo>
                <a:lnTo>
                  <a:pt x="1075868" y="532781"/>
                </a:lnTo>
                <a:lnTo>
                  <a:pt x="1094870" y="532581"/>
                </a:lnTo>
                <a:lnTo>
                  <a:pt x="1113863" y="532352"/>
                </a:lnTo>
                <a:lnTo>
                  <a:pt x="1132865" y="532086"/>
                </a:lnTo>
                <a:lnTo>
                  <a:pt x="1151868" y="531781"/>
                </a:lnTo>
                <a:lnTo>
                  <a:pt x="1170870" y="531447"/>
                </a:lnTo>
                <a:lnTo>
                  <a:pt x="1189873" y="531076"/>
                </a:lnTo>
                <a:lnTo>
                  <a:pt x="1208865" y="530666"/>
                </a:lnTo>
                <a:lnTo>
                  <a:pt x="1227868" y="530209"/>
                </a:lnTo>
                <a:lnTo>
                  <a:pt x="1246861" y="529723"/>
                </a:lnTo>
                <a:lnTo>
                  <a:pt x="1265863" y="529190"/>
                </a:lnTo>
                <a:lnTo>
                  <a:pt x="1284856" y="528618"/>
                </a:lnTo>
                <a:lnTo>
                  <a:pt x="1303849" y="528009"/>
                </a:lnTo>
                <a:lnTo>
                  <a:pt x="1322842" y="527342"/>
                </a:lnTo>
                <a:lnTo>
                  <a:pt x="1341834" y="526637"/>
                </a:lnTo>
                <a:lnTo>
                  <a:pt x="1360818" y="525875"/>
                </a:lnTo>
                <a:lnTo>
                  <a:pt x="1379801" y="525066"/>
                </a:lnTo>
                <a:lnTo>
                  <a:pt x="1398784" y="524199"/>
                </a:lnTo>
                <a:lnTo>
                  <a:pt x="1417768" y="523265"/>
                </a:lnTo>
                <a:lnTo>
                  <a:pt x="1436751" y="522275"/>
                </a:lnTo>
                <a:lnTo>
                  <a:pt x="1455725" y="521218"/>
                </a:lnTo>
                <a:lnTo>
                  <a:pt x="1474689" y="520084"/>
                </a:lnTo>
                <a:lnTo>
                  <a:pt x="1493653" y="518874"/>
                </a:lnTo>
                <a:lnTo>
                  <a:pt x="1512618" y="517579"/>
                </a:lnTo>
                <a:lnTo>
                  <a:pt x="1531563" y="516179"/>
                </a:lnTo>
                <a:lnTo>
                  <a:pt x="1550508" y="514683"/>
                </a:lnTo>
                <a:lnTo>
                  <a:pt x="1569444" y="513055"/>
                </a:lnTo>
                <a:lnTo>
                  <a:pt x="1588370" y="511302"/>
                </a:lnTo>
                <a:lnTo>
                  <a:pt x="1607268" y="509378"/>
                </a:lnTo>
                <a:lnTo>
                  <a:pt x="1626156" y="507273"/>
                </a:lnTo>
                <a:lnTo>
                  <a:pt x="1645015" y="504939"/>
                </a:lnTo>
                <a:lnTo>
                  <a:pt x="1663837" y="502320"/>
                </a:lnTo>
                <a:lnTo>
                  <a:pt x="1682610" y="499339"/>
                </a:lnTo>
                <a:lnTo>
                  <a:pt x="1701289" y="495843"/>
                </a:lnTo>
                <a:lnTo>
                  <a:pt x="1719805" y="491585"/>
                </a:lnTo>
                <a:lnTo>
                  <a:pt x="1737932" y="485927"/>
                </a:lnTo>
                <a:lnTo>
                  <a:pt x="1754210" y="476441"/>
                </a:lnTo>
                <a:lnTo>
                  <a:pt x="1761306" y="458962"/>
                </a:lnTo>
                <a:lnTo>
                  <a:pt x="1768259" y="441274"/>
                </a:lnTo>
                <a:lnTo>
                  <a:pt x="1775212" y="423586"/>
                </a:lnTo>
                <a:lnTo>
                  <a:pt x="1782166" y="405898"/>
                </a:lnTo>
                <a:lnTo>
                  <a:pt x="1789119" y="388220"/>
                </a:lnTo>
                <a:lnTo>
                  <a:pt x="1796072" y="370532"/>
                </a:lnTo>
                <a:lnTo>
                  <a:pt x="1803025" y="352844"/>
                </a:lnTo>
                <a:lnTo>
                  <a:pt x="1809979" y="335166"/>
                </a:lnTo>
                <a:lnTo>
                  <a:pt x="1816932" y="317478"/>
                </a:lnTo>
                <a:lnTo>
                  <a:pt x="1823885" y="299790"/>
                </a:lnTo>
                <a:lnTo>
                  <a:pt x="1830838" y="282102"/>
                </a:lnTo>
                <a:lnTo>
                  <a:pt x="1837792" y="264424"/>
                </a:lnTo>
                <a:lnTo>
                  <a:pt x="1844745" y="246736"/>
                </a:lnTo>
                <a:lnTo>
                  <a:pt x="1851708" y="229048"/>
                </a:lnTo>
                <a:lnTo>
                  <a:pt x="1858661" y="211360"/>
                </a:lnTo>
                <a:lnTo>
                  <a:pt x="1865614" y="193681"/>
                </a:lnTo>
                <a:lnTo>
                  <a:pt x="1872567" y="175993"/>
                </a:lnTo>
                <a:lnTo>
                  <a:pt x="1879521" y="158306"/>
                </a:lnTo>
                <a:lnTo>
                  <a:pt x="1886474" y="140627"/>
                </a:lnTo>
                <a:lnTo>
                  <a:pt x="1893427" y="122939"/>
                </a:lnTo>
                <a:lnTo>
                  <a:pt x="1900380" y="105251"/>
                </a:lnTo>
                <a:lnTo>
                  <a:pt x="1907334" y="87563"/>
                </a:lnTo>
                <a:lnTo>
                  <a:pt x="1914287" y="69885"/>
                </a:lnTo>
                <a:lnTo>
                  <a:pt x="1921240" y="52197"/>
                </a:lnTo>
                <a:lnTo>
                  <a:pt x="1928193" y="34509"/>
                </a:lnTo>
                <a:lnTo>
                  <a:pt x="1935147" y="16821"/>
                </a:lnTo>
                <a:lnTo>
                  <a:pt x="1941690" y="924"/>
                </a:lnTo>
                <a:lnTo>
                  <a:pt x="1927117" y="12078"/>
                </a:lnTo>
                <a:lnTo>
                  <a:pt x="1908991" y="17736"/>
                </a:lnTo>
                <a:lnTo>
                  <a:pt x="1890436" y="21860"/>
                </a:lnTo>
                <a:lnTo>
                  <a:pt x="1871739" y="25203"/>
                </a:lnTo>
                <a:lnTo>
                  <a:pt x="1852946" y="28061"/>
                </a:lnTo>
                <a:lnTo>
                  <a:pt x="1834105" y="30556"/>
                </a:lnTo>
                <a:lnTo>
                  <a:pt x="1815236" y="32785"/>
                </a:lnTo>
                <a:lnTo>
                  <a:pt x="1796339" y="34804"/>
                </a:lnTo>
                <a:lnTo>
                  <a:pt x="1777432" y="36652"/>
                </a:lnTo>
                <a:lnTo>
                  <a:pt x="1758506" y="38357"/>
                </a:lnTo>
                <a:lnTo>
                  <a:pt x="1739560" y="39929"/>
                </a:lnTo>
                <a:lnTo>
                  <a:pt x="1720615" y="41396"/>
                </a:lnTo>
                <a:lnTo>
                  <a:pt x="1701660" y="42767"/>
                </a:lnTo>
                <a:lnTo>
                  <a:pt x="1682706" y="44053"/>
                </a:lnTo>
                <a:lnTo>
                  <a:pt x="1663741" y="45263"/>
                </a:lnTo>
                <a:lnTo>
                  <a:pt x="1644767" y="46396"/>
                </a:lnTo>
                <a:lnTo>
                  <a:pt x="1625794" y="47473"/>
                </a:lnTo>
                <a:lnTo>
                  <a:pt x="1606820" y="48492"/>
                </a:lnTo>
                <a:lnTo>
                  <a:pt x="1587837" y="49444"/>
                </a:lnTo>
                <a:lnTo>
                  <a:pt x="1568863" y="50359"/>
                </a:lnTo>
                <a:lnTo>
                  <a:pt x="1549870" y="51216"/>
                </a:lnTo>
                <a:lnTo>
                  <a:pt x="1530887" y="52035"/>
                </a:lnTo>
                <a:lnTo>
                  <a:pt x="1511903" y="52807"/>
                </a:lnTo>
                <a:lnTo>
                  <a:pt x="1492910" y="53540"/>
                </a:lnTo>
                <a:lnTo>
                  <a:pt x="1473918" y="54226"/>
                </a:lnTo>
                <a:lnTo>
                  <a:pt x="1454925" y="54883"/>
                </a:lnTo>
                <a:lnTo>
                  <a:pt x="1435932" y="55512"/>
                </a:lnTo>
                <a:lnTo>
                  <a:pt x="1416939" y="56093"/>
                </a:lnTo>
                <a:lnTo>
                  <a:pt x="1397946" y="56655"/>
                </a:lnTo>
                <a:lnTo>
                  <a:pt x="1378953" y="57179"/>
                </a:lnTo>
                <a:lnTo>
                  <a:pt x="1359951" y="57674"/>
                </a:lnTo>
                <a:lnTo>
                  <a:pt x="1340958" y="58141"/>
                </a:lnTo>
                <a:lnTo>
                  <a:pt x="1321956" y="58588"/>
                </a:lnTo>
                <a:lnTo>
                  <a:pt x="1302963" y="58998"/>
                </a:lnTo>
                <a:lnTo>
                  <a:pt x="1283960" y="59388"/>
                </a:lnTo>
                <a:lnTo>
                  <a:pt x="1264958" y="59750"/>
                </a:lnTo>
                <a:lnTo>
                  <a:pt x="1245956" y="60084"/>
                </a:lnTo>
                <a:lnTo>
                  <a:pt x="1226953" y="60389"/>
                </a:lnTo>
                <a:lnTo>
                  <a:pt x="1207961" y="60674"/>
                </a:lnTo>
                <a:lnTo>
                  <a:pt x="1188958" y="60941"/>
                </a:lnTo>
                <a:lnTo>
                  <a:pt x="1169956" y="61179"/>
                </a:lnTo>
                <a:lnTo>
                  <a:pt x="1150953" y="61398"/>
                </a:lnTo>
                <a:lnTo>
                  <a:pt x="1131951" y="61598"/>
                </a:lnTo>
                <a:lnTo>
                  <a:pt x="1112949" y="61760"/>
                </a:lnTo>
                <a:lnTo>
                  <a:pt x="1093946" y="61913"/>
                </a:lnTo>
                <a:lnTo>
                  <a:pt x="1074934" y="62046"/>
                </a:lnTo>
                <a:lnTo>
                  <a:pt x="1055932" y="62151"/>
                </a:lnTo>
                <a:lnTo>
                  <a:pt x="1036930" y="62236"/>
                </a:lnTo>
                <a:lnTo>
                  <a:pt x="1017927" y="62303"/>
                </a:lnTo>
                <a:lnTo>
                  <a:pt x="998925" y="62341"/>
                </a:lnTo>
                <a:lnTo>
                  <a:pt x="979922" y="62360"/>
                </a:lnTo>
                <a:lnTo>
                  <a:pt x="960920" y="62360"/>
                </a:lnTo>
                <a:lnTo>
                  <a:pt x="941918" y="62341"/>
                </a:lnTo>
                <a:lnTo>
                  <a:pt x="922915" y="62294"/>
                </a:lnTo>
                <a:lnTo>
                  <a:pt x="903913" y="62227"/>
                </a:lnTo>
                <a:lnTo>
                  <a:pt x="884911" y="62141"/>
                </a:lnTo>
                <a:lnTo>
                  <a:pt x="865899" y="62036"/>
                </a:lnTo>
                <a:lnTo>
                  <a:pt x="846896" y="61903"/>
                </a:lnTo>
                <a:lnTo>
                  <a:pt x="827894" y="61760"/>
                </a:lnTo>
                <a:lnTo>
                  <a:pt x="808892" y="61589"/>
                </a:lnTo>
                <a:lnTo>
                  <a:pt x="789889" y="61389"/>
                </a:lnTo>
                <a:lnTo>
                  <a:pt x="770887" y="61170"/>
                </a:lnTo>
                <a:lnTo>
                  <a:pt x="751884" y="60931"/>
                </a:lnTo>
                <a:lnTo>
                  <a:pt x="732882" y="60665"/>
                </a:lnTo>
                <a:lnTo>
                  <a:pt x="713889" y="60379"/>
                </a:lnTo>
                <a:lnTo>
                  <a:pt x="694887" y="60065"/>
                </a:lnTo>
                <a:lnTo>
                  <a:pt x="675884" y="59731"/>
                </a:lnTo>
                <a:lnTo>
                  <a:pt x="656882" y="59369"/>
                </a:lnTo>
                <a:lnTo>
                  <a:pt x="637889" y="58979"/>
                </a:lnTo>
                <a:lnTo>
                  <a:pt x="618887" y="58569"/>
                </a:lnTo>
                <a:lnTo>
                  <a:pt x="599885" y="58122"/>
                </a:lnTo>
                <a:lnTo>
                  <a:pt x="580892" y="57655"/>
                </a:lnTo>
                <a:lnTo>
                  <a:pt x="561889" y="57160"/>
                </a:lnTo>
                <a:lnTo>
                  <a:pt x="542896" y="56626"/>
                </a:lnTo>
                <a:lnTo>
                  <a:pt x="523904" y="56074"/>
                </a:lnTo>
                <a:lnTo>
                  <a:pt x="504911" y="55483"/>
                </a:lnTo>
                <a:lnTo>
                  <a:pt x="485918" y="54854"/>
                </a:lnTo>
                <a:lnTo>
                  <a:pt x="466925" y="54197"/>
                </a:lnTo>
                <a:lnTo>
                  <a:pt x="447932" y="53502"/>
                </a:lnTo>
                <a:lnTo>
                  <a:pt x="428939" y="52769"/>
                </a:lnTo>
                <a:lnTo>
                  <a:pt x="409956" y="51997"/>
                </a:lnTo>
                <a:lnTo>
                  <a:pt x="390973" y="51178"/>
                </a:lnTo>
                <a:lnTo>
                  <a:pt x="371989" y="50311"/>
                </a:lnTo>
                <a:lnTo>
                  <a:pt x="353006" y="49406"/>
                </a:lnTo>
                <a:lnTo>
                  <a:pt x="334023" y="48435"/>
                </a:lnTo>
                <a:lnTo>
                  <a:pt x="315049" y="47425"/>
                </a:lnTo>
                <a:lnTo>
                  <a:pt x="296075" y="46349"/>
                </a:lnTo>
                <a:lnTo>
                  <a:pt x="277111" y="45206"/>
                </a:lnTo>
                <a:lnTo>
                  <a:pt x="258147" y="43996"/>
                </a:lnTo>
                <a:lnTo>
                  <a:pt x="239182" y="42710"/>
                </a:lnTo>
                <a:lnTo>
                  <a:pt x="220228" y="41329"/>
                </a:lnTo>
                <a:lnTo>
                  <a:pt x="201282" y="39853"/>
                </a:lnTo>
                <a:lnTo>
                  <a:pt x="182347" y="38271"/>
                </a:lnTo>
                <a:lnTo>
                  <a:pt x="163420" y="36566"/>
                </a:lnTo>
                <a:lnTo>
                  <a:pt x="144504" y="34719"/>
                </a:lnTo>
                <a:lnTo>
                  <a:pt x="125616" y="32680"/>
                </a:lnTo>
                <a:lnTo>
                  <a:pt x="106737" y="30442"/>
                </a:lnTo>
                <a:lnTo>
                  <a:pt x="87906" y="27927"/>
                </a:lnTo>
                <a:lnTo>
                  <a:pt x="69123" y="25060"/>
                </a:lnTo>
                <a:lnTo>
                  <a:pt x="50416" y="21679"/>
                </a:lnTo>
                <a:lnTo>
                  <a:pt x="31880" y="17497"/>
                </a:lnTo>
                <a:lnTo>
                  <a:pt x="13792" y="11735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40" name="funnel-step-cap-3">
            <a:extLst xmlns:a="http://schemas.openxmlformats.org/drawingml/2006/main">
              <a:ext uri="{FF2B5EF4-FFF2-40B4-BE49-F238E27FC236}">
                <a16:creationId xmlns:a16="http://schemas.microsoft.com/office/drawing/2014/main" id="{55B287B3-1A63-4C34-B2B5-EA379D311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648751" y="4230938"/>
            <a:ext cx="1941747" cy="17728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7EAC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41" name="funnel-step-body-4">
            <a:extLst xmlns:a="http://schemas.openxmlformats.org/drawingml/2006/main">
              <a:ext uri="{FF2B5EF4-FFF2-40B4-BE49-F238E27FC236}">
                <a16:creationId xmlns:a16="http://schemas.microsoft.com/office/drawing/2014/main" id="{19CB0703-6CC7-4D0F-86DC-9C558F3CF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833908" y="4921282"/>
            <a:ext cx="1569682" cy="533210"/>
          </a:xfrm>
          <a:custGeom xmlns:a="http://schemas.openxmlformats.org/drawingml/2006/main">
            <a:pathLst>
              <a:path w="1569682" h="533210">
                <a:moveTo>
                  <a:pt x="0" y="0"/>
                </a:moveTo>
                <a:lnTo>
                  <a:pt x="6677" y="17783"/>
                </a:lnTo>
                <a:lnTo>
                  <a:pt x="13364" y="35557"/>
                </a:lnTo>
                <a:lnTo>
                  <a:pt x="20041" y="53340"/>
                </a:lnTo>
                <a:lnTo>
                  <a:pt x="26727" y="71114"/>
                </a:lnTo>
                <a:lnTo>
                  <a:pt x="33404" y="88897"/>
                </a:lnTo>
                <a:lnTo>
                  <a:pt x="40091" y="106680"/>
                </a:lnTo>
                <a:lnTo>
                  <a:pt x="46768" y="124454"/>
                </a:lnTo>
                <a:lnTo>
                  <a:pt x="53454" y="142237"/>
                </a:lnTo>
                <a:lnTo>
                  <a:pt x="60131" y="160010"/>
                </a:lnTo>
                <a:lnTo>
                  <a:pt x="66818" y="177794"/>
                </a:lnTo>
                <a:lnTo>
                  <a:pt x="73495" y="195577"/>
                </a:lnTo>
                <a:lnTo>
                  <a:pt x="80181" y="213350"/>
                </a:lnTo>
                <a:lnTo>
                  <a:pt x="86858" y="231134"/>
                </a:lnTo>
                <a:lnTo>
                  <a:pt x="93545" y="248907"/>
                </a:lnTo>
                <a:lnTo>
                  <a:pt x="100222" y="266690"/>
                </a:lnTo>
                <a:lnTo>
                  <a:pt x="106909" y="284474"/>
                </a:lnTo>
                <a:lnTo>
                  <a:pt x="113586" y="302247"/>
                </a:lnTo>
                <a:lnTo>
                  <a:pt x="120272" y="320030"/>
                </a:lnTo>
                <a:lnTo>
                  <a:pt x="126949" y="337814"/>
                </a:lnTo>
                <a:lnTo>
                  <a:pt x="133636" y="355587"/>
                </a:lnTo>
                <a:lnTo>
                  <a:pt x="140313" y="373370"/>
                </a:lnTo>
                <a:lnTo>
                  <a:pt x="146999" y="391144"/>
                </a:lnTo>
                <a:lnTo>
                  <a:pt x="153676" y="408927"/>
                </a:lnTo>
                <a:lnTo>
                  <a:pt x="160363" y="426710"/>
                </a:lnTo>
                <a:lnTo>
                  <a:pt x="167040" y="444484"/>
                </a:lnTo>
                <a:lnTo>
                  <a:pt x="173726" y="462267"/>
                </a:lnTo>
                <a:lnTo>
                  <a:pt x="181337" y="479327"/>
                </a:lnTo>
                <a:lnTo>
                  <a:pt x="197739" y="488709"/>
                </a:lnTo>
                <a:lnTo>
                  <a:pt x="215751" y="494709"/>
                </a:lnTo>
                <a:lnTo>
                  <a:pt x="234182" y="499281"/>
                </a:lnTo>
                <a:lnTo>
                  <a:pt x="252803" y="503034"/>
                </a:lnTo>
                <a:lnTo>
                  <a:pt x="271520" y="506225"/>
                </a:lnTo>
                <a:lnTo>
                  <a:pt x="290312" y="509006"/>
                </a:lnTo>
                <a:lnTo>
                  <a:pt x="309143" y="511483"/>
                </a:lnTo>
                <a:lnTo>
                  <a:pt x="328003" y="513693"/>
                </a:lnTo>
                <a:lnTo>
                  <a:pt x="346891" y="515693"/>
                </a:lnTo>
                <a:lnTo>
                  <a:pt x="365798" y="517503"/>
                </a:lnTo>
                <a:lnTo>
                  <a:pt x="384724" y="519160"/>
                </a:lnTo>
                <a:lnTo>
                  <a:pt x="403650" y="520675"/>
                </a:lnTo>
                <a:lnTo>
                  <a:pt x="422596" y="522065"/>
                </a:lnTo>
                <a:lnTo>
                  <a:pt x="441550" y="523342"/>
                </a:lnTo>
                <a:lnTo>
                  <a:pt x="460505" y="524513"/>
                </a:lnTo>
                <a:lnTo>
                  <a:pt x="479469" y="525590"/>
                </a:lnTo>
                <a:lnTo>
                  <a:pt x="498434" y="526580"/>
                </a:lnTo>
                <a:lnTo>
                  <a:pt x="517408" y="527485"/>
                </a:lnTo>
                <a:lnTo>
                  <a:pt x="536381" y="528314"/>
                </a:lnTo>
                <a:lnTo>
                  <a:pt x="555365" y="529057"/>
                </a:lnTo>
                <a:lnTo>
                  <a:pt x="574338" y="529742"/>
                </a:lnTo>
                <a:lnTo>
                  <a:pt x="593331" y="530352"/>
                </a:lnTo>
                <a:lnTo>
                  <a:pt x="612315" y="530904"/>
                </a:lnTo>
                <a:lnTo>
                  <a:pt x="631298" y="531390"/>
                </a:lnTo>
                <a:lnTo>
                  <a:pt x="650291" y="531809"/>
                </a:lnTo>
                <a:lnTo>
                  <a:pt x="669274" y="532181"/>
                </a:lnTo>
                <a:lnTo>
                  <a:pt x="688267" y="532495"/>
                </a:lnTo>
                <a:lnTo>
                  <a:pt x="707260" y="532743"/>
                </a:lnTo>
                <a:lnTo>
                  <a:pt x="726253" y="532943"/>
                </a:lnTo>
                <a:lnTo>
                  <a:pt x="745246" y="533086"/>
                </a:lnTo>
                <a:lnTo>
                  <a:pt x="764238" y="533171"/>
                </a:lnTo>
                <a:lnTo>
                  <a:pt x="783231" y="533210"/>
                </a:lnTo>
                <a:lnTo>
                  <a:pt x="802224" y="533190"/>
                </a:lnTo>
                <a:lnTo>
                  <a:pt x="821217" y="533114"/>
                </a:lnTo>
                <a:lnTo>
                  <a:pt x="840210" y="532981"/>
                </a:lnTo>
                <a:lnTo>
                  <a:pt x="859203" y="532800"/>
                </a:lnTo>
                <a:lnTo>
                  <a:pt x="878195" y="532562"/>
                </a:lnTo>
                <a:lnTo>
                  <a:pt x="897188" y="532267"/>
                </a:lnTo>
                <a:lnTo>
                  <a:pt x="916181" y="531914"/>
                </a:lnTo>
                <a:lnTo>
                  <a:pt x="935165" y="531505"/>
                </a:lnTo>
                <a:lnTo>
                  <a:pt x="954157" y="531038"/>
                </a:lnTo>
                <a:lnTo>
                  <a:pt x="973141" y="530504"/>
                </a:lnTo>
                <a:lnTo>
                  <a:pt x="992124" y="529904"/>
                </a:lnTo>
                <a:lnTo>
                  <a:pt x="1011107" y="529247"/>
                </a:lnTo>
                <a:lnTo>
                  <a:pt x="1030091" y="528514"/>
                </a:lnTo>
                <a:lnTo>
                  <a:pt x="1049064" y="527704"/>
                </a:lnTo>
                <a:lnTo>
                  <a:pt x="1068038" y="526818"/>
                </a:lnTo>
                <a:lnTo>
                  <a:pt x="1087003" y="525856"/>
                </a:lnTo>
                <a:lnTo>
                  <a:pt x="1105967" y="524799"/>
                </a:lnTo>
                <a:lnTo>
                  <a:pt x="1124931" y="523665"/>
                </a:lnTo>
                <a:lnTo>
                  <a:pt x="1143876" y="522408"/>
                </a:lnTo>
                <a:lnTo>
                  <a:pt x="1162822" y="521046"/>
                </a:lnTo>
                <a:lnTo>
                  <a:pt x="1181757" y="519570"/>
                </a:lnTo>
                <a:lnTo>
                  <a:pt x="1200683" y="517950"/>
                </a:lnTo>
                <a:lnTo>
                  <a:pt x="1219591" y="516179"/>
                </a:lnTo>
                <a:lnTo>
                  <a:pt x="1238488" y="514236"/>
                </a:lnTo>
                <a:lnTo>
                  <a:pt x="1257357" y="512083"/>
                </a:lnTo>
                <a:lnTo>
                  <a:pt x="1276198" y="509683"/>
                </a:lnTo>
                <a:lnTo>
                  <a:pt x="1295000" y="506987"/>
                </a:lnTo>
                <a:lnTo>
                  <a:pt x="1313745" y="503911"/>
                </a:lnTo>
                <a:lnTo>
                  <a:pt x="1332395" y="500329"/>
                </a:lnTo>
                <a:lnTo>
                  <a:pt x="1350893" y="496005"/>
                </a:lnTo>
                <a:lnTo>
                  <a:pt x="1369057" y="490480"/>
                </a:lnTo>
                <a:lnTo>
                  <a:pt x="1386183" y="482384"/>
                </a:lnTo>
                <a:lnTo>
                  <a:pt x="1395965" y="466916"/>
                </a:lnTo>
                <a:lnTo>
                  <a:pt x="1402642" y="449132"/>
                </a:lnTo>
                <a:lnTo>
                  <a:pt x="1409329" y="431359"/>
                </a:lnTo>
                <a:lnTo>
                  <a:pt x="1416006" y="413576"/>
                </a:lnTo>
                <a:lnTo>
                  <a:pt x="1422692" y="395802"/>
                </a:lnTo>
                <a:lnTo>
                  <a:pt x="1429369" y="378019"/>
                </a:lnTo>
                <a:lnTo>
                  <a:pt x="1436056" y="360236"/>
                </a:lnTo>
                <a:lnTo>
                  <a:pt x="1442733" y="342462"/>
                </a:lnTo>
                <a:lnTo>
                  <a:pt x="1449419" y="324679"/>
                </a:lnTo>
                <a:lnTo>
                  <a:pt x="1456096" y="306905"/>
                </a:lnTo>
                <a:lnTo>
                  <a:pt x="1462783" y="289122"/>
                </a:lnTo>
                <a:lnTo>
                  <a:pt x="1469460" y="271339"/>
                </a:lnTo>
                <a:lnTo>
                  <a:pt x="1476146" y="253565"/>
                </a:lnTo>
                <a:lnTo>
                  <a:pt x="1482823" y="235782"/>
                </a:lnTo>
                <a:lnTo>
                  <a:pt x="1489510" y="218008"/>
                </a:lnTo>
                <a:lnTo>
                  <a:pt x="1496187" y="200225"/>
                </a:lnTo>
                <a:lnTo>
                  <a:pt x="1502874" y="182442"/>
                </a:lnTo>
                <a:lnTo>
                  <a:pt x="1509551" y="164668"/>
                </a:lnTo>
                <a:lnTo>
                  <a:pt x="1516237" y="146885"/>
                </a:lnTo>
                <a:lnTo>
                  <a:pt x="1522914" y="129111"/>
                </a:lnTo>
                <a:lnTo>
                  <a:pt x="1529601" y="111328"/>
                </a:lnTo>
                <a:lnTo>
                  <a:pt x="1536278" y="93545"/>
                </a:lnTo>
                <a:lnTo>
                  <a:pt x="1542964" y="75771"/>
                </a:lnTo>
                <a:lnTo>
                  <a:pt x="1549641" y="57988"/>
                </a:lnTo>
                <a:lnTo>
                  <a:pt x="1556318" y="40215"/>
                </a:lnTo>
                <a:lnTo>
                  <a:pt x="1563005" y="22431"/>
                </a:lnTo>
                <a:lnTo>
                  <a:pt x="1569682" y="4648"/>
                </a:lnTo>
                <a:lnTo>
                  <a:pt x="1562852" y="10325"/>
                </a:lnTo>
                <a:lnTo>
                  <a:pt x="1545336" y="17574"/>
                </a:lnTo>
                <a:lnTo>
                  <a:pt x="1527000" y="22527"/>
                </a:lnTo>
                <a:lnTo>
                  <a:pt x="1508417" y="26422"/>
                </a:lnTo>
                <a:lnTo>
                  <a:pt x="1489700" y="29670"/>
                </a:lnTo>
                <a:lnTo>
                  <a:pt x="1470917" y="32490"/>
                </a:lnTo>
                <a:lnTo>
                  <a:pt x="1452086" y="34976"/>
                </a:lnTo>
                <a:lnTo>
                  <a:pt x="1433227" y="37205"/>
                </a:lnTo>
                <a:lnTo>
                  <a:pt x="1414339" y="39233"/>
                </a:lnTo>
                <a:lnTo>
                  <a:pt x="1395441" y="41081"/>
                </a:lnTo>
                <a:lnTo>
                  <a:pt x="1376524" y="42777"/>
                </a:lnTo>
                <a:lnTo>
                  <a:pt x="1357589" y="44339"/>
                </a:lnTo>
                <a:lnTo>
                  <a:pt x="1338653" y="45796"/>
                </a:lnTo>
                <a:lnTo>
                  <a:pt x="1319708" y="47149"/>
                </a:lnTo>
                <a:lnTo>
                  <a:pt x="1300753" y="48406"/>
                </a:lnTo>
                <a:lnTo>
                  <a:pt x="1281798" y="49587"/>
                </a:lnTo>
                <a:lnTo>
                  <a:pt x="1262844" y="50683"/>
                </a:lnTo>
                <a:lnTo>
                  <a:pt x="1243870" y="51711"/>
                </a:lnTo>
                <a:lnTo>
                  <a:pt x="1224905" y="52673"/>
                </a:lnTo>
                <a:lnTo>
                  <a:pt x="1205932" y="53578"/>
                </a:lnTo>
                <a:lnTo>
                  <a:pt x="1186958" y="54426"/>
                </a:lnTo>
                <a:lnTo>
                  <a:pt x="1167984" y="55207"/>
                </a:lnTo>
                <a:lnTo>
                  <a:pt x="1149001" y="55950"/>
                </a:lnTo>
                <a:lnTo>
                  <a:pt x="1130017" y="56636"/>
                </a:lnTo>
                <a:lnTo>
                  <a:pt x="1111034" y="57283"/>
                </a:lnTo>
                <a:lnTo>
                  <a:pt x="1092051" y="57874"/>
                </a:lnTo>
                <a:lnTo>
                  <a:pt x="1073067" y="58436"/>
                </a:lnTo>
                <a:lnTo>
                  <a:pt x="1054084" y="58941"/>
                </a:lnTo>
                <a:lnTo>
                  <a:pt x="1035091" y="59417"/>
                </a:lnTo>
                <a:lnTo>
                  <a:pt x="1016108" y="59846"/>
                </a:lnTo>
                <a:lnTo>
                  <a:pt x="997115" y="60246"/>
                </a:lnTo>
                <a:lnTo>
                  <a:pt x="978122" y="60598"/>
                </a:lnTo>
                <a:lnTo>
                  <a:pt x="959139" y="60922"/>
                </a:lnTo>
                <a:lnTo>
                  <a:pt x="940146" y="61208"/>
                </a:lnTo>
                <a:lnTo>
                  <a:pt x="921153" y="61455"/>
                </a:lnTo>
                <a:lnTo>
                  <a:pt x="902160" y="61674"/>
                </a:lnTo>
                <a:lnTo>
                  <a:pt x="883168" y="61865"/>
                </a:lnTo>
                <a:lnTo>
                  <a:pt x="864175" y="62017"/>
                </a:lnTo>
                <a:lnTo>
                  <a:pt x="845182" y="62132"/>
                </a:lnTo>
                <a:lnTo>
                  <a:pt x="826189" y="62217"/>
                </a:lnTo>
                <a:lnTo>
                  <a:pt x="807196" y="62274"/>
                </a:lnTo>
                <a:lnTo>
                  <a:pt x="788203" y="62294"/>
                </a:lnTo>
                <a:lnTo>
                  <a:pt x="769210" y="62284"/>
                </a:lnTo>
                <a:lnTo>
                  <a:pt x="750218" y="62236"/>
                </a:lnTo>
                <a:lnTo>
                  <a:pt x="731225" y="62160"/>
                </a:lnTo>
                <a:lnTo>
                  <a:pt x="712232" y="62055"/>
                </a:lnTo>
                <a:lnTo>
                  <a:pt x="693239" y="61913"/>
                </a:lnTo>
                <a:lnTo>
                  <a:pt x="674246" y="61732"/>
                </a:lnTo>
                <a:lnTo>
                  <a:pt x="655253" y="61522"/>
                </a:lnTo>
                <a:lnTo>
                  <a:pt x="636260" y="61274"/>
                </a:lnTo>
                <a:lnTo>
                  <a:pt x="617268" y="60998"/>
                </a:lnTo>
                <a:lnTo>
                  <a:pt x="598275" y="60684"/>
                </a:lnTo>
                <a:lnTo>
                  <a:pt x="579282" y="60341"/>
                </a:lnTo>
                <a:lnTo>
                  <a:pt x="560299" y="59950"/>
                </a:lnTo>
                <a:lnTo>
                  <a:pt x="541306" y="59531"/>
                </a:lnTo>
                <a:lnTo>
                  <a:pt x="522322" y="59065"/>
                </a:lnTo>
                <a:lnTo>
                  <a:pt x="503330" y="58569"/>
                </a:lnTo>
                <a:lnTo>
                  <a:pt x="484346" y="58026"/>
                </a:lnTo>
                <a:lnTo>
                  <a:pt x="465363" y="57436"/>
                </a:lnTo>
                <a:lnTo>
                  <a:pt x="446380" y="56817"/>
                </a:lnTo>
                <a:lnTo>
                  <a:pt x="427396" y="56131"/>
                </a:lnTo>
                <a:lnTo>
                  <a:pt x="408422" y="55407"/>
                </a:lnTo>
                <a:lnTo>
                  <a:pt x="389439" y="54635"/>
                </a:lnTo>
                <a:lnTo>
                  <a:pt x="370465" y="53807"/>
                </a:lnTo>
                <a:lnTo>
                  <a:pt x="351492" y="52921"/>
                </a:lnTo>
                <a:lnTo>
                  <a:pt x="332527" y="51978"/>
                </a:lnTo>
                <a:lnTo>
                  <a:pt x="313553" y="50959"/>
                </a:lnTo>
                <a:lnTo>
                  <a:pt x="294589" y="49873"/>
                </a:lnTo>
                <a:lnTo>
                  <a:pt x="275634" y="48720"/>
                </a:lnTo>
                <a:lnTo>
                  <a:pt x="256680" y="47482"/>
                </a:lnTo>
                <a:lnTo>
                  <a:pt x="237734" y="46158"/>
                </a:lnTo>
                <a:lnTo>
                  <a:pt x="218799" y="44739"/>
                </a:lnTo>
                <a:lnTo>
                  <a:pt x="199863" y="43196"/>
                </a:lnTo>
                <a:lnTo>
                  <a:pt x="180946" y="41539"/>
                </a:lnTo>
                <a:lnTo>
                  <a:pt x="162039" y="39729"/>
                </a:lnTo>
                <a:lnTo>
                  <a:pt x="143142" y="37757"/>
                </a:lnTo>
                <a:lnTo>
                  <a:pt x="124273" y="35585"/>
                </a:lnTo>
                <a:lnTo>
                  <a:pt x="105442" y="33166"/>
                </a:lnTo>
                <a:lnTo>
                  <a:pt x="86639" y="30442"/>
                </a:lnTo>
                <a:lnTo>
                  <a:pt x="67904" y="27318"/>
                </a:lnTo>
                <a:lnTo>
                  <a:pt x="49282" y="23622"/>
                </a:lnTo>
                <a:lnTo>
                  <a:pt x="30851" y="19012"/>
                </a:lnTo>
                <a:lnTo>
                  <a:pt x="12992" y="12611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42" name="funnel-step-cap-4">
            <a:extLst xmlns:a="http://schemas.openxmlformats.org/drawingml/2006/main">
              <a:ext uri="{FF2B5EF4-FFF2-40B4-BE49-F238E27FC236}">
                <a16:creationId xmlns:a16="http://schemas.microsoft.com/office/drawing/2014/main" id="{3AE6A8F5-ADEF-4F54-8288-4C7EF7CDA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833917" y="4832604"/>
            <a:ext cx="1571406" cy="17728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7EAC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43" name="funnel-step-body-5">
            <a:extLst xmlns:a="http://schemas.openxmlformats.org/drawingml/2006/main">
              <a:ext uri="{FF2B5EF4-FFF2-40B4-BE49-F238E27FC236}">
                <a16:creationId xmlns:a16="http://schemas.microsoft.com/office/drawing/2014/main" id="{A7650BF4-947E-47C4-B823-C9C834E15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10882" y="5522881"/>
            <a:ext cx="1214199" cy="533276"/>
          </a:xfrm>
          <a:custGeom xmlns:a="http://schemas.openxmlformats.org/drawingml/2006/main">
            <a:pathLst>
              <a:path w="1214199" h="533276">
                <a:moveTo>
                  <a:pt x="0" y="0"/>
                </a:moveTo>
                <a:lnTo>
                  <a:pt x="6458" y="17821"/>
                </a:lnTo>
                <a:lnTo>
                  <a:pt x="12906" y="35633"/>
                </a:lnTo>
                <a:lnTo>
                  <a:pt x="19364" y="53454"/>
                </a:lnTo>
                <a:lnTo>
                  <a:pt x="25822" y="71276"/>
                </a:lnTo>
                <a:lnTo>
                  <a:pt x="32271" y="89097"/>
                </a:lnTo>
                <a:lnTo>
                  <a:pt x="38729" y="106909"/>
                </a:lnTo>
                <a:lnTo>
                  <a:pt x="45187" y="124730"/>
                </a:lnTo>
                <a:lnTo>
                  <a:pt x="51635" y="142551"/>
                </a:lnTo>
                <a:lnTo>
                  <a:pt x="58093" y="160372"/>
                </a:lnTo>
                <a:lnTo>
                  <a:pt x="64551" y="178184"/>
                </a:lnTo>
                <a:lnTo>
                  <a:pt x="71009" y="196005"/>
                </a:lnTo>
                <a:lnTo>
                  <a:pt x="77457" y="213827"/>
                </a:lnTo>
                <a:lnTo>
                  <a:pt x="83915" y="231638"/>
                </a:lnTo>
                <a:lnTo>
                  <a:pt x="90373" y="249460"/>
                </a:lnTo>
                <a:lnTo>
                  <a:pt x="96822" y="267281"/>
                </a:lnTo>
                <a:lnTo>
                  <a:pt x="103280" y="285102"/>
                </a:lnTo>
                <a:lnTo>
                  <a:pt x="109738" y="302914"/>
                </a:lnTo>
                <a:lnTo>
                  <a:pt x="116186" y="320735"/>
                </a:lnTo>
                <a:lnTo>
                  <a:pt x="122644" y="338557"/>
                </a:lnTo>
                <a:lnTo>
                  <a:pt x="129102" y="356378"/>
                </a:lnTo>
                <a:lnTo>
                  <a:pt x="135550" y="374190"/>
                </a:lnTo>
                <a:lnTo>
                  <a:pt x="142008" y="392011"/>
                </a:lnTo>
                <a:lnTo>
                  <a:pt x="148466" y="409832"/>
                </a:lnTo>
                <a:lnTo>
                  <a:pt x="154915" y="427644"/>
                </a:lnTo>
                <a:lnTo>
                  <a:pt x="161373" y="445465"/>
                </a:lnTo>
                <a:lnTo>
                  <a:pt x="167831" y="463286"/>
                </a:lnTo>
                <a:lnTo>
                  <a:pt x="174812" y="480632"/>
                </a:lnTo>
                <a:lnTo>
                  <a:pt x="190376" y="491233"/>
                </a:lnTo>
                <a:lnTo>
                  <a:pt x="208016" y="498129"/>
                </a:lnTo>
                <a:lnTo>
                  <a:pt x="226228" y="503339"/>
                </a:lnTo>
                <a:lnTo>
                  <a:pt x="244707" y="507559"/>
                </a:lnTo>
                <a:lnTo>
                  <a:pt x="263319" y="511111"/>
                </a:lnTo>
                <a:lnTo>
                  <a:pt x="282026" y="514159"/>
                </a:lnTo>
                <a:lnTo>
                  <a:pt x="300790" y="516817"/>
                </a:lnTo>
                <a:lnTo>
                  <a:pt x="319602" y="519151"/>
                </a:lnTo>
                <a:lnTo>
                  <a:pt x="338433" y="521227"/>
                </a:lnTo>
                <a:lnTo>
                  <a:pt x="357302" y="523065"/>
                </a:lnTo>
                <a:lnTo>
                  <a:pt x="376180" y="524704"/>
                </a:lnTo>
                <a:lnTo>
                  <a:pt x="395078" y="526151"/>
                </a:lnTo>
                <a:lnTo>
                  <a:pt x="413985" y="527437"/>
                </a:lnTo>
                <a:lnTo>
                  <a:pt x="432902" y="528580"/>
                </a:lnTo>
                <a:lnTo>
                  <a:pt x="451828" y="529580"/>
                </a:lnTo>
                <a:lnTo>
                  <a:pt x="470754" y="530447"/>
                </a:lnTo>
                <a:lnTo>
                  <a:pt x="489699" y="531181"/>
                </a:lnTo>
                <a:lnTo>
                  <a:pt x="508635" y="531809"/>
                </a:lnTo>
                <a:lnTo>
                  <a:pt x="527580" y="532324"/>
                </a:lnTo>
                <a:lnTo>
                  <a:pt x="546525" y="532714"/>
                </a:lnTo>
                <a:lnTo>
                  <a:pt x="565480" y="533009"/>
                </a:lnTo>
                <a:lnTo>
                  <a:pt x="584425" y="533190"/>
                </a:lnTo>
                <a:lnTo>
                  <a:pt x="603380" y="533276"/>
                </a:lnTo>
                <a:lnTo>
                  <a:pt x="622335" y="533248"/>
                </a:lnTo>
                <a:lnTo>
                  <a:pt x="641280" y="533124"/>
                </a:lnTo>
                <a:lnTo>
                  <a:pt x="660235" y="532895"/>
                </a:lnTo>
                <a:lnTo>
                  <a:pt x="679180" y="532562"/>
                </a:lnTo>
                <a:lnTo>
                  <a:pt x="698125" y="532114"/>
                </a:lnTo>
                <a:lnTo>
                  <a:pt x="717071" y="531552"/>
                </a:lnTo>
                <a:lnTo>
                  <a:pt x="736016" y="530876"/>
                </a:lnTo>
                <a:lnTo>
                  <a:pt x="754952" y="530085"/>
                </a:lnTo>
                <a:lnTo>
                  <a:pt x="773878" y="529161"/>
                </a:lnTo>
                <a:lnTo>
                  <a:pt x="792804" y="528104"/>
                </a:lnTo>
                <a:lnTo>
                  <a:pt x="811711" y="526904"/>
                </a:lnTo>
                <a:lnTo>
                  <a:pt x="830618" y="525542"/>
                </a:lnTo>
                <a:lnTo>
                  <a:pt x="849506" y="524008"/>
                </a:lnTo>
                <a:lnTo>
                  <a:pt x="868375" y="522294"/>
                </a:lnTo>
                <a:lnTo>
                  <a:pt x="887235" y="520360"/>
                </a:lnTo>
                <a:lnTo>
                  <a:pt x="906056" y="518170"/>
                </a:lnTo>
                <a:lnTo>
                  <a:pt x="924849" y="515712"/>
                </a:lnTo>
                <a:lnTo>
                  <a:pt x="943585" y="512893"/>
                </a:lnTo>
                <a:lnTo>
                  <a:pt x="962263" y="509635"/>
                </a:lnTo>
                <a:lnTo>
                  <a:pt x="980818" y="505825"/>
                </a:lnTo>
                <a:lnTo>
                  <a:pt x="999201" y="501225"/>
                </a:lnTo>
                <a:lnTo>
                  <a:pt x="1017232" y="495405"/>
                </a:lnTo>
                <a:lnTo>
                  <a:pt x="1034348" y="487318"/>
                </a:lnTo>
                <a:lnTo>
                  <a:pt x="1046607" y="473507"/>
                </a:lnTo>
                <a:lnTo>
                  <a:pt x="1052455" y="455552"/>
                </a:lnTo>
                <a:lnTo>
                  <a:pt x="1058913" y="437731"/>
                </a:lnTo>
                <a:lnTo>
                  <a:pt x="1065371" y="419910"/>
                </a:lnTo>
                <a:lnTo>
                  <a:pt x="1071820" y="402098"/>
                </a:lnTo>
                <a:lnTo>
                  <a:pt x="1078278" y="384277"/>
                </a:lnTo>
                <a:lnTo>
                  <a:pt x="1084736" y="366455"/>
                </a:lnTo>
                <a:lnTo>
                  <a:pt x="1091194" y="348634"/>
                </a:lnTo>
                <a:lnTo>
                  <a:pt x="1097642" y="330822"/>
                </a:lnTo>
                <a:lnTo>
                  <a:pt x="1104100" y="313001"/>
                </a:lnTo>
                <a:lnTo>
                  <a:pt x="1110558" y="295180"/>
                </a:lnTo>
                <a:lnTo>
                  <a:pt x="1117006" y="277358"/>
                </a:lnTo>
                <a:lnTo>
                  <a:pt x="1123464" y="259547"/>
                </a:lnTo>
                <a:lnTo>
                  <a:pt x="1129922" y="241725"/>
                </a:lnTo>
                <a:lnTo>
                  <a:pt x="1136371" y="223904"/>
                </a:lnTo>
                <a:lnTo>
                  <a:pt x="1142829" y="206092"/>
                </a:lnTo>
                <a:lnTo>
                  <a:pt x="1149287" y="188271"/>
                </a:lnTo>
                <a:lnTo>
                  <a:pt x="1155735" y="170450"/>
                </a:lnTo>
                <a:lnTo>
                  <a:pt x="1162193" y="152629"/>
                </a:lnTo>
                <a:lnTo>
                  <a:pt x="1168651" y="134817"/>
                </a:lnTo>
                <a:lnTo>
                  <a:pt x="1175099" y="116996"/>
                </a:lnTo>
                <a:lnTo>
                  <a:pt x="1181557" y="99174"/>
                </a:lnTo>
                <a:lnTo>
                  <a:pt x="1188015" y="81353"/>
                </a:lnTo>
                <a:lnTo>
                  <a:pt x="1194473" y="63541"/>
                </a:lnTo>
                <a:lnTo>
                  <a:pt x="1200922" y="45720"/>
                </a:lnTo>
                <a:lnTo>
                  <a:pt x="1207379" y="27899"/>
                </a:lnTo>
                <a:lnTo>
                  <a:pt x="1213837" y="10077"/>
                </a:lnTo>
                <a:lnTo>
                  <a:pt x="1214199" y="7334"/>
                </a:lnTo>
                <a:lnTo>
                  <a:pt x="1198178" y="17212"/>
                </a:lnTo>
                <a:lnTo>
                  <a:pt x="1180271" y="23374"/>
                </a:lnTo>
                <a:lnTo>
                  <a:pt x="1161907" y="28032"/>
                </a:lnTo>
                <a:lnTo>
                  <a:pt x="1143343" y="31842"/>
                </a:lnTo>
                <a:lnTo>
                  <a:pt x="1124664" y="35071"/>
                </a:lnTo>
                <a:lnTo>
                  <a:pt x="1105929" y="37890"/>
                </a:lnTo>
                <a:lnTo>
                  <a:pt x="1087136" y="40386"/>
                </a:lnTo>
                <a:lnTo>
                  <a:pt x="1068314" y="42615"/>
                </a:lnTo>
                <a:lnTo>
                  <a:pt x="1049474" y="44634"/>
                </a:lnTo>
                <a:lnTo>
                  <a:pt x="1030615" y="46463"/>
                </a:lnTo>
                <a:lnTo>
                  <a:pt x="1011736" y="48130"/>
                </a:lnTo>
                <a:lnTo>
                  <a:pt x="992838" y="49663"/>
                </a:lnTo>
                <a:lnTo>
                  <a:pt x="973941" y="51064"/>
                </a:lnTo>
                <a:lnTo>
                  <a:pt x="955034" y="52349"/>
                </a:lnTo>
                <a:lnTo>
                  <a:pt x="936117" y="53531"/>
                </a:lnTo>
                <a:lnTo>
                  <a:pt x="917200" y="54616"/>
                </a:lnTo>
                <a:lnTo>
                  <a:pt x="898274" y="55616"/>
                </a:lnTo>
                <a:lnTo>
                  <a:pt x="879348" y="56521"/>
                </a:lnTo>
                <a:lnTo>
                  <a:pt x="860412" y="57360"/>
                </a:lnTo>
                <a:lnTo>
                  <a:pt x="841477" y="58122"/>
                </a:lnTo>
                <a:lnTo>
                  <a:pt x="822531" y="58807"/>
                </a:lnTo>
                <a:lnTo>
                  <a:pt x="803596" y="59436"/>
                </a:lnTo>
                <a:lnTo>
                  <a:pt x="784650" y="59988"/>
                </a:lnTo>
                <a:lnTo>
                  <a:pt x="765705" y="60484"/>
                </a:lnTo>
                <a:lnTo>
                  <a:pt x="746760" y="60912"/>
                </a:lnTo>
                <a:lnTo>
                  <a:pt x="727805" y="61284"/>
                </a:lnTo>
                <a:lnTo>
                  <a:pt x="708860" y="61608"/>
                </a:lnTo>
                <a:lnTo>
                  <a:pt x="689915" y="61865"/>
                </a:lnTo>
                <a:lnTo>
                  <a:pt x="670960" y="62074"/>
                </a:lnTo>
                <a:lnTo>
                  <a:pt x="652005" y="62227"/>
                </a:lnTo>
                <a:lnTo>
                  <a:pt x="633060" y="62322"/>
                </a:lnTo>
                <a:lnTo>
                  <a:pt x="614105" y="62360"/>
                </a:lnTo>
                <a:lnTo>
                  <a:pt x="595151" y="62351"/>
                </a:lnTo>
                <a:lnTo>
                  <a:pt x="576205" y="62284"/>
                </a:lnTo>
                <a:lnTo>
                  <a:pt x="557251" y="62160"/>
                </a:lnTo>
                <a:lnTo>
                  <a:pt x="538296" y="61989"/>
                </a:lnTo>
                <a:lnTo>
                  <a:pt x="519351" y="61760"/>
                </a:lnTo>
                <a:lnTo>
                  <a:pt x="500396" y="61474"/>
                </a:lnTo>
                <a:lnTo>
                  <a:pt x="481451" y="61141"/>
                </a:lnTo>
                <a:lnTo>
                  <a:pt x="462505" y="60731"/>
                </a:lnTo>
                <a:lnTo>
                  <a:pt x="443560" y="60274"/>
                </a:lnTo>
                <a:lnTo>
                  <a:pt x="424615" y="59750"/>
                </a:lnTo>
                <a:lnTo>
                  <a:pt x="405670" y="59169"/>
                </a:lnTo>
                <a:lnTo>
                  <a:pt x="386725" y="58522"/>
                </a:lnTo>
                <a:lnTo>
                  <a:pt x="367789" y="57798"/>
                </a:lnTo>
                <a:lnTo>
                  <a:pt x="348853" y="57007"/>
                </a:lnTo>
                <a:lnTo>
                  <a:pt x="329927" y="56140"/>
                </a:lnTo>
                <a:lnTo>
                  <a:pt x="310991" y="55188"/>
                </a:lnTo>
                <a:lnTo>
                  <a:pt x="292075" y="54159"/>
                </a:lnTo>
                <a:lnTo>
                  <a:pt x="273148" y="53026"/>
                </a:lnTo>
                <a:lnTo>
                  <a:pt x="254241" y="51806"/>
                </a:lnTo>
                <a:lnTo>
                  <a:pt x="235334" y="50473"/>
                </a:lnTo>
                <a:lnTo>
                  <a:pt x="216437" y="49016"/>
                </a:lnTo>
                <a:lnTo>
                  <a:pt x="197558" y="47425"/>
                </a:lnTo>
                <a:lnTo>
                  <a:pt x="178679" y="45691"/>
                </a:lnTo>
                <a:lnTo>
                  <a:pt x="159830" y="43786"/>
                </a:lnTo>
                <a:lnTo>
                  <a:pt x="140989" y="41681"/>
                </a:lnTo>
                <a:lnTo>
                  <a:pt x="122187" y="39338"/>
                </a:lnTo>
                <a:lnTo>
                  <a:pt x="103413" y="36709"/>
                </a:lnTo>
                <a:lnTo>
                  <a:pt x="84706" y="33728"/>
                </a:lnTo>
                <a:lnTo>
                  <a:pt x="66065" y="30270"/>
                </a:lnTo>
                <a:lnTo>
                  <a:pt x="47577" y="26137"/>
                </a:lnTo>
                <a:lnTo>
                  <a:pt x="29356" y="20945"/>
                </a:lnTo>
                <a:lnTo>
                  <a:pt x="11887" y="13668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44" name="funnel-step-cap-5">
            <a:extLst xmlns:a="http://schemas.openxmlformats.org/drawingml/2006/main">
              <a:ext uri="{FF2B5EF4-FFF2-40B4-BE49-F238E27FC236}">
                <a16:creationId xmlns:a16="http://schemas.microsoft.com/office/drawing/2014/main" id="{9F95E691-FFC2-4CF7-93AF-517D6504E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10844" y="5434270"/>
            <a:ext cx="1217552" cy="17728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7EAC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45" name="funnel-flow-arrow">
            <a:extLst xmlns:a="http://schemas.openxmlformats.org/drawingml/2006/main">
              <a:ext uri="{FF2B5EF4-FFF2-40B4-BE49-F238E27FC236}">
                <a16:creationId xmlns:a16="http://schemas.microsoft.com/office/drawing/2014/main" id="{0850DC42-FDDB-4B86-ADEA-254C3746E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52850" y="2466975"/>
            <a:ext cx="1733550" cy="3631178"/>
          </a:xfrm>
          <a:custGeom xmlns:a="http://schemas.openxmlformats.org/drawingml/2006/main">
            <a:pathLst>
              <a:path w="1733550" h="3631178">
                <a:moveTo>
                  <a:pt x="0" y="0"/>
                </a:moveTo>
                <a:lnTo>
                  <a:pt x="0" y="42834"/>
                </a:lnTo>
                <a:lnTo>
                  <a:pt x="9249" y="84525"/>
                </a:lnTo>
                <a:lnTo>
                  <a:pt x="19660" y="126063"/>
                </a:lnTo>
                <a:lnTo>
                  <a:pt x="30070" y="167611"/>
                </a:lnTo>
                <a:lnTo>
                  <a:pt x="40491" y="209159"/>
                </a:lnTo>
                <a:lnTo>
                  <a:pt x="50902" y="250708"/>
                </a:lnTo>
                <a:lnTo>
                  <a:pt x="61312" y="292256"/>
                </a:lnTo>
                <a:lnTo>
                  <a:pt x="71723" y="333794"/>
                </a:lnTo>
                <a:lnTo>
                  <a:pt x="82144" y="375342"/>
                </a:lnTo>
                <a:lnTo>
                  <a:pt x="92554" y="416890"/>
                </a:lnTo>
                <a:lnTo>
                  <a:pt x="102965" y="458438"/>
                </a:lnTo>
                <a:lnTo>
                  <a:pt x="113376" y="499977"/>
                </a:lnTo>
                <a:lnTo>
                  <a:pt x="123796" y="541525"/>
                </a:lnTo>
                <a:lnTo>
                  <a:pt x="134207" y="583073"/>
                </a:lnTo>
                <a:lnTo>
                  <a:pt x="143599" y="624850"/>
                </a:lnTo>
                <a:lnTo>
                  <a:pt x="151924" y="666864"/>
                </a:lnTo>
                <a:lnTo>
                  <a:pt x="159915" y="708946"/>
                </a:lnTo>
                <a:lnTo>
                  <a:pt x="167916" y="751018"/>
                </a:lnTo>
                <a:lnTo>
                  <a:pt x="175908" y="793099"/>
                </a:lnTo>
                <a:lnTo>
                  <a:pt x="183899" y="835181"/>
                </a:lnTo>
                <a:lnTo>
                  <a:pt x="191900" y="877253"/>
                </a:lnTo>
                <a:lnTo>
                  <a:pt x="199892" y="919334"/>
                </a:lnTo>
                <a:lnTo>
                  <a:pt x="207883" y="961415"/>
                </a:lnTo>
                <a:lnTo>
                  <a:pt x="215884" y="1003487"/>
                </a:lnTo>
                <a:lnTo>
                  <a:pt x="223876" y="1045569"/>
                </a:lnTo>
                <a:lnTo>
                  <a:pt x="231867" y="1087650"/>
                </a:lnTo>
                <a:lnTo>
                  <a:pt x="239868" y="1129722"/>
                </a:lnTo>
                <a:lnTo>
                  <a:pt x="247860" y="1171804"/>
                </a:lnTo>
                <a:lnTo>
                  <a:pt x="255746" y="1213904"/>
                </a:lnTo>
                <a:lnTo>
                  <a:pt x="263300" y="1256062"/>
                </a:lnTo>
                <a:lnTo>
                  <a:pt x="270577" y="1298267"/>
                </a:lnTo>
                <a:lnTo>
                  <a:pt x="277854" y="1340482"/>
                </a:lnTo>
                <a:lnTo>
                  <a:pt x="285131" y="1382687"/>
                </a:lnTo>
                <a:lnTo>
                  <a:pt x="292408" y="1424892"/>
                </a:lnTo>
                <a:lnTo>
                  <a:pt x="299685" y="1467107"/>
                </a:lnTo>
                <a:lnTo>
                  <a:pt x="306972" y="1509312"/>
                </a:lnTo>
                <a:lnTo>
                  <a:pt x="314249" y="1551518"/>
                </a:lnTo>
                <a:lnTo>
                  <a:pt x="321526" y="1593733"/>
                </a:lnTo>
                <a:lnTo>
                  <a:pt x="328803" y="1635938"/>
                </a:lnTo>
                <a:lnTo>
                  <a:pt x="336080" y="1678143"/>
                </a:lnTo>
                <a:lnTo>
                  <a:pt x="343357" y="1720358"/>
                </a:lnTo>
                <a:lnTo>
                  <a:pt x="350634" y="1762563"/>
                </a:lnTo>
                <a:lnTo>
                  <a:pt x="357911" y="1804768"/>
                </a:lnTo>
                <a:lnTo>
                  <a:pt x="364931" y="1847021"/>
                </a:lnTo>
                <a:lnTo>
                  <a:pt x="371799" y="1889303"/>
                </a:lnTo>
                <a:lnTo>
                  <a:pt x="378657" y="1931575"/>
                </a:lnTo>
                <a:lnTo>
                  <a:pt x="385515" y="1973856"/>
                </a:lnTo>
                <a:lnTo>
                  <a:pt x="392363" y="2016138"/>
                </a:lnTo>
                <a:lnTo>
                  <a:pt x="399221" y="2058419"/>
                </a:lnTo>
                <a:lnTo>
                  <a:pt x="406070" y="2100691"/>
                </a:lnTo>
                <a:lnTo>
                  <a:pt x="412928" y="2142973"/>
                </a:lnTo>
                <a:lnTo>
                  <a:pt x="419776" y="2185254"/>
                </a:lnTo>
                <a:lnTo>
                  <a:pt x="426634" y="2227536"/>
                </a:lnTo>
                <a:lnTo>
                  <a:pt x="433492" y="2269808"/>
                </a:lnTo>
                <a:lnTo>
                  <a:pt x="440341" y="2312089"/>
                </a:lnTo>
                <a:lnTo>
                  <a:pt x="447199" y="2354370"/>
                </a:lnTo>
                <a:lnTo>
                  <a:pt x="454047" y="2396652"/>
                </a:lnTo>
                <a:lnTo>
                  <a:pt x="460772" y="2438952"/>
                </a:lnTo>
                <a:lnTo>
                  <a:pt x="467382" y="2481263"/>
                </a:lnTo>
                <a:lnTo>
                  <a:pt x="473954" y="2523592"/>
                </a:lnTo>
                <a:lnTo>
                  <a:pt x="480517" y="2565921"/>
                </a:lnTo>
                <a:lnTo>
                  <a:pt x="487089" y="2608240"/>
                </a:lnTo>
                <a:lnTo>
                  <a:pt x="493652" y="2650569"/>
                </a:lnTo>
                <a:lnTo>
                  <a:pt x="500224" y="2692889"/>
                </a:lnTo>
                <a:lnTo>
                  <a:pt x="506787" y="2735218"/>
                </a:lnTo>
                <a:lnTo>
                  <a:pt x="513359" y="2777538"/>
                </a:lnTo>
                <a:lnTo>
                  <a:pt x="519922" y="2819867"/>
                </a:lnTo>
                <a:lnTo>
                  <a:pt x="526494" y="2862186"/>
                </a:lnTo>
                <a:lnTo>
                  <a:pt x="533057" y="2904515"/>
                </a:lnTo>
                <a:lnTo>
                  <a:pt x="539629" y="2946835"/>
                </a:lnTo>
                <a:lnTo>
                  <a:pt x="503692" y="2952750"/>
                </a:lnTo>
                <a:lnTo>
                  <a:pt x="460867" y="2952750"/>
                </a:lnTo>
                <a:lnTo>
                  <a:pt x="418033" y="2952750"/>
                </a:lnTo>
                <a:lnTo>
                  <a:pt x="375199" y="2952750"/>
                </a:lnTo>
                <a:lnTo>
                  <a:pt x="332375" y="2952750"/>
                </a:lnTo>
                <a:lnTo>
                  <a:pt x="289541" y="2952750"/>
                </a:lnTo>
                <a:lnTo>
                  <a:pt x="246707" y="2952750"/>
                </a:lnTo>
                <a:lnTo>
                  <a:pt x="225514" y="2962056"/>
                </a:lnTo>
                <a:lnTo>
                  <a:pt x="254975" y="2993136"/>
                </a:lnTo>
                <a:lnTo>
                  <a:pt x="284445" y="3024226"/>
                </a:lnTo>
                <a:lnTo>
                  <a:pt x="313906" y="3055306"/>
                </a:lnTo>
                <a:lnTo>
                  <a:pt x="343376" y="3086395"/>
                </a:lnTo>
                <a:lnTo>
                  <a:pt x="372837" y="3117475"/>
                </a:lnTo>
                <a:lnTo>
                  <a:pt x="402307" y="3148565"/>
                </a:lnTo>
                <a:lnTo>
                  <a:pt x="431768" y="3179645"/>
                </a:lnTo>
                <a:lnTo>
                  <a:pt x="461239" y="3210735"/>
                </a:lnTo>
                <a:lnTo>
                  <a:pt x="490699" y="3241815"/>
                </a:lnTo>
                <a:lnTo>
                  <a:pt x="520170" y="3272904"/>
                </a:lnTo>
                <a:lnTo>
                  <a:pt x="549631" y="3303984"/>
                </a:lnTo>
                <a:lnTo>
                  <a:pt x="579101" y="3335074"/>
                </a:lnTo>
                <a:lnTo>
                  <a:pt x="608571" y="3366154"/>
                </a:lnTo>
                <a:lnTo>
                  <a:pt x="638032" y="3397244"/>
                </a:lnTo>
                <a:lnTo>
                  <a:pt x="667502" y="3428324"/>
                </a:lnTo>
                <a:lnTo>
                  <a:pt x="696963" y="3459413"/>
                </a:lnTo>
                <a:lnTo>
                  <a:pt x="726434" y="3490493"/>
                </a:lnTo>
                <a:lnTo>
                  <a:pt x="755894" y="3521583"/>
                </a:lnTo>
                <a:lnTo>
                  <a:pt x="785365" y="3552663"/>
                </a:lnTo>
                <a:lnTo>
                  <a:pt x="814826" y="3583753"/>
                </a:lnTo>
                <a:lnTo>
                  <a:pt x="844296" y="3614833"/>
                </a:lnTo>
                <a:lnTo>
                  <a:pt x="873757" y="3631178"/>
                </a:lnTo>
                <a:lnTo>
                  <a:pt x="903227" y="3600098"/>
                </a:lnTo>
                <a:lnTo>
                  <a:pt x="932688" y="3569008"/>
                </a:lnTo>
                <a:lnTo>
                  <a:pt x="962158" y="3537928"/>
                </a:lnTo>
                <a:lnTo>
                  <a:pt x="991619" y="3506838"/>
                </a:lnTo>
                <a:lnTo>
                  <a:pt x="1021090" y="3475758"/>
                </a:lnTo>
                <a:lnTo>
                  <a:pt x="1050550" y="3444669"/>
                </a:lnTo>
                <a:lnTo>
                  <a:pt x="1080021" y="3413589"/>
                </a:lnTo>
                <a:lnTo>
                  <a:pt x="1109491" y="3382499"/>
                </a:lnTo>
                <a:lnTo>
                  <a:pt x="1138952" y="3351419"/>
                </a:lnTo>
                <a:lnTo>
                  <a:pt x="1168422" y="3320329"/>
                </a:lnTo>
                <a:lnTo>
                  <a:pt x="1197883" y="3289249"/>
                </a:lnTo>
                <a:lnTo>
                  <a:pt x="1227353" y="3258160"/>
                </a:lnTo>
                <a:lnTo>
                  <a:pt x="1256814" y="3227080"/>
                </a:lnTo>
                <a:lnTo>
                  <a:pt x="1286285" y="3195990"/>
                </a:lnTo>
                <a:lnTo>
                  <a:pt x="1315745" y="3164910"/>
                </a:lnTo>
                <a:lnTo>
                  <a:pt x="1345216" y="3133820"/>
                </a:lnTo>
                <a:lnTo>
                  <a:pt x="1374677" y="3102740"/>
                </a:lnTo>
                <a:lnTo>
                  <a:pt x="1404147" y="3071651"/>
                </a:lnTo>
                <a:lnTo>
                  <a:pt x="1433608" y="3040571"/>
                </a:lnTo>
                <a:lnTo>
                  <a:pt x="1463078" y="3009481"/>
                </a:lnTo>
                <a:lnTo>
                  <a:pt x="1492539" y="2978401"/>
                </a:lnTo>
                <a:lnTo>
                  <a:pt x="1509370" y="2952750"/>
                </a:lnTo>
                <a:lnTo>
                  <a:pt x="1466536" y="2952750"/>
                </a:lnTo>
                <a:lnTo>
                  <a:pt x="1423702" y="2952750"/>
                </a:lnTo>
                <a:lnTo>
                  <a:pt x="1380877" y="2952750"/>
                </a:lnTo>
                <a:lnTo>
                  <a:pt x="1338043" y="2952750"/>
                </a:lnTo>
                <a:lnTo>
                  <a:pt x="1295210" y="2952750"/>
                </a:lnTo>
                <a:lnTo>
                  <a:pt x="1252385" y="2952750"/>
                </a:lnTo>
                <a:lnTo>
                  <a:pt x="1209551" y="2952750"/>
                </a:lnTo>
                <a:lnTo>
                  <a:pt x="1197035" y="2926775"/>
                </a:lnTo>
                <a:lnTo>
                  <a:pt x="1203608" y="2884446"/>
                </a:lnTo>
                <a:lnTo>
                  <a:pt x="1210170" y="2842127"/>
                </a:lnTo>
                <a:lnTo>
                  <a:pt x="1216743" y="2799798"/>
                </a:lnTo>
                <a:lnTo>
                  <a:pt x="1223305" y="2757478"/>
                </a:lnTo>
                <a:lnTo>
                  <a:pt x="1229878" y="2715149"/>
                </a:lnTo>
                <a:lnTo>
                  <a:pt x="1236440" y="2672829"/>
                </a:lnTo>
                <a:lnTo>
                  <a:pt x="1243013" y="2630500"/>
                </a:lnTo>
                <a:lnTo>
                  <a:pt x="1249575" y="2588171"/>
                </a:lnTo>
                <a:lnTo>
                  <a:pt x="1256147" y="2545852"/>
                </a:lnTo>
                <a:lnTo>
                  <a:pt x="1262710" y="2503522"/>
                </a:lnTo>
                <a:lnTo>
                  <a:pt x="1269282" y="2461203"/>
                </a:lnTo>
                <a:lnTo>
                  <a:pt x="1275940" y="2418893"/>
                </a:lnTo>
                <a:lnTo>
                  <a:pt x="1282751" y="2376602"/>
                </a:lnTo>
                <a:lnTo>
                  <a:pt x="1289599" y="2334330"/>
                </a:lnTo>
                <a:lnTo>
                  <a:pt x="1296457" y="2292048"/>
                </a:lnTo>
                <a:lnTo>
                  <a:pt x="1303315" y="2249767"/>
                </a:lnTo>
                <a:lnTo>
                  <a:pt x="1310164" y="2207485"/>
                </a:lnTo>
                <a:lnTo>
                  <a:pt x="1317022" y="2165213"/>
                </a:lnTo>
                <a:lnTo>
                  <a:pt x="1323870" y="2122932"/>
                </a:lnTo>
                <a:lnTo>
                  <a:pt x="1330728" y="2080651"/>
                </a:lnTo>
                <a:lnTo>
                  <a:pt x="1337577" y="2038369"/>
                </a:lnTo>
                <a:lnTo>
                  <a:pt x="1344435" y="1996097"/>
                </a:lnTo>
                <a:lnTo>
                  <a:pt x="1351293" y="1953816"/>
                </a:lnTo>
                <a:lnTo>
                  <a:pt x="1358141" y="1911534"/>
                </a:lnTo>
                <a:lnTo>
                  <a:pt x="1364999" y="1869253"/>
                </a:lnTo>
                <a:lnTo>
                  <a:pt x="1371952" y="1826990"/>
                </a:lnTo>
                <a:lnTo>
                  <a:pt x="1379087" y="1784756"/>
                </a:lnTo>
                <a:lnTo>
                  <a:pt x="1386364" y="1742551"/>
                </a:lnTo>
                <a:lnTo>
                  <a:pt x="1393641" y="1700346"/>
                </a:lnTo>
                <a:lnTo>
                  <a:pt x="1400918" y="1658131"/>
                </a:lnTo>
                <a:lnTo>
                  <a:pt x="1408195" y="1615926"/>
                </a:lnTo>
                <a:lnTo>
                  <a:pt x="1415482" y="1573721"/>
                </a:lnTo>
                <a:lnTo>
                  <a:pt x="1422759" y="1531515"/>
                </a:lnTo>
                <a:lnTo>
                  <a:pt x="1430036" y="1489300"/>
                </a:lnTo>
                <a:lnTo>
                  <a:pt x="1437313" y="1447095"/>
                </a:lnTo>
                <a:lnTo>
                  <a:pt x="1444590" y="1404890"/>
                </a:lnTo>
                <a:lnTo>
                  <a:pt x="1451867" y="1362675"/>
                </a:lnTo>
                <a:lnTo>
                  <a:pt x="1459144" y="1320470"/>
                </a:lnTo>
                <a:lnTo>
                  <a:pt x="1466421" y="1278265"/>
                </a:lnTo>
                <a:lnTo>
                  <a:pt x="1473813" y="1236069"/>
                </a:lnTo>
                <a:lnTo>
                  <a:pt x="1481490" y="1193930"/>
                </a:lnTo>
                <a:lnTo>
                  <a:pt x="1489481" y="1151858"/>
                </a:lnTo>
                <a:lnTo>
                  <a:pt x="1497473" y="1109777"/>
                </a:lnTo>
                <a:lnTo>
                  <a:pt x="1505474" y="1067695"/>
                </a:lnTo>
                <a:lnTo>
                  <a:pt x="1513465" y="1025623"/>
                </a:lnTo>
                <a:lnTo>
                  <a:pt x="1521457" y="983542"/>
                </a:lnTo>
                <a:lnTo>
                  <a:pt x="1529458" y="941461"/>
                </a:lnTo>
                <a:lnTo>
                  <a:pt x="1537449" y="899389"/>
                </a:lnTo>
                <a:lnTo>
                  <a:pt x="1545441" y="857307"/>
                </a:lnTo>
                <a:lnTo>
                  <a:pt x="1553442" y="815226"/>
                </a:lnTo>
                <a:lnTo>
                  <a:pt x="1561433" y="773154"/>
                </a:lnTo>
                <a:lnTo>
                  <a:pt x="1569425" y="731072"/>
                </a:lnTo>
                <a:lnTo>
                  <a:pt x="1577426" y="688991"/>
                </a:lnTo>
                <a:lnTo>
                  <a:pt x="1585446" y="646919"/>
                </a:lnTo>
                <a:lnTo>
                  <a:pt x="1594009" y="604952"/>
                </a:lnTo>
                <a:lnTo>
                  <a:pt x="1604277" y="563375"/>
                </a:lnTo>
                <a:lnTo>
                  <a:pt x="1614697" y="521827"/>
                </a:lnTo>
                <a:lnTo>
                  <a:pt x="1625108" y="480289"/>
                </a:lnTo>
                <a:lnTo>
                  <a:pt x="1635519" y="438741"/>
                </a:lnTo>
                <a:lnTo>
                  <a:pt x="1645930" y="397193"/>
                </a:lnTo>
                <a:lnTo>
                  <a:pt x="1656350" y="355644"/>
                </a:lnTo>
                <a:lnTo>
                  <a:pt x="1666761" y="314096"/>
                </a:lnTo>
                <a:lnTo>
                  <a:pt x="1677172" y="272558"/>
                </a:lnTo>
                <a:lnTo>
                  <a:pt x="1687582" y="231010"/>
                </a:lnTo>
                <a:lnTo>
                  <a:pt x="1698003" y="189462"/>
                </a:lnTo>
                <a:lnTo>
                  <a:pt x="1708414" y="147914"/>
                </a:lnTo>
                <a:lnTo>
                  <a:pt x="1718824" y="106366"/>
                </a:lnTo>
                <a:lnTo>
                  <a:pt x="1729235" y="64827"/>
                </a:lnTo>
                <a:lnTo>
                  <a:pt x="1733550" y="22527"/>
                </a:lnTo>
                <a:lnTo>
                  <a:pt x="1713243" y="0"/>
                </a:lnTo>
                <a:lnTo>
                  <a:pt x="1670418" y="0"/>
                </a:lnTo>
                <a:lnTo>
                  <a:pt x="1627584" y="0"/>
                </a:lnTo>
                <a:lnTo>
                  <a:pt x="1584750" y="0"/>
                </a:lnTo>
                <a:lnTo>
                  <a:pt x="1541917" y="0"/>
                </a:lnTo>
                <a:lnTo>
                  <a:pt x="1499092" y="0"/>
                </a:lnTo>
                <a:lnTo>
                  <a:pt x="1456258" y="0"/>
                </a:lnTo>
                <a:lnTo>
                  <a:pt x="1413424" y="0"/>
                </a:lnTo>
                <a:lnTo>
                  <a:pt x="1370600" y="0"/>
                </a:lnTo>
                <a:lnTo>
                  <a:pt x="1327766" y="0"/>
                </a:lnTo>
                <a:lnTo>
                  <a:pt x="1284932" y="0"/>
                </a:lnTo>
                <a:lnTo>
                  <a:pt x="1242098" y="0"/>
                </a:lnTo>
                <a:lnTo>
                  <a:pt x="1199274" y="0"/>
                </a:lnTo>
                <a:lnTo>
                  <a:pt x="1156440" y="0"/>
                </a:lnTo>
                <a:lnTo>
                  <a:pt x="1113606" y="0"/>
                </a:lnTo>
                <a:lnTo>
                  <a:pt x="1070781" y="0"/>
                </a:lnTo>
                <a:lnTo>
                  <a:pt x="1027948" y="0"/>
                </a:lnTo>
                <a:lnTo>
                  <a:pt x="985114" y="0"/>
                </a:lnTo>
                <a:lnTo>
                  <a:pt x="942289" y="0"/>
                </a:lnTo>
                <a:lnTo>
                  <a:pt x="899455" y="0"/>
                </a:lnTo>
                <a:lnTo>
                  <a:pt x="856621" y="0"/>
                </a:lnTo>
                <a:lnTo>
                  <a:pt x="813787" y="0"/>
                </a:lnTo>
                <a:lnTo>
                  <a:pt x="770963" y="0"/>
                </a:lnTo>
                <a:lnTo>
                  <a:pt x="728129" y="0"/>
                </a:lnTo>
                <a:lnTo>
                  <a:pt x="685295" y="0"/>
                </a:lnTo>
                <a:lnTo>
                  <a:pt x="642471" y="0"/>
                </a:lnTo>
                <a:lnTo>
                  <a:pt x="599637" y="0"/>
                </a:lnTo>
                <a:lnTo>
                  <a:pt x="556803" y="0"/>
                </a:lnTo>
                <a:lnTo>
                  <a:pt x="513969" y="0"/>
                </a:lnTo>
                <a:lnTo>
                  <a:pt x="471145" y="0"/>
                </a:lnTo>
                <a:lnTo>
                  <a:pt x="428311" y="0"/>
                </a:lnTo>
                <a:lnTo>
                  <a:pt x="385477" y="0"/>
                </a:lnTo>
                <a:lnTo>
                  <a:pt x="342652" y="0"/>
                </a:lnTo>
                <a:lnTo>
                  <a:pt x="299818" y="0"/>
                </a:lnTo>
                <a:lnTo>
                  <a:pt x="256985" y="0"/>
                </a:lnTo>
                <a:lnTo>
                  <a:pt x="214160" y="0"/>
                </a:lnTo>
                <a:lnTo>
                  <a:pt x="171326" y="0"/>
                </a:lnTo>
                <a:lnTo>
                  <a:pt x="128492" y="0"/>
                </a:lnTo>
                <a:lnTo>
                  <a:pt x="85658" y="0"/>
                </a:lnTo>
                <a:lnTo>
                  <a:pt x="42834" y="0"/>
                </a:lnTo>
                <a:lnTo>
                  <a:pt x="0" y="0"/>
                </a:lnTo>
                <a:close/>
              </a:path>
            </a:pathLst>
          </a:custGeom>
          <a:gradFill xmlns:a="http://schemas.openxmlformats.org/drawingml/2006/main">
            <a:gsLst>
              <a:gs pos="0">
                <a:srgbClr val="000000"/>
              </a:gs>
              <a:gs pos="42">
                <a:srgbClr val="B8D8F2">
                  <a:alpha val="16000"/>
                </a:srgbClr>
              </a:gs>
              <a:gs pos="76">
                <a:srgbClr val="8FC4EE">
                  <a:alpha val="32000"/>
                </a:srgbClr>
              </a:gs>
              <a:gs pos="100">
                <a:srgbClr val="72B3E8">
                  <a:alpha val="52000"/>
                </a:srgbClr>
              </a:gs>
            </a:gsLst>
            <a:lin ang="10800000"/>
          </a:gradFill>
          <a:ln xmlns:a="http://schemas.openxmlformats.org/drawingml/2006/main" w="9525">
            <a:noFill/>
            <a:prstDash val="solid"/>
          </a:ln>
        </p:spPr>
      </p:sp>
      <p:sp>
        <p:nvSpPr>
          <p:cNvPr id="46" name="phase-label-0">
            <a:extLst xmlns:a="http://schemas.openxmlformats.org/drawingml/2006/main">
              <a:ext uri="{FF2B5EF4-FFF2-40B4-BE49-F238E27FC236}">
                <a16:creationId xmlns:a16="http://schemas.microsoft.com/office/drawing/2014/main" id="{AAEE3A60-E036-4BC0-A737-66B9C248A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1638300"/>
            <a:ext cx="228600" cy="2657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阶段一</a:t>
            </a:r>
          </a:p>
        </p:txBody>
      </p:sp>
      <p:sp>
        <p:nvSpPr>
          <p:cNvPr id="47" name="phase-label-1">
            <a:extLst xmlns:a="http://schemas.openxmlformats.org/drawingml/2006/main">
              <a:ext uri="{FF2B5EF4-FFF2-40B4-BE49-F238E27FC236}">
                <a16:creationId xmlns:a16="http://schemas.microsoft.com/office/drawing/2014/main" id="{330B728C-09C1-4523-BBE2-64356AD15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4295775"/>
            <a:ext cx="228600" cy="1914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阶段二</a:t>
            </a:r>
          </a:p>
        </p:txBody>
      </p:sp>
      <p:sp>
        <p:nvSpPr>
          <p:cNvPr id="48" name="funnel-step-title-0">
            <a:extLst xmlns:a="http://schemas.openxmlformats.org/drawingml/2006/main">
              <a:ext uri="{FF2B5EF4-FFF2-40B4-BE49-F238E27FC236}">
                <a16:creationId xmlns:a16="http://schemas.microsoft.com/office/drawing/2014/main" id="{ED312625-E6D2-4563-95FA-CCF8309BA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311728" y="2653455"/>
            <a:ext cx="2615803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广泛触达</a:t>
            </a:r>
          </a:p>
        </p:txBody>
      </p:sp>
      <p:sp>
        <p:nvSpPr>
          <p:cNvPr id="49" name="funnel-step-title-1">
            <a:extLst xmlns:a="http://schemas.openxmlformats.org/drawingml/2006/main">
              <a:ext uri="{FF2B5EF4-FFF2-40B4-BE49-F238E27FC236}">
                <a16:creationId xmlns:a16="http://schemas.microsoft.com/office/drawing/2014/main" id="{EB9CC04B-8E57-454B-B2FD-A84759878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528117" y="3255169"/>
            <a:ext cx="2183016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兴趣识别</a:t>
            </a:r>
          </a:p>
        </p:txBody>
      </p:sp>
      <p:sp>
        <p:nvSpPr>
          <p:cNvPr id="50" name="funnel-step-title-2">
            <a:extLst xmlns:a="http://schemas.openxmlformats.org/drawingml/2006/main">
              <a:ext uri="{FF2B5EF4-FFF2-40B4-BE49-F238E27FC236}">
                <a16:creationId xmlns:a16="http://schemas.microsoft.com/office/drawing/2014/main" id="{9885A00A-9F3A-48A1-A028-A81640C14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25018" y="3856730"/>
            <a:ext cx="1789214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意向培育</a:t>
            </a:r>
          </a:p>
        </p:txBody>
      </p:sp>
      <p:sp>
        <p:nvSpPr>
          <p:cNvPr id="51" name="funnel-step-title-3">
            <a:extLst xmlns:a="http://schemas.openxmlformats.org/drawingml/2006/main">
              <a:ext uri="{FF2B5EF4-FFF2-40B4-BE49-F238E27FC236}">
                <a16:creationId xmlns:a16="http://schemas.microsoft.com/office/drawing/2014/main" id="{5B55427C-CE3C-40A5-ABF6-4AC28E26E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10165" y="4458443"/>
            <a:ext cx="141893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行动转化</a:t>
            </a:r>
          </a:p>
        </p:txBody>
      </p:sp>
      <p:sp>
        <p:nvSpPr>
          <p:cNvPr id="52" name="funnel-step-title-4">
            <a:extLst xmlns:a="http://schemas.openxmlformats.org/drawingml/2006/main">
              <a:ext uri="{FF2B5EF4-FFF2-40B4-BE49-F238E27FC236}">
                <a16:creationId xmlns:a16="http://schemas.microsoft.com/office/drawing/2014/main" id="{703AECEF-9002-4D01-9D63-D98A6984B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87120" y="5060156"/>
            <a:ext cx="1065019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持续留存</a:t>
            </a:r>
          </a:p>
        </p:txBody>
      </p:sp>
      <p:sp>
        <p:nvSpPr>
          <p:cNvPr id="53" name="funnel-step-title-5">
            <a:extLst xmlns:a="http://schemas.openxmlformats.org/drawingml/2006/main">
              <a:ext uri="{FF2B5EF4-FFF2-40B4-BE49-F238E27FC236}">
                <a16:creationId xmlns:a16="http://schemas.microsoft.com/office/drawing/2014/main" id="{8033294D-2CC5-4630-B821-B0E574952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200525" y="5661717"/>
            <a:ext cx="8382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价值增长</a:t>
            </a:r>
          </a:p>
        </p:txBody>
      </p:sp>
      <p:sp>
        <p:nvSpPr>
          <p:cNvPr id="54" name="input-core-0">
            <a:extLst xmlns:a="http://schemas.openxmlformats.org/drawingml/2006/main">
              <a:ext uri="{FF2B5EF4-FFF2-40B4-BE49-F238E27FC236}">
                <a16:creationId xmlns:a16="http://schemas.microsoft.com/office/drawing/2014/main" id="{8B41C5BC-7BF0-46D0-9439-97280E2A3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391025" y="187642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23"/>
          <a:fontRef xmlns:a="http://schemas.openxmlformats.org/drawingml/2006/main" idx="major"/>
        </p:style>
      </p:sp>
      <p:pic>
        <p:nvPicPr>
          <p:cNvPr id="1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c952161b8b34a92">
            <a:extLst>
              <a:ext uri="{96DAC541-7B7A-43D3-8B79-37D633B846F1}">
                <asvg:svgBlip xmlns:asvg="http://schemas.microsoft.com/office/drawing/2016/SVG/main" r:embed="R662f16457e6b4f1a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4486275" y="1971675"/>
            <a:ext cx="266700" cy="2667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5026029"/>
      </p:ext>
    </p:extLst>
  </p:cSld>
</p:sld>
</file>

<file path=ppt/slides/slide5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8" name="phase-band-0">
            <a:extLst xmlns:a="http://schemas.openxmlformats.org/drawingml/2006/main">
              <a:ext uri="{FF2B5EF4-FFF2-40B4-BE49-F238E27FC236}">
                <a16:creationId xmlns:a16="http://schemas.microsoft.com/office/drawing/2014/main" id="{4D2FB051-6324-4209-91BE-11EFF6502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1638300"/>
            <a:ext cx="11144250" cy="2657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phase-band-1">
            <a:extLst xmlns:a="http://schemas.openxmlformats.org/drawingml/2006/main">
              <a:ext uri="{FF2B5EF4-FFF2-40B4-BE49-F238E27FC236}">
                <a16:creationId xmlns:a16="http://schemas.microsoft.com/office/drawing/2014/main" id="{0D65C560-E355-4C94-B233-2A41E6AC6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4295775"/>
            <a:ext cx="11144250" cy="1914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38100">
            <a:solidFill>
              <a:srgbClr val="FFFFFF"/>
            </a:solidFill>
            <a:prstDash val="solid"/>
          </a:ln>
        </p:spPr>
      </p:sp>
      <p:sp>
        <p:nvSpPr>
          <p:cNvPr id="3" name="phase-rail-0">
            <a:extLst xmlns:a="http://schemas.openxmlformats.org/drawingml/2006/main">
              <a:ext uri="{FF2B5EF4-FFF2-40B4-BE49-F238E27FC236}">
                <a16:creationId xmlns:a16="http://schemas.microsoft.com/office/drawing/2014/main" id="{00224901-5A53-41E5-859B-CCCBAAD04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1638300"/>
            <a:ext cx="514350" cy="2656656"/>
          </a:xfrm>
          <a:custGeom xmlns:a="http://schemas.openxmlformats.org/drawingml/2006/main">
            <a:pathLst>
              <a:path w="514350" h="2656656">
                <a:moveTo>
                  <a:pt x="0" y="0"/>
                </a:moveTo>
                <a:lnTo>
                  <a:pt x="25546" y="0"/>
                </a:lnTo>
                <a:lnTo>
                  <a:pt x="51102" y="0"/>
                </a:lnTo>
                <a:lnTo>
                  <a:pt x="76648" y="0"/>
                </a:lnTo>
                <a:lnTo>
                  <a:pt x="102203" y="0"/>
                </a:lnTo>
                <a:lnTo>
                  <a:pt x="127749" y="0"/>
                </a:lnTo>
                <a:lnTo>
                  <a:pt x="153295" y="0"/>
                </a:lnTo>
                <a:lnTo>
                  <a:pt x="178851" y="0"/>
                </a:lnTo>
                <a:lnTo>
                  <a:pt x="204397" y="0"/>
                </a:lnTo>
                <a:lnTo>
                  <a:pt x="229953" y="0"/>
                </a:lnTo>
                <a:lnTo>
                  <a:pt x="255499" y="0"/>
                </a:lnTo>
                <a:lnTo>
                  <a:pt x="281045" y="0"/>
                </a:lnTo>
                <a:lnTo>
                  <a:pt x="306600" y="0"/>
                </a:lnTo>
                <a:lnTo>
                  <a:pt x="332146" y="0"/>
                </a:lnTo>
                <a:lnTo>
                  <a:pt x="357692" y="0"/>
                </a:lnTo>
                <a:lnTo>
                  <a:pt x="383248" y="0"/>
                </a:lnTo>
                <a:lnTo>
                  <a:pt x="408794" y="0"/>
                </a:lnTo>
                <a:lnTo>
                  <a:pt x="434350" y="0"/>
                </a:lnTo>
                <a:lnTo>
                  <a:pt x="459896" y="0"/>
                </a:lnTo>
                <a:lnTo>
                  <a:pt x="485442" y="0"/>
                </a:lnTo>
                <a:lnTo>
                  <a:pt x="510997" y="0"/>
                </a:lnTo>
                <a:lnTo>
                  <a:pt x="514350" y="22193"/>
                </a:lnTo>
                <a:lnTo>
                  <a:pt x="514350" y="47749"/>
                </a:lnTo>
                <a:lnTo>
                  <a:pt x="514350" y="73295"/>
                </a:lnTo>
                <a:lnTo>
                  <a:pt x="514350" y="98841"/>
                </a:lnTo>
                <a:lnTo>
                  <a:pt x="514350" y="124397"/>
                </a:lnTo>
                <a:lnTo>
                  <a:pt x="514350" y="149943"/>
                </a:lnTo>
                <a:lnTo>
                  <a:pt x="514350" y="175498"/>
                </a:lnTo>
                <a:lnTo>
                  <a:pt x="514350" y="201044"/>
                </a:lnTo>
                <a:lnTo>
                  <a:pt x="514350" y="226590"/>
                </a:lnTo>
                <a:lnTo>
                  <a:pt x="514350" y="252146"/>
                </a:lnTo>
                <a:lnTo>
                  <a:pt x="514350" y="277692"/>
                </a:lnTo>
                <a:lnTo>
                  <a:pt x="514350" y="303247"/>
                </a:lnTo>
                <a:lnTo>
                  <a:pt x="514350" y="328793"/>
                </a:lnTo>
                <a:lnTo>
                  <a:pt x="514350" y="354340"/>
                </a:lnTo>
                <a:lnTo>
                  <a:pt x="514350" y="379895"/>
                </a:lnTo>
                <a:lnTo>
                  <a:pt x="514350" y="405441"/>
                </a:lnTo>
                <a:lnTo>
                  <a:pt x="514350" y="430987"/>
                </a:lnTo>
                <a:lnTo>
                  <a:pt x="514350" y="456543"/>
                </a:lnTo>
                <a:lnTo>
                  <a:pt x="514350" y="482089"/>
                </a:lnTo>
                <a:lnTo>
                  <a:pt x="514350" y="507644"/>
                </a:lnTo>
                <a:lnTo>
                  <a:pt x="514350" y="533190"/>
                </a:lnTo>
                <a:lnTo>
                  <a:pt x="514350" y="558737"/>
                </a:lnTo>
                <a:lnTo>
                  <a:pt x="514350" y="584292"/>
                </a:lnTo>
                <a:lnTo>
                  <a:pt x="514350" y="609838"/>
                </a:lnTo>
                <a:lnTo>
                  <a:pt x="514350" y="635394"/>
                </a:lnTo>
                <a:lnTo>
                  <a:pt x="514350" y="660940"/>
                </a:lnTo>
                <a:lnTo>
                  <a:pt x="514350" y="686486"/>
                </a:lnTo>
                <a:lnTo>
                  <a:pt x="514350" y="712041"/>
                </a:lnTo>
                <a:lnTo>
                  <a:pt x="514350" y="737587"/>
                </a:lnTo>
                <a:lnTo>
                  <a:pt x="514350" y="763143"/>
                </a:lnTo>
                <a:lnTo>
                  <a:pt x="514350" y="788689"/>
                </a:lnTo>
                <a:lnTo>
                  <a:pt x="514350" y="814235"/>
                </a:lnTo>
                <a:lnTo>
                  <a:pt x="514350" y="839791"/>
                </a:lnTo>
                <a:lnTo>
                  <a:pt x="514350" y="865337"/>
                </a:lnTo>
                <a:lnTo>
                  <a:pt x="514350" y="890883"/>
                </a:lnTo>
                <a:lnTo>
                  <a:pt x="514350" y="916438"/>
                </a:lnTo>
                <a:lnTo>
                  <a:pt x="514350" y="941984"/>
                </a:lnTo>
                <a:lnTo>
                  <a:pt x="514350" y="967540"/>
                </a:lnTo>
                <a:lnTo>
                  <a:pt x="514350" y="993086"/>
                </a:lnTo>
                <a:lnTo>
                  <a:pt x="514350" y="1018632"/>
                </a:lnTo>
                <a:lnTo>
                  <a:pt x="514350" y="1044188"/>
                </a:lnTo>
                <a:lnTo>
                  <a:pt x="514350" y="1069734"/>
                </a:lnTo>
                <a:lnTo>
                  <a:pt x="514350" y="1095289"/>
                </a:lnTo>
                <a:lnTo>
                  <a:pt x="514350" y="1120835"/>
                </a:lnTo>
                <a:lnTo>
                  <a:pt x="514350" y="1146381"/>
                </a:lnTo>
                <a:lnTo>
                  <a:pt x="514350" y="1171937"/>
                </a:lnTo>
                <a:lnTo>
                  <a:pt x="514350" y="1197483"/>
                </a:lnTo>
                <a:lnTo>
                  <a:pt x="514350" y="1223039"/>
                </a:lnTo>
                <a:lnTo>
                  <a:pt x="514350" y="1248585"/>
                </a:lnTo>
                <a:lnTo>
                  <a:pt x="514350" y="1274131"/>
                </a:lnTo>
                <a:lnTo>
                  <a:pt x="514350" y="1299686"/>
                </a:lnTo>
                <a:lnTo>
                  <a:pt x="514350" y="1325232"/>
                </a:lnTo>
                <a:lnTo>
                  <a:pt x="514350" y="1350788"/>
                </a:lnTo>
                <a:lnTo>
                  <a:pt x="514350" y="1376334"/>
                </a:lnTo>
                <a:lnTo>
                  <a:pt x="514350" y="1401880"/>
                </a:lnTo>
                <a:lnTo>
                  <a:pt x="514350" y="1427436"/>
                </a:lnTo>
                <a:lnTo>
                  <a:pt x="514350" y="1452982"/>
                </a:lnTo>
                <a:lnTo>
                  <a:pt x="514350" y="1478528"/>
                </a:lnTo>
                <a:lnTo>
                  <a:pt x="514350" y="1504083"/>
                </a:lnTo>
                <a:lnTo>
                  <a:pt x="514350" y="1529629"/>
                </a:lnTo>
                <a:lnTo>
                  <a:pt x="514350" y="1555185"/>
                </a:lnTo>
                <a:lnTo>
                  <a:pt x="514350" y="1580731"/>
                </a:lnTo>
                <a:lnTo>
                  <a:pt x="514350" y="1606277"/>
                </a:lnTo>
                <a:lnTo>
                  <a:pt x="514350" y="1631833"/>
                </a:lnTo>
                <a:lnTo>
                  <a:pt x="514350" y="1657379"/>
                </a:lnTo>
                <a:lnTo>
                  <a:pt x="514350" y="1682934"/>
                </a:lnTo>
                <a:lnTo>
                  <a:pt x="514350" y="1708480"/>
                </a:lnTo>
                <a:lnTo>
                  <a:pt x="514350" y="1734026"/>
                </a:lnTo>
                <a:lnTo>
                  <a:pt x="514350" y="1759582"/>
                </a:lnTo>
                <a:lnTo>
                  <a:pt x="514350" y="1785128"/>
                </a:lnTo>
                <a:lnTo>
                  <a:pt x="514350" y="1810683"/>
                </a:lnTo>
                <a:lnTo>
                  <a:pt x="514350" y="1836230"/>
                </a:lnTo>
                <a:lnTo>
                  <a:pt x="514350" y="1861776"/>
                </a:lnTo>
                <a:lnTo>
                  <a:pt x="514350" y="1887331"/>
                </a:lnTo>
                <a:lnTo>
                  <a:pt x="514350" y="1912877"/>
                </a:lnTo>
                <a:lnTo>
                  <a:pt x="514350" y="1938433"/>
                </a:lnTo>
                <a:lnTo>
                  <a:pt x="514350" y="1963979"/>
                </a:lnTo>
                <a:lnTo>
                  <a:pt x="514350" y="1989525"/>
                </a:lnTo>
                <a:lnTo>
                  <a:pt x="514350" y="2015080"/>
                </a:lnTo>
                <a:lnTo>
                  <a:pt x="514350" y="2040626"/>
                </a:lnTo>
                <a:lnTo>
                  <a:pt x="514350" y="2066173"/>
                </a:lnTo>
                <a:lnTo>
                  <a:pt x="514350" y="2091728"/>
                </a:lnTo>
                <a:lnTo>
                  <a:pt x="514350" y="2117274"/>
                </a:lnTo>
                <a:lnTo>
                  <a:pt x="514350" y="2142830"/>
                </a:lnTo>
                <a:lnTo>
                  <a:pt x="514350" y="2168376"/>
                </a:lnTo>
                <a:lnTo>
                  <a:pt x="514350" y="2193922"/>
                </a:lnTo>
                <a:lnTo>
                  <a:pt x="514350" y="2219477"/>
                </a:lnTo>
                <a:lnTo>
                  <a:pt x="514350" y="2245023"/>
                </a:lnTo>
                <a:lnTo>
                  <a:pt x="514350" y="2270579"/>
                </a:lnTo>
                <a:lnTo>
                  <a:pt x="514350" y="2296125"/>
                </a:lnTo>
                <a:lnTo>
                  <a:pt x="514350" y="2321671"/>
                </a:lnTo>
                <a:lnTo>
                  <a:pt x="514350" y="2347227"/>
                </a:lnTo>
                <a:lnTo>
                  <a:pt x="514350" y="2372773"/>
                </a:lnTo>
                <a:lnTo>
                  <a:pt x="514350" y="2398328"/>
                </a:lnTo>
                <a:lnTo>
                  <a:pt x="514350" y="2423874"/>
                </a:lnTo>
                <a:lnTo>
                  <a:pt x="514350" y="2449420"/>
                </a:lnTo>
                <a:lnTo>
                  <a:pt x="514350" y="2474976"/>
                </a:lnTo>
                <a:lnTo>
                  <a:pt x="514350" y="2500522"/>
                </a:lnTo>
                <a:lnTo>
                  <a:pt x="504320" y="2520172"/>
                </a:lnTo>
                <a:lnTo>
                  <a:pt x="481984" y="2532583"/>
                </a:lnTo>
                <a:lnTo>
                  <a:pt x="459648" y="2544985"/>
                </a:lnTo>
                <a:lnTo>
                  <a:pt x="437321" y="2557396"/>
                </a:lnTo>
                <a:lnTo>
                  <a:pt x="414985" y="2569807"/>
                </a:lnTo>
                <a:lnTo>
                  <a:pt x="392649" y="2582208"/>
                </a:lnTo>
                <a:lnTo>
                  <a:pt x="370313" y="2594620"/>
                </a:lnTo>
                <a:lnTo>
                  <a:pt x="347977" y="2607031"/>
                </a:lnTo>
                <a:lnTo>
                  <a:pt x="325641" y="2619432"/>
                </a:lnTo>
                <a:lnTo>
                  <a:pt x="303314" y="2631843"/>
                </a:lnTo>
                <a:lnTo>
                  <a:pt x="280978" y="2644254"/>
                </a:lnTo>
                <a:lnTo>
                  <a:pt x="258642" y="2656656"/>
                </a:lnTo>
                <a:lnTo>
                  <a:pt x="236306" y="2645883"/>
                </a:lnTo>
                <a:lnTo>
                  <a:pt x="213970" y="2633472"/>
                </a:lnTo>
                <a:lnTo>
                  <a:pt x="191633" y="2621061"/>
                </a:lnTo>
                <a:lnTo>
                  <a:pt x="169307" y="2608659"/>
                </a:lnTo>
                <a:lnTo>
                  <a:pt x="146971" y="2596248"/>
                </a:lnTo>
                <a:lnTo>
                  <a:pt x="124635" y="2583837"/>
                </a:lnTo>
                <a:lnTo>
                  <a:pt x="102299" y="2571436"/>
                </a:lnTo>
                <a:lnTo>
                  <a:pt x="79962" y="2559025"/>
                </a:lnTo>
                <a:lnTo>
                  <a:pt x="57626" y="2546614"/>
                </a:lnTo>
                <a:lnTo>
                  <a:pt x="35300" y="2534212"/>
                </a:lnTo>
                <a:lnTo>
                  <a:pt x="12964" y="2521801"/>
                </a:lnTo>
                <a:lnTo>
                  <a:pt x="0" y="2503875"/>
                </a:lnTo>
                <a:lnTo>
                  <a:pt x="0" y="2478329"/>
                </a:lnTo>
                <a:lnTo>
                  <a:pt x="0" y="2452783"/>
                </a:lnTo>
                <a:lnTo>
                  <a:pt x="0" y="2427227"/>
                </a:lnTo>
                <a:lnTo>
                  <a:pt x="0" y="2401681"/>
                </a:lnTo>
                <a:lnTo>
                  <a:pt x="0" y="2376126"/>
                </a:lnTo>
                <a:lnTo>
                  <a:pt x="0" y="2350580"/>
                </a:lnTo>
                <a:lnTo>
                  <a:pt x="0" y="2325033"/>
                </a:lnTo>
                <a:lnTo>
                  <a:pt x="0" y="2299478"/>
                </a:lnTo>
                <a:lnTo>
                  <a:pt x="0" y="2273932"/>
                </a:lnTo>
                <a:lnTo>
                  <a:pt x="0" y="2248376"/>
                </a:lnTo>
                <a:lnTo>
                  <a:pt x="0" y="2222830"/>
                </a:lnTo>
                <a:lnTo>
                  <a:pt x="0" y="2197284"/>
                </a:lnTo>
                <a:lnTo>
                  <a:pt x="0" y="2171729"/>
                </a:lnTo>
                <a:lnTo>
                  <a:pt x="0" y="2146183"/>
                </a:lnTo>
                <a:lnTo>
                  <a:pt x="0" y="2120627"/>
                </a:lnTo>
                <a:lnTo>
                  <a:pt x="0" y="2095081"/>
                </a:lnTo>
                <a:lnTo>
                  <a:pt x="0" y="2069535"/>
                </a:lnTo>
                <a:lnTo>
                  <a:pt x="0" y="2043979"/>
                </a:lnTo>
                <a:lnTo>
                  <a:pt x="0" y="2018433"/>
                </a:lnTo>
                <a:lnTo>
                  <a:pt x="0" y="1992887"/>
                </a:lnTo>
                <a:lnTo>
                  <a:pt x="0" y="1967332"/>
                </a:lnTo>
                <a:lnTo>
                  <a:pt x="0" y="1941786"/>
                </a:lnTo>
                <a:lnTo>
                  <a:pt x="0" y="1916230"/>
                </a:lnTo>
                <a:lnTo>
                  <a:pt x="0" y="1890684"/>
                </a:lnTo>
                <a:lnTo>
                  <a:pt x="0" y="1865138"/>
                </a:lnTo>
                <a:lnTo>
                  <a:pt x="0" y="1839582"/>
                </a:lnTo>
                <a:lnTo>
                  <a:pt x="0" y="1814036"/>
                </a:lnTo>
                <a:lnTo>
                  <a:pt x="0" y="1788481"/>
                </a:lnTo>
                <a:lnTo>
                  <a:pt x="0" y="1762935"/>
                </a:lnTo>
                <a:lnTo>
                  <a:pt x="0" y="1737389"/>
                </a:lnTo>
                <a:lnTo>
                  <a:pt x="0" y="1711833"/>
                </a:lnTo>
                <a:lnTo>
                  <a:pt x="0" y="1686287"/>
                </a:lnTo>
                <a:lnTo>
                  <a:pt x="0" y="1660731"/>
                </a:lnTo>
                <a:lnTo>
                  <a:pt x="0" y="1635185"/>
                </a:lnTo>
                <a:lnTo>
                  <a:pt x="0" y="1609639"/>
                </a:lnTo>
                <a:lnTo>
                  <a:pt x="0" y="1584084"/>
                </a:lnTo>
                <a:lnTo>
                  <a:pt x="0" y="1558538"/>
                </a:lnTo>
                <a:lnTo>
                  <a:pt x="0" y="1532982"/>
                </a:lnTo>
                <a:lnTo>
                  <a:pt x="0" y="1507436"/>
                </a:lnTo>
                <a:lnTo>
                  <a:pt x="0" y="1481890"/>
                </a:lnTo>
                <a:lnTo>
                  <a:pt x="0" y="1456334"/>
                </a:lnTo>
                <a:lnTo>
                  <a:pt x="0" y="1430788"/>
                </a:lnTo>
                <a:lnTo>
                  <a:pt x="0" y="1405233"/>
                </a:lnTo>
                <a:lnTo>
                  <a:pt x="0" y="1379687"/>
                </a:lnTo>
                <a:lnTo>
                  <a:pt x="0" y="1354141"/>
                </a:lnTo>
                <a:lnTo>
                  <a:pt x="0" y="1328585"/>
                </a:lnTo>
                <a:lnTo>
                  <a:pt x="0" y="1303039"/>
                </a:lnTo>
                <a:lnTo>
                  <a:pt x="0" y="1277493"/>
                </a:lnTo>
                <a:lnTo>
                  <a:pt x="0" y="1251937"/>
                </a:lnTo>
                <a:lnTo>
                  <a:pt x="0" y="1226391"/>
                </a:lnTo>
                <a:lnTo>
                  <a:pt x="0" y="1200836"/>
                </a:lnTo>
                <a:lnTo>
                  <a:pt x="0" y="1175290"/>
                </a:lnTo>
                <a:lnTo>
                  <a:pt x="0" y="1149744"/>
                </a:lnTo>
                <a:lnTo>
                  <a:pt x="0" y="1124188"/>
                </a:lnTo>
                <a:lnTo>
                  <a:pt x="0" y="1098642"/>
                </a:lnTo>
                <a:lnTo>
                  <a:pt x="0" y="1073087"/>
                </a:lnTo>
                <a:lnTo>
                  <a:pt x="0" y="1047540"/>
                </a:lnTo>
                <a:lnTo>
                  <a:pt x="0" y="1021994"/>
                </a:lnTo>
                <a:lnTo>
                  <a:pt x="0" y="996439"/>
                </a:lnTo>
                <a:lnTo>
                  <a:pt x="0" y="970893"/>
                </a:lnTo>
                <a:lnTo>
                  <a:pt x="0" y="945337"/>
                </a:lnTo>
                <a:lnTo>
                  <a:pt x="0" y="919791"/>
                </a:lnTo>
                <a:lnTo>
                  <a:pt x="0" y="894245"/>
                </a:lnTo>
                <a:lnTo>
                  <a:pt x="0" y="868690"/>
                </a:lnTo>
                <a:lnTo>
                  <a:pt x="0" y="843143"/>
                </a:lnTo>
                <a:lnTo>
                  <a:pt x="0" y="817588"/>
                </a:lnTo>
                <a:lnTo>
                  <a:pt x="0" y="792042"/>
                </a:lnTo>
                <a:lnTo>
                  <a:pt x="0" y="766496"/>
                </a:lnTo>
                <a:lnTo>
                  <a:pt x="0" y="740940"/>
                </a:lnTo>
                <a:lnTo>
                  <a:pt x="0" y="715394"/>
                </a:lnTo>
                <a:lnTo>
                  <a:pt x="0" y="689848"/>
                </a:lnTo>
                <a:lnTo>
                  <a:pt x="0" y="664293"/>
                </a:lnTo>
                <a:lnTo>
                  <a:pt x="0" y="638747"/>
                </a:lnTo>
                <a:lnTo>
                  <a:pt x="0" y="613191"/>
                </a:lnTo>
                <a:lnTo>
                  <a:pt x="0" y="587645"/>
                </a:lnTo>
                <a:lnTo>
                  <a:pt x="0" y="562099"/>
                </a:lnTo>
                <a:lnTo>
                  <a:pt x="0" y="536543"/>
                </a:lnTo>
                <a:lnTo>
                  <a:pt x="0" y="510997"/>
                </a:lnTo>
                <a:lnTo>
                  <a:pt x="0" y="485442"/>
                </a:lnTo>
                <a:lnTo>
                  <a:pt x="0" y="459896"/>
                </a:lnTo>
                <a:lnTo>
                  <a:pt x="0" y="434350"/>
                </a:lnTo>
                <a:lnTo>
                  <a:pt x="0" y="408794"/>
                </a:lnTo>
                <a:lnTo>
                  <a:pt x="0" y="383248"/>
                </a:lnTo>
                <a:lnTo>
                  <a:pt x="0" y="357692"/>
                </a:lnTo>
                <a:lnTo>
                  <a:pt x="0" y="332146"/>
                </a:lnTo>
                <a:lnTo>
                  <a:pt x="0" y="306600"/>
                </a:lnTo>
                <a:lnTo>
                  <a:pt x="0" y="281045"/>
                </a:lnTo>
                <a:lnTo>
                  <a:pt x="0" y="255499"/>
                </a:lnTo>
                <a:lnTo>
                  <a:pt x="0" y="229953"/>
                </a:lnTo>
                <a:lnTo>
                  <a:pt x="0" y="204397"/>
                </a:lnTo>
                <a:lnTo>
                  <a:pt x="0" y="178851"/>
                </a:lnTo>
                <a:lnTo>
                  <a:pt x="0" y="153295"/>
                </a:lnTo>
                <a:lnTo>
                  <a:pt x="0" y="127749"/>
                </a:lnTo>
                <a:lnTo>
                  <a:pt x="0" y="102203"/>
                </a:lnTo>
                <a:lnTo>
                  <a:pt x="0" y="76648"/>
                </a:lnTo>
                <a:lnTo>
                  <a:pt x="0" y="51102"/>
                </a:lnTo>
                <a:lnTo>
                  <a:pt x="0" y="25546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4" name="phase-title-0">
            <a:extLst xmlns:a="http://schemas.openxmlformats.org/drawingml/2006/main">
              <a:ext uri="{FF2B5EF4-FFF2-40B4-BE49-F238E27FC236}">
                <a16:creationId xmlns:a16="http://schemas.microsoft.com/office/drawing/2014/main" id="{EC738F51-1117-4698-BDF9-942A5D423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2496293"/>
            <a:ext cx="1428750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获取与识别</a:t>
            </a:r>
          </a:p>
        </p:txBody>
      </p:sp>
      <p:sp>
        <p:nvSpPr>
          <p:cNvPr id="5" name="phase-body-0">
            <a:extLst xmlns:a="http://schemas.openxmlformats.org/drawingml/2006/main">
              <a:ext uri="{FF2B5EF4-FFF2-40B4-BE49-F238E27FC236}">
                <a16:creationId xmlns:a16="http://schemas.microsoft.com/office/drawing/2014/main" id="{A84A9D1A-9C88-4B0C-97E7-507672CB0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2850509"/>
            <a:ext cx="1428750" cy="587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让目标对象进</a:t>
            </a:r>
          </a:p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入并形成意向</a:t>
            </a:r>
          </a:p>
        </p:txBody>
      </p:sp>
      <p:sp>
        <p:nvSpPr>
          <p:cNvPr id="6" name="action-icon-shell-0-0">
            <a:extLst xmlns:a="http://schemas.openxmlformats.org/drawingml/2006/main">
              <a:ext uri="{FF2B5EF4-FFF2-40B4-BE49-F238E27FC236}">
                <a16:creationId xmlns:a16="http://schemas.microsoft.com/office/drawing/2014/main" id="{4C8BDA22-3ED2-4E7F-8F24-16046E1AF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2490788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6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018501fbd9e4fc2">
            <a:extLst>
              <a:ext uri="{96DAC541-7B7A-43D3-8B79-37D633B846F1}">
                <asvg:svgBlip xmlns:asvg="http://schemas.microsoft.com/office/drawing/2016/SVG/main" r:embed="R99a6d21fb43444d5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2566988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8" name="action-title-0-0">
            <a:extLst xmlns:a="http://schemas.openxmlformats.org/drawingml/2006/main">
              <a:ext uri="{FF2B5EF4-FFF2-40B4-BE49-F238E27FC236}">
                <a16:creationId xmlns:a16="http://schemas.microsoft.com/office/drawing/2014/main" id="{6FFDC526-B22C-4B71-92B3-9E22E303C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429770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标签体系</a:t>
            </a:r>
          </a:p>
        </p:txBody>
      </p:sp>
      <p:sp>
        <p:nvSpPr>
          <p:cNvPr id="9" name="action-body-0-0">
            <a:extLst xmlns:a="http://schemas.openxmlformats.org/drawingml/2006/main">
              <a:ext uri="{FF2B5EF4-FFF2-40B4-BE49-F238E27FC236}">
                <a16:creationId xmlns:a16="http://schemas.microsoft.com/office/drawing/2014/main" id="{484A83AF-1433-4358-A649-CCEAE3451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658370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形成可识别对象</a:t>
            </a:r>
          </a:p>
        </p:txBody>
      </p:sp>
      <p:sp>
        <p:nvSpPr>
          <p:cNvPr id="10" name="action-icon-shell-0-1">
            <a:extLst xmlns:a="http://schemas.openxmlformats.org/drawingml/2006/main">
              <a:ext uri="{FF2B5EF4-FFF2-40B4-BE49-F238E27FC236}">
                <a16:creationId xmlns:a16="http://schemas.microsoft.com/office/drawing/2014/main" id="{A1C5BDC2-CBA7-4EBF-A30E-779A3BAD8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2490788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6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b2cfe5772494a36">
            <a:extLst>
              <a:ext uri="{96DAC541-7B7A-43D3-8B79-37D633B846F1}">
                <asvg:svgBlip xmlns:asvg="http://schemas.microsoft.com/office/drawing/2016/SVG/main" r:embed="R94b57e3dcb554e1e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2566988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12" name="action-title-0-1">
            <a:extLst xmlns:a="http://schemas.openxmlformats.org/drawingml/2006/main">
              <a:ext uri="{FF2B5EF4-FFF2-40B4-BE49-F238E27FC236}">
                <a16:creationId xmlns:a16="http://schemas.microsoft.com/office/drawing/2014/main" id="{2C04DC2E-B5B9-4A8F-BE3A-AF35DBD42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429770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渠道连接</a:t>
            </a:r>
          </a:p>
        </p:txBody>
      </p:sp>
      <p:sp>
        <p:nvSpPr>
          <p:cNvPr id="13" name="action-body-0-1">
            <a:extLst xmlns:a="http://schemas.openxmlformats.org/drawingml/2006/main">
              <a:ext uri="{FF2B5EF4-FFF2-40B4-BE49-F238E27FC236}">
                <a16:creationId xmlns:a16="http://schemas.microsoft.com/office/drawing/2014/main" id="{C162B161-6536-4F7C-9FAE-067C709A9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658370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连接主要触点</a:t>
            </a:r>
          </a:p>
        </p:txBody>
      </p:sp>
      <p:sp>
        <p:nvSpPr>
          <p:cNvPr id="14" name="action-icon-shell-0-2">
            <a:extLst xmlns:a="http://schemas.openxmlformats.org/drawingml/2006/main">
              <a:ext uri="{FF2B5EF4-FFF2-40B4-BE49-F238E27FC236}">
                <a16:creationId xmlns:a16="http://schemas.microsoft.com/office/drawing/2014/main" id="{3BD61BE3-6593-4914-8FD0-28A4DEE72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3100388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7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d6c72cc3c694e87">
            <a:extLst>
              <a:ext uri="{96DAC541-7B7A-43D3-8B79-37D633B846F1}">
                <asvg:svgBlip xmlns:asvg="http://schemas.microsoft.com/office/drawing/2016/SVG/main" r:embed="R148525f359304326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3176588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16" name="action-title-0-2">
            <a:extLst xmlns:a="http://schemas.openxmlformats.org/drawingml/2006/main">
              <a:ext uri="{FF2B5EF4-FFF2-40B4-BE49-F238E27FC236}">
                <a16:creationId xmlns:a16="http://schemas.microsoft.com/office/drawing/2014/main" id="{96A6D4E0-94C7-4CC1-9F79-EBC403D3B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3039370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内容优化</a:t>
            </a:r>
          </a:p>
        </p:txBody>
      </p:sp>
      <p:sp>
        <p:nvSpPr>
          <p:cNvPr id="17" name="action-body-0-2">
            <a:extLst xmlns:a="http://schemas.openxmlformats.org/drawingml/2006/main">
              <a:ext uri="{FF2B5EF4-FFF2-40B4-BE49-F238E27FC236}">
                <a16:creationId xmlns:a16="http://schemas.microsoft.com/office/drawing/2014/main" id="{40A3F59D-24CA-46FB-9D03-4EF3266FE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3267970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提高触达质量</a:t>
            </a:r>
          </a:p>
        </p:txBody>
      </p:sp>
      <p:sp>
        <p:nvSpPr>
          <p:cNvPr id="18" name="action-icon-shell-0-3">
            <a:extLst xmlns:a="http://schemas.openxmlformats.org/drawingml/2006/main">
              <a:ext uri="{FF2B5EF4-FFF2-40B4-BE49-F238E27FC236}">
                <a16:creationId xmlns:a16="http://schemas.microsoft.com/office/drawing/2014/main" id="{C05D882A-A625-438B-A8FD-15F389443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3100388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7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bb885e52d6a4510">
            <a:extLst>
              <a:ext uri="{96DAC541-7B7A-43D3-8B79-37D633B846F1}">
                <asvg:svgBlip xmlns:asvg="http://schemas.microsoft.com/office/drawing/2016/SVG/main" r:embed="R8abed2ee0a5d47c9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3176588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20" name="action-title-0-3">
            <a:extLst xmlns:a="http://schemas.openxmlformats.org/drawingml/2006/main">
              <a:ext uri="{FF2B5EF4-FFF2-40B4-BE49-F238E27FC236}">
                <a16:creationId xmlns:a16="http://schemas.microsoft.com/office/drawing/2014/main" id="{269E8CB8-314F-4292-9BB9-366CF44DE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3039370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行为追踪</a:t>
            </a:r>
          </a:p>
        </p:txBody>
      </p:sp>
      <p:sp>
        <p:nvSpPr>
          <p:cNvPr id="21" name="action-body-0-3">
            <a:extLst xmlns:a="http://schemas.openxmlformats.org/drawingml/2006/main">
              <a:ext uri="{FF2B5EF4-FFF2-40B4-BE49-F238E27FC236}">
                <a16:creationId xmlns:a16="http://schemas.microsoft.com/office/drawing/2014/main" id="{D7E77EF5-B14C-4B07-9A76-9A50F5B94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3267970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记录关键反馈</a:t>
            </a:r>
          </a:p>
        </p:txBody>
      </p:sp>
      <p:sp>
        <p:nvSpPr>
          <p:cNvPr id="22" name="phase-rail-1">
            <a:extLst xmlns:a="http://schemas.openxmlformats.org/drawingml/2006/main">
              <a:ext uri="{FF2B5EF4-FFF2-40B4-BE49-F238E27FC236}">
                <a16:creationId xmlns:a16="http://schemas.microsoft.com/office/drawing/2014/main" id="{9D10EBAE-39D6-4B71-9576-8A497734E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4295775"/>
            <a:ext cx="514350" cy="1914134"/>
          </a:xfrm>
          <a:custGeom xmlns:a="http://schemas.openxmlformats.org/drawingml/2006/main">
            <a:pathLst>
              <a:path w="514350" h="1914134">
                <a:moveTo>
                  <a:pt x="0" y="0"/>
                </a:moveTo>
                <a:lnTo>
                  <a:pt x="17193" y="9554"/>
                </a:lnTo>
                <a:lnTo>
                  <a:pt x="34385" y="19098"/>
                </a:lnTo>
                <a:lnTo>
                  <a:pt x="51578" y="28651"/>
                </a:lnTo>
                <a:lnTo>
                  <a:pt x="68771" y="38205"/>
                </a:lnTo>
                <a:lnTo>
                  <a:pt x="85963" y="47758"/>
                </a:lnTo>
                <a:lnTo>
                  <a:pt x="103156" y="57302"/>
                </a:lnTo>
                <a:lnTo>
                  <a:pt x="120348" y="66856"/>
                </a:lnTo>
                <a:lnTo>
                  <a:pt x="137541" y="76410"/>
                </a:lnTo>
                <a:lnTo>
                  <a:pt x="154724" y="85963"/>
                </a:lnTo>
                <a:lnTo>
                  <a:pt x="171917" y="95507"/>
                </a:lnTo>
                <a:lnTo>
                  <a:pt x="189109" y="105061"/>
                </a:lnTo>
                <a:lnTo>
                  <a:pt x="206302" y="114614"/>
                </a:lnTo>
                <a:lnTo>
                  <a:pt x="223495" y="124168"/>
                </a:lnTo>
                <a:lnTo>
                  <a:pt x="240687" y="133712"/>
                </a:lnTo>
                <a:lnTo>
                  <a:pt x="257880" y="142484"/>
                </a:lnTo>
                <a:lnTo>
                  <a:pt x="275072" y="132931"/>
                </a:lnTo>
                <a:lnTo>
                  <a:pt x="292265" y="123377"/>
                </a:lnTo>
                <a:lnTo>
                  <a:pt x="309458" y="113833"/>
                </a:lnTo>
                <a:lnTo>
                  <a:pt x="326650" y="104280"/>
                </a:lnTo>
                <a:lnTo>
                  <a:pt x="343843" y="94726"/>
                </a:lnTo>
                <a:lnTo>
                  <a:pt x="361036" y="85173"/>
                </a:lnTo>
                <a:lnTo>
                  <a:pt x="378228" y="75629"/>
                </a:lnTo>
                <a:lnTo>
                  <a:pt x="395421" y="66075"/>
                </a:lnTo>
                <a:lnTo>
                  <a:pt x="412613" y="56521"/>
                </a:lnTo>
                <a:lnTo>
                  <a:pt x="429806" y="46968"/>
                </a:lnTo>
                <a:lnTo>
                  <a:pt x="446999" y="37424"/>
                </a:lnTo>
                <a:lnTo>
                  <a:pt x="464182" y="27870"/>
                </a:lnTo>
                <a:lnTo>
                  <a:pt x="481374" y="18317"/>
                </a:lnTo>
                <a:lnTo>
                  <a:pt x="498567" y="8763"/>
                </a:lnTo>
                <a:lnTo>
                  <a:pt x="514350" y="1619"/>
                </a:lnTo>
                <a:lnTo>
                  <a:pt x="514350" y="21279"/>
                </a:lnTo>
                <a:lnTo>
                  <a:pt x="514350" y="40948"/>
                </a:lnTo>
                <a:lnTo>
                  <a:pt x="514350" y="60617"/>
                </a:lnTo>
                <a:lnTo>
                  <a:pt x="514350" y="80286"/>
                </a:lnTo>
                <a:lnTo>
                  <a:pt x="514350" y="99955"/>
                </a:lnTo>
                <a:lnTo>
                  <a:pt x="514350" y="119615"/>
                </a:lnTo>
                <a:lnTo>
                  <a:pt x="514350" y="139284"/>
                </a:lnTo>
                <a:lnTo>
                  <a:pt x="514350" y="158953"/>
                </a:lnTo>
                <a:lnTo>
                  <a:pt x="514350" y="178622"/>
                </a:lnTo>
                <a:lnTo>
                  <a:pt x="514350" y="198282"/>
                </a:lnTo>
                <a:lnTo>
                  <a:pt x="514350" y="217951"/>
                </a:lnTo>
                <a:lnTo>
                  <a:pt x="514350" y="237620"/>
                </a:lnTo>
                <a:lnTo>
                  <a:pt x="514350" y="257289"/>
                </a:lnTo>
                <a:lnTo>
                  <a:pt x="514350" y="276958"/>
                </a:lnTo>
                <a:lnTo>
                  <a:pt x="514350" y="296618"/>
                </a:lnTo>
                <a:lnTo>
                  <a:pt x="514350" y="316287"/>
                </a:lnTo>
                <a:lnTo>
                  <a:pt x="514350" y="335956"/>
                </a:lnTo>
                <a:lnTo>
                  <a:pt x="514350" y="355625"/>
                </a:lnTo>
                <a:lnTo>
                  <a:pt x="514350" y="375295"/>
                </a:lnTo>
                <a:lnTo>
                  <a:pt x="514350" y="394954"/>
                </a:lnTo>
                <a:lnTo>
                  <a:pt x="514350" y="414623"/>
                </a:lnTo>
                <a:lnTo>
                  <a:pt x="514350" y="434292"/>
                </a:lnTo>
                <a:lnTo>
                  <a:pt x="514350" y="453961"/>
                </a:lnTo>
                <a:lnTo>
                  <a:pt x="514350" y="473621"/>
                </a:lnTo>
                <a:lnTo>
                  <a:pt x="514350" y="493290"/>
                </a:lnTo>
                <a:lnTo>
                  <a:pt x="514350" y="512959"/>
                </a:lnTo>
                <a:lnTo>
                  <a:pt x="514350" y="532628"/>
                </a:lnTo>
                <a:lnTo>
                  <a:pt x="514350" y="552298"/>
                </a:lnTo>
                <a:lnTo>
                  <a:pt x="514350" y="571957"/>
                </a:lnTo>
                <a:lnTo>
                  <a:pt x="514350" y="591626"/>
                </a:lnTo>
                <a:lnTo>
                  <a:pt x="514350" y="611295"/>
                </a:lnTo>
                <a:lnTo>
                  <a:pt x="514350" y="630965"/>
                </a:lnTo>
                <a:lnTo>
                  <a:pt x="514350" y="650624"/>
                </a:lnTo>
                <a:lnTo>
                  <a:pt x="514350" y="670293"/>
                </a:lnTo>
                <a:lnTo>
                  <a:pt x="514350" y="689962"/>
                </a:lnTo>
                <a:lnTo>
                  <a:pt x="514350" y="709632"/>
                </a:lnTo>
                <a:lnTo>
                  <a:pt x="514350" y="729301"/>
                </a:lnTo>
                <a:lnTo>
                  <a:pt x="514350" y="748960"/>
                </a:lnTo>
                <a:lnTo>
                  <a:pt x="514350" y="768629"/>
                </a:lnTo>
                <a:lnTo>
                  <a:pt x="514350" y="788299"/>
                </a:lnTo>
                <a:lnTo>
                  <a:pt x="514350" y="807968"/>
                </a:lnTo>
                <a:lnTo>
                  <a:pt x="514350" y="827637"/>
                </a:lnTo>
                <a:lnTo>
                  <a:pt x="514350" y="847296"/>
                </a:lnTo>
                <a:lnTo>
                  <a:pt x="514350" y="866966"/>
                </a:lnTo>
                <a:lnTo>
                  <a:pt x="514350" y="886635"/>
                </a:lnTo>
                <a:lnTo>
                  <a:pt x="514350" y="906304"/>
                </a:lnTo>
                <a:lnTo>
                  <a:pt x="514350" y="925963"/>
                </a:lnTo>
                <a:lnTo>
                  <a:pt x="514350" y="945632"/>
                </a:lnTo>
                <a:lnTo>
                  <a:pt x="514350" y="965302"/>
                </a:lnTo>
                <a:lnTo>
                  <a:pt x="514350" y="984971"/>
                </a:lnTo>
                <a:lnTo>
                  <a:pt x="514350" y="1004640"/>
                </a:lnTo>
                <a:lnTo>
                  <a:pt x="514350" y="1024299"/>
                </a:lnTo>
                <a:lnTo>
                  <a:pt x="514350" y="1043969"/>
                </a:lnTo>
                <a:lnTo>
                  <a:pt x="514350" y="1063638"/>
                </a:lnTo>
                <a:lnTo>
                  <a:pt x="514350" y="1083307"/>
                </a:lnTo>
                <a:lnTo>
                  <a:pt x="514350" y="1102966"/>
                </a:lnTo>
                <a:lnTo>
                  <a:pt x="514350" y="1122636"/>
                </a:lnTo>
                <a:lnTo>
                  <a:pt x="514350" y="1142305"/>
                </a:lnTo>
                <a:lnTo>
                  <a:pt x="514350" y="1161974"/>
                </a:lnTo>
                <a:lnTo>
                  <a:pt x="514350" y="1181643"/>
                </a:lnTo>
                <a:lnTo>
                  <a:pt x="514350" y="1201303"/>
                </a:lnTo>
                <a:lnTo>
                  <a:pt x="514350" y="1220972"/>
                </a:lnTo>
                <a:lnTo>
                  <a:pt x="514350" y="1240641"/>
                </a:lnTo>
                <a:lnTo>
                  <a:pt x="514350" y="1260310"/>
                </a:lnTo>
                <a:lnTo>
                  <a:pt x="514350" y="1279970"/>
                </a:lnTo>
                <a:lnTo>
                  <a:pt x="514350" y="1299639"/>
                </a:lnTo>
                <a:lnTo>
                  <a:pt x="514350" y="1319308"/>
                </a:lnTo>
                <a:lnTo>
                  <a:pt x="514350" y="1338977"/>
                </a:lnTo>
                <a:lnTo>
                  <a:pt x="514350" y="1358646"/>
                </a:lnTo>
                <a:lnTo>
                  <a:pt x="514350" y="1378306"/>
                </a:lnTo>
                <a:lnTo>
                  <a:pt x="514350" y="1397975"/>
                </a:lnTo>
                <a:lnTo>
                  <a:pt x="514350" y="1417644"/>
                </a:lnTo>
                <a:lnTo>
                  <a:pt x="514350" y="1437313"/>
                </a:lnTo>
                <a:lnTo>
                  <a:pt x="514350" y="1456982"/>
                </a:lnTo>
                <a:lnTo>
                  <a:pt x="514350" y="1476642"/>
                </a:lnTo>
                <a:lnTo>
                  <a:pt x="514350" y="1496311"/>
                </a:lnTo>
                <a:lnTo>
                  <a:pt x="514350" y="1515980"/>
                </a:lnTo>
                <a:lnTo>
                  <a:pt x="514350" y="1535649"/>
                </a:lnTo>
                <a:lnTo>
                  <a:pt x="514350" y="1555309"/>
                </a:lnTo>
                <a:lnTo>
                  <a:pt x="514350" y="1574978"/>
                </a:lnTo>
                <a:lnTo>
                  <a:pt x="514350" y="1594647"/>
                </a:lnTo>
                <a:lnTo>
                  <a:pt x="514350" y="1614316"/>
                </a:lnTo>
                <a:lnTo>
                  <a:pt x="514350" y="1633985"/>
                </a:lnTo>
                <a:lnTo>
                  <a:pt x="514350" y="1653645"/>
                </a:lnTo>
                <a:lnTo>
                  <a:pt x="514350" y="1673314"/>
                </a:lnTo>
                <a:lnTo>
                  <a:pt x="514350" y="1692983"/>
                </a:lnTo>
                <a:lnTo>
                  <a:pt x="514350" y="1712652"/>
                </a:lnTo>
                <a:lnTo>
                  <a:pt x="514350" y="1732312"/>
                </a:lnTo>
                <a:lnTo>
                  <a:pt x="514350" y="1751981"/>
                </a:lnTo>
                <a:lnTo>
                  <a:pt x="514350" y="1771650"/>
                </a:lnTo>
                <a:lnTo>
                  <a:pt x="497157" y="1781204"/>
                </a:lnTo>
                <a:lnTo>
                  <a:pt x="479965" y="1790748"/>
                </a:lnTo>
                <a:lnTo>
                  <a:pt x="462772" y="1800301"/>
                </a:lnTo>
                <a:lnTo>
                  <a:pt x="445580" y="1809855"/>
                </a:lnTo>
                <a:lnTo>
                  <a:pt x="428387" y="1819408"/>
                </a:lnTo>
                <a:lnTo>
                  <a:pt x="411194" y="1828952"/>
                </a:lnTo>
                <a:lnTo>
                  <a:pt x="394002" y="1838506"/>
                </a:lnTo>
                <a:lnTo>
                  <a:pt x="376809" y="1848060"/>
                </a:lnTo>
                <a:lnTo>
                  <a:pt x="359626" y="1857613"/>
                </a:lnTo>
                <a:lnTo>
                  <a:pt x="342433" y="1867157"/>
                </a:lnTo>
                <a:lnTo>
                  <a:pt x="325241" y="1876711"/>
                </a:lnTo>
                <a:lnTo>
                  <a:pt x="308048" y="1886264"/>
                </a:lnTo>
                <a:lnTo>
                  <a:pt x="290855" y="1895818"/>
                </a:lnTo>
                <a:lnTo>
                  <a:pt x="273663" y="1905362"/>
                </a:lnTo>
                <a:lnTo>
                  <a:pt x="256470" y="1914134"/>
                </a:lnTo>
                <a:lnTo>
                  <a:pt x="239278" y="1904581"/>
                </a:lnTo>
                <a:lnTo>
                  <a:pt x="222085" y="1895027"/>
                </a:lnTo>
                <a:lnTo>
                  <a:pt x="204892" y="1885483"/>
                </a:lnTo>
                <a:lnTo>
                  <a:pt x="187700" y="1875930"/>
                </a:lnTo>
                <a:lnTo>
                  <a:pt x="170507" y="1866376"/>
                </a:lnTo>
                <a:lnTo>
                  <a:pt x="153314" y="1856823"/>
                </a:lnTo>
                <a:lnTo>
                  <a:pt x="136122" y="1847279"/>
                </a:lnTo>
                <a:lnTo>
                  <a:pt x="118929" y="1837725"/>
                </a:lnTo>
                <a:lnTo>
                  <a:pt x="101737" y="1828171"/>
                </a:lnTo>
                <a:lnTo>
                  <a:pt x="84544" y="1818618"/>
                </a:lnTo>
                <a:lnTo>
                  <a:pt x="67351" y="1809074"/>
                </a:lnTo>
                <a:lnTo>
                  <a:pt x="50168" y="1799520"/>
                </a:lnTo>
                <a:lnTo>
                  <a:pt x="32976" y="1789967"/>
                </a:lnTo>
                <a:lnTo>
                  <a:pt x="15783" y="1780413"/>
                </a:lnTo>
                <a:lnTo>
                  <a:pt x="0" y="1770031"/>
                </a:lnTo>
                <a:lnTo>
                  <a:pt x="0" y="1750371"/>
                </a:lnTo>
                <a:lnTo>
                  <a:pt x="0" y="1730702"/>
                </a:lnTo>
                <a:lnTo>
                  <a:pt x="0" y="1711033"/>
                </a:lnTo>
                <a:lnTo>
                  <a:pt x="0" y="1691364"/>
                </a:lnTo>
                <a:lnTo>
                  <a:pt x="0" y="1671695"/>
                </a:lnTo>
                <a:lnTo>
                  <a:pt x="0" y="1652035"/>
                </a:lnTo>
                <a:lnTo>
                  <a:pt x="0" y="1632366"/>
                </a:lnTo>
                <a:lnTo>
                  <a:pt x="0" y="1612697"/>
                </a:lnTo>
                <a:lnTo>
                  <a:pt x="0" y="1593028"/>
                </a:lnTo>
                <a:lnTo>
                  <a:pt x="0" y="1573368"/>
                </a:lnTo>
                <a:lnTo>
                  <a:pt x="0" y="1553699"/>
                </a:lnTo>
                <a:lnTo>
                  <a:pt x="0" y="1534030"/>
                </a:lnTo>
                <a:lnTo>
                  <a:pt x="0" y="1514361"/>
                </a:lnTo>
                <a:lnTo>
                  <a:pt x="0" y="1494692"/>
                </a:lnTo>
                <a:lnTo>
                  <a:pt x="0" y="1475032"/>
                </a:lnTo>
                <a:lnTo>
                  <a:pt x="0" y="1455363"/>
                </a:lnTo>
                <a:lnTo>
                  <a:pt x="0" y="1435694"/>
                </a:lnTo>
                <a:lnTo>
                  <a:pt x="0" y="1416025"/>
                </a:lnTo>
                <a:lnTo>
                  <a:pt x="0" y="1396355"/>
                </a:lnTo>
                <a:lnTo>
                  <a:pt x="0" y="1376696"/>
                </a:lnTo>
                <a:lnTo>
                  <a:pt x="0" y="1357027"/>
                </a:lnTo>
                <a:lnTo>
                  <a:pt x="0" y="1337358"/>
                </a:lnTo>
                <a:lnTo>
                  <a:pt x="0" y="1317689"/>
                </a:lnTo>
                <a:lnTo>
                  <a:pt x="0" y="1298029"/>
                </a:lnTo>
                <a:lnTo>
                  <a:pt x="0" y="1278360"/>
                </a:lnTo>
                <a:lnTo>
                  <a:pt x="0" y="1258691"/>
                </a:lnTo>
                <a:lnTo>
                  <a:pt x="0" y="1239022"/>
                </a:lnTo>
                <a:lnTo>
                  <a:pt x="0" y="1219352"/>
                </a:lnTo>
                <a:lnTo>
                  <a:pt x="0" y="1199693"/>
                </a:lnTo>
                <a:lnTo>
                  <a:pt x="0" y="1180024"/>
                </a:lnTo>
                <a:lnTo>
                  <a:pt x="0" y="1160355"/>
                </a:lnTo>
                <a:lnTo>
                  <a:pt x="0" y="1140685"/>
                </a:lnTo>
                <a:lnTo>
                  <a:pt x="0" y="1121026"/>
                </a:lnTo>
                <a:lnTo>
                  <a:pt x="0" y="1101357"/>
                </a:lnTo>
                <a:lnTo>
                  <a:pt x="0" y="1081688"/>
                </a:lnTo>
                <a:lnTo>
                  <a:pt x="0" y="1062018"/>
                </a:lnTo>
                <a:lnTo>
                  <a:pt x="0" y="1042349"/>
                </a:lnTo>
                <a:lnTo>
                  <a:pt x="0" y="1022690"/>
                </a:lnTo>
                <a:lnTo>
                  <a:pt x="0" y="1003021"/>
                </a:lnTo>
                <a:lnTo>
                  <a:pt x="0" y="983351"/>
                </a:lnTo>
                <a:lnTo>
                  <a:pt x="0" y="963682"/>
                </a:lnTo>
                <a:lnTo>
                  <a:pt x="0" y="944023"/>
                </a:lnTo>
                <a:lnTo>
                  <a:pt x="0" y="924354"/>
                </a:lnTo>
                <a:lnTo>
                  <a:pt x="0" y="904685"/>
                </a:lnTo>
                <a:lnTo>
                  <a:pt x="0" y="885015"/>
                </a:lnTo>
                <a:lnTo>
                  <a:pt x="0" y="865346"/>
                </a:lnTo>
                <a:lnTo>
                  <a:pt x="0" y="845687"/>
                </a:lnTo>
                <a:lnTo>
                  <a:pt x="0" y="826018"/>
                </a:lnTo>
                <a:lnTo>
                  <a:pt x="0" y="806348"/>
                </a:lnTo>
                <a:lnTo>
                  <a:pt x="0" y="786679"/>
                </a:lnTo>
                <a:lnTo>
                  <a:pt x="0" y="767010"/>
                </a:lnTo>
                <a:lnTo>
                  <a:pt x="0" y="747351"/>
                </a:lnTo>
                <a:lnTo>
                  <a:pt x="0" y="727681"/>
                </a:lnTo>
                <a:lnTo>
                  <a:pt x="0" y="708012"/>
                </a:lnTo>
                <a:lnTo>
                  <a:pt x="0" y="688343"/>
                </a:lnTo>
                <a:lnTo>
                  <a:pt x="0" y="668684"/>
                </a:lnTo>
                <a:lnTo>
                  <a:pt x="0" y="649014"/>
                </a:lnTo>
                <a:lnTo>
                  <a:pt x="0" y="629345"/>
                </a:lnTo>
                <a:lnTo>
                  <a:pt x="0" y="609676"/>
                </a:lnTo>
                <a:lnTo>
                  <a:pt x="0" y="590007"/>
                </a:lnTo>
                <a:lnTo>
                  <a:pt x="0" y="570347"/>
                </a:lnTo>
                <a:lnTo>
                  <a:pt x="0" y="550678"/>
                </a:lnTo>
                <a:lnTo>
                  <a:pt x="0" y="531009"/>
                </a:lnTo>
                <a:lnTo>
                  <a:pt x="0" y="511340"/>
                </a:lnTo>
                <a:lnTo>
                  <a:pt x="0" y="491681"/>
                </a:lnTo>
                <a:lnTo>
                  <a:pt x="0" y="472011"/>
                </a:lnTo>
                <a:lnTo>
                  <a:pt x="0" y="452342"/>
                </a:lnTo>
                <a:lnTo>
                  <a:pt x="0" y="432673"/>
                </a:lnTo>
                <a:lnTo>
                  <a:pt x="0" y="413004"/>
                </a:lnTo>
                <a:lnTo>
                  <a:pt x="0" y="393344"/>
                </a:lnTo>
                <a:lnTo>
                  <a:pt x="0" y="373675"/>
                </a:lnTo>
                <a:lnTo>
                  <a:pt x="0" y="354006"/>
                </a:lnTo>
                <a:lnTo>
                  <a:pt x="0" y="334337"/>
                </a:lnTo>
                <a:lnTo>
                  <a:pt x="0" y="314668"/>
                </a:lnTo>
                <a:lnTo>
                  <a:pt x="0" y="295008"/>
                </a:lnTo>
                <a:lnTo>
                  <a:pt x="0" y="275339"/>
                </a:lnTo>
                <a:lnTo>
                  <a:pt x="0" y="255670"/>
                </a:lnTo>
                <a:lnTo>
                  <a:pt x="0" y="236001"/>
                </a:lnTo>
                <a:lnTo>
                  <a:pt x="0" y="216341"/>
                </a:lnTo>
                <a:lnTo>
                  <a:pt x="0" y="196672"/>
                </a:lnTo>
                <a:lnTo>
                  <a:pt x="0" y="177003"/>
                </a:lnTo>
                <a:lnTo>
                  <a:pt x="0" y="157334"/>
                </a:lnTo>
                <a:lnTo>
                  <a:pt x="0" y="137665"/>
                </a:lnTo>
                <a:lnTo>
                  <a:pt x="0" y="118005"/>
                </a:lnTo>
                <a:lnTo>
                  <a:pt x="0" y="98336"/>
                </a:lnTo>
                <a:lnTo>
                  <a:pt x="0" y="78667"/>
                </a:lnTo>
                <a:lnTo>
                  <a:pt x="0" y="58998"/>
                </a:lnTo>
                <a:lnTo>
                  <a:pt x="0" y="39338"/>
                </a:lnTo>
                <a:lnTo>
                  <a:pt x="0" y="19669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23" name="phase-title-1">
            <a:extLst xmlns:a="http://schemas.openxmlformats.org/drawingml/2006/main">
              <a:ext uri="{FF2B5EF4-FFF2-40B4-BE49-F238E27FC236}">
                <a16:creationId xmlns:a16="http://schemas.microsoft.com/office/drawing/2014/main" id="{B01B764D-A84A-48CE-8939-C78C1E477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4782293"/>
            <a:ext cx="1428750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培育与转化</a:t>
            </a:r>
          </a:p>
        </p:txBody>
      </p:sp>
      <p:sp>
        <p:nvSpPr>
          <p:cNvPr id="24" name="phase-body-1">
            <a:extLst xmlns:a="http://schemas.openxmlformats.org/drawingml/2006/main">
              <a:ext uri="{FF2B5EF4-FFF2-40B4-BE49-F238E27FC236}">
                <a16:creationId xmlns:a16="http://schemas.microsoft.com/office/drawing/2014/main" id="{7F1BFCA8-40D7-4EC1-84AA-61C841CD1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5136509"/>
            <a:ext cx="1428750" cy="587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让有效意向沉</a:t>
            </a:r>
          </a:p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淀为长期价值</a:t>
            </a:r>
          </a:p>
        </p:txBody>
      </p:sp>
      <p:sp>
        <p:nvSpPr>
          <p:cNvPr id="25" name="action-icon-shell-1-0">
            <a:extLst xmlns:a="http://schemas.openxmlformats.org/drawingml/2006/main">
              <a:ext uri="{FF2B5EF4-FFF2-40B4-BE49-F238E27FC236}">
                <a16:creationId xmlns:a16="http://schemas.microsoft.com/office/drawing/2014/main" id="{016C8033-EF76-4349-8FB2-6960BB9B7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5081588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8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c9cc0e25b4b40d2">
            <a:extLst>
              <a:ext uri="{96DAC541-7B7A-43D3-8B79-37D633B846F1}">
                <asvg:svgBlip xmlns:asvg="http://schemas.microsoft.com/office/drawing/2016/SVG/main" r:embed="Rdfd8dd6c91ae4720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5157788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27" name="action-title-1-0">
            <a:extLst xmlns:a="http://schemas.openxmlformats.org/drawingml/2006/main">
              <a:ext uri="{FF2B5EF4-FFF2-40B4-BE49-F238E27FC236}">
                <a16:creationId xmlns:a16="http://schemas.microsoft.com/office/drawing/2014/main" id="{BB0004DD-7B99-4C4C-9C55-376FD47A1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5020570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数据打通</a:t>
            </a:r>
          </a:p>
        </p:txBody>
      </p:sp>
      <p:sp>
        <p:nvSpPr>
          <p:cNvPr id="28" name="action-body-1-0">
            <a:extLst xmlns:a="http://schemas.openxmlformats.org/drawingml/2006/main">
              <a:ext uri="{FF2B5EF4-FFF2-40B4-BE49-F238E27FC236}">
                <a16:creationId xmlns:a16="http://schemas.microsoft.com/office/drawing/2014/main" id="{D20864E2-97B7-471B-9616-5C35180B0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5249170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统一分析对象</a:t>
            </a:r>
          </a:p>
        </p:txBody>
      </p:sp>
      <p:sp>
        <p:nvSpPr>
          <p:cNvPr id="29" name="action-icon-shell-1-1">
            <a:extLst xmlns:a="http://schemas.openxmlformats.org/drawingml/2006/main">
              <a:ext uri="{FF2B5EF4-FFF2-40B4-BE49-F238E27FC236}">
                <a16:creationId xmlns:a16="http://schemas.microsoft.com/office/drawing/2014/main" id="{814F6803-3835-488B-9C49-D25E94693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5081588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8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a39d7a0bc234161">
            <a:extLst>
              <a:ext uri="{96DAC541-7B7A-43D3-8B79-37D633B846F1}">
                <asvg:svgBlip xmlns:asvg="http://schemas.microsoft.com/office/drawing/2016/SVG/main" r:embed="R4359be1da68148ee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5157788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31" name="action-title-1-1">
            <a:extLst xmlns:a="http://schemas.openxmlformats.org/drawingml/2006/main">
              <a:ext uri="{FF2B5EF4-FFF2-40B4-BE49-F238E27FC236}">
                <a16:creationId xmlns:a16="http://schemas.microsoft.com/office/drawing/2014/main" id="{0374AFA0-E9FD-4BAD-8663-42643BEAF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5020570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自动分群</a:t>
            </a:r>
          </a:p>
        </p:txBody>
      </p:sp>
      <p:sp>
        <p:nvSpPr>
          <p:cNvPr id="32" name="action-body-1-1">
            <a:extLst xmlns:a="http://schemas.openxmlformats.org/drawingml/2006/main">
              <a:ext uri="{FF2B5EF4-FFF2-40B4-BE49-F238E27FC236}">
                <a16:creationId xmlns:a16="http://schemas.microsoft.com/office/drawing/2014/main" id="{D2F251BF-A83F-48CB-B263-44BA1A732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5249170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指导持续运营</a:t>
            </a:r>
          </a:p>
        </p:txBody>
      </p:sp>
      <p:sp>
        <p:nvSpPr>
          <p:cNvPr id="33" name="funnel-step-body-0">
            <a:extLst xmlns:a="http://schemas.openxmlformats.org/drawingml/2006/main">
              <a:ext uri="{FF2B5EF4-FFF2-40B4-BE49-F238E27FC236}">
                <a16:creationId xmlns:a16="http://schemas.microsoft.com/office/drawing/2014/main" id="{15F11ADF-B859-4DF8-9709-4D6DC837C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52750" y="2514600"/>
            <a:ext cx="3332188" cy="533267"/>
          </a:xfrm>
          <a:custGeom xmlns:a="http://schemas.openxmlformats.org/drawingml/2006/main">
            <a:pathLst>
              <a:path w="3332188" h="533267">
                <a:moveTo>
                  <a:pt x="0" y="0"/>
                </a:moveTo>
                <a:lnTo>
                  <a:pt x="15497" y="25813"/>
                </a:lnTo>
                <a:lnTo>
                  <a:pt x="30985" y="51616"/>
                </a:lnTo>
                <a:lnTo>
                  <a:pt x="46482" y="77429"/>
                </a:lnTo>
                <a:lnTo>
                  <a:pt x="61979" y="103241"/>
                </a:lnTo>
                <a:lnTo>
                  <a:pt x="77467" y="129045"/>
                </a:lnTo>
                <a:lnTo>
                  <a:pt x="92964" y="154857"/>
                </a:lnTo>
                <a:lnTo>
                  <a:pt x="108461" y="180661"/>
                </a:lnTo>
                <a:lnTo>
                  <a:pt x="123949" y="206473"/>
                </a:lnTo>
                <a:lnTo>
                  <a:pt x="139446" y="232286"/>
                </a:lnTo>
                <a:lnTo>
                  <a:pt x="154943" y="258089"/>
                </a:lnTo>
                <a:lnTo>
                  <a:pt x="170431" y="283902"/>
                </a:lnTo>
                <a:lnTo>
                  <a:pt x="185928" y="309715"/>
                </a:lnTo>
                <a:lnTo>
                  <a:pt x="201425" y="335518"/>
                </a:lnTo>
                <a:lnTo>
                  <a:pt x="216913" y="361331"/>
                </a:lnTo>
                <a:lnTo>
                  <a:pt x="232410" y="387134"/>
                </a:lnTo>
                <a:lnTo>
                  <a:pt x="247898" y="412947"/>
                </a:lnTo>
                <a:lnTo>
                  <a:pt x="263395" y="438760"/>
                </a:lnTo>
                <a:lnTo>
                  <a:pt x="278892" y="464563"/>
                </a:lnTo>
                <a:lnTo>
                  <a:pt x="301171" y="482298"/>
                </a:lnTo>
                <a:lnTo>
                  <a:pt x="330537" y="488842"/>
                </a:lnTo>
                <a:lnTo>
                  <a:pt x="360293" y="493376"/>
                </a:lnTo>
                <a:lnTo>
                  <a:pt x="390182" y="496976"/>
                </a:lnTo>
                <a:lnTo>
                  <a:pt x="420129" y="500015"/>
                </a:lnTo>
                <a:lnTo>
                  <a:pt x="450113" y="502653"/>
                </a:lnTo>
                <a:lnTo>
                  <a:pt x="480127" y="505006"/>
                </a:lnTo>
                <a:lnTo>
                  <a:pt x="510159" y="507121"/>
                </a:lnTo>
                <a:lnTo>
                  <a:pt x="540201" y="509045"/>
                </a:lnTo>
                <a:lnTo>
                  <a:pt x="570243" y="510797"/>
                </a:lnTo>
                <a:lnTo>
                  <a:pt x="600304" y="512435"/>
                </a:lnTo>
                <a:lnTo>
                  <a:pt x="630374" y="513940"/>
                </a:lnTo>
                <a:lnTo>
                  <a:pt x="660444" y="515350"/>
                </a:lnTo>
                <a:lnTo>
                  <a:pt x="690515" y="516674"/>
                </a:lnTo>
                <a:lnTo>
                  <a:pt x="720595" y="517893"/>
                </a:lnTo>
                <a:lnTo>
                  <a:pt x="750675" y="519046"/>
                </a:lnTo>
                <a:lnTo>
                  <a:pt x="780755" y="520132"/>
                </a:lnTo>
                <a:lnTo>
                  <a:pt x="810844" y="521160"/>
                </a:lnTo>
                <a:lnTo>
                  <a:pt x="840924" y="522122"/>
                </a:lnTo>
                <a:lnTo>
                  <a:pt x="871014" y="523027"/>
                </a:lnTo>
                <a:lnTo>
                  <a:pt x="901113" y="523875"/>
                </a:lnTo>
                <a:lnTo>
                  <a:pt x="931202" y="524675"/>
                </a:lnTo>
                <a:lnTo>
                  <a:pt x="961292" y="525428"/>
                </a:lnTo>
                <a:lnTo>
                  <a:pt x="991391" y="526142"/>
                </a:lnTo>
                <a:lnTo>
                  <a:pt x="1021480" y="526809"/>
                </a:lnTo>
                <a:lnTo>
                  <a:pt x="1051579" y="527437"/>
                </a:lnTo>
                <a:lnTo>
                  <a:pt x="1081678" y="528028"/>
                </a:lnTo>
                <a:lnTo>
                  <a:pt x="1111777" y="528590"/>
                </a:lnTo>
                <a:lnTo>
                  <a:pt x="1141876" y="529104"/>
                </a:lnTo>
                <a:lnTo>
                  <a:pt x="1171975" y="529590"/>
                </a:lnTo>
                <a:lnTo>
                  <a:pt x="1202074" y="530038"/>
                </a:lnTo>
                <a:lnTo>
                  <a:pt x="1232173" y="530457"/>
                </a:lnTo>
                <a:lnTo>
                  <a:pt x="1262272" y="530838"/>
                </a:lnTo>
                <a:lnTo>
                  <a:pt x="1292371" y="531200"/>
                </a:lnTo>
                <a:lnTo>
                  <a:pt x="1322470" y="531514"/>
                </a:lnTo>
                <a:lnTo>
                  <a:pt x="1352579" y="531819"/>
                </a:lnTo>
                <a:lnTo>
                  <a:pt x="1382678" y="532086"/>
                </a:lnTo>
                <a:lnTo>
                  <a:pt x="1412777" y="532333"/>
                </a:lnTo>
                <a:lnTo>
                  <a:pt x="1442876" y="532533"/>
                </a:lnTo>
                <a:lnTo>
                  <a:pt x="1472984" y="532733"/>
                </a:lnTo>
                <a:lnTo>
                  <a:pt x="1503083" y="532876"/>
                </a:lnTo>
                <a:lnTo>
                  <a:pt x="1533182" y="533019"/>
                </a:lnTo>
                <a:lnTo>
                  <a:pt x="1563291" y="533114"/>
                </a:lnTo>
                <a:lnTo>
                  <a:pt x="1593390" y="533200"/>
                </a:lnTo>
                <a:lnTo>
                  <a:pt x="1623498" y="533238"/>
                </a:lnTo>
                <a:lnTo>
                  <a:pt x="1653597" y="533267"/>
                </a:lnTo>
                <a:lnTo>
                  <a:pt x="1683696" y="533267"/>
                </a:lnTo>
                <a:lnTo>
                  <a:pt x="1713805" y="533238"/>
                </a:lnTo>
                <a:lnTo>
                  <a:pt x="1743904" y="533181"/>
                </a:lnTo>
                <a:lnTo>
                  <a:pt x="1774012" y="533105"/>
                </a:lnTo>
                <a:lnTo>
                  <a:pt x="1804111" y="533000"/>
                </a:lnTo>
                <a:lnTo>
                  <a:pt x="1834210" y="532857"/>
                </a:lnTo>
                <a:lnTo>
                  <a:pt x="1864319" y="532714"/>
                </a:lnTo>
                <a:lnTo>
                  <a:pt x="1894418" y="532514"/>
                </a:lnTo>
                <a:lnTo>
                  <a:pt x="1924517" y="532314"/>
                </a:lnTo>
                <a:lnTo>
                  <a:pt x="1954625" y="532047"/>
                </a:lnTo>
                <a:lnTo>
                  <a:pt x="1984724" y="531790"/>
                </a:lnTo>
                <a:lnTo>
                  <a:pt x="2014823" y="531476"/>
                </a:lnTo>
                <a:lnTo>
                  <a:pt x="2044922" y="531162"/>
                </a:lnTo>
                <a:lnTo>
                  <a:pt x="2075021" y="530790"/>
                </a:lnTo>
                <a:lnTo>
                  <a:pt x="2105130" y="530409"/>
                </a:lnTo>
                <a:lnTo>
                  <a:pt x="2135229" y="529981"/>
                </a:lnTo>
                <a:lnTo>
                  <a:pt x="2165328" y="529533"/>
                </a:lnTo>
                <a:lnTo>
                  <a:pt x="2195427" y="529047"/>
                </a:lnTo>
                <a:lnTo>
                  <a:pt x="2225526" y="528523"/>
                </a:lnTo>
                <a:lnTo>
                  <a:pt x="2255615" y="527961"/>
                </a:lnTo>
                <a:lnTo>
                  <a:pt x="2285714" y="527371"/>
                </a:lnTo>
                <a:lnTo>
                  <a:pt x="2315813" y="526733"/>
                </a:lnTo>
                <a:lnTo>
                  <a:pt x="2345912" y="526056"/>
                </a:lnTo>
                <a:lnTo>
                  <a:pt x="2376002" y="525342"/>
                </a:lnTo>
                <a:lnTo>
                  <a:pt x="2406091" y="524580"/>
                </a:lnTo>
                <a:lnTo>
                  <a:pt x="2436190" y="523780"/>
                </a:lnTo>
                <a:lnTo>
                  <a:pt x="2466280" y="522923"/>
                </a:lnTo>
                <a:lnTo>
                  <a:pt x="2496369" y="522008"/>
                </a:lnTo>
                <a:lnTo>
                  <a:pt x="2526459" y="521037"/>
                </a:lnTo>
                <a:lnTo>
                  <a:pt x="2556539" y="520008"/>
                </a:lnTo>
                <a:lnTo>
                  <a:pt x="2586619" y="518922"/>
                </a:lnTo>
                <a:lnTo>
                  <a:pt x="2616698" y="517760"/>
                </a:lnTo>
                <a:lnTo>
                  <a:pt x="2646778" y="516522"/>
                </a:lnTo>
                <a:lnTo>
                  <a:pt x="2676849" y="515188"/>
                </a:lnTo>
                <a:lnTo>
                  <a:pt x="2706919" y="513769"/>
                </a:lnTo>
                <a:lnTo>
                  <a:pt x="2736990" y="512245"/>
                </a:lnTo>
                <a:lnTo>
                  <a:pt x="2767041" y="510597"/>
                </a:lnTo>
                <a:lnTo>
                  <a:pt x="2797092" y="508826"/>
                </a:lnTo>
                <a:lnTo>
                  <a:pt x="2827134" y="506882"/>
                </a:lnTo>
                <a:lnTo>
                  <a:pt x="2857157" y="504739"/>
                </a:lnTo>
                <a:lnTo>
                  <a:pt x="2887170" y="502368"/>
                </a:lnTo>
                <a:lnTo>
                  <a:pt x="2917155" y="499682"/>
                </a:lnTo>
                <a:lnTo>
                  <a:pt x="2947092" y="496586"/>
                </a:lnTo>
                <a:lnTo>
                  <a:pt x="2976972" y="492900"/>
                </a:lnTo>
                <a:lnTo>
                  <a:pt x="3006700" y="488213"/>
                </a:lnTo>
                <a:lnTo>
                  <a:pt x="3035970" y="481241"/>
                </a:lnTo>
                <a:lnTo>
                  <a:pt x="3056687" y="461524"/>
                </a:lnTo>
                <a:lnTo>
                  <a:pt x="3072184" y="435712"/>
                </a:lnTo>
                <a:lnTo>
                  <a:pt x="3087672" y="409908"/>
                </a:lnTo>
                <a:lnTo>
                  <a:pt x="3103169" y="384096"/>
                </a:lnTo>
                <a:lnTo>
                  <a:pt x="3118666" y="358283"/>
                </a:lnTo>
                <a:lnTo>
                  <a:pt x="3134154" y="332480"/>
                </a:lnTo>
                <a:lnTo>
                  <a:pt x="3149651" y="306667"/>
                </a:lnTo>
                <a:lnTo>
                  <a:pt x="3165148" y="280854"/>
                </a:lnTo>
                <a:lnTo>
                  <a:pt x="3180636" y="255051"/>
                </a:lnTo>
                <a:lnTo>
                  <a:pt x="3196133" y="229238"/>
                </a:lnTo>
                <a:lnTo>
                  <a:pt x="3211630" y="203435"/>
                </a:lnTo>
                <a:lnTo>
                  <a:pt x="3227118" y="177622"/>
                </a:lnTo>
                <a:lnTo>
                  <a:pt x="3242615" y="151809"/>
                </a:lnTo>
                <a:lnTo>
                  <a:pt x="3258112" y="126006"/>
                </a:lnTo>
                <a:lnTo>
                  <a:pt x="3273600" y="100193"/>
                </a:lnTo>
                <a:lnTo>
                  <a:pt x="3289097" y="74381"/>
                </a:lnTo>
                <a:lnTo>
                  <a:pt x="3304584" y="48578"/>
                </a:lnTo>
                <a:lnTo>
                  <a:pt x="3320082" y="22765"/>
                </a:lnTo>
                <a:lnTo>
                  <a:pt x="3332188" y="3086"/>
                </a:lnTo>
                <a:lnTo>
                  <a:pt x="3304070" y="13059"/>
                </a:lnTo>
                <a:lnTo>
                  <a:pt x="3274409" y="18155"/>
                </a:lnTo>
                <a:lnTo>
                  <a:pt x="3244548" y="21965"/>
                </a:lnTo>
                <a:lnTo>
                  <a:pt x="3214602" y="25079"/>
                </a:lnTo>
                <a:lnTo>
                  <a:pt x="3184617" y="27746"/>
                </a:lnTo>
                <a:lnTo>
                  <a:pt x="3154613" y="30109"/>
                </a:lnTo>
                <a:lnTo>
                  <a:pt x="3124581" y="32223"/>
                </a:lnTo>
                <a:lnTo>
                  <a:pt x="3094539" y="34138"/>
                </a:lnTo>
                <a:lnTo>
                  <a:pt x="3064488" y="35890"/>
                </a:lnTo>
                <a:lnTo>
                  <a:pt x="3034427" y="37519"/>
                </a:lnTo>
                <a:lnTo>
                  <a:pt x="3004366" y="39043"/>
                </a:lnTo>
                <a:lnTo>
                  <a:pt x="2974296" y="40453"/>
                </a:lnTo>
                <a:lnTo>
                  <a:pt x="2944225" y="41777"/>
                </a:lnTo>
                <a:lnTo>
                  <a:pt x="2914145" y="43015"/>
                </a:lnTo>
                <a:lnTo>
                  <a:pt x="2884065" y="44186"/>
                </a:lnTo>
                <a:lnTo>
                  <a:pt x="2853985" y="45291"/>
                </a:lnTo>
                <a:lnTo>
                  <a:pt x="2823896" y="46339"/>
                </a:lnTo>
                <a:lnTo>
                  <a:pt x="2793816" y="47339"/>
                </a:lnTo>
                <a:lnTo>
                  <a:pt x="2763726" y="48282"/>
                </a:lnTo>
                <a:lnTo>
                  <a:pt x="2733637" y="49168"/>
                </a:lnTo>
                <a:lnTo>
                  <a:pt x="2703547" y="50025"/>
                </a:lnTo>
                <a:lnTo>
                  <a:pt x="2673448" y="50835"/>
                </a:lnTo>
                <a:lnTo>
                  <a:pt x="2643359" y="51597"/>
                </a:lnTo>
                <a:lnTo>
                  <a:pt x="2613269" y="52330"/>
                </a:lnTo>
                <a:lnTo>
                  <a:pt x="2583170" y="53026"/>
                </a:lnTo>
                <a:lnTo>
                  <a:pt x="2553071" y="53692"/>
                </a:lnTo>
                <a:lnTo>
                  <a:pt x="2522982" y="54321"/>
                </a:lnTo>
                <a:lnTo>
                  <a:pt x="2492883" y="54921"/>
                </a:lnTo>
                <a:lnTo>
                  <a:pt x="2462784" y="55493"/>
                </a:lnTo>
                <a:lnTo>
                  <a:pt x="2432685" y="56036"/>
                </a:lnTo>
                <a:lnTo>
                  <a:pt x="2402586" y="56550"/>
                </a:lnTo>
                <a:lnTo>
                  <a:pt x="2372487" y="57036"/>
                </a:lnTo>
                <a:lnTo>
                  <a:pt x="2342388" y="57502"/>
                </a:lnTo>
                <a:lnTo>
                  <a:pt x="2312289" y="57941"/>
                </a:lnTo>
                <a:lnTo>
                  <a:pt x="2282190" y="58360"/>
                </a:lnTo>
                <a:lnTo>
                  <a:pt x="2252091" y="58741"/>
                </a:lnTo>
                <a:lnTo>
                  <a:pt x="2221992" y="59112"/>
                </a:lnTo>
                <a:lnTo>
                  <a:pt x="2191893" y="59455"/>
                </a:lnTo>
                <a:lnTo>
                  <a:pt x="2161784" y="59788"/>
                </a:lnTo>
                <a:lnTo>
                  <a:pt x="2131685" y="60084"/>
                </a:lnTo>
                <a:lnTo>
                  <a:pt x="2101586" y="60360"/>
                </a:lnTo>
                <a:lnTo>
                  <a:pt x="2071487" y="60617"/>
                </a:lnTo>
                <a:lnTo>
                  <a:pt x="2041379" y="60874"/>
                </a:lnTo>
                <a:lnTo>
                  <a:pt x="2011280" y="61093"/>
                </a:lnTo>
                <a:lnTo>
                  <a:pt x="1981181" y="61293"/>
                </a:lnTo>
                <a:lnTo>
                  <a:pt x="1951072" y="61465"/>
                </a:lnTo>
                <a:lnTo>
                  <a:pt x="1920973" y="61636"/>
                </a:lnTo>
                <a:lnTo>
                  <a:pt x="1890874" y="61789"/>
                </a:lnTo>
                <a:lnTo>
                  <a:pt x="1860766" y="61903"/>
                </a:lnTo>
                <a:lnTo>
                  <a:pt x="1830667" y="62017"/>
                </a:lnTo>
                <a:lnTo>
                  <a:pt x="1800558" y="62103"/>
                </a:lnTo>
                <a:lnTo>
                  <a:pt x="1770459" y="62170"/>
                </a:lnTo>
                <a:lnTo>
                  <a:pt x="1740360" y="62236"/>
                </a:lnTo>
                <a:lnTo>
                  <a:pt x="1710252" y="62255"/>
                </a:lnTo>
                <a:lnTo>
                  <a:pt x="1680153" y="62284"/>
                </a:lnTo>
                <a:lnTo>
                  <a:pt x="1650054" y="62284"/>
                </a:lnTo>
                <a:lnTo>
                  <a:pt x="1619945" y="62255"/>
                </a:lnTo>
                <a:lnTo>
                  <a:pt x="1589846" y="62236"/>
                </a:lnTo>
                <a:lnTo>
                  <a:pt x="1559738" y="62160"/>
                </a:lnTo>
                <a:lnTo>
                  <a:pt x="1529639" y="62093"/>
                </a:lnTo>
                <a:lnTo>
                  <a:pt x="1499540" y="62008"/>
                </a:lnTo>
                <a:lnTo>
                  <a:pt x="1469431" y="61884"/>
                </a:lnTo>
                <a:lnTo>
                  <a:pt x="1439332" y="61770"/>
                </a:lnTo>
                <a:lnTo>
                  <a:pt x="1409224" y="61617"/>
                </a:lnTo>
                <a:lnTo>
                  <a:pt x="1379125" y="61446"/>
                </a:lnTo>
                <a:lnTo>
                  <a:pt x="1349026" y="61274"/>
                </a:lnTo>
                <a:lnTo>
                  <a:pt x="1318927" y="61055"/>
                </a:lnTo>
                <a:lnTo>
                  <a:pt x="1288818" y="60836"/>
                </a:lnTo>
                <a:lnTo>
                  <a:pt x="1258719" y="60589"/>
                </a:lnTo>
                <a:lnTo>
                  <a:pt x="1228620" y="60322"/>
                </a:lnTo>
                <a:lnTo>
                  <a:pt x="1198512" y="60055"/>
                </a:lnTo>
                <a:lnTo>
                  <a:pt x="1168413" y="59750"/>
                </a:lnTo>
                <a:lnTo>
                  <a:pt x="1138314" y="59417"/>
                </a:lnTo>
                <a:lnTo>
                  <a:pt x="1108215" y="59074"/>
                </a:lnTo>
                <a:lnTo>
                  <a:pt x="1078116" y="58703"/>
                </a:lnTo>
                <a:lnTo>
                  <a:pt x="1048007" y="58303"/>
                </a:lnTo>
                <a:lnTo>
                  <a:pt x="1017908" y="57893"/>
                </a:lnTo>
                <a:lnTo>
                  <a:pt x="987809" y="57445"/>
                </a:lnTo>
                <a:lnTo>
                  <a:pt x="957710" y="56979"/>
                </a:lnTo>
                <a:lnTo>
                  <a:pt x="927611" y="56493"/>
                </a:lnTo>
                <a:lnTo>
                  <a:pt x="897512" y="55969"/>
                </a:lnTo>
                <a:lnTo>
                  <a:pt x="867413" y="55426"/>
                </a:lnTo>
                <a:lnTo>
                  <a:pt x="837324" y="54854"/>
                </a:lnTo>
                <a:lnTo>
                  <a:pt x="807225" y="54254"/>
                </a:lnTo>
                <a:lnTo>
                  <a:pt x="777126" y="53616"/>
                </a:lnTo>
                <a:lnTo>
                  <a:pt x="747036" y="52949"/>
                </a:lnTo>
                <a:lnTo>
                  <a:pt x="716937" y="52245"/>
                </a:lnTo>
                <a:lnTo>
                  <a:pt x="686848" y="51511"/>
                </a:lnTo>
                <a:lnTo>
                  <a:pt x="656749" y="50740"/>
                </a:lnTo>
                <a:lnTo>
                  <a:pt x="626659" y="49921"/>
                </a:lnTo>
                <a:lnTo>
                  <a:pt x="596570" y="49073"/>
                </a:lnTo>
                <a:lnTo>
                  <a:pt x="566480" y="48168"/>
                </a:lnTo>
                <a:lnTo>
                  <a:pt x="536391" y="47225"/>
                </a:lnTo>
                <a:lnTo>
                  <a:pt x="506301" y="46225"/>
                </a:lnTo>
                <a:lnTo>
                  <a:pt x="476221" y="45168"/>
                </a:lnTo>
                <a:lnTo>
                  <a:pt x="446141" y="44053"/>
                </a:lnTo>
                <a:lnTo>
                  <a:pt x="416062" y="42872"/>
                </a:lnTo>
                <a:lnTo>
                  <a:pt x="385982" y="41624"/>
                </a:lnTo>
                <a:lnTo>
                  <a:pt x="355911" y="40291"/>
                </a:lnTo>
                <a:lnTo>
                  <a:pt x="325841" y="38862"/>
                </a:lnTo>
                <a:lnTo>
                  <a:pt x="295780" y="37338"/>
                </a:lnTo>
                <a:lnTo>
                  <a:pt x="265719" y="35700"/>
                </a:lnTo>
                <a:lnTo>
                  <a:pt x="235668" y="33919"/>
                </a:lnTo>
                <a:lnTo>
                  <a:pt x="205626" y="31975"/>
                </a:lnTo>
                <a:lnTo>
                  <a:pt x="175603" y="29842"/>
                </a:lnTo>
                <a:lnTo>
                  <a:pt x="145590" y="27451"/>
                </a:lnTo>
                <a:lnTo>
                  <a:pt x="115614" y="24736"/>
                </a:lnTo>
                <a:lnTo>
                  <a:pt x="85677" y="21555"/>
                </a:lnTo>
                <a:lnTo>
                  <a:pt x="55836" y="17650"/>
                </a:lnTo>
                <a:lnTo>
                  <a:pt x="26213" y="12306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34" name="funnel-step-cap-0">
            <a:extLst xmlns:a="http://schemas.openxmlformats.org/drawingml/2006/main">
              <a:ext uri="{FF2B5EF4-FFF2-40B4-BE49-F238E27FC236}">
                <a16:creationId xmlns:a16="http://schemas.microsoft.com/office/drawing/2014/main" id="{61D57C22-705D-49BB-A0C3-40D4718C7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52750" y="2425951"/>
            <a:ext cx="3333750" cy="17728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35" name="funnel-step-body-1">
            <a:extLst xmlns:a="http://schemas.openxmlformats.org/drawingml/2006/main">
              <a:ext uri="{FF2B5EF4-FFF2-40B4-BE49-F238E27FC236}">
                <a16:creationId xmlns:a16="http://schemas.microsoft.com/office/drawing/2014/main" id="{30885313-C174-445D-A33D-E2BBAFA1A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235452" y="3116294"/>
            <a:ext cx="2765384" cy="533210"/>
          </a:xfrm>
          <a:custGeom xmlns:a="http://schemas.openxmlformats.org/drawingml/2006/main">
            <a:pathLst>
              <a:path w="2765384" h="533210">
                <a:moveTo>
                  <a:pt x="0" y="0"/>
                </a:moveTo>
                <a:lnTo>
                  <a:pt x="10735" y="23355"/>
                </a:lnTo>
                <a:lnTo>
                  <a:pt x="21460" y="46701"/>
                </a:lnTo>
                <a:lnTo>
                  <a:pt x="32195" y="70056"/>
                </a:lnTo>
                <a:lnTo>
                  <a:pt x="42920" y="93402"/>
                </a:lnTo>
                <a:lnTo>
                  <a:pt x="53654" y="116757"/>
                </a:lnTo>
                <a:lnTo>
                  <a:pt x="64389" y="140103"/>
                </a:lnTo>
                <a:lnTo>
                  <a:pt x="75114" y="163459"/>
                </a:lnTo>
                <a:lnTo>
                  <a:pt x="85849" y="186804"/>
                </a:lnTo>
                <a:lnTo>
                  <a:pt x="96574" y="210160"/>
                </a:lnTo>
                <a:lnTo>
                  <a:pt x="107309" y="233515"/>
                </a:lnTo>
                <a:lnTo>
                  <a:pt x="118043" y="256861"/>
                </a:lnTo>
                <a:lnTo>
                  <a:pt x="128768" y="280216"/>
                </a:lnTo>
                <a:lnTo>
                  <a:pt x="139503" y="303562"/>
                </a:lnTo>
                <a:lnTo>
                  <a:pt x="150228" y="326917"/>
                </a:lnTo>
                <a:lnTo>
                  <a:pt x="160963" y="350263"/>
                </a:lnTo>
                <a:lnTo>
                  <a:pt x="171698" y="373618"/>
                </a:lnTo>
                <a:lnTo>
                  <a:pt x="182423" y="396973"/>
                </a:lnTo>
                <a:lnTo>
                  <a:pt x="193157" y="420319"/>
                </a:lnTo>
                <a:lnTo>
                  <a:pt x="203892" y="443675"/>
                </a:lnTo>
                <a:lnTo>
                  <a:pt x="214617" y="467020"/>
                </a:lnTo>
                <a:lnTo>
                  <a:pt x="233105" y="482670"/>
                </a:lnTo>
                <a:lnTo>
                  <a:pt x="257985" y="489071"/>
                </a:lnTo>
                <a:lnTo>
                  <a:pt x="283283" y="493576"/>
                </a:lnTo>
                <a:lnTo>
                  <a:pt x="308724" y="497157"/>
                </a:lnTo>
                <a:lnTo>
                  <a:pt x="334242" y="500196"/>
                </a:lnTo>
                <a:lnTo>
                  <a:pt x="359807" y="502834"/>
                </a:lnTo>
                <a:lnTo>
                  <a:pt x="385401" y="505177"/>
                </a:lnTo>
                <a:lnTo>
                  <a:pt x="411013" y="507292"/>
                </a:lnTo>
                <a:lnTo>
                  <a:pt x="436636" y="509207"/>
                </a:lnTo>
                <a:lnTo>
                  <a:pt x="462277" y="510978"/>
                </a:lnTo>
                <a:lnTo>
                  <a:pt x="487928" y="512607"/>
                </a:lnTo>
                <a:lnTo>
                  <a:pt x="513578" y="514112"/>
                </a:lnTo>
                <a:lnTo>
                  <a:pt x="539239" y="515522"/>
                </a:lnTo>
                <a:lnTo>
                  <a:pt x="564899" y="516836"/>
                </a:lnTo>
                <a:lnTo>
                  <a:pt x="590569" y="518065"/>
                </a:lnTo>
                <a:lnTo>
                  <a:pt x="616248" y="519217"/>
                </a:lnTo>
                <a:lnTo>
                  <a:pt x="641918" y="520303"/>
                </a:lnTo>
                <a:lnTo>
                  <a:pt x="667598" y="521322"/>
                </a:lnTo>
                <a:lnTo>
                  <a:pt x="693277" y="522275"/>
                </a:lnTo>
                <a:lnTo>
                  <a:pt x="718966" y="523170"/>
                </a:lnTo>
                <a:lnTo>
                  <a:pt x="744645" y="524018"/>
                </a:lnTo>
                <a:lnTo>
                  <a:pt x="770334" y="524818"/>
                </a:lnTo>
                <a:lnTo>
                  <a:pt x="796023" y="525570"/>
                </a:lnTo>
                <a:lnTo>
                  <a:pt x="821712" y="526275"/>
                </a:lnTo>
                <a:lnTo>
                  <a:pt x="847401" y="526942"/>
                </a:lnTo>
                <a:lnTo>
                  <a:pt x="873090" y="527571"/>
                </a:lnTo>
                <a:lnTo>
                  <a:pt x="898789" y="528152"/>
                </a:lnTo>
                <a:lnTo>
                  <a:pt x="924477" y="528704"/>
                </a:lnTo>
                <a:lnTo>
                  <a:pt x="950176" y="529219"/>
                </a:lnTo>
                <a:lnTo>
                  <a:pt x="975865" y="529695"/>
                </a:lnTo>
                <a:lnTo>
                  <a:pt x="1001563" y="530133"/>
                </a:lnTo>
                <a:lnTo>
                  <a:pt x="1027262" y="530543"/>
                </a:lnTo>
                <a:lnTo>
                  <a:pt x="1052951" y="530924"/>
                </a:lnTo>
                <a:lnTo>
                  <a:pt x="1078649" y="531276"/>
                </a:lnTo>
                <a:lnTo>
                  <a:pt x="1104348" y="531590"/>
                </a:lnTo>
                <a:lnTo>
                  <a:pt x="1130046" y="531876"/>
                </a:lnTo>
                <a:lnTo>
                  <a:pt x="1155744" y="532133"/>
                </a:lnTo>
                <a:lnTo>
                  <a:pt x="1181443" y="532352"/>
                </a:lnTo>
                <a:lnTo>
                  <a:pt x="1207141" y="532562"/>
                </a:lnTo>
                <a:lnTo>
                  <a:pt x="1232830" y="532733"/>
                </a:lnTo>
                <a:lnTo>
                  <a:pt x="1258529" y="532876"/>
                </a:lnTo>
                <a:lnTo>
                  <a:pt x="1284227" y="533000"/>
                </a:lnTo>
                <a:lnTo>
                  <a:pt x="1309926" y="533086"/>
                </a:lnTo>
                <a:lnTo>
                  <a:pt x="1335634" y="533152"/>
                </a:lnTo>
                <a:lnTo>
                  <a:pt x="1361332" y="533181"/>
                </a:lnTo>
                <a:lnTo>
                  <a:pt x="1387031" y="533210"/>
                </a:lnTo>
                <a:lnTo>
                  <a:pt x="1412729" y="533181"/>
                </a:lnTo>
                <a:lnTo>
                  <a:pt x="1438427" y="533152"/>
                </a:lnTo>
                <a:lnTo>
                  <a:pt x="1464126" y="533067"/>
                </a:lnTo>
                <a:lnTo>
                  <a:pt x="1489824" y="532981"/>
                </a:lnTo>
                <a:lnTo>
                  <a:pt x="1515523" y="532848"/>
                </a:lnTo>
                <a:lnTo>
                  <a:pt x="1541221" y="532695"/>
                </a:lnTo>
                <a:lnTo>
                  <a:pt x="1566920" y="532514"/>
                </a:lnTo>
                <a:lnTo>
                  <a:pt x="1592618" y="532314"/>
                </a:lnTo>
                <a:lnTo>
                  <a:pt x="1618307" y="532067"/>
                </a:lnTo>
                <a:lnTo>
                  <a:pt x="1644005" y="531809"/>
                </a:lnTo>
                <a:lnTo>
                  <a:pt x="1669704" y="531524"/>
                </a:lnTo>
                <a:lnTo>
                  <a:pt x="1695402" y="531200"/>
                </a:lnTo>
                <a:lnTo>
                  <a:pt x="1721101" y="530838"/>
                </a:lnTo>
                <a:lnTo>
                  <a:pt x="1746799" y="530457"/>
                </a:lnTo>
                <a:lnTo>
                  <a:pt x="1772488" y="530038"/>
                </a:lnTo>
                <a:lnTo>
                  <a:pt x="1798187" y="529590"/>
                </a:lnTo>
                <a:lnTo>
                  <a:pt x="1823876" y="529104"/>
                </a:lnTo>
                <a:lnTo>
                  <a:pt x="1849574" y="528580"/>
                </a:lnTo>
                <a:lnTo>
                  <a:pt x="1875263" y="528028"/>
                </a:lnTo>
                <a:lnTo>
                  <a:pt x="1900961" y="527428"/>
                </a:lnTo>
                <a:lnTo>
                  <a:pt x="1926650" y="526799"/>
                </a:lnTo>
                <a:lnTo>
                  <a:pt x="1952339" y="526123"/>
                </a:lnTo>
                <a:lnTo>
                  <a:pt x="1978028" y="525409"/>
                </a:lnTo>
                <a:lnTo>
                  <a:pt x="2003717" y="524647"/>
                </a:lnTo>
                <a:lnTo>
                  <a:pt x="2029397" y="523837"/>
                </a:lnTo>
                <a:lnTo>
                  <a:pt x="2055085" y="522980"/>
                </a:lnTo>
                <a:lnTo>
                  <a:pt x="2080765" y="522065"/>
                </a:lnTo>
                <a:lnTo>
                  <a:pt x="2106444" y="521094"/>
                </a:lnTo>
                <a:lnTo>
                  <a:pt x="2132124" y="520065"/>
                </a:lnTo>
                <a:lnTo>
                  <a:pt x="2157803" y="518970"/>
                </a:lnTo>
                <a:lnTo>
                  <a:pt x="2183473" y="517798"/>
                </a:lnTo>
                <a:lnTo>
                  <a:pt x="2209143" y="516550"/>
                </a:lnTo>
                <a:lnTo>
                  <a:pt x="2234803" y="515217"/>
                </a:lnTo>
                <a:lnTo>
                  <a:pt x="2260463" y="513788"/>
                </a:lnTo>
                <a:lnTo>
                  <a:pt x="2286114" y="512255"/>
                </a:lnTo>
                <a:lnTo>
                  <a:pt x="2311765" y="510597"/>
                </a:lnTo>
                <a:lnTo>
                  <a:pt x="2337397" y="508806"/>
                </a:lnTo>
                <a:lnTo>
                  <a:pt x="2363019" y="506835"/>
                </a:lnTo>
                <a:lnTo>
                  <a:pt x="2388632" y="504673"/>
                </a:lnTo>
                <a:lnTo>
                  <a:pt x="2414216" y="502272"/>
                </a:lnTo>
                <a:lnTo>
                  <a:pt x="2439772" y="499558"/>
                </a:lnTo>
                <a:lnTo>
                  <a:pt x="2465280" y="496424"/>
                </a:lnTo>
                <a:lnTo>
                  <a:pt x="2490702" y="492671"/>
                </a:lnTo>
                <a:lnTo>
                  <a:pt x="2515943" y="487880"/>
                </a:lnTo>
                <a:lnTo>
                  <a:pt x="2540575" y="480670"/>
                </a:lnTo>
                <a:lnTo>
                  <a:pt x="2556110" y="461839"/>
                </a:lnTo>
                <a:lnTo>
                  <a:pt x="2566845" y="438483"/>
                </a:lnTo>
                <a:lnTo>
                  <a:pt x="2577570" y="415138"/>
                </a:lnTo>
                <a:lnTo>
                  <a:pt x="2588304" y="391782"/>
                </a:lnTo>
                <a:lnTo>
                  <a:pt x="2599030" y="368437"/>
                </a:lnTo>
                <a:lnTo>
                  <a:pt x="2609764" y="345081"/>
                </a:lnTo>
                <a:lnTo>
                  <a:pt x="2620499" y="321735"/>
                </a:lnTo>
                <a:lnTo>
                  <a:pt x="2631224" y="298380"/>
                </a:lnTo>
                <a:lnTo>
                  <a:pt x="2641959" y="275025"/>
                </a:lnTo>
                <a:lnTo>
                  <a:pt x="2652684" y="251679"/>
                </a:lnTo>
                <a:lnTo>
                  <a:pt x="2663419" y="228324"/>
                </a:lnTo>
                <a:lnTo>
                  <a:pt x="2674153" y="204978"/>
                </a:lnTo>
                <a:lnTo>
                  <a:pt x="2684878" y="181623"/>
                </a:lnTo>
                <a:lnTo>
                  <a:pt x="2695613" y="158277"/>
                </a:lnTo>
                <a:lnTo>
                  <a:pt x="2706338" y="134922"/>
                </a:lnTo>
                <a:lnTo>
                  <a:pt x="2717073" y="111566"/>
                </a:lnTo>
                <a:lnTo>
                  <a:pt x="2727808" y="88221"/>
                </a:lnTo>
                <a:lnTo>
                  <a:pt x="2738533" y="64865"/>
                </a:lnTo>
                <a:lnTo>
                  <a:pt x="2749267" y="41519"/>
                </a:lnTo>
                <a:lnTo>
                  <a:pt x="2760002" y="18164"/>
                </a:lnTo>
                <a:lnTo>
                  <a:pt x="2765384" y="4648"/>
                </a:lnTo>
                <a:lnTo>
                  <a:pt x="2741457" y="13621"/>
                </a:lnTo>
                <a:lnTo>
                  <a:pt x="2716263" y="18640"/>
                </a:lnTo>
                <a:lnTo>
                  <a:pt x="2690841" y="22422"/>
                </a:lnTo>
                <a:lnTo>
                  <a:pt x="2665333" y="25537"/>
                </a:lnTo>
                <a:lnTo>
                  <a:pt x="2639778" y="28213"/>
                </a:lnTo>
                <a:lnTo>
                  <a:pt x="2614184" y="30575"/>
                </a:lnTo>
                <a:lnTo>
                  <a:pt x="2588571" y="32699"/>
                </a:lnTo>
                <a:lnTo>
                  <a:pt x="2562949" y="34633"/>
                </a:lnTo>
                <a:lnTo>
                  <a:pt x="2537308" y="36395"/>
                </a:lnTo>
                <a:lnTo>
                  <a:pt x="2511666" y="38033"/>
                </a:lnTo>
                <a:lnTo>
                  <a:pt x="2486006" y="39548"/>
                </a:lnTo>
                <a:lnTo>
                  <a:pt x="2460346" y="40958"/>
                </a:lnTo>
                <a:lnTo>
                  <a:pt x="2434685" y="42291"/>
                </a:lnTo>
                <a:lnTo>
                  <a:pt x="2409015" y="43539"/>
                </a:lnTo>
                <a:lnTo>
                  <a:pt x="2383346" y="44720"/>
                </a:lnTo>
                <a:lnTo>
                  <a:pt x="2357666" y="45825"/>
                </a:lnTo>
                <a:lnTo>
                  <a:pt x="2331996" y="46873"/>
                </a:lnTo>
                <a:lnTo>
                  <a:pt x="2306317" y="47863"/>
                </a:lnTo>
                <a:lnTo>
                  <a:pt x="2280628" y="48797"/>
                </a:lnTo>
                <a:lnTo>
                  <a:pt x="2254949" y="49692"/>
                </a:lnTo>
                <a:lnTo>
                  <a:pt x="2229260" y="50540"/>
                </a:lnTo>
                <a:lnTo>
                  <a:pt x="2203580" y="51340"/>
                </a:lnTo>
                <a:lnTo>
                  <a:pt x="2177891" y="52111"/>
                </a:lnTo>
                <a:lnTo>
                  <a:pt x="2152202" y="52835"/>
                </a:lnTo>
                <a:lnTo>
                  <a:pt x="2126513" y="53531"/>
                </a:lnTo>
                <a:lnTo>
                  <a:pt x="2100824" y="54178"/>
                </a:lnTo>
                <a:lnTo>
                  <a:pt x="2075126" y="54807"/>
                </a:lnTo>
                <a:lnTo>
                  <a:pt x="2049437" y="55397"/>
                </a:lnTo>
                <a:lnTo>
                  <a:pt x="2023748" y="55959"/>
                </a:lnTo>
                <a:lnTo>
                  <a:pt x="1998050" y="56493"/>
                </a:lnTo>
                <a:lnTo>
                  <a:pt x="1972361" y="56998"/>
                </a:lnTo>
                <a:lnTo>
                  <a:pt x="1946662" y="57474"/>
                </a:lnTo>
                <a:lnTo>
                  <a:pt x="1920973" y="57912"/>
                </a:lnTo>
                <a:lnTo>
                  <a:pt x="1895275" y="58350"/>
                </a:lnTo>
                <a:lnTo>
                  <a:pt x="1869577" y="58741"/>
                </a:lnTo>
                <a:lnTo>
                  <a:pt x="1843878" y="59122"/>
                </a:lnTo>
                <a:lnTo>
                  <a:pt x="1818189" y="59474"/>
                </a:lnTo>
                <a:lnTo>
                  <a:pt x="1792491" y="59807"/>
                </a:lnTo>
                <a:lnTo>
                  <a:pt x="1766792" y="60122"/>
                </a:lnTo>
                <a:lnTo>
                  <a:pt x="1741094" y="60398"/>
                </a:lnTo>
                <a:lnTo>
                  <a:pt x="1715395" y="60674"/>
                </a:lnTo>
                <a:lnTo>
                  <a:pt x="1689697" y="60912"/>
                </a:lnTo>
                <a:lnTo>
                  <a:pt x="1663998" y="61131"/>
                </a:lnTo>
                <a:lnTo>
                  <a:pt x="1638300" y="61351"/>
                </a:lnTo>
                <a:lnTo>
                  <a:pt x="1612611" y="61522"/>
                </a:lnTo>
                <a:lnTo>
                  <a:pt x="1586913" y="61684"/>
                </a:lnTo>
                <a:lnTo>
                  <a:pt x="1561214" y="61827"/>
                </a:lnTo>
                <a:lnTo>
                  <a:pt x="1535516" y="61951"/>
                </a:lnTo>
                <a:lnTo>
                  <a:pt x="1509817" y="62065"/>
                </a:lnTo>
                <a:lnTo>
                  <a:pt x="1484119" y="62132"/>
                </a:lnTo>
                <a:lnTo>
                  <a:pt x="1458420" y="62208"/>
                </a:lnTo>
                <a:lnTo>
                  <a:pt x="1432712" y="62246"/>
                </a:lnTo>
                <a:lnTo>
                  <a:pt x="1407014" y="62274"/>
                </a:lnTo>
                <a:lnTo>
                  <a:pt x="1381316" y="62294"/>
                </a:lnTo>
                <a:lnTo>
                  <a:pt x="1355617" y="62265"/>
                </a:lnTo>
                <a:lnTo>
                  <a:pt x="1329919" y="62246"/>
                </a:lnTo>
                <a:lnTo>
                  <a:pt x="1304220" y="62189"/>
                </a:lnTo>
                <a:lnTo>
                  <a:pt x="1278522" y="62122"/>
                </a:lnTo>
                <a:lnTo>
                  <a:pt x="1252823" y="62046"/>
                </a:lnTo>
                <a:lnTo>
                  <a:pt x="1227125" y="61922"/>
                </a:lnTo>
                <a:lnTo>
                  <a:pt x="1201426" y="61798"/>
                </a:lnTo>
                <a:lnTo>
                  <a:pt x="1175728" y="61655"/>
                </a:lnTo>
                <a:lnTo>
                  <a:pt x="1150029" y="61484"/>
                </a:lnTo>
                <a:lnTo>
                  <a:pt x="1124331" y="61303"/>
                </a:lnTo>
                <a:lnTo>
                  <a:pt x="1098633" y="61084"/>
                </a:lnTo>
                <a:lnTo>
                  <a:pt x="1072934" y="60865"/>
                </a:lnTo>
                <a:lnTo>
                  <a:pt x="1047245" y="60608"/>
                </a:lnTo>
                <a:lnTo>
                  <a:pt x="1021547" y="60341"/>
                </a:lnTo>
                <a:lnTo>
                  <a:pt x="995848" y="60055"/>
                </a:lnTo>
                <a:lnTo>
                  <a:pt x="970150" y="59750"/>
                </a:lnTo>
                <a:lnTo>
                  <a:pt x="944451" y="59407"/>
                </a:lnTo>
                <a:lnTo>
                  <a:pt x="918753" y="59036"/>
                </a:lnTo>
                <a:lnTo>
                  <a:pt x="893064" y="58655"/>
                </a:lnTo>
                <a:lnTo>
                  <a:pt x="867366" y="58255"/>
                </a:lnTo>
                <a:lnTo>
                  <a:pt x="841667" y="57817"/>
                </a:lnTo>
                <a:lnTo>
                  <a:pt x="815978" y="57369"/>
                </a:lnTo>
                <a:lnTo>
                  <a:pt x="790280" y="56883"/>
                </a:lnTo>
                <a:lnTo>
                  <a:pt x="764591" y="56378"/>
                </a:lnTo>
                <a:lnTo>
                  <a:pt x="738892" y="55836"/>
                </a:lnTo>
                <a:lnTo>
                  <a:pt x="713203" y="55264"/>
                </a:lnTo>
                <a:lnTo>
                  <a:pt x="687515" y="54664"/>
                </a:lnTo>
                <a:lnTo>
                  <a:pt x="661816" y="54035"/>
                </a:lnTo>
                <a:lnTo>
                  <a:pt x="636127" y="53378"/>
                </a:lnTo>
                <a:lnTo>
                  <a:pt x="610438" y="52673"/>
                </a:lnTo>
                <a:lnTo>
                  <a:pt x="584749" y="51940"/>
                </a:lnTo>
                <a:lnTo>
                  <a:pt x="559060" y="51168"/>
                </a:lnTo>
                <a:lnTo>
                  <a:pt x="533381" y="50359"/>
                </a:lnTo>
                <a:lnTo>
                  <a:pt x="507692" y="49501"/>
                </a:lnTo>
                <a:lnTo>
                  <a:pt x="482013" y="48597"/>
                </a:lnTo>
                <a:lnTo>
                  <a:pt x="456333" y="47644"/>
                </a:lnTo>
                <a:lnTo>
                  <a:pt x="430654" y="46644"/>
                </a:lnTo>
                <a:lnTo>
                  <a:pt x="404974" y="45577"/>
                </a:lnTo>
                <a:lnTo>
                  <a:pt x="379295" y="44453"/>
                </a:lnTo>
                <a:lnTo>
                  <a:pt x="353625" y="43263"/>
                </a:lnTo>
                <a:lnTo>
                  <a:pt x="327965" y="42005"/>
                </a:lnTo>
                <a:lnTo>
                  <a:pt x="302295" y="40653"/>
                </a:lnTo>
                <a:lnTo>
                  <a:pt x="276635" y="39224"/>
                </a:lnTo>
                <a:lnTo>
                  <a:pt x="250984" y="37671"/>
                </a:lnTo>
                <a:lnTo>
                  <a:pt x="225342" y="36024"/>
                </a:lnTo>
                <a:lnTo>
                  <a:pt x="199701" y="34214"/>
                </a:lnTo>
                <a:lnTo>
                  <a:pt x="174079" y="32252"/>
                </a:lnTo>
                <a:lnTo>
                  <a:pt x="148476" y="30080"/>
                </a:lnTo>
                <a:lnTo>
                  <a:pt x="122892" y="27651"/>
                </a:lnTo>
                <a:lnTo>
                  <a:pt x="97346" y="24889"/>
                </a:lnTo>
                <a:lnTo>
                  <a:pt x="71847" y="21650"/>
                </a:lnTo>
                <a:lnTo>
                  <a:pt x="46463" y="17659"/>
                </a:lnTo>
                <a:lnTo>
                  <a:pt x="21365" y="12192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36" name="funnel-step-cap-1">
            <a:extLst xmlns:a="http://schemas.openxmlformats.org/drawingml/2006/main">
              <a:ext uri="{FF2B5EF4-FFF2-40B4-BE49-F238E27FC236}">
                <a16:creationId xmlns:a16="http://schemas.microsoft.com/office/drawing/2014/main" id="{88F40E89-DFD8-486F-95B6-83FB7A466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235481" y="3027617"/>
            <a:ext cx="2768289" cy="17728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37" name="funnel-step-body-2">
            <a:extLst xmlns:a="http://schemas.openxmlformats.org/drawingml/2006/main">
              <a:ext uri="{FF2B5EF4-FFF2-40B4-BE49-F238E27FC236}">
                <a16:creationId xmlns:a16="http://schemas.microsoft.com/office/drawing/2014/main" id="{E8C1FF36-1DBA-4B2E-B2A9-A9431D8A7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451860" y="3717893"/>
            <a:ext cx="2334111" cy="533276"/>
          </a:xfrm>
          <a:custGeom xmlns:a="http://schemas.openxmlformats.org/drawingml/2006/main">
            <a:pathLst>
              <a:path w="2334111" h="533276">
                <a:moveTo>
                  <a:pt x="0" y="0"/>
                </a:moveTo>
                <a:lnTo>
                  <a:pt x="8563" y="20488"/>
                </a:lnTo>
                <a:lnTo>
                  <a:pt x="17126" y="40977"/>
                </a:lnTo>
                <a:lnTo>
                  <a:pt x="25698" y="61455"/>
                </a:lnTo>
                <a:lnTo>
                  <a:pt x="34261" y="81944"/>
                </a:lnTo>
                <a:lnTo>
                  <a:pt x="42824" y="102432"/>
                </a:lnTo>
                <a:lnTo>
                  <a:pt x="51387" y="122920"/>
                </a:lnTo>
                <a:lnTo>
                  <a:pt x="59950" y="143408"/>
                </a:lnTo>
                <a:lnTo>
                  <a:pt x="68523" y="163887"/>
                </a:lnTo>
                <a:lnTo>
                  <a:pt x="77086" y="184375"/>
                </a:lnTo>
                <a:lnTo>
                  <a:pt x="85649" y="204864"/>
                </a:lnTo>
                <a:lnTo>
                  <a:pt x="94212" y="225352"/>
                </a:lnTo>
                <a:lnTo>
                  <a:pt x="102784" y="245840"/>
                </a:lnTo>
                <a:lnTo>
                  <a:pt x="111347" y="266319"/>
                </a:lnTo>
                <a:lnTo>
                  <a:pt x="119910" y="286807"/>
                </a:lnTo>
                <a:lnTo>
                  <a:pt x="128473" y="307296"/>
                </a:lnTo>
                <a:lnTo>
                  <a:pt x="137036" y="327784"/>
                </a:lnTo>
                <a:lnTo>
                  <a:pt x="145609" y="348272"/>
                </a:lnTo>
                <a:lnTo>
                  <a:pt x="154172" y="368751"/>
                </a:lnTo>
                <a:lnTo>
                  <a:pt x="162735" y="389239"/>
                </a:lnTo>
                <a:lnTo>
                  <a:pt x="171298" y="409727"/>
                </a:lnTo>
                <a:lnTo>
                  <a:pt x="179870" y="430216"/>
                </a:lnTo>
                <a:lnTo>
                  <a:pt x="188433" y="450704"/>
                </a:lnTo>
                <a:lnTo>
                  <a:pt x="196891" y="471211"/>
                </a:lnTo>
                <a:lnTo>
                  <a:pt x="213932" y="483908"/>
                </a:lnTo>
                <a:lnTo>
                  <a:pt x="235268" y="490014"/>
                </a:lnTo>
                <a:lnTo>
                  <a:pt x="257023" y="494433"/>
                </a:lnTo>
                <a:lnTo>
                  <a:pt x="278940" y="497996"/>
                </a:lnTo>
                <a:lnTo>
                  <a:pt x="300942" y="501015"/>
                </a:lnTo>
                <a:lnTo>
                  <a:pt x="322993" y="503653"/>
                </a:lnTo>
                <a:lnTo>
                  <a:pt x="345072" y="506006"/>
                </a:lnTo>
                <a:lnTo>
                  <a:pt x="367170" y="508121"/>
                </a:lnTo>
                <a:lnTo>
                  <a:pt x="389296" y="510045"/>
                </a:lnTo>
                <a:lnTo>
                  <a:pt x="411423" y="511807"/>
                </a:lnTo>
                <a:lnTo>
                  <a:pt x="433568" y="513445"/>
                </a:lnTo>
                <a:lnTo>
                  <a:pt x="455724" y="514950"/>
                </a:lnTo>
                <a:lnTo>
                  <a:pt x="477888" y="516360"/>
                </a:lnTo>
                <a:lnTo>
                  <a:pt x="500053" y="517674"/>
                </a:lnTo>
                <a:lnTo>
                  <a:pt x="522227" y="518893"/>
                </a:lnTo>
                <a:lnTo>
                  <a:pt x="544401" y="520046"/>
                </a:lnTo>
                <a:lnTo>
                  <a:pt x="566576" y="521122"/>
                </a:lnTo>
                <a:lnTo>
                  <a:pt x="588759" y="522132"/>
                </a:lnTo>
                <a:lnTo>
                  <a:pt x="610943" y="523084"/>
                </a:lnTo>
                <a:lnTo>
                  <a:pt x="633127" y="523970"/>
                </a:lnTo>
                <a:lnTo>
                  <a:pt x="655320" y="524808"/>
                </a:lnTo>
                <a:lnTo>
                  <a:pt x="677513" y="525590"/>
                </a:lnTo>
                <a:lnTo>
                  <a:pt x="699706" y="526323"/>
                </a:lnTo>
                <a:lnTo>
                  <a:pt x="721900" y="527018"/>
                </a:lnTo>
                <a:lnTo>
                  <a:pt x="744093" y="527666"/>
                </a:lnTo>
                <a:lnTo>
                  <a:pt x="766286" y="528276"/>
                </a:lnTo>
                <a:lnTo>
                  <a:pt x="788489" y="528838"/>
                </a:lnTo>
                <a:lnTo>
                  <a:pt x="810682" y="529371"/>
                </a:lnTo>
                <a:lnTo>
                  <a:pt x="832885" y="529857"/>
                </a:lnTo>
                <a:lnTo>
                  <a:pt x="855078" y="530314"/>
                </a:lnTo>
                <a:lnTo>
                  <a:pt x="877281" y="530733"/>
                </a:lnTo>
                <a:lnTo>
                  <a:pt x="899484" y="531114"/>
                </a:lnTo>
                <a:lnTo>
                  <a:pt x="921687" y="531466"/>
                </a:lnTo>
                <a:lnTo>
                  <a:pt x="943889" y="531781"/>
                </a:lnTo>
                <a:lnTo>
                  <a:pt x="966092" y="532067"/>
                </a:lnTo>
                <a:lnTo>
                  <a:pt x="988295" y="532324"/>
                </a:lnTo>
                <a:lnTo>
                  <a:pt x="1010498" y="532543"/>
                </a:lnTo>
                <a:lnTo>
                  <a:pt x="1032701" y="532743"/>
                </a:lnTo>
                <a:lnTo>
                  <a:pt x="1054903" y="532905"/>
                </a:lnTo>
                <a:lnTo>
                  <a:pt x="1077116" y="533038"/>
                </a:lnTo>
                <a:lnTo>
                  <a:pt x="1099318" y="533143"/>
                </a:lnTo>
                <a:lnTo>
                  <a:pt x="1121521" y="533219"/>
                </a:lnTo>
                <a:lnTo>
                  <a:pt x="1143724" y="533267"/>
                </a:lnTo>
                <a:lnTo>
                  <a:pt x="1165927" y="533276"/>
                </a:lnTo>
                <a:lnTo>
                  <a:pt x="1188139" y="533267"/>
                </a:lnTo>
                <a:lnTo>
                  <a:pt x="1210342" y="533229"/>
                </a:lnTo>
                <a:lnTo>
                  <a:pt x="1232545" y="533152"/>
                </a:lnTo>
                <a:lnTo>
                  <a:pt x="1254747" y="533057"/>
                </a:lnTo>
                <a:lnTo>
                  <a:pt x="1276950" y="532924"/>
                </a:lnTo>
                <a:lnTo>
                  <a:pt x="1299162" y="532771"/>
                </a:lnTo>
                <a:lnTo>
                  <a:pt x="1321365" y="532581"/>
                </a:lnTo>
                <a:lnTo>
                  <a:pt x="1343568" y="532362"/>
                </a:lnTo>
                <a:lnTo>
                  <a:pt x="1365771" y="532114"/>
                </a:lnTo>
                <a:lnTo>
                  <a:pt x="1387973" y="531828"/>
                </a:lnTo>
                <a:lnTo>
                  <a:pt x="1410176" y="531514"/>
                </a:lnTo>
                <a:lnTo>
                  <a:pt x="1432379" y="531171"/>
                </a:lnTo>
                <a:lnTo>
                  <a:pt x="1454582" y="530790"/>
                </a:lnTo>
                <a:lnTo>
                  <a:pt x="1476775" y="530381"/>
                </a:lnTo>
                <a:lnTo>
                  <a:pt x="1498978" y="529933"/>
                </a:lnTo>
                <a:lnTo>
                  <a:pt x="1521181" y="529447"/>
                </a:lnTo>
                <a:lnTo>
                  <a:pt x="1543374" y="528933"/>
                </a:lnTo>
                <a:lnTo>
                  <a:pt x="1565577" y="528371"/>
                </a:lnTo>
                <a:lnTo>
                  <a:pt x="1587770" y="527771"/>
                </a:lnTo>
                <a:lnTo>
                  <a:pt x="1609963" y="527133"/>
                </a:lnTo>
                <a:lnTo>
                  <a:pt x="1632166" y="526447"/>
                </a:lnTo>
                <a:lnTo>
                  <a:pt x="1654359" y="525713"/>
                </a:lnTo>
                <a:lnTo>
                  <a:pt x="1676543" y="524942"/>
                </a:lnTo>
                <a:lnTo>
                  <a:pt x="1698736" y="524113"/>
                </a:lnTo>
                <a:lnTo>
                  <a:pt x="1720920" y="523227"/>
                </a:lnTo>
                <a:lnTo>
                  <a:pt x="1743104" y="522294"/>
                </a:lnTo>
                <a:lnTo>
                  <a:pt x="1765287" y="521294"/>
                </a:lnTo>
                <a:lnTo>
                  <a:pt x="1787471" y="520227"/>
                </a:lnTo>
                <a:lnTo>
                  <a:pt x="1809645" y="519093"/>
                </a:lnTo>
                <a:lnTo>
                  <a:pt x="1831819" y="517884"/>
                </a:lnTo>
                <a:lnTo>
                  <a:pt x="1853984" y="516588"/>
                </a:lnTo>
                <a:lnTo>
                  <a:pt x="1876149" y="515188"/>
                </a:lnTo>
                <a:lnTo>
                  <a:pt x="1898294" y="513702"/>
                </a:lnTo>
                <a:lnTo>
                  <a:pt x="1920450" y="512093"/>
                </a:lnTo>
                <a:lnTo>
                  <a:pt x="1942586" y="510350"/>
                </a:lnTo>
                <a:lnTo>
                  <a:pt x="1964703" y="508454"/>
                </a:lnTo>
                <a:lnTo>
                  <a:pt x="1986810" y="506368"/>
                </a:lnTo>
                <a:lnTo>
                  <a:pt x="2008899" y="504063"/>
                </a:lnTo>
                <a:lnTo>
                  <a:pt x="2030949" y="501472"/>
                </a:lnTo>
                <a:lnTo>
                  <a:pt x="2052961" y="498529"/>
                </a:lnTo>
                <a:lnTo>
                  <a:pt x="2074888" y="495071"/>
                </a:lnTo>
                <a:lnTo>
                  <a:pt x="2096681" y="490823"/>
                </a:lnTo>
                <a:lnTo>
                  <a:pt x="2118131" y="485108"/>
                </a:lnTo>
                <a:lnTo>
                  <a:pt x="2137353" y="474593"/>
                </a:lnTo>
                <a:lnTo>
                  <a:pt x="2145687" y="454085"/>
                </a:lnTo>
                <a:lnTo>
                  <a:pt x="2154250" y="433597"/>
                </a:lnTo>
                <a:lnTo>
                  <a:pt x="2162813" y="413109"/>
                </a:lnTo>
                <a:lnTo>
                  <a:pt x="2171376" y="392630"/>
                </a:lnTo>
                <a:lnTo>
                  <a:pt x="2179949" y="372142"/>
                </a:lnTo>
                <a:lnTo>
                  <a:pt x="2188512" y="351653"/>
                </a:lnTo>
                <a:lnTo>
                  <a:pt x="2197075" y="331165"/>
                </a:lnTo>
                <a:lnTo>
                  <a:pt x="2205638" y="310677"/>
                </a:lnTo>
                <a:lnTo>
                  <a:pt x="2214201" y="290198"/>
                </a:lnTo>
                <a:lnTo>
                  <a:pt x="2222773" y="269710"/>
                </a:lnTo>
                <a:lnTo>
                  <a:pt x="2231336" y="249222"/>
                </a:lnTo>
                <a:lnTo>
                  <a:pt x="2239899" y="228733"/>
                </a:lnTo>
                <a:lnTo>
                  <a:pt x="2248462" y="208245"/>
                </a:lnTo>
                <a:lnTo>
                  <a:pt x="2257034" y="187766"/>
                </a:lnTo>
                <a:lnTo>
                  <a:pt x="2265597" y="167278"/>
                </a:lnTo>
                <a:lnTo>
                  <a:pt x="2274160" y="146790"/>
                </a:lnTo>
                <a:lnTo>
                  <a:pt x="2282723" y="126302"/>
                </a:lnTo>
                <a:lnTo>
                  <a:pt x="2291286" y="105813"/>
                </a:lnTo>
                <a:lnTo>
                  <a:pt x="2299859" y="85334"/>
                </a:lnTo>
                <a:lnTo>
                  <a:pt x="2308422" y="64846"/>
                </a:lnTo>
                <a:lnTo>
                  <a:pt x="2316985" y="44358"/>
                </a:lnTo>
                <a:lnTo>
                  <a:pt x="2325548" y="23870"/>
                </a:lnTo>
                <a:lnTo>
                  <a:pt x="2334111" y="3381"/>
                </a:lnTo>
                <a:lnTo>
                  <a:pt x="2321547" y="10801"/>
                </a:lnTo>
                <a:lnTo>
                  <a:pt x="2300192" y="16840"/>
                </a:lnTo>
                <a:lnTo>
                  <a:pt x="2278399" y="21088"/>
                </a:lnTo>
                <a:lnTo>
                  <a:pt x="2256463" y="24489"/>
                </a:lnTo>
                <a:lnTo>
                  <a:pt x="2234441" y="27375"/>
                </a:lnTo>
                <a:lnTo>
                  <a:pt x="2212381" y="29889"/>
                </a:lnTo>
                <a:lnTo>
                  <a:pt x="2190293" y="32128"/>
                </a:lnTo>
                <a:lnTo>
                  <a:pt x="2168176" y="34157"/>
                </a:lnTo>
                <a:lnTo>
                  <a:pt x="2146049" y="36005"/>
                </a:lnTo>
                <a:lnTo>
                  <a:pt x="2123913" y="37709"/>
                </a:lnTo>
                <a:lnTo>
                  <a:pt x="2101767" y="39291"/>
                </a:lnTo>
                <a:lnTo>
                  <a:pt x="2079612" y="40757"/>
                </a:lnTo>
                <a:lnTo>
                  <a:pt x="2057448" y="42129"/>
                </a:lnTo>
                <a:lnTo>
                  <a:pt x="2035283" y="43424"/>
                </a:lnTo>
                <a:lnTo>
                  <a:pt x="2013109" y="44634"/>
                </a:lnTo>
                <a:lnTo>
                  <a:pt x="1990935" y="45787"/>
                </a:lnTo>
                <a:lnTo>
                  <a:pt x="1968751" y="46863"/>
                </a:lnTo>
                <a:lnTo>
                  <a:pt x="1946577" y="47882"/>
                </a:lnTo>
                <a:lnTo>
                  <a:pt x="1924393" y="48844"/>
                </a:lnTo>
                <a:lnTo>
                  <a:pt x="1902200" y="49759"/>
                </a:lnTo>
                <a:lnTo>
                  <a:pt x="1880016" y="50625"/>
                </a:lnTo>
                <a:lnTo>
                  <a:pt x="1857823" y="51445"/>
                </a:lnTo>
                <a:lnTo>
                  <a:pt x="1835639" y="52226"/>
                </a:lnTo>
                <a:lnTo>
                  <a:pt x="1813446" y="52969"/>
                </a:lnTo>
                <a:lnTo>
                  <a:pt x="1791252" y="53673"/>
                </a:lnTo>
                <a:lnTo>
                  <a:pt x="1769050" y="54340"/>
                </a:lnTo>
                <a:lnTo>
                  <a:pt x="1746856" y="54978"/>
                </a:lnTo>
                <a:lnTo>
                  <a:pt x="1724663" y="55578"/>
                </a:lnTo>
                <a:lnTo>
                  <a:pt x="1702460" y="56140"/>
                </a:lnTo>
                <a:lnTo>
                  <a:pt x="1680267" y="56683"/>
                </a:lnTo>
                <a:lnTo>
                  <a:pt x="1658064" y="57198"/>
                </a:lnTo>
                <a:lnTo>
                  <a:pt x="1635871" y="57674"/>
                </a:lnTo>
                <a:lnTo>
                  <a:pt x="1613668" y="58131"/>
                </a:lnTo>
                <a:lnTo>
                  <a:pt x="1591466" y="58560"/>
                </a:lnTo>
                <a:lnTo>
                  <a:pt x="1569263" y="58969"/>
                </a:lnTo>
                <a:lnTo>
                  <a:pt x="1547060" y="59341"/>
                </a:lnTo>
                <a:lnTo>
                  <a:pt x="1524857" y="59693"/>
                </a:lnTo>
                <a:lnTo>
                  <a:pt x="1502664" y="60027"/>
                </a:lnTo>
                <a:lnTo>
                  <a:pt x="1480461" y="60331"/>
                </a:lnTo>
                <a:lnTo>
                  <a:pt x="1458258" y="60617"/>
                </a:lnTo>
                <a:lnTo>
                  <a:pt x="1436056" y="60874"/>
                </a:lnTo>
                <a:lnTo>
                  <a:pt x="1413843" y="61103"/>
                </a:lnTo>
                <a:lnTo>
                  <a:pt x="1391641" y="61331"/>
                </a:lnTo>
                <a:lnTo>
                  <a:pt x="1369438" y="61522"/>
                </a:lnTo>
                <a:lnTo>
                  <a:pt x="1347235" y="61693"/>
                </a:lnTo>
                <a:lnTo>
                  <a:pt x="1325032" y="61855"/>
                </a:lnTo>
                <a:lnTo>
                  <a:pt x="1302830" y="61979"/>
                </a:lnTo>
                <a:lnTo>
                  <a:pt x="1280627" y="62103"/>
                </a:lnTo>
                <a:lnTo>
                  <a:pt x="1258414" y="62179"/>
                </a:lnTo>
                <a:lnTo>
                  <a:pt x="1236212" y="62255"/>
                </a:lnTo>
                <a:lnTo>
                  <a:pt x="1214009" y="62313"/>
                </a:lnTo>
                <a:lnTo>
                  <a:pt x="1191806" y="62341"/>
                </a:lnTo>
                <a:lnTo>
                  <a:pt x="1169603" y="62360"/>
                </a:lnTo>
                <a:lnTo>
                  <a:pt x="1147391" y="62341"/>
                </a:lnTo>
                <a:lnTo>
                  <a:pt x="1125188" y="62322"/>
                </a:lnTo>
                <a:lnTo>
                  <a:pt x="1102985" y="62274"/>
                </a:lnTo>
                <a:lnTo>
                  <a:pt x="1080783" y="62198"/>
                </a:lnTo>
                <a:lnTo>
                  <a:pt x="1058580" y="62122"/>
                </a:lnTo>
                <a:lnTo>
                  <a:pt x="1036368" y="61998"/>
                </a:lnTo>
                <a:lnTo>
                  <a:pt x="1014165" y="61874"/>
                </a:lnTo>
                <a:lnTo>
                  <a:pt x="991962" y="61722"/>
                </a:lnTo>
                <a:lnTo>
                  <a:pt x="969759" y="61551"/>
                </a:lnTo>
                <a:lnTo>
                  <a:pt x="947557" y="61370"/>
                </a:lnTo>
                <a:lnTo>
                  <a:pt x="925354" y="61141"/>
                </a:lnTo>
                <a:lnTo>
                  <a:pt x="903151" y="60912"/>
                </a:lnTo>
                <a:lnTo>
                  <a:pt x="880948" y="60655"/>
                </a:lnTo>
                <a:lnTo>
                  <a:pt x="858745" y="60379"/>
                </a:lnTo>
                <a:lnTo>
                  <a:pt x="836543" y="60074"/>
                </a:lnTo>
                <a:lnTo>
                  <a:pt x="814340" y="59750"/>
                </a:lnTo>
                <a:lnTo>
                  <a:pt x="792137" y="59407"/>
                </a:lnTo>
                <a:lnTo>
                  <a:pt x="769934" y="59026"/>
                </a:lnTo>
                <a:lnTo>
                  <a:pt x="747732" y="58626"/>
                </a:lnTo>
                <a:lnTo>
                  <a:pt x="725529" y="58207"/>
                </a:lnTo>
                <a:lnTo>
                  <a:pt x="703326" y="57750"/>
                </a:lnTo>
                <a:lnTo>
                  <a:pt x="681133" y="57274"/>
                </a:lnTo>
                <a:lnTo>
                  <a:pt x="658930" y="56769"/>
                </a:lnTo>
                <a:lnTo>
                  <a:pt x="636737" y="56236"/>
                </a:lnTo>
                <a:lnTo>
                  <a:pt x="614534" y="55674"/>
                </a:lnTo>
                <a:lnTo>
                  <a:pt x="592341" y="55074"/>
                </a:lnTo>
                <a:lnTo>
                  <a:pt x="570147" y="54445"/>
                </a:lnTo>
                <a:lnTo>
                  <a:pt x="547945" y="53788"/>
                </a:lnTo>
                <a:lnTo>
                  <a:pt x="525751" y="53083"/>
                </a:lnTo>
                <a:lnTo>
                  <a:pt x="503558" y="52349"/>
                </a:lnTo>
                <a:lnTo>
                  <a:pt x="481374" y="51578"/>
                </a:lnTo>
                <a:lnTo>
                  <a:pt x="459181" y="50759"/>
                </a:lnTo>
                <a:lnTo>
                  <a:pt x="436988" y="49901"/>
                </a:lnTo>
                <a:lnTo>
                  <a:pt x="414804" y="48997"/>
                </a:lnTo>
                <a:lnTo>
                  <a:pt x="392621" y="48035"/>
                </a:lnTo>
                <a:lnTo>
                  <a:pt x="370437" y="47025"/>
                </a:lnTo>
                <a:lnTo>
                  <a:pt x="348263" y="45958"/>
                </a:lnTo>
                <a:lnTo>
                  <a:pt x="326088" y="44834"/>
                </a:lnTo>
                <a:lnTo>
                  <a:pt x="303914" y="43634"/>
                </a:lnTo>
                <a:lnTo>
                  <a:pt x="281740" y="42358"/>
                </a:lnTo>
                <a:lnTo>
                  <a:pt x="259585" y="40996"/>
                </a:lnTo>
                <a:lnTo>
                  <a:pt x="237420" y="39538"/>
                </a:lnTo>
                <a:lnTo>
                  <a:pt x="215275" y="37986"/>
                </a:lnTo>
                <a:lnTo>
                  <a:pt x="193129" y="36300"/>
                </a:lnTo>
                <a:lnTo>
                  <a:pt x="171002" y="34471"/>
                </a:lnTo>
                <a:lnTo>
                  <a:pt x="148885" y="32480"/>
                </a:lnTo>
                <a:lnTo>
                  <a:pt x="126797" y="30270"/>
                </a:lnTo>
                <a:lnTo>
                  <a:pt x="104727" y="27813"/>
                </a:lnTo>
                <a:lnTo>
                  <a:pt x="82706" y="25003"/>
                </a:lnTo>
                <a:lnTo>
                  <a:pt x="60741" y="21698"/>
                </a:lnTo>
                <a:lnTo>
                  <a:pt x="38919" y="17621"/>
                </a:lnTo>
                <a:lnTo>
                  <a:pt x="17440" y="12021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38" name="funnel-step-cap-2">
            <a:extLst xmlns:a="http://schemas.openxmlformats.org/drawingml/2006/main">
              <a:ext uri="{FF2B5EF4-FFF2-40B4-BE49-F238E27FC236}">
                <a16:creationId xmlns:a16="http://schemas.microsoft.com/office/drawing/2014/main" id="{C893BA63-7009-4F5F-A663-2C72D8EA1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451879" y="3629282"/>
            <a:ext cx="2335482" cy="17728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39" name="funnel-step-body-3">
            <a:extLst xmlns:a="http://schemas.openxmlformats.org/drawingml/2006/main">
              <a:ext uri="{FF2B5EF4-FFF2-40B4-BE49-F238E27FC236}">
                <a16:creationId xmlns:a16="http://schemas.microsoft.com/office/drawing/2014/main" id="{1FE284C5-AA5B-4379-B131-7CFF9A270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648742" y="4319588"/>
            <a:ext cx="1941690" cy="533276"/>
          </a:xfrm>
          <a:custGeom xmlns:a="http://schemas.openxmlformats.org/drawingml/2006/main">
            <a:pathLst>
              <a:path w="1941690" h="533276">
                <a:moveTo>
                  <a:pt x="0" y="0"/>
                </a:moveTo>
                <a:lnTo>
                  <a:pt x="6953" y="17688"/>
                </a:lnTo>
                <a:lnTo>
                  <a:pt x="13907" y="35366"/>
                </a:lnTo>
                <a:lnTo>
                  <a:pt x="20860" y="53054"/>
                </a:lnTo>
                <a:lnTo>
                  <a:pt x="27813" y="70742"/>
                </a:lnTo>
                <a:lnTo>
                  <a:pt x="34766" y="88430"/>
                </a:lnTo>
                <a:lnTo>
                  <a:pt x="41720" y="106109"/>
                </a:lnTo>
                <a:lnTo>
                  <a:pt x="48682" y="123796"/>
                </a:lnTo>
                <a:lnTo>
                  <a:pt x="55636" y="141484"/>
                </a:lnTo>
                <a:lnTo>
                  <a:pt x="62589" y="159172"/>
                </a:lnTo>
                <a:lnTo>
                  <a:pt x="69542" y="176851"/>
                </a:lnTo>
                <a:lnTo>
                  <a:pt x="76495" y="194539"/>
                </a:lnTo>
                <a:lnTo>
                  <a:pt x="83449" y="212227"/>
                </a:lnTo>
                <a:lnTo>
                  <a:pt x="90402" y="229914"/>
                </a:lnTo>
                <a:lnTo>
                  <a:pt x="97355" y="247593"/>
                </a:lnTo>
                <a:lnTo>
                  <a:pt x="104308" y="265281"/>
                </a:lnTo>
                <a:lnTo>
                  <a:pt x="111262" y="282969"/>
                </a:lnTo>
                <a:lnTo>
                  <a:pt x="118215" y="300647"/>
                </a:lnTo>
                <a:lnTo>
                  <a:pt x="125168" y="318335"/>
                </a:lnTo>
                <a:lnTo>
                  <a:pt x="132121" y="336023"/>
                </a:lnTo>
                <a:lnTo>
                  <a:pt x="139084" y="353711"/>
                </a:lnTo>
                <a:lnTo>
                  <a:pt x="146037" y="371389"/>
                </a:lnTo>
                <a:lnTo>
                  <a:pt x="152991" y="389077"/>
                </a:lnTo>
                <a:lnTo>
                  <a:pt x="159944" y="406765"/>
                </a:lnTo>
                <a:lnTo>
                  <a:pt x="166897" y="424453"/>
                </a:lnTo>
                <a:lnTo>
                  <a:pt x="173850" y="442131"/>
                </a:lnTo>
                <a:lnTo>
                  <a:pt x="180804" y="459819"/>
                </a:lnTo>
                <a:lnTo>
                  <a:pt x="188185" y="477117"/>
                </a:lnTo>
                <a:lnTo>
                  <a:pt x="204702" y="486251"/>
                </a:lnTo>
                <a:lnTo>
                  <a:pt x="222856" y="491814"/>
                </a:lnTo>
                <a:lnTo>
                  <a:pt x="241383" y="496033"/>
                </a:lnTo>
                <a:lnTo>
                  <a:pt x="260071" y="499491"/>
                </a:lnTo>
                <a:lnTo>
                  <a:pt x="278844" y="502463"/>
                </a:lnTo>
                <a:lnTo>
                  <a:pt x="297666" y="505063"/>
                </a:lnTo>
                <a:lnTo>
                  <a:pt x="316525" y="507378"/>
                </a:lnTo>
                <a:lnTo>
                  <a:pt x="335413" y="509483"/>
                </a:lnTo>
                <a:lnTo>
                  <a:pt x="354320" y="511388"/>
                </a:lnTo>
                <a:lnTo>
                  <a:pt x="373247" y="513140"/>
                </a:lnTo>
                <a:lnTo>
                  <a:pt x="392182" y="514760"/>
                </a:lnTo>
                <a:lnTo>
                  <a:pt x="411128" y="516245"/>
                </a:lnTo>
                <a:lnTo>
                  <a:pt x="430073" y="517646"/>
                </a:lnTo>
                <a:lnTo>
                  <a:pt x="449037" y="518932"/>
                </a:lnTo>
                <a:lnTo>
                  <a:pt x="468001" y="520141"/>
                </a:lnTo>
                <a:lnTo>
                  <a:pt x="486966" y="521275"/>
                </a:lnTo>
                <a:lnTo>
                  <a:pt x="505939" y="522332"/>
                </a:lnTo>
                <a:lnTo>
                  <a:pt x="524923" y="523313"/>
                </a:lnTo>
                <a:lnTo>
                  <a:pt x="543906" y="524237"/>
                </a:lnTo>
                <a:lnTo>
                  <a:pt x="562889" y="525104"/>
                </a:lnTo>
                <a:lnTo>
                  <a:pt x="581873" y="525913"/>
                </a:lnTo>
                <a:lnTo>
                  <a:pt x="600856" y="526675"/>
                </a:lnTo>
                <a:lnTo>
                  <a:pt x="619849" y="527380"/>
                </a:lnTo>
                <a:lnTo>
                  <a:pt x="638842" y="528037"/>
                </a:lnTo>
                <a:lnTo>
                  <a:pt x="657835" y="528647"/>
                </a:lnTo>
                <a:lnTo>
                  <a:pt x="676827" y="529219"/>
                </a:lnTo>
                <a:lnTo>
                  <a:pt x="695830" y="529752"/>
                </a:lnTo>
                <a:lnTo>
                  <a:pt x="714823" y="530238"/>
                </a:lnTo>
                <a:lnTo>
                  <a:pt x="733825" y="530685"/>
                </a:lnTo>
                <a:lnTo>
                  <a:pt x="752818" y="531095"/>
                </a:lnTo>
                <a:lnTo>
                  <a:pt x="771820" y="531466"/>
                </a:lnTo>
                <a:lnTo>
                  <a:pt x="790823" y="531800"/>
                </a:lnTo>
                <a:lnTo>
                  <a:pt x="809825" y="532095"/>
                </a:lnTo>
                <a:lnTo>
                  <a:pt x="828827" y="532362"/>
                </a:lnTo>
                <a:lnTo>
                  <a:pt x="847830" y="532590"/>
                </a:lnTo>
                <a:lnTo>
                  <a:pt x="866832" y="532790"/>
                </a:lnTo>
                <a:lnTo>
                  <a:pt x="885835" y="532952"/>
                </a:lnTo>
                <a:lnTo>
                  <a:pt x="904837" y="533076"/>
                </a:lnTo>
                <a:lnTo>
                  <a:pt x="923839" y="533181"/>
                </a:lnTo>
                <a:lnTo>
                  <a:pt x="942842" y="533238"/>
                </a:lnTo>
                <a:lnTo>
                  <a:pt x="961844" y="533276"/>
                </a:lnTo>
                <a:lnTo>
                  <a:pt x="980846" y="533276"/>
                </a:lnTo>
                <a:lnTo>
                  <a:pt x="999849" y="533238"/>
                </a:lnTo>
                <a:lnTo>
                  <a:pt x="1018851" y="533171"/>
                </a:lnTo>
                <a:lnTo>
                  <a:pt x="1037854" y="533076"/>
                </a:lnTo>
                <a:lnTo>
                  <a:pt x="1056856" y="532943"/>
                </a:lnTo>
                <a:lnTo>
                  <a:pt x="1075868" y="532781"/>
                </a:lnTo>
                <a:lnTo>
                  <a:pt x="1094870" y="532581"/>
                </a:lnTo>
                <a:lnTo>
                  <a:pt x="1113863" y="532352"/>
                </a:lnTo>
                <a:lnTo>
                  <a:pt x="1132865" y="532086"/>
                </a:lnTo>
                <a:lnTo>
                  <a:pt x="1151868" y="531781"/>
                </a:lnTo>
                <a:lnTo>
                  <a:pt x="1170870" y="531447"/>
                </a:lnTo>
                <a:lnTo>
                  <a:pt x="1189873" y="531076"/>
                </a:lnTo>
                <a:lnTo>
                  <a:pt x="1208865" y="530666"/>
                </a:lnTo>
                <a:lnTo>
                  <a:pt x="1227868" y="530209"/>
                </a:lnTo>
                <a:lnTo>
                  <a:pt x="1246861" y="529723"/>
                </a:lnTo>
                <a:lnTo>
                  <a:pt x="1265863" y="529190"/>
                </a:lnTo>
                <a:lnTo>
                  <a:pt x="1284856" y="528618"/>
                </a:lnTo>
                <a:lnTo>
                  <a:pt x="1303849" y="528009"/>
                </a:lnTo>
                <a:lnTo>
                  <a:pt x="1322842" y="527342"/>
                </a:lnTo>
                <a:lnTo>
                  <a:pt x="1341834" y="526637"/>
                </a:lnTo>
                <a:lnTo>
                  <a:pt x="1360818" y="525875"/>
                </a:lnTo>
                <a:lnTo>
                  <a:pt x="1379801" y="525066"/>
                </a:lnTo>
                <a:lnTo>
                  <a:pt x="1398784" y="524199"/>
                </a:lnTo>
                <a:lnTo>
                  <a:pt x="1417768" y="523265"/>
                </a:lnTo>
                <a:lnTo>
                  <a:pt x="1436751" y="522275"/>
                </a:lnTo>
                <a:lnTo>
                  <a:pt x="1455725" y="521218"/>
                </a:lnTo>
                <a:lnTo>
                  <a:pt x="1474689" y="520084"/>
                </a:lnTo>
                <a:lnTo>
                  <a:pt x="1493653" y="518874"/>
                </a:lnTo>
                <a:lnTo>
                  <a:pt x="1512618" y="517579"/>
                </a:lnTo>
                <a:lnTo>
                  <a:pt x="1531563" y="516179"/>
                </a:lnTo>
                <a:lnTo>
                  <a:pt x="1550508" y="514683"/>
                </a:lnTo>
                <a:lnTo>
                  <a:pt x="1569444" y="513055"/>
                </a:lnTo>
                <a:lnTo>
                  <a:pt x="1588370" y="511302"/>
                </a:lnTo>
                <a:lnTo>
                  <a:pt x="1607268" y="509378"/>
                </a:lnTo>
                <a:lnTo>
                  <a:pt x="1626156" y="507273"/>
                </a:lnTo>
                <a:lnTo>
                  <a:pt x="1645015" y="504939"/>
                </a:lnTo>
                <a:lnTo>
                  <a:pt x="1663837" y="502320"/>
                </a:lnTo>
                <a:lnTo>
                  <a:pt x="1682610" y="499339"/>
                </a:lnTo>
                <a:lnTo>
                  <a:pt x="1701289" y="495843"/>
                </a:lnTo>
                <a:lnTo>
                  <a:pt x="1719805" y="491585"/>
                </a:lnTo>
                <a:lnTo>
                  <a:pt x="1737932" y="485927"/>
                </a:lnTo>
                <a:lnTo>
                  <a:pt x="1754210" y="476441"/>
                </a:lnTo>
                <a:lnTo>
                  <a:pt x="1761306" y="458962"/>
                </a:lnTo>
                <a:lnTo>
                  <a:pt x="1768259" y="441274"/>
                </a:lnTo>
                <a:lnTo>
                  <a:pt x="1775212" y="423586"/>
                </a:lnTo>
                <a:lnTo>
                  <a:pt x="1782166" y="405898"/>
                </a:lnTo>
                <a:lnTo>
                  <a:pt x="1789119" y="388220"/>
                </a:lnTo>
                <a:lnTo>
                  <a:pt x="1796072" y="370532"/>
                </a:lnTo>
                <a:lnTo>
                  <a:pt x="1803025" y="352844"/>
                </a:lnTo>
                <a:lnTo>
                  <a:pt x="1809979" y="335166"/>
                </a:lnTo>
                <a:lnTo>
                  <a:pt x="1816932" y="317478"/>
                </a:lnTo>
                <a:lnTo>
                  <a:pt x="1823885" y="299790"/>
                </a:lnTo>
                <a:lnTo>
                  <a:pt x="1830838" y="282102"/>
                </a:lnTo>
                <a:lnTo>
                  <a:pt x="1837792" y="264424"/>
                </a:lnTo>
                <a:lnTo>
                  <a:pt x="1844745" y="246736"/>
                </a:lnTo>
                <a:lnTo>
                  <a:pt x="1851708" y="229048"/>
                </a:lnTo>
                <a:lnTo>
                  <a:pt x="1858661" y="211360"/>
                </a:lnTo>
                <a:lnTo>
                  <a:pt x="1865614" y="193681"/>
                </a:lnTo>
                <a:lnTo>
                  <a:pt x="1872567" y="175993"/>
                </a:lnTo>
                <a:lnTo>
                  <a:pt x="1879521" y="158306"/>
                </a:lnTo>
                <a:lnTo>
                  <a:pt x="1886474" y="140627"/>
                </a:lnTo>
                <a:lnTo>
                  <a:pt x="1893427" y="122939"/>
                </a:lnTo>
                <a:lnTo>
                  <a:pt x="1900380" y="105251"/>
                </a:lnTo>
                <a:lnTo>
                  <a:pt x="1907334" y="87563"/>
                </a:lnTo>
                <a:lnTo>
                  <a:pt x="1914287" y="69885"/>
                </a:lnTo>
                <a:lnTo>
                  <a:pt x="1921240" y="52197"/>
                </a:lnTo>
                <a:lnTo>
                  <a:pt x="1928193" y="34509"/>
                </a:lnTo>
                <a:lnTo>
                  <a:pt x="1935147" y="16821"/>
                </a:lnTo>
                <a:lnTo>
                  <a:pt x="1941690" y="924"/>
                </a:lnTo>
                <a:lnTo>
                  <a:pt x="1927117" y="12078"/>
                </a:lnTo>
                <a:lnTo>
                  <a:pt x="1908991" y="17736"/>
                </a:lnTo>
                <a:lnTo>
                  <a:pt x="1890436" y="21860"/>
                </a:lnTo>
                <a:lnTo>
                  <a:pt x="1871739" y="25203"/>
                </a:lnTo>
                <a:lnTo>
                  <a:pt x="1852946" y="28061"/>
                </a:lnTo>
                <a:lnTo>
                  <a:pt x="1834105" y="30556"/>
                </a:lnTo>
                <a:lnTo>
                  <a:pt x="1815236" y="32785"/>
                </a:lnTo>
                <a:lnTo>
                  <a:pt x="1796339" y="34804"/>
                </a:lnTo>
                <a:lnTo>
                  <a:pt x="1777432" y="36652"/>
                </a:lnTo>
                <a:lnTo>
                  <a:pt x="1758506" y="38357"/>
                </a:lnTo>
                <a:lnTo>
                  <a:pt x="1739560" y="39929"/>
                </a:lnTo>
                <a:lnTo>
                  <a:pt x="1720615" y="41396"/>
                </a:lnTo>
                <a:lnTo>
                  <a:pt x="1701660" y="42767"/>
                </a:lnTo>
                <a:lnTo>
                  <a:pt x="1682706" y="44053"/>
                </a:lnTo>
                <a:lnTo>
                  <a:pt x="1663741" y="45263"/>
                </a:lnTo>
                <a:lnTo>
                  <a:pt x="1644767" y="46396"/>
                </a:lnTo>
                <a:lnTo>
                  <a:pt x="1625794" y="47473"/>
                </a:lnTo>
                <a:lnTo>
                  <a:pt x="1606820" y="48492"/>
                </a:lnTo>
                <a:lnTo>
                  <a:pt x="1587837" y="49444"/>
                </a:lnTo>
                <a:lnTo>
                  <a:pt x="1568863" y="50359"/>
                </a:lnTo>
                <a:lnTo>
                  <a:pt x="1549870" y="51216"/>
                </a:lnTo>
                <a:lnTo>
                  <a:pt x="1530887" y="52035"/>
                </a:lnTo>
                <a:lnTo>
                  <a:pt x="1511903" y="52807"/>
                </a:lnTo>
                <a:lnTo>
                  <a:pt x="1492910" y="53540"/>
                </a:lnTo>
                <a:lnTo>
                  <a:pt x="1473918" y="54226"/>
                </a:lnTo>
                <a:lnTo>
                  <a:pt x="1454925" y="54883"/>
                </a:lnTo>
                <a:lnTo>
                  <a:pt x="1435932" y="55512"/>
                </a:lnTo>
                <a:lnTo>
                  <a:pt x="1416939" y="56093"/>
                </a:lnTo>
                <a:lnTo>
                  <a:pt x="1397946" y="56655"/>
                </a:lnTo>
                <a:lnTo>
                  <a:pt x="1378953" y="57179"/>
                </a:lnTo>
                <a:lnTo>
                  <a:pt x="1359951" y="57674"/>
                </a:lnTo>
                <a:lnTo>
                  <a:pt x="1340958" y="58141"/>
                </a:lnTo>
                <a:lnTo>
                  <a:pt x="1321956" y="58588"/>
                </a:lnTo>
                <a:lnTo>
                  <a:pt x="1302963" y="58998"/>
                </a:lnTo>
                <a:lnTo>
                  <a:pt x="1283960" y="59388"/>
                </a:lnTo>
                <a:lnTo>
                  <a:pt x="1264958" y="59750"/>
                </a:lnTo>
                <a:lnTo>
                  <a:pt x="1245956" y="60084"/>
                </a:lnTo>
                <a:lnTo>
                  <a:pt x="1226953" y="60389"/>
                </a:lnTo>
                <a:lnTo>
                  <a:pt x="1207961" y="60674"/>
                </a:lnTo>
                <a:lnTo>
                  <a:pt x="1188958" y="60941"/>
                </a:lnTo>
                <a:lnTo>
                  <a:pt x="1169956" y="61179"/>
                </a:lnTo>
                <a:lnTo>
                  <a:pt x="1150953" y="61398"/>
                </a:lnTo>
                <a:lnTo>
                  <a:pt x="1131951" y="61598"/>
                </a:lnTo>
                <a:lnTo>
                  <a:pt x="1112949" y="61760"/>
                </a:lnTo>
                <a:lnTo>
                  <a:pt x="1093946" y="61913"/>
                </a:lnTo>
                <a:lnTo>
                  <a:pt x="1074934" y="62046"/>
                </a:lnTo>
                <a:lnTo>
                  <a:pt x="1055932" y="62151"/>
                </a:lnTo>
                <a:lnTo>
                  <a:pt x="1036930" y="62236"/>
                </a:lnTo>
                <a:lnTo>
                  <a:pt x="1017927" y="62303"/>
                </a:lnTo>
                <a:lnTo>
                  <a:pt x="998925" y="62341"/>
                </a:lnTo>
                <a:lnTo>
                  <a:pt x="979922" y="62360"/>
                </a:lnTo>
                <a:lnTo>
                  <a:pt x="960920" y="62360"/>
                </a:lnTo>
                <a:lnTo>
                  <a:pt x="941918" y="62341"/>
                </a:lnTo>
                <a:lnTo>
                  <a:pt x="922915" y="62294"/>
                </a:lnTo>
                <a:lnTo>
                  <a:pt x="903913" y="62227"/>
                </a:lnTo>
                <a:lnTo>
                  <a:pt x="884911" y="62141"/>
                </a:lnTo>
                <a:lnTo>
                  <a:pt x="865899" y="62036"/>
                </a:lnTo>
                <a:lnTo>
                  <a:pt x="846896" y="61903"/>
                </a:lnTo>
                <a:lnTo>
                  <a:pt x="827894" y="61760"/>
                </a:lnTo>
                <a:lnTo>
                  <a:pt x="808892" y="61589"/>
                </a:lnTo>
                <a:lnTo>
                  <a:pt x="789889" y="61389"/>
                </a:lnTo>
                <a:lnTo>
                  <a:pt x="770887" y="61170"/>
                </a:lnTo>
                <a:lnTo>
                  <a:pt x="751884" y="60931"/>
                </a:lnTo>
                <a:lnTo>
                  <a:pt x="732882" y="60665"/>
                </a:lnTo>
                <a:lnTo>
                  <a:pt x="713889" y="60379"/>
                </a:lnTo>
                <a:lnTo>
                  <a:pt x="694887" y="60065"/>
                </a:lnTo>
                <a:lnTo>
                  <a:pt x="675884" y="59731"/>
                </a:lnTo>
                <a:lnTo>
                  <a:pt x="656882" y="59369"/>
                </a:lnTo>
                <a:lnTo>
                  <a:pt x="637889" y="58979"/>
                </a:lnTo>
                <a:lnTo>
                  <a:pt x="618887" y="58569"/>
                </a:lnTo>
                <a:lnTo>
                  <a:pt x="599885" y="58122"/>
                </a:lnTo>
                <a:lnTo>
                  <a:pt x="580892" y="57655"/>
                </a:lnTo>
                <a:lnTo>
                  <a:pt x="561889" y="57160"/>
                </a:lnTo>
                <a:lnTo>
                  <a:pt x="542896" y="56626"/>
                </a:lnTo>
                <a:lnTo>
                  <a:pt x="523904" y="56074"/>
                </a:lnTo>
                <a:lnTo>
                  <a:pt x="504911" y="55483"/>
                </a:lnTo>
                <a:lnTo>
                  <a:pt x="485918" y="54854"/>
                </a:lnTo>
                <a:lnTo>
                  <a:pt x="466925" y="54197"/>
                </a:lnTo>
                <a:lnTo>
                  <a:pt x="447932" y="53502"/>
                </a:lnTo>
                <a:lnTo>
                  <a:pt x="428939" y="52769"/>
                </a:lnTo>
                <a:lnTo>
                  <a:pt x="409956" y="51997"/>
                </a:lnTo>
                <a:lnTo>
                  <a:pt x="390973" y="51178"/>
                </a:lnTo>
                <a:lnTo>
                  <a:pt x="371989" y="50311"/>
                </a:lnTo>
                <a:lnTo>
                  <a:pt x="353006" y="49406"/>
                </a:lnTo>
                <a:lnTo>
                  <a:pt x="334023" y="48435"/>
                </a:lnTo>
                <a:lnTo>
                  <a:pt x="315049" y="47425"/>
                </a:lnTo>
                <a:lnTo>
                  <a:pt x="296075" y="46349"/>
                </a:lnTo>
                <a:lnTo>
                  <a:pt x="277111" y="45206"/>
                </a:lnTo>
                <a:lnTo>
                  <a:pt x="258147" y="43996"/>
                </a:lnTo>
                <a:lnTo>
                  <a:pt x="239182" y="42710"/>
                </a:lnTo>
                <a:lnTo>
                  <a:pt x="220228" y="41329"/>
                </a:lnTo>
                <a:lnTo>
                  <a:pt x="201282" y="39853"/>
                </a:lnTo>
                <a:lnTo>
                  <a:pt x="182347" y="38271"/>
                </a:lnTo>
                <a:lnTo>
                  <a:pt x="163420" y="36566"/>
                </a:lnTo>
                <a:lnTo>
                  <a:pt x="144504" y="34719"/>
                </a:lnTo>
                <a:lnTo>
                  <a:pt x="125616" y="32680"/>
                </a:lnTo>
                <a:lnTo>
                  <a:pt x="106737" y="30442"/>
                </a:lnTo>
                <a:lnTo>
                  <a:pt x="87906" y="27927"/>
                </a:lnTo>
                <a:lnTo>
                  <a:pt x="69123" y="25060"/>
                </a:lnTo>
                <a:lnTo>
                  <a:pt x="50416" y="21679"/>
                </a:lnTo>
                <a:lnTo>
                  <a:pt x="31880" y="17497"/>
                </a:lnTo>
                <a:lnTo>
                  <a:pt x="13792" y="11735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40" name="funnel-step-cap-3">
            <a:extLst xmlns:a="http://schemas.openxmlformats.org/drawingml/2006/main">
              <a:ext uri="{FF2B5EF4-FFF2-40B4-BE49-F238E27FC236}">
                <a16:creationId xmlns:a16="http://schemas.microsoft.com/office/drawing/2014/main" id="{FC859790-1C8D-44A7-8CB7-F834D7C46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648751" y="4230938"/>
            <a:ext cx="1941747" cy="17728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7EAC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41" name="funnel-step-body-4">
            <a:extLst xmlns:a="http://schemas.openxmlformats.org/drawingml/2006/main">
              <a:ext uri="{FF2B5EF4-FFF2-40B4-BE49-F238E27FC236}">
                <a16:creationId xmlns:a16="http://schemas.microsoft.com/office/drawing/2014/main" id="{86F0DEDB-25F0-40C7-BBA8-9A85DDCC6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833908" y="4921282"/>
            <a:ext cx="1569682" cy="533210"/>
          </a:xfrm>
          <a:custGeom xmlns:a="http://schemas.openxmlformats.org/drawingml/2006/main">
            <a:pathLst>
              <a:path w="1569682" h="533210">
                <a:moveTo>
                  <a:pt x="0" y="0"/>
                </a:moveTo>
                <a:lnTo>
                  <a:pt x="6677" y="17783"/>
                </a:lnTo>
                <a:lnTo>
                  <a:pt x="13364" y="35557"/>
                </a:lnTo>
                <a:lnTo>
                  <a:pt x="20041" y="53340"/>
                </a:lnTo>
                <a:lnTo>
                  <a:pt x="26727" y="71114"/>
                </a:lnTo>
                <a:lnTo>
                  <a:pt x="33404" y="88897"/>
                </a:lnTo>
                <a:lnTo>
                  <a:pt x="40091" y="106680"/>
                </a:lnTo>
                <a:lnTo>
                  <a:pt x="46768" y="124454"/>
                </a:lnTo>
                <a:lnTo>
                  <a:pt x="53454" y="142237"/>
                </a:lnTo>
                <a:lnTo>
                  <a:pt x="60131" y="160010"/>
                </a:lnTo>
                <a:lnTo>
                  <a:pt x="66818" y="177794"/>
                </a:lnTo>
                <a:lnTo>
                  <a:pt x="73495" y="195577"/>
                </a:lnTo>
                <a:lnTo>
                  <a:pt x="80181" y="213350"/>
                </a:lnTo>
                <a:lnTo>
                  <a:pt x="86858" y="231134"/>
                </a:lnTo>
                <a:lnTo>
                  <a:pt x="93545" y="248907"/>
                </a:lnTo>
                <a:lnTo>
                  <a:pt x="100222" y="266690"/>
                </a:lnTo>
                <a:lnTo>
                  <a:pt x="106909" y="284474"/>
                </a:lnTo>
                <a:lnTo>
                  <a:pt x="113586" y="302247"/>
                </a:lnTo>
                <a:lnTo>
                  <a:pt x="120272" y="320030"/>
                </a:lnTo>
                <a:lnTo>
                  <a:pt x="126949" y="337814"/>
                </a:lnTo>
                <a:lnTo>
                  <a:pt x="133636" y="355587"/>
                </a:lnTo>
                <a:lnTo>
                  <a:pt x="140313" y="373370"/>
                </a:lnTo>
                <a:lnTo>
                  <a:pt x="146999" y="391144"/>
                </a:lnTo>
                <a:lnTo>
                  <a:pt x="153676" y="408927"/>
                </a:lnTo>
                <a:lnTo>
                  <a:pt x="160363" y="426710"/>
                </a:lnTo>
                <a:lnTo>
                  <a:pt x="167040" y="444484"/>
                </a:lnTo>
                <a:lnTo>
                  <a:pt x="173726" y="462267"/>
                </a:lnTo>
                <a:lnTo>
                  <a:pt x="181337" y="479327"/>
                </a:lnTo>
                <a:lnTo>
                  <a:pt x="197739" y="488709"/>
                </a:lnTo>
                <a:lnTo>
                  <a:pt x="215751" y="494709"/>
                </a:lnTo>
                <a:lnTo>
                  <a:pt x="234182" y="499281"/>
                </a:lnTo>
                <a:lnTo>
                  <a:pt x="252803" y="503034"/>
                </a:lnTo>
                <a:lnTo>
                  <a:pt x="271520" y="506225"/>
                </a:lnTo>
                <a:lnTo>
                  <a:pt x="290312" y="509006"/>
                </a:lnTo>
                <a:lnTo>
                  <a:pt x="309143" y="511483"/>
                </a:lnTo>
                <a:lnTo>
                  <a:pt x="328003" y="513693"/>
                </a:lnTo>
                <a:lnTo>
                  <a:pt x="346891" y="515693"/>
                </a:lnTo>
                <a:lnTo>
                  <a:pt x="365798" y="517503"/>
                </a:lnTo>
                <a:lnTo>
                  <a:pt x="384724" y="519160"/>
                </a:lnTo>
                <a:lnTo>
                  <a:pt x="403650" y="520675"/>
                </a:lnTo>
                <a:lnTo>
                  <a:pt x="422596" y="522065"/>
                </a:lnTo>
                <a:lnTo>
                  <a:pt x="441550" y="523342"/>
                </a:lnTo>
                <a:lnTo>
                  <a:pt x="460505" y="524513"/>
                </a:lnTo>
                <a:lnTo>
                  <a:pt x="479469" y="525590"/>
                </a:lnTo>
                <a:lnTo>
                  <a:pt x="498434" y="526580"/>
                </a:lnTo>
                <a:lnTo>
                  <a:pt x="517408" y="527485"/>
                </a:lnTo>
                <a:lnTo>
                  <a:pt x="536381" y="528314"/>
                </a:lnTo>
                <a:lnTo>
                  <a:pt x="555365" y="529057"/>
                </a:lnTo>
                <a:lnTo>
                  <a:pt x="574338" y="529742"/>
                </a:lnTo>
                <a:lnTo>
                  <a:pt x="593331" y="530352"/>
                </a:lnTo>
                <a:lnTo>
                  <a:pt x="612315" y="530904"/>
                </a:lnTo>
                <a:lnTo>
                  <a:pt x="631298" y="531390"/>
                </a:lnTo>
                <a:lnTo>
                  <a:pt x="650291" y="531809"/>
                </a:lnTo>
                <a:lnTo>
                  <a:pt x="669274" y="532181"/>
                </a:lnTo>
                <a:lnTo>
                  <a:pt x="688267" y="532495"/>
                </a:lnTo>
                <a:lnTo>
                  <a:pt x="707260" y="532743"/>
                </a:lnTo>
                <a:lnTo>
                  <a:pt x="726253" y="532943"/>
                </a:lnTo>
                <a:lnTo>
                  <a:pt x="745246" y="533086"/>
                </a:lnTo>
                <a:lnTo>
                  <a:pt x="764238" y="533171"/>
                </a:lnTo>
                <a:lnTo>
                  <a:pt x="783231" y="533210"/>
                </a:lnTo>
                <a:lnTo>
                  <a:pt x="802224" y="533190"/>
                </a:lnTo>
                <a:lnTo>
                  <a:pt x="821217" y="533114"/>
                </a:lnTo>
                <a:lnTo>
                  <a:pt x="840210" y="532981"/>
                </a:lnTo>
                <a:lnTo>
                  <a:pt x="859203" y="532800"/>
                </a:lnTo>
                <a:lnTo>
                  <a:pt x="878195" y="532562"/>
                </a:lnTo>
                <a:lnTo>
                  <a:pt x="897188" y="532267"/>
                </a:lnTo>
                <a:lnTo>
                  <a:pt x="916181" y="531914"/>
                </a:lnTo>
                <a:lnTo>
                  <a:pt x="935165" y="531505"/>
                </a:lnTo>
                <a:lnTo>
                  <a:pt x="954157" y="531038"/>
                </a:lnTo>
                <a:lnTo>
                  <a:pt x="973141" y="530504"/>
                </a:lnTo>
                <a:lnTo>
                  <a:pt x="992124" y="529904"/>
                </a:lnTo>
                <a:lnTo>
                  <a:pt x="1011107" y="529247"/>
                </a:lnTo>
                <a:lnTo>
                  <a:pt x="1030091" y="528514"/>
                </a:lnTo>
                <a:lnTo>
                  <a:pt x="1049064" y="527704"/>
                </a:lnTo>
                <a:lnTo>
                  <a:pt x="1068038" y="526818"/>
                </a:lnTo>
                <a:lnTo>
                  <a:pt x="1087003" y="525856"/>
                </a:lnTo>
                <a:lnTo>
                  <a:pt x="1105967" y="524799"/>
                </a:lnTo>
                <a:lnTo>
                  <a:pt x="1124931" y="523665"/>
                </a:lnTo>
                <a:lnTo>
                  <a:pt x="1143876" y="522408"/>
                </a:lnTo>
                <a:lnTo>
                  <a:pt x="1162822" y="521046"/>
                </a:lnTo>
                <a:lnTo>
                  <a:pt x="1181757" y="519570"/>
                </a:lnTo>
                <a:lnTo>
                  <a:pt x="1200683" y="517950"/>
                </a:lnTo>
                <a:lnTo>
                  <a:pt x="1219591" y="516179"/>
                </a:lnTo>
                <a:lnTo>
                  <a:pt x="1238488" y="514236"/>
                </a:lnTo>
                <a:lnTo>
                  <a:pt x="1257357" y="512083"/>
                </a:lnTo>
                <a:lnTo>
                  <a:pt x="1276198" y="509683"/>
                </a:lnTo>
                <a:lnTo>
                  <a:pt x="1295000" y="506987"/>
                </a:lnTo>
                <a:lnTo>
                  <a:pt x="1313745" y="503911"/>
                </a:lnTo>
                <a:lnTo>
                  <a:pt x="1332395" y="500329"/>
                </a:lnTo>
                <a:lnTo>
                  <a:pt x="1350893" y="496005"/>
                </a:lnTo>
                <a:lnTo>
                  <a:pt x="1369057" y="490480"/>
                </a:lnTo>
                <a:lnTo>
                  <a:pt x="1386183" y="482384"/>
                </a:lnTo>
                <a:lnTo>
                  <a:pt x="1395965" y="466916"/>
                </a:lnTo>
                <a:lnTo>
                  <a:pt x="1402642" y="449132"/>
                </a:lnTo>
                <a:lnTo>
                  <a:pt x="1409329" y="431359"/>
                </a:lnTo>
                <a:lnTo>
                  <a:pt x="1416006" y="413576"/>
                </a:lnTo>
                <a:lnTo>
                  <a:pt x="1422692" y="395802"/>
                </a:lnTo>
                <a:lnTo>
                  <a:pt x="1429369" y="378019"/>
                </a:lnTo>
                <a:lnTo>
                  <a:pt x="1436056" y="360236"/>
                </a:lnTo>
                <a:lnTo>
                  <a:pt x="1442733" y="342462"/>
                </a:lnTo>
                <a:lnTo>
                  <a:pt x="1449419" y="324679"/>
                </a:lnTo>
                <a:lnTo>
                  <a:pt x="1456096" y="306905"/>
                </a:lnTo>
                <a:lnTo>
                  <a:pt x="1462783" y="289122"/>
                </a:lnTo>
                <a:lnTo>
                  <a:pt x="1469460" y="271339"/>
                </a:lnTo>
                <a:lnTo>
                  <a:pt x="1476146" y="253565"/>
                </a:lnTo>
                <a:lnTo>
                  <a:pt x="1482823" y="235782"/>
                </a:lnTo>
                <a:lnTo>
                  <a:pt x="1489510" y="218008"/>
                </a:lnTo>
                <a:lnTo>
                  <a:pt x="1496187" y="200225"/>
                </a:lnTo>
                <a:lnTo>
                  <a:pt x="1502874" y="182442"/>
                </a:lnTo>
                <a:lnTo>
                  <a:pt x="1509551" y="164668"/>
                </a:lnTo>
                <a:lnTo>
                  <a:pt x="1516237" y="146885"/>
                </a:lnTo>
                <a:lnTo>
                  <a:pt x="1522914" y="129111"/>
                </a:lnTo>
                <a:lnTo>
                  <a:pt x="1529601" y="111328"/>
                </a:lnTo>
                <a:lnTo>
                  <a:pt x="1536278" y="93545"/>
                </a:lnTo>
                <a:lnTo>
                  <a:pt x="1542964" y="75771"/>
                </a:lnTo>
                <a:lnTo>
                  <a:pt x="1549641" y="57988"/>
                </a:lnTo>
                <a:lnTo>
                  <a:pt x="1556318" y="40215"/>
                </a:lnTo>
                <a:lnTo>
                  <a:pt x="1563005" y="22431"/>
                </a:lnTo>
                <a:lnTo>
                  <a:pt x="1569682" y="4648"/>
                </a:lnTo>
                <a:lnTo>
                  <a:pt x="1562852" y="10325"/>
                </a:lnTo>
                <a:lnTo>
                  <a:pt x="1545336" y="17574"/>
                </a:lnTo>
                <a:lnTo>
                  <a:pt x="1527000" y="22527"/>
                </a:lnTo>
                <a:lnTo>
                  <a:pt x="1508417" y="26422"/>
                </a:lnTo>
                <a:lnTo>
                  <a:pt x="1489700" y="29670"/>
                </a:lnTo>
                <a:lnTo>
                  <a:pt x="1470917" y="32490"/>
                </a:lnTo>
                <a:lnTo>
                  <a:pt x="1452086" y="34976"/>
                </a:lnTo>
                <a:lnTo>
                  <a:pt x="1433227" y="37205"/>
                </a:lnTo>
                <a:lnTo>
                  <a:pt x="1414339" y="39233"/>
                </a:lnTo>
                <a:lnTo>
                  <a:pt x="1395441" y="41081"/>
                </a:lnTo>
                <a:lnTo>
                  <a:pt x="1376524" y="42777"/>
                </a:lnTo>
                <a:lnTo>
                  <a:pt x="1357589" y="44339"/>
                </a:lnTo>
                <a:lnTo>
                  <a:pt x="1338653" y="45796"/>
                </a:lnTo>
                <a:lnTo>
                  <a:pt x="1319708" y="47149"/>
                </a:lnTo>
                <a:lnTo>
                  <a:pt x="1300753" y="48406"/>
                </a:lnTo>
                <a:lnTo>
                  <a:pt x="1281798" y="49587"/>
                </a:lnTo>
                <a:lnTo>
                  <a:pt x="1262844" y="50683"/>
                </a:lnTo>
                <a:lnTo>
                  <a:pt x="1243870" y="51711"/>
                </a:lnTo>
                <a:lnTo>
                  <a:pt x="1224905" y="52673"/>
                </a:lnTo>
                <a:lnTo>
                  <a:pt x="1205932" y="53578"/>
                </a:lnTo>
                <a:lnTo>
                  <a:pt x="1186958" y="54426"/>
                </a:lnTo>
                <a:lnTo>
                  <a:pt x="1167984" y="55207"/>
                </a:lnTo>
                <a:lnTo>
                  <a:pt x="1149001" y="55950"/>
                </a:lnTo>
                <a:lnTo>
                  <a:pt x="1130017" y="56636"/>
                </a:lnTo>
                <a:lnTo>
                  <a:pt x="1111034" y="57283"/>
                </a:lnTo>
                <a:lnTo>
                  <a:pt x="1092051" y="57874"/>
                </a:lnTo>
                <a:lnTo>
                  <a:pt x="1073067" y="58436"/>
                </a:lnTo>
                <a:lnTo>
                  <a:pt x="1054084" y="58941"/>
                </a:lnTo>
                <a:lnTo>
                  <a:pt x="1035091" y="59417"/>
                </a:lnTo>
                <a:lnTo>
                  <a:pt x="1016108" y="59846"/>
                </a:lnTo>
                <a:lnTo>
                  <a:pt x="997115" y="60246"/>
                </a:lnTo>
                <a:lnTo>
                  <a:pt x="978122" y="60598"/>
                </a:lnTo>
                <a:lnTo>
                  <a:pt x="959139" y="60922"/>
                </a:lnTo>
                <a:lnTo>
                  <a:pt x="940146" y="61208"/>
                </a:lnTo>
                <a:lnTo>
                  <a:pt x="921153" y="61455"/>
                </a:lnTo>
                <a:lnTo>
                  <a:pt x="902160" y="61674"/>
                </a:lnTo>
                <a:lnTo>
                  <a:pt x="883168" y="61865"/>
                </a:lnTo>
                <a:lnTo>
                  <a:pt x="864175" y="62017"/>
                </a:lnTo>
                <a:lnTo>
                  <a:pt x="845182" y="62132"/>
                </a:lnTo>
                <a:lnTo>
                  <a:pt x="826189" y="62217"/>
                </a:lnTo>
                <a:lnTo>
                  <a:pt x="807196" y="62274"/>
                </a:lnTo>
                <a:lnTo>
                  <a:pt x="788203" y="62294"/>
                </a:lnTo>
                <a:lnTo>
                  <a:pt x="769210" y="62284"/>
                </a:lnTo>
                <a:lnTo>
                  <a:pt x="750218" y="62236"/>
                </a:lnTo>
                <a:lnTo>
                  <a:pt x="731225" y="62160"/>
                </a:lnTo>
                <a:lnTo>
                  <a:pt x="712232" y="62055"/>
                </a:lnTo>
                <a:lnTo>
                  <a:pt x="693239" y="61913"/>
                </a:lnTo>
                <a:lnTo>
                  <a:pt x="674246" y="61732"/>
                </a:lnTo>
                <a:lnTo>
                  <a:pt x="655253" y="61522"/>
                </a:lnTo>
                <a:lnTo>
                  <a:pt x="636260" y="61274"/>
                </a:lnTo>
                <a:lnTo>
                  <a:pt x="617268" y="60998"/>
                </a:lnTo>
                <a:lnTo>
                  <a:pt x="598275" y="60684"/>
                </a:lnTo>
                <a:lnTo>
                  <a:pt x="579282" y="60341"/>
                </a:lnTo>
                <a:lnTo>
                  <a:pt x="560299" y="59950"/>
                </a:lnTo>
                <a:lnTo>
                  <a:pt x="541306" y="59531"/>
                </a:lnTo>
                <a:lnTo>
                  <a:pt x="522322" y="59065"/>
                </a:lnTo>
                <a:lnTo>
                  <a:pt x="503330" y="58569"/>
                </a:lnTo>
                <a:lnTo>
                  <a:pt x="484346" y="58026"/>
                </a:lnTo>
                <a:lnTo>
                  <a:pt x="465363" y="57436"/>
                </a:lnTo>
                <a:lnTo>
                  <a:pt x="446380" y="56817"/>
                </a:lnTo>
                <a:lnTo>
                  <a:pt x="427396" y="56131"/>
                </a:lnTo>
                <a:lnTo>
                  <a:pt x="408422" y="55407"/>
                </a:lnTo>
                <a:lnTo>
                  <a:pt x="389439" y="54635"/>
                </a:lnTo>
                <a:lnTo>
                  <a:pt x="370465" y="53807"/>
                </a:lnTo>
                <a:lnTo>
                  <a:pt x="351492" y="52921"/>
                </a:lnTo>
                <a:lnTo>
                  <a:pt x="332527" y="51978"/>
                </a:lnTo>
                <a:lnTo>
                  <a:pt x="313553" y="50959"/>
                </a:lnTo>
                <a:lnTo>
                  <a:pt x="294589" y="49873"/>
                </a:lnTo>
                <a:lnTo>
                  <a:pt x="275634" y="48720"/>
                </a:lnTo>
                <a:lnTo>
                  <a:pt x="256680" y="47482"/>
                </a:lnTo>
                <a:lnTo>
                  <a:pt x="237734" y="46158"/>
                </a:lnTo>
                <a:lnTo>
                  <a:pt x="218799" y="44739"/>
                </a:lnTo>
                <a:lnTo>
                  <a:pt x="199863" y="43196"/>
                </a:lnTo>
                <a:lnTo>
                  <a:pt x="180946" y="41539"/>
                </a:lnTo>
                <a:lnTo>
                  <a:pt x="162039" y="39729"/>
                </a:lnTo>
                <a:lnTo>
                  <a:pt x="143142" y="37757"/>
                </a:lnTo>
                <a:lnTo>
                  <a:pt x="124273" y="35585"/>
                </a:lnTo>
                <a:lnTo>
                  <a:pt x="105442" y="33166"/>
                </a:lnTo>
                <a:lnTo>
                  <a:pt x="86639" y="30442"/>
                </a:lnTo>
                <a:lnTo>
                  <a:pt x="67904" y="27318"/>
                </a:lnTo>
                <a:lnTo>
                  <a:pt x="49282" y="23622"/>
                </a:lnTo>
                <a:lnTo>
                  <a:pt x="30851" y="19012"/>
                </a:lnTo>
                <a:lnTo>
                  <a:pt x="12992" y="12611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42" name="funnel-step-cap-4">
            <a:extLst xmlns:a="http://schemas.openxmlformats.org/drawingml/2006/main">
              <a:ext uri="{FF2B5EF4-FFF2-40B4-BE49-F238E27FC236}">
                <a16:creationId xmlns:a16="http://schemas.microsoft.com/office/drawing/2014/main" id="{9578C9E0-5A20-48F5-9630-880335316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833917" y="4832604"/>
            <a:ext cx="1571406" cy="17728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7EAC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43" name="funnel-step-body-5">
            <a:extLst xmlns:a="http://schemas.openxmlformats.org/drawingml/2006/main">
              <a:ext uri="{FF2B5EF4-FFF2-40B4-BE49-F238E27FC236}">
                <a16:creationId xmlns:a16="http://schemas.microsoft.com/office/drawing/2014/main" id="{CC0793E3-17C5-420C-B7DD-5B8FAAD24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10882" y="5522881"/>
            <a:ext cx="1214199" cy="533276"/>
          </a:xfrm>
          <a:custGeom xmlns:a="http://schemas.openxmlformats.org/drawingml/2006/main">
            <a:pathLst>
              <a:path w="1214199" h="533276">
                <a:moveTo>
                  <a:pt x="0" y="0"/>
                </a:moveTo>
                <a:lnTo>
                  <a:pt x="6458" y="17821"/>
                </a:lnTo>
                <a:lnTo>
                  <a:pt x="12906" y="35633"/>
                </a:lnTo>
                <a:lnTo>
                  <a:pt x="19364" y="53454"/>
                </a:lnTo>
                <a:lnTo>
                  <a:pt x="25822" y="71276"/>
                </a:lnTo>
                <a:lnTo>
                  <a:pt x="32271" y="89097"/>
                </a:lnTo>
                <a:lnTo>
                  <a:pt x="38729" y="106909"/>
                </a:lnTo>
                <a:lnTo>
                  <a:pt x="45187" y="124730"/>
                </a:lnTo>
                <a:lnTo>
                  <a:pt x="51635" y="142551"/>
                </a:lnTo>
                <a:lnTo>
                  <a:pt x="58093" y="160372"/>
                </a:lnTo>
                <a:lnTo>
                  <a:pt x="64551" y="178184"/>
                </a:lnTo>
                <a:lnTo>
                  <a:pt x="71009" y="196005"/>
                </a:lnTo>
                <a:lnTo>
                  <a:pt x="77457" y="213827"/>
                </a:lnTo>
                <a:lnTo>
                  <a:pt x="83915" y="231638"/>
                </a:lnTo>
                <a:lnTo>
                  <a:pt x="90373" y="249460"/>
                </a:lnTo>
                <a:lnTo>
                  <a:pt x="96822" y="267281"/>
                </a:lnTo>
                <a:lnTo>
                  <a:pt x="103280" y="285102"/>
                </a:lnTo>
                <a:lnTo>
                  <a:pt x="109738" y="302914"/>
                </a:lnTo>
                <a:lnTo>
                  <a:pt x="116186" y="320735"/>
                </a:lnTo>
                <a:lnTo>
                  <a:pt x="122644" y="338557"/>
                </a:lnTo>
                <a:lnTo>
                  <a:pt x="129102" y="356378"/>
                </a:lnTo>
                <a:lnTo>
                  <a:pt x="135550" y="374190"/>
                </a:lnTo>
                <a:lnTo>
                  <a:pt x="142008" y="392011"/>
                </a:lnTo>
                <a:lnTo>
                  <a:pt x="148466" y="409832"/>
                </a:lnTo>
                <a:lnTo>
                  <a:pt x="154915" y="427644"/>
                </a:lnTo>
                <a:lnTo>
                  <a:pt x="161373" y="445465"/>
                </a:lnTo>
                <a:lnTo>
                  <a:pt x="167831" y="463286"/>
                </a:lnTo>
                <a:lnTo>
                  <a:pt x="174812" y="480632"/>
                </a:lnTo>
                <a:lnTo>
                  <a:pt x="190376" y="491233"/>
                </a:lnTo>
                <a:lnTo>
                  <a:pt x="208016" y="498129"/>
                </a:lnTo>
                <a:lnTo>
                  <a:pt x="226228" y="503339"/>
                </a:lnTo>
                <a:lnTo>
                  <a:pt x="244707" y="507559"/>
                </a:lnTo>
                <a:lnTo>
                  <a:pt x="263319" y="511111"/>
                </a:lnTo>
                <a:lnTo>
                  <a:pt x="282026" y="514159"/>
                </a:lnTo>
                <a:lnTo>
                  <a:pt x="300790" y="516817"/>
                </a:lnTo>
                <a:lnTo>
                  <a:pt x="319602" y="519151"/>
                </a:lnTo>
                <a:lnTo>
                  <a:pt x="338433" y="521227"/>
                </a:lnTo>
                <a:lnTo>
                  <a:pt x="357302" y="523065"/>
                </a:lnTo>
                <a:lnTo>
                  <a:pt x="376180" y="524704"/>
                </a:lnTo>
                <a:lnTo>
                  <a:pt x="395078" y="526151"/>
                </a:lnTo>
                <a:lnTo>
                  <a:pt x="413985" y="527437"/>
                </a:lnTo>
                <a:lnTo>
                  <a:pt x="432902" y="528580"/>
                </a:lnTo>
                <a:lnTo>
                  <a:pt x="451828" y="529580"/>
                </a:lnTo>
                <a:lnTo>
                  <a:pt x="470754" y="530447"/>
                </a:lnTo>
                <a:lnTo>
                  <a:pt x="489699" y="531181"/>
                </a:lnTo>
                <a:lnTo>
                  <a:pt x="508635" y="531809"/>
                </a:lnTo>
                <a:lnTo>
                  <a:pt x="527580" y="532324"/>
                </a:lnTo>
                <a:lnTo>
                  <a:pt x="546525" y="532714"/>
                </a:lnTo>
                <a:lnTo>
                  <a:pt x="565480" y="533009"/>
                </a:lnTo>
                <a:lnTo>
                  <a:pt x="584425" y="533190"/>
                </a:lnTo>
                <a:lnTo>
                  <a:pt x="603380" y="533276"/>
                </a:lnTo>
                <a:lnTo>
                  <a:pt x="622335" y="533248"/>
                </a:lnTo>
                <a:lnTo>
                  <a:pt x="641280" y="533124"/>
                </a:lnTo>
                <a:lnTo>
                  <a:pt x="660235" y="532895"/>
                </a:lnTo>
                <a:lnTo>
                  <a:pt x="679180" y="532562"/>
                </a:lnTo>
                <a:lnTo>
                  <a:pt x="698125" y="532114"/>
                </a:lnTo>
                <a:lnTo>
                  <a:pt x="717071" y="531552"/>
                </a:lnTo>
                <a:lnTo>
                  <a:pt x="736016" y="530876"/>
                </a:lnTo>
                <a:lnTo>
                  <a:pt x="754952" y="530085"/>
                </a:lnTo>
                <a:lnTo>
                  <a:pt x="773878" y="529161"/>
                </a:lnTo>
                <a:lnTo>
                  <a:pt x="792804" y="528104"/>
                </a:lnTo>
                <a:lnTo>
                  <a:pt x="811711" y="526904"/>
                </a:lnTo>
                <a:lnTo>
                  <a:pt x="830618" y="525542"/>
                </a:lnTo>
                <a:lnTo>
                  <a:pt x="849506" y="524008"/>
                </a:lnTo>
                <a:lnTo>
                  <a:pt x="868375" y="522294"/>
                </a:lnTo>
                <a:lnTo>
                  <a:pt x="887235" y="520360"/>
                </a:lnTo>
                <a:lnTo>
                  <a:pt x="906056" y="518170"/>
                </a:lnTo>
                <a:lnTo>
                  <a:pt x="924849" y="515712"/>
                </a:lnTo>
                <a:lnTo>
                  <a:pt x="943585" y="512893"/>
                </a:lnTo>
                <a:lnTo>
                  <a:pt x="962263" y="509635"/>
                </a:lnTo>
                <a:lnTo>
                  <a:pt x="980818" y="505825"/>
                </a:lnTo>
                <a:lnTo>
                  <a:pt x="999201" y="501225"/>
                </a:lnTo>
                <a:lnTo>
                  <a:pt x="1017232" y="495405"/>
                </a:lnTo>
                <a:lnTo>
                  <a:pt x="1034348" y="487318"/>
                </a:lnTo>
                <a:lnTo>
                  <a:pt x="1046607" y="473507"/>
                </a:lnTo>
                <a:lnTo>
                  <a:pt x="1052455" y="455552"/>
                </a:lnTo>
                <a:lnTo>
                  <a:pt x="1058913" y="437731"/>
                </a:lnTo>
                <a:lnTo>
                  <a:pt x="1065371" y="419910"/>
                </a:lnTo>
                <a:lnTo>
                  <a:pt x="1071820" y="402098"/>
                </a:lnTo>
                <a:lnTo>
                  <a:pt x="1078278" y="384277"/>
                </a:lnTo>
                <a:lnTo>
                  <a:pt x="1084736" y="366455"/>
                </a:lnTo>
                <a:lnTo>
                  <a:pt x="1091194" y="348634"/>
                </a:lnTo>
                <a:lnTo>
                  <a:pt x="1097642" y="330822"/>
                </a:lnTo>
                <a:lnTo>
                  <a:pt x="1104100" y="313001"/>
                </a:lnTo>
                <a:lnTo>
                  <a:pt x="1110558" y="295180"/>
                </a:lnTo>
                <a:lnTo>
                  <a:pt x="1117006" y="277358"/>
                </a:lnTo>
                <a:lnTo>
                  <a:pt x="1123464" y="259547"/>
                </a:lnTo>
                <a:lnTo>
                  <a:pt x="1129922" y="241725"/>
                </a:lnTo>
                <a:lnTo>
                  <a:pt x="1136371" y="223904"/>
                </a:lnTo>
                <a:lnTo>
                  <a:pt x="1142829" y="206092"/>
                </a:lnTo>
                <a:lnTo>
                  <a:pt x="1149287" y="188271"/>
                </a:lnTo>
                <a:lnTo>
                  <a:pt x="1155735" y="170450"/>
                </a:lnTo>
                <a:lnTo>
                  <a:pt x="1162193" y="152629"/>
                </a:lnTo>
                <a:lnTo>
                  <a:pt x="1168651" y="134817"/>
                </a:lnTo>
                <a:lnTo>
                  <a:pt x="1175099" y="116996"/>
                </a:lnTo>
                <a:lnTo>
                  <a:pt x="1181557" y="99174"/>
                </a:lnTo>
                <a:lnTo>
                  <a:pt x="1188015" y="81353"/>
                </a:lnTo>
                <a:lnTo>
                  <a:pt x="1194473" y="63541"/>
                </a:lnTo>
                <a:lnTo>
                  <a:pt x="1200922" y="45720"/>
                </a:lnTo>
                <a:lnTo>
                  <a:pt x="1207379" y="27899"/>
                </a:lnTo>
                <a:lnTo>
                  <a:pt x="1213837" y="10077"/>
                </a:lnTo>
                <a:lnTo>
                  <a:pt x="1214199" y="7334"/>
                </a:lnTo>
                <a:lnTo>
                  <a:pt x="1198178" y="17212"/>
                </a:lnTo>
                <a:lnTo>
                  <a:pt x="1180271" y="23374"/>
                </a:lnTo>
                <a:lnTo>
                  <a:pt x="1161907" y="28032"/>
                </a:lnTo>
                <a:lnTo>
                  <a:pt x="1143343" y="31842"/>
                </a:lnTo>
                <a:lnTo>
                  <a:pt x="1124664" y="35071"/>
                </a:lnTo>
                <a:lnTo>
                  <a:pt x="1105929" y="37890"/>
                </a:lnTo>
                <a:lnTo>
                  <a:pt x="1087136" y="40386"/>
                </a:lnTo>
                <a:lnTo>
                  <a:pt x="1068314" y="42615"/>
                </a:lnTo>
                <a:lnTo>
                  <a:pt x="1049474" y="44634"/>
                </a:lnTo>
                <a:lnTo>
                  <a:pt x="1030615" y="46463"/>
                </a:lnTo>
                <a:lnTo>
                  <a:pt x="1011736" y="48130"/>
                </a:lnTo>
                <a:lnTo>
                  <a:pt x="992838" y="49663"/>
                </a:lnTo>
                <a:lnTo>
                  <a:pt x="973941" y="51064"/>
                </a:lnTo>
                <a:lnTo>
                  <a:pt x="955034" y="52349"/>
                </a:lnTo>
                <a:lnTo>
                  <a:pt x="936117" y="53531"/>
                </a:lnTo>
                <a:lnTo>
                  <a:pt x="917200" y="54616"/>
                </a:lnTo>
                <a:lnTo>
                  <a:pt x="898274" y="55616"/>
                </a:lnTo>
                <a:lnTo>
                  <a:pt x="879348" y="56521"/>
                </a:lnTo>
                <a:lnTo>
                  <a:pt x="860412" y="57360"/>
                </a:lnTo>
                <a:lnTo>
                  <a:pt x="841477" y="58122"/>
                </a:lnTo>
                <a:lnTo>
                  <a:pt x="822531" y="58807"/>
                </a:lnTo>
                <a:lnTo>
                  <a:pt x="803596" y="59436"/>
                </a:lnTo>
                <a:lnTo>
                  <a:pt x="784650" y="59988"/>
                </a:lnTo>
                <a:lnTo>
                  <a:pt x="765705" y="60484"/>
                </a:lnTo>
                <a:lnTo>
                  <a:pt x="746760" y="60912"/>
                </a:lnTo>
                <a:lnTo>
                  <a:pt x="727805" y="61284"/>
                </a:lnTo>
                <a:lnTo>
                  <a:pt x="708860" y="61608"/>
                </a:lnTo>
                <a:lnTo>
                  <a:pt x="689915" y="61865"/>
                </a:lnTo>
                <a:lnTo>
                  <a:pt x="670960" y="62074"/>
                </a:lnTo>
                <a:lnTo>
                  <a:pt x="652005" y="62227"/>
                </a:lnTo>
                <a:lnTo>
                  <a:pt x="633060" y="62322"/>
                </a:lnTo>
                <a:lnTo>
                  <a:pt x="614105" y="62360"/>
                </a:lnTo>
                <a:lnTo>
                  <a:pt x="595151" y="62351"/>
                </a:lnTo>
                <a:lnTo>
                  <a:pt x="576205" y="62284"/>
                </a:lnTo>
                <a:lnTo>
                  <a:pt x="557251" y="62160"/>
                </a:lnTo>
                <a:lnTo>
                  <a:pt x="538296" y="61989"/>
                </a:lnTo>
                <a:lnTo>
                  <a:pt x="519351" y="61760"/>
                </a:lnTo>
                <a:lnTo>
                  <a:pt x="500396" y="61474"/>
                </a:lnTo>
                <a:lnTo>
                  <a:pt x="481451" y="61141"/>
                </a:lnTo>
                <a:lnTo>
                  <a:pt x="462505" y="60731"/>
                </a:lnTo>
                <a:lnTo>
                  <a:pt x="443560" y="60274"/>
                </a:lnTo>
                <a:lnTo>
                  <a:pt x="424615" y="59750"/>
                </a:lnTo>
                <a:lnTo>
                  <a:pt x="405670" y="59169"/>
                </a:lnTo>
                <a:lnTo>
                  <a:pt x="386725" y="58522"/>
                </a:lnTo>
                <a:lnTo>
                  <a:pt x="367789" y="57798"/>
                </a:lnTo>
                <a:lnTo>
                  <a:pt x="348853" y="57007"/>
                </a:lnTo>
                <a:lnTo>
                  <a:pt x="329927" y="56140"/>
                </a:lnTo>
                <a:lnTo>
                  <a:pt x="310991" y="55188"/>
                </a:lnTo>
                <a:lnTo>
                  <a:pt x="292075" y="54159"/>
                </a:lnTo>
                <a:lnTo>
                  <a:pt x="273148" y="53026"/>
                </a:lnTo>
                <a:lnTo>
                  <a:pt x="254241" y="51806"/>
                </a:lnTo>
                <a:lnTo>
                  <a:pt x="235334" y="50473"/>
                </a:lnTo>
                <a:lnTo>
                  <a:pt x="216437" y="49016"/>
                </a:lnTo>
                <a:lnTo>
                  <a:pt x="197558" y="47425"/>
                </a:lnTo>
                <a:lnTo>
                  <a:pt x="178679" y="45691"/>
                </a:lnTo>
                <a:lnTo>
                  <a:pt x="159830" y="43786"/>
                </a:lnTo>
                <a:lnTo>
                  <a:pt x="140989" y="41681"/>
                </a:lnTo>
                <a:lnTo>
                  <a:pt x="122187" y="39338"/>
                </a:lnTo>
                <a:lnTo>
                  <a:pt x="103413" y="36709"/>
                </a:lnTo>
                <a:lnTo>
                  <a:pt x="84706" y="33728"/>
                </a:lnTo>
                <a:lnTo>
                  <a:pt x="66065" y="30270"/>
                </a:lnTo>
                <a:lnTo>
                  <a:pt x="47577" y="26137"/>
                </a:lnTo>
                <a:lnTo>
                  <a:pt x="29356" y="20945"/>
                </a:lnTo>
                <a:lnTo>
                  <a:pt x="11887" y="13668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44" name="funnel-step-cap-5">
            <a:extLst xmlns:a="http://schemas.openxmlformats.org/drawingml/2006/main">
              <a:ext uri="{FF2B5EF4-FFF2-40B4-BE49-F238E27FC236}">
                <a16:creationId xmlns:a16="http://schemas.microsoft.com/office/drawing/2014/main" id="{1895AC12-155C-4979-8E81-3DB627E55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10844" y="5434270"/>
            <a:ext cx="1217552" cy="17728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7EAC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45" name="funnel-flow-arrow">
            <a:extLst xmlns:a="http://schemas.openxmlformats.org/drawingml/2006/main">
              <a:ext uri="{FF2B5EF4-FFF2-40B4-BE49-F238E27FC236}">
                <a16:creationId xmlns:a16="http://schemas.microsoft.com/office/drawing/2014/main" id="{AB7AEB6A-87C2-4AE8-870B-F65978583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52850" y="2466975"/>
            <a:ext cx="1733550" cy="3631178"/>
          </a:xfrm>
          <a:custGeom xmlns:a="http://schemas.openxmlformats.org/drawingml/2006/main">
            <a:pathLst>
              <a:path w="1733550" h="3631178">
                <a:moveTo>
                  <a:pt x="0" y="0"/>
                </a:moveTo>
                <a:lnTo>
                  <a:pt x="0" y="42834"/>
                </a:lnTo>
                <a:lnTo>
                  <a:pt x="9249" y="84525"/>
                </a:lnTo>
                <a:lnTo>
                  <a:pt x="19660" y="126063"/>
                </a:lnTo>
                <a:lnTo>
                  <a:pt x="30070" y="167611"/>
                </a:lnTo>
                <a:lnTo>
                  <a:pt x="40491" y="209159"/>
                </a:lnTo>
                <a:lnTo>
                  <a:pt x="50902" y="250708"/>
                </a:lnTo>
                <a:lnTo>
                  <a:pt x="61312" y="292256"/>
                </a:lnTo>
                <a:lnTo>
                  <a:pt x="71723" y="333794"/>
                </a:lnTo>
                <a:lnTo>
                  <a:pt x="82144" y="375342"/>
                </a:lnTo>
                <a:lnTo>
                  <a:pt x="92554" y="416890"/>
                </a:lnTo>
                <a:lnTo>
                  <a:pt x="102965" y="458438"/>
                </a:lnTo>
                <a:lnTo>
                  <a:pt x="113376" y="499977"/>
                </a:lnTo>
                <a:lnTo>
                  <a:pt x="123796" y="541525"/>
                </a:lnTo>
                <a:lnTo>
                  <a:pt x="134207" y="583073"/>
                </a:lnTo>
                <a:lnTo>
                  <a:pt x="143599" y="624850"/>
                </a:lnTo>
                <a:lnTo>
                  <a:pt x="151924" y="666864"/>
                </a:lnTo>
                <a:lnTo>
                  <a:pt x="159915" y="708946"/>
                </a:lnTo>
                <a:lnTo>
                  <a:pt x="167916" y="751018"/>
                </a:lnTo>
                <a:lnTo>
                  <a:pt x="175908" y="793099"/>
                </a:lnTo>
                <a:lnTo>
                  <a:pt x="183899" y="835181"/>
                </a:lnTo>
                <a:lnTo>
                  <a:pt x="191900" y="877253"/>
                </a:lnTo>
                <a:lnTo>
                  <a:pt x="199892" y="919334"/>
                </a:lnTo>
                <a:lnTo>
                  <a:pt x="207883" y="961415"/>
                </a:lnTo>
                <a:lnTo>
                  <a:pt x="215884" y="1003487"/>
                </a:lnTo>
                <a:lnTo>
                  <a:pt x="223876" y="1045569"/>
                </a:lnTo>
                <a:lnTo>
                  <a:pt x="231867" y="1087650"/>
                </a:lnTo>
                <a:lnTo>
                  <a:pt x="239868" y="1129722"/>
                </a:lnTo>
                <a:lnTo>
                  <a:pt x="247860" y="1171804"/>
                </a:lnTo>
                <a:lnTo>
                  <a:pt x="255746" y="1213904"/>
                </a:lnTo>
                <a:lnTo>
                  <a:pt x="263300" y="1256062"/>
                </a:lnTo>
                <a:lnTo>
                  <a:pt x="270577" y="1298267"/>
                </a:lnTo>
                <a:lnTo>
                  <a:pt x="277854" y="1340482"/>
                </a:lnTo>
                <a:lnTo>
                  <a:pt x="285131" y="1382687"/>
                </a:lnTo>
                <a:lnTo>
                  <a:pt x="292408" y="1424892"/>
                </a:lnTo>
                <a:lnTo>
                  <a:pt x="299685" y="1467107"/>
                </a:lnTo>
                <a:lnTo>
                  <a:pt x="306972" y="1509312"/>
                </a:lnTo>
                <a:lnTo>
                  <a:pt x="314249" y="1551518"/>
                </a:lnTo>
                <a:lnTo>
                  <a:pt x="321526" y="1593733"/>
                </a:lnTo>
                <a:lnTo>
                  <a:pt x="328803" y="1635938"/>
                </a:lnTo>
                <a:lnTo>
                  <a:pt x="336080" y="1678143"/>
                </a:lnTo>
                <a:lnTo>
                  <a:pt x="343357" y="1720358"/>
                </a:lnTo>
                <a:lnTo>
                  <a:pt x="350634" y="1762563"/>
                </a:lnTo>
                <a:lnTo>
                  <a:pt x="357911" y="1804768"/>
                </a:lnTo>
                <a:lnTo>
                  <a:pt x="364931" y="1847021"/>
                </a:lnTo>
                <a:lnTo>
                  <a:pt x="371799" y="1889303"/>
                </a:lnTo>
                <a:lnTo>
                  <a:pt x="378657" y="1931575"/>
                </a:lnTo>
                <a:lnTo>
                  <a:pt x="385515" y="1973856"/>
                </a:lnTo>
                <a:lnTo>
                  <a:pt x="392363" y="2016138"/>
                </a:lnTo>
                <a:lnTo>
                  <a:pt x="399221" y="2058419"/>
                </a:lnTo>
                <a:lnTo>
                  <a:pt x="406070" y="2100691"/>
                </a:lnTo>
                <a:lnTo>
                  <a:pt x="412928" y="2142973"/>
                </a:lnTo>
                <a:lnTo>
                  <a:pt x="419776" y="2185254"/>
                </a:lnTo>
                <a:lnTo>
                  <a:pt x="426634" y="2227536"/>
                </a:lnTo>
                <a:lnTo>
                  <a:pt x="433492" y="2269808"/>
                </a:lnTo>
                <a:lnTo>
                  <a:pt x="440341" y="2312089"/>
                </a:lnTo>
                <a:lnTo>
                  <a:pt x="447199" y="2354370"/>
                </a:lnTo>
                <a:lnTo>
                  <a:pt x="454047" y="2396652"/>
                </a:lnTo>
                <a:lnTo>
                  <a:pt x="460772" y="2438952"/>
                </a:lnTo>
                <a:lnTo>
                  <a:pt x="467382" y="2481263"/>
                </a:lnTo>
                <a:lnTo>
                  <a:pt x="473954" y="2523592"/>
                </a:lnTo>
                <a:lnTo>
                  <a:pt x="480517" y="2565921"/>
                </a:lnTo>
                <a:lnTo>
                  <a:pt x="487089" y="2608240"/>
                </a:lnTo>
                <a:lnTo>
                  <a:pt x="493652" y="2650569"/>
                </a:lnTo>
                <a:lnTo>
                  <a:pt x="500224" y="2692889"/>
                </a:lnTo>
                <a:lnTo>
                  <a:pt x="506787" y="2735218"/>
                </a:lnTo>
                <a:lnTo>
                  <a:pt x="513359" y="2777538"/>
                </a:lnTo>
                <a:lnTo>
                  <a:pt x="519922" y="2819867"/>
                </a:lnTo>
                <a:lnTo>
                  <a:pt x="526494" y="2862186"/>
                </a:lnTo>
                <a:lnTo>
                  <a:pt x="533057" y="2904515"/>
                </a:lnTo>
                <a:lnTo>
                  <a:pt x="539629" y="2946835"/>
                </a:lnTo>
                <a:lnTo>
                  <a:pt x="503692" y="2952750"/>
                </a:lnTo>
                <a:lnTo>
                  <a:pt x="460867" y="2952750"/>
                </a:lnTo>
                <a:lnTo>
                  <a:pt x="418033" y="2952750"/>
                </a:lnTo>
                <a:lnTo>
                  <a:pt x="375199" y="2952750"/>
                </a:lnTo>
                <a:lnTo>
                  <a:pt x="332375" y="2952750"/>
                </a:lnTo>
                <a:lnTo>
                  <a:pt x="289541" y="2952750"/>
                </a:lnTo>
                <a:lnTo>
                  <a:pt x="246707" y="2952750"/>
                </a:lnTo>
                <a:lnTo>
                  <a:pt x="225514" y="2962056"/>
                </a:lnTo>
                <a:lnTo>
                  <a:pt x="254975" y="2993136"/>
                </a:lnTo>
                <a:lnTo>
                  <a:pt x="284445" y="3024226"/>
                </a:lnTo>
                <a:lnTo>
                  <a:pt x="313906" y="3055306"/>
                </a:lnTo>
                <a:lnTo>
                  <a:pt x="343376" y="3086395"/>
                </a:lnTo>
                <a:lnTo>
                  <a:pt x="372837" y="3117475"/>
                </a:lnTo>
                <a:lnTo>
                  <a:pt x="402307" y="3148565"/>
                </a:lnTo>
                <a:lnTo>
                  <a:pt x="431768" y="3179645"/>
                </a:lnTo>
                <a:lnTo>
                  <a:pt x="461239" y="3210735"/>
                </a:lnTo>
                <a:lnTo>
                  <a:pt x="490699" y="3241815"/>
                </a:lnTo>
                <a:lnTo>
                  <a:pt x="520170" y="3272904"/>
                </a:lnTo>
                <a:lnTo>
                  <a:pt x="549631" y="3303984"/>
                </a:lnTo>
                <a:lnTo>
                  <a:pt x="579101" y="3335074"/>
                </a:lnTo>
                <a:lnTo>
                  <a:pt x="608571" y="3366154"/>
                </a:lnTo>
                <a:lnTo>
                  <a:pt x="638032" y="3397244"/>
                </a:lnTo>
                <a:lnTo>
                  <a:pt x="667502" y="3428324"/>
                </a:lnTo>
                <a:lnTo>
                  <a:pt x="696963" y="3459413"/>
                </a:lnTo>
                <a:lnTo>
                  <a:pt x="726434" y="3490493"/>
                </a:lnTo>
                <a:lnTo>
                  <a:pt x="755894" y="3521583"/>
                </a:lnTo>
                <a:lnTo>
                  <a:pt x="785365" y="3552663"/>
                </a:lnTo>
                <a:lnTo>
                  <a:pt x="814826" y="3583753"/>
                </a:lnTo>
                <a:lnTo>
                  <a:pt x="844296" y="3614833"/>
                </a:lnTo>
                <a:lnTo>
                  <a:pt x="873757" y="3631178"/>
                </a:lnTo>
                <a:lnTo>
                  <a:pt x="903227" y="3600098"/>
                </a:lnTo>
                <a:lnTo>
                  <a:pt x="932688" y="3569008"/>
                </a:lnTo>
                <a:lnTo>
                  <a:pt x="962158" y="3537928"/>
                </a:lnTo>
                <a:lnTo>
                  <a:pt x="991619" y="3506838"/>
                </a:lnTo>
                <a:lnTo>
                  <a:pt x="1021090" y="3475758"/>
                </a:lnTo>
                <a:lnTo>
                  <a:pt x="1050550" y="3444669"/>
                </a:lnTo>
                <a:lnTo>
                  <a:pt x="1080021" y="3413589"/>
                </a:lnTo>
                <a:lnTo>
                  <a:pt x="1109491" y="3382499"/>
                </a:lnTo>
                <a:lnTo>
                  <a:pt x="1138952" y="3351419"/>
                </a:lnTo>
                <a:lnTo>
                  <a:pt x="1168422" y="3320329"/>
                </a:lnTo>
                <a:lnTo>
                  <a:pt x="1197883" y="3289249"/>
                </a:lnTo>
                <a:lnTo>
                  <a:pt x="1227353" y="3258160"/>
                </a:lnTo>
                <a:lnTo>
                  <a:pt x="1256814" y="3227080"/>
                </a:lnTo>
                <a:lnTo>
                  <a:pt x="1286285" y="3195990"/>
                </a:lnTo>
                <a:lnTo>
                  <a:pt x="1315745" y="3164910"/>
                </a:lnTo>
                <a:lnTo>
                  <a:pt x="1345216" y="3133820"/>
                </a:lnTo>
                <a:lnTo>
                  <a:pt x="1374677" y="3102740"/>
                </a:lnTo>
                <a:lnTo>
                  <a:pt x="1404147" y="3071651"/>
                </a:lnTo>
                <a:lnTo>
                  <a:pt x="1433608" y="3040571"/>
                </a:lnTo>
                <a:lnTo>
                  <a:pt x="1463078" y="3009481"/>
                </a:lnTo>
                <a:lnTo>
                  <a:pt x="1492539" y="2978401"/>
                </a:lnTo>
                <a:lnTo>
                  <a:pt x="1509370" y="2952750"/>
                </a:lnTo>
                <a:lnTo>
                  <a:pt x="1466536" y="2952750"/>
                </a:lnTo>
                <a:lnTo>
                  <a:pt x="1423702" y="2952750"/>
                </a:lnTo>
                <a:lnTo>
                  <a:pt x="1380877" y="2952750"/>
                </a:lnTo>
                <a:lnTo>
                  <a:pt x="1338043" y="2952750"/>
                </a:lnTo>
                <a:lnTo>
                  <a:pt x="1295210" y="2952750"/>
                </a:lnTo>
                <a:lnTo>
                  <a:pt x="1252385" y="2952750"/>
                </a:lnTo>
                <a:lnTo>
                  <a:pt x="1209551" y="2952750"/>
                </a:lnTo>
                <a:lnTo>
                  <a:pt x="1197035" y="2926775"/>
                </a:lnTo>
                <a:lnTo>
                  <a:pt x="1203608" y="2884446"/>
                </a:lnTo>
                <a:lnTo>
                  <a:pt x="1210170" y="2842127"/>
                </a:lnTo>
                <a:lnTo>
                  <a:pt x="1216743" y="2799798"/>
                </a:lnTo>
                <a:lnTo>
                  <a:pt x="1223305" y="2757478"/>
                </a:lnTo>
                <a:lnTo>
                  <a:pt x="1229878" y="2715149"/>
                </a:lnTo>
                <a:lnTo>
                  <a:pt x="1236440" y="2672829"/>
                </a:lnTo>
                <a:lnTo>
                  <a:pt x="1243013" y="2630500"/>
                </a:lnTo>
                <a:lnTo>
                  <a:pt x="1249575" y="2588171"/>
                </a:lnTo>
                <a:lnTo>
                  <a:pt x="1256147" y="2545852"/>
                </a:lnTo>
                <a:lnTo>
                  <a:pt x="1262710" y="2503522"/>
                </a:lnTo>
                <a:lnTo>
                  <a:pt x="1269282" y="2461203"/>
                </a:lnTo>
                <a:lnTo>
                  <a:pt x="1275940" y="2418893"/>
                </a:lnTo>
                <a:lnTo>
                  <a:pt x="1282751" y="2376602"/>
                </a:lnTo>
                <a:lnTo>
                  <a:pt x="1289599" y="2334330"/>
                </a:lnTo>
                <a:lnTo>
                  <a:pt x="1296457" y="2292048"/>
                </a:lnTo>
                <a:lnTo>
                  <a:pt x="1303315" y="2249767"/>
                </a:lnTo>
                <a:lnTo>
                  <a:pt x="1310164" y="2207485"/>
                </a:lnTo>
                <a:lnTo>
                  <a:pt x="1317022" y="2165213"/>
                </a:lnTo>
                <a:lnTo>
                  <a:pt x="1323870" y="2122932"/>
                </a:lnTo>
                <a:lnTo>
                  <a:pt x="1330728" y="2080651"/>
                </a:lnTo>
                <a:lnTo>
                  <a:pt x="1337577" y="2038369"/>
                </a:lnTo>
                <a:lnTo>
                  <a:pt x="1344435" y="1996097"/>
                </a:lnTo>
                <a:lnTo>
                  <a:pt x="1351293" y="1953816"/>
                </a:lnTo>
                <a:lnTo>
                  <a:pt x="1358141" y="1911534"/>
                </a:lnTo>
                <a:lnTo>
                  <a:pt x="1364999" y="1869253"/>
                </a:lnTo>
                <a:lnTo>
                  <a:pt x="1371952" y="1826990"/>
                </a:lnTo>
                <a:lnTo>
                  <a:pt x="1379087" y="1784756"/>
                </a:lnTo>
                <a:lnTo>
                  <a:pt x="1386364" y="1742551"/>
                </a:lnTo>
                <a:lnTo>
                  <a:pt x="1393641" y="1700346"/>
                </a:lnTo>
                <a:lnTo>
                  <a:pt x="1400918" y="1658131"/>
                </a:lnTo>
                <a:lnTo>
                  <a:pt x="1408195" y="1615926"/>
                </a:lnTo>
                <a:lnTo>
                  <a:pt x="1415482" y="1573721"/>
                </a:lnTo>
                <a:lnTo>
                  <a:pt x="1422759" y="1531515"/>
                </a:lnTo>
                <a:lnTo>
                  <a:pt x="1430036" y="1489300"/>
                </a:lnTo>
                <a:lnTo>
                  <a:pt x="1437313" y="1447095"/>
                </a:lnTo>
                <a:lnTo>
                  <a:pt x="1444590" y="1404890"/>
                </a:lnTo>
                <a:lnTo>
                  <a:pt x="1451867" y="1362675"/>
                </a:lnTo>
                <a:lnTo>
                  <a:pt x="1459144" y="1320470"/>
                </a:lnTo>
                <a:lnTo>
                  <a:pt x="1466421" y="1278265"/>
                </a:lnTo>
                <a:lnTo>
                  <a:pt x="1473813" y="1236069"/>
                </a:lnTo>
                <a:lnTo>
                  <a:pt x="1481490" y="1193930"/>
                </a:lnTo>
                <a:lnTo>
                  <a:pt x="1489481" y="1151858"/>
                </a:lnTo>
                <a:lnTo>
                  <a:pt x="1497473" y="1109777"/>
                </a:lnTo>
                <a:lnTo>
                  <a:pt x="1505474" y="1067695"/>
                </a:lnTo>
                <a:lnTo>
                  <a:pt x="1513465" y="1025623"/>
                </a:lnTo>
                <a:lnTo>
                  <a:pt x="1521457" y="983542"/>
                </a:lnTo>
                <a:lnTo>
                  <a:pt x="1529458" y="941461"/>
                </a:lnTo>
                <a:lnTo>
                  <a:pt x="1537449" y="899389"/>
                </a:lnTo>
                <a:lnTo>
                  <a:pt x="1545441" y="857307"/>
                </a:lnTo>
                <a:lnTo>
                  <a:pt x="1553442" y="815226"/>
                </a:lnTo>
                <a:lnTo>
                  <a:pt x="1561433" y="773154"/>
                </a:lnTo>
                <a:lnTo>
                  <a:pt x="1569425" y="731072"/>
                </a:lnTo>
                <a:lnTo>
                  <a:pt x="1577426" y="688991"/>
                </a:lnTo>
                <a:lnTo>
                  <a:pt x="1585446" y="646919"/>
                </a:lnTo>
                <a:lnTo>
                  <a:pt x="1594009" y="604952"/>
                </a:lnTo>
                <a:lnTo>
                  <a:pt x="1604277" y="563375"/>
                </a:lnTo>
                <a:lnTo>
                  <a:pt x="1614697" y="521827"/>
                </a:lnTo>
                <a:lnTo>
                  <a:pt x="1625108" y="480289"/>
                </a:lnTo>
                <a:lnTo>
                  <a:pt x="1635519" y="438741"/>
                </a:lnTo>
                <a:lnTo>
                  <a:pt x="1645930" y="397193"/>
                </a:lnTo>
                <a:lnTo>
                  <a:pt x="1656350" y="355644"/>
                </a:lnTo>
                <a:lnTo>
                  <a:pt x="1666761" y="314096"/>
                </a:lnTo>
                <a:lnTo>
                  <a:pt x="1677172" y="272558"/>
                </a:lnTo>
                <a:lnTo>
                  <a:pt x="1687582" y="231010"/>
                </a:lnTo>
                <a:lnTo>
                  <a:pt x="1698003" y="189462"/>
                </a:lnTo>
                <a:lnTo>
                  <a:pt x="1708414" y="147914"/>
                </a:lnTo>
                <a:lnTo>
                  <a:pt x="1718824" y="106366"/>
                </a:lnTo>
                <a:lnTo>
                  <a:pt x="1729235" y="64827"/>
                </a:lnTo>
                <a:lnTo>
                  <a:pt x="1733550" y="22527"/>
                </a:lnTo>
                <a:lnTo>
                  <a:pt x="1713243" y="0"/>
                </a:lnTo>
                <a:lnTo>
                  <a:pt x="1670418" y="0"/>
                </a:lnTo>
                <a:lnTo>
                  <a:pt x="1627584" y="0"/>
                </a:lnTo>
                <a:lnTo>
                  <a:pt x="1584750" y="0"/>
                </a:lnTo>
                <a:lnTo>
                  <a:pt x="1541917" y="0"/>
                </a:lnTo>
                <a:lnTo>
                  <a:pt x="1499092" y="0"/>
                </a:lnTo>
                <a:lnTo>
                  <a:pt x="1456258" y="0"/>
                </a:lnTo>
                <a:lnTo>
                  <a:pt x="1413424" y="0"/>
                </a:lnTo>
                <a:lnTo>
                  <a:pt x="1370600" y="0"/>
                </a:lnTo>
                <a:lnTo>
                  <a:pt x="1327766" y="0"/>
                </a:lnTo>
                <a:lnTo>
                  <a:pt x="1284932" y="0"/>
                </a:lnTo>
                <a:lnTo>
                  <a:pt x="1242098" y="0"/>
                </a:lnTo>
                <a:lnTo>
                  <a:pt x="1199274" y="0"/>
                </a:lnTo>
                <a:lnTo>
                  <a:pt x="1156440" y="0"/>
                </a:lnTo>
                <a:lnTo>
                  <a:pt x="1113606" y="0"/>
                </a:lnTo>
                <a:lnTo>
                  <a:pt x="1070781" y="0"/>
                </a:lnTo>
                <a:lnTo>
                  <a:pt x="1027948" y="0"/>
                </a:lnTo>
                <a:lnTo>
                  <a:pt x="985114" y="0"/>
                </a:lnTo>
                <a:lnTo>
                  <a:pt x="942289" y="0"/>
                </a:lnTo>
                <a:lnTo>
                  <a:pt x="899455" y="0"/>
                </a:lnTo>
                <a:lnTo>
                  <a:pt x="856621" y="0"/>
                </a:lnTo>
                <a:lnTo>
                  <a:pt x="813787" y="0"/>
                </a:lnTo>
                <a:lnTo>
                  <a:pt x="770963" y="0"/>
                </a:lnTo>
                <a:lnTo>
                  <a:pt x="728129" y="0"/>
                </a:lnTo>
                <a:lnTo>
                  <a:pt x="685295" y="0"/>
                </a:lnTo>
                <a:lnTo>
                  <a:pt x="642471" y="0"/>
                </a:lnTo>
                <a:lnTo>
                  <a:pt x="599637" y="0"/>
                </a:lnTo>
                <a:lnTo>
                  <a:pt x="556803" y="0"/>
                </a:lnTo>
                <a:lnTo>
                  <a:pt x="513969" y="0"/>
                </a:lnTo>
                <a:lnTo>
                  <a:pt x="471145" y="0"/>
                </a:lnTo>
                <a:lnTo>
                  <a:pt x="428311" y="0"/>
                </a:lnTo>
                <a:lnTo>
                  <a:pt x="385477" y="0"/>
                </a:lnTo>
                <a:lnTo>
                  <a:pt x="342652" y="0"/>
                </a:lnTo>
                <a:lnTo>
                  <a:pt x="299818" y="0"/>
                </a:lnTo>
                <a:lnTo>
                  <a:pt x="256985" y="0"/>
                </a:lnTo>
                <a:lnTo>
                  <a:pt x="214160" y="0"/>
                </a:lnTo>
                <a:lnTo>
                  <a:pt x="171326" y="0"/>
                </a:lnTo>
                <a:lnTo>
                  <a:pt x="128492" y="0"/>
                </a:lnTo>
                <a:lnTo>
                  <a:pt x="85658" y="0"/>
                </a:lnTo>
                <a:lnTo>
                  <a:pt x="42834" y="0"/>
                </a:lnTo>
                <a:lnTo>
                  <a:pt x="0" y="0"/>
                </a:lnTo>
                <a:close/>
              </a:path>
            </a:pathLst>
          </a:custGeom>
          <a:gradFill xmlns:a="http://schemas.openxmlformats.org/drawingml/2006/main">
            <a:gsLst>
              <a:gs pos="0">
                <a:srgbClr val="000000"/>
              </a:gs>
              <a:gs pos="42">
                <a:srgbClr val="B8D8F2">
                  <a:alpha val="16000"/>
                </a:srgbClr>
              </a:gs>
              <a:gs pos="76">
                <a:srgbClr val="8FC4EE">
                  <a:alpha val="32000"/>
                </a:srgbClr>
              </a:gs>
              <a:gs pos="100">
                <a:srgbClr val="72B3E8">
                  <a:alpha val="52000"/>
                </a:srgbClr>
              </a:gs>
            </a:gsLst>
            <a:lin ang="10800000"/>
          </a:gradFill>
          <a:ln xmlns:a="http://schemas.openxmlformats.org/drawingml/2006/main" w="9525">
            <a:noFill/>
            <a:prstDash val="solid"/>
          </a:ln>
        </p:spPr>
      </p:sp>
      <p:sp>
        <p:nvSpPr>
          <p:cNvPr id="46" name="phase-label-0">
            <a:extLst xmlns:a="http://schemas.openxmlformats.org/drawingml/2006/main">
              <a:ext uri="{FF2B5EF4-FFF2-40B4-BE49-F238E27FC236}">
                <a16:creationId xmlns:a16="http://schemas.microsoft.com/office/drawing/2014/main" id="{C7882397-EA4C-4EF4-AA83-6EEAD37AD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1638300"/>
            <a:ext cx="228600" cy="2657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阶段一</a:t>
            </a:r>
          </a:p>
        </p:txBody>
      </p:sp>
      <p:sp>
        <p:nvSpPr>
          <p:cNvPr id="47" name="phase-label-1">
            <a:extLst xmlns:a="http://schemas.openxmlformats.org/drawingml/2006/main">
              <a:ext uri="{FF2B5EF4-FFF2-40B4-BE49-F238E27FC236}">
                <a16:creationId xmlns:a16="http://schemas.microsoft.com/office/drawing/2014/main" id="{62762CCC-0778-4CA4-B288-B6A5E8CF8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4295775"/>
            <a:ext cx="228600" cy="1914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阶段二</a:t>
            </a:r>
          </a:p>
        </p:txBody>
      </p:sp>
      <p:sp>
        <p:nvSpPr>
          <p:cNvPr id="48" name="funnel-step-title-0">
            <a:extLst xmlns:a="http://schemas.openxmlformats.org/drawingml/2006/main">
              <a:ext uri="{FF2B5EF4-FFF2-40B4-BE49-F238E27FC236}">
                <a16:creationId xmlns:a16="http://schemas.microsoft.com/office/drawing/2014/main" id="{B95C0CC6-C46D-490A-B7D2-E3BC272C0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311728" y="2653455"/>
            <a:ext cx="2615803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广泛触达</a:t>
            </a:r>
          </a:p>
        </p:txBody>
      </p:sp>
      <p:sp>
        <p:nvSpPr>
          <p:cNvPr id="49" name="funnel-step-title-1">
            <a:extLst xmlns:a="http://schemas.openxmlformats.org/drawingml/2006/main">
              <a:ext uri="{FF2B5EF4-FFF2-40B4-BE49-F238E27FC236}">
                <a16:creationId xmlns:a16="http://schemas.microsoft.com/office/drawing/2014/main" id="{793DEA79-D2E8-433C-B86D-AEB638C9D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528117" y="3255169"/>
            <a:ext cx="2183016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兴趣识别</a:t>
            </a:r>
          </a:p>
        </p:txBody>
      </p:sp>
      <p:sp>
        <p:nvSpPr>
          <p:cNvPr id="50" name="funnel-step-title-2">
            <a:extLst xmlns:a="http://schemas.openxmlformats.org/drawingml/2006/main">
              <a:ext uri="{FF2B5EF4-FFF2-40B4-BE49-F238E27FC236}">
                <a16:creationId xmlns:a16="http://schemas.microsoft.com/office/drawing/2014/main" id="{B1B18A34-3980-44F0-BFFC-B0C37B99D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25018" y="3856730"/>
            <a:ext cx="1789214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意向培育</a:t>
            </a:r>
          </a:p>
        </p:txBody>
      </p:sp>
      <p:sp>
        <p:nvSpPr>
          <p:cNvPr id="51" name="funnel-step-title-3">
            <a:extLst xmlns:a="http://schemas.openxmlformats.org/drawingml/2006/main">
              <a:ext uri="{FF2B5EF4-FFF2-40B4-BE49-F238E27FC236}">
                <a16:creationId xmlns:a16="http://schemas.microsoft.com/office/drawing/2014/main" id="{1BCEBC2C-13F8-417C-8B36-43F27BD0C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10165" y="4458443"/>
            <a:ext cx="141893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行动转化</a:t>
            </a:r>
          </a:p>
        </p:txBody>
      </p:sp>
      <p:sp>
        <p:nvSpPr>
          <p:cNvPr id="52" name="funnel-step-title-4">
            <a:extLst xmlns:a="http://schemas.openxmlformats.org/drawingml/2006/main">
              <a:ext uri="{FF2B5EF4-FFF2-40B4-BE49-F238E27FC236}">
                <a16:creationId xmlns:a16="http://schemas.microsoft.com/office/drawing/2014/main" id="{D95E42D4-1D68-4FA6-9962-AEA513176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87120" y="5060156"/>
            <a:ext cx="1065019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持续留存</a:t>
            </a:r>
          </a:p>
        </p:txBody>
      </p:sp>
      <p:sp>
        <p:nvSpPr>
          <p:cNvPr id="53" name="funnel-step-title-5">
            <a:extLst xmlns:a="http://schemas.openxmlformats.org/drawingml/2006/main">
              <a:ext uri="{FF2B5EF4-FFF2-40B4-BE49-F238E27FC236}">
                <a16:creationId xmlns:a16="http://schemas.microsoft.com/office/drawing/2014/main" id="{B34085E0-94A1-45B9-90AA-0EE673E95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200525" y="5661717"/>
            <a:ext cx="8382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价值增长</a:t>
            </a:r>
          </a:p>
        </p:txBody>
      </p:sp>
      <p:sp>
        <p:nvSpPr>
          <p:cNvPr id="54" name="input-core-0">
            <a:extLst xmlns:a="http://schemas.openxmlformats.org/drawingml/2006/main">
              <a:ext uri="{FF2B5EF4-FFF2-40B4-BE49-F238E27FC236}">
                <a16:creationId xmlns:a16="http://schemas.microsoft.com/office/drawing/2014/main" id="{A281CD67-AB1A-454A-A6B3-EEB1BEFB1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676650" y="190500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23"/>
          <a:fontRef xmlns:a="http://schemas.openxmlformats.org/drawingml/2006/main" idx="major"/>
        </p:style>
      </p:sp>
      <p:pic>
        <p:nvPicPr>
          <p:cNvPr id="1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85f250d543c42fc">
            <a:extLst>
              <a:ext uri="{96DAC541-7B7A-43D3-8B79-37D633B846F1}">
                <asvg:svgBlip xmlns:asvg="http://schemas.microsoft.com/office/drawing/2016/SVG/main" r:embed="R9e6827702c734453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3771900" y="2000250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56" name="input-core-1">
            <a:extLst xmlns:a="http://schemas.openxmlformats.org/drawingml/2006/main">
              <a:ext uri="{FF2B5EF4-FFF2-40B4-BE49-F238E27FC236}">
                <a16:creationId xmlns:a16="http://schemas.microsoft.com/office/drawing/2014/main" id="{F30CB2D3-A6DC-499E-BD91-11D0FB5FC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133975" y="1743075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23"/>
          <a:fontRef xmlns:a="http://schemas.openxmlformats.org/drawingml/2006/main" idx="major"/>
        </p:style>
      </p:sp>
      <p:pic>
        <p:nvPicPr>
          <p:cNvPr id="1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7d50a4a36a94291">
            <a:extLst>
              <a:ext uri="{96DAC541-7B7A-43D3-8B79-37D633B846F1}">
                <asvg:svgBlip xmlns:asvg="http://schemas.microsoft.com/office/drawing/2016/SVG/main" r:embed="R583f16fd70d2497a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5229225" y="1838325"/>
            <a:ext cx="209550" cy="2095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6160796"/>
      </p:ext>
    </p:extLst>
  </p:cSld>
</p:sld>
</file>

<file path=ppt/slides/slide5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0" name="phase-band-0">
            <a:extLst xmlns:a="http://schemas.openxmlformats.org/drawingml/2006/main">
              <a:ext uri="{FF2B5EF4-FFF2-40B4-BE49-F238E27FC236}">
                <a16:creationId xmlns:a16="http://schemas.microsoft.com/office/drawing/2014/main" id="{AFD84905-7A9A-44C0-A388-7C63B4318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1638300"/>
            <a:ext cx="11144250" cy="2657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phase-band-1">
            <a:extLst xmlns:a="http://schemas.openxmlformats.org/drawingml/2006/main">
              <a:ext uri="{FF2B5EF4-FFF2-40B4-BE49-F238E27FC236}">
                <a16:creationId xmlns:a16="http://schemas.microsoft.com/office/drawing/2014/main" id="{96D2FCA7-2E4B-499A-8B7C-9032201CD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4295775"/>
            <a:ext cx="11144250" cy="1914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38100">
            <a:solidFill>
              <a:srgbClr val="FFFFFF"/>
            </a:solidFill>
            <a:prstDash val="solid"/>
          </a:ln>
        </p:spPr>
      </p:sp>
      <p:sp>
        <p:nvSpPr>
          <p:cNvPr id="3" name="phase-rail-0">
            <a:extLst xmlns:a="http://schemas.openxmlformats.org/drawingml/2006/main">
              <a:ext uri="{FF2B5EF4-FFF2-40B4-BE49-F238E27FC236}">
                <a16:creationId xmlns:a16="http://schemas.microsoft.com/office/drawing/2014/main" id="{FF42C35A-54FC-48C0-8DDA-36096A57F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1638300"/>
            <a:ext cx="514350" cy="2656656"/>
          </a:xfrm>
          <a:custGeom xmlns:a="http://schemas.openxmlformats.org/drawingml/2006/main">
            <a:pathLst>
              <a:path w="514350" h="2656656">
                <a:moveTo>
                  <a:pt x="0" y="0"/>
                </a:moveTo>
                <a:lnTo>
                  <a:pt x="25546" y="0"/>
                </a:lnTo>
                <a:lnTo>
                  <a:pt x="51102" y="0"/>
                </a:lnTo>
                <a:lnTo>
                  <a:pt x="76648" y="0"/>
                </a:lnTo>
                <a:lnTo>
                  <a:pt x="102203" y="0"/>
                </a:lnTo>
                <a:lnTo>
                  <a:pt x="127749" y="0"/>
                </a:lnTo>
                <a:lnTo>
                  <a:pt x="153295" y="0"/>
                </a:lnTo>
                <a:lnTo>
                  <a:pt x="178851" y="0"/>
                </a:lnTo>
                <a:lnTo>
                  <a:pt x="204397" y="0"/>
                </a:lnTo>
                <a:lnTo>
                  <a:pt x="229953" y="0"/>
                </a:lnTo>
                <a:lnTo>
                  <a:pt x="255499" y="0"/>
                </a:lnTo>
                <a:lnTo>
                  <a:pt x="281045" y="0"/>
                </a:lnTo>
                <a:lnTo>
                  <a:pt x="306600" y="0"/>
                </a:lnTo>
                <a:lnTo>
                  <a:pt x="332146" y="0"/>
                </a:lnTo>
                <a:lnTo>
                  <a:pt x="357692" y="0"/>
                </a:lnTo>
                <a:lnTo>
                  <a:pt x="383248" y="0"/>
                </a:lnTo>
                <a:lnTo>
                  <a:pt x="408794" y="0"/>
                </a:lnTo>
                <a:lnTo>
                  <a:pt x="434350" y="0"/>
                </a:lnTo>
                <a:lnTo>
                  <a:pt x="459896" y="0"/>
                </a:lnTo>
                <a:lnTo>
                  <a:pt x="485442" y="0"/>
                </a:lnTo>
                <a:lnTo>
                  <a:pt x="510997" y="0"/>
                </a:lnTo>
                <a:lnTo>
                  <a:pt x="514350" y="22193"/>
                </a:lnTo>
                <a:lnTo>
                  <a:pt x="514350" y="47749"/>
                </a:lnTo>
                <a:lnTo>
                  <a:pt x="514350" y="73295"/>
                </a:lnTo>
                <a:lnTo>
                  <a:pt x="514350" y="98841"/>
                </a:lnTo>
                <a:lnTo>
                  <a:pt x="514350" y="124397"/>
                </a:lnTo>
                <a:lnTo>
                  <a:pt x="514350" y="149943"/>
                </a:lnTo>
                <a:lnTo>
                  <a:pt x="514350" y="175498"/>
                </a:lnTo>
                <a:lnTo>
                  <a:pt x="514350" y="201044"/>
                </a:lnTo>
                <a:lnTo>
                  <a:pt x="514350" y="226590"/>
                </a:lnTo>
                <a:lnTo>
                  <a:pt x="514350" y="252146"/>
                </a:lnTo>
                <a:lnTo>
                  <a:pt x="514350" y="277692"/>
                </a:lnTo>
                <a:lnTo>
                  <a:pt x="514350" y="303247"/>
                </a:lnTo>
                <a:lnTo>
                  <a:pt x="514350" y="328793"/>
                </a:lnTo>
                <a:lnTo>
                  <a:pt x="514350" y="354340"/>
                </a:lnTo>
                <a:lnTo>
                  <a:pt x="514350" y="379895"/>
                </a:lnTo>
                <a:lnTo>
                  <a:pt x="514350" y="405441"/>
                </a:lnTo>
                <a:lnTo>
                  <a:pt x="514350" y="430987"/>
                </a:lnTo>
                <a:lnTo>
                  <a:pt x="514350" y="456543"/>
                </a:lnTo>
                <a:lnTo>
                  <a:pt x="514350" y="482089"/>
                </a:lnTo>
                <a:lnTo>
                  <a:pt x="514350" y="507644"/>
                </a:lnTo>
                <a:lnTo>
                  <a:pt x="514350" y="533190"/>
                </a:lnTo>
                <a:lnTo>
                  <a:pt x="514350" y="558737"/>
                </a:lnTo>
                <a:lnTo>
                  <a:pt x="514350" y="584292"/>
                </a:lnTo>
                <a:lnTo>
                  <a:pt x="514350" y="609838"/>
                </a:lnTo>
                <a:lnTo>
                  <a:pt x="514350" y="635394"/>
                </a:lnTo>
                <a:lnTo>
                  <a:pt x="514350" y="660940"/>
                </a:lnTo>
                <a:lnTo>
                  <a:pt x="514350" y="686486"/>
                </a:lnTo>
                <a:lnTo>
                  <a:pt x="514350" y="712041"/>
                </a:lnTo>
                <a:lnTo>
                  <a:pt x="514350" y="737587"/>
                </a:lnTo>
                <a:lnTo>
                  <a:pt x="514350" y="763143"/>
                </a:lnTo>
                <a:lnTo>
                  <a:pt x="514350" y="788689"/>
                </a:lnTo>
                <a:lnTo>
                  <a:pt x="514350" y="814235"/>
                </a:lnTo>
                <a:lnTo>
                  <a:pt x="514350" y="839791"/>
                </a:lnTo>
                <a:lnTo>
                  <a:pt x="514350" y="865337"/>
                </a:lnTo>
                <a:lnTo>
                  <a:pt x="514350" y="890883"/>
                </a:lnTo>
                <a:lnTo>
                  <a:pt x="514350" y="916438"/>
                </a:lnTo>
                <a:lnTo>
                  <a:pt x="514350" y="941984"/>
                </a:lnTo>
                <a:lnTo>
                  <a:pt x="514350" y="967540"/>
                </a:lnTo>
                <a:lnTo>
                  <a:pt x="514350" y="993086"/>
                </a:lnTo>
                <a:lnTo>
                  <a:pt x="514350" y="1018632"/>
                </a:lnTo>
                <a:lnTo>
                  <a:pt x="514350" y="1044188"/>
                </a:lnTo>
                <a:lnTo>
                  <a:pt x="514350" y="1069734"/>
                </a:lnTo>
                <a:lnTo>
                  <a:pt x="514350" y="1095289"/>
                </a:lnTo>
                <a:lnTo>
                  <a:pt x="514350" y="1120835"/>
                </a:lnTo>
                <a:lnTo>
                  <a:pt x="514350" y="1146381"/>
                </a:lnTo>
                <a:lnTo>
                  <a:pt x="514350" y="1171937"/>
                </a:lnTo>
                <a:lnTo>
                  <a:pt x="514350" y="1197483"/>
                </a:lnTo>
                <a:lnTo>
                  <a:pt x="514350" y="1223039"/>
                </a:lnTo>
                <a:lnTo>
                  <a:pt x="514350" y="1248585"/>
                </a:lnTo>
                <a:lnTo>
                  <a:pt x="514350" y="1274131"/>
                </a:lnTo>
                <a:lnTo>
                  <a:pt x="514350" y="1299686"/>
                </a:lnTo>
                <a:lnTo>
                  <a:pt x="514350" y="1325232"/>
                </a:lnTo>
                <a:lnTo>
                  <a:pt x="514350" y="1350788"/>
                </a:lnTo>
                <a:lnTo>
                  <a:pt x="514350" y="1376334"/>
                </a:lnTo>
                <a:lnTo>
                  <a:pt x="514350" y="1401880"/>
                </a:lnTo>
                <a:lnTo>
                  <a:pt x="514350" y="1427436"/>
                </a:lnTo>
                <a:lnTo>
                  <a:pt x="514350" y="1452982"/>
                </a:lnTo>
                <a:lnTo>
                  <a:pt x="514350" y="1478528"/>
                </a:lnTo>
                <a:lnTo>
                  <a:pt x="514350" y="1504083"/>
                </a:lnTo>
                <a:lnTo>
                  <a:pt x="514350" y="1529629"/>
                </a:lnTo>
                <a:lnTo>
                  <a:pt x="514350" y="1555185"/>
                </a:lnTo>
                <a:lnTo>
                  <a:pt x="514350" y="1580731"/>
                </a:lnTo>
                <a:lnTo>
                  <a:pt x="514350" y="1606277"/>
                </a:lnTo>
                <a:lnTo>
                  <a:pt x="514350" y="1631833"/>
                </a:lnTo>
                <a:lnTo>
                  <a:pt x="514350" y="1657379"/>
                </a:lnTo>
                <a:lnTo>
                  <a:pt x="514350" y="1682934"/>
                </a:lnTo>
                <a:lnTo>
                  <a:pt x="514350" y="1708480"/>
                </a:lnTo>
                <a:lnTo>
                  <a:pt x="514350" y="1734026"/>
                </a:lnTo>
                <a:lnTo>
                  <a:pt x="514350" y="1759582"/>
                </a:lnTo>
                <a:lnTo>
                  <a:pt x="514350" y="1785128"/>
                </a:lnTo>
                <a:lnTo>
                  <a:pt x="514350" y="1810683"/>
                </a:lnTo>
                <a:lnTo>
                  <a:pt x="514350" y="1836230"/>
                </a:lnTo>
                <a:lnTo>
                  <a:pt x="514350" y="1861776"/>
                </a:lnTo>
                <a:lnTo>
                  <a:pt x="514350" y="1887331"/>
                </a:lnTo>
                <a:lnTo>
                  <a:pt x="514350" y="1912877"/>
                </a:lnTo>
                <a:lnTo>
                  <a:pt x="514350" y="1938433"/>
                </a:lnTo>
                <a:lnTo>
                  <a:pt x="514350" y="1963979"/>
                </a:lnTo>
                <a:lnTo>
                  <a:pt x="514350" y="1989525"/>
                </a:lnTo>
                <a:lnTo>
                  <a:pt x="514350" y="2015080"/>
                </a:lnTo>
                <a:lnTo>
                  <a:pt x="514350" y="2040626"/>
                </a:lnTo>
                <a:lnTo>
                  <a:pt x="514350" y="2066173"/>
                </a:lnTo>
                <a:lnTo>
                  <a:pt x="514350" y="2091728"/>
                </a:lnTo>
                <a:lnTo>
                  <a:pt x="514350" y="2117274"/>
                </a:lnTo>
                <a:lnTo>
                  <a:pt x="514350" y="2142830"/>
                </a:lnTo>
                <a:lnTo>
                  <a:pt x="514350" y="2168376"/>
                </a:lnTo>
                <a:lnTo>
                  <a:pt x="514350" y="2193922"/>
                </a:lnTo>
                <a:lnTo>
                  <a:pt x="514350" y="2219477"/>
                </a:lnTo>
                <a:lnTo>
                  <a:pt x="514350" y="2245023"/>
                </a:lnTo>
                <a:lnTo>
                  <a:pt x="514350" y="2270579"/>
                </a:lnTo>
                <a:lnTo>
                  <a:pt x="514350" y="2296125"/>
                </a:lnTo>
                <a:lnTo>
                  <a:pt x="514350" y="2321671"/>
                </a:lnTo>
                <a:lnTo>
                  <a:pt x="514350" y="2347227"/>
                </a:lnTo>
                <a:lnTo>
                  <a:pt x="514350" y="2372773"/>
                </a:lnTo>
                <a:lnTo>
                  <a:pt x="514350" y="2398328"/>
                </a:lnTo>
                <a:lnTo>
                  <a:pt x="514350" y="2423874"/>
                </a:lnTo>
                <a:lnTo>
                  <a:pt x="514350" y="2449420"/>
                </a:lnTo>
                <a:lnTo>
                  <a:pt x="514350" y="2474976"/>
                </a:lnTo>
                <a:lnTo>
                  <a:pt x="514350" y="2500522"/>
                </a:lnTo>
                <a:lnTo>
                  <a:pt x="504320" y="2520172"/>
                </a:lnTo>
                <a:lnTo>
                  <a:pt x="481984" y="2532583"/>
                </a:lnTo>
                <a:lnTo>
                  <a:pt x="459648" y="2544985"/>
                </a:lnTo>
                <a:lnTo>
                  <a:pt x="437321" y="2557396"/>
                </a:lnTo>
                <a:lnTo>
                  <a:pt x="414985" y="2569807"/>
                </a:lnTo>
                <a:lnTo>
                  <a:pt x="392649" y="2582208"/>
                </a:lnTo>
                <a:lnTo>
                  <a:pt x="370313" y="2594620"/>
                </a:lnTo>
                <a:lnTo>
                  <a:pt x="347977" y="2607031"/>
                </a:lnTo>
                <a:lnTo>
                  <a:pt x="325641" y="2619432"/>
                </a:lnTo>
                <a:lnTo>
                  <a:pt x="303314" y="2631843"/>
                </a:lnTo>
                <a:lnTo>
                  <a:pt x="280978" y="2644254"/>
                </a:lnTo>
                <a:lnTo>
                  <a:pt x="258642" y="2656656"/>
                </a:lnTo>
                <a:lnTo>
                  <a:pt x="236306" y="2645883"/>
                </a:lnTo>
                <a:lnTo>
                  <a:pt x="213970" y="2633472"/>
                </a:lnTo>
                <a:lnTo>
                  <a:pt x="191633" y="2621061"/>
                </a:lnTo>
                <a:lnTo>
                  <a:pt x="169307" y="2608659"/>
                </a:lnTo>
                <a:lnTo>
                  <a:pt x="146971" y="2596248"/>
                </a:lnTo>
                <a:lnTo>
                  <a:pt x="124635" y="2583837"/>
                </a:lnTo>
                <a:lnTo>
                  <a:pt x="102299" y="2571436"/>
                </a:lnTo>
                <a:lnTo>
                  <a:pt x="79962" y="2559025"/>
                </a:lnTo>
                <a:lnTo>
                  <a:pt x="57626" y="2546614"/>
                </a:lnTo>
                <a:lnTo>
                  <a:pt x="35300" y="2534212"/>
                </a:lnTo>
                <a:lnTo>
                  <a:pt x="12964" y="2521801"/>
                </a:lnTo>
                <a:lnTo>
                  <a:pt x="0" y="2503875"/>
                </a:lnTo>
                <a:lnTo>
                  <a:pt x="0" y="2478329"/>
                </a:lnTo>
                <a:lnTo>
                  <a:pt x="0" y="2452783"/>
                </a:lnTo>
                <a:lnTo>
                  <a:pt x="0" y="2427227"/>
                </a:lnTo>
                <a:lnTo>
                  <a:pt x="0" y="2401681"/>
                </a:lnTo>
                <a:lnTo>
                  <a:pt x="0" y="2376126"/>
                </a:lnTo>
                <a:lnTo>
                  <a:pt x="0" y="2350580"/>
                </a:lnTo>
                <a:lnTo>
                  <a:pt x="0" y="2325033"/>
                </a:lnTo>
                <a:lnTo>
                  <a:pt x="0" y="2299478"/>
                </a:lnTo>
                <a:lnTo>
                  <a:pt x="0" y="2273932"/>
                </a:lnTo>
                <a:lnTo>
                  <a:pt x="0" y="2248376"/>
                </a:lnTo>
                <a:lnTo>
                  <a:pt x="0" y="2222830"/>
                </a:lnTo>
                <a:lnTo>
                  <a:pt x="0" y="2197284"/>
                </a:lnTo>
                <a:lnTo>
                  <a:pt x="0" y="2171729"/>
                </a:lnTo>
                <a:lnTo>
                  <a:pt x="0" y="2146183"/>
                </a:lnTo>
                <a:lnTo>
                  <a:pt x="0" y="2120627"/>
                </a:lnTo>
                <a:lnTo>
                  <a:pt x="0" y="2095081"/>
                </a:lnTo>
                <a:lnTo>
                  <a:pt x="0" y="2069535"/>
                </a:lnTo>
                <a:lnTo>
                  <a:pt x="0" y="2043979"/>
                </a:lnTo>
                <a:lnTo>
                  <a:pt x="0" y="2018433"/>
                </a:lnTo>
                <a:lnTo>
                  <a:pt x="0" y="1992887"/>
                </a:lnTo>
                <a:lnTo>
                  <a:pt x="0" y="1967332"/>
                </a:lnTo>
                <a:lnTo>
                  <a:pt x="0" y="1941786"/>
                </a:lnTo>
                <a:lnTo>
                  <a:pt x="0" y="1916230"/>
                </a:lnTo>
                <a:lnTo>
                  <a:pt x="0" y="1890684"/>
                </a:lnTo>
                <a:lnTo>
                  <a:pt x="0" y="1865138"/>
                </a:lnTo>
                <a:lnTo>
                  <a:pt x="0" y="1839582"/>
                </a:lnTo>
                <a:lnTo>
                  <a:pt x="0" y="1814036"/>
                </a:lnTo>
                <a:lnTo>
                  <a:pt x="0" y="1788481"/>
                </a:lnTo>
                <a:lnTo>
                  <a:pt x="0" y="1762935"/>
                </a:lnTo>
                <a:lnTo>
                  <a:pt x="0" y="1737389"/>
                </a:lnTo>
                <a:lnTo>
                  <a:pt x="0" y="1711833"/>
                </a:lnTo>
                <a:lnTo>
                  <a:pt x="0" y="1686287"/>
                </a:lnTo>
                <a:lnTo>
                  <a:pt x="0" y="1660731"/>
                </a:lnTo>
                <a:lnTo>
                  <a:pt x="0" y="1635185"/>
                </a:lnTo>
                <a:lnTo>
                  <a:pt x="0" y="1609639"/>
                </a:lnTo>
                <a:lnTo>
                  <a:pt x="0" y="1584084"/>
                </a:lnTo>
                <a:lnTo>
                  <a:pt x="0" y="1558538"/>
                </a:lnTo>
                <a:lnTo>
                  <a:pt x="0" y="1532982"/>
                </a:lnTo>
                <a:lnTo>
                  <a:pt x="0" y="1507436"/>
                </a:lnTo>
                <a:lnTo>
                  <a:pt x="0" y="1481890"/>
                </a:lnTo>
                <a:lnTo>
                  <a:pt x="0" y="1456334"/>
                </a:lnTo>
                <a:lnTo>
                  <a:pt x="0" y="1430788"/>
                </a:lnTo>
                <a:lnTo>
                  <a:pt x="0" y="1405233"/>
                </a:lnTo>
                <a:lnTo>
                  <a:pt x="0" y="1379687"/>
                </a:lnTo>
                <a:lnTo>
                  <a:pt x="0" y="1354141"/>
                </a:lnTo>
                <a:lnTo>
                  <a:pt x="0" y="1328585"/>
                </a:lnTo>
                <a:lnTo>
                  <a:pt x="0" y="1303039"/>
                </a:lnTo>
                <a:lnTo>
                  <a:pt x="0" y="1277493"/>
                </a:lnTo>
                <a:lnTo>
                  <a:pt x="0" y="1251937"/>
                </a:lnTo>
                <a:lnTo>
                  <a:pt x="0" y="1226391"/>
                </a:lnTo>
                <a:lnTo>
                  <a:pt x="0" y="1200836"/>
                </a:lnTo>
                <a:lnTo>
                  <a:pt x="0" y="1175290"/>
                </a:lnTo>
                <a:lnTo>
                  <a:pt x="0" y="1149744"/>
                </a:lnTo>
                <a:lnTo>
                  <a:pt x="0" y="1124188"/>
                </a:lnTo>
                <a:lnTo>
                  <a:pt x="0" y="1098642"/>
                </a:lnTo>
                <a:lnTo>
                  <a:pt x="0" y="1073087"/>
                </a:lnTo>
                <a:lnTo>
                  <a:pt x="0" y="1047540"/>
                </a:lnTo>
                <a:lnTo>
                  <a:pt x="0" y="1021994"/>
                </a:lnTo>
                <a:lnTo>
                  <a:pt x="0" y="996439"/>
                </a:lnTo>
                <a:lnTo>
                  <a:pt x="0" y="970893"/>
                </a:lnTo>
                <a:lnTo>
                  <a:pt x="0" y="945337"/>
                </a:lnTo>
                <a:lnTo>
                  <a:pt x="0" y="919791"/>
                </a:lnTo>
                <a:lnTo>
                  <a:pt x="0" y="894245"/>
                </a:lnTo>
                <a:lnTo>
                  <a:pt x="0" y="868690"/>
                </a:lnTo>
                <a:lnTo>
                  <a:pt x="0" y="843143"/>
                </a:lnTo>
                <a:lnTo>
                  <a:pt x="0" y="817588"/>
                </a:lnTo>
                <a:lnTo>
                  <a:pt x="0" y="792042"/>
                </a:lnTo>
                <a:lnTo>
                  <a:pt x="0" y="766496"/>
                </a:lnTo>
                <a:lnTo>
                  <a:pt x="0" y="740940"/>
                </a:lnTo>
                <a:lnTo>
                  <a:pt x="0" y="715394"/>
                </a:lnTo>
                <a:lnTo>
                  <a:pt x="0" y="689848"/>
                </a:lnTo>
                <a:lnTo>
                  <a:pt x="0" y="664293"/>
                </a:lnTo>
                <a:lnTo>
                  <a:pt x="0" y="638747"/>
                </a:lnTo>
                <a:lnTo>
                  <a:pt x="0" y="613191"/>
                </a:lnTo>
                <a:lnTo>
                  <a:pt x="0" y="587645"/>
                </a:lnTo>
                <a:lnTo>
                  <a:pt x="0" y="562099"/>
                </a:lnTo>
                <a:lnTo>
                  <a:pt x="0" y="536543"/>
                </a:lnTo>
                <a:lnTo>
                  <a:pt x="0" y="510997"/>
                </a:lnTo>
                <a:lnTo>
                  <a:pt x="0" y="485442"/>
                </a:lnTo>
                <a:lnTo>
                  <a:pt x="0" y="459896"/>
                </a:lnTo>
                <a:lnTo>
                  <a:pt x="0" y="434350"/>
                </a:lnTo>
                <a:lnTo>
                  <a:pt x="0" y="408794"/>
                </a:lnTo>
                <a:lnTo>
                  <a:pt x="0" y="383248"/>
                </a:lnTo>
                <a:lnTo>
                  <a:pt x="0" y="357692"/>
                </a:lnTo>
                <a:lnTo>
                  <a:pt x="0" y="332146"/>
                </a:lnTo>
                <a:lnTo>
                  <a:pt x="0" y="306600"/>
                </a:lnTo>
                <a:lnTo>
                  <a:pt x="0" y="281045"/>
                </a:lnTo>
                <a:lnTo>
                  <a:pt x="0" y="255499"/>
                </a:lnTo>
                <a:lnTo>
                  <a:pt x="0" y="229953"/>
                </a:lnTo>
                <a:lnTo>
                  <a:pt x="0" y="204397"/>
                </a:lnTo>
                <a:lnTo>
                  <a:pt x="0" y="178851"/>
                </a:lnTo>
                <a:lnTo>
                  <a:pt x="0" y="153295"/>
                </a:lnTo>
                <a:lnTo>
                  <a:pt x="0" y="127749"/>
                </a:lnTo>
                <a:lnTo>
                  <a:pt x="0" y="102203"/>
                </a:lnTo>
                <a:lnTo>
                  <a:pt x="0" y="76648"/>
                </a:lnTo>
                <a:lnTo>
                  <a:pt x="0" y="51102"/>
                </a:lnTo>
                <a:lnTo>
                  <a:pt x="0" y="25546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4" name="phase-title-0">
            <a:extLst xmlns:a="http://schemas.openxmlformats.org/drawingml/2006/main">
              <a:ext uri="{FF2B5EF4-FFF2-40B4-BE49-F238E27FC236}">
                <a16:creationId xmlns:a16="http://schemas.microsoft.com/office/drawing/2014/main" id="{5E3FED1C-3EAF-4E20-9DA3-FE3D3FEAB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2496293"/>
            <a:ext cx="1428750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获取与识别</a:t>
            </a:r>
          </a:p>
        </p:txBody>
      </p:sp>
      <p:sp>
        <p:nvSpPr>
          <p:cNvPr id="5" name="phase-body-0">
            <a:extLst xmlns:a="http://schemas.openxmlformats.org/drawingml/2006/main">
              <a:ext uri="{FF2B5EF4-FFF2-40B4-BE49-F238E27FC236}">
                <a16:creationId xmlns:a16="http://schemas.microsoft.com/office/drawing/2014/main" id="{EB438636-EB0C-44D4-9F17-56D5DE92A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2850509"/>
            <a:ext cx="1428750" cy="587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让目标对象进</a:t>
            </a:r>
          </a:p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入并形成意向</a:t>
            </a:r>
          </a:p>
        </p:txBody>
      </p:sp>
      <p:sp>
        <p:nvSpPr>
          <p:cNvPr id="6" name="action-icon-shell-0-0">
            <a:extLst xmlns:a="http://schemas.openxmlformats.org/drawingml/2006/main">
              <a:ext uri="{FF2B5EF4-FFF2-40B4-BE49-F238E27FC236}">
                <a16:creationId xmlns:a16="http://schemas.microsoft.com/office/drawing/2014/main" id="{C0804063-80C5-440B-AE36-7D2E5EFF4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2490788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6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b5b7e1ae55142a4">
            <a:extLst>
              <a:ext uri="{96DAC541-7B7A-43D3-8B79-37D633B846F1}">
                <asvg:svgBlip xmlns:asvg="http://schemas.microsoft.com/office/drawing/2016/SVG/main" r:embed="Rd461170f6aba4aad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2566988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8" name="action-title-0-0">
            <a:extLst xmlns:a="http://schemas.openxmlformats.org/drawingml/2006/main">
              <a:ext uri="{FF2B5EF4-FFF2-40B4-BE49-F238E27FC236}">
                <a16:creationId xmlns:a16="http://schemas.microsoft.com/office/drawing/2014/main" id="{75ED8B4D-3281-429E-B3F5-4FA57660D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429770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标签体系</a:t>
            </a:r>
          </a:p>
        </p:txBody>
      </p:sp>
      <p:sp>
        <p:nvSpPr>
          <p:cNvPr id="9" name="action-body-0-0">
            <a:extLst xmlns:a="http://schemas.openxmlformats.org/drawingml/2006/main">
              <a:ext uri="{FF2B5EF4-FFF2-40B4-BE49-F238E27FC236}">
                <a16:creationId xmlns:a16="http://schemas.microsoft.com/office/drawing/2014/main" id="{6E0A9B57-C09C-4677-AF92-136C6A2CF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658370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形成可识别对象</a:t>
            </a:r>
          </a:p>
        </p:txBody>
      </p:sp>
      <p:sp>
        <p:nvSpPr>
          <p:cNvPr id="10" name="action-icon-shell-0-1">
            <a:extLst xmlns:a="http://schemas.openxmlformats.org/drawingml/2006/main">
              <a:ext uri="{FF2B5EF4-FFF2-40B4-BE49-F238E27FC236}">
                <a16:creationId xmlns:a16="http://schemas.microsoft.com/office/drawing/2014/main" id="{C0FDFF95-9595-482E-A472-D17C7E3505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2490788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7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f8f4d82b5a24af3">
            <a:extLst>
              <a:ext uri="{96DAC541-7B7A-43D3-8B79-37D633B846F1}">
                <asvg:svgBlip xmlns:asvg="http://schemas.microsoft.com/office/drawing/2016/SVG/main" r:embed="R95d9731655b94ace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2566988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12" name="action-title-0-1">
            <a:extLst xmlns:a="http://schemas.openxmlformats.org/drawingml/2006/main">
              <a:ext uri="{FF2B5EF4-FFF2-40B4-BE49-F238E27FC236}">
                <a16:creationId xmlns:a16="http://schemas.microsoft.com/office/drawing/2014/main" id="{3F2A90AF-2534-40D3-A16C-94D783BA3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429770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渠道连接</a:t>
            </a:r>
          </a:p>
        </p:txBody>
      </p:sp>
      <p:sp>
        <p:nvSpPr>
          <p:cNvPr id="13" name="action-body-0-1">
            <a:extLst xmlns:a="http://schemas.openxmlformats.org/drawingml/2006/main">
              <a:ext uri="{FF2B5EF4-FFF2-40B4-BE49-F238E27FC236}">
                <a16:creationId xmlns:a16="http://schemas.microsoft.com/office/drawing/2014/main" id="{6CFBCD40-842C-4E0E-B95F-4BF5DA880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658370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连接主要触点</a:t>
            </a:r>
          </a:p>
        </p:txBody>
      </p:sp>
      <p:sp>
        <p:nvSpPr>
          <p:cNvPr id="14" name="action-icon-shell-0-2">
            <a:extLst xmlns:a="http://schemas.openxmlformats.org/drawingml/2006/main">
              <a:ext uri="{FF2B5EF4-FFF2-40B4-BE49-F238E27FC236}">
                <a16:creationId xmlns:a16="http://schemas.microsoft.com/office/drawing/2014/main" id="{72F0FE1F-085F-4BF0-A8D5-7CC55FAD4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3100388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7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791321f6a7d42fe">
            <a:extLst>
              <a:ext uri="{96DAC541-7B7A-43D3-8B79-37D633B846F1}">
                <asvg:svgBlip xmlns:asvg="http://schemas.microsoft.com/office/drawing/2016/SVG/main" r:embed="R9c6d1de310344f8f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3176588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16" name="action-title-0-2">
            <a:extLst xmlns:a="http://schemas.openxmlformats.org/drawingml/2006/main">
              <a:ext uri="{FF2B5EF4-FFF2-40B4-BE49-F238E27FC236}">
                <a16:creationId xmlns:a16="http://schemas.microsoft.com/office/drawing/2014/main" id="{3ECCDC83-931D-4531-A265-35FCAB8E0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3039370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内容优化</a:t>
            </a:r>
          </a:p>
        </p:txBody>
      </p:sp>
      <p:sp>
        <p:nvSpPr>
          <p:cNvPr id="17" name="action-body-0-2">
            <a:extLst xmlns:a="http://schemas.openxmlformats.org/drawingml/2006/main">
              <a:ext uri="{FF2B5EF4-FFF2-40B4-BE49-F238E27FC236}">
                <a16:creationId xmlns:a16="http://schemas.microsoft.com/office/drawing/2014/main" id="{56862F5F-1A2E-408B-943E-1DCB4DC4C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3267970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提高触达质量</a:t>
            </a:r>
          </a:p>
        </p:txBody>
      </p:sp>
      <p:sp>
        <p:nvSpPr>
          <p:cNvPr id="18" name="action-icon-shell-0-3">
            <a:extLst xmlns:a="http://schemas.openxmlformats.org/drawingml/2006/main">
              <a:ext uri="{FF2B5EF4-FFF2-40B4-BE49-F238E27FC236}">
                <a16:creationId xmlns:a16="http://schemas.microsoft.com/office/drawing/2014/main" id="{6D825811-06D6-4563-AE24-201C5D82A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3100388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7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c5b6dc5984e4f8b">
            <a:extLst>
              <a:ext uri="{96DAC541-7B7A-43D3-8B79-37D633B846F1}">
                <asvg:svgBlip xmlns:asvg="http://schemas.microsoft.com/office/drawing/2016/SVG/main" r:embed="R112bcf68b1934d07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3176588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20" name="action-title-0-3">
            <a:extLst xmlns:a="http://schemas.openxmlformats.org/drawingml/2006/main">
              <a:ext uri="{FF2B5EF4-FFF2-40B4-BE49-F238E27FC236}">
                <a16:creationId xmlns:a16="http://schemas.microsoft.com/office/drawing/2014/main" id="{A628D850-7597-4701-B760-CA41E1279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3039370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行为追踪</a:t>
            </a:r>
          </a:p>
        </p:txBody>
      </p:sp>
      <p:sp>
        <p:nvSpPr>
          <p:cNvPr id="21" name="action-body-0-3">
            <a:extLst xmlns:a="http://schemas.openxmlformats.org/drawingml/2006/main">
              <a:ext uri="{FF2B5EF4-FFF2-40B4-BE49-F238E27FC236}">
                <a16:creationId xmlns:a16="http://schemas.microsoft.com/office/drawing/2014/main" id="{7818FAB5-C1A1-493B-85BD-BADB0E734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3267970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记录关键反馈</a:t>
            </a:r>
          </a:p>
        </p:txBody>
      </p:sp>
      <p:sp>
        <p:nvSpPr>
          <p:cNvPr id="22" name="phase-rail-1">
            <a:extLst xmlns:a="http://schemas.openxmlformats.org/drawingml/2006/main">
              <a:ext uri="{FF2B5EF4-FFF2-40B4-BE49-F238E27FC236}">
                <a16:creationId xmlns:a16="http://schemas.microsoft.com/office/drawing/2014/main" id="{5DCEBD32-C7B3-4BF6-9EA2-62D4B2503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4295775"/>
            <a:ext cx="514350" cy="1914134"/>
          </a:xfrm>
          <a:custGeom xmlns:a="http://schemas.openxmlformats.org/drawingml/2006/main">
            <a:pathLst>
              <a:path w="514350" h="1914134">
                <a:moveTo>
                  <a:pt x="0" y="0"/>
                </a:moveTo>
                <a:lnTo>
                  <a:pt x="17193" y="9554"/>
                </a:lnTo>
                <a:lnTo>
                  <a:pt x="34385" y="19098"/>
                </a:lnTo>
                <a:lnTo>
                  <a:pt x="51578" y="28651"/>
                </a:lnTo>
                <a:lnTo>
                  <a:pt x="68771" y="38205"/>
                </a:lnTo>
                <a:lnTo>
                  <a:pt x="85963" y="47758"/>
                </a:lnTo>
                <a:lnTo>
                  <a:pt x="103156" y="57302"/>
                </a:lnTo>
                <a:lnTo>
                  <a:pt x="120348" y="66856"/>
                </a:lnTo>
                <a:lnTo>
                  <a:pt x="137541" y="76410"/>
                </a:lnTo>
                <a:lnTo>
                  <a:pt x="154724" y="85963"/>
                </a:lnTo>
                <a:lnTo>
                  <a:pt x="171917" y="95507"/>
                </a:lnTo>
                <a:lnTo>
                  <a:pt x="189109" y="105061"/>
                </a:lnTo>
                <a:lnTo>
                  <a:pt x="206302" y="114614"/>
                </a:lnTo>
                <a:lnTo>
                  <a:pt x="223495" y="124168"/>
                </a:lnTo>
                <a:lnTo>
                  <a:pt x="240687" y="133712"/>
                </a:lnTo>
                <a:lnTo>
                  <a:pt x="257880" y="142484"/>
                </a:lnTo>
                <a:lnTo>
                  <a:pt x="275072" y="132931"/>
                </a:lnTo>
                <a:lnTo>
                  <a:pt x="292265" y="123377"/>
                </a:lnTo>
                <a:lnTo>
                  <a:pt x="309458" y="113833"/>
                </a:lnTo>
                <a:lnTo>
                  <a:pt x="326650" y="104280"/>
                </a:lnTo>
                <a:lnTo>
                  <a:pt x="343843" y="94726"/>
                </a:lnTo>
                <a:lnTo>
                  <a:pt x="361036" y="85173"/>
                </a:lnTo>
                <a:lnTo>
                  <a:pt x="378228" y="75629"/>
                </a:lnTo>
                <a:lnTo>
                  <a:pt x="395421" y="66075"/>
                </a:lnTo>
                <a:lnTo>
                  <a:pt x="412613" y="56521"/>
                </a:lnTo>
                <a:lnTo>
                  <a:pt x="429806" y="46968"/>
                </a:lnTo>
                <a:lnTo>
                  <a:pt x="446999" y="37424"/>
                </a:lnTo>
                <a:lnTo>
                  <a:pt x="464182" y="27870"/>
                </a:lnTo>
                <a:lnTo>
                  <a:pt x="481374" y="18317"/>
                </a:lnTo>
                <a:lnTo>
                  <a:pt x="498567" y="8763"/>
                </a:lnTo>
                <a:lnTo>
                  <a:pt x="514350" y="1619"/>
                </a:lnTo>
                <a:lnTo>
                  <a:pt x="514350" y="21279"/>
                </a:lnTo>
                <a:lnTo>
                  <a:pt x="514350" y="40948"/>
                </a:lnTo>
                <a:lnTo>
                  <a:pt x="514350" y="60617"/>
                </a:lnTo>
                <a:lnTo>
                  <a:pt x="514350" y="80286"/>
                </a:lnTo>
                <a:lnTo>
                  <a:pt x="514350" y="99955"/>
                </a:lnTo>
                <a:lnTo>
                  <a:pt x="514350" y="119615"/>
                </a:lnTo>
                <a:lnTo>
                  <a:pt x="514350" y="139284"/>
                </a:lnTo>
                <a:lnTo>
                  <a:pt x="514350" y="158953"/>
                </a:lnTo>
                <a:lnTo>
                  <a:pt x="514350" y="178622"/>
                </a:lnTo>
                <a:lnTo>
                  <a:pt x="514350" y="198282"/>
                </a:lnTo>
                <a:lnTo>
                  <a:pt x="514350" y="217951"/>
                </a:lnTo>
                <a:lnTo>
                  <a:pt x="514350" y="237620"/>
                </a:lnTo>
                <a:lnTo>
                  <a:pt x="514350" y="257289"/>
                </a:lnTo>
                <a:lnTo>
                  <a:pt x="514350" y="276958"/>
                </a:lnTo>
                <a:lnTo>
                  <a:pt x="514350" y="296618"/>
                </a:lnTo>
                <a:lnTo>
                  <a:pt x="514350" y="316287"/>
                </a:lnTo>
                <a:lnTo>
                  <a:pt x="514350" y="335956"/>
                </a:lnTo>
                <a:lnTo>
                  <a:pt x="514350" y="355625"/>
                </a:lnTo>
                <a:lnTo>
                  <a:pt x="514350" y="375295"/>
                </a:lnTo>
                <a:lnTo>
                  <a:pt x="514350" y="394954"/>
                </a:lnTo>
                <a:lnTo>
                  <a:pt x="514350" y="414623"/>
                </a:lnTo>
                <a:lnTo>
                  <a:pt x="514350" y="434292"/>
                </a:lnTo>
                <a:lnTo>
                  <a:pt x="514350" y="453961"/>
                </a:lnTo>
                <a:lnTo>
                  <a:pt x="514350" y="473621"/>
                </a:lnTo>
                <a:lnTo>
                  <a:pt x="514350" y="493290"/>
                </a:lnTo>
                <a:lnTo>
                  <a:pt x="514350" y="512959"/>
                </a:lnTo>
                <a:lnTo>
                  <a:pt x="514350" y="532628"/>
                </a:lnTo>
                <a:lnTo>
                  <a:pt x="514350" y="552298"/>
                </a:lnTo>
                <a:lnTo>
                  <a:pt x="514350" y="571957"/>
                </a:lnTo>
                <a:lnTo>
                  <a:pt x="514350" y="591626"/>
                </a:lnTo>
                <a:lnTo>
                  <a:pt x="514350" y="611295"/>
                </a:lnTo>
                <a:lnTo>
                  <a:pt x="514350" y="630965"/>
                </a:lnTo>
                <a:lnTo>
                  <a:pt x="514350" y="650624"/>
                </a:lnTo>
                <a:lnTo>
                  <a:pt x="514350" y="670293"/>
                </a:lnTo>
                <a:lnTo>
                  <a:pt x="514350" y="689962"/>
                </a:lnTo>
                <a:lnTo>
                  <a:pt x="514350" y="709632"/>
                </a:lnTo>
                <a:lnTo>
                  <a:pt x="514350" y="729301"/>
                </a:lnTo>
                <a:lnTo>
                  <a:pt x="514350" y="748960"/>
                </a:lnTo>
                <a:lnTo>
                  <a:pt x="514350" y="768629"/>
                </a:lnTo>
                <a:lnTo>
                  <a:pt x="514350" y="788299"/>
                </a:lnTo>
                <a:lnTo>
                  <a:pt x="514350" y="807968"/>
                </a:lnTo>
                <a:lnTo>
                  <a:pt x="514350" y="827637"/>
                </a:lnTo>
                <a:lnTo>
                  <a:pt x="514350" y="847296"/>
                </a:lnTo>
                <a:lnTo>
                  <a:pt x="514350" y="866966"/>
                </a:lnTo>
                <a:lnTo>
                  <a:pt x="514350" y="886635"/>
                </a:lnTo>
                <a:lnTo>
                  <a:pt x="514350" y="906304"/>
                </a:lnTo>
                <a:lnTo>
                  <a:pt x="514350" y="925963"/>
                </a:lnTo>
                <a:lnTo>
                  <a:pt x="514350" y="945632"/>
                </a:lnTo>
                <a:lnTo>
                  <a:pt x="514350" y="965302"/>
                </a:lnTo>
                <a:lnTo>
                  <a:pt x="514350" y="984971"/>
                </a:lnTo>
                <a:lnTo>
                  <a:pt x="514350" y="1004640"/>
                </a:lnTo>
                <a:lnTo>
                  <a:pt x="514350" y="1024299"/>
                </a:lnTo>
                <a:lnTo>
                  <a:pt x="514350" y="1043969"/>
                </a:lnTo>
                <a:lnTo>
                  <a:pt x="514350" y="1063638"/>
                </a:lnTo>
                <a:lnTo>
                  <a:pt x="514350" y="1083307"/>
                </a:lnTo>
                <a:lnTo>
                  <a:pt x="514350" y="1102966"/>
                </a:lnTo>
                <a:lnTo>
                  <a:pt x="514350" y="1122636"/>
                </a:lnTo>
                <a:lnTo>
                  <a:pt x="514350" y="1142305"/>
                </a:lnTo>
                <a:lnTo>
                  <a:pt x="514350" y="1161974"/>
                </a:lnTo>
                <a:lnTo>
                  <a:pt x="514350" y="1181643"/>
                </a:lnTo>
                <a:lnTo>
                  <a:pt x="514350" y="1201303"/>
                </a:lnTo>
                <a:lnTo>
                  <a:pt x="514350" y="1220972"/>
                </a:lnTo>
                <a:lnTo>
                  <a:pt x="514350" y="1240641"/>
                </a:lnTo>
                <a:lnTo>
                  <a:pt x="514350" y="1260310"/>
                </a:lnTo>
                <a:lnTo>
                  <a:pt x="514350" y="1279970"/>
                </a:lnTo>
                <a:lnTo>
                  <a:pt x="514350" y="1299639"/>
                </a:lnTo>
                <a:lnTo>
                  <a:pt x="514350" y="1319308"/>
                </a:lnTo>
                <a:lnTo>
                  <a:pt x="514350" y="1338977"/>
                </a:lnTo>
                <a:lnTo>
                  <a:pt x="514350" y="1358646"/>
                </a:lnTo>
                <a:lnTo>
                  <a:pt x="514350" y="1378306"/>
                </a:lnTo>
                <a:lnTo>
                  <a:pt x="514350" y="1397975"/>
                </a:lnTo>
                <a:lnTo>
                  <a:pt x="514350" y="1417644"/>
                </a:lnTo>
                <a:lnTo>
                  <a:pt x="514350" y="1437313"/>
                </a:lnTo>
                <a:lnTo>
                  <a:pt x="514350" y="1456982"/>
                </a:lnTo>
                <a:lnTo>
                  <a:pt x="514350" y="1476642"/>
                </a:lnTo>
                <a:lnTo>
                  <a:pt x="514350" y="1496311"/>
                </a:lnTo>
                <a:lnTo>
                  <a:pt x="514350" y="1515980"/>
                </a:lnTo>
                <a:lnTo>
                  <a:pt x="514350" y="1535649"/>
                </a:lnTo>
                <a:lnTo>
                  <a:pt x="514350" y="1555309"/>
                </a:lnTo>
                <a:lnTo>
                  <a:pt x="514350" y="1574978"/>
                </a:lnTo>
                <a:lnTo>
                  <a:pt x="514350" y="1594647"/>
                </a:lnTo>
                <a:lnTo>
                  <a:pt x="514350" y="1614316"/>
                </a:lnTo>
                <a:lnTo>
                  <a:pt x="514350" y="1633985"/>
                </a:lnTo>
                <a:lnTo>
                  <a:pt x="514350" y="1653645"/>
                </a:lnTo>
                <a:lnTo>
                  <a:pt x="514350" y="1673314"/>
                </a:lnTo>
                <a:lnTo>
                  <a:pt x="514350" y="1692983"/>
                </a:lnTo>
                <a:lnTo>
                  <a:pt x="514350" y="1712652"/>
                </a:lnTo>
                <a:lnTo>
                  <a:pt x="514350" y="1732312"/>
                </a:lnTo>
                <a:lnTo>
                  <a:pt x="514350" y="1751981"/>
                </a:lnTo>
                <a:lnTo>
                  <a:pt x="514350" y="1771650"/>
                </a:lnTo>
                <a:lnTo>
                  <a:pt x="497157" y="1781204"/>
                </a:lnTo>
                <a:lnTo>
                  <a:pt x="479965" y="1790748"/>
                </a:lnTo>
                <a:lnTo>
                  <a:pt x="462772" y="1800301"/>
                </a:lnTo>
                <a:lnTo>
                  <a:pt x="445580" y="1809855"/>
                </a:lnTo>
                <a:lnTo>
                  <a:pt x="428387" y="1819408"/>
                </a:lnTo>
                <a:lnTo>
                  <a:pt x="411194" y="1828952"/>
                </a:lnTo>
                <a:lnTo>
                  <a:pt x="394002" y="1838506"/>
                </a:lnTo>
                <a:lnTo>
                  <a:pt x="376809" y="1848060"/>
                </a:lnTo>
                <a:lnTo>
                  <a:pt x="359626" y="1857613"/>
                </a:lnTo>
                <a:lnTo>
                  <a:pt x="342433" y="1867157"/>
                </a:lnTo>
                <a:lnTo>
                  <a:pt x="325241" y="1876711"/>
                </a:lnTo>
                <a:lnTo>
                  <a:pt x="308048" y="1886264"/>
                </a:lnTo>
                <a:lnTo>
                  <a:pt x="290855" y="1895818"/>
                </a:lnTo>
                <a:lnTo>
                  <a:pt x="273663" y="1905362"/>
                </a:lnTo>
                <a:lnTo>
                  <a:pt x="256470" y="1914134"/>
                </a:lnTo>
                <a:lnTo>
                  <a:pt x="239278" y="1904581"/>
                </a:lnTo>
                <a:lnTo>
                  <a:pt x="222085" y="1895027"/>
                </a:lnTo>
                <a:lnTo>
                  <a:pt x="204892" y="1885483"/>
                </a:lnTo>
                <a:lnTo>
                  <a:pt x="187700" y="1875930"/>
                </a:lnTo>
                <a:lnTo>
                  <a:pt x="170507" y="1866376"/>
                </a:lnTo>
                <a:lnTo>
                  <a:pt x="153314" y="1856823"/>
                </a:lnTo>
                <a:lnTo>
                  <a:pt x="136122" y="1847279"/>
                </a:lnTo>
                <a:lnTo>
                  <a:pt x="118929" y="1837725"/>
                </a:lnTo>
                <a:lnTo>
                  <a:pt x="101737" y="1828171"/>
                </a:lnTo>
                <a:lnTo>
                  <a:pt x="84544" y="1818618"/>
                </a:lnTo>
                <a:lnTo>
                  <a:pt x="67351" y="1809074"/>
                </a:lnTo>
                <a:lnTo>
                  <a:pt x="50168" y="1799520"/>
                </a:lnTo>
                <a:lnTo>
                  <a:pt x="32976" y="1789967"/>
                </a:lnTo>
                <a:lnTo>
                  <a:pt x="15783" y="1780413"/>
                </a:lnTo>
                <a:lnTo>
                  <a:pt x="0" y="1770031"/>
                </a:lnTo>
                <a:lnTo>
                  <a:pt x="0" y="1750371"/>
                </a:lnTo>
                <a:lnTo>
                  <a:pt x="0" y="1730702"/>
                </a:lnTo>
                <a:lnTo>
                  <a:pt x="0" y="1711033"/>
                </a:lnTo>
                <a:lnTo>
                  <a:pt x="0" y="1691364"/>
                </a:lnTo>
                <a:lnTo>
                  <a:pt x="0" y="1671695"/>
                </a:lnTo>
                <a:lnTo>
                  <a:pt x="0" y="1652035"/>
                </a:lnTo>
                <a:lnTo>
                  <a:pt x="0" y="1632366"/>
                </a:lnTo>
                <a:lnTo>
                  <a:pt x="0" y="1612697"/>
                </a:lnTo>
                <a:lnTo>
                  <a:pt x="0" y="1593028"/>
                </a:lnTo>
                <a:lnTo>
                  <a:pt x="0" y="1573368"/>
                </a:lnTo>
                <a:lnTo>
                  <a:pt x="0" y="1553699"/>
                </a:lnTo>
                <a:lnTo>
                  <a:pt x="0" y="1534030"/>
                </a:lnTo>
                <a:lnTo>
                  <a:pt x="0" y="1514361"/>
                </a:lnTo>
                <a:lnTo>
                  <a:pt x="0" y="1494692"/>
                </a:lnTo>
                <a:lnTo>
                  <a:pt x="0" y="1475032"/>
                </a:lnTo>
                <a:lnTo>
                  <a:pt x="0" y="1455363"/>
                </a:lnTo>
                <a:lnTo>
                  <a:pt x="0" y="1435694"/>
                </a:lnTo>
                <a:lnTo>
                  <a:pt x="0" y="1416025"/>
                </a:lnTo>
                <a:lnTo>
                  <a:pt x="0" y="1396355"/>
                </a:lnTo>
                <a:lnTo>
                  <a:pt x="0" y="1376696"/>
                </a:lnTo>
                <a:lnTo>
                  <a:pt x="0" y="1357027"/>
                </a:lnTo>
                <a:lnTo>
                  <a:pt x="0" y="1337358"/>
                </a:lnTo>
                <a:lnTo>
                  <a:pt x="0" y="1317689"/>
                </a:lnTo>
                <a:lnTo>
                  <a:pt x="0" y="1298029"/>
                </a:lnTo>
                <a:lnTo>
                  <a:pt x="0" y="1278360"/>
                </a:lnTo>
                <a:lnTo>
                  <a:pt x="0" y="1258691"/>
                </a:lnTo>
                <a:lnTo>
                  <a:pt x="0" y="1239022"/>
                </a:lnTo>
                <a:lnTo>
                  <a:pt x="0" y="1219352"/>
                </a:lnTo>
                <a:lnTo>
                  <a:pt x="0" y="1199693"/>
                </a:lnTo>
                <a:lnTo>
                  <a:pt x="0" y="1180024"/>
                </a:lnTo>
                <a:lnTo>
                  <a:pt x="0" y="1160355"/>
                </a:lnTo>
                <a:lnTo>
                  <a:pt x="0" y="1140685"/>
                </a:lnTo>
                <a:lnTo>
                  <a:pt x="0" y="1121026"/>
                </a:lnTo>
                <a:lnTo>
                  <a:pt x="0" y="1101357"/>
                </a:lnTo>
                <a:lnTo>
                  <a:pt x="0" y="1081688"/>
                </a:lnTo>
                <a:lnTo>
                  <a:pt x="0" y="1062018"/>
                </a:lnTo>
                <a:lnTo>
                  <a:pt x="0" y="1042349"/>
                </a:lnTo>
                <a:lnTo>
                  <a:pt x="0" y="1022690"/>
                </a:lnTo>
                <a:lnTo>
                  <a:pt x="0" y="1003021"/>
                </a:lnTo>
                <a:lnTo>
                  <a:pt x="0" y="983351"/>
                </a:lnTo>
                <a:lnTo>
                  <a:pt x="0" y="963682"/>
                </a:lnTo>
                <a:lnTo>
                  <a:pt x="0" y="944023"/>
                </a:lnTo>
                <a:lnTo>
                  <a:pt x="0" y="924354"/>
                </a:lnTo>
                <a:lnTo>
                  <a:pt x="0" y="904685"/>
                </a:lnTo>
                <a:lnTo>
                  <a:pt x="0" y="885015"/>
                </a:lnTo>
                <a:lnTo>
                  <a:pt x="0" y="865346"/>
                </a:lnTo>
                <a:lnTo>
                  <a:pt x="0" y="845687"/>
                </a:lnTo>
                <a:lnTo>
                  <a:pt x="0" y="826018"/>
                </a:lnTo>
                <a:lnTo>
                  <a:pt x="0" y="806348"/>
                </a:lnTo>
                <a:lnTo>
                  <a:pt x="0" y="786679"/>
                </a:lnTo>
                <a:lnTo>
                  <a:pt x="0" y="767010"/>
                </a:lnTo>
                <a:lnTo>
                  <a:pt x="0" y="747351"/>
                </a:lnTo>
                <a:lnTo>
                  <a:pt x="0" y="727681"/>
                </a:lnTo>
                <a:lnTo>
                  <a:pt x="0" y="708012"/>
                </a:lnTo>
                <a:lnTo>
                  <a:pt x="0" y="688343"/>
                </a:lnTo>
                <a:lnTo>
                  <a:pt x="0" y="668684"/>
                </a:lnTo>
                <a:lnTo>
                  <a:pt x="0" y="649014"/>
                </a:lnTo>
                <a:lnTo>
                  <a:pt x="0" y="629345"/>
                </a:lnTo>
                <a:lnTo>
                  <a:pt x="0" y="609676"/>
                </a:lnTo>
                <a:lnTo>
                  <a:pt x="0" y="590007"/>
                </a:lnTo>
                <a:lnTo>
                  <a:pt x="0" y="570347"/>
                </a:lnTo>
                <a:lnTo>
                  <a:pt x="0" y="550678"/>
                </a:lnTo>
                <a:lnTo>
                  <a:pt x="0" y="531009"/>
                </a:lnTo>
                <a:lnTo>
                  <a:pt x="0" y="511340"/>
                </a:lnTo>
                <a:lnTo>
                  <a:pt x="0" y="491681"/>
                </a:lnTo>
                <a:lnTo>
                  <a:pt x="0" y="472011"/>
                </a:lnTo>
                <a:lnTo>
                  <a:pt x="0" y="452342"/>
                </a:lnTo>
                <a:lnTo>
                  <a:pt x="0" y="432673"/>
                </a:lnTo>
                <a:lnTo>
                  <a:pt x="0" y="413004"/>
                </a:lnTo>
                <a:lnTo>
                  <a:pt x="0" y="393344"/>
                </a:lnTo>
                <a:lnTo>
                  <a:pt x="0" y="373675"/>
                </a:lnTo>
                <a:lnTo>
                  <a:pt x="0" y="354006"/>
                </a:lnTo>
                <a:lnTo>
                  <a:pt x="0" y="334337"/>
                </a:lnTo>
                <a:lnTo>
                  <a:pt x="0" y="314668"/>
                </a:lnTo>
                <a:lnTo>
                  <a:pt x="0" y="295008"/>
                </a:lnTo>
                <a:lnTo>
                  <a:pt x="0" y="275339"/>
                </a:lnTo>
                <a:lnTo>
                  <a:pt x="0" y="255670"/>
                </a:lnTo>
                <a:lnTo>
                  <a:pt x="0" y="236001"/>
                </a:lnTo>
                <a:lnTo>
                  <a:pt x="0" y="216341"/>
                </a:lnTo>
                <a:lnTo>
                  <a:pt x="0" y="196672"/>
                </a:lnTo>
                <a:lnTo>
                  <a:pt x="0" y="177003"/>
                </a:lnTo>
                <a:lnTo>
                  <a:pt x="0" y="157334"/>
                </a:lnTo>
                <a:lnTo>
                  <a:pt x="0" y="137665"/>
                </a:lnTo>
                <a:lnTo>
                  <a:pt x="0" y="118005"/>
                </a:lnTo>
                <a:lnTo>
                  <a:pt x="0" y="98336"/>
                </a:lnTo>
                <a:lnTo>
                  <a:pt x="0" y="78667"/>
                </a:lnTo>
                <a:lnTo>
                  <a:pt x="0" y="58998"/>
                </a:lnTo>
                <a:lnTo>
                  <a:pt x="0" y="39338"/>
                </a:lnTo>
                <a:lnTo>
                  <a:pt x="0" y="19669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23" name="phase-title-1">
            <a:extLst xmlns:a="http://schemas.openxmlformats.org/drawingml/2006/main">
              <a:ext uri="{FF2B5EF4-FFF2-40B4-BE49-F238E27FC236}">
                <a16:creationId xmlns:a16="http://schemas.microsoft.com/office/drawing/2014/main" id="{3B44A1AB-60FB-489B-B507-515FB1FBA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4782293"/>
            <a:ext cx="1428750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培育与转化</a:t>
            </a:r>
          </a:p>
        </p:txBody>
      </p:sp>
      <p:sp>
        <p:nvSpPr>
          <p:cNvPr id="24" name="phase-body-1">
            <a:extLst xmlns:a="http://schemas.openxmlformats.org/drawingml/2006/main">
              <a:ext uri="{FF2B5EF4-FFF2-40B4-BE49-F238E27FC236}">
                <a16:creationId xmlns:a16="http://schemas.microsoft.com/office/drawing/2014/main" id="{CE4B7B61-F7B9-4B93-83D0-898C124EB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5136509"/>
            <a:ext cx="1428750" cy="587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让有效意向沉</a:t>
            </a:r>
          </a:p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淀为长期价值</a:t>
            </a:r>
          </a:p>
        </p:txBody>
      </p:sp>
      <p:sp>
        <p:nvSpPr>
          <p:cNvPr id="25" name="action-icon-shell-1-0">
            <a:extLst xmlns:a="http://schemas.openxmlformats.org/drawingml/2006/main">
              <a:ext uri="{FF2B5EF4-FFF2-40B4-BE49-F238E27FC236}">
                <a16:creationId xmlns:a16="http://schemas.microsoft.com/office/drawing/2014/main" id="{16211C58-5407-43E9-9370-EA179F25C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5081588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8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fc45858301f485c">
            <a:extLst>
              <a:ext uri="{96DAC541-7B7A-43D3-8B79-37D633B846F1}">
                <asvg:svgBlip xmlns:asvg="http://schemas.microsoft.com/office/drawing/2016/SVG/main" r:embed="R48010082d18e451d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5157788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27" name="action-title-1-0">
            <a:extLst xmlns:a="http://schemas.openxmlformats.org/drawingml/2006/main">
              <a:ext uri="{FF2B5EF4-FFF2-40B4-BE49-F238E27FC236}">
                <a16:creationId xmlns:a16="http://schemas.microsoft.com/office/drawing/2014/main" id="{8D2D7BA6-0209-448A-A66E-396BA0BA2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5020570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数据打通</a:t>
            </a:r>
          </a:p>
        </p:txBody>
      </p:sp>
      <p:sp>
        <p:nvSpPr>
          <p:cNvPr id="28" name="action-body-1-0">
            <a:extLst xmlns:a="http://schemas.openxmlformats.org/drawingml/2006/main">
              <a:ext uri="{FF2B5EF4-FFF2-40B4-BE49-F238E27FC236}">
                <a16:creationId xmlns:a16="http://schemas.microsoft.com/office/drawing/2014/main" id="{85297389-173C-4603-9784-A938D34D9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5249170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统一分析对象</a:t>
            </a:r>
          </a:p>
        </p:txBody>
      </p:sp>
      <p:sp>
        <p:nvSpPr>
          <p:cNvPr id="29" name="action-icon-shell-1-1">
            <a:extLst xmlns:a="http://schemas.openxmlformats.org/drawingml/2006/main">
              <a:ext uri="{FF2B5EF4-FFF2-40B4-BE49-F238E27FC236}">
                <a16:creationId xmlns:a16="http://schemas.microsoft.com/office/drawing/2014/main" id="{9FB631E8-BE31-4D51-96E1-7517DFDAE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5081588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8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fc46c75d90044b3">
            <a:extLst>
              <a:ext uri="{96DAC541-7B7A-43D3-8B79-37D633B846F1}">
                <asvg:svgBlip xmlns:asvg="http://schemas.microsoft.com/office/drawing/2016/SVG/main" r:embed="Rb1abce357cd5414f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5157788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31" name="action-title-1-1">
            <a:extLst xmlns:a="http://schemas.openxmlformats.org/drawingml/2006/main">
              <a:ext uri="{FF2B5EF4-FFF2-40B4-BE49-F238E27FC236}">
                <a16:creationId xmlns:a16="http://schemas.microsoft.com/office/drawing/2014/main" id="{430F9E9A-F85B-4F7F-9D34-BFEECD761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5020570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自动分群</a:t>
            </a:r>
          </a:p>
        </p:txBody>
      </p:sp>
      <p:sp>
        <p:nvSpPr>
          <p:cNvPr id="32" name="action-body-1-1">
            <a:extLst xmlns:a="http://schemas.openxmlformats.org/drawingml/2006/main">
              <a:ext uri="{FF2B5EF4-FFF2-40B4-BE49-F238E27FC236}">
                <a16:creationId xmlns:a16="http://schemas.microsoft.com/office/drawing/2014/main" id="{EBBD8744-BCE6-4869-927A-D751D7E1E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5249170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指导持续运营</a:t>
            </a:r>
          </a:p>
        </p:txBody>
      </p:sp>
      <p:sp>
        <p:nvSpPr>
          <p:cNvPr id="33" name="funnel-step-body-0">
            <a:extLst xmlns:a="http://schemas.openxmlformats.org/drawingml/2006/main">
              <a:ext uri="{FF2B5EF4-FFF2-40B4-BE49-F238E27FC236}">
                <a16:creationId xmlns:a16="http://schemas.microsoft.com/office/drawing/2014/main" id="{338B0CAD-3DA3-4B15-9148-8B55082C3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52750" y="2514600"/>
            <a:ext cx="3332188" cy="533267"/>
          </a:xfrm>
          <a:custGeom xmlns:a="http://schemas.openxmlformats.org/drawingml/2006/main">
            <a:pathLst>
              <a:path w="3332188" h="533267">
                <a:moveTo>
                  <a:pt x="0" y="0"/>
                </a:moveTo>
                <a:lnTo>
                  <a:pt x="15497" y="25813"/>
                </a:lnTo>
                <a:lnTo>
                  <a:pt x="30985" y="51616"/>
                </a:lnTo>
                <a:lnTo>
                  <a:pt x="46482" y="77429"/>
                </a:lnTo>
                <a:lnTo>
                  <a:pt x="61979" y="103241"/>
                </a:lnTo>
                <a:lnTo>
                  <a:pt x="77467" y="129045"/>
                </a:lnTo>
                <a:lnTo>
                  <a:pt x="92964" y="154857"/>
                </a:lnTo>
                <a:lnTo>
                  <a:pt x="108461" y="180661"/>
                </a:lnTo>
                <a:lnTo>
                  <a:pt x="123949" y="206473"/>
                </a:lnTo>
                <a:lnTo>
                  <a:pt x="139446" y="232286"/>
                </a:lnTo>
                <a:lnTo>
                  <a:pt x="154943" y="258089"/>
                </a:lnTo>
                <a:lnTo>
                  <a:pt x="170431" y="283902"/>
                </a:lnTo>
                <a:lnTo>
                  <a:pt x="185928" y="309715"/>
                </a:lnTo>
                <a:lnTo>
                  <a:pt x="201425" y="335518"/>
                </a:lnTo>
                <a:lnTo>
                  <a:pt x="216913" y="361331"/>
                </a:lnTo>
                <a:lnTo>
                  <a:pt x="232410" y="387134"/>
                </a:lnTo>
                <a:lnTo>
                  <a:pt x="247898" y="412947"/>
                </a:lnTo>
                <a:lnTo>
                  <a:pt x="263395" y="438760"/>
                </a:lnTo>
                <a:lnTo>
                  <a:pt x="278892" y="464563"/>
                </a:lnTo>
                <a:lnTo>
                  <a:pt x="301171" y="482298"/>
                </a:lnTo>
                <a:lnTo>
                  <a:pt x="330537" y="488842"/>
                </a:lnTo>
                <a:lnTo>
                  <a:pt x="360293" y="493376"/>
                </a:lnTo>
                <a:lnTo>
                  <a:pt x="390182" y="496976"/>
                </a:lnTo>
                <a:lnTo>
                  <a:pt x="420129" y="500015"/>
                </a:lnTo>
                <a:lnTo>
                  <a:pt x="450113" y="502653"/>
                </a:lnTo>
                <a:lnTo>
                  <a:pt x="480127" y="505006"/>
                </a:lnTo>
                <a:lnTo>
                  <a:pt x="510159" y="507121"/>
                </a:lnTo>
                <a:lnTo>
                  <a:pt x="540201" y="509045"/>
                </a:lnTo>
                <a:lnTo>
                  <a:pt x="570243" y="510797"/>
                </a:lnTo>
                <a:lnTo>
                  <a:pt x="600304" y="512435"/>
                </a:lnTo>
                <a:lnTo>
                  <a:pt x="630374" y="513940"/>
                </a:lnTo>
                <a:lnTo>
                  <a:pt x="660444" y="515350"/>
                </a:lnTo>
                <a:lnTo>
                  <a:pt x="690515" y="516674"/>
                </a:lnTo>
                <a:lnTo>
                  <a:pt x="720595" y="517893"/>
                </a:lnTo>
                <a:lnTo>
                  <a:pt x="750675" y="519046"/>
                </a:lnTo>
                <a:lnTo>
                  <a:pt x="780755" y="520132"/>
                </a:lnTo>
                <a:lnTo>
                  <a:pt x="810844" y="521160"/>
                </a:lnTo>
                <a:lnTo>
                  <a:pt x="840924" y="522122"/>
                </a:lnTo>
                <a:lnTo>
                  <a:pt x="871014" y="523027"/>
                </a:lnTo>
                <a:lnTo>
                  <a:pt x="901113" y="523875"/>
                </a:lnTo>
                <a:lnTo>
                  <a:pt x="931202" y="524675"/>
                </a:lnTo>
                <a:lnTo>
                  <a:pt x="961292" y="525428"/>
                </a:lnTo>
                <a:lnTo>
                  <a:pt x="991391" y="526142"/>
                </a:lnTo>
                <a:lnTo>
                  <a:pt x="1021480" y="526809"/>
                </a:lnTo>
                <a:lnTo>
                  <a:pt x="1051579" y="527437"/>
                </a:lnTo>
                <a:lnTo>
                  <a:pt x="1081678" y="528028"/>
                </a:lnTo>
                <a:lnTo>
                  <a:pt x="1111777" y="528590"/>
                </a:lnTo>
                <a:lnTo>
                  <a:pt x="1141876" y="529104"/>
                </a:lnTo>
                <a:lnTo>
                  <a:pt x="1171975" y="529590"/>
                </a:lnTo>
                <a:lnTo>
                  <a:pt x="1202074" y="530038"/>
                </a:lnTo>
                <a:lnTo>
                  <a:pt x="1232173" y="530457"/>
                </a:lnTo>
                <a:lnTo>
                  <a:pt x="1262272" y="530838"/>
                </a:lnTo>
                <a:lnTo>
                  <a:pt x="1292371" y="531200"/>
                </a:lnTo>
                <a:lnTo>
                  <a:pt x="1322470" y="531514"/>
                </a:lnTo>
                <a:lnTo>
                  <a:pt x="1352579" y="531819"/>
                </a:lnTo>
                <a:lnTo>
                  <a:pt x="1382678" y="532086"/>
                </a:lnTo>
                <a:lnTo>
                  <a:pt x="1412777" y="532333"/>
                </a:lnTo>
                <a:lnTo>
                  <a:pt x="1442876" y="532533"/>
                </a:lnTo>
                <a:lnTo>
                  <a:pt x="1472984" y="532733"/>
                </a:lnTo>
                <a:lnTo>
                  <a:pt x="1503083" y="532876"/>
                </a:lnTo>
                <a:lnTo>
                  <a:pt x="1533182" y="533019"/>
                </a:lnTo>
                <a:lnTo>
                  <a:pt x="1563291" y="533114"/>
                </a:lnTo>
                <a:lnTo>
                  <a:pt x="1593390" y="533200"/>
                </a:lnTo>
                <a:lnTo>
                  <a:pt x="1623498" y="533238"/>
                </a:lnTo>
                <a:lnTo>
                  <a:pt x="1653597" y="533267"/>
                </a:lnTo>
                <a:lnTo>
                  <a:pt x="1683696" y="533267"/>
                </a:lnTo>
                <a:lnTo>
                  <a:pt x="1713805" y="533238"/>
                </a:lnTo>
                <a:lnTo>
                  <a:pt x="1743904" y="533181"/>
                </a:lnTo>
                <a:lnTo>
                  <a:pt x="1774012" y="533105"/>
                </a:lnTo>
                <a:lnTo>
                  <a:pt x="1804111" y="533000"/>
                </a:lnTo>
                <a:lnTo>
                  <a:pt x="1834210" y="532857"/>
                </a:lnTo>
                <a:lnTo>
                  <a:pt x="1864319" y="532714"/>
                </a:lnTo>
                <a:lnTo>
                  <a:pt x="1894418" y="532514"/>
                </a:lnTo>
                <a:lnTo>
                  <a:pt x="1924517" y="532314"/>
                </a:lnTo>
                <a:lnTo>
                  <a:pt x="1954625" y="532047"/>
                </a:lnTo>
                <a:lnTo>
                  <a:pt x="1984724" y="531790"/>
                </a:lnTo>
                <a:lnTo>
                  <a:pt x="2014823" y="531476"/>
                </a:lnTo>
                <a:lnTo>
                  <a:pt x="2044922" y="531162"/>
                </a:lnTo>
                <a:lnTo>
                  <a:pt x="2075021" y="530790"/>
                </a:lnTo>
                <a:lnTo>
                  <a:pt x="2105130" y="530409"/>
                </a:lnTo>
                <a:lnTo>
                  <a:pt x="2135229" y="529981"/>
                </a:lnTo>
                <a:lnTo>
                  <a:pt x="2165328" y="529533"/>
                </a:lnTo>
                <a:lnTo>
                  <a:pt x="2195427" y="529047"/>
                </a:lnTo>
                <a:lnTo>
                  <a:pt x="2225526" y="528523"/>
                </a:lnTo>
                <a:lnTo>
                  <a:pt x="2255615" y="527961"/>
                </a:lnTo>
                <a:lnTo>
                  <a:pt x="2285714" y="527371"/>
                </a:lnTo>
                <a:lnTo>
                  <a:pt x="2315813" y="526733"/>
                </a:lnTo>
                <a:lnTo>
                  <a:pt x="2345912" y="526056"/>
                </a:lnTo>
                <a:lnTo>
                  <a:pt x="2376002" y="525342"/>
                </a:lnTo>
                <a:lnTo>
                  <a:pt x="2406091" y="524580"/>
                </a:lnTo>
                <a:lnTo>
                  <a:pt x="2436190" y="523780"/>
                </a:lnTo>
                <a:lnTo>
                  <a:pt x="2466280" y="522923"/>
                </a:lnTo>
                <a:lnTo>
                  <a:pt x="2496369" y="522008"/>
                </a:lnTo>
                <a:lnTo>
                  <a:pt x="2526459" y="521037"/>
                </a:lnTo>
                <a:lnTo>
                  <a:pt x="2556539" y="520008"/>
                </a:lnTo>
                <a:lnTo>
                  <a:pt x="2586619" y="518922"/>
                </a:lnTo>
                <a:lnTo>
                  <a:pt x="2616698" y="517760"/>
                </a:lnTo>
                <a:lnTo>
                  <a:pt x="2646778" y="516522"/>
                </a:lnTo>
                <a:lnTo>
                  <a:pt x="2676849" y="515188"/>
                </a:lnTo>
                <a:lnTo>
                  <a:pt x="2706919" y="513769"/>
                </a:lnTo>
                <a:lnTo>
                  <a:pt x="2736990" y="512245"/>
                </a:lnTo>
                <a:lnTo>
                  <a:pt x="2767041" y="510597"/>
                </a:lnTo>
                <a:lnTo>
                  <a:pt x="2797092" y="508826"/>
                </a:lnTo>
                <a:lnTo>
                  <a:pt x="2827134" y="506882"/>
                </a:lnTo>
                <a:lnTo>
                  <a:pt x="2857157" y="504739"/>
                </a:lnTo>
                <a:lnTo>
                  <a:pt x="2887170" y="502368"/>
                </a:lnTo>
                <a:lnTo>
                  <a:pt x="2917155" y="499682"/>
                </a:lnTo>
                <a:lnTo>
                  <a:pt x="2947092" y="496586"/>
                </a:lnTo>
                <a:lnTo>
                  <a:pt x="2976972" y="492900"/>
                </a:lnTo>
                <a:lnTo>
                  <a:pt x="3006700" y="488213"/>
                </a:lnTo>
                <a:lnTo>
                  <a:pt x="3035970" y="481241"/>
                </a:lnTo>
                <a:lnTo>
                  <a:pt x="3056687" y="461524"/>
                </a:lnTo>
                <a:lnTo>
                  <a:pt x="3072184" y="435712"/>
                </a:lnTo>
                <a:lnTo>
                  <a:pt x="3087672" y="409908"/>
                </a:lnTo>
                <a:lnTo>
                  <a:pt x="3103169" y="384096"/>
                </a:lnTo>
                <a:lnTo>
                  <a:pt x="3118666" y="358283"/>
                </a:lnTo>
                <a:lnTo>
                  <a:pt x="3134154" y="332480"/>
                </a:lnTo>
                <a:lnTo>
                  <a:pt x="3149651" y="306667"/>
                </a:lnTo>
                <a:lnTo>
                  <a:pt x="3165148" y="280854"/>
                </a:lnTo>
                <a:lnTo>
                  <a:pt x="3180636" y="255051"/>
                </a:lnTo>
                <a:lnTo>
                  <a:pt x="3196133" y="229238"/>
                </a:lnTo>
                <a:lnTo>
                  <a:pt x="3211630" y="203435"/>
                </a:lnTo>
                <a:lnTo>
                  <a:pt x="3227118" y="177622"/>
                </a:lnTo>
                <a:lnTo>
                  <a:pt x="3242615" y="151809"/>
                </a:lnTo>
                <a:lnTo>
                  <a:pt x="3258112" y="126006"/>
                </a:lnTo>
                <a:lnTo>
                  <a:pt x="3273600" y="100193"/>
                </a:lnTo>
                <a:lnTo>
                  <a:pt x="3289097" y="74381"/>
                </a:lnTo>
                <a:lnTo>
                  <a:pt x="3304584" y="48578"/>
                </a:lnTo>
                <a:lnTo>
                  <a:pt x="3320082" y="22765"/>
                </a:lnTo>
                <a:lnTo>
                  <a:pt x="3332188" y="3086"/>
                </a:lnTo>
                <a:lnTo>
                  <a:pt x="3304070" y="13059"/>
                </a:lnTo>
                <a:lnTo>
                  <a:pt x="3274409" y="18155"/>
                </a:lnTo>
                <a:lnTo>
                  <a:pt x="3244548" y="21965"/>
                </a:lnTo>
                <a:lnTo>
                  <a:pt x="3214602" y="25079"/>
                </a:lnTo>
                <a:lnTo>
                  <a:pt x="3184617" y="27746"/>
                </a:lnTo>
                <a:lnTo>
                  <a:pt x="3154613" y="30109"/>
                </a:lnTo>
                <a:lnTo>
                  <a:pt x="3124581" y="32223"/>
                </a:lnTo>
                <a:lnTo>
                  <a:pt x="3094539" y="34138"/>
                </a:lnTo>
                <a:lnTo>
                  <a:pt x="3064488" y="35890"/>
                </a:lnTo>
                <a:lnTo>
                  <a:pt x="3034427" y="37519"/>
                </a:lnTo>
                <a:lnTo>
                  <a:pt x="3004366" y="39043"/>
                </a:lnTo>
                <a:lnTo>
                  <a:pt x="2974296" y="40453"/>
                </a:lnTo>
                <a:lnTo>
                  <a:pt x="2944225" y="41777"/>
                </a:lnTo>
                <a:lnTo>
                  <a:pt x="2914145" y="43015"/>
                </a:lnTo>
                <a:lnTo>
                  <a:pt x="2884065" y="44186"/>
                </a:lnTo>
                <a:lnTo>
                  <a:pt x="2853985" y="45291"/>
                </a:lnTo>
                <a:lnTo>
                  <a:pt x="2823896" y="46339"/>
                </a:lnTo>
                <a:lnTo>
                  <a:pt x="2793816" y="47339"/>
                </a:lnTo>
                <a:lnTo>
                  <a:pt x="2763726" y="48282"/>
                </a:lnTo>
                <a:lnTo>
                  <a:pt x="2733637" y="49168"/>
                </a:lnTo>
                <a:lnTo>
                  <a:pt x="2703547" y="50025"/>
                </a:lnTo>
                <a:lnTo>
                  <a:pt x="2673448" y="50835"/>
                </a:lnTo>
                <a:lnTo>
                  <a:pt x="2643359" y="51597"/>
                </a:lnTo>
                <a:lnTo>
                  <a:pt x="2613269" y="52330"/>
                </a:lnTo>
                <a:lnTo>
                  <a:pt x="2583170" y="53026"/>
                </a:lnTo>
                <a:lnTo>
                  <a:pt x="2553071" y="53692"/>
                </a:lnTo>
                <a:lnTo>
                  <a:pt x="2522982" y="54321"/>
                </a:lnTo>
                <a:lnTo>
                  <a:pt x="2492883" y="54921"/>
                </a:lnTo>
                <a:lnTo>
                  <a:pt x="2462784" y="55493"/>
                </a:lnTo>
                <a:lnTo>
                  <a:pt x="2432685" y="56036"/>
                </a:lnTo>
                <a:lnTo>
                  <a:pt x="2402586" y="56550"/>
                </a:lnTo>
                <a:lnTo>
                  <a:pt x="2372487" y="57036"/>
                </a:lnTo>
                <a:lnTo>
                  <a:pt x="2342388" y="57502"/>
                </a:lnTo>
                <a:lnTo>
                  <a:pt x="2312289" y="57941"/>
                </a:lnTo>
                <a:lnTo>
                  <a:pt x="2282190" y="58360"/>
                </a:lnTo>
                <a:lnTo>
                  <a:pt x="2252091" y="58741"/>
                </a:lnTo>
                <a:lnTo>
                  <a:pt x="2221992" y="59112"/>
                </a:lnTo>
                <a:lnTo>
                  <a:pt x="2191893" y="59455"/>
                </a:lnTo>
                <a:lnTo>
                  <a:pt x="2161784" y="59788"/>
                </a:lnTo>
                <a:lnTo>
                  <a:pt x="2131685" y="60084"/>
                </a:lnTo>
                <a:lnTo>
                  <a:pt x="2101586" y="60360"/>
                </a:lnTo>
                <a:lnTo>
                  <a:pt x="2071487" y="60617"/>
                </a:lnTo>
                <a:lnTo>
                  <a:pt x="2041379" y="60874"/>
                </a:lnTo>
                <a:lnTo>
                  <a:pt x="2011280" y="61093"/>
                </a:lnTo>
                <a:lnTo>
                  <a:pt x="1981181" y="61293"/>
                </a:lnTo>
                <a:lnTo>
                  <a:pt x="1951072" y="61465"/>
                </a:lnTo>
                <a:lnTo>
                  <a:pt x="1920973" y="61636"/>
                </a:lnTo>
                <a:lnTo>
                  <a:pt x="1890874" y="61789"/>
                </a:lnTo>
                <a:lnTo>
                  <a:pt x="1860766" y="61903"/>
                </a:lnTo>
                <a:lnTo>
                  <a:pt x="1830667" y="62017"/>
                </a:lnTo>
                <a:lnTo>
                  <a:pt x="1800558" y="62103"/>
                </a:lnTo>
                <a:lnTo>
                  <a:pt x="1770459" y="62170"/>
                </a:lnTo>
                <a:lnTo>
                  <a:pt x="1740360" y="62236"/>
                </a:lnTo>
                <a:lnTo>
                  <a:pt x="1710252" y="62255"/>
                </a:lnTo>
                <a:lnTo>
                  <a:pt x="1680153" y="62284"/>
                </a:lnTo>
                <a:lnTo>
                  <a:pt x="1650054" y="62284"/>
                </a:lnTo>
                <a:lnTo>
                  <a:pt x="1619945" y="62255"/>
                </a:lnTo>
                <a:lnTo>
                  <a:pt x="1589846" y="62236"/>
                </a:lnTo>
                <a:lnTo>
                  <a:pt x="1559738" y="62160"/>
                </a:lnTo>
                <a:lnTo>
                  <a:pt x="1529639" y="62093"/>
                </a:lnTo>
                <a:lnTo>
                  <a:pt x="1499540" y="62008"/>
                </a:lnTo>
                <a:lnTo>
                  <a:pt x="1469431" y="61884"/>
                </a:lnTo>
                <a:lnTo>
                  <a:pt x="1439332" y="61770"/>
                </a:lnTo>
                <a:lnTo>
                  <a:pt x="1409224" y="61617"/>
                </a:lnTo>
                <a:lnTo>
                  <a:pt x="1379125" y="61446"/>
                </a:lnTo>
                <a:lnTo>
                  <a:pt x="1349026" y="61274"/>
                </a:lnTo>
                <a:lnTo>
                  <a:pt x="1318927" y="61055"/>
                </a:lnTo>
                <a:lnTo>
                  <a:pt x="1288818" y="60836"/>
                </a:lnTo>
                <a:lnTo>
                  <a:pt x="1258719" y="60589"/>
                </a:lnTo>
                <a:lnTo>
                  <a:pt x="1228620" y="60322"/>
                </a:lnTo>
                <a:lnTo>
                  <a:pt x="1198512" y="60055"/>
                </a:lnTo>
                <a:lnTo>
                  <a:pt x="1168413" y="59750"/>
                </a:lnTo>
                <a:lnTo>
                  <a:pt x="1138314" y="59417"/>
                </a:lnTo>
                <a:lnTo>
                  <a:pt x="1108215" y="59074"/>
                </a:lnTo>
                <a:lnTo>
                  <a:pt x="1078116" y="58703"/>
                </a:lnTo>
                <a:lnTo>
                  <a:pt x="1048007" y="58303"/>
                </a:lnTo>
                <a:lnTo>
                  <a:pt x="1017908" y="57893"/>
                </a:lnTo>
                <a:lnTo>
                  <a:pt x="987809" y="57445"/>
                </a:lnTo>
                <a:lnTo>
                  <a:pt x="957710" y="56979"/>
                </a:lnTo>
                <a:lnTo>
                  <a:pt x="927611" y="56493"/>
                </a:lnTo>
                <a:lnTo>
                  <a:pt x="897512" y="55969"/>
                </a:lnTo>
                <a:lnTo>
                  <a:pt x="867413" y="55426"/>
                </a:lnTo>
                <a:lnTo>
                  <a:pt x="837324" y="54854"/>
                </a:lnTo>
                <a:lnTo>
                  <a:pt x="807225" y="54254"/>
                </a:lnTo>
                <a:lnTo>
                  <a:pt x="777126" y="53616"/>
                </a:lnTo>
                <a:lnTo>
                  <a:pt x="747036" y="52949"/>
                </a:lnTo>
                <a:lnTo>
                  <a:pt x="716937" y="52245"/>
                </a:lnTo>
                <a:lnTo>
                  <a:pt x="686848" y="51511"/>
                </a:lnTo>
                <a:lnTo>
                  <a:pt x="656749" y="50740"/>
                </a:lnTo>
                <a:lnTo>
                  <a:pt x="626659" y="49921"/>
                </a:lnTo>
                <a:lnTo>
                  <a:pt x="596570" y="49073"/>
                </a:lnTo>
                <a:lnTo>
                  <a:pt x="566480" y="48168"/>
                </a:lnTo>
                <a:lnTo>
                  <a:pt x="536391" y="47225"/>
                </a:lnTo>
                <a:lnTo>
                  <a:pt x="506301" y="46225"/>
                </a:lnTo>
                <a:lnTo>
                  <a:pt x="476221" y="45168"/>
                </a:lnTo>
                <a:lnTo>
                  <a:pt x="446141" y="44053"/>
                </a:lnTo>
                <a:lnTo>
                  <a:pt x="416062" y="42872"/>
                </a:lnTo>
                <a:lnTo>
                  <a:pt x="385982" y="41624"/>
                </a:lnTo>
                <a:lnTo>
                  <a:pt x="355911" y="40291"/>
                </a:lnTo>
                <a:lnTo>
                  <a:pt x="325841" y="38862"/>
                </a:lnTo>
                <a:lnTo>
                  <a:pt x="295780" y="37338"/>
                </a:lnTo>
                <a:lnTo>
                  <a:pt x="265719" y="35700"/>
                </a:lnTo>
                <a:lnTo>
                  <a:pt x="235668" y="33919"/>
                </a:lnTo>
                <a:lnTo>
                  <a:pt x="205626" y="31975"/>
                </a:lnTo>
                <a:lnTo>
                  <a:pt x="175603" y="29842"/>
                </a:lnTo>
                <a:lnTo>
                  <a:pt x="145590" y="27451"/>
                </a:lnTo>
                <a:lnTo>
                  <a:pt x="115614" y="24736"/>
                </a:lnTo>
                <a:lnTo>
                  <a:pt x="85677" y="21555"/>
                </a:lnTo>
                <a:lnTo>
                  <a:pt x="55836" y="17650"/>
                </a:lnTo>
                <a:lnTo>
                  <a:pt x="26213" y="12306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34" name="funnel-step-cap-0">
            <a:extLst xmlns:a="http://schemas.openxmlformats.org/drawingml/2006/main">
              <a:ext uri="{FF2B5EF4-FFF2-40B4-BE49-F238E27FC236}">
                <a16:creationId xmlns:a16="http://schemas.microsoft.com/office/drawing/2014/main" id="{7C90E2B9-7096-4F44-AF56-20E998E61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52750" y="2425951"/>
            <a:ext cx="3333750" cy="17728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35" name="funnel-step-body-1">
            <a:extLst xmlns:a="http://schemas.openxmlformats.org/drawingml/2006/main">
              <a:ext uri="{FF2B5EF4-FFF2-40B4-BE49-F238E27FC236}">
                <a16:creationId xmlns:a16="http://schemas.microsoft.com/office/drawing/2014/main" id="{71409563-33E1-44C7-A673-2632E91FE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235452" y="3116294"/>
            <a:ext cx="2765384" cy="533210"/>
          </a:xfrm>
          <a:custGeom xmlns:a="http://schemas.openxmlformats.org/drawingml/2006/main">
            <a:pathLst>
              <a:path w="2765384" h="533210">
                <a:moveTo>
                  <a:pt x="0" y="0"/>
                </a:moveTo>
                <a:lnTo>
                  <a:pt x="10735" y="23355"/>
                </a:lnTo>
                <a:lnTo>
                  <a:pt x="21460" y="46701"/>
                </a:lnTo>
                <a:lnTo>
                  <a:pt x="32195" y="70056"/>
                </a:lnTo>
                <a:lnTo>
                  <a:pt x="42920" y="93402"/>
                </a:lnTo>
                <a:lnTo>
                  <a:pt x="53654" y="116757"/>
                </a:lnTo>
                <a:lnTo>
                  <a:pt x="64389" y="140103"/>
                </a:lnTo>
                <a:lnTo>
                  <a:pt x="75114" y="163459"/>
                </a:lnTo>
                <a:lnTo>
                  <a:pt x="85849" y="186804"/>
                </a:lnTo>
                <a:lnTo>
                  <a:pt x="96574" y="210160"/>
                </a:lnTo>
                <a:lnTo>
                  <a:pt x="107309" y="233515"/>
                </a:lnTo>
                <a:lnTo>
                  <a:pt x="118043" y="256861"/>
                </a:lnTo>
                <a:lnTo>
                  <a:pt x="128768" y="280216"/>
                </a:lnTo>
                <a:lnTo>
                  <a:pt x="139503" y="303562"/>
                </a:lnTo>
                <a:lnTo>
                  <a:pt x="150228" y="326917"/>
                </a:lnTo>
                <a:lnTo>
                  <a:pt x="160963" y="350263"/>
                </a:lnTo>
                <a:lnTo>
                  <a:pt x="171698" y="373618"/>
                </a:lnTo>
                <a:lnTo>
                  <a:pt x="182423" y="396973"/>
                </a:lnTo>
                <a:lnTo>
                  <a:pt x="193157" y="420319"/>
                </a:lnTo>
                <a:lnTo>
                  <a:pt x="203892" y="443675"/>
                </a:lnTo>
                <a:lnTo>
                  <a:pt x="214617" y="467020"/>
                </a:lnTo>
                <a:lnTo>
                  <a:pt x="233105" y="482670"/>
                </a:lnTo>
                <a:lnTo>
                  <a:pt x="257985" y="489071"/>
                </a:lnTo>
                <a:lnTo>
                  <a:pt x="283283" y="493576"/>
                </a:lnTo>
                <a:lnTo>
                  <a:pt x="308724" y="497157"/>
                </a:lnTo>
                <a:lnTo>
                  <a:pt x="334242" y="500196"/>
                </a:lnTo>
                <a:lnTo>
                  <a:pt x="359807" y="502834"/>
                </a:lnTo>
                <a:lnTo>
                  <a:pt x="385401" y="505177"/>
                </a:lnTo>
                <a:lnTo>
                  <a:pt x="411013" y="507292"/>
                </a:lnTo>
                <a:lnTo>
                  <a:pt x="436636" y="509207"/>
                </a:lnTo>
                <a:lnTo>
                  <a:pt x="462277" y="510978"/>
                </a:lnTo>
                <a:lnTo>
                  <a:pt x="487928" y="512607"/>
                </a:lnTo>
                <a:lnTo>
                  <a:pt x="513578" y="514112"/>
                </a:lnTo>
                <a:lnTo>
                  <a:pt x="539239" y="515522"/>
                </a:lnTo>
                <a:lnTo>
                  <a:pt x="564899" y="516836"/>
                </a:lnTo>
                <a:lnTo>
                  <a:pt x="590569" y="518065"/>
                </a:lnTo>
                <a:lnTo>
                  <a:pt x="616248" y="519217"/>
                </a:lnTo>
                <a:lnTo>
                  <a:pt x="641918" y="520303"/>
                </a:lnTo>
                <a:lnTo>
                  <a:pt x="667598" y="521322"/>
                </a:lnTo>
                <a:lnTo>
                  <a:pt x="693277" y="522275"/>
                </a:lnTo>
                <a:lnTo>
                  <a:pt x="718966" y="523170"/>
                </a:lnTo>
                <a:lnTo>
                  <a:pt x="744645" y="524018"/>
                </a:lnTo>
                <a:lnTo>
                  <a:pt x="770334" y="524818"/>
                </a:lnTo>
                <a:lnTo>
                  <a:pt x="796023" y="525570"/>
                </a:lnTo>
                <a:lnTo>
                  <a:pt x="821712" y="526275"/>
                </a:lnTo>
                <a:lnTo>
                  <a:pt x="847401" y="526942"/>
                </a:lnTo>
                <a:lnTo>
                  <a:pt x="873090" y="527571"/>
                </a:lnTo>
                <a:lnTo>
                  <a:pt x="898789" y="528152"/>
                </a:lnTo>
                <a:lnTo>
                  <a:pt x="924477" y="528704"/>
                </a:lnTo>
                <a:lnTo>
                  <a:pt x="950176" y="529219"/>
                </a:lnTo>
                <a:lnTo>
                  <a:pt x="975865" y="529695"/>
                </a:lnTo>
                <a:lnTo>
                  <a:pt x="1001563" y="530133"/>
                </a:lnTo>
                <a:lnTo>
                  <a:pt x="1027262" y="530543"/>
                </a:lnTo>
                <a:lnTo>
                  <a:pt x="1052951" y="530924"/>
                </a:lnTo>
                <a:lnTo>
                  <a:pt x="1078649" y="531276"/>
                </a:lnTo>
                <a:lnTo>
                  <a:pt x="1104348" y="531590"/>
                </a:lnTo>
                <a:lnTo>
                  <a:pt x="1130046" y="531876"/>
                </a:lnTo>
                <a:lnTo>
                  <a:pt x="1155744" y="532133"/>
                </a:lnTo>
                <a:lnTo>
                  <a:pt x="1181443" y="532352"/>
                </a:lnTo>
                <a:lnTo>
                  <a:pt x="1207141" y="532562"/>
                </a:lnTo>
                <a:lnTo>
                  <a:pt x="1232830" y="532733"/>
                </a:lnTo>
                <a:lnTo>
                  <a:pt x="1258529" y="532876"/>
                </a:lnTo>
                <a:lnTo>
                  <a:pt x="1284227" y="533000"/>
                </a:lnTo>
                <a:lnTo>
                  <a:pt x="1309926" y="533086"/>
                </a:lnTo>
                <a:lnTo>
                  <a:pt x="1335634" y="533152"/>
                </a:lnTo>
                <a:lnTo>
                  <a:pt x="1361332" y="533181"/>
                </a:lnTo>
                <a:lnTo>
                  <a:pt x="1387031" y="533210"/>
                </a:lnTo>
                <a:lnTo>
                  <a:pt x="1412729" y="533181"/>
                </a:lnTo>
                <a:lnTo>
                  <a:pt x="1438427" y="533152"/>
                </a:lnTo>
                <a:lnTo>
                  <a:pt x="1464126" y="533067"/>
                </a:lnTo>
                <a:lnTo>
                  <a:pt x="1489824" y="532981"/>
                </a:lnTo>
                <a:lnTo>
                  <a:pt x="1515523" y="532848"/>
                </a:lnTo>
                <a:lnTo>
                  <a:pt x="1541221" y="532695"/>
                </a:lnTo>
                <a:lnTo>
                  <a:pt x="1566920" y="532514"/>
                </a:lnTo>
                <a:lnTo>
                  <a:pt x="1592618" y="532314"/>
                </a:lnTo>
                <a:lnTo>
                  <a:pt x="1618307" y="532067"/>
                </a:lnTo>
                <a:lnTo>
                  <a:pt x="1644005" y="531809"/>
                </a:lnTo>
                <a:lnTo>
                  <a:pt x="1669704" y="531524"/>
                </a:lnTo>
                <a:lnTo>
                  <a:pt x="1695402" y="531200"/>
                </a:lnTo>
                <a:lnTo>
                  <a:pt x="1721101" y="530838"/>
                </a:lnTo>
                <a:lnTo>
                  <a:pt x="1746799" y="530457"/>
                </a:lnTo>
                <a:lnTo>
                  <a:pt x="1772488" y="530038"/>
                </a:lnTo>
                <a:lnTo>
                  <a:pt x="1798187" y="529590"/>
                </a:lnTo>
                <a:lnTo>
                  <a:pt x="1823876" y="529104"/>
                </a:lnTo>
                <a:lnTo>
                  <a:pt x="1849574" y="528580"/>
                </a:lnTo>
                <a:lnTo>
                  <a:pt x="1875263" y="528028"/>
                </a:lnTo>
                <a:lnTo>
                  <a:pt x="1900961" y="527428"/>
                </a:lnTo>
                <a:lnTo>
                  <a:pt x="1926650" y="526799"/>
                </a:lnTo>
                <a:lnTo>
                  <a:pt x="1952339" y="526123"/>
                </a:lnTo>
                <a:lnTo>
                  <a:pt x="1978028" y="525409"/>
                </a:lnTo>
                <a:lnTo>
                  <a:pt x="2003717" y="524647"/>
                </a:lnTo>
                <a:lnTo>
                  <a:pt x="2029397" y="523837"/>
                </a:lnTo>
                <a:lnTo>
                  <a:pt x="2055085" y="522980"/>
                </a:lnTo>
                <a:lnTo>
                  <a:pt x="2080765" y="522065"/>
                </a:lnTo>
                <a:lnTo>
                  <a:pt x="2106444" y="521094"/>
                </a:lnTo>
                <a:lnTo>
                  <a:pt x="2132124" y="520065"/>
                </a:lnTo>
                <a:lnTo>
                  <a:pt x="2157803" y="518970"/>
                </a:lnTo>
                <a:lnTo>
                  <a:pt x="2183473" y="517798"/>
                </a:lnTo>
                <a:lnTo>
                  <a:pt x="2209143" y="516550"/>
                </a:lnTo>
                <a:lnTo>
                  <a:pt x="2234803" y="515217"/>
                </a:lnTo>
                <a:lnTo>
                  <a:pt x="2260463" y="513788"/>
                </a:lnTo>
                <a:lnTo>
                  <a:pt x="2286114" y="512255"/>
                </a:lnTo>
                <a:lnTo>
                  <a:pt x="2311765" y="510597"/>
                </a:lnTo>
                <a:lnTo>
                  <a:pt x="2337397" y="508806"/>
                </a:lnTo>
                <a:lnTo>
                  <a:pt x="2363019" y="506835"/>
                </a:lnTo>
                <a:lnTo>
                  <a:pt x="2388632" y="504673"/>
                </a:lnTo>
                <a:lnTo>
                  <a:pt x="2414216" y="502272"/>
                </a:lnTo>
                <a:lnTo>
                  <a:pt x="2439772" y="499558"/>
                </a:lnTo>
                <a:lnTo>
                  <a:pt x="2465280" y="496424"/>
                </a:lnTo>
                <a:lnTo>
                  <a:pt x="2490702" y="492671"/>
                </a:lnTo>
                <a:lnTo>
                  <a:pt x="2515943" y="487880"/>
                </a:lnTo>
                <a:lnTo>
                  <a:pt x="2540575" y="480670"/>
                </a:lnTo>
                <a:lnTo>
                  <a:pt x="2556110" y="461839"/>
                </a:lnTo>
                <a:lnTo>
                  <a:pt x="2566845" y="438483"/>
                </a:lnTo>
                <a:lnTo>
                  <a:pt x="2577570" y="415138"/>
                </a:lnTo>
                <a:lnTo>
                  <a:pt x="2588304" y="391782"/>
                </a:lnTo>
                <a:lnTo>
                  <a:pt x="2599030" y="368437"/>
                </a:lnTo>
                <a:lnTo>
                  <a:pt x="2609764" y="345081"/>
                </a:lnTo>
                <a:lnTo>
                  <a:pt x="2620499" y="321735"/>
                </a:lnTo>
                <a:lnTo>
                  <a:pt x="2631224" y="298380"/>
                </a:lnTo>
                <a:lnTo>
                  <a:pt x="2641959" y="275025"/>
                </a:lnTo>
                <a:lnTo>
                  <a:pt x="2652684" y="251679"/>
                </a:lnTo>
                <a:lnTo>
                  <a:pt x="2663419" y="228324"/>
                </a:lnTo>
                <a:lnTo>
                  <a:pt x="2674153" y="204978"/>
                </a:lnTo>
                <a:lnTo>
                  <a:pt x="2684878" y="181623"/>
                </a:lnTo>
                <a:lnTo>
                  <a:pt x="2695613" y="158277"/>
                </a:lnTo>
                <a:lnTo>
                  <a:pt x="2706338" y="134922"/>
                </a:lnTo>
                <a:lnTo>
                  <a:pt x="2717073" y="111566"/>
                </a:lnTo>
                <a:lnTo>
                  <a:pt x="2727808" y="88221"/>
                </a:lnTo>
                <a:lnTo>
                  <a:pt x="2738533" y="64865"/>
                </a:lnTo>
                <a:lnTo>
                  <a:pt x="2749267" y="41519"/>
                </a:lnTo>
                <a:lnTo>
                  <a:pt x="2760002" y="18164"/>
                </a:lnTo>
                <a:lnTo>
                  <a:pt x="2765384" y="4648"/>
                </a:lnTo>
                <a:lnTo>
                  <a:pt x="2741457" y="13621"/>
                </a:lnTo>
                <a:lnTo>
                  <a:pt x="2716263" y="18640"/>
                </a:lnTo>
                <a:lnTo>
                  <a:pt x="2690841" y="22422"/>
                </a:lnTo>
                <a:lnTo>
                  <a:pt x="2665333" y="25537"/>
                </a:lnTo>
                <a:lnTo>
                  <a:pt x="2639778" y="28213"/>
                </a:lnTo>
                <a:lnTo>
                  <a:pt x="2614184" y="30575"/>
                </a:lnTo>
                <a:lnTo>
                  <a:pt x="2588571" y="32699"/>
                </a:lnTo>
                <a:lnTo>
                  <a:pt x="2562949" y="34633"/>
                </a:lnTo>
                <a:lnTo>
                  <a:pt x="2537308" y="36395"/>
                </a:lnTo>
                <a:lnTo>
                  <a:pt x="2511666" y="38033"/>
                </a:lnTo>
                <a:lnTo>
                  <a:pt x="2486006" y="39548"/>
                </a:lnTo>
                <a:lnTo>
                  <a:pt x="2460346" y="40958"/>
                </a:lnTo>
                <a:lnTo>
                  <a:pt x="2434685" y="42291"/>
                </a:lnTo>
                <a:lnTo>
                  <a:pt x="2409015" y="43539"/>
                </a:lnTo>
                <a:lnTo>
                  <a:pt x="2383346" y="44720"/>
                </a:lnTo>
                <a:lnTo>
                  <a:pt x="2357666" y="45825"/>
                </a:lnTo>
                <a:lnTo>
                  <a:pt x="2331996" y="46873"/>
                </a:lnTo>
                <a:lnTo>
                  <a:pt x="2306317" y="47863"/>
                </a:lnTo>
                <a:lnTo>
                  <a:pt x="2280628" y="48797"/>
                </a:lnTo>
                <a:lnTo>
                  <a:pt x="2254949" y="49692"/>
                </a:lnTo>
                <a:lnTo>
                  <a:pt x="2229260" y="50540"/>
                </a:lnTo>
                <a:lnTo>
                  <a:pt x="2203580" y="51340"/>
                </a:lnTo>
                <a:lnTo>
                  <a:pt x="2177891" y="52111"/>
                </a:lnTo>
                <a:lnTo>
                  <a:pt x="2152202" y="52835"/>
                </a:lnTo>
                <a:lnTo>
                  <a:pt x="2126513" y="53531"/>
                </a:lnTo>
                <a:lnTo>
                  <a:pt x="2100824" y="54178"/>
                </a:lnTo>
                <a:lnTo>
                  <a:pt x="2075126" y="54807"/>
                </a:lnTo>
                <a:lnTo>
                  <a:pt x="2049437" y="55397"/>
                </a:lnTo>
                <a:lnTo>
                  <a:pt x="2023748" y="55959"/>
                </a:lnTo>
                <a:lnTo>
                  <a:pt x="1998050" y="56493"/>
                </a:lnTo>
                <a:lnTo>
                  <a:pt x="1972361" y="56998"/>
                </a:lnTo>
                <a:lnTo>
                  <a:pt x="1946662" y="57474"/>
                </a:lnTo>
                <a:lnTo>
                  <a:pt x="1920973" y="57912"/>
                </a:lnTo>
                <a:lnTo>
                  <a:pt x="1895275" y="58350"/>
                </a:lnTo>
                <a:lnTo>
                  <a:pt x="1869577" y="58741"/>
                </a:lnTo>
                <a:lnTo>
                  <a:pt x="1843878" y="59122"/>
                </a:lnTo>
                <a:lnTo>
                  <a:pt x="1818189" y="59474"/>
                </a:lnTo>
                <a:lnTo>
                  <a:pt x="1792491" y="59807"/>
                </a:lnTo>
                <a:lnTo>
                  <a:pt x="1766792" y="60122"/>
                </a:lnTo>
                <a:lnTo>
                  <a:pt x="1741094" y="60398"/>
                </a:lnTo>
                <a:lnTo>
                  <a:pt x="1715395" y="60674"/>
                </a:lnTo>
                <a:lnTo>
                  <a:pt x="1689697" y="60912"/>
                </a:lnTo>
                <a:lnTo>
                  <a:pt x="1663998" y="61131"/>
                </a:lnTo>
                <a:lnTo>
                  <a:pt x="1638300" y="61351"/>
                </a:lnTo>
                <a:lnTo>
                  <a:pt x="1612611" y="61522"/>
                </a:lnTo>
                <a:lnTo>
                  <a:pt x="1586913" y="61684"/>
                </a:lnTo>
                <a:lnTo>
                  <a:pt x="1561214" y="61827"/>
                </a:lnTo>
                <a:lnTo>
                  <a:pt x="1535516" y="61951"/>
                </a:lnTo>
                <a:lnTo>
                  <a:pt x="1509817" y="62065"/>
                </a:lnTo>
                <a:lnTo>
                  <a:pt x="1484119" y="62132"/>
                </a:lnTo>
                <a:lnTo>
                  <a:pt x="1458420" y="62208"/>
                </a:lnTo>
                <a:lnTo>
                  <a:pt x="1432712" y="62246"/>
                </a:lnTo>
                <a:lnTo>
                  <a:pt x="1407014" y="62274"/>
                </a:lnTo>
                <a:lnTo>
                  <a:pt x="1381316" y="62294"/>
                </a:lnTo>
                <a:lnTo>
                  <a:pt x="1355617" y="62265"/>
                </a:lnTo>
                <a:lnTo>
                  <a:pt x="1329919" y="62246"/>
                </a:lnTo>
                <a:lnTo>
                  <a:pt x="1304220" y="62189"/>
                </a:lnTo>
                <a:lnTo>
                  <a:pt x="1278522" y="62122"/>
                </a:lnTo>
                <a:lnTo>
                  <a:pt x="1252823" y="62046"/>
                </a:lnTo>
                <a:lnTo>
                  <a:pt x="1227125" y="61922"/>
                </a:lnTo>
                <a:lnTo>
                  <a:pt x="1201426" y="61798"/>
                </a:lnTo>
                <a:lnTo>
                  <a:pt x="1175728" y="61655"/>
                </a:lnTo>
                <a:lnTo>
                  <a:pt x="1150029" y="61484"/>
                </a:lnTo>
                <a:lnTo>
                  <a:pt x="1124331" y="61303"/>
                </a:lnTo>
                <a:lnTo>
                  <a:pt x="1098633" y="61084"/>
                </a:lnTo>
                <a:lnTo>
                  <a:pt x="1072934" y="60865"/>
                </a:lnTo>
                <a:lnTo>
                  <a:pt x="1047245" y="60608"/>
                </a:lnTo>
                <a:lnTo>
                  <a:pt x="1021547" y="60341"/>
                </a:lnTo>
                <a:lnTo>
                  <a:pt x="995848" y="60055"/>
                </a:lnTo>
                <a:lnTo>
                  <a:pt x="970150" y="59750"/>
                </a:lnTo>
                <a:lnTo>
                  <a:pt x="944451" y="59407"/>
                </a:lnTo>
                <a:lnTo>
                  <a:pt x="918753" y="59036"/>
                </a:lnTo>
                <a:lnTo>
                  <a:pt x="893064" y="58655"/>
                </a:lnTo>
                <a:lnTo>
                  <a:pt x="867366" y="58255"/>
                </a:lnTo>
                <a:lnTo>
                  <a:pt x="841667" y="57817"/>
                </a:lnTo>
                <a:lnTo>
                  <a:pt x="815978" y="57369"/>
                </a:lnTo>
                <a:lnTo>
                  <a:pt x="790280" y="56883"/>
                </a:lnTo>
                <a:lnTo>
                  <a:pt x="764591" y="56378"/>
                </a:lnTo>
                <a:lnTo>
                  <a:pt x="738892" y="55836"/>
                </a:lnTo>
                <a:lnTo>
                  <a:pt x="713203" y="55264"/>
                </a:lnTo>
                <a:lnTo>
                  <a:pt x="687515" y="54664"/>
                </a:lnTo>
                <a:lnTo>
                  <a:pt x="661816" y="54035"/>
                </a:lnTo>
                <a:lnTo>
                  <a:pt x="636127" y="53378"/>
                </a:lnTo>
                <a:lnTo>
                  <a:pt x="610438" y="52673"/>
                </a:lnTo>
                <a:lnTo>
                  <a:pt x="584749" y="51940"/>
                </a:lnTo>
                <a:lnTo>
                  <a:pt x="559060" y="51168"/>
                </a:lnTo>
                <a:lnTo>
                  <a:pt x="533381" y="50359"/>
                </a:lnTo>
                <a:lnTo>
                  <a:pt x="507692" y="49501"/>
                </a:lnTo>
                <a:lnTo>
                  <a:pt x="482013" y="48597"/>
                </a:lnTo>
                <a:lnTo>
                  <a:pt x="456333" y="47644"/>
                </a:lnTo>
                <a:lnTo>
                  <a:pt x="430654" y="46644"/>
                </a:lnTo>
                <a:lnTo>
                  <a:pt x="404974" y="45577"/>
                </a:lnTo>
                <a:lnTo>
                  <a:pt x="379295" y="44453"/>
                </a:lnTo>
                <a:lnTo>
                  <a:pt x="353625" y="43263"/>
                </a:lnTo>
                <a:lnTo>
                  <a:pt x="327965" y="42005"/>
                </a:lnTo>
                <a:lnTo>
                  <a:pt x="302295" y="40653"/>
                </a:lnTo>
                <a:lnTo>
                  <a:pt x="276635" y="39224"/>
                </a:lnTo>
                <a:lnTo>
                  <a:pt x="250984" y="37671"/>
                </a:lnTo>
                <a:lnTo>
                  <a:pt x="225342" y="36024"/>
                </a:lnTo>
                <a:lnTo>
                  <a:pt x="199701" y="34214"/>
                </a:lnTo>
                <a:lnTo>
                  <a:pt x="174079" y="32252"/>
                </a:lnTo>
                <a:lnTo>
                  <a:pt x="148476" y="30080"/>
                </a:lnTo>
                <a:lnTo>
                  <a:pt x="122892" y="27651"/>
                </a:lnTo>
                <a:lnTo>
                  <a:pt x="97346" y="24889"/>
                </a:lnTo>
                <a:lnTo>
                  <a:pt x="71847" y="21650"/>
                </a:lnTo>
                <a:lnTo>
                  <a:pt x="46463" y="17659"/>
                </a:lnTo>
                <a:lnTo>
                  <a:pt x="21365" y="12192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36" name="funnel-step-cap-1">
            <a:extLst xmlns:a="http://schemas.openxmlformats.org/drawingml/2006/main">
              <a:ext uri="{FF2B5EF4-FFF2-40B4-BE49-F238E27FC236}">
                <a16:creationId xmlns:a16="http://schemas.microsoft.com/office/drawing/2014/main" id="{C6246643-818C-4DCE-A85A-EF00536F1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235481" y="3027617"/>
            <a:ext cx="2768289" cy="17728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37" name="funnel-step-body-2">
            <a:extLst xmlns:a="http://schemas.openxmlformats.org/drawingml/2006/main">
              <a:ext uri="{FF2B5EF4-FFF2-40B4-BE49-F238E27FC236}">
                <a16:creationId xmlns:a16="http://schemas.microsoft.com/office/drawing/2014/main" id="{5EBA01FC-B318-4A7E-8ED1-CC219F22A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451860" y="3717893"/>
            <a:ext cx="2334111" cy="533276"/>
          </a:xfrm>
          <a:custGeom xmlns:a="http://schemas.openxmlformats.org/drawingml/2006/main">
            <a:pathLst>
              <a:path w="2334111" h="533276">
                <a:moveTo>
                  <a:pt x="0" y="0"/>
                </a:moveTo>
                <a:lnTo>
                  <a:pt x="8563" y="20488"/>
                </a:lnTo>
                <a:lnTo>
                  <a:pt x="17126" y="40977"/>
                </a:lnTo>
                <a:lnTo>
                  <a:pt x="25698" y="61455"/>
                </a:lnTo>
                <a:lnTo>
                  <a:pt x="34261" y="81944"/>
                </a:lnTo>
                <a:lnTo>
                  <a:pt x="42824" y="102432"/>
                </a:lnTo>
                <a:lnTo>
                  <a:pt x="51387" y="122920"/>
                </a:lnTo>
                <a:lnTo>
                  <a:pt x="59950" y="143408"/>
                </a:lnTo>
                <a:lnTo>
                  <a:pt x="68523" y="163887"/>
                </a:lnTo>
                <a:lnTo>
                  <a:pt x="77086" y="184375"/>
                </a:lnTo>
                <a:lnTo>
                  <a:pt x="85649" y="204864"/>
                </a:lnTo>
                <a:lnTo>
                  <a:pt x="94212" y="225352"/>
                </a:lnTo>
                <a:lnTo>
                  <a:pt x="102784" y="245840"/>
                </a:lnTo>
                <a:lnTo>
                  <a:pt x="111347" y="266319"/>
                </a:lnTo>
                <a:lnTo>
                  <a:pt x="119910" y="286807"/>
                </a:lnTo>
                <a:lnTo>
                  <a:pt x="128473" y="307296"/>
                </a:lnTo>
                <a:lnTo>
                  <a:pt x="137036" y="327784"/>
                </a:lnTo>
                <a:lnTo>
                  <a:pt x="145609" y="348272"/>
                </a:lnTo>
                <a:lnTo>
                  <a:pt x="154172" y="368751"/>
                </a:lnTo>
                <a:lnTo>
                  <a:pt x="162735" y="389239"/>
                </a:lnTo>
                <a:lnTo>
                  <a:pt x="171298" y="409727"/>
                </a:lnTo>
                <a:lnTo>
                  <a:pt x="179870" y="430216"/>
                </a:lnTo>
                <a:lnTo>
                  <a:pt x="188433" y="450704"/>
                </a:lnTo>
                <a:lnTo>
                  <a:pt x="196891" y="471211"/>
                </a:lnTo>
                <a:lnTo>
                  <a:pt x="213932" y="483908"/>
                </a:lnTo>
                <a:lnTo>
                  <a:pt x="235268" y="490014"/>
                </a:lnTo>
                <a:lnTo>
                  <a:pt x="257023" y="494433"/>
                </a:lnTo>
                <a:lnTo>
                  <a:pt x="278940" y="497996"/>
                </a:lnTo>
                <a:lnTo>
                  <a:pt x="300942" y="501015"/>
                </a:lnTo>
                <a:lnTo>
                  <a:pt x="322993" y="503653"/>
                </a:lnTo>
                <a:lnTo>
                  <a:pt x="345072" y="506006"/>
                </a:lnTo>
                <a:lnTo>
                  <a:pt x="367170" y="508121"/>
                </a:lnTo>
                <a:lnTo>
                  <a:pt x="389296" y="510045"/>
                </a:lnTo>
                <a:lnTo>
                  <a:pt x="411423" y="511807"/>
                </a:lnTo>
                <a:lnTo>
                  <a:pt x="433568" y="513445"/>
                </a:lnTo>
                <a:lnTo>
                  <a:pt x="455724" y="514950"/>
                </a:lnTo>
                <a:lnTo>
                  <a:pt x="477888" y="516360"/>
                </a:lnTo>
                <a:lnTo>
                  <a:pt x="500053" y="517674"/>
                </a:lnTo>
                <a:lnTo>
                  <a:pt x="522227" y="518893"/>
                </a:lnTo>
                <a:lnTo>
                  <a:pt x="544401" y="520046"/>
                </a:lnTo>
                <a:lnTo>
                  <a:pt x="566576" y="521122"/>
                </a:lnTo>
                <a:lnTo>
                  <a:pt x="588759" y="522132"/>
                </a:lnTo>
                <a:lnTo>
                  <a:pt x="610943" y="523084"/>
                </a:lnTo>
                <a:lnTo>
                  <a:pt x="633127" y="523970"/>
                </a:lnTo>
                <a:lnTo>
                  <a:pt x="655320" y="524808"/>
                </a:lnTo>
                <a:lnTo>
                  <a:pt x="677513" y="525590"/>
                </a:lnTo>
                <a:lnTo>
                  <a:pt x="699706" y="526323"/>
                </a:lnTo>
                <a:lnTo>
                  <a:pt x="721900" y="527018"/>
                </a:lnTo>
                <a:lnTo>
                  <a:pt x="744093" y="527666"/>
                </a:lnTo>
                <a:lnTo>
                  <a:pt x="766286" y="528276"/>
                </a:lnTo>
                <a:lnTo>
                  <a:pt x="788489" y="528838"/>
                </a:lnTo>
                <a:lnTo>
                  <a:pt x="810682" y="529371"/>
                </a:lnTo>
                <a:lnTo>
                  <a:pt x="832885" y="529857"/>
                </a:lnTo>
                <a:lnTo>
                  <a:pt x="855078" y="530314"/>
                </a:lnTo>
                <a:lnTo>
                  <a:pt x="877281" y="530733"/>
                </a:lnTo>
                <a:lnTo>
                  <a:pt x="899484" y="531114"/>
                </a:lnTo>
                <a:lnTo>
                  <a:pt x="921687" y="531466"/>
                </a:lnTo>
                <a:lnTo>
                  <a:pt x="943889" y="531781"/>
                </a:lnTo>
                <a:lnTo>
                  <a:pt x="966092" y="532067"/>
                </a:lnTo>
                <a:lnTo>
                  <a:pt x="988295" y="532324"/>
                </a:lnTo>
                <a:lnTo>
                  <a:pt x="1010498" y="532543"/>
                </a:lnTo>
                <a:lnTo>
                  <a:pt x="1032701" y="532743"/>
                </a:lnTo>
                <a:lnTo>
                  <a:pt x="1054903" y="532905"/>
                </a:lnTo>
                <a:lnTo>
                  <a:pt x="1077116" y="533038"/>
                </a:lnTo>
                <a:lnTo>
                  <a:pt x="1099318" y="533143"/>
                </a:lnTo>
                <a:lnTo>
                  <a:pt x="1121521" y="533219"/>
                </a:lnTo>
                <a:lnTo>
                  <a:pt x="1143724" y="533267"/>
                </a:lnTo>
                <a:lnTo>
                  <a:pt x="1165927" y="533276"/>
                </a:lnTo>
                <a:lnTo>
                  <a:pt x="1188139" y="533267"/>
                </a:lnTo>
                <a:lnTo>
                  <a:pt x="1210342" y="533229"/>
                </a:lnTo>
                <a:lnTo>
                  <a:pt x="1232545" y="533152"/>
                </a:lnTo>
                <a:lnTo>
                  <a:pt x="1254747" y="533057"/>
                </a:lnTo>
                <a:lnTo>
                  <a:pt x="1276950" y="532924"/>
                </a:lnTo>
                <a:lnTo>
                  <a:pt x="1299162" y="532771"/>
                </a:lnTo>
                <a:lnTo>
                  <a:pt x="1321365" y="532581"/>
                </a:lnTo>
                <a:lnTo>
                  <a:pt x="1343568" y="532362"/>
                </a:lnTo>
                <a:lnTo>
                  <a:pt x="1365771" y="532114"/>
                </a:lnTo>
                <a:lnTo>
                  <a:pt x="1387973" y="531828"/>
                </a:lnTo>
                <a:lnTo>
                  <a:pt x="1410176" y="531514"/>
                </a:lnTo>
                <a:lnTo>
                  <a:pt x="1432379" y="531171"/>
                </a:lnTo>
                <a:lnTo>
                  <a:pt x="1454582" y="530790"/>
                </a:lnTo>
                <a:lnTo>
                  <a:pt x="1476775" y="530381"/>
                </a:lnTo>
                <a:lnTo>
                  <a:pt x="1498978" y="529933"/>
                </a:lnTo>
                <a:lnTo>
                  <a:pt x="1521181" y="529447"/>
                </a:lnTo>
                <a:lnTo>
                  <a:pt x="1543374" y="528933"/>
                </a:lnTo>
                <a:lnTo>
                  <a:pt x="1565577" y="528371"/>
                </a:lnTo>
                <a:lnTo>
                  <a:pt x="1587770" y="527771"/>
                </a:lnTo>
                <a:lnTo>
                  <a:pt x="1609963" y="527133"/>
                </a:lnTo>
                <a:lnTo>
                  <a:pt x="1632166" y="526447"/>
                </a:lnTo>
                <a:lnTo>
                  <a:pt x="1654359" y="525713"/>
                </a:lnTo>
                <a:lnTo>
                  <a:pt x="1676543" y="524942"/>
                </a:lnTo>
                <a:lnTo>
                  <a:pt x="1698736" y="524113"/>
                </a:lnTo>
                <a:lnTo>
                  <a:pt x="1720920" y="523227"/>
                </a:lnTo>
                <a:lnTo>
                  <a:pt x="1743104" y="522294"/>
                </a:lnTo>
                <a:lnTo>
                  <a:pt x="1765287" y="521294"/>
                </a:lnTo>
                <a:lnTo>
                  <a:pt x="1787471" y="520227"/>
                </a:lnTo>
                <a:lnTo>
                  <a:pt x="1809645" y="519093"/>
                </a:lnTo>
                <a:lnTo>
                  <a:pt x="1831819" y="517884"/>
                </a:lnTo>
                <a:lnTo>
                  <a:pt x="1853984" y="516588"/>
                </a:lnTo>
                <a:lnTo>
                  <a:pt x="1876149" y="515188"/>
                </a:lnTo>
                <a:lnTo>
                  <a:pt x="1898294" y="513702"/>
                </a:lnTo>
                <a:lnTo>
                  <a:pt x="1920450" y="512093"/>
                </a:lnTo>
                <a:lnTo>
                  <a:pt x="1942586" y="510350"/>
                </a:lnTo>
                <a:lnTo>
                  <a:pt x="1964703" y="508454"/>
                </a:lnTo>
                <a:lnTo>
                  <a:pt x="1986810" y="506368"/>
                </a:lnTo>
                <a:lnTo>
                  <a:pt x="2008899" y="504063"/>
                </a:lnTo>
                <a:lnTo>
                  <a:pt x="2030949" y="501472"/>
                </a:lnTo>
                <a:lnTo>
                  <a:pt x="2052961" y="498529"/>
                </a:lnTo>
                <a:lnTo>
                  <a:pt x="2074888" y="495071"/>
                </a:lnTo>
                <a:lnTo>
                  <a:pt x="2096681" y="490823"/>
                </a:lnTo>
                <a:lnTo>
                  <a:pt x="2118131" y="485108"/>
                </a:lnTo>
                <a:lnTo>
                  <a:pt x="2137353" y="474593"/>
                </a:lnTo>
                <a:lnTo>
                  <a:pt x="2145687" y="454085"/>
                </a:lnTo>
                <a:lnTo>
                  <a:pt x="2154250" y="433597"/>
                </a:lnTo>
                <a:lnTo>
                  <a:pt x="2162813" y="413109"/>
                </a:lnTo>
                <a:lnTo>
                  <a:pt x="2171376" y="392630"/>
                </a:lnTo>
                <a:lnTo>
                  <a:pt x="2179949" y="372142"/>
                </a:lnTo>
                <a:lnTo>
                  <a:pt x="2188512" y="351653"/>
                </a:lnTo>
                <a:lnTo>
                  <a:pt x="2197075" y="331165"/>
                </a:lnTo>
                <a:lnTo>
                  <a:pt x="2205638" y="310677"/>
                </a:lnTo>
                <a:lnTo>
                  <a:pt x="2214201" y="290198"/>
                </a:lnTo>
                <a:lnTo>
                  <a:pt x="2222773" y="269710"/>
                </a:lnTo>
                <a:lnTo>
                  <a:pt x="2231336" y="249222"/>
                </a:lnTo>
                <a:lnTo>
                  <a:pt x="2239899" y="228733"/>
                </a:lnTo>
                <a:lnTo>
                  <a:pt x="2248462" y="208245"/>
                </a:lnTo>
                <a:lnTo>
                  <a:pt x="2257034" y="187766"/>
                </a:lnTo>
                <a:lnTo>
                  <a:pt x="2265597" y="167278"/>
                </a:lnTo>
                <a:lnTo>
                  <a:pt x="2274160" y="146790"/>
                </a:lnTo>
                <a:lnTo>
                  <a:pt x="2282723" y="126302"/>
                </a:lnTo>
                <a:lnTo>
                  <a:pt x="2291286" y="105813"/>
                </a:lnTo>
                <a:lnTo>
                  <a:pt x="2299859" y="85334"/>
                </a:lnTo>
                <a:lnTo>
                  <a:pt x="2308422" y="64846"/>
                </a:lnTo>
                <a:lnTo>
                  <a:pt x="2316985" y="44358"/>
                </a:lnTo>
                <a:lnTo>
                  <a:pt x="2325548" y="23870"/>
                </a:lnTo>
                <a:lnTo>
                  <a:pt x="2334111" y="3381"/>
                </a:lnTo>
                <a:lnTo>
                  <a:pt x="2321547" y="10801"/>
                </a:lnTo>
                <a:lnTo>
                  <a:pt x="2300192" y="16840"/>
                </a:lnTo>
                <a:lnTo>
                  <a:pt x="2278399" y="21088"/>
                </a:lnTo>
                <a:lnTo>
                  <a:pt x="2256463" y="24489"/>
                </a:lnTo>
                <a:lnTo>
                  <a:pt x="2234441" y="27375"/>
                </a:lnTo>
                <a:lnTo>
                  <a:pt x="2212381" y="29889"/>
                </a:lnTo>
                <a:lnTo>
                  <a:pt x="2190293" y="32128"/>
                </a:lnTo>
                <a:lnTo>
                  <a:pt x="2168176" y="34157"/>
                </a:lnTo>
                <a:lnTo>
                  <a:pt x="2146049" y="36005"/>
                </a:lnTo>
                <a:lnTo>
                  <a:pt x="2123913" y="37709"/>
                </a:lnTo>
                <a:lnTo>
                  <a:pt x="2101767" y="39291"/>
                </a:lnTo>
                <a:lnTo>
                  <a:pt x="2079612" y="40757"/>
                </a:lnTo>
                <a:lnTo>
                  <a:pt x="2057448" y="42129"/>
                </a:lnTo>
                <a:lnTo>
                  <a:pt x="2035283" y="43424"/>
                </a:lnTo>
                <a:lnTo>
                  <a:pt x="2013109" y="44634"/>
                </a:lnTo>
                <a:lnTo>
                  <a:pt x="1990935" y="45787"/>
                </a:lnTo>
                <a:lnTo>
                  <a:pt x="1968751" y="46863"/>
                </a:lnTo>
                <a:lnTo>
                  <a:pt x="1946577" y="47882"/>
                </a:lnTo>
                <a:lnTo>
                  <a:pt x="1924393" y="48844"/>
                </a:lnTo>
                <a:lnTo>
                  <a:pt x="1902200" y="49759"/>
                </a:lnTo>
                <a:lnTo>
                  <a:pt x="1880016" y="50625"/>
                </a:lnTo>
                <a:lnTo>
                  <a:pt x="1857823" y="51445"/>
                </a:lnTo>
                <a:lnTo>
                  <a:pt x="1835639" y="52226"/>
                </a:lnTo>
                <a:lnTo>
                  <a:pt x="1813446" y="52969"/>
                </a:lnTo>
                <a:lnTo>
                  <a:pt x="1791252" y="53673"/>
                </a:lnTo>
                <a:lnTo>
                  <a:pt x="1769050" y="54340"/>
                </a:lnTo>
                <a:lnTo>
                  <a:pt x="1746856" y="54978"/>
                </a:lnTo>
                <a:lnTo>
                  <a:pt x="1724663" y="55578"/>
                </a:lnTo>
                <a:lnTo>
                  <a:pt x="1702460" y="56140"/>
                </a:lnTo>
                <a:lnTo>
                  <a:pt x="1680267" y="56683"/>
                </a:lnTo>
                <a:lnTo>
                  <a:pt x="1658064" y="57198"/>
                </a:lnTo>
                <a:lnTo>
                  <a:pt x="1635871" y="57674"/>
                </a:lnTo>
                <a:lnTo>
                  <a:pt x="1613668" y="58131"/>
                </a:lnTo>
                <a:lnTo>
                  <a:pt x="1591466" y="58560"/>
                </a:lnTo>
                <a:lnTo>
                  <a:pt x="1569263" y="58969"/>
                </a:lnTo>
                <a:lnTo>
                  <a:pt x="1547060" y="59341"/>
                </a:lnTo>
                <a:lnTo>
                  <a:pt x="1524857" y="59693"/>
                </a:lnTo>
                <a:lnTo>
                  <a:pt x="1502664" y="60027"/>
                </a:lnTo>
                <a:lnTo>
                  <a:pt x="1480461" y="60331"/>
                </a:lnTo>
                <a:lnTo>
                  <a:pt x="1458258" y="60617"/>
                </a:lnTo>
                <a:lnTo>
                  <a:pt x="1436056" y="60874"/>
                </a:lnTo>
                <a:lnTo>
                  <a:pt x="1413843" y="61103"/>
                </a:lnTo>
                <a:lnTo>
                  <a:pt x="1391641" y="61331"/>
                </a:lnTo>
                <a:lnTo>
                  <a:pt x="1369438" y="61522"/>
                </a:lnTo>
                <a:lnTo>
                  <a:pt x="1347235" y="61693"/>
                </a:lnTo>
                <a:lnTo>
                  <a:pt x="1325032" y="61855"/>
                </a:lnTo>
                <a:lnTo>
                  <a:pt x="1302830" y="61979"/>
                </a:lnTo>
                <a:lnTo>
                  <a:pt x="1280627" y="62103"/>
                </a:lnTo>
                <a:lnTo>
                  <a:pt x="1258414" y="62179"/>
                </a:lnTo>
                <a:lnTo>
                  <a:pt x="1236212" y="62255"/>
                </a:lnTo>
                <a:lnTo>
                  <a:pt x="1214009" y="62313"/>
                </a:lnTo>
                <a:lnTo>
                  <a:pt x="1191806" y="62341"/>
                </a:lnTo>
                <a:lnTo>
                  <a:pt x="1169603" y="62360"/>
                </a:lnTo>
                <a:lnTo>
                  <a:pt x="1147391" y="62341"/>
                </a:lnTo>
                <a:lnTo>
                  <a:pt x="1125188" y="62322"/>
                </a:lnTo>
                <a:lnTo>
                  <a:pt x="1102985" y="62274"/>
                </a:lnTo>
                <a:lnTo>
                  <a:pt x="1080783" y="62198"/>
                </a:lnTo>
                <a:lnTo>
                  <a:pt x="1058580" y="62122"/>
                </a:lnTo>
                <a:lnTo>
                  <a:pt x="1036368" y="61998"/>
                </a:lnTo>
                <a:lnTo>
                  <a:pt x="1014165" y="61874"/>
                </a:lnTo>
                <a:lnTo>
                  <a:pt x="991962" y="61722"/>
                </a:lnTo>
                <a:lnTo>
                  <a:pt x="969759" y="61551"/>
                </a:lnTo>
                <a:lnTo>
                  <a:pt x="947557" y="61370"/>
                </a:lnTo>
                <a:lnTo>
                  <a:pt x="925354" y="61141"/>
                </a:lnTo>
                <a:lnTo>
                  <a:pt x="903151" y="60912"/>
                </a:lnTo>
                <a:lnTo>
                  <a:pt x="880948" y="60655"/>
                </a:lnTo>
                <a:lnTo>
                  <a:pt x="858745" y="60379"/>
                </a:lnTo>
                <a:lnTo>
                  <a:pt x="836543" y="60074"/>
                </a:lnTo>
                <a:lnTo>
                  <a:pt x="814340" y="59750"/>
                </a:lnTo>
                <a:lnTo>
                  <a:pt x="792137" y="59407"/>
                </a:lnTo>
                <a:lnTo>
                  <a:pt x="769934" y="59026"/>
                </a:lnTo>
                <a:lnTo>
                  <a:pt x="747732" y="58626"/>
                </a:lnTo>
                <a:lnTo>
                  <a:pt x="725529" y="58207"/>
                </a:lnTo>
                <a:lnTo>
                  <a:pt x="703326" y="57750"/>
                </a:lnTo>
                <a:lnTo>
                  <a:pt x="681133" y="57274"/>
                </a:lnTo>
                <a:lnTo>
                  <a:pt x="658930" y="56769"/>
                </a:lnTo>
                <a:lnTo>
                  <a:pt x="636737" y="56236"/>
                </a:lnTo>
                <a:lnTo>
                  <a:pt x="614534" y="55674"/>
                </a:lnTo>
                <a:lnTo>
                  <a:pt x="592341" y="55074"/>
                </a:lnTo>
                <a:lnTo>
                  <a:pt x="570147" y="54445"/>
                </a:lnTo>
                <a:lnTo>
                  <a:pt x="547945" y="53788"/>
                </a:lnTo>
                <a:lnTo>
                  <a:pt x="525751" y="53083"/>
                </a:lnTo>
                <a:lnTo>
                  <a:pt x="503558" y="52349"/>
                </a:lnTo>
                <a:lnTo>
                  <a:pt x="481374" y="51578"/>
                </a:lnTo>
                <a:lnTo>
                  <a:pt x="459181" y="50759"/>
                </a:lnTo>
                <a:lnTo>
                  <a:pt x="436988" y="49901"/>
                </a:lnTo>
                <a:lnTo>
                  <a:pt x="414804" y="48997"/>
                </a:lnTo>
                <a:lnTo>
                  <a:pt x="392621" y="48035"/>
                </a:lnTo>
                <a:lnTo>
                  <a:pt x="370437" y="47025"/>
                </a:lnTo>
                <a:lnTo>
                  <a:pt x="348263" y="45958"/>
                </a:lnTo>
                <a:lnTo>
                  <a:pt x="326088" y="44834"/>
                </a:lnTo>
                <a:lnTo>
                  <a:pt x="303914" y="43634"/>
                </a:lnTo>
                <a:lnTo>
                  <a:pt x="281740" y="42358"/>
                </a:lnTo>
                <a:lnTo>
                  <a:pt x="259585" y="40996"/>
                </a:lnTo>
                <a:lnTo>
                  <a:pt x="237420" y="39538"/>
                </a:lnTo>
                <a:lnTo>
                  <a:pt x="215275" y="37986"/>
                </a:lnTo>
                <a:lnTo>
                  <a:pt x="193129" y="36300"/>
                </a:lnTo>
                <a:lnTo>
                  <a:pt x="171002" y="34471"/>
                </a:lnTo>
                <a:lnTo>
                  <a:pt x="148885" y="32480"/>
                </a:lnTo>
                <a:lnTo>
                  <a:pt x="126797" y="30270"/>
                </a:lnTo>
                <a:lnTo>
                  <a:pt x="104727" y="27813"/>
                </a:lnTo>
                <a:lnTo>
                  <a:pt x="82706" y="25003"/>
                </a:lnTo>
                <a:lnTo>
                  <a:pt x="60741" y="21698"/>
                </a:lnTo>
                <a:lnTo>
                  <a:pt x="38919" y="17621"/>
                </a:lnTo>
                <a:lnTo>
                  <a:pt x="17440" y="12021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38" name="funnel-step-cap-2">
            <a:extLst xmlns:a="http://schemas.openxmlformats.org/drawingml/2006/main">
              <a:ext uri="{FF2B5EF4-FFF2-40B4-BE49-F238E27FC236}">
                <a16:creationId xmlns:a16="http://schemas.microsoft.com/office/drawing/2014/main" id="{8250F982-B598-4656-90E9-96B458809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451879" y="3629282"/>
            <a:ext cx="2335482" cy="17728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39" name="funnel-step-body-3">
            <a:extLst xmlns:a="http://schemas.openxmlformats.org/drawingml/2006/main">
              <a:ext uri="{FF2B5EF4-FFF2-40B4-BE49-F238E27FC236}">
                <a16:creationId xmlns:a16="http://schemas.microsoft.com/office/drawing/2014/main" id="{69529E07-55CD-4B3E-B807-0103E4E9A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648742" y="4319588"/>
            <a:ext cx="1941690" cy="533276"/>
          </a:xfrm>
          <a:custGeom xmlns:a="http://schemas.openxmlformats.org/drawingml/2006/main">
            <a:pathLst>
              <a:path w="1941690" h="533276">
                <a:moveTo>
                  <a:pt x="0" y="0"/>
                </a:moveTo>
                <a:lnTo>
                  <a:pt x="6953" y="17688"/>
                </a:lnTo>
                <a:lnTo>
                  <a:pt x="13907" y="35366"/>
                </a:lnTo>
                <a:lnTo>
                  <a:pt x="20860" y="53054"/>
                </a:lnTo>
                <a:lnTo>
                  <a:pt x="27813" y="70742"/>
                </a:lnTo>
                <a:lnTo>
                  <a:pt x="34766" y="88430"/>
                </a:lnTo>
                <a:lnTo>
                  <a:pt x="41720" y="106109"/>
                </a:lnTo>
                <a:lnTo>
                  <a:pt x="48682" y="123796"/>
                </a:lnTo>
                <a:lnTo>
                  <a:pt x="55636" y="141484"/>
                </a:lnTo>
                <a:lnTo>
                  <a:pt x="62589" y="159172"/>
                </a:lnTo>
                <a:lnTo>
                  <a:pt x="69542" y="176851"/>
                </a:lnTo>
                <a:lnTo>
                  <a:pt x="76495" y="194539"/>
                </a:lnTo>
                <a:lnTo>
                  <a:pt x="83449" y="212227"/>
                </a:lnTo>
                <a:lnTo>
                  <a:pt x="90402" y="229914"/>
                </a:lnTo>
                <a:lnTo>
                  <a:pt x="97355" y="247593"/>
                </a:lnTo>
                <a:lnTo>
                  <a:pt x="104308" y="265281"/>
                </a:lnTo>
                <a:lnTo>
                  <a:pt x="111262" y="282969"/>
                </a:lnTo>
                <a:lnTo>
                  <a:pt x="118215" y="300647"/>
                </a:lnTo>
                <a:lnTo>
                  <a:pt x="125168" y="318335"/>
                </a:lnTo>
                <a:lnTo>
                  <a:pt x="132121" y="336023"/>
                </a:lnTo>
                <a:lnTo>
                  <a:pt x="139084" y="353711"/>
                </a:lnTo>
                <a:lnTo>
                  <a:pt x="146037" y="371389"/>
                </a:lnTo>
                <a:lnTo>
                  <a:pt x="152991" y="389077"/>
                </a:lnTo>
                <a:lnTo>
                  <a:pt x="159944" y="406765"/>
                </a:lnTo>
                <a:lnTo>
                  <a:pt x="166897" y="424453"/>
                </a:lnTo>
                <a:lnTo>
                  <a:pt x="173850" y="442131"/>
                </a:lnTo>
                <a:lnTo>
                  <a:pt x="180804" y="459819"/>
                </a:lnTo>
                <a:lnTo>
                  <a:pt x="188185" y="477117"/>
                </a:lnTo>
                <a:lnTo>
                  <a:pt x="204702" y="486251"/>
                </a:lnTo>
                <a:lnTo>
                  <a:pt x="222856" y="491814"/>
                </a:lnTo>
                <a:lnTo>
                  <a:pt x="241383" y="496033"/>
                </a:lnTo>
                <a:lnTo>
                  <a:pt x="260071" y="499491"/>
                </a:lnTo>
                <a:lnTo>
                  <a:pt x="278844" y="502463"/>
                </a:lnTo>
                <a:lnTo>
                  <a:pt x="297666" y="505063"/>
                </a:lnTo>
                <a:lnTo>
                  <a:pt x="316525" y="507378"/>
                </a:lnTo>
                <a:lnTo>
                  <a:pt x="335413" y="509483"/>
                </a:lnTo>
                <a:lnTo>
                  <a:pt x="354320" y="511388"/>
                </a:lnTo>
                <a:lnTo>
                  <a:pt x="373247" y="513140"/>
                </a:lnTo>
                <a:lnTo>
                  <a:pt x="392182" y="514760"/>
                </a:lnTo>
                <a:lnTo>
                  <a:pt x="411128" y="516245"/>
                </a:lnTo>
                <a:lnTo>
                  <a:pt x="430073" y="517646"/>
                </a:lnTo>
                <a:lnTo>
                  <a:pt x="449037" y="518932"/>
                </a:lnTo>
                <a:lnTo>
                  <a:pt x="468001" y="520141"/>
                </a:lnTo>
                <a:lnTo>
                  <a:pt x="486966" y="521275"/>
                </a:lnTo>
                <a:lnTo>
                  <a:pt x="505939" y="522332"/>
                </a:lnTo>
                <a:lnTo>
                  <a:pt x="524923" y="523313"/>
                </a:lnTo>
                <a:lnTo>
                  <a:pt x="543906" y="524237"/>
                </a:lnTo>
                <a:lnTo>
                  <a:pt x="562889" y="525104"/>
                </a:lnTo>
                <a:lnTo>
                  <a:pt x="581873" y="525913"/>
                </a:lnTo>
                <a:lnTo>
                  <a:pt x="600856" y="526675"/>
                </a:lnTo>
                <a:lnTo>
                  <a:pt x="619849" y="527380"/>
                </a:lnTo>
                <a:lnTo>
                  <a:pt x="638842" y="528037"/>
                </a:lnTo>
                <a:lnTo>
                  <a:pt x="657835" y="528647"/>
                </a:lnTo>
                <a:lnTo>
                  <a:pt x="676827" y="529219"/>
                </a:lnTo>
                <a:lnTo>
                  <a:pt x="695830" y="529752"/>
                </a:lnTo>
                <a:lnTo>
                  <a:pt x="714823" y="530238"/>
                </a:lnTo>
                <a:lnTo>
                  <a:pt x="733825" y="530685"/>
                </a:lnTo>
                <a:lnTo>
                  <a:pt x="752818" y="531095"/>
                </a:lnTo>
                <a:lnTo>
                  <a:pt x="771820" y="531466"/>
                </a:lnTo>
                <a:lnTo>
                  <a:pt x="790823" y="531800"/>
                </a:lnTo>
                <a:lnTo>
                  <a:pt x="809825" y="532095"/>
                </a:lnTo>
                <a:lnTo>
                  <a:pt x="828827" y="532362"/>
                </a:lnTo>
                <a:lnTo>
                  <a:pt x="847830" y="532590"/>
                </a:lnTo>
                <a:lnTo>
                  <a:pt x="866832" y="532790"/>
                </a:lnTo>
                <a:lnTo>
                  <a:pt x="885835" y="532952"/>
                </a:lnTo>
                <a:lnTo>
                  <a:pt x="904837" y="533076"/>
                </a:lnTo>
                <a:lnTo>
                  <a:pt x="923839" y="533181"/>
                </a:lnTo>
                <a:lnTo>
                  <a:pt x="942842" y="533238"/>
                </a:lnTo>
                <a:lnTo>
                  <a:pt x="961844" y="533276"/>
                </a:lnTo>
                <a:lnTo>
                  <a:pt x="980846" y="533276"/>
                </a:lnTo>
                <a:lnTo>
                  <a:pt x="999849" y="533238"/>
                </a:lnTo>
                <a:lnTo>
                  <a:pt x="1018851" y="533171"/>
                </a:lnTo>
                <a:lnTo>
                  <a:pt x="1037854" y="533076"/>
                </a:lnTo>
                <a:lnTo>
                  <a:pt x="1056856" y="532943"/>
                </a:lnTo>
                <a:lnTo>
                  <a:pt x="1075868" y="532781"/>
                </a:lnTo>
                <a:lnTo>
                  <a:pt x="1094870" y="532581"/>
                </a:lnTo>
                <a:lnTo>
                  <a:pt x="1113863" y="532352"/>
                </a:lnTo>
                <a:lnTo>
                  <a:pt x="1132865" y="532086"/>
                </a:lnTo>
                <a:lnTo>
                  <a:pt x="1151868" y="531781"/>
                </a:lnTo>
                <a:lnTo>
                  <a:pt x="1170870" y="531447"/>
                </a:lnTo>
                <a:lnTo>
                  <a:pt x="1189873" y="531076"/>
                </a:lnTo>
                <a:lnTo>
                  <a:pt x="1208865" y="530666"/>
                </a:lnTo>
                <a:lnTo>
                  <a:pt x="1227868" y="530209"/>
                </a:lnTo>
                <a:lnTo>
                  <a:pt x="1246861" y="529723"/>
                </a:lnTo>
                <a:lnTo>
                  <a:pt x="1265863" y="529190"/>
                </a:lnTo>
                <a:lnTo>
                  <a:pt x="1284856" y="528618"/>
                </a:lnTo>
                <a:lnTo>
                  <a:pt x="1303849" y="528009"/>
                </a:lnTo>
                <a:lnTo>
                  <a:pt x="1322842" y="527342"/>
                </a:lnTo>
                <a:lnTo>
                  <a:pt x="1341834" y="526637"/>
                </a:lnTo>
                <a:lnTo>
                  <a:pt x="1360818" y="525875"/>
                </a:lnTo>
                <a:lnTo>
                  <a:pt x="1379801" y="525066"/>
                </a:lnTo>
                <a:lnTo>
                  <a:pt x="1398784" y="524199"/>
                </a:lnTo>
                <a:lnTo>
                  <a:pt x="1417768" y="523265"/>
                </a:lnTo>
                <a:lnTo>
                  <a:pt x="1436751" y="522275"/>
                </a:lnTo>
                <a:lnTo>
                  <a:pt x="1455725" y="521218"/>
                </a:lnTo>
                <a:lnTo>
                  <a:pt x="1474689" y="520084"/>
                </a:lnTo>
                <a:lnTo>
                  <a:pt x="1493653" y="518874"/>
                </a:lnTo>
                <a:lnTo>
                  <a:pt x="1512618" y="517579"/>
                </a:lnTo>
                <a:lnTo>
                  <a:pt x="1531563" y="516179"/>
                </a:lnTo>
                <a:lnTo>
                  <a:pt x="1550508" y="514683"/>
                </a:lnTo>
                <a:lnTo>
                  <a:pt x="1569444" y="513055"/>
                </a:lnTo>
                <a:lnTo>
                  <a:pt x="1588370" y="511302"/>
                </a:lnTo>
                <a:lnTo>
                  <a:pt x="1607268" y="509378"/>
                </a:lnTo>
                <a:lnTo>
                  <a:pt x="1626156" y="507273"/>
                </a:lnTo>
                <a:lnTo>
                  <a:pt x="1645015" y="504939"/>
                </a:lnTo>
                <a:lnTo>
                  <a:pt x="1663837" y="502320"/>
                </a:lnTo>
                <a:lnTo>
                  <a:pt x="1682610" y="499339"/>
                </a:lnTo>
                <a:lnTo>
                  <a:pt x="1701289" y="495843"/>
                </a:lnTo>
                <a:lnTo>
                  <a:pt x="1719805" y="491585"/>
                </a:lnTo>
                <a:lnTo>
                  <a:pt x="1737932" y="485927"/>
                </a:lnTo>
                <a:lnTo>
                  <a:pt x="1754210" y="476441"/>
                </a:lnTo>
                <a:lnTo>
                  <a:pt x="1761306" y="458962"/>
                </a:lnTo>
                <a:lnTo>
                  <a:pt x="1768259" y="441274"/>
                </a:lnTo>
                <a:lnTo>
                  <a:pt x="1775212" y="423586"/>
                </a:lnTo>
                <a:lnTo>
                  <a:pt x="1782166" y="405898"/>
                </a:lnTo>
                <a:lnTo>
                  <a:pt x="1789119" y="388220"/>
                </a:lnTo>
                <a:lnTo>
                  <a:pt x="1796072" y="370532"/>
                </a:lnTo>
                <a:lnTo>
                  <a:pt x="1803025" y="352844"/>
                </a:lnTo>
                <a:lnTo>
                  <a:pt x="1809979" y="335166"/>
                </a:lnTo>
                <a:lnTo>
                  <a:pt x="1816932" y="317478"/>
                </a:lnTo>
                <a:lnTo>
                  <a:pt x="1823885" y="299790"/>
                </a:lnTo>
                <a:lnTo>
                  <a:pt x="1830838" y="282102"/>
                </a:lnTo>
                <a:lnTo>
                  <a:pt x="1837792" y="264424"/>
                </a:lnTo>
                <a:lnTo>
                  <a:pt x="1844745" y="246736"/>
                </a:lnTo>
                <a:lnTo>
                  <a:pt x="1851708" y="229048"/>
                </a:lnTo>
                <a:lnTo>
                  <a:pt x="1858661" y="211360"/>
                </a:lnTo>
                <a:lnTo>
                  <a:pt x="1865614" y="193681"/>
                </a:lnTo>
                <a:lnTo>
                  <a:pt x="1872567" y="175993"/>
                </a:lnTo>
                <a:lnTo>
                  <a:pt x="1879521" y="158306"/>
                </a:lnTo>
                <a:lnTo>
                  <a:pt x="1886474" y="140627"/>
                </a:lnTo>
                <a:lnTo>
                  <a:pt x="1893427" y="122939"/>
                </a:lnTo>
                <a:lnTo>
                  <a:pt x="1900380" y="105251"/>
                </a:lnTo>
                <a:lnTo>
                  <a:pt x="1907334" y="87563"/>
                </a:lnTo>
                <a:lnTo>
                  <a:pt x="1914287" y="69885"/>
                </a:lnTo>
                <a:lnTo>
                  <a:pt x="1921240" y="52197"/>
                </a:lnTo>
                <a:lnTo>
                  <a:pt x="1928193" y="34509"/>
                </a:lnTo>
                <a:lnTo>
                  <a:pt x="1935147" y="16821"/>
                </a:lnTo>
                <a:lnTo>
                  <a:pt x="1941690" y="924"/>
                </a:lnTo>
                <a:lnTo>
                  <a:pt x="1927117" y="12078"/>
                </a:lnTo>
                <a:lnTo>
                  <a:pt x="1908991" y="17736"/>
                </a:lnTo>
                <a:lnTo>
                  <a:pt x="1890436" y="21860"/>
                </a:lnTo>
                <a:lnTo>
                  <a:pt x="1871739" y="25203"/>
                </a:lnTo>
                <a:lnTo>
                  <a:pt x="1852946" y="28061"/>
                </a:lnTo>
                <a:lnTo>
                  <a:pt x="1834105" y="30556"/>
                </a:lnTo>
                <a:lnTo>
                  <a:pt x="1815236" y="32785"/>
                </a:lnTo>
                <a:lnTo>
                  <a:pt x="1796339" y="34804"/>
                </a:lnTo>
                <a:lnTo>
                  <a:pt x="1777432" y="36652"/>
                </a:lnTo>
                <a:lnTo>
                  <a:pt x="1758506" y="38357"/>
                </a:lnTo>
                <a:lnTo>
                  <a:pt x="1739560" y="39929"/>
                </a:lnTo>
                <a:lnTo>
                  <a:pt x="1720615" y="41396"/>
                </a:lnTo>
                <a:lnTo>
                  <a:pt x="1701660" y="42767"/>
                </a:lnTo>
                <a:lnTo>
                  <a:pt x="1682706" y="44053"/>
                </a:lnTo>
                <a:lnTo>
                  <a:pt x="1663741" y="45263"/>
                </a:lnTo>
                <a:lnTo>
                  <a:pt x="1644767" y="46396"/>
                </a:lnTo>
                <a:lnTo>
                  <a:pt x="1625794" y="47473"/>
                </a:lnTo>
                <a:lnTo>
                  <a:pt x="1606820" y="48492"/>
                </a:lnTo>
                <a:lnTo>
                  <a:pt x="1587837" y="49444"/>
                </a:lnTo>
                <a:lnTo>
                  <a:pt x="1568863" y="50359"/>
                </a:lnTo>
                <a:lnTo>
                  <a:pt x="1549870" y="51216"/>
                </a:lnTo>
                <a:lnTo>
                  <a:pt x="1530887" y="52035"/>
                </a:lnTo>
                <a:lnTo>
                  <a:pt x="1511903" y="52807"/>
                </a:lnTo>
                <a:lnTo>
                  <a:pt x="1492910" y="53540"/>
                </a:lnTo>
                <a:lnTo>
                  <a:pt x="1473918" y="54226"/>
                </a:lnTo>
                <a:lnTo>
                  <a:pt x="1454925" y="54883"/>
                </a:lnTo>
                <a:lnTo>
                  <a:pt x="1435932" y="55512"/>
                </a:lnTo>
                <a:lnTo>
                  <a:pt x="1416939" y="56093"/>
                </a:lnTo>
                <a:lnTo>
                  <a:pt x="1397946" y="56655"/>
                </a:lnTo>
                <a:lnTo>
                  <a:pt x="1378953" y="57179"/>
                </a:lnTo>
                <a:lnTo>
                  <a:pt x="1359951" y="57674"/>
                </a:lnTo>
                <a:lnTo>
                  <a:pt x="1340958" y="58141"/>
                </a:lnTo>
                <a:lnTo>
                  <a:pt x="1321956" y="58588"/>
                </a:lnTo>
                <a:lnTo>
                  <a:pt x="1302963" y="58998"/>
                </a:lnTo>
                <a:lnTo>
                  <a:pt x="1283960" y="59388"/>
                </a:lnTo>
                <a:lnTo>
                  <a:pt x="1264958" y="59750"/>
                </a:lnTo>
                <a:lnTo>
                  <a:pt x="1245956" y="60084"/>
                </a:lnTo>
                <a:lnTo>
                  <a:pt x="1226953" y="60389"/>
                </a:lnTo>
                <a:lnTo>
                  <a:pt x="1207961" y="60674"/>
                </a:lnTo>
                <a:lnTo>
                  <a:pt x="1188958" y="60941"/>
                </a:lnTo>
                <a:lnTo>
                  <a:pt x="1169956" y="61179"/>
                </a:lnTo>
                <a:lnTo>
                  <a:pt x="1150953" y="61398"/>
                </a:lnTo>
                <a:lnTo>
                  <a:pt x="1131951" y="61598"/>
                </a:lnTo>
                <a:lnTo>
                  <a:pt x="1112949" y="61760"/>
                </a:lnTo>
                <a:lnTo>
                  <a:pt x="1093946" y="61913"/>
                </a:lnTo>
                <a:lnTo>
                  <a:pt x="1074934" y="62046"/>
                </a:lnTo>
                <a:lnTo>
                  <a:pt x="1055932" y="62151"/>
                </a:lnTo>
                <a:lnTo>
                  <a:pt x="1036930" y="62236"/>
                </a:lnTo>
                <a:lnTo>
                  <a:pt x="1017927" y="62303"/>
                </a:lnTo>
                <a:lnTo>
                  <a:pt x="998925" y="62341"/>
                </a:lnTo>
                <a:lnTo>
                  <a:pt x="979922" y="62360"/>
                </a:lnTo>
                <a:lnTo>
                  <a:pt x="960920" y="62360"/>
                </a:lnTo>
                <a:lnTo>
                  <a:pt x="941918" y="62341"/>
                </a:lnTo>
                <a:lnTo>
                  <a:pt x="922915" y="62294"/>
                </a:lnTo>
                <a:lnTo>
                  <a:pt x="903913" y="62227"/>
                </a:lnTo>
                <a:lnTo>
                  <a:pt x="884911" y="62141"/>
                </a:lnTo>
                <a:lnTo>
                  <a:pt x="865899" y="62036"/>
                </a:lnTo>
                <a:lnTo>
                  <a:pt x="846896" y="61903"/>
                </a:lnTo>
                <a:lnTo>
                  <a:pt x="827894" y="61760"/>
                </a:lnTo>
                <a:lnTo>
                  <a:pt x="808892" y="61589"/>
                </a:lnTo>
                <a:lnTo>
                  <a:pt x="789889" y="61389"/>
                </a:lnTo>
                <a:lnTo>
                  <a:pt x="770887" y="61170"/>
                </a:lnTo>
                <a:lnTo>
                  <a:pt x="751884" y="60931"/>
                </a:lnTo>
                <a:lnTo>
                  <a:pt x="732882" y="60665"/>
                </a:lnTo>
                <a:lnTo>
                  <a:pt x="713889" y="60379"/>
                </a:lnTo>
                <a:lnTo>
                  <a:pt x="694887" y="60065"/>
                </a:lnTo>
                <a:lnTo>
                  <a:pt x="675884" y="59731"/>
                </a:lnTo>
                <a:lnTo>
                  <a:pt x="656882" y="59369"/>
                </a:lnTo>
                <a:lnTo>
                  <a:pt x="637889" y="58979"/>
                </a:lnTo>
                <a:lnTo>
                  <a:pt x="618887" y="58569"/>
                </a:lnTo>
                <a:lnTo>
                  <a:pt x="599885" y="58122"/>
                </a:lnTo>
                <a:lnTo>
                  <a:pt x="580892" y="57655"/>
                </a:lnTo>
                <a:lnTo>
                  <a:pt x="561889" y="57160"/>
                </a:lnTo>
                <a:lnTo>
                  <a:pt x="542896" y="56626"/>
                </a:lnTo>
                <a:lnTo>
                  <a:pt x="523904" y="56074"/>
                </a:lnTo>
                <a:lnTo>
                  <a:pt x="504911" y="55483"/>
                </a:lnTo>
                <a:lnTo>
                  <a:pt x="485918" y="54854"/>
                </a:lnTo>
                <a:lnTo>
                  <a:pt x="466925" y="54197"/>
                </a:lnTo>
                <a:lnTo>
                  <a:pt x="447932" y="53502"/>
                </a:lnTo>
                <a:lnTo>
                  <a:pt x="428939" y="52769"/>
                </a:lnTo>
                <a:lnTo>
                  <a:pt x="409956" y="51997"/>
                </a:lnTo>
                <a:lnTo>
                  <a:pt x="390973" y="51178"/>
                </a:lnTo>
                <a:lnTo>
                  <a:pt x="371989" y="50311"/>
                </a:lnTo>
                <a:lnTo>
                  <a:pt x="353006" y="49406"/>
                </a:lnTo>
                <a:lnTo>
                  <a:pt x="334023" y="48435"/>
                </a:lnTo>
                <a:lnTo>
                  <a:pt x="315049" y="47425"/>
                </a:lnTo>
                <a:lnTo>
                  <a:pt x="296075" y="46349"/>
                </a:lnTo>
                <a:lnTo>
                  <a:pt x="277111" y="45206"/>
                </a:lnTo>
                <a:lnTo>
                  <a:pt x="258147" y="43996"/>
                </a:lnTo>
                <a:lnTo>
                  <a:pt x="239182" y="42710"/>
                </a:lnTo>
                <a:lnTo>
                  <a:pt x="220228" y="41329"/>
                </a:lnTo>
                <a:lnTo>
                  <a:pt x="201282" y="39853"/>
                </a:lnTo>
                <a:lnTo>
                  <a:pt x="182347" y="38271"/>
                </a:lnTo>
                <a:lnTo>
                  <a:pt x="163420" y="36566"/>
                </a:lnTo>
                <a:lnTo>
                  <a:pt x="144504" y="34719"/>
                </a:lnTo>
                <a:lnTo>
                  <a:pt x="125616" y="32680"/>
                </a:lnTo>
                <a:lnTo>
                  <a:pt x="106737" y="30442"/>
                </a:lnTo>
                <a:lnTo>
                  <a:pt x="87906" y="27927"/>
                </a:lnTo>
                <a:lnTo>
                  <a:pt x="69123" y="25060"/>
                </a:lnTo>
                <a:lnTo>
                  <a:pt x="50416" y="21679"/>
                </a:lnTo>
                <a:lnTo>
                  <a:pt x="31880" y="17497"/>
                </a:lnTo>
                <a:lnTo>
                  <a:pt x="13792" y="11735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40" name="funnel-step-cap-3">
            <a:extLst xmlns:a="http://schemas.openxmlformats.org/drawingml/2006/main">
              <a:ext uri="{FF2B5EF4-FFF2-40B4-BE49-F238E27FC236}">
                <a16:creationId xmlns:a16="http://schemas.microsoft.com/office/drawing/2014/main" id="{C17CAF4E-016B-4D95-A956-E697E0B7B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648751" y="4230938"/>
            <a:ext cx="1941747" cy="17728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7EAC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41" name="funnel-step-body-4">
            <a:extLst xmlns:a="http://schemas.openxmlformats.org/drawingml/2006/main">
              <a:ext uri="{FF2B5EF4-FFF2-40B4-BE49-F238E27FC236}">
                <a16:creationId xmlns:a16="http://schemas.microsoft.com/office/drawing/2014/main" id="{552E4D88-9188-4AC7-B98C-AC7717D1F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833908" y="4921282"/>
            <a:ext cx="1569682" cy="533210"/>
          </a:xfrm>
          <a:custGeom xmlns:a="http://schemas.openxmlformats.org/drawingml/2006/main">
            <a:pathLst>
              <a:path w="1569682" h="533210">
                <a:moveTo>
                  <a:pt x="0" y="0"/>
                </a:moveTo>
                <a:lnTo>
                  <a:pt x="6677" y="17783"/>
                </a:lnTo>
                <a:lnTo>
                  <a:pt x="13364" y="35557"/>
                </a:lnTo>
                <a:lnTo>
                  <a:pt x="20041" y="53340"/>
                </a:lnTo>
                <a:lnTo>
                  <a:pt x="26727" y="71114"/>
                </a:lnTo>
                <a:lnTo>
                  <a:pt x="33404" y="88897"/>
                </a:lnTo>
                <a:lnTo>
                  <a:pt x="40091" y="106680"/>
                </a:lnTo>
                <a:lnTo>
                  <a:pt x="46768" y="124454"/>
                </a:lnTo>
                <a:lnTo>
                  <a:pt x="53454" y="142237"/>
                </a:lnTo>
                <a:lnTo>
                  <a:pt x="60131" y="160010"/>
                </a:lnTo>
                <a:lnTo>
                  <a:pt x="66818" y="177794"/>
                </a:lnTo>
                <a:lnTo>
                  <a:pt x="73495" y="195577"/>
                </a:lnTo>
                <a:lnTo>
                  <a:pt x="80181" y="213350"/>
                </a:lnTo>
                <a:lnTo>
                  <a:pt x="86858" y="231134"/>
                </a:lnTo>
                <a:lnTo>
                  <a:pt x="93545" y="248907"/>
                </a:lnTo>
                <a:lnTo>
                  <a:pt x="100222" y="266690"/>
                </a:lnTo>
                <a:lnTo>
                  <a:pt x="106909" y="284474"/>
                </a:lnTo>
                <a:lnTo>
                  <a:pt x="113586" y="302247"/>
                </a:lnTo>
                <a:lnTo>
                  <a:pt x="120272" y="320030"/>
                </a:lnTo>
                <a:lnTo>
                  <a:pt x="126949" y="337814"/>
                </a:lnTo>
                <a:lnTo>
                  <a:pt x="133636" y="355587"/>
                </a:lnTo>
                <a:lnTo>
                  <a:pt x="140313" y="373370"/>
                </a:lnTo>
                <a:lnTo>
                  <a:pt x="146999" y="391144"/>
                </a:lnTo>
                <a:lnTo>
                  <a:pt x="153676" y="408927"/>
                </a:lnTo>
                <a:lnTo>
                  <a:pt x="160363" y="426710"/>
                </a:lnTo>
                <a:lnTo>
                  <a:pt x="167040" y="444484"/>
                </a:lnTo>
                <a:lnTo>
                  <a:pt x="173726" y="462267"/>
                </a:lnTo>
                <a:lnTo>
                  <a:pt x="181337" y="479327"/>
                </a:lnTo>
                <a:lnTo>
                  <a:pt x="197739" y="488709"/>
                </a:lnTo>
                <a:lnTo>
                  <a:pt x="215751" y="494709"/>
                </a:lnTo>
                <a:lnTo>
                  <a:pt x="234182" y="499281"/>
                </a:lnTo>
                <a:lnTo>
                  <a:pt x="252803" y="503034"/>
                </a:lnTo>
                <a:lnTo>
                  <a:pt x="271520" y="506225"/>
                </a:lnTo>
                <a:lnTo>
                  <a:pt x="290312" y="509006"/>
                </a:lnTo>
                <a:lnTo>
                  <a:pt x="309143" y="511483"/>
                </a:lnTo>
                <a:lnTo>
                  <a:pt x="328003" y="513693"/>
                </a:lnTo>
                <a:lnTo>
                  <a:pt x="346891" y="515693"/>
                </a:lnTo>
                <a:lnTo>
                  <a:pt x="365798" y="517503"/>
                </a:lnTo>
                <a:lnTo>
                  <a:pt x="384724" y="519160"/>
                </a:lnTo>
                <a:lnTo>
                  <a:pt x="403650" y="520675"/>
                </a:lnTo>
                <a:lnTo>
                  <a:pt x="422596" y="522065"/>
                </a:lnTo>
                <a:lnTo>
                  <a:pt x="441550" y="523342"/>
                </a:lnTo>
                <a:lnTo>
                  <a:pt x="460505" y="524513"/>
                </a:lnTo>
                <a:lnTo>
                  <a:pt x="479469" y="525590"/>
                </a:lnTo>
                <a:lnTo>
                  <a:pt x="498434" y="526580"/>
                </a:lnTo>
                <a:lnTo>
                  <a:pt x="517408" y="527485"/>
                </a:lnTo>
                <a:lnTo>
                  <a:pt x="536381" y="528314"/>
                </a:lnTo>
                <a:lnTo>
                  <a:pt x="555365" y="529057"/>
                </a:lnTo>
                <a:lnTo>
                  <a:pt x="574338" y="529742"/>
                </a:lnTo>
                <a:lnTo>
                  <a:pt x="593331" y="530352"/>
                </a:lnTo>
                <a:lnTo>
                  <a:pt x="612315" y="530904"/>
                </a:lnTo>
                <a:lnTo>
                  <a:pt x="631298" y="531390"/>
                </a:lnTo>
                <a:lnTo>
                  <a:pt x="650291" y="531809"/>
                </a:lnTo>
                <a:lnTo>
                  <a:pt x="669274" y="532181"/>
                </a:lnTo>
                <a:lnTo>
                  <a:pt x="688267" y="532495"/>
                </a:lnTo>
                <a:lnTo>
                  <a:pt x="707260" y="532743"/>
                </a:lnTo>
                <a:lnTo>
                  <a:pt x="726253" y="532943"/>
                </a:lnTo>
                <a:lnTo>
                  <a:pt x="745246" y="533086"/>
                </a:lnTo>
                <a:lnTo>
                  <a:pt x="764238" y="533171"/>
                </a:lnTo>
                <a:lnTo>
                  <a:pt x="783231" y="533210"/>
                </a:lnTo>
                <a:lnTo>
                  <a:pt x="802224" y="533190"/>
                </a:lnTo>
                <a:lnTo>
                  <a:pt x="821217" y="533114"/>
                </a:lnTo>
                <a:lnTo>
                  <a:pt x="840210" y="532981"/>
                </a:lnTo>
                <a:lnTo>
                  <a:pt x="859203" y="532800"/>
                </a:lnTo>
                <a:lnTo>
                  <a:pt x="878195" y="532562"/>
                </a:lnTo>
                <a:lnTo>
                  <a:pt x="897188" y="532267"/>
                </a:lnTo>
                <a:lnTo>
                  <a:pt x="916181" y="531914"/>
                </a:lnTo>
                <a:lnTo>
                  <a:pt x="935165" y="531505"/>
                </a:lnTo>
                <a:lnTo>
                  <a:pt x="954157" y="531038"/>
                </a:lnTo>
                <a:lnTo>
                  <a:pt x="973141" y="530504"/>
                </a:lnTo>
                <a:lnTo>
                  <a:pt x="992124" y="529904"/>
                </a:lnTo>
                <a:lnTo>
                  <a:pt x="1011107" y="529247"/>
                </a:lnTo>
                <a:lnTo>
                  <a:pt x="1030091" y="528514"/>
                </a:lnTo>
                <a:lnTo>
                  <a:pt x="1049064" y="527704"/>
                </a:lnTo>
                <a:lnTo>
                  <a:pt x="1068038" y="526818"/>
                </a:lnTo>
                <a:lnTo>
                  <a:pt x="1087003" y="525856"/>
                </a:lnTo>
                <a:lnTo>
                  <a:pt x="1105967" y="524799"/>
                </a:lnTo>
                <a:lnTo>
                  <a:pt x="1124931" y="523665"/>
                </a:lnTo>
                <a:lnTo>
                  <a:pt x="1143876" y="522408"/>
                </a:lnTo>
                <a:lnTo>
                  <a:pt x="1162822" y="521046"/>
                </a:lnTo>
                <a:lnTo>
                  <a:pt x="1181757" y="519570"/>
                </a:lnTo>
                <a:lnTo>
                  <a:pt x="1200683" y="517950"/>
                </a:lnTo>
                <a:lnTo>
                  <a:pt x="1219591" y="516179"/>
                </a:lnTo>
                <a:lnTo>
                  <a:pt x="1238488" y="514236"/>
                </a:lnTo>
                <a:lnTo>
                  <a:pt x="1257357" y="512083"/>
                </a:lnTo>
                <a:lnTo>
                  <a:pt x="1276198" y="509683"/>
                </a:lnTo>
                <a:lnTo>
                  <a:pt x="1295000" y="506987"/>
                </a:lnTo>
                <a:lnTo>
                  <a:pt x="1313745" y="503911"/>
                </a:lnTo>
                <a:lnTo>
                  <a:pt x="1332395" y="500329"/>
                </a:lnTo>
                <a:lnTo>
                  <a:pt x="1350893" y="496005"/>
                </a:lnTo>
                <a:lnTo>
                  <a:pt x="1369057" y="490480"/>
                </a:lnTo>
                <a:lnTo>
                  <a:pt x="1386183" y="482384"/>
                </a:lnTo>
                <a:lnTo>
                  <a:pt x="1395965" y="466916"/>
                </a:lnTo>
                <a:lnTo>
                  <a:pt x="1402642" y="449132"/>
                </a:lnTo>
                <a:lnTo>
                  <a:pt x="1409329" y="431359"/>
                </a:lnTo>
                <a:lnTo>
                  <a:pt x="1416006" y="413576"/>
                </a:lnTo>
                <a:lnTo>
                  <a:pt x="1422692" y="395802"/>
                </a:lnTo>
                <a:lnTo>
                  <a:pt x="1429369" y="378019"/>
                </a:lnTo>
                <a:lnTo>
                  <a:pt x="1436056" y="360236"/>
                </a:lnTo>
                <a:lnTo>
                  <a:pt x="1442733" y="342462"/>
                </a:lnTo>
                <a:lnTo>
                  <a:pt x="1449419" y="324679"/>
                </a:lnTo>
                <a:lnTo>
                  <a:pt x="1456096" y="306905"/>
                </a:lnTo>
                <a:lnTo>
                  <a:pt x="1462783" y="289122"/>
                </a:lnTo>
                <a:lnTo>
                  <a:pt x="1469460" y="271339"/>
                </a:lnTo>
                <a:lnTo>
                  <a:pt x="1476146" y="253565"/>
                </a:lnTo>
                <a:lnTo>
                  <a:pt x="1482823" y="235782"/>
                </a:lnTo>
                <a:lnTo>
                  <a:pt x="1489510" y="218008"/>
                </a:lnTo>
                <a:lnTo>
                  <a:pt x="1496187" y="200225"/>
                </a:lnTo>
                <a:lnTo>
                  <a:pt x="1502874" y="182442"/>
                </a:lnTo>
                <a:lnTo>
                  <a:pt x="1509551" y="164668"/>
                </a:lnTo>
                <a:lnTo>
                  <a:pt x="1516237" y="146885"/>
                </a:lnTo>
                <a:lnTo>
                  <a:pt x="1522914" y="129111"/>
                </a:lnTo>
                <a:lnTo>
                  <a:pt x="1529601" y="111328"/>
                </a:lnTo>
                <a:lnTo>
                  <a:pt x="1536278" y="93545"/>
                </a:lnTo>
                <a:lnTo>
                  <a:pt x="1542964" y="75771"/>
                </a:lnTo>
                <a:lnTo>
                  <a:pt x="1549641" y="57988"/>
                </a:lnTo>
                <a:lnTo>
                  <a:pt x="1556318" y="40215"/>
                </a:lnTo>
                <a:lnTo>
                  <a:pt x="1563005" y="22431"/>
                </a:lnTo>
                <a:lnTo>
                  <a:pt x="1569682" y="4648"/>
                </a:lnTo>
                <a:lnTo>
                  <a:pt x="1562852" y="10325"/>
                </a:lnTo>
                <a:lnTo>
                  <a:pt x="1545336" y="17574"/>
                </a:lnTo>
                <a:lnTo>
                  <a:pt x="1527000" y="22527"/>
                </a:lnTo>
                <a:lnTo>
                  <a:pt x="1508417" y="26422"/>
                </a:lnTo>
                <a:lnTo>
                  <a:pt x="1489700" y="29670"/>
                </a:lnTo>
                <a:lnTo>
                  <a:pt x="1470917" y="32490"/>
                </a:lnTo>
                <a:lnTo>
                  <a:pt x="1452086" y="34976"/>
                </a:lnTo>
                <a:lnTo>
                  <a:pt x="1433227" y="37205"/>
                </a:lnTo>
                <a:lnTo>
                  <a:pt x="1414339" y="39233"/>
                </a:lnTo>
                <a:lnTo>
                  <a:pt x="1395441" y="41081"/>
                </a:lnTo>
                <a:lnTo>
                  <a:pt x="1376524" y="42777"/>
                </a:lnTo>
                <a:lnTo>
                  <a:pt x="1357589" y="44339"/>
                </a:lnTo>
                <a:lnTo>
                  <a:pt x="1338653" y="45796"/>
                </a:lnTo>
                <a:lnTo>
                  <a:pt x="1319708" y="47149"/>
                </a:lnTo>
                <a:lnTo>
                  <a:pt x="1300753" y="48406"/>
                </a:lnTo>
                <a:lnTo>
                  <a:pt x="1281798" y="49587"/>
                </a:lnTo>
                <a:lnTo>
                  <a:pt x="1262844" y="50683"/>
                </a:lnTo>
                <a:lnTo>
                  <a:pt x="1243870" y="51711"/>
                </a:lnTo>
                <a:lnTo>
                  <a:pt x="1224905" y="52673"/>
                </a:lnTo>
                <a:lnTo>
                  <a:pt x="1205932" y="53578"/>
                </a:lnTo>
                <a:lnTo>
                  <a:pt x="1186958" y="54426"/>
                </a:lnTo>
                <a:lnTo>
                  <a:pt x="1167984" y="55207"/>
                </a:lnTo>
                <a:lnTo>
                  <a:pt x="1149001" y="55950"/>
                </a:lnTo>
                <a:lnTo>
                  <a:pt x="1130017" y="56636"/>
                </a:lnTo>
                <a:lnTo>
                  <a:pt x="1111034" y="57283"/>
                </a:lnTo>
                <a:lnTo>
                  <a:pt x="1092051" y="57874"/>
                </a:lnTo>
                <a:lnTo>
                  <a:pt x="1073067" y="58436"/>
                </a:lnTo>
                <a:lnTo>
                  <a:pt x="1054084" y="58941"/>
                </a:lnTo>
                <a:lnTo>
                  <a:pt x="1035091" y="59417"/>
                </a:lnTo>
                <a:lnTo>
                  <a:pt x="1016108" y="59846"/>
                </a:lnTo>
                <a:lnTo>
                  <a:pt x="997115" y="60246"/>
                </a:lnTo>
                <a:lnTo>
                  <a:pt x="978122" y="60598"/>
                </a:lnTo>
                <a:lnTo>
                  <a:pt x="959139" y="60922"/>
                </a:lnTo>
                <a:lnTo>
                  <a:pt x="940146" y="61208"/>
                </a:lnTo>
                <a:lnTo>
                  <a:pt x="921153" y="61455"/>
                </a:lnTo>
                <a:lnTo>
                  <a:pt x="902160" y="61674"/>
                </a:lnTo>
                <a:lnTo>
                  <a:pt x="883168" y="61865"/>
                </a:lnTo>
                <a:lnTo>
                  <a:pt x="864175" y="62017"/>
                </a:lnTo>
                <a:lnTo>
                  <a:pt x="845182" y="62132"/>
                </a:lnTo>
                <a:lnTo>
                  <a:pt x="826189" y="62217"/>
                </a:lnTo>
                <a:lnTo>
                  <a:pt x="807196" y="62274"/>
                </a:lnTo>
                <a:lnTo>
                  <a:pt x="788203" y="62294"/>
                </a:lnTo>
                <a:lnTo>
                  <a:pt x="769210" y="62284"/>
                </a:lnTo>
                <a:lnTo>
                  <a:pt x="750218" y="62236"/>
                </a:lnTo>
                <a:lnTo>
                  <a:pt x="731225" y="62160"/>
                </a:lnTo>
                <a:lnTo>
                  <a:pt x="712232" y="62055"/>
                </a:lnTo>
                <a:lnTo>
                  <a:pt x="693239" y="61913"/>
                </a:lnTo>
                <a:lnTo>
                  <a:pt x="674246" y="61732"/>
                </a:lnTo>
                <a:lnTo>
                  <a:pt x="655253" y="61522"/>
                </a:lnTo>
                <a:lnTo>
                  <a:pt x="636260" y="61274"/>
                </a:lnTo>
                <a:lnTo>
                  <a:pt x="617268" y="60998"/>
                </a:lnTo>
                <a:lnTo>
                  <a:pt x="598275" y="60684"/>
                </a:lnTo>
                <a:lnTo>
                  <a:pt x="579282" y="60341"/>
                </a:lnTo>
                <a:lnTo>
                  <a:pt x="560299" y="59950"/>
                </a:lnTo>
                <a:lnTo>
                  <a:pt x="541306" y="59531"/>
                </a:lnTo>
                <a:lnTo>
                  <a:pt x="522322" y="59065"/>
                </a:lnTo>
                <a:lnTo>
                  <a:pt x="503330" y="58569"/>
                </a:lnTo>
                <a:lnTo>
                  <a:pt x="484346" y="58026"/>
                </a:lnTo>
                <a:lnTo>
                  <a:pt x="465363" y="57436"/>
                </a:lnTo>
                <a:lnTo>
                  <a:pt x="446380" y="56817"/>
                </a:lnTo>
                <a:lnTo>
                  <a:pt x="427396" y="56131"/>
                </a:lnTo>
                <a:lnTo>
                  <a:pt x="408422" y="55407"/>
                </a:lnTo>
                <a:lnTo>
                  <a:pt x="389439" y="54635"/>
                </a:lnTo>
                <a:lnTo>
                  <a:pt x="370465" y="53807"/>
                </a:lnTo>
                <a:lnTo>
                  <a:pt x="351492" y="52921"/>
                </a:lnTo>
                <a:lnTo>
                  <a:pt x="332527" y="51978"/>
                </a:lnTo>
                <a:lnTo>
                  <a:pt x="313553" y="50959"/>
                </a:lnTo>
                <a:lnTo>
                  <a:pt x="294589" y="49873"/>
                </a:lnTo>
                <a:lnTo>
                  <a:pt x="275634" y="48720"/>
                </a:lnTo>
                <a:lnTo>
                  <a:pt x="256680" y="47482"/>
                </a:lnTo>
                <a:lnTo>
                  <a:pt x="237734" y="46158"/>
                </a:lnTo>
                <a:lnTo>
                  <a:pt x="218799" y="44739"/>
                </a:lnTo>
                <a:lnTo>
                  <a:pt x="199863" y="43196"/>
                </a:lnTo>
                <a:lnTo>
                  <a:pt x="180946" y="41539"/>
                </a:lnTo>
                <a:lnTo>
                  <a:pt x="162039" y="39729"/>
                </a:lnTo>
                <a:lnTo>
                  <a:pt x="143142" y="37757"/>
                </a:lnTo>
                <a:lnTo>
                  <a:pt x="124273" y="35585"/>
                </a:lnTo>
                <a:lnTo>
                  <a:pt x="105442" y="33166"/>
                </a:lnTo>
                <a:lnTo>
                  <a:pt x="86639" y="30442"/>
                </a:lnTo>
                <a:lnTo>
                  <a:pt x="67904" y="27318"/>
                </a:lnTo>
                <a:lnTo>
                  <a:pt x="49282" y="23622"/>
                </a:lnTo>
                <a:lnTo>
                  <a:pt x="30851" y="19012"/>
                </a:lnTo>
                <a:lnTo>
                  <a:pt x="12992" y="12611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42" name="funnel-step-cap-4">
            <a:extLst xmlns:a="http://schemas.openxmlformats.org/drawingml/2006/main">
              <a:ext uri="{FF2B5EF4-FFF2-40B4-BE49-F238E27FC236}">
                <a16:creationId xmlns:a16="http://schemas.microsoft.com/office/drawing/2014/main" id="{CDA64B67-1A4D-464D-8F4E-11160330F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833917" y="4832604"/>
            <a:ext cx="1571406" cy="17728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7EAC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43" name="funnel-step-body-5">
            <a:extLst xmlns:a="http://schemas.openxmlformats.org/drawingml/2006/main">
              <a:ext uri="{FF2B5EF4-FFF2-40B4-BE49-F238E27FC236}">
                <a16:creationId xmlns:a16="http://schemas.microsoft.com/office/drawing/2014/main" id="{EC9576C4-C70B-4B5E-A059-B46E475AD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10882" y="5522881"/>
            <a:ext cx="1214199" cy="533276"/>
          </a:xfrm>
          <a:custGeom xmlns:a="http://schemas.openxmlformats.org/drawingml/2006/main">
            <a:pathLst>
              <a:path w="1214199" h="533276">
                <a:moveTo>
                  <a:pt x="0" y="0"/>
                </a:moveTo>
                <a:lnTo>
                  <a:pt x="6458" y="17821"/>
                </a:lnTo>
                <a:lnTo>
                  <a:pt x="12906" y="35633"/>
                </a:lnTo>
                <a:lnTo>
                  <a:pt x="19364" y="53454"/>
                </a:lnTo>
                <a:lnTo>
                  <a:pt x="25822" y="71276"/>
                </a:lnTo>
                <a:lnTo>
                  <a:pt x="32271" y="89097"/>
                </a:lnTo>
                <a:lnTo>
                  <a:pt x="38729" y="106909"/>
                </a:lnTo>
                <a:lnTo>
                  <a:pt x="45187" y="124730"/>
                </a:lnTo>
                <a:lnTo>
                  <a:pt x="51635" y="142551"/>
                </a:lnTo>
                <a:lnTo>
                  <a:pt x="58093" y="160372"/>
                </a:lnTo>
                <a:lnTo>
                  <a:pt x="64551" y="178184"/>
                </a:lnTo>
                <a:lnTo>
                  <a:pt x="71009" y="196005"/>
                </a:lnTo>
                <a:lnTo>
                  <a:pt x="77457" y="213827"/>
                </a:lnTo>
                <a:lnTo>
                  <a:pt x="83915" y="231638"/>
                </a:lnTo>
                <a:lnTo>
                  <a:pt x="90373" y="249460"/>
                </a:lnTo>
                <a:lnTo>
                  <a:pt x="96822" y="267281"/>
                </a:lnTo>
                <a:lnTo>
                  <a:pt x="103280" y="285102"/>
                </a:lnTo>
                <a:lnTo>
                  <a:pt x="109738" y="302914"/>
                </a:lnTo>
                <a:lnTo>
                  <a:pt x="116186" y="320735"/>
                </a:lnTo>
                <a:lnTo>
                  <a:pt x="122644" y="338557"/>
                </a:lnTo>
                <a:lnTo>
                  <a:pt x="129102" y="356378"/>
                </a:lnTo>
                <a:lnTo>
                  <a:pt x="135550" y="374190"/>
                </a:lnTo>
                <a:lnTo>
                  <a:pt x="142008" y="392011"/>
                </a:lnTo>
                <a:lnTo>
                  <a:pt x="148466" y="409832"/>
                </a:lnTo>
                <a:lnTo>
                  <a:pt x="154915" y="427644"/>
                </a:lnTo>
                <a:lnTo>
                  <a:pt x="161373" y="445465"/>
                </a:lnTo>
                <a:lnTo>
                  <a:pt x="167831" y="463286"/>
                </a:lnTo>
                <a:lnTo>
                  <a:pt x="174812" y="480632"/>
                </a:lnTo>
                <a:lnTo>
                  <a:pt x="190376" y="491233"/>
                </a:lnTo>
                <a:lnTo>
                  <a:pt x="208016" y="498129"/>
                </a:lnTo>
                <a:lnTo>
                  <a:pt x="226228" y="503339"/>
                </a:lnTo>
                <a:lnTo>
                  <a:pt x="244707" y="507559"/>
                </a:lnTo>
                <a:lnTo>
                  <a:pt x="263319" y="511111"/>
                </a:lnTo>
                <a:lnTo>
                  <a:pt x="282026" y="514159"/>
                </a:lnTo>
                <a:lnTo>
                  <a:pt x="300790" y="516817"/>
                </a:lnTo>
                <a:lnTo>
                  <a:pt x="319602" y="519151"/>
                </a:lnTo>
                <a:lnTo>
                  <a:pt x="338433" y="521227"/>
                </a:lnTo>
                <a:lnTo>
                  <a:pt x="357302" y="523065"/>
                </a:lnTo>
                <a:lnTo>
                  <a:pt x="376180" y="524704"/>
                </a:lnTo>
                <a:lnTo>
                  <a:pt x="395078" y="526151"/>
                </a:lnTo>
                <a:lnTo>
                  <a:pt x="413985" y="527437"/>
                </a:lnTo>
                <a:lnTo>
                  <a:pt x="432902" y="528580"/>
                </a:lnTo>
                <a:lnTo>
                  <a:pt x="451828" y="529580"/>
                </a:lnTo>
                <a:lnTo>
                  <a:pt x="470754" y="530447"/>
                </a:lnTo>
                <a:lnTo>
                  <a:pt x="489699" y="531181"/>
                </a:lnTo>
                <a:lnTo>
                  <a:pt x="508635" y="531809"/>
                </a:lnTo>
                <a:lnTo>
                  <a:pt x="527580" y="532324"/>
                </a:lnTo>
                <a:lnTo>
                  <a:pt x="546525" y="532714"/>
                </a:lnTo>
                <a:lnTo>
                  <a:pt x="565480" y="533009"/>
                </a:lnTo>
                <a:lnTo>
                  <a:pt x="584425" y="533190"/>
                </a:lnTo>
                <a:lnTo>
                  <a:pt x="603380" y="533276"/>
                </a:lnTo>
                <a:lnTo>
                  <a:pt x="622335" y="533248"/>
                </a:lnTo>
                <a:lnTo>
                  <a:pt x="641280" y="533124"/>
                </a:lnTo>
                <a:lnTo>
                  <a:pt x="660235" y="532895"/>
                </a:lnTo>
                <a:lnTo>
                  <a:pt x="679180" y="532562"/>
                </a:lnTo>
                <a:lnTo>
                  <a:pt x="698125" y="532114"/>
                </a:lnTo>
                <a:lnTo>
                  <a:pt x="717071" y="531552"/>
                </a:lnTo>
                <a:lnTo>
                  <a:pt x="736016" y="530876"/>
                </a:lnTo>
                <a:lnTo>
                  <a:pt x="754952" y="530085"/>
                </a:lnTo>
                <a:lnTo>
                  <a:pt x="773878" y="529161"/>
                </a:lnTo>
                <a:lnTo>
                  <a:pt x="792804" y="528104"/>
                </a:lnTo>
                <a:lnTo>
                  <a:pt x="811711" y="526904"/>
                </a:lnTo>
                <a:lnTo>
                  <a:pt x="830618" y="525542"/>
                </a:lnTo>
                <a:lnTo>
                  <a:pt x="849506" y="524008"/>
                </a:lnTo>
                <a:lnTo>
                  <a:pt x="868375" y="522294"/>
                </a:lnTo>
                <a:lnTo>
                  <a:pt x="887235" y="520360"/>
                </a:lnTo>
                <a:lnTo>
                  <a:pt x="906056" y="518170"/>
                </a:lnTo>
                <a:lnTo>
                  <a:pt x="924849" y="515712"/>
                </a:lnTo>
                <a:lnTo>
                  <a:pt x="943585" y="512893"/>
                </a:lnTo>
                <a:lnTo>
                  <a:pt x="962263" y="509635"/>
                </a:lnTo>
                <a:lnTo>
                  <a:pt x="980818" y="505825"/>
                </a:lnTo>
                <a:lnTo>
                  <a:pt x="999201" y="501225"/>
                </a:lnTo>
                <a:lnTo>
                  <a:pt x="1017232" y="495405"/>
                </a:lnTo>
                <a:lnTo>
                  <a:pt x="1034348" y="487318"/>
                </a:lnTo>
                <a:lnTo>
                  <a:pt x="1046607" y="473507"/>
                </a:lnTo>
                <a:lnTo>
                  <a:pt x="1052455" y="455552"/>
                </a:lnTo>
                <a:lnTo>
                  <a:pt x="1058913" y="437731"/>
                </a:lnTo>
                <a:lnTo>
                  <a:pt x="1065371" y="419910"/>
                </a:lnTo>
                <a:lnTo>
                  <a:pt x="1071820" y="402098"/>
                </a:lnTo>
                <a:lnTo>
                  <a:pt x="1078278" y="384277"/>
                </a:lnTo>
                <a:lnTo>
                  <a:pt x="1084736" y="366455"/>
                </a:lnTo>
                <a:lnTo>
                  <a:pt x="1091194" y="348634"/>
                </a:lnTo>
                <a:lnTo>
                  <a:pt x="1097642" y="330822"/>
                </a:lnTo>
                <a:lnTo>
                  <a:pt x="1104100" y="313001"/>
                </a:lnTo>
                <a:lnTo>
                  <a:pt x="1110558" y="295180"/>
                </a:lnTo>
                <a:lnTo>
                  <a:pt x="1117006" y="277358"/>
                </a:lnTo>
                <a:lnTo>
                  <a:pt x="1123464" y="259547"/>
                </a:lnTo>
                <a:lnTo>
                  <a:pt x="1129922" y="241725"/>
                </a:lnTo>
                <a:lnTo>
                  <a:pt x="1136371" y="223904"/>
                </a:lnTo>
                <a:lnTo>
                  <a:pt x="1142829" y="206092"/>
                </a:lnTo>
                <a:lnTo>
                  <a:pt x="1149287" y="188271"/>
                </a:lnTo>
                <a:lnTo>
                  <a:pt x="1155735" y="170450"/>
                </a:lnTo>
                <a:lnTo>
                  <a:pt x="1162193" y="152629"/>
                </a:lnTo>
                <a:lnTo>
                  <a:pt x="1168651" y="134817"/>
                </a:lnTo>
                <a:lnTo>
                  <a:pt x="1175099" y="116996"/>
                </a:lnTo>
                <a:lnTo>
                  <a:pt x="1181557" y="99174"/>
                </a:lnTo>
                <a:lnTo>
                  <a:pt x="1188015" y="81353"/>
                </a:lnTo>
                <a:lnTo>
                  <a:pt x="1194473" y="63541"/>
                </a:lnTo>
                <a:lnTo>
                  <a:pt x="1200922" y="45720"/>
                </a:lnTo>
                <a:lnTo>
                  <a:pt x="1207379" y="27899"/>
                </a:lnTo>
                <a:lnTo>
                  <a:pt x="1213837" y="10077"/>
                </a:lnTo>
                <a:lnTo>
                  <a:pt x="1214199" y="7334"/>
                </a:lnTo>
                <a:lnTo>
                  <a:pt x="1198178" y="17212"/>
                </a:lnTo>
                <a:lnTo>
                  <a:pt x="1180271" y="23374"/>
                </a:lnTo>
                <a:lnTo>
                  <a:pt x="1161907" y="28032"/>
                </a:lnTo>
                <a:lnTo>
                  <a:pt x="1143343" y="31842"/>
                </a:lnTo>
                <a:lnTo>
                  <a:pt x="1124664" y="35071"/>
                </a:lnTo>
                <a:lnTo>
                  <a:pt x="1105929" y="37890"/>
                </a:lnTo>
                <a:lnTo>
                  <a:pt x="1087136" y="40386"/>
                </a:lnTo>
                <a:lnTo>
                  <a:pt x="1068314" y="42615"/>
                </a:lnTo>
                <a:lnTo>
                  <a:pt x="1049474" y="44634"/>
                </a:lnTo>
                <a:lnTo>
                  <a:pt x="1030615" y="46463"/>
                </a:lnTo>
                <a:lnTo>
                  <a:pt x="1011736" y="48130"/>
                </a:lnTo>
                <a:lnTo>
                  <a:pt x="992838" y="49663"/>
                </a:lnTo>
                <a:lnTo>
                  <a:pt x="973941" y="51064"/>
                </a:lnTo>
                <a:lnTo>
                  <a:pt x="955034" y="52349"/>
                </a:lnTo>
                <a:lnTo>
                  <a:pt x="936117" y="53531"/>
                </a:lnTo>
                <a:lnTo>
                  <a:pt x="917200" y="54616"/>
                </a:lnTo>
                <a:lnTo>
                  <a:pt x="898274" y="55616"/>
                </a:lnTo>
                <a:lnTo>
                  <a:pt x="879348" y="56521"/>
                </a:lnTo>
                <a:lnTo>
                  <a:pt x="860412" y="57360"/>
                </a:lnTo>
                <a:lnTo>
                  <a:pt x="841477" y="58122"/>
                </a:lnTo>
                <a:lnTo>
                  <a:pt x="822531" y="58807"/>
                </a:lnTo>
                <a:lnTo>
                  <a:pt x="803596" y="59436"/>
                </a:lnTo>
                <a:lnTo>
                  <a:pt x="784650" y="59988"/>
                </a:lnTo>
                <a:lnTo>
                  <a:pt x="765705" y="60484"/>
                </a:lnTo>
                <a:lnTo>
                  <a:pt x="746760" y="60912"/>
                </a:lnTo>
                <a:lnTo>
                  <a:pt x="727805" y="61284"/>
                </a:lnTo>
                <a:lnTo>
                  <a:pt x="708860" y="61608"/>
                </a:lnTo>
                <a:lnTo>
                  <a:pt x="689915" y="61865"/>
                </a:lnTo>
                <a:lnTo>
                  <a:pt x="670960" y="62074"/>
                </a:lnTo>
                <a:lnTo>
                  <a:pt x="652005" y="62227"/>
                </a:lnTo>
                <a:lnTo>
                  <a:pt x="633060" y="62322"/>
                </a:lnTo>
                <a:lnTo>
                  <a:pt x="614105" y="62360"/>
                </a:lnTo>
                <a:lnTo>
                  <a:pt x="595151" y="62351"/>
                </a:lnTo>
                <a:lnTo>
                  <a:pt x="576205" y="62284"/>
                </a:lnTo>
                <a:lnTo>
                  <a:pt x="557251" y="62160"/>
                </a:lnTo>
                <a:lnTo>
                  <a:pt x="538296" y="61989"/>
                </a:lnTo>
                <a:lnTo>
                  <a:pt x="519351" y="61760"/>
                </a:lnTo>
                <a:lnTo>
                  <a:pt x="500396" y="61474"/>
                </a:lnTo>
                <a:lnTo>
                  <a:pt x="481451" y="61141"/>
                </a:lnTo>
                <a:lnTo>
                  <a:pt x="462505" y="60731"/>
                </a:lnTo>
                <a:lnTo>
                  <a:pt x="443560" y="60274"/>
                </a:lnTo>
                <a:lnTo>
                  <a:pt x="424615" y="59750"/>
                </a:lnTo>
                <a:lnTo>
                  <a:pt x="405670" y="59169"/>
                </a:lnTo>
                <a:lnTo>
                  <a:pt x="386725" y="58522"/>
                </a:lnTo>
                <a:lnTo>
                  <a:pt x="367789" y="57798"/>
                </a:lnTo>
                <a:lnTo>
                  <a:pt x="348853" y="57007"/>
                </a:lnTo>
                <a:lnTo>
                  <a:pt x="329927" y="56140"/>
                </a:lnTo>
                <a:lnTo>
                  <a:pt x="310991" y="55188"/>
                </a:lnTo>
                <a:lnTo>
                  <a:pt x="292075" y="54159"/>
                </a:lnTo>
                <a:lnTo>
                  <a:pt x="273148" y="53026"/>
                </a:lnTo>
                <a:lnTo>
                  <a:pt x="254241" y="51806"/>
                </a:lnTo>
                <a:lnTo>
                  <a:pt x="235334" y="50473"/>
                </a:lnTo>
                <a:lnTo>
                  <a:pt x="216437" y="49016"/>
                </a:lnTo>
                <a:lnTo>
                  <a:pt x="197558" y="47425"/>
                </a:lnTo>
                <a:lnTo>
                  <a:pt x="178679" y="45691"/>
                </a:lnTo>
                <a:lnTo>
                  <a:pt x="159830" y="43786"/>
                </a:lnTo>
                <a:lnTo>
                  <a:pt x="140989" y="41681"/>
                </a:lnTo>
                <a:lnTo>
                  <a:pt x="122187" y="39338"/>
                </a:lnTo>
                <a:lnTo>
                  <a:pt x="103413" y="36709"/>
                </a:lnTo>
                <a:lnTo>
                  <a:pt x="84706" y="33728"/>
                </a:lnTo>
                <a:lnTo>
                  <a:pt x="66065" y="30270"/>
                </a:lnTo>
                <a:lnTo>
                  <a:pt x="47577" y="26137"/>
                </a:lnTo>
                <a:lnTo>
                  <a:pt x="29356" y="20945"/>
                </a:lnTo>
                <a:lnTo>
                  <a:pt x="11887" y="13668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44" name="funnel-step-cap-5">
            <a:extLst xmlns:a="http://schemas.openxmlformats.org/drawingml/2006/main">
              <a:ext uri="{FF2B5EF4-FFF2-40B4-BE49-F238E27FC236}">
                <a16:creationId xmlns:a16="http://schemas.microsoft.com/office/drawing/2014/main" id="{20D57302-D820-4D50-8965-B49888873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10844" y="5434270"/>
            <a:ext cx="1217552" cy="17728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7EAC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45" name="funnel-flow-arrow">
            <a:extLst xmlns:a="http://schemas.openxmlformats.org/drawingml/2006/main">
              <a:ext uri="{FF2B5EF4-FFF2-40B4-BE49-F238E27FC236}">
                <a16:creationId xmlns:a16="http://schemas.microsoft.com/office/drawing/2014/main" id="{81929F56-6939-4D4F-A776-0E10C5E8B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52850" y="2466975"/>
            <a:ext cx="1733550" cy="3631178"/>
          </a:xfrm>
          <a:custGeom xmlns:a="http://schemas.openxmlformats.org/drawingml/2006/main">
            <a:pathLst>
              <a:path w="1733550" h="3631178">
                <a:moveTo>
                  <a:pt x="0" y="0"/>
                </a:moveTo>
                <a:lnTo>
                  <a:pt x="0" y="42834"/>
                </a:lnTo>
                <a:lnTo>
                  <a:pt x="9249" y="84525"/>
                </a:lnTo>
                <a:lnTo>
                  <a:pt x="19660" y="126063"/>
                </a:lnTo>
                <a:lnTo>
                  <a:pt x="30070" y="167611"/>
                </a:lnTo>
                <a:lnTo>
                  <a:pt x="40491" y="209159"/>
                </a:lnTo>
                <a:lnTo>
                  <a:pt x="50902" y="250708"/>
                </a:lnTo>
                <a:lnTo>
                  <a:pt x="61312" y="292256"/>
                </a:lnTo>
                <a:lnTo>
                  <a:pt x="71723" y="333794"/>
                </a:lnTo>
                <a:lnTo>
                  <a:pt x="82144" y="375342"/>
                </a:lnTo>
                <a:lnTo>
                  <a:pt x="92554" y="416890"/>
                </a:lnTo>
                <a:lnTo>
                  <a:pt x="102965" y="458438"/>
                </a:lnTo>
                <a:lnTo>
                  <a:pt x="113376" y="499977"/>
                </a:lnTo>
                <a:lnTo>
                  <a:pt x="123796" y="541525"/>
                </a:lnTo>
                <a:lnTo>
                  <a:pt x="134207" y="583073"/>
                </a:lnTo>
                <a:lnTo>
                  <a:pt x="143599" y="624850"/>
                </a:lnTo>
                <a:lnTo>
                  <a:pt x="151924" y="666864"/>
                </a:lnTo>
                <a:lnTo>
                  <a:pt x="159915" y="708946"/>
                </a:lnTo>
                <a:lnTo>
                  <a:pt x="167916" y="751018"/>
                </a:lnTo>
                <a:lnTo>
                  <a:pt x="175908" y="793099"/>
                </a:lnTo>
                <a:lnTo>
                  <a:pt x="183899" y="835181"/>
                </a:lnTo>
                <a:lnTo>
                  <a:pt x="191900" y="877253"/>
                </a:lnTo>
                <a:lnTo>
                  <a:pt x="199892" y="919334"/>
                </a:lnTo>
                <a:lnTo>
                  <a:pt x="207883" y="961415"/>
                </a:lnTo>
                <a:lnTo>
                  <a:pt x="215884" y="1003487"/>
                </a:lnTo>
                <a:lnTo>
                  <a:pt x="223876" y="1045569"/>
                </a:lnTo>
                <a:lnTo>
                  <a:pt x="231867" y="1087650"/>
                </a:lnTo>
                <a:lnTo>
                  <a:pt x="239868" y="1129722"/>
                </a:lnTo>
                <a:lnTo>
                  <a:pt x="247860" y="1171804"/>
                </a:lnTo>
                <a:lnTo>
                  <a:pt x="255746" y="1213904"/>
                </a:lnTo>
                <a:lnTo>
                  <a:pt x="263300" y="1256062"/>
                </a:lnTo>
                <a:lnTo>
                  <a:pt x="270577" y="1298267"/>
                </a:lnTo>
                <a:lnTo>
                  <a:pt x="277854" y="1340482"/>
                </a:lnTo>
                <a:lnTo>
                  <a:pt x="285131" y="1382687"/>
                </a:lnTo>
                <a:lnTo>
                  <a:pt x="292408" y="1424892"/>
                </a:lnTo>
                <a:lnTo>
                  <a:pt x="299685" y="1467107"/>
                </a:lnTo>
                <a:lnTo>
                  <a:pt x="306972" y="1509312"/>
                </a:lnTo>
                <a:lnTo>
                  <a:pt x="314249" y="1551518"/>
                </a:lnTo>
                <a:lnTo>
                  <a:pt x="321526" y="1593733"/>
                </a:lnTo>
                <a:lnTo>
                  <a:pt x="328803" y="1635938"/>
                </a:lnTo>
                <a:lnTo>
                  <a:pt x="336080" y="1678143"/>
                </a:lnTo>
                <a:lnTo>
                  <a:pt x="343357" y="1720358"/>
                </a:lnTo>
                <a:lnTo>
                  <a:pt x="350634" y="1762563"/>
                </a:lnTo>
                <a:lnTo>
                  <a:pt x="357911" y="1804768"/>
                </a:lnTo>
                <a:lnTo>
                  <a:pt x="364931" y="1847021"/>
                </a:lnTo>
                <a:lnTo>
                  <a:pt x="371799" y="1889303"/>
                </a:lnTo>
                <a:lnTo>
                  <a:pt x="378657" y="1931575"/>
                </a:lnTo>
                <a:lnTo>
                  <a:pt x="385515" y="1973856"/>
                </a:lnTo>
                <a:lnTo>
                  <a:pt x="392363" y="2016138"/>
                </a:lnTo>
                <a:lnTo>
                  <a:pt x="399221" y="2058419"/>
                </a:lnTo>
                <a:lnTo>
                  <a:pt x="406070" y="2100691"/>
                </a:lnTo>
                <a:lnTo>
                  <a:pt x="412928" y="2142973"/>
                </a:lnTo>
                <a:lnTo>
                  <a:pt x="419776" y="2185254"/>
                </a:lnTo>
                <a:lnTo>
                  <a:pt x="426634" y="2227536"/>
                </a:lnTo>
                <a:lnTo>
                  <a:pt x="433492" y="2269808"/>
                </a:lnTo>
                <a:lnTo>
                  <a:pt x="440341" y="2312089"/>
                </a:lnTo>
                <a:lnTo>
                  <a:pt x="447199" y="2354370"/>
                </a:lnTo>
                <a:lnTo>
                  <a:pt x="454047" y="2396652"/>
                </a:lnTo>
                <a:lnTo>
                  <a:pt x="460772" y="2438952"/>
                </a:lnTo>
                <a:lnTo>
                  <a:pt x="467382" y="2481263"/>
                </a:lnTo>
                <a:lnTo>
                  <a:pt x="473954" y="2523592"/>
                </a:lnTo>
                <a:lnTo>
                  <a:pt x="480517" y="2565921"/>
                </a:lnTo>
                <a:lnTo>
                  <a:pt x="487089" y="2608240"/>
                </a:lnTo>
                <a:lnTo>
                  <a:pt x="493652" y="2650569"/>
                </a:lnTo>
                <a:lnTo>
                  <a:pt x="500224" y="2692889"/>
                </a:lnTo>
                <a:lnTo>
                  <a:pt x="506787" y="2735218"/>
                </a:lnTo>
                <a:lnTo>
                  <a:pt x="513359" y="2777538"/>
                </a:lnTo>
                <a:lnTo>
                  <a:pt x="519922" y="2819867"/>
                </a:lnTo>
                <a:lnTo>
                  <a:pt x="526494" y="2862186"/>
                </a:lnTo>
                <a:lnTo>
                  <a:pt x="533057" y="2904515"/>
                </a:lnTo>
                <a:lnTo>
                  <a:pt x="539629" y="2946835"/>
                </a:lnTo>
                <a:lnTo>
                  <a:pt x="503692" y="2952750"/>
                </a:lnTo>
                <a:lnTo>
                  <a:pt x="460867" y="2952750"/>
                </a:lnTo>
                <a:lnTo>
                  <a:pt x="418033" y="2952750"/>
                </a:lnTo>
                <a:lnTo>
                  <a:pt x="375199" y="2952750"/>
                </a:lnTo>
                <a:lnTo>
                  <a:pt x="332375" y="2952750"/>
                </a:lnTo>
                <a:lnTo>
                  <a:pt x="289541" y="2952750"/>
                </a:lnTo>
                <a:lnTo>
                  <a:pt x="246707" y="2952750"/>
                </a:lnTo>
                <a:lnTo>
                  <a:pt x="225514" y="2962056"/>
                </a:lnTo>
                <a:lnTo>
                  <a:pt x="254975" y="2993136"/>
                </a:lnTo>
                <a:lnTo>
                  <a:pt x="284445" y="3024226"/>
                </a:lnTo>
                <a:lnTo>
                  <a:pt x="313906" y="3055306"/>
                </a:lnTo>
                <a:lnTo>
                  <a:pt x="343376" y="3086395"/>
                </a:lnTo>
                <a:lnTo>
                  <a:pt x="372837" y="3117475"/>
                </a:lnTo>
                <a:lnTo>
                  <a:pt x="402307" y="3148565"/>
                </a:lnTo>
                <a:lnTo>
                  <a:pt x="431768" y="3179645"/>
                </a:lnTo>
                <a:lnTo>
                  <a:pt x="461239" y="3210735"/>
                </a:lnTo>
                <a:lnTo>
                  <a:pt x="490699" y="3241815"/>
                </a:lnTo>
                <a:lnTo>
                  <a:pt x="520170" y="3272904"/>
                </a:lnTo>
                <a:lnTo>
                  <a:pt x="549631" y="3303984"/>
                </a:lnTo>
                <a:lnTo>
                  <a:pt x="579101" y="3335074"/>
                </a:lnTo>
                <a:lnTo>
                  <a:pt x="608571" y="3366154"/>
                </a:lnTo>
                <a:lnTo>
                  <a:pt x="638032" y="3397244"/>
                </a:lnTo>
                <a:lnTo>
                  <a:pt x="667502" y="3428324"/>
                </a:lnTo>
                <a:lnTo>
                  <a:pt x="696963" y="3459413"/>
                </a:lnTo>
                <a:lnTo>
                  <a:pt x="726434" y="3490493"/>
                </a:lnTo>
                <a:lnTo>
                  <a:pt x="755894" y="3521583"/>
                </a:lnTo>
                <a:lnTo>
                  <a:pt x="785365" y="3552663"/>
                </a:lnTo>
                <a:lnTo>
                  <a:pt x="814826" y="3583753"/>
                </a:lnTo>
                <a:lnTo>
                  <a:pt x="844296" y="3614833"/>
                </a:lnTo>
                <a:lnTo>
                  <a:pt x="873757" y="3631178"/>
                </a:lnTo>
                <a:lnTo>
                  <a:pt x="903227" y="3600098"/>
                </a:lnTo>
                <a:lnTo>
                  <a:pt x="932688" y="3569008"/>
                </a:lnTo>
                <a:lnTo>
                  <a:pt x="962158" y="3537928"/>
                </a:lnTo>
                <a:lnTo>
                  <a:pt x="991619" y="3506838"/>
                </a:lnTo>
                <a:lnTo>
                  <a:pt x="1021090" y="3475758"/>
                </a:lnTo>
                <a:lnTo>
                  <a:pt x="1050550" y="3444669"/>
                </a:lnTo>
                <a:lnTo>
                  <a:pt x="1080021" y="3413589"/>
                </a:lnTo>
                <a:lnTo>
                  <a:pt x="1109491" y="3382499"/>
                </a:lnTo>
                <a:lnTo>
                  <a:pt x="1138952" y="3351419"/>
                </a:lnTo>
                <a:lnTo>
                  <a:pt x="1168422" y="3320329"/>
                </a:lnTo>
                <a:lnTo>
                  <a:pt x="1197883" y="3289249"/>
                </a:lnTo>
                <a:lnTo>
                  <a:pt x="1227353" y="3258160"/>
                </a:lnTo>
                <a:lnTo>
                  <a:pt x="1256814" y="3227080"/>
                </a:lnTo>
                <a:lnTo>
                  <a:pt x="1286285" y="3195990"/>
                </a:lnTo>
                <a:lnTo>
                  <a:pt x="1315745" y="3164910"/>
                </a:lnTo>
                <a:lnTo>
                  <a:pt x="1345216" y="3133820"/>
                </a:lnTo>
                <a:lnTo>
                  <a:pt x="1374677" y="3102740"/>
                </a:lnTo>
                <a:lnTo>
                  <a:pt x="1404147" y="3071651"/>
                </a:lnTo>
                <a:lnTo>
                  <a:pt x="1433608" y="3040571"/>
                </a:lnTo>
                <a:lnTo>
                  <a:pt x="1463078" y="3009481"/>
                </a:lnTo>
                <a:lnTo>
                  <a:pt x="1492539" y="2978401"/>
                </a:lnTo>
                <a:lnTo>
                  <a:pt x="1509370" y="2952750"/>
                </a:lnTo>
                <a:lnTo>
                  <a:pt x="1466536" y="2952750"/>
                </a:lnTo>
                <a:lnTo>
                  <a:pt x="1423702" y="2952750"/>
                </a:lnTo>
                <a:lnTo>
                  <a:pt x="1380877" y="2952750"/>
                </a:lnTo>
                <a:lnTo>
                  <a:pt x="1338043" y="2952750"/>
                </a:lnTo>
                <a:lnTo>
                  <a:pt x="1295210" y="2952750"/>
                </a:lnTo>
                <a:lnTo>
                  <a:pt x="1252385" y="2952750"/>
                </a:lnTo>
                <a:lnTo>
                  <a:pt x="1209551" y="2952750"/>
                </a:lnTo>
                <a:lnTo>
                  <a:pt x="1197035" y="2926775"/>
                </a:lnTo>
                <a:lnTo>
                  <a:pt x="1203608" y="2884446"/>
                </a:lnTo>
                <a:lnTo>
                  <a:pt x="1210170" y="2842127"/>
                </a:lnTo>
                <a:lnTo>
                  <a:pt x="1216743" y="2799798"/>
                </a:lnTo>
                <a:lnTo>
                  <a:pt x="1223305" y="2757478"/>
                </a:lnTo>
                <a:lnTo>
                  <a:pt x="1229878" y="2715149"/>
                </a:lnTo>
                <a:lnTo>
                  <a:pt x="1236440" y="2672829"/>
                </a:lnTo>
                <a:lnTo>
                  <a:pt x="1243013" y="2630500"/>
                </a:lnTo>
                <a:lnTo>
                  <a:pt x="1249575" y="2588171"/>
                </a:lnTo>
                <a:lnTo>
                  <a:pt x="1256147" y="2545852"/>
                </a:lnTo>
                <a:lnTo>
                  <a:pt x="1262710" y="2503522"/>
                </a:lnTo>
                <a:lnTo>
                  <a:pt x="1269282" y="2461203"/>
                </a:lnTo>
                <a:lnTo>
                  <a:pt x="1275940" y="2418893"/>
                </a:lnTo>
                <a:lnTo>
                  <a:pt x="1282751" y="2376602"/>
                </a:lnTo>
                <a:lnTo>
                  <a:pt x="1289599" y="2334330"/>
                </a:lnTo>
                <a:lnTo>
                  <a:pt x="1296457" y="2292048"/>
                </a:lnTo>
                <a:lnTo>
                  <a:pt x="1303315" y="2249767"/>
                </a:lnTo>
                <a:lnTo>
                  <a:pt x="1310164" y="2207485"/>
                </a:lnTo>
                <a:lnTo>
                  <a:pt x="1317022" y="2165213"/>
                </a:lnTo>
                <a:lnTo>
                  <a:pt x="1323870" y="2122932"/>
                </a:lnTo>
                <a:lnTo>
                  <a:pt x="1330728" y="2080651"/>
                </a:lnTo>
                <a:lnTo>
                  <a:pt x="1337577" y="2038369"/>
                </a:lnTo>
                <a:lnTo>
                  <a:pt x="1344435" y="1996097"/>
                </a:lnTo>
                <a:lnTo>
                  <a:pt x="1351293" y="1953816"/>
                </a:lnTo>
                <a:lnTo>
                  <a:pt x="1358141" y="1911534"/>
                </a:lnTo>
                <a:lnTo>
                  <a:pt x="1364999" y="1869253"/>
                </a:lnTo>
                <a:lnTo>
                  <a:pt x="1371952" y="1826990"/>
                </a:lnTo>
                <a:lnTo>
                  <a:pt x="1379087" y="1784756"/>
                </a:lnTo>
                <a:lnTo>
                  <a:pt x="1386364" y="1742551"/>
                </a:lnTo>
                <a:lnTo>
                  <a:pt x="1393641" y="1700346"/>
                </a:lnTo>
                <a:lnTo>
                  <a:pt x="1400918" y="1658131"/>
                </a:lnTo>
                <a:lnTo>
                  <a:pt x="1408195" y="1615926"/>
                </a:lnTo>
                <a:lnTo>
                  <a:pt x="1415482" y="1573721"/>
                </a:lnTo>
                <a:lnTo>
                  <a:pt x="1422759" y="1531515"/>
                </a:lnTo>
                <a:lnTo>
                  <a:pt x="1430036" y="1489300"/>
                </a:lnTo>
                <a:lnTo>
                  <a:pt x="1437313" y="1447095"/>
                </a:lnTo>
                <a:lnTo>
                  <a:pt x="1444590" y="1404890"/>
                </a:lnTo>
                <a:lnTo>
                  <a:pt x="1451867" y="1362675"/>
                </a:lnTo>
                <a:lnTo>
                  <a:pt x="1459144" y="1320470"/>
                </a:lnTo>
                <a:lnTo>
                  <a:pt x="1466421" y="1278265"/>
                </a:lnTo>
                <a:lnTo>
                  <a:pt x="1473813" y="1236069"/>
                </a:lnTo>
                <a:lnTo>
                  <a:pt x="1481490" y="1193930"/>
                </a:lnTo>
                <a:lnTo>
                  <a:pt x="1489481" y="1151858"/>
                </a:lnTo>
                <a:lnTo>
                  <a:pt x="1497473" y="1109777"/>
                </a:lnTo>
                <a:lnTo>
                  <a:pt x="1505474" y="1067695"/>
                </a:lnTo>
                <a:lnTo>
                  <a:pt x="1513465" y="1025623"/>
                </a:lnTo>
                <a:lnTo>
                  <a:pt x="1521457" y="983542"/>
                </a:lnTo>
                <a:lnTo>
                  <a:pt x="1529458" y="941461"/>
                </a:lnTo>
                <a:lnTo>
                  <a:pt x="1537449" y="899389"/>
                </a:lnTo>
                <a:lnTo>
                  <a:pt x="1545441" y="857307"/>
                </a:lnTo>
                <a:lnTo>
                  <a:pt x="1553442" y="815226"/>
                </a:lnTo>
                <a:lnTo>
                  <a:pt x="1561433" y="773154"/>
                </a:lnTo>
                <a:lnTo>
                  <a:pt x="1569425" y="731072"/>
                </a:lnTo>
                <a:lnTo>
                  <a:pt x="1577426" y="688991"/>
                </a:lnTo>
                <a:lnTo>
                  <a:pt x="1585446" y="646919"/>
                </a:lnTo>
                <a:lnTo>
                  <a:pt x="1594009" y="604952"/>
                </a:lnTo>
                <a:lnTo>
                  <a:pt x="1604277" y="563375"/>
                </a:lnTo>
                <a:lnTo>
                  <a:pt x="1614697" y="521827"/>
                </a:lnTo>
                <a:lnTo>
                  <a:pt x="1625108" y="480289"/>
                </a:lnTo>
                <a:lnTo>
                  <a:pt x="1635519" y="438741"/>
                </a:lnTo>
                <a:lnTo>
                  <a:pt x="1645930" y="397193"/>
                </a:lnTo>
                <a:lnTo>
                  <a:pt x="1656350" y="355644"/>
                </a:lnTo>
                <a:lnTo>
                  <a:pt x="1666761" y="314096"/>
                </a:lnTo>
                <a:lnTo>
                  <a:pt x="1677172" y="272558"/>
                </a:lnTo>
                <a:lnTo>
                  <a:pt x="1687582" y="231010"/>
                </a:lnTo>
                <a:lnTo>
                  <a:pt x="1698003" y="189462"/>
                </a:lnTo>
                <a:lnTo>
                  <a:pt x="1708414" y="147914"/>
                </a:lnTo>
                <a:lnTo>
                  <a:pt x="1718824" y="106366"/>
                </a:lnTo>
                <a:lnTo>
                  <a:pt x="1729235" y="64827"/>
                </a:lnTo>
                <a:lnTo>
                  <a:pt x="1733550" y="22527"/>
                </a:lnTo>
                <a:lnTo>
                  <a:pt x="1713243" y="0"/>
                </a:lnTo>
                <a:lnTo>
                  <a:pt x="1670418" y="0"/>
                </a:lnTo>
                <a:lnTo>
                  <a:pt x="1627584" y="0"/>
                </a:lnTo>
                <a:lnTo>
                  <a:pt x="1584750" y="0"/>
                </a:lnTo>
                <a:lnTo>
                  <a:pt x="1541917" y="0"/>
                </a:lnTo>
                <a:lnTo>
                  <a:pt x="1499092" y="0"/>
                </a:lnTo>
                <a:lnTo>
                  <a:pt x="1456258" y="0"/>
                </a:lnTo>
                <a:lnTo>
                  <a:pt x="1413424" y="0"/>
                </a:lnTo>
                <a:lnTo>
                  <a:pt x="1370600" y="0"/>
                </a:lnTo>
                <a:lnTo>
                  <a:pt x="1327766" y="0"/>
                </a:lnTo>
                <a:lnTo>
                  <a:pt x="1284932" y="0"/>
                </a:lnTo>
                <a:lnTo>
                  <a:pt x="1242098" y="0"/>
                </a:lnTo>
                <a:lnTo>
                  <a:pt x="1199274" y="0"/>
                </a:lnTo>
                <a:lnTo>
                  <a:pt x="1156440" y="0"/>
                </a:lnTo>
                <a:lnTo>
                  <a:pt x="1113606" y="0"/>
                </a:lnTo>
                <a:lnTo>
                  <a:pt x="1070781" y="0"/>
                </a:lnTo>
                <a:lnTo>
                  <a:pt x="1027948" y="0"/>
                </a:lnTo>
                <a:lnTo>
                  <a:pt x="985114" y="0"/>
                </a:lnTo>
                <a:lnTo>
                  <a:pt x="942289" y="0"/>
                </a:lnTo>
                <a:lnTo>
                  <a:pt x="899455" y="0"/>
                </a:lnTo>
                <a:lnTo>
                  <a:pt x="856621" y="0"/>
                </a:lnTo>
                <a:lnTo>
                  <a:pt x="813787" y="0"/>
                </a:lnTo>
                <a:lnTo>
                  <a:pt x="770963" y="0"/>
                </a:lnTo>
                <a:lnTo>
                  <a:pt x="728129" y="0"/>
                </a:lnTo>
                <a:lnTo>
                  <a:pt x="685295" y="0"/>
                </a:lnTo>
                <a:lnTo>
                  <a:pt x="642471" y="0"/>
                </a:lnTo>
                <a:lnTo>
                  <a:pt x="599637" y="0"/>
                </a:lnTo>
                <a:lnTo>
                  <a:pt x="556803" y="0"/>
                </a:lnTo>
                <a:lnTo>
                  <a:pt x="513969" y="0"/>
                </a:lnTo>
                <a:lnTo>
                  <a:pt x="471145" y="0"/>
                </a:lnTo>
                <a:lnTo>
                  <a:pt x="428311" y="0"/>
                </a:lnTo>
                <a:lnTo>
                  <a:pt x="385477" y="0"/>
                </a:lnTo>
                <a:lnTo>
                  <a:pt x="342652" y="0"/>
                </a:lnTo>
                <a:lnTo>
                  <a:pt x="299818" y="0"/>
                </a:lnTo>
                <a:lnTo>
                  <a:pt x="256985" y="0"/>
                </a:lnTo>
                <a:lnTo>
                  <a:pt x="214160" y="0"/>
                </a:lnTo>
                <a:lnTo>
                  <a:pt x="171326" y="0"/>
                </a:lnTo>
                <a:lnTo>
                  <a:pt x="128492" y="0"/>
                </a:lnTo>
                <a:lnTo>
                  <a:pt x="85658" y="0"/>
                </a:lnTo>
                <a:lnTo>
                  <a:pt x="42834" y="0"/>
                </a:lnTo>
                <a:lnTo>
                  <a:pt x="0" y="0"/>
                </a:lnTo>
                <a:close/>
              </a:path>
            </a:pathLst>
          </a:custGeom>
          <a:gradFill xmlns:a="http://schemas.openxmlformats.org/drawingml/2006/main">
            <a:gsLst>
              <a:gs pos="0">
                <a:srgbClr val="000000"/>
              </a:gs>
              <a:gs pos="42">
                <a:srgbClr val="B8D8F2">
                  <a:alpha val="16000"/>
                </a:srgbClr>
              </a:gs>
              <a:gs pos="76">
                <a:srgbClr val="8FC4EE">
                  <a:alpha val="32000"/>
                </a:srgbClr>
              </a:gs>
              <a:gs pos="100">
                <a:srgbClr val="72B3E8">
                  <a:alpha val="52000"/>
                </a:srgbClr>
              </a:gs>
            </a:gsLst>
            <a:lin ang="10800000"/>
          </a:gradFill>
          <a:ln xmlns:a="http://schemas.openxmlformats.org/drawingml/2006/main" w="9525">
            <a:noFill/>
            <a:prstDash val="solid"/>
          </a:ln>
        </p:spPr>
      </p:sp>
      <p:sp>
        <p:nvSpPr>
          <p:cNvPr id="46" name="phase-label-0">
            <a:extLst xmlns:a="http://schemas.openxmlformats.org/drawingml/2006/main">
              <a:ext uri="{FF2B5EF4-FFF2-40B4-BE49-F238E27FC236}">
                <a16:creationId xmlns:a16="http://schemas.microsoft.com/office/drawing/2014/main" id="{328DEC76-4DA2-4CD7-BEA8-02B23DC95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1638300"/>
            <a:ext cx="228600" cy="2657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阶段一</a:t>
            </a:r>
          </a:p>
        </p:txBody>
      </p:sp>
      <p:sp>
        <p:nvSpPr>
          <p:cNvPr id="47" name="phase-label-1">
            <a:extLst xmlns:a="http://schemas.openxmlformats.org/drawingml/2006/main">
              <a:ext uri="{FF2B5EF4-FFF2-40B4-BE49-F238E27FC236}">
                <a16:creationId xmlns:a16="http://schemas.microsoft.com/office/drawing/2014/main" id="{F00B73E8-0FA7-4360-8CC0-3A027382C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4295775"/>
            <a:ext cx="228600" cy="1914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阶段二</a:t>
            </a:r>
          </a:p>
        </p:txBody>
      </p:sp>
      <p:sp>
        <p:nvSpPr>
          <p:cNvPr id="48" name="funnel-step-title-0">
            <a:extLst xmlns:a="http://schemas.openxmlformats.org/drawingml/2006/main">
              <a:ext uri="{FF2B5EF4-FFF2-40B4-BE49-F238E27FC236}">
                <a16:creationId xmlns:a16="http://schemas.microsoft.com/office/drawing/2014/main" id="{8936FEFC-AC3F-431E-AC92-C787D0077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311728" y="2653455"/>
            <a:ext cx="2615803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广泛触达</a:t>
            </a:r>
          </a:p>
        </p:txBody>
      </p:sp>
      <p:sp>
        <p:nvSpPr>
          <p:cNvPr id="49" name="funnel-step-title-1">
            <a:extLst xmlns:a="http://schemas.openxmlformats.org/drawingml/2006/main">
              <a:ext uri="{FF2B5EF4-FFF2-40B4-BE49-F238E27FC236}">
                <a16:creationId xmlns:a16="http://schemas.microsoft.com/office/drawing/2014/main" id="{31EB1C3D-CCC6-4633-B173-FC75D2495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528117" y="3255169"/>
            <a:ext cx="2183016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兴趣识别</a:t>
            </a:r>
          </a:p>
        </p:txBody>
      </p:sp>
      <p:sp>
        <p:nvSpPr>
          <p:cNvPr id="50" name="funnel-step-title-2">
            <a:extLst xmlns:a="http://schemas.openxmlformats.org/drawingml/2006/main">
              <a:ext uri="{FF2B5EF4-FFF2-40B4-BE49-F238E27FC236}">
                <a16:creationId xmlns:a16="http://schemas.microsoft.com/office/drawing/2014/main" id="{ABC7257D-8D16-4FE4-A78A-FF34CF6EB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25018" y="3856730"/>
            <a:ext cx="1789214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意向培育</a:t>
            </a:r>
          </a:p>
        </p:txBody>
      </p:sp>
      <p:sp>
        <p:nvSpPr>
          <p:cNvPr id="51" name="funnel-step-title-3">
            <a:extLst xmlns:a="http://schemas.openxmlformats.org/drawingml/2006/main">
              <a:ext uri="{FF2B5EF4-FFF2-40B4-BE49-F238E27FC236}">
                <a16:creationId xmlns:a16="http://schemas.microsoft.com/office/drawing/2014/main" id="{645C358F-0561-417C-A2E7-7FF4B6B4F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10165" y="4458443"/>
            <a:ext cx="141893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行动转化</a:t>
            </a:r>
          </a:p>
        </p:txBody>
      </p:sp>
      <p:sp>
        <p:nvSpPr>
          <p:cNvPr id="52" name="funnel-step-title-4">
            <a:extLst xmlns:a="http://schemas.openxmlformats.org/drawingml/2006/main">
              <a:ext uri="{FF2B5EF4-FFF2-40B4-BE49-F238E27FC236}">
                <a16:creationId xmlns:a16="http://schemas.microsoft.com/office/drawing/2014/main" id="{20B5A944-CAF0-4E19-B899-D3117221F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87120" y="5060156"/>
            <a:ext cx="1065019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持续留存</a:t>
            </a:r>
          </a:p>
        </p:txBody>
      </p:sp>
      <p:sp>
        <p:nvSpPr>
          <p:cNvPr id="53" name="funnel-step-title-5">
            <a:extLst xmlns:a="http://schemas.openxmlformats.org/drawingml/2006/main">
              <a:ext uri="{FF2B5EF4-FFF2-40B4-BE49-F238E27FC236}">
                <a16:creationId xmlns:a16="http://schemas.microsoft.com/office/drawing/2014/main" id="{84AC1558-6635-4D58-A7A8-29B791BAE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200525" y="5661717"/>
            <a:ext cx="8382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价值增长</a:t>
            </a:r>
          </a:p>
        </p:txBody>
      </p:sp>
      <p:sp>
        <p:nvSpPr>
          <p:cNvPr id="54" name="input-core-0">
            <a:extLst xmlns:a="http://schemas.openxmlformats.org/drawingml/2006/main">
              <a:ext uri="{FF2B5EF4-FFF2-40B4-BE49-F238E27FC236}">
                <a16:creationId xmlns:a16="http://schemas.microsoft.com/office/drawing/2014/main" id="{E2F25F81-BE55-4367-8C8C-18DF632A3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343275" y="190500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23"/>
          <a:fontRef xmlns:a="http://schemas.openxmlformats.org/drawingml/2006/main" idx="major"/>
        </p:style>
      </p:sp>
      <p:pic>
        <p:nvPicPr>
          <p:cNvPr id="1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7dc1e122d8a4f23">
            <a:extLst>
              <a:ext uri="{96DAC541-7B7A-43D3-8B79-37D633B846F1}">
                <asvg:svgBlip xmlns:asvg="http://schemas.microsoft.com/office/drawing/2016/SVG/main" r:embed="R729446f903aa4a4b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3438525" y="2000250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56" name="input-core-1">
            <a:extLst xmlns:a="http://schemas.openxmlformats.org/drawingml/2006/main">
              <a:ext uri="{FF2B5EF4-FFF2-40B4-BE49-F238E27FC236}">
                <a16:creationId xmlns:a16="http://schemas.microsoft.com/office/drawing/2014/main" id="{C3677F0F-870F-4763-BB15-9A10DAEDF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419600" y="1704975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23"/>
          <a:fontRef xmlns:a="http://schemas.openxmlformats.org/drawingml/2006/main" idx="major"/>
        </p:style>
      </p:sp>
      <p:pic>
        <p:nvPicPr>
          <p:cNvPr id="1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37141963d5e44f1">
            <a:extLst>
              <a:ext uri="{96DAC541-7B7A-43D3-8B79-37D633B846F1}">
                <asvg:svgBlip xmlns:asvg="http://schemas.microsoft.com/office/drawing/2016/SVG/main" r:embed="R391a0b04eab449c8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4514850" y="1800225"/>
            <a:ext cx="209550" cy="209550"/>
          </a:xfrm>
          <a:prstGeom xmlns:a="http://schemas.openxmlformats.org/drawingml/2006/main" prst="rect">
            <a:avLst/>
          </a:prstGeom>
        </p:spPr>
      </p:pic>
      <p:sp>
        <p:nvSpPr>
          <p:cNvPr id="58" name="input-core-2">
            <a:extLst xmlns:a="http://schemas.openxmlformats.org/drawingml/2006/main">
              <a:ext uri="{FF2B5EF4-FFF2-40B4-BE49-F238E27FC236}">
                <a16:creationId xmlns:a16="http://schemas.microsoft.com/office/drawing/2014/main" id="{DA7109D5-37CA-4DEC-952B-0695F7AD5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438775" y="18478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23"/>
          <a:fontRef xmlns:a="http://schemas.openxmlformats.org/drawingml/2006/main" idx="major"/>
        </p:style>
      </p:sp>
      <p:pic>
        <p:nvPicPr>
          <p:cNvPr id="1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4abd5ff454b48ad">
            <a:extLst>
              <a:ext uri="{96DAC541-7B7A-43D3-8B79-37D633B846F1}">
                <asvg:svgBlip xmlns:asvg="http://schemas.microsoft.com/office/drawing/2016/SVG/main" r:embed="R9d241bbefd064912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5534025" y="1943100"/>
            <a:ext cx="266700" cy="2667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7768459"/>
      </p:ext>
    </p:extLst>
  </p:cSld>
</p:sld>
</file>

<file path=ppt/slides/slide5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2" name="phase-band-0">
            <a:extLst xmlns:a="http://schemas.openxmlformats.org/drawingml/2006/main">
              <a:ext uri="{FF2B5EF4-FFF2-40B4-BE49-F238E27FC236}">
                <a16:creationId xmlns:a16="http://schemas.microsoft.com/office/drawing/2014/main" id="{C2DA62B3-29E9-4069-8D89-C311A292A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1638300"/>
            <a:ext cx="11144250" cy="2657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phase-band-1">
            <a:extLst xmlns:a="http://schemas.openxmlformats.org/drawingml/2006/main">
              <a:ext uri="{FF2B5EF4-FFF2-40B4-BE49-F238E27FC236}">
                <a16:creationId xmlns:a16="http://schemas.microsoft.com/office/drawing/2014/main" id="{78881E12-553A-42DA-8175-502521C51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4295775"/>
            <a:ext cx="11144250" cy="1914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38100">
            <a:solidFill>
              <a:srgbClr val="FFFFFF"/>
            </a:solidFill>
            <a:prstDash val="solid"/>
          </a:ln>
        </p:spPr>
      </p:sp>
      <p:sp>
        <p:nvSpPr>
          <p:cNvPr id="3" name="phase-rail-0">
            <a:extLst xmlns:a="http://schemas.openxmlformats.org/drawingml/2006/main">
              <a:ext uri="{FF2B5EF4-FFF2-40B4-BE49-F238E27FC236}">
                <a16:creationId xmlns:a16="http://schemas.microsoft.com/office/drawing/2014/main" id="{68621706-9849-47A1-BDC9-AADDC346A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1638300"/>
            <a:ext cx="514350" cy="2656656"/>
          </a:xfrm>
          <a:custGeom xmlns:a="http://schemas.openxmlformats.org/drawingml/2006/main">
            <a:pathLst>
              <a:path w="514350" h="2656656">
                <a:moveTo>
                  <a:pt x="0" y="0"/>
                </a:moveTo>
                <a:lnTo>
                  <a:pt x="25546" y="0"/>
                </a:lnTo>
                <a:lnTo>
                  <a:pt x="51102" y="0"/>
                </a:lnTo>
                <a:lnTo>
                  <a:pt x="76648" y="0"/>
                </a:lnTo>
                <a:lnTo>
                  <a:pt x="102203" y="0"/>
                </a:lnTo>
                <a:lnTo>
                  <a:pt x="127749" y="0"/>
                </a:lnTo>
                <a:lnTo>
                  <a:pt x="153295" y="0"/>
                </a:lnTo>
                <a:lnTo>
                  <a:pt x="178851" y="0"/>
                </a:lnTo>
                <a:lnTo>
                  <a:pt x="204397" y="0"/>
                </a:lnTo>
                <a:lnTo>
                  <a:pt x="229953" y="0"/>
                </a:lnTo>
                <a:lnTo>
                  <a:pt x="255499" y="0"/>
                </a:lnTo>
                <a:lnTo>
                  <a:pt x="281045" y="0"/>
                </a:lnTo>
                <a:lnTo>
                  <a:pt x="306600" y="0"/>
                </a:lnTo>
                <a:lnTo>
                  <a:pt x="332146" y="0"/>
                </a:lnTo>
                <a:lnTo>
                  <a:pt x="357692" y="0"/>
                </a:lnTo>
                <a:lnTo>
                  <a:pt x="383248" y="0"/>
                </a:lnTo>
                <a:lnTo>
                  <a:pt x="408794" y="0"/>
                </a:lnTo>
                <a:lnTo>
                  <a:pt x="434350" y="0"/>
                </a:lnTo>
                <a:lnTo>
                  <a:pt x="459896" y="0"/>
                </a:lnTo>
                <a:lnTo>
                  <a:pt x="485442" y="0"/>
                </a:lnTo>
                <a:lnTo>
                  <a:pt x="510997" y="0"/>
                </a:lnTo>
                <a:lnTo>
                  <a:pt x="514350" y="22193"/>
                </a:lnTo>
                <a:lnTo>
                  <a:pt x="514350" y="47749"/>
                </a:lnTo>
                <a:lnTo>
                  <a:pt x="514350" y="73295"/>
                </a:lnTo>
                <a:lnTo>
                  <a:pt x="514350" y="98841"/>
                </a:lnTo>
                <a:lnTo>
                  <a:pt x="514350" y="124397"/>
                </a:lnTo>
                <a:lnTo>
                  <a:pt x="514350" y="149943"/>
                </a:lnTo>
                <a:lnTo>
                  <a:pt x="514350" y="175498"/>
                </a:lnTo>
                <a:lnTo>
                  <a:pt x="514350" y="201044"/>
                </a:lnTo>
                <a:lnTo>
                  <a:pt x="514350" y="226590"/>
                </a:lnTo>
                <a:lnTo>
                  <a:pt x="514350" y="252146"/>
                </a:lnTo>
                <a:lnTo>
                  <a:pt x="514350" y="277692"/>
                </a:lnTo>
                <a:lnTo>
                  <a:pt x="514350" y="303247"/>
                </a:lnTo>
                <a:lnTo>
                  <a:pt x="514350" y="328793"/>
                </a:lnTo>
                <a:lnTo>
                  <a:pt x="514350" y="354340"/>
                </a:lnTo>
                <a:lnTo>
                  <a:pt x="514350" y="379895"/>
                </a:lnTo>
                <a:lnTo>
                  <a:pt x="514350" y="405441"/>
                </a:lnTo>
                <a:lnTo>
                  <a:pt x="514350" y="430987"/>
                </a:lnTo>
                <a:lnTo>
                  <a:pt x="514350" y="456543"/>
                </a:lnTo>
                <a:lnTo>
                  <a:pt x="514350" y="482089"/>
                </a:lnTo>
                <a:lnTo>
                  <a:pt x="514350" y="507644"/>
                </a:lnTo>
                <a:lnTo>
                  <a:pt x="514350" y="533190"/>
                </a:lnTo>
                <a:lnTo>
                  <a:pt x="514350" y="558737"/>
                </a:lnTo>
                <a:lnTo>
                  <a:pt x="514350" y="584292"/>
                </a:lnTo>
                <a:lnTo>
                  <a:pt x="514350" y="609838"/>
                </a:lnTo>
                <a:lnTo>
                  <a:pt x="514350" y="635394"/>
                </a:lnTo>
                <a:lnTo>
                  <a:pt x="514350" y="660940"/>
                </a:lnTo>
                <a:lnTo>
                  <a:pt x="514350" y="686486"/>
                </a:lnTo>
                <a:lnTo>
                  <a:pt x="514350" y="712041"/>
                </a:lnTo>
                <a:lnTo>
                  <a:pt x="514350" y="737587"/>
                </a:lnTo>
                <a:lnTo>
                  <a:pt x="514350" y="763143"/>
                </a:lnTo>
                <a:lnTo>
                  <a:pt x="514350" y="788689"/>
                </a:lnTo>
                <a:lnTo>
                  <a:pt x="514350" y="814235"/>
                </a:lnTo>
                <a:lnTo>
                  <a:pt x="514350" y="839791"/>
                </a:lnTo>
                <a:lnTo>
                  <a:pt x="514350" y="865337"/>
                </a:lnTo>
                <a:lnTo>
                  <a:pt x="514350" y="890883"/>
                </a:lnTo>
                <a:lnTo>
                  <a:pt x="514350" y="916438"/>
                </a:lnTo>
                <a:lnTo>
                  <a:pt x="514350" y="941984"/>
                </a:lnTo>
                <a:lnTo>
                  <a:pt x="514350" y="967540"/>
                </a:lnTo>
                <a:lnTo>
                  <a:pt x="514350" y="993086"/>
                </a:lnTo>
                <a:lnTo>
                  <a:pt x="514350" y="1018632"/>
                </a:lnTo>
                <a:lnTo>
                  <a:pt x="514350" y="1044188"/>
                </a:lnTo>
                <a:lnTo>
                  <a:pt x="514350" y="1069734"/>
                </a:lnTo>
                <a:lnTo>
                  <a:pt x="514350" y="1095289"/>
                </a:lnTo>
                <a:lnTo>
                  <a:pt x="514350" y="1120835"/>
                </a:lnTo>
                <a:lnTo>
                  <a:pt x="514350" y="1146381"/>
                </a:lnTo>
                <a:lnTo>
                  <a:pt x="514350" y="1171937"/>
                </a:lnTo>
                <a:lnTo>
                  <a:pt x="514350" y="1197483"/>
                </a:lnTo>
                <a:lnTo>
                  <a:pt x="514350" y="1223039"/>
                </a:lnTo>
                <a:lnTo>
                  <a:pt x="514350" y="1248585"/>
                </a:lnTo>
                <a:lnTo>
                  <a:pt x="514350" y="1274131"/>
                </a:lnTo>
                <a:lnTo>
                  <a:pt x="514350" y="1299686"/>
                </a:lnTo>
                <a:lnTo>
                  <a:pt x="514350" y="1325232"/>
                </a:lnTo>
                <a:lnTo>
                  <a:pt x="514350" y="1350788"/>
                </a:lnTo>
                <a:lnTo>
                  <a:pt x="514350" y="1376334"/>
                </a:lnTo>
                <a:lnTo>
                  <a:pt x="514350" y="1401880"/>
                </a:lnTo>
                <a:lnTo>
                  <a:pt x="514350" y="1427436"/>
                </a:lnTo>
                <a:lnTo>
                  <a:pt x="514350" y="1452982"/>
                </a:lnTo>
                <a:lnTo>
                  <a:pt x="514350" y="1478528"/>
                </a:lnTo>
                <a:lnTo>
                  <a:pt x="514350" y="1504083"/>
                </a:lnTo>
                <a:lnTo>
                  <a:pt x="514350" y="1529629"/>
                </a:lnTo>
                <a:lnTo>
                  <a:pt x="514350" y="1555185"/>
                </a:lnTo>
                <a:lnTo>
                  <a:pt x="514350" y="1580731"/>
                </a:lnTo>
                <a:lnTo>
                  <a:pt x="514350" y="1606277"/>
                </a:lnTo>
                <a:lnTo>
                  <a:pt x="514350" y="1631833"/>
                </a:lnTo>
                <a:lnTo>
                  <a:pt x="514350" y="1657379"/>
                </a:lnTo>
                <a:lnTo>
                  <a:pt x="514350" y="1682934"/>
                </a:lnTo>
                <a:lnTo>
                  <a:pt x="514350" y="1708480"/>
                </a:lnTo>
                <a:lnTo>
                  <a:pt x="514350" y="1734026"/>
                </a:lnTo>
                <a:lnTo>
                  <a:pt x="514350" y="1759582"/>
                </a:lnTo>
                <a:lnTo>
                  <a:pt x="514350" y="1785128"/>
                </a:lnTo>
                <a:lnTo>
                  <a:pt x="514350" y="1810683"/>
                </a:lnTo>
                <a:lnTo>
                  <a:pt x="514350" y="1836230"/>
                </a:lnTo>
                <a:lnTo>
                  <a:pt x="514350" y="1861776"/>
                </a:lnTo>
                <a:lnTo>
                  <a:pt x="514350" y="1887331"/>
                </a:lnTo>
                <a:lnTo>
                  <a:pt x="514350" y="1912877"/>
                </a:lnTo>
                <a:lnTo>
                  <a:pt x="514350" y="1938433"/>
                </a:lnTo>
                <a:lnTo>
                  <a:pt x="514350" y="1963979"/>
                </a:lnTo>
                <a:lnTo>
                  <a:pt x="514350" y="1989525"/>
                </a:lnTo>
                <a:lnTo>
                  <a:pt x="514350" y="2015080"/>
                </a:lnTo>
                <a:lnTo>
                  <a:pt x="514350" y="2040626"/>
                </a:lnTo>
                <a:lnTo>
                  <a:pt x="514350" y="2066173"/>
                </a:lnTo>
                <a:lnTo>
                  <a:pt x="514350" y="2091728"/>
                </a:lnTo>
                <a:lnTo>
                  <a:pt x="514350" y="2117274"/>
                </a:lnTo>
                <a:lnTo>
                  <a:pt x="514350" y="2142830"/>
                </a:lnTo>
                <a:lnTo>
                  <a:pt x="514350" y="2168376"/>
                </a:lnTo>
                <a:lnTo>
                  <a:pt x="514350" y="2193922"/>
                </a:lnTo>
                <a:lnTo>
                  <a:pt x="514350" y="2219477"/>
                </a:lnTo>
                <a:lnTo>
                  <a:pt x="514350" y="2245023"/>
                </a:lnTo>
                <a:lnTo>
                  <a:pt x="514350" y="2270579"/>
                </a:lnTo>
                <a:lnTo>
                  <a:pt x="514350" y="2296125"/>
                </a:lnTo>
                <a:lnTo>
                  <a:pt x="514350" y="2321671"/>
                </a:lnTo>
                <a:lnTo>
                  <a:pt x="514350" y="2347227"/>
                </a:lnTo>
                <a:lnTo>
                  <a:pt x="514350" y="2372773"/>
                </a:lnTo>
                <a:lnTo>
                  <a:pt x="514350" y="2398328"/>
                </a:lnTo>
                <a:lnTo>
                  <a:pt x="514350" y="2423874"/>
                </a:lnTo>
                <a:lnTo>
                  <a:pt x="514350" y="2449420"/>
                </a:lnTo>
                <a:lnTo>
                  <a:pt x="514350" y="2474976"/>
                </a:lnTo>
                <a:lnTo>
                  <a:pt x="514350" y="2500522"/>
                </a:lnTo>
                <a:lnTo>
                  <a:pt x="504320" y="2520172"/>
                </a:lnTo>
                <a:lnTo>
                  <a:pt x="481984" y="2532583"/>
                </a:lnTo>
                <a:lnTo>
                  <a:pt x="459648" y="2544985"/>
                </a:lnTo>
                <a:lnTo>
                  <a:pt x="437321" y="2557396"/>
                </a:lnTo>
                <a:lnTo>
                  <a:pt x="414985" y="2569807"/>
                </a:lnTo>
                <a:lnTo>
                  <a:pt x="392649" y="2582208"/>
                </a:lnTo>
                <a:lnTo>
                  <a:pt x="370313" y="2594620"/>
                </a:lnTo>
                <a:lnTo>
                  <a:pt x="347977" y="2607031"/>
                </a:lnTo>
                <a:lnTo>
                  <a:pt x="325641" y="2619432"/>
                </a:lnTo>
                <a:lnTo>
                  <a:pt x="303314" y="2631843"/>
                </a:lnTo>
                <a:lnTo>
                  <a:pt x="280978" y="2644254"/>
                </a:lnTo>
                <a:lnTo>
                  <a:pt x="258642" y="2656656"/>
                </a:lnTo>
                <a:lnTo>
                  <a:pt x="236306" y="2645883"/>
                </a:lnTo>
                <a:lnTo>
                  <a:pt x="213970" y="2633472"/>
                </a:lnTo>
                <a:lnTo>
                  <a:pt x="191633" y="2621061"/>
                </a:lnTo>
                <a:lnTo>
                  <a:pt x="169307" y="2608659"/>
                </a:lnTo>
                <a:lnTo>
                  <a:pt x="146971" y="2596248"/>
                </a:lnTo>
                <a:lnTo>
                  <a:pt x="124635" y="2583837"/>
                </a:lnTo>
                <a:lnTo>
                  <a:pt x="102299" y="2571436"/>
                </a:lnTo>
                <a:lnTo>
                  <a:pt x="79962" y="2559025"/>
                </a:lnTo>
                <a:lnTo>
                  <a:pt x="57626" y="2546614"/>
                </a:lnTo>
                <a:lnTo>
                  <a:pt x="35300" y="2534212"/>
                </a:lnTo>
                <a:lnTo>
                  <a:pt x="12964" y="2521801"/>
                </a:lnTo>
                <a:lnTo>
                  <a:pt x="0" y="2503875"/>
                </a:lnTo>
                <a:lnTo>
                  <a:pt x="0" y="2478329"/>
                </a:lnTo>
                <a:lnTo>
                  <a:pt x="0" y="2452783"/>
                </a:lnTo>
                <a:lnTo>
                  <a:pt x="0" y="2427227"/>
                </a:lnTo>
                <a:lnTo>
                  <a:pt x="0" y="2401681"/>
                </a:lnTo>
                <a:lnTo>
                  <a:pt x="0" y="2376126"/>
                </a:lnTo>
                <a:lnTo>
                  <a:pt x="0" y="2350580"/>
                </a:lnTo>
                <a:lnTo>
                  <a:pt x="0" y="2325033"/>
                </a:lnTo>
                <a:lnTo>
                  <a:pt x="0" y="2299478"/>
                </a:lnTo>
                <a:lnTo>
                  <a:pt x="0" y="2273932"/>
                </a:lnTo>
                <a:lnTo>
                  <a:pt x="0" y="2248376"/>
                </a:lnTo>
                <a:lnTo>
                  <a:pt x="0" y="2222830"/>
                </a:lnTo>
                <a:lnTo>
                  <a:pt x="0" y="2197284"/>
                </a:lnTo>
                <a:lnTo>
                  <a:pt x="0" y="2171729"/>
                </a:lnTo>
                <a:lnTo>
                  <a:pt x="0" y="2146183"/>
                </a:lnTo>
                <a:lnTo>
                  <a:pt x="0" y="2120627"/>
                </a:lnTo>
                <a:lnTo>
                  <a:pt x="0" y="2095081"/>
                </a:lnTo>
                <a:lnTo>
                  <a:pt x="0" y="2069535"/>
                </a:lnTo>
                <a:lnTo>
                  <a:pt x="0" y="2043979"/>
                </a:lnTo>
                <a:lnTo>
                  <a:pt x="0" y="2018433"/>
                </a:lnTo>
                <a:lnTo>
                  <a:pt x="0" y="1992887"/>
                </a:lnTo>
                <a:lnTo>
                  <a:pt x="0" y="1967332"/>
                </a:lnTo>
                <a:lnTo>
                  <a:pt x="0" y="1941786"/>
                </a:lnTo>
                <a:lnTo>
                  <a:pt x="0" y="1916230"/>
                </a:lnTo>
                <a:lnTo>
                  <a:pt x="0" y="1890684"/>
                </a:lnTo>
                <a:lnTo>
                  <a:pt x="0" y="1865138"/>
                </a:lnTo>
                <a:lnTo>
                  <a:pt x="0" y="1839582"/>
                </a:lnTo>
                <a:lnTo>
                  <a:pt x="0" y="1814036"/>
                </a:lnTo>
                <a:lnTo>
                  <a:pt x="0" y="1788481"/>
                </a:lnTo>
                <a:lnTo>
                  <a:pt x="0" y="1762935"/>
                </a:lnTo>
                <a:lnTo>
                  <a:pt x="0" y="1737389"/>
                </a:lnTo>
                <a:lnTo>
                  <a:pt x="0" y="1711833"/>
                </a:lnTo>
                <a:lnTo>
                  <a:pt x="0" y="1686287"/>
                </a:lnTo>
                <a:lnTo>
                  <a:pt x="0" y="1660731"/>
                </a:lnTo>
                <a:lnTo>
                  <a:pt x="0" y="1635185"/>
                </a:lnTo>
                <a:lnTo>
                  <a:pt x="0" y="1609639"/>
                </a:lnTo>
                <a:lnTo>
                  <a:pt x="0" y="1584084"/>
                </a:lnTo>
                <a:lnTo>
                  <a:pt x="0" y="1558538"/>
                </a:lnTo>
                <a:lnTo>
                  <a:pt x="0" y="1532982"/>
                </a:lnTo>
                <a:lnTo>
                  <a:pt x="0" y="1507436"/>
                </a:lnTo>
                <a:lnTo>
                  <a:pt x="0" y="1481890"/>
                </a:lnTo>
                <a:lnTo>
                  <a:pt x="0" y="1456334"/>
                </a:lnTo>
                <a:lnTo>
                  <a:pt x="0" y="1430788"/>
                </a:lnTo>
                <a:lnTo>
                  <a:pt x="0" y="1405233"/>
                </a:lnTo>
                <a:lnTo>
                  <a:pt x="0" y="1379687"/>
                </a:lnTo>
                <a:lnTo>
                  <a:pt x="0" y="1354141"/>
                </a:lnTo>
                <a:lnTo>
                  <a:pt x="0" y="1328585"/>
                </a:lnTo>
                <a:lnTo>
                  <a:pt x="0" y="1303039"/>
                </a:lnTo>
                <a:lnTo>
                  <a:pt x="0" y="1277493"/>
                </a:lnTo>
                <a:lnTo>
                  <a:pt x="0" y="1251937"/>
                </a:lnTo>
                <a:lnTo>
                  <a:pt x="0" y="1226391"/>
                </a:lnTo>
                <a:lnTo>
                  <a:pt x="0" y="1200836"/>
                </a:lnTo>
                <a:lnTo>
                  <a:pt x="0" y="1175290"/>
                </a:lnTo>
                <a:lnTo>
                  <a:pt x="0" y="1149744"/>
                </a:lnTo>
                <a:lnTo>
                  <a:pt x="0" y="1124188"/>
                </a:lnTo>
                <a:lnTo>
                  <a:pt x="0" y="1098642"/>
                </a:lnTo>
                <a:lnTo>
                  <a:pt x="0" y="1073087"/>
                </a:lnTo>
                <a:lnTo>
                  <a:pt x="0" y="1047540"/>
                </a:lnTo>
                <a:lnTo>
                  <a:pt x="0" y="1021994"/>
                </a:lnTo>
                <a:lnTo>
                  <a:pt x="0" y="996439"/>
                </a:lnTo>
                <a:lnTo>
                  <a:pt x="0" y="970893"/>
                </a:lnTo>
                <a:lnTo>
                  <a:pt x="0" y="945337"/>
                </a:lnTo>
                <a:lnTo>
                  <a:pt x="0" y="919791"/>
                </a:lnTo>
                <a:lnTo>
                  <a:pt x="0" y="894245"/>
                </a:lnTo>
                <a:lnTo>
                  <a:pt x="0" y="868690"/>
                </a:lnTo>
                <a:lnTo>
                  <a:pt x="0" y="843143"/>
                </a:lnTo>
                <a:lnTo>
                  <a:pt x="0" y="817588"/>
                </a:lnTo>
                <a:lnTo>
                  <a:pt x="0" y="792042"/>
                </a:lnTo>
                <a:lnTo>
                  <a:pt x="0" y="766496"/>
                </a:lnTo>
                <a:lnTo>
                  <a:pt x="0" y="740940"/>
                </a:lnTo>
                <a:lnTo>
                  <a:pt x="0" y="715394"/>
                </a:lnTo>
                <a:lnTo>
                  <a:pt x="0" y="689848"/>
                </a:lnTo>
                <a:lnTo>
                  <a:pt x="0" y="664293"/>
                </a:lnTo>
                <a:lnTo>
                  <a:pt x="0" y="638747"/>
                </a:lnTo>
                <a:lnTo>
                  <a:pt x="0" y="613191"/>
                </a:lnTo>
                <a:lnTo>
                  <a:pt x="0" y="587645"/>
                </a:lnTo>
                <a:lnTo>
                  <a:pt x="0" y="562099"/>
                </a:lnTo>
                <a:lnTo>
                  <a:pt x="0" y="536543"/>
                </a:lnTo>
                <a:lnTo>
                  <a:pt x="0" y="510997"/>
                </a:lnTo>
                <a:lnTo>
                  <a:pt x="0" y="485442"/>
                </a:lnTo>
                <a:lnTo>
                  <a:pt x="0" y="459896"/>
                </a:lnTo>
                <a:lnTo>
                  <a:pt x="0" y="434350"/>
                </a:lnTo>
                <a:lnTo>
                  <a:pt x="0" y="408794"/>
                </a:lnTo>
                <a:lnTo>
                  <a:pt x="0" y="383248"/>
                </a:lnTo>
                <a:lnTo>
                  <a:pt x="0" y="357692"/>
                </a:lnTo>
                <a:lnTo>
                  <a:pt x="0" y="332146"/>
                </a:lnTo>
                <a:lnTo>
                  <a:pt x="0" y="306600"/>
                </a:lnTo>
                <a:lnTo>
                  <a:pt x="0" y="281045"/>
                </a:lnTo>
                <a:lnTo>
                  <a:pt x="0" y="255499"/>
                </a:lnTo>
                <a:lnTo>
                  <a:pt x="0" y="229953"/>
                </a:lnTo>
                <a:lnTo>
                  <a:pt x="0" y="204397"/>
                </a:lnTo>
                <a:lnTo>
                  <a:pt x="0" y="178851"/>
                </a:lnTo>
                <a:lnTo>
                  <a:pt x="0" y="153295"/>
                </a:lnTo>
                <a:lnTo>
                  <a:pt x="0" y="127749"/>
                </a:lnTo>
                <a:lnTo>
                  <a:pt x="0" y="102203"/>
                </a:lnTo>
                <a:lnTo>
                  <a:pt x="0" y="76648"/>
                </a:lnTo>
                <a:lnTo>
                  <a:pt x="0" y="51102"/>
                </a:lnTo>
                <a:lnTo>
                  <a:pt x="0" y="25546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4" name="phase-title-0">
            <a:extLst xmlns:a="http://schemas.openxmlformats.org/drawingml/2006/main">
              <a:ext uri="{FF2B5EF4-FFF2-40B4-BE49-F238E27FC236}">
                <a16:creationId xmlns:a16="http://schemas.microsoft.com/office/drawing/2014/main" id="{45A9DB85-ED77-44DF-BBFB-487D114FF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2496293"/>
            <a:ext cx="1428750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获取与识别</a:t>
            </a:r>
          </a:p>
        </p:txBody>
      </p:sp>
      <p:sp>
        <p:nvSpPr>
          <p:cNvPr id="5" name="phase-body-0">
            <a:extLst xmlns:a="http://schemas.openxmlformats.org/drawingml/2006/main">
              <a:ext uri="{FF2B5EF4-FFF2-40B4-BE49-F238E27FC236}">
                <a16:creationId xmlns:a16="http://schemas.microsoft.com/office/drawing/2014/main" id="{C54457FB-D04C-4FB7-B82F-CFBBA4335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2850509"/>
            <a:ext cx="1428750" cy="587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让目标对象进</a:t>
            </a:r>
          </a:p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入并形成意向</a:t>
            </a:r>
          </a:p>
        </p:txBody>
      </p:sp>
      <p:sp>
        <p:nvSpPr>
          <p:cNvPr id="6" name="action-icon-shell-0-0">
            <a:extLst xmlns:a="http://schemas.openxmlformats.org/drawingml/2006/main">
              <a:ext uri="{FF2B5EF4-FFF2-40B4-BE49-F238E27FC236}">
                <a16:creationId xmlns:a16="http://schemas.microsoft.com/office/drawing/2014/main" id="{A987D23E-924F-454E-8527-0B41B6452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2490788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6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188d7dd0ece4b15">
            <a:extLst>
              <a:ext uri="{96DAC541-7B7A-43D3-8B79-37D633B846F1}">
                <asvg:svgBlip xmlns:asvg="http://schemas.microsoft.com/office/drawing/2016/SVG/main" r:embed="Raeb631215a94481f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2566988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8" name="action-title-0-0">
            <a:extLst xmlns:a="http://schemas.openxmlformats.org/drawingml/2006/main">
              <a:ext uri="{FF2B5EF4-FFF2-40B4-BE49-F238E27FC236}">
                <a16:creationId xmlns:a16="http://schemas.microsoft.com/office/drawing/2014/main" id="{9F4ABA67-1DA7-46FB-A53E-C1005D59C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429770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标签体系</a:t>
            </a:r>
          </a:p>
        </p:txBody>
      </p:sp>
      <p:sp>
        <p:nvSpPr>
          <p:cNvPr id="9" name="action-body-0-0">
            <a:extLst xmlns:a="http://schemas.openxmlformats.org/drawingml/2006/main">
              <a:ext uri="{FF2B5EF4-FFF2-40B4-BE49-F238E27FC236}">
                <a16:creationId xmlns:a16="http://schemas.microsoft.com/office/drawing/2014/main" id="{84AF1099-59EA-45AD-B4A0-9E9659AC7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658370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形成可识别对象</a:t>
            </a:r>
          </a:p>
        </p:txBody>
      </p:sp>
      <p:sp>
        <p:nvSpPr>
          <p:cNvPr id="10" name="action-icon-shell-0-1">
            <a:extLst xmlns:a="http://schemas.openxmlformats.org/drawingml/2006/main">
              <a:ext uri="{FF2B5EF4-FFF2-40B4-BE49-F238E27FC236}">
                <a16:creationId xmlns:a16="http://schemas.microsoft.com/office/drawing/2014/main" id="{A48EB3D8-611C-4EED-9B78-A3661E9DC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2490788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7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8109fa2b3d644af">
            <a:extLst>
              <a:ext uri="{96DAC541-7B7A-43D3-8B79-37D633B846F1}">
                <asvg:svgBlip xmlns:asvg="http://schemas.microsoft.com/office/drawing/2016/SVG/main" r:embed="Ra1fb2c6b4dd34593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2566988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12" name="action-title-0-1">
            <a:extLst xmlns:a="http://schemas.openxmlformats.org/drawingml/2006/main">
              <a:ext uri="{FF2B5EF4-FFF2-40B4-BE49-F238E27FC236}">
                <a16:creationId xmlns:a16="http://schemas.microsoft.com/office/drawing/2014/main" id="{69151B3D-C926-42EF-84AE-6223F9579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429770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渠道连接</a:t>
            </a:r>
          </a:p>
        </p:txBody>
      </p:sp>
      <p:sp>
        <p:nvSpPr>
          <p:cNvPr id="13" name="action-body-0-1">
            <a:extLst xmlns:a="http://schemas.openxmlformats.org/drawingml/2006/main">
              <a:ext uri="{FF2B5EF4-FFF2-40B4-BE49-F238E27FC236}">
                <a16:creationId xmlns:a16="http://schemas.microsoft.com/office/drawing/2014/main" id="{8CDE7AC8-B475-4B4E-A746-C4C2937D3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658370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连接主要触点</a:t>
            </a:r>
          </a:p>
        </p:txBody>
      </p:sp>
      <p:sp>
        <p:nvSpPr>
          <p:cNvPr id="14" name="action-icon-shell-0-2">
            <a:extLst xmlns:a="http://schemas.openxmlformats.org/drawingml/2006/main">
              <a:ext uri="{FF2B5EF4-FFF2-40B4-BE49-F238E27FC236}">
                <a16:creationId xmlns:a16="http://schemas.microsoft.com/office/drawing/2014/main" id="{3240566D-86D5-4542-9D8C-4072F96CD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3100388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7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3b453fc00044901">
            <a:extLst>
              <a:ext uri="{96DAC541-7B7A-43D3-8B79-37D633B846F1}">
                <asvg:svgBlip xmlns:asvg="http://schemas.microsoft.com/office/drawing/2016/SVG/main" r:embed="Rfc8a5a42f79245cf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3176588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16" name="action-title-0-2">
            <a:extLst xmlns:a="http://schemas.openxmlformats.org/drawingml/2006/main">
              <a:ext uri="{FF2B5EF4-FFF2-40B4-BE49-F238E27FC236}">
                <a16:creationId xmlns:a16="http://schemas.microsoft.com/office/drawing/2014/main" id="{F468FF86-65F2-464F-A797-EA5442552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3039370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内容优化</a:t>
            </a:r>
          </a:p>
        </p:txBody>
      </p:sp>
      <p:sp>
        <p:nvSpPr>
          <p:cNvPr id="17" name="action-body-0-2">
            <a:extLst xmlns:a="http://schemas.openxmlformats.org/drawingml/2006/main">
              <a:ext uri="{FF2B5EF4-FFF2-40B4-BE49-F238E27FC236}">
                <a16:creationId xmlns:a16="http://schemas.microsoft.com/office/drawing/2014/main" id="{1815D332-01CC-4D0F-8EAC-7D1BE22B1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3267970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提高触达质量</a:t>
            </a:r>
          </a:p>
        </p:txBody>
      </p:sp>
      <p:sp>
        <p:nvSpPr>
          <p:cNvPr id="18" name="action-icon-shell-0-3">
            <a:extLst xmlns:a="http://schemas.openxmlformats.org/drawingml/2006/main">
              <a:ext uri="{FF2B5EF4-FFF2-40B4-BE49-F238E27FC236}">
                <a16:creationId xmlns:a16="http://schemas.microsoft.com/office/drawing/2014/main" id="{C915DED3-7AFB-4F4F-8894-7F41762E7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3100388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8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129c9cd912843fb">
            <a:extLst>
              <a:ext uri="{96DAC541-7B7A-43D3-8B79-37D633B846F1}">
                <asvg:svgBlip xmlns:asvg="http://schemas.microsoft.com/office/drawing/2016/SVG/main" r:embed="R23c850a82938444e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3176588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20" name="action-title-0-3">
            <a:extLst xmlns:a="http://schemas.openxmlformats.org/drawingml/2006/main">
              <a:ext uri="{FF2B5EF4-FFF2-40B4-BE49-F238E27FC236}">
                <a16:creationId xmlns:a16="http://schemas.microsoft.com/office/drawing/2014/main" id="{B2D9C209-37EB-4D57-8C6E-B63DFD534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3039370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行为追踪</a:t>
            </a:r>
          </a:p>
        </p:txBody>
      </p:sp>
      <p:sp>
        <p:nvSpPr>
          <p:cNvPr id="21" name="action-body-0-3">
            <a:extLst xmlns:a="http://schemas.openxmlformats.org/drawingml/2006/main">
              <a:ext uri="{FF2B5EF4-FFF2-40B4-BE49-F238E27FC236}">
                <a16:creationId xmlns:a16="http://schemas.microsoft.com/office/drawing/2014/main" id="{5C398623-6721-405D-A884-0D66CE65C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3267970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记录关键反馈</a:t>
            </a:r>
          </a:p>
        </p:txBody>
      </p:sp>
      <p:sp>
        <p:nvSpPr>
          <p:cNvPr id="22" name="phase-rail-1">
            <a:extLst xmlns:a="http://schemas.openxmlformats.org/drawingml/2006/main">
              <a:ext uri="{FF2B5EF4-FFF2-40B4-BE49-F238E27FC236}">
                <a16:creationId xmlns:a16="http://schemas.microsoft.com/office/drawing/2014/main" id="{98C7CA46-91A5-4D9D-BE65-05DF8CE15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4295775"/>
            <a:ext cx="514350" cy="1914134"/>
          </a:xfrm>
          <a:custGeom xmlns:a="http://schemas.openxmlformats.org/drawingml/2006/main">
            <a:pathLst>
              <a:path w="514350" h="1914134">
                <a:moveTo>
                  <a:pt x="0" y="0"/>
                </a:moveTo>
                <a:lnTo>
                  <a:pt x="17193" y="9554"/>
                </a:lnTo>
                <a:lnTo>
                  <a:pt x="34385" y="19098"/>
                </a:lnTo>
                <a:lnTo>
                  <a:pt x="51578" y="28651"/>
                </a:lnTo>
                <a:lnTo>
                  <a:pt x="68771" y="38205"/>
                </a:lnTo>
                <a:lnTo>
                  <a:pt x="85963" y="47758"/>
                </a:lnTo>
                <a:lnTo>
                  <a:pt x="103156" y="57302"/>
                </a:lnTo>
                <a:lnTo>
                  <a:pt x="120348" y="66856"/>
                </a:lnTo>
                <a:lnTo>
                  <a:pt x="137541" y="76410"/>
                </a:lnTo>
                <a:lnTo>
                  <a:pt x="154724" y="85963"/>
                </a:lnTo>
                <a:lnTo>
                  <a:pt x="171917" y="95507"/>
                </a:lnTo>
                <a:lnTo>
                  <a:pt x="189109" y="105061"/>
                </a:lnTo>
                <a:lnTo>
                  <a:pt x="206302" y="114614"/>
                </a:lnTo>
                <a:lnTo>
                  <a:pt x="223495" y="124168"/>
                </a:lnTo>
                <a:lnTo>
                  <a:pt x="240687" y="133712"/>
                </a:lnTo>
                <a:lnTo>
                  <a:pt x="257880" y="142484"/>
                </a:lnTo>
                <a:lnTo>
                  <a:pt x="275072" y="132931"/>
                </a:lnTo>
                <a:lnTo>
                  <a:pt x="292265" y="123377"/>
                </a:lnTo>
                <a:lnTo>
                  <a:pt x="309458" y="113833"/>
                </a:lnTo>
                <a:lnTo>
                  <a:pt x="326650" y="104280"/>
                </a:lnTo>
                <a:lnTo>
                  <a:pt x="343843" y="94726"/>
                </a:lnTo>
                <a:lnTo>
                  <a:pt x="361036" y="85173"/>
                </a:lnTo>
                <a:lnTo>
                  <a:pt x="378228" y="75629"/>
                </a:lnTo>
                <a:lnTo>
                  <a:pt x="395421" y="66075"/>
                </a:lnTo>
                <a:lnTo>
                  <a:pt x="412613" y="56521"/>
                </a:lnTo>
                <a:lnTo>
                  <a:pt x="429806" y="46968"/>
                </a:lnTo>
                <a:lnTo>
                  <a:pt x="446999" y="37424"/>
                </a:lnTo>
                <a:lnTo>
                  <a:pt x="464182" y="27870"/>
                </a:lnTo>
                <a:lnTo>
                  <a:pt x="481374" y="18317"/>
                </a:lnTo>
                <a:lnTo>
                  <a:pt x="498567" y="8763"/>
                </a:lnTo>
                <a:lnTo>
                  <a:pt x="514350" y="1619"/>
                </a:lnTo>
                <a:lnTo>
                  <a:pt x="514350" y="21279"/>
                </a:lnTo>
                <a:lnTo>
                  <a:pt x="514350" y="40948"/>
                </a:lnTo>
                <a:lnTo>
                  <a:pt x="514350" y="60617"/>
                </a:lnTo>
                <a:lnTo>
                  <a:pt x="514350" y="80286"/>
                </a:lnTo>
                <a:lnTo>
                  <a:pt x="514350" y="99955"/>
                </a:lnTo>
                <a:lnTo>
                  <a:pt x="514350" y="119615"/>
                </a:lnTo>
                <a:lnTo>
                  <a:pt x="514350" y="139284"/>
                </a:lnTo>
                <a:lnTo>
                  <a:pt x="514350" y="158953"/>
                </a:lnTo>
                <a:lnTo>
                  <a:pt x="514350" y="178622"/>
                </a:lnTo>
                <a:lnTo>
                  <a:pt x="514350" y="198282"/>
                </a:lnTo>
                <a:lnTo>
                  <a:pt x="514350" y="217951"/>
                </a:lnTo>
                <a:lnTo>
                  <a:pt x="514350" y="237620"/>
                </a:lnTo>
                <a:lnTo>
                  <a:pt x="514350" y="257289"/>
                </a:lnTo>
                <a:lnTo>
                  <a:pt x="514350" y="276958"/>
                </a:lnTo>
                <a:lnTo>
                  <a:pt x="514350" y="296618"/>
                </a:lnTo>
                <a:lnTo>
                  <a:pt x="514350" y="316287"/>
                </a:lnTo>
                <a:lnTo>
                  <a:pt x="514350" y="335956"/>
                </a:lnTo>
                <a:lnTo>
                  <a:pt x="514350" y="355625"/>
                </a:lnTo>
                <a:lnTo>
                  <a:pt x="514350" y="375295"/>
                </a:lnTo>
                <a:lnTo>
                  <a:pt x="514350" y="394954"/>
                </a:lnTo>
                <a:lnTo>
                  <a:pt x="514350" y="414623"/>
                </a:lnTo>
                <a:lnTo>
                  <a:pt x="514350" y="434292"/>
                </a:lnTo>
                <a:lnTo>
                  <a:pt x="514350" y="453961"/>
                </a:lnTo>
                <a:lnTo>
                  <a:pt x="514350" y="473621"/>
                </a:lnTo>
                <a:lnTo>
                  <a:pt x="514350" y="493290"/>
                </a:lnTo>
                <a:lnTo>
                  <a:pt x="514350" y="512959"/>
                </a:lnTo>
                <a:lnTo>
                  <a:pt x="514350" y="532628"/>
                </a:lnTo>
                <a:lnTo>
                  <a:pt x="514350" y="552298"/>
                </a:lnTo>
                <a:lnTo>
                  <a:pt x="514350" y="571957"/>
                </a:lnTo>
                <a:lnTo>
                  <a:pt x="514350" y="591626"/>
                </a:lnTo>
                <a:lnTo>
                  <a:pt x="514350" y="611295"/>
                </a:lnTo>
                <a:lnTo>
                  <a:pt x="514350" y="630965"/>
                </a:lnTo>
                <a:lnTo>
                  <a:pt x="514350" y="650624"/>
                </a:lnTo>
                <a:lnTo>
                  <a:pt x="514350" y="670293"/>
                </a:lnTo>
                <a:lnTo>
                  <a:pt x="514350" y="689962"/>
                </a:lnTo>
                <a:lnTo>
                  <a:pt x="514350" y="709632"/>
                </a:lnTo>
                <a:lnTo>
                  <a:pt x="514350" y="729301"/>
                </a:lnTo>
                <a:lnTo>
                  <a:pt x="514350" y="748960"/>
                </a:lnTo>
                <a:lnTo>
                  <a:pt x="514350" y="768629"/>
                </a:lnTo>
                <a:lnTo>
                  <a:pt x="514350" y="788299"/>
                </a:lnTo>
                <a:lnTo>
                  <a:pt x="514350" y="807968"/>
                </a:lnTo>
                <a:lnTo>
                  <a:pt x="514350" y="827637"/>
                </a:lnTo>
                <a:lnTo>
                  <a:pt x="514350" y="847296"/>
                </a:lnTo>
                <a:lnTo>
                  <a:pt x="514350" y="866966"/>
                </a:lnTo>
                <a:lnTo>
                  <a:pt x="514350" y="886635"/>
                </a:lnTo>
                <a:lnTo>
                  <a:pt x="514350" y="906304"/>
                </a:lnTo>
                <a:lnTo>
                  <a:pt x="514350" y="925963"/>
                </a:lnTo>
                <a:lnTo>
                  <a:pt x="514350" y="945632"/>
                </a:lnTo>
                <a:lnTo>
                  <a:pt x="514350" y="965302"/>
                </a:lnTo>
                <a:lnTo>
                  <a:pt x="514350" y="984971"/>
                </a:lnTo>
                <a:lnTo>
                  <a:pt x="514350" y="1004640"/>
                </a:lnTo>
                <a:lnTo>
                  <a:pt x="514350" y="1024299"/>
                </a:lnTo>
                <a:lnTo>
                  <a:pt x="514350" y="1043969"/>
                </a:lnTo>
                <a:lnTo>
                  <a:pt x="514350" y="1063638"/>
                </a:lnTo>
                <a:lnTo>
                  <a:pt x="514350" y="1083307"/>
                </a:lnTo>
                <a:lnTo>
                  <a:pt x="514350" y="1102966"/>
                </a:lnTo>
                <a:lnTo>
                  <a:pt x="514350" y="1122636"/>
                </a:lnTo>
                <a:lnTo>
                  <a:pt x="514350" y="1142305"/>
                </a:lnTo>
                <a:lnTo>
                  <a:pt x="514350" y="1161974"/>
                </a:lnTo>
                <a:lnTo>
                  <a:pt x="514350" y="1181643"/>
                </a:lnTo>
                <a:lnTo>
                  <a:pt x="514350" y="1201303"/>
                </a:lnTo>
                <a:lnTo>
                  <a:pt x="514350" y="1220972"/>
                </a:lnTo>
                <a:lnTo>
                  <a:pt x="514350" y="1240641"/>
                </a:lnTo>
                <a:lnTo>
                  <a:pt x="514350" y="1260310"/>
                </a:lnTo>
                <a:lnTo>
                  <a:pt x="514350" y="1279970"/>
                </a:lnTo>
                <a:lnTo>
                  <a:pt x="514350" y="1299639"/>
                </a:lnTo>
                <a:lnTo>
                  <a:pt x="514350" y="1319308"/>
                </a:lnTo>
                <a:lnTo>
                  <a:pt x="514350" y="1338977"/>
                </a:lnTo>
                <a:lnTo>
                  <a:pt x="514350" y="1358646"/>
                </a:lnTo>
                <a:lnTo>
                  <a:pt x="514350" y="1378306"/>
                </a:lnTo>
                <a:lnTo>
                  <a:pt x="514350" y="1397975"/>
                </a:lnTo>
                <a:lnTo>
                  <a:pt x="514350" y="1417644"/>
                </a:lnTo>
                <a:lnTo>
                  <a:pt x="514350" y="1437313"/>
                </a:lnTo>
                <a:lnTo>
                  <a:pt x="514350" y="1456982"/>
                </a:lnTo>
                <a:lnTo>
                  <a:pt x="514350" y="1476642"/>
                </a:lnTo>
                <a:lnTo>
                  <a:pt x="514350" y="1496311"/>
                </a:lnTo>
                <a:lnTo>
                  <a:pt x="514350" y="1515980"/>
                </a:lnTo>
                <a:lnTo>
                  <a:pt x="514350" y="1535649"/>
                </a:lnTo>
                <a:lnTo>
                  <a:pt x="514350" y="1555309"/>
                </a:lnTo>
                <a:lnTo>
                  <a:pt x="514350" y="1574978"/>
                </a:lnTo>
                <a:lnTo>
                  <a:pt x="514350" y="1594647"/>
                </a:lnTo>
                <a:lnTo>
                  <a:pt x="514350" y="1614316"/>
                </a:lnTo>
                <a:lnTo>
                  <a:pt x="514350" y="1633985"/>
                </a:lnTo>
                <a:lnTo>
                  <a:pt x="514350" y="1653645"/>
                </a:lnTo>
                <a:lnTo>
                  <a:pt x="514350" y="1673314"/>
                </a:lnTo>
                <a:lnTo>
                  <a:pt x="514350" y="1692983"/>
                </a:lnTo>
                <a:lnTo>
                  <a:pt x="514350" y="1712652"/>
                </a:lnTo>
                <a:lnTo>
                  <a:pt x="514350" y="1732312"/>
                </a:lnTo>
                <a:lnTo>
                  <a:pt x="514350" y="1751981"/>
                </a:lnTo>
                <a:lnTo>
                  <a:pt x="514350" y="1771650"/>
                </a:lnTo>
                <a:lnTo>
                  <a:pt x="497157" y="1781204"/>
                </a:lnTo>
                <a:lnTo>
                  <a:pt x="479965" y="1790748"/>
                </a:lnTo>
                <a:lnTo>
                  <a:pt x="462772" y="1800301"/>
                </a:lnTo>
                <a:lnTo>
                  <a:pt x="445580" y="1809855"/>
                </a:lnTo>
                <a:lnTo>
                  <a:pt x="428387" y="1819408"/>
                </a:lnTo>
                <a:lnTo>
                  <a:pt x="411194" y="1828952"/>
                </a:lnTo>
                <a:lnTo>
                  <a:pt x="394002" y="1838506"/>
                </a:lnTo>
                <a:lnTo>
                  <a:pt x="376809" y="1848060"/>
                </a:lnTo>
                <a:lnTo>
                  <a:pt x="359626" y="1857613"/>
                </a:lnTo>
                <a:lnTo>
                  <a:pt x="342433" y="1867157"/>
                </a:lnTo>
                <a:lnTo>
                  <a:pt x="325241" y="1876711"/>
                </a:lnTo>
                <a:lnTo>
                  <a:pt x="308048" y="1886264"/>
                </a:lnTo>
                <a:lnTo>
                  <a:pt x="290855" y="1895818"/>
                </a:lnTo>
                <a:lnTo>
                  <a:pt x="273663" y="1905362"/>
                </a:lnTo>
                <a:lnTo>
                  <a:pt x="256470" y="1914134"/>
                </a:lnTo>
                <a:lnTo>
                  <a:pt x="239278" y="1904581"/>
                </a:lnTo>
                <a:lnTo>
                  <a:pt x="222085" y="1895027"/>
                </a:lnTo>
                <a:lnTo>
                  <a:pt x="204892" y="1885483"/>
                </a:lnTo>
                <a:lnTo>
                  <a:pt x="187700" y="1875930"/>
                </a:lnTo>
                <a:lnTo>
                  <a:pt x="170507" y="1866376"/>
                </a:lnTo>
                <a:lnTo>
                  <a:pt x="153314" y="1856823"/>
                </a:lnTo>
                <a:lnTo>
                  <a:pt x="136122" y="1847279"/>
                </a:lnTo>
                <a:lnTo>
                  <a:pt x="118929" y="1837725"/>
                </a:lnTo>
                <a:lnTo>
                  <a:pt x="101737" y="1828171"/>
                </a:lnTo>
                <a:lnTo>
                  <a:pt x="84544" y="1818618"/>
                </a:lnTo>
                <a:lnTo>
                  <a:pt x="67351" y="1809074"/>
                </a:lnTo>
                <a:lnTo>
                  <a:pt x="50168" y="1799520"/>
                </a:lnTo>
                <a:lnTo>
                  <a:pt x="32976" y="1789967"/>
                </a:lnTo>
                <a:lnTo>
                  <a:pt x="15783" y="1780413"/>
                </a:lnTo>
                <a:lnTo>
                  <a:pt x="0" y="1770031"/>
                </a:lnTo>
                <a:lnTo>
                  <a:pt x="0" y="1750371"/>
                </a:lnTo>
                <a:lnTo>
                  <a:pt x="0" y="1730702"/>
                </a:lnTo>
                <a:lnTo>
                  <a:pt x="0" y="1711033"/>
                </a:lnTo>
                <a:lnTo>
                  <a:pt x="0" y="1691364"/>
                </a:lnTo>
                <a:lnTo>
                  <a:pt x="0" y="1671695"/>
                </a:lnTo>
                <a:lnTo>
                  <a:pt x="0" y="1652035"/>
                </a:lnTo>
                <a:lnTo>
                  <a:pt x="0" y="1632366"/>
                </a:lnTo>
                <a:lnTo>
                  <a:pt x="0" y="1612697"/>
                </a:lnTo>
                <a:lnTo>
                  <a:pt x="0" y="1593028"/>
                </a:lnTo>
                <a:lnTo>
                  <a:pt x="0" y="1573368"/>
                </a:lnTo>
                <a:lnTo>
                  <a:pt x="0" y="1553699"/>
                </a:lnTo>
                <a:lnTo>
                  <a:pt x="0" y="1534030"/>
                </a:lnTo>
                <a:lnTo>
                  <a:pt x="0" y="1514361"/>
                </a:lnTo>
                <a:lnTo>
                  <a:pt x="0" y="1494692"/>
                </a:lnTo>
                <a:lnTo>
                  <a:pt x="0" y="1475032"/>
                </a:lnTo>
                <a:lnTo>
                  <a:pt x="0" y="1455363"/>
                </a:lnTo>
                <a:lnTo>
                  <a:pt x="0" y="1435694"/>
                </a:lnTo>
                <a:lnTo>
                  <a:pt x="0" y="1416025"/>
                </a:lnTo>
                <a:lnTo>
                  <a:pt x="0" y="1396355"/>
                </a:lnTo>
                <a:lnTo>
                  <a:pt x="0" y="1376696"/>
                </a:lnTo>
                <a:lnTo>
                  <a:pt x="0" y="1357027"/>
                </a:lnTo>
                <a:lnTo>
                  <a:pt x="0" y="1337358"/>
                </a:lnTo>
                <a:lnTo>
                  <a:pt x="0" y="1317689"/>
                </a:lnTo>
                <a:lnTo>
                  <a:pt x="0" y="1298029"/>
                </a:lnTo>
                <a:lnTo>
                  <a:pt x="0" y="1278360"/>
                </a:lnTo>
                <a:lnTo>
                  <a:pt x="0" y="1258691"/>
                </a:lnTo>
                <a:lnTo>
                  <a:pt x="0" y="1239022"/>
                </a:lnTo>
                <a:lnTo>
                  <a:pt x="0" y="1219352"/>
                </a:lnTo>
                <a:lnTo>
                  <a:pt x="0" y="1199693"/>
                </a:lnTo>
                <a:lnTo>
                  <a:pt x="0" y="1180024"/>
                </a:lnTo>
                <a:lnTo>
                  <a:pt x="0" y="1160355"/>
                </a:lnTo>
                <a:lnTo>
                  <a:pt x="0" y="1140685"/>
                </a:lnTo>
                <a:lnTo>
                  <a:pt x="0" y="1121026"/>
                </a:lnTo>
                <a:lnTo>
                  <a:pt x="0" y="1101357"/>
                </a:lnTo>
                <a:lnTo>
                  <a:pt x="0" y="1081688"/>
                </a:lnTo>
                <a:lnTo>
                  <a:pt x="0" y="1062018"/>
                </a:lnTo>
                <a:lnTo>
                  <a:pt x="0" y="1042349"/>
                </a:lnTo>
                <a:lnTo>
                  <a:pt x="0" y="1022690"/>
                </a:lnTo>
                <a:lnTo>
                  <a:pt x="0" y="1003021"/>
                </a:lnTo>
                <a:lnTo>
                  <a:pt x="0" y="983351"/>
                </a:lnTo>
                <a:lnTo>
                  <a:pt x="0" y="963682"/>
                </a:lnTo>
                <a:lnTo>
                  <a:pt x="0" y="944023"/>
                </a:lnTo>
                <a:lnTo>
                  <a:pt x="0" y="924354"/>
                </a:lnTo>
                <a:lnTo>
                  <a:pt x="0" y="904685"/>
                </a:lnTo>
                <a:lnTo>
                  <a:pt x="0" y="885015"/>
                </a:lnTo>
                <a:lnTo>
                  <a:pt x="0" y="865346"/>
                </a:lnTo>
                <a:lnTo>
                  <a:pt x="0" y="845687"/>
                </a:lnTo>
                <a:lnTo>
                  <a:pt x="0" y="826018"/>
                </a:lnTo>
                <a:lnTo>
                  <a:pt x="0" y="806348"/>
                </a:lnTo>
                <a:lnTo>
                  <a:pt x="0" y="786679"/>
                </a:lnTo>
                <a:lnTo>
                  <a:pt x="0" y="767010"/>
                </a:lnTo>
                <a:lnTo>
                  <a:pt x="0" y="747351"/>
                </a:lnTo>
                <a:lnTo>
                  <a:pt x="0" y="727681"/>
                </a:lnTo>
                <a:lnTo>
                  <a:pt x="0" y="708012"/>
                </a:lnTo>
                <a:lnTo>
                  <a:pt x="0" y="688343"/>
                </a:lnTo>
                <a:lnTo>
                  <a:pt x="0" y="668684"/>
                </a:lnTo>
                <a:lnTo>
                  <a:pt x="0" y="649014"/>
                </a:lnTo>
                <a:lnTo>
                  <a:pt x="0" y="629345"/>
                </a:lnTo>
                <a:lnTo>
                  <a:pt x="0" y="609676"/>
                </a:lnTo>
                <a:lnTo>
                  <a:pt x="0" y="590007"/>
                </a:lnTo>
                <a:lnTo>
                  <a:pt x="0" y="570347"/>
                </a:lnTo>
                <a:lnTo>
                  <a:pt x="0" y="550678"/>
                </a:lnTo>
                <a:lnTo>
                  <a:pt x="0" y="531009"/>
                </a:lnTo>
                <a:lnTo>
                  <a:pt x="0" y="511340"/>
                </a:lnTo>
                <a:lnTo>
                  <a:pt x="0" y="491681"/>
                </a:lnTo>
                <a:lnTo>
                  <a:pt x="0" y="472011"/>
                </a:lnTo>
                <a:lnTo>
                  <a:pt x="0" y="452342"/>
                </a:lnTo>
                <a:lnTo>
                  <a:pt x="0" y="432673"/>
                </a:lnTo>
                <a:lnTo>
                  <a:pt x="0" y="413004"/>
                </a:lnTo>
                <a:lnTo>
                  <a:pt x="0" y="393344"/>
                </a:lnTo>
                <a:lnTo>
                  <a:pt x="0" y="373675"/>
                </a:lnTo>
                <a:lnTo>
                  <a:pt x="0" y="354006"/>
                </a:lnTo>
                <a:lnTo>
                  <a:pt x="0" y="334337"/>
                </a:lnTo>
                <a:lnTo>
                  <a:pt x="0" y="314668"/>
                </a:lnTo>
                <a:lnTo>
                  <a:pt x="0" y="295008"/>
                </a:lnTo>
                <a:lnTo>
                  <a:pt x="0" y="275339"/>
                </a:lnTo>
                <a:lnTo>
                  <a:pt x="0" y="255670"/>
                </a:lnTo>
                <a:lnTo>
                  <a:pt x="0" y="236001"/>
                </a:lnTo>
                <a:lnTo>
                  <a:pt x="0" y="216341"/>
                </a:lnTo>
                <a:lnTo>
                  <a:pt x="0" y="196672"/>
                </a:lnTo>
                <a:lnTo>
                  <a:pt x="0" y="177003"/>
                </a:lnTo>
                <a:lnTo>
                  <a:pt x="0" y="157334"/>
                </a:lnTo>
                <a:lnTo>
                  <a:pt x="0" y="137665"/>
                </a:lnTo>
                <a:lnTo>
                  <a:pt x="0" y="118005"/>
                </a:lnTo>
                <a:lnTo>
                  <a:pt x="0" y="98336"/>
                </a:lnTo>
                <a:lnTo>
                  <a:pt x="0" y="78667"/>
                </a:lnTo>
                <a:lnTo>
                  <a:pt x="0" y="58998"/>
                </a:lnTo>
                <a:lnTo>
                  <a:pt x="0" y="39338"/>
                </a:lnTo>
                <a:lnTo>
                  <a:pt x="0" y="19669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23" name="phase-title-1">
            <a:extLst xmlns:a="http://schemas.openxmlformats.org/drawingml/2006/main">
              <a:ext uri="{FF2B5EF4-FFF2-40B4-BE49-F238E27FC236}">
                <a16:creationId xmlns:a16="http://schemas.microsoft.com/office/drawing/2014/main" id="{42FC793F-6EA5-4B88-A6E8-3FC6B9F06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4782293"/>
            <a:ext cx="1428750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培育与转化</a:t>
            </a:r>
          </a:p>
        </p:txBody>
      </p:sp>
      <p:sp>
        <p:nvSpPr>
          <p:cNvPr id="24" name="phase-body-1">
            <a:extLst xmlns:a="http://schemas.openxmlformats.org/drawingml/2006/main">
              <a:ext uri="{FF2B5EF4-FFF2-40B4-BE49-F238E27FC236}">
                <a16:creationId xmlns:a16="http://schemas.microsoft.com/office/drawing/2014/main" id="{55B629FD-EEC5-4E32-8D1E-DC1B1043C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5136509"/>
            <a:ext cx="1428750" cy="587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让有效意向沉</a:t>
            </a:r>
          </a:p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淀为长期价值</a:t>
            </a:r>
          </a:p>
        </p:txBody>
      </p:sp>
      <p:sp>
        <p:nvSpPr>
          <p:cNvPr id="25" name="action-icon-shell-1-0">
            <a:extLst xmlns:a="http://schemas.openxmlformats.org/drawingml/2006/main">
              <a:ext uri="{FF2B5EF4-FFF2-40B4-BE49-F238E27FC236}">
                <a16:creationId xmlns:a16="http://schemas.microsoft.com/office/drawing/2014/main" id="{EFD19AFE-9A05-4B22-8622-34B09D18F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5081588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8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4511d815b514c6f">
            <a:extLst>
              <a:ext uri="{96DAC541-7B7A-43D3-8B79-37D633B846F1}">
                <asvg:svgBlip xmlns:asvg="http://schemas.microsoft.com/office/drawing/2016/SVG/main" r:embed="R7ec60e0f61dd4146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5157788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27" name="action-title-1-0">
            <a:extLst xmlns:a="http://schemas.openxmlformats.org/drawingml/2006/main">
              <a:ext uri="{FF2B5EF4-FFF2-40B4-BE49-F238E27FC236}">
                <a16:creationId xmlns:a16="http://schemas.microsoft.com/office/drawing/2014/main" id="{C1F4E386-B312-4B7C-8313-F6DD4154B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5020570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数据打通</a:t>
            </a:r>
          </a:p>
        </p:txBody>
      </p:sp>
      <p:sp>
        <p:nvSpPr>
          <p:cNvPr id="28" name="action-body-1-0">
            <a:extLst xmlns:a="http://schemas.openxmlformats.org/drawingml/2006/main">
              <a:ext uri="{FF2B5EF4-FFF2-40B4-BE49-F238E27FC236}">
                <a16:creationId xmlns:a16="http://schemas.microsoft.com/office/drawing/2014/main" id="{3BD97D79-460C-41EA-B3B7-B4F898BD2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5249170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统一分析对象</a:t>
            </a:r>
          </a:p>
        </p:txBody>
      </p:sp>
      <p:sp>
        <p:nvSpPr>
          <p:cNvPr id="29" name="action-icon-shell-1-1">
            <a:extLst xmlns:a="http://schemas.openxmlformats.org/drawingml/2006/main">
              <a:ext uri="{FF2B5EF4-FFF2-40B4-BE49-F238E27FC236}">
                <a16:creationId xmlns:a16="http://schemas.microsoft.com/office/drawing/2014/main" id="{F1A7F093-B3D6-4DAB-AC95-E98D66341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5081588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9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1a506bb4a9c40b8">
            <a:extLst>
              <a:ext uri="{96DAC541-7B7A-43D3-8B79-37D633B846F1}">
                <asvg:svgBlip xmlns:asvg="http://schemas.microsoft.com/office/drawing/2016/SVG/main" r:embed="R433a343ae3164de6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5157788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31" name="action-title-1-1">
            <a:extLst xmlns:a="http://schemas.openxmlformats.org/drawingml/2006/main">
              <a:ext uri="{FF2B5EF4-FFF2-40B4-BE49-F238E27FC236}">
                <a16:creationId xmlns:a16="http://schemas.microsoft.com/office/drawing/2014/main" id="{FE3F08DD-D883-4E4A-AF96-3F2FC4223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5020570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自动分群</a:t>
            </a:r>
          </a:p>
        </p:txBody>
      </p:sp>
      <p:sp>
        <p:nvSpPr>
          <p:cNvPr id="32" name="action-body-1-1">
            <a:extLst xmlns:a="http://schemas.openxmlformats.org/drawingml/2006/main">
              <a:ext uri="{FF2B5EF4-FFF2-40B4-BE49-F238E27FC236}">
                <a16:creationId xmlns:a16="http://schemas.microsoft.com/office/drawing/2014/main" id="{240E40BE-0DF4-44C8-81AA-B012FD256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5249170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指导持续运营</a:t>
            </a:r>
          </a:p>
        </p:txBody>
      </p:sp>
      <p:sp>
        <p:nvSpPr>
          <p:cNvPr id="33" name="funnel-step-body-0">
            <a:extLst xmlns:a="http://schemas.openxmlformats.org/drawingml/2006/main">
              <a:ext uri="{FF2B5EF4-FFF2-40B4-BE49-F238E27FC236}">
                <a16:creationId xmlns:a16="http://schemas.microsoft.com/office/drawing/2014/main" id="{0259106A-78BF-4941-B5F9-9C546A0AB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52750" y="2514600"/>
            <a:ext cx="3332188" cy="533267"/>
          </a:xfrm>
          <a:custGeom xmlns:a="http://schemas.openxmlformats.org/drawingml/2006/main">
            <a:pathLst>
              <a:path w="3332188" h="533267">
                <a:moveTo>
                  <a:pt x="0" y="0"/>
                </a:moveTo>
                <a:lnTo>
                  <a:pt x="15497" y="25813"/>
                </a:lnTo>
                <a:lnTo>
                  <a:pt x="30985" y="51616"/>
                </a:lnTo>
                <a:lnTo>
                  <a:pt x="46482" y="77429"/>
                </a:lnTo>
                <a:lnTo>
                  <a:pt x="61979" y="103241"/>
                </a:lnTo>
                <a:lnTo>
                  <a:pt x="77467" y="129045"/>
                </a:lnTo>
                <a:lnTo>
                  <a:pt x="92964" y="154857"/>
                </a:lnTo>
                <a:lnTo>
                  <a:pt x="108461" y="180661"/>
                </a:lnTo>
                <a:lnTo>
                  <a:pt x="123949" y="206473"/>
                </a:lnTo>
                <a:lnTo>
                  <a:pt x="139446" y="232286"/>
                </a:lnTo>
                <a:lnTo>
                  <a:pt x="154943" y="258089"/>
                </a:lnTo>
                <a:lnTo>
                  <a:pt x="170431" y="283902"/>
                </a:lnTo>
                <a:lnTo>
                  <a:pt x="185928" y="309715"/>
                </a:lnTo>
                <a:lnTo>
                  <a:pt x="201425" y="335518"/>
                </a:lnTo>
                <a:lnTo>
                  <a:pt x="216913" y="361331"/>
                </a:lnTo>
                <a:lnTo>
                  <a:pt x="232410" y="387134"/>
                </a:lnTo>
                <a:lnTo>
                  <a:pt x="247898" y="412947"/>
                </a:lnTo>
                <a:lnTo>
                  <a:pt x="263395" y="438760"/>
                </a:lnTo>
                <a:lnTo>
                  <a:pt x="278892" y="464563"/>
                </a:lnTo>
                <a:lnTo>
                  <a:pt x="301171" y="482298"/>
                </a:lnTo>
                <a:lnTo>
                  <a:pt x="330537" y="488842"/>
                </a:lnTo>
                <a:lnTo>
                  <a:pt x="360293" y="493376"/>
                </a:lnTo>
                <a:lnTo>
                  <a:pt x="390182" y="496976"/>
                </a:lnTo>
                <a:lnTo>
                  <a:pt x="420129" y="500015"/>
                </a:lnTo>
                <a:lnTo>
                  <a:pt x="450113" y="502653"/>
                </a:lnTo>
                <a:lnTo>
                  <a:pt x="480127" y="505006"/>
                </a:lnTo>
                <a:lnTo>
                  <a:pt x="510159" y="507121"/>
                </a:lnTo>
                <a:lnTo>
                  <a:pt x="540201" y="509045"/>
                </a:lnTo>
                <a:lnTo>
                  <a:pt x="570243" y="510797"/>
                </a:lnTo>
                <a:lnTo>
                  <a:pt x="600304" y="512435"/>
                </a:lnTo>
                <a:lnTo>
                  <a:pt x="630374" y="513940"/>
                </a:lnTo>
                <a:lnTo>
                  <a:pt x="660444" y="515350"/>
                </a:lnTo>
                <a:lnTo>
                  <a:pt x="690515" y="516674"/>
                </a:lnTo>
                <a:lnTo>
                  <a:pt x="720595" y="517893"/>
                </a:lnTo>
                <a:lnTo>
                  <a:pt x="750675" y="519046"/>
                </a:lnTo>
                <a:lnTo>
                  <a:pt x="780755" y="520132"/>
                </a:lnTo>
                <a:lnTo>
                  <a:pt x="810844" y="521160"/>
                </a:lnTo>
                <a:lnTo>
                  <a:pt x="840924" y="522122"/>
                </a:lnTo>
                <a:lnTo>
                  <a:pt x="871014" y="523027"/>
                </a:lnTo>
                <a:lnTo>
                  <a:pt x="901113" y="523875"/>
                </a:lnTo>
                <a:lnTo>
                  <a:pt x="931202" y="524675"/>
                </a:lnTo>
                <a:lnTo>
                  <a:pt x="961292" y="525428"/>
                </a:lnTo>
                <a:lnTo>
                  <a:pt x="991391" y="526142"/>
                </a:lnTo>
                <a:lnTo>
                  <a:pt x="1021480" y="526809"/>
                </a:lnTo>
                <a:lnTo>
                  <a:pt x="1051579" y="527437"/>
                </a:lnTo>
                <a:lnTo>
                  <a:pt x="1081678" y="528028"/>
                </a:lnTo>
                <a:lnTo>
                  <a:pt x="1111777" y="528590"/>
                </a:lnTo>
                <a:lnTo>
                  <a:pt x="1141876" y="529104"/>
                </a:lnTo>
                <a:lnTo>
                  <a:pt x="1171975" y="529590"/>
                </a:lnTo>
                <a:lnTo>
                  <a:pt x="1202074" y="530038"/>
                </a:lnTo>
                <a:lnTo>
                  <a:pt x="1232173" y="530457"/>
                </a:lnTo>
                <a:lnTo>
                  <a:pt x="1262272" y="530838"/>
                </a:lnTo>
                <a:lnTo>
                  <a:pt x="1292371" y="531200"/>
                </a:lnTo>
                <a:lnTo>
                  <a:pt x="1322470" y="531514"/>
                </a:lnTo>
                <a:lnTo>
                  <a:pt x="1352579" y="531819"/>
                </a:lnTo>
                <a:lnTo>
                  <a:pt x="1382678" y="532086"/>
                </a:lnTo>
                <a:lnTo>
                  <a:pt x="1412777" y="532333"/>
                </a:lnTo>
                <a:lnTo>
                  <a:pt x="1442876" y="532533"/>
                </a:lnTo>
                <a:lnTo>
                  <a:pt x="1472984" y="532733"/>
                </a:lnTo>
                <a:lnTo>
                  <a:pt x="1503083" y="532876"/>
                </a:lnTo>
                <a:lnTo>
                  <a:pt x="1533182" y="533019"/>
                </a:lnTo>
                <a:lnTo>
                  <a:pt x="1563291" y="533114"/>
                </a:lnTo>
                <a:lnTo>
                  <a:pt x="1593390" y="533200"/>
                </a:lnTo>
                <a:lnTo>
                  <a:pt x="1623498" y="533238"/>
                </a:lnTo>
                <a:lnTo>
                  <a:pt x="1653597" y="533267"/>
                </a:lnTo>
                <a:lnTo>
                  <a:pt x="1683696" y="533267"/>
                </a:lnTo>
                <a:lnTo>
                  <a:pt x="1713805" y="533238"/>
                </a:lnTo>
                <a:lnTo>
                  <a:pt x="1743904" y="533181"/>
                </a:lnTo>
                <a:lnTo>
                  <a:pt x="1774012" y="533105"/>
                </a:lnTo>
                <a:lnTo>
                  <a:pt x="1804111" y="533000"/>
                </a:lnTo>
                <a:lnTo>
                  <a:pt x="1834210" y="532857"/>
                </a:lnTo>
                <a:lnTo>
                  <a:pt x="1864319" y="532714"/>
                </a:lnTo>
                <a:lnTo>
                  <a:pt x="1894418" y="532514"/>
                </a:lnTo>
                <a:lnTo>
                  <a:pt x="1924517" y="532314"/>
                </a:lnTo>
                <a:lnTo>
                  <a:pt x="1954625" y="532047"/>
                </a:lnTo>
                <a:lnTo>
                  <a:pt x="1984724" y="531790"/>
                </a:lnTo>
                <a:lnTo>
                  <a:pt x="2014823" y="531476"/>
                </a:lnTo>
                <a:lnTo>
                  <a:pt x="2044922" y="531162"/>
                </a:lnTo>
                <a:lnTo>
                  <a:pt x="2075021" y="530790"/>
                </a:lnTo>
                <a:lnTo>
                  <a:pt x="2105130" y="530409"/>
                </a:lnTo>
                <a:lnTo>
                  <a:pt x="2135229" y="529981"/>
                </a:lnTo>
                <a:lnTo>
                  <a:pt x="2165328" y="529533"/>
                </a:lnTo>
                <a:lnTo>
                  <a:pt x="2195427" y="529047"/>
                </a:lnTo>
                <a:lnTo>
                  <a:pt x="2225526" y="528523"/>
                </a:lnTo>
                <a:lnTo>
                  <a:pt x="2255615" y="527961"/>
                </a:lnTo>
                <a:lnTo>
                  <a:pt x="2285714" y="527371"/>
                </a:lnTo>
                <a:lnTo>
                  <a:pt x="2315813" y="526733"/>
                </a:lnTo>
                <a:lnTo>
                  <a:pt x="2345912" y="526056"/>
                </a:lnTo>
                <a:lnTo>
                  <a:pt x="2376002" y="525342"/>
                </a:lnTo>
                <a:lnTo>
                  <a:pt x="2406091" y="524580"/>
                </a:lnTo>
                <a:lnTo>
                  <a:pt x="2436190" y="523780"/>
                </a:lnTo>
                <a:lnTo>
                  <a:pt x="2466280" y="522923"/>
                </a:lnTo>
                <a:lnTo>
                  <a:pt x="2496369" y="522008"/>
                </a:lnTo>
                <a:lnTo>
                  <a:pt x="2526459" y="521037"/>
                </a:lnTo>
                <a:lnTo>
                  <a:pt x="2556539" y="520008"/>
                </a:lnTo>
                <a:lnTo>
                  <a:pt x="2586619" y="518922"/>
                </a:lnTo>
                <a:lnTo>
                  <a:pt x="2616698" y="517760"/>
                </a:lnTo>
                <a:lnTo>
                  <a:pt x="2646778" y="516522"/>
                </a:lnTo>
                <a:lnTo>
                  <a:pt x="2676849" y="515188"/>
                </a:lnTo>
                <a:lnTo>
                  <a:pt x="2706919" y="513769"/>
                </a:lnTo>
                <a:lnTo>
                  <a:pt x="2736990" y="512245"/>
                </a:lnTo>
                <a:lnTo>
                  <a:pt x="2767041" y="510597"/>
                </a:lnTo>
                <a:lnTo>
                  <a:pt x="2797092" y="508826"/>
                </a:lnTo>
                <a:lnTo>
                  <a:pt x="2827134" y="506882"/>
                </a:lnTo>
                <a:lnTo>
                  <a:pt x="2857157" y="504739"/>
                </a:lnTo>
                <a:lnTo>
                  <a:pt x="2887170" y="502368"/>
                </a:lnTo>
                <a:lnTo>
                  <a:pt x="2917155" y="499682"/>
                </a:lnTo>
                <a:lnTo>
                  <a:pt x="2947092" y="496586"/>
                </a:lnTo>
                <a:lnTo>
                  <a:pt x="2976972" y="492900"/>
                </a:lnTo>
                <a:lnTo>
                  <a:pt x="3006700" y="488213"/>
                </a:lnTo>
                <a:lnTo>
                  <a:pt x="3035970" y="481241"/>
                </a:lnTo>
                <a:lnTo>
                  <a:pt x="3056687" y="461524"/>
                </a:lnTo>
                <a:lnTo>
                  <a:pt x="3072184" y="435712"/>
                </a:lnTo>
                <a:lnTo>
                  <a:pt x="3087672" y="409908"/>
                </a:lnTo>
                <a:lnTo>
                  <a:pt x="3103169" y="384096"/>
                </a:lnTo>
                <a:lnTo>
                  <a:pt x="3118666" y="358283"/>
                </a:lnTo>
                <a:lnTo>
                  <a:pt x="3134154" y="332480"/>
                </a:lnTo>
                <a:lnTo>
                  <a:pt x="3149651" y="306667"/>
                </a:lnTo>
                <a:lnTo>
                  <a:pt x="3165148" y="280854"/>
                </a:lnTo>
                <a:lnTo>
                  <a:pt x="3180636" y="255051"/>
                </a:lnTo>
                <a:lnTo>
                  <a:pt x="3196133" y="229238"/>
                </a:lnTo>
                <a:lnTo>
                  <a:pt x="3211630" y="203435"/>
                </a:lnTo>
                <a:lnTo>
                  <a:pt x="3227118" y="177622"/>
                </a:lnTo>
                <a:lnTo>
                  <a:pt x="3242615" y="151809"/>
                </a:lnTo>
                <a:lnTo>
                  <a:pt x="3258112" y="126006"/>
                </a:lnTo>
                <a:lnTo>
                  <a:pt x="3273600" y="100193"/>
                </a:lnTo>
                <a:lnTo>
                  <a:pt x="3289097" y="74381"/>
                </a:lnTo>
                <a:lnTo>
                  <a:pt x="3304584" y="48578"/>
                </a:lnTo>
                <a:lnTo>
                  <a:pt x="3320082" y="22765"/>
                </a:lnTo>
                <a:lnTo>
                  <a:pt x="3332188" y="3086"/>
                </a:lnTo>
                <a:lnTo>
                  <a:pt x="3304070" y="13059"/>
                </a:lnTo>
                <a:lnTo>
                  <a:pt x="3274409" y="18155"/>
                </a:lnTo>
                <a:lnTo>
                  <a:pt x="3244548" y="21965"/>
                </a:lnTo>
                <a:lnTo>
                  <a:pt x="3214602" y="25079"/>
                </a:lnTo>
                <a:lnTo>
                  <a:pt x="3184617" y="27746"/>
                </a:lnTo>
                <a:lnTo>
                  <a:pt x="3154613" y="30109"/>
                </a:lnTo>
                <a:lnTo>
                  <a:pt x="3124581" y="32223"/>
                </a:lnTo>
                <a:lnTo>
                  <a:pt x="3094539" y="34138"/>
                </a:lnTo>
                <a:lnTo>
                  <a:pt x="3064488" y="35890"/>
                </a:lnTo>
                <a:lnTo>
                  <a:pt x="3034427" y="37519"/>
                </a:lnTo>
                <a:lnTo>
                  <a:pt x="3004366" y="39043"/>
                </a:lnTo>
                <a:lnTo>
                  <a:pt x="2974296" y="40453"/>
                </a:lnTo>
                <a:lnTo>
                  <a:pt x="2944225" y="41777"/>
                </a:lnTo>
                <a:lnTo>
                  <a:pt x="2914145" y="43015"/>
                </a:lnTo>
                <a:lnTo>
                  <a:pt x="2884065" y="44186"/>
                </a:lnTo>
                <a:lnTo>
                  <a:pt x="2853985" y="45291"/>
                </a:lnTo>
                <a:lnTo>
                  <a:pt x="2823896" y="46339"/>
                </a:lnTo>
                <a:lnTo>
                  <a:pt x="2793816" y="47339"/>
                </a:lnTo>
                <a:lnTo>
                  <a:pt x="2763726" y="48282"/>
                </a:lnTo>
                <a:lnTo>
                  <a:pt x="2733637" y="49168"/>
                </a:lnTo>
                <a:lnTo>
                  <a:pt x="2703547" y="50025"/>
                </a:lnTo>
                <a:lnTo>
                  <a:pt x="2673448" y="50835"/>
                </a:lnTo>
                <a:lnTo>
                  <a:pt x="2643359" y="51597"/>
                </a:lnTo>
                <a:lnTo>
                  <a:pt x="2613269" y="52330"/>
                </a:lnTo>
                <a:lnTo>
                  <a:pt x="2583170" y="53026"/>
                </a:lnTo>
                <a:lnTo>
                  <a:pt x="2553071" y="53692"/>
                </a:lnTo>
                <a:lnTo>
                  <a:pt x="2522982" y="54321"/>
                </a:lnTo>
                <a:lnTo>
                  <a:pt x="2492883" y="54921"/>
                </a:lnTo>
                <a:lnTo>
                  <a:pt x="2462784" y="55493"/>
                </a:lnTo>
                <a:lnTo>
                  <a:pt x="2432685" y="56036"/>
                </a:lnTo>
                <a:lnTo>
                  <a:pt x="2402586" y="56550"/>
                </a:lnTo>
                <a:lnTo>
                  <a:pt x="2372487" y="57036"/>
                </a:lnTo>
                <a:lnTo>
                  <a:pt x="2342388" y="57502"/>
                </a:lnTo>
                <a:lnTo>
                  <a:pt x="2312289" y="57941"/>
                </a:lnTo>
                <a:lnTo>
                  <a:pt x="2282190" y="58360"/>
                </a:lnTo>
                <a:lnTo>
                  <a:pt x="2252091" y="58741"/>
                </a:lnTo>
                <a:lnTo>
                  <a:pt x="2221992" y="59112"/>
                </a:lnTo>
                <a:lnTo>
                  <a:pt x="2191893" y="59455"/>
                </a:lnTo>
                <a:lnTo>
                  <a:pt x="2161784" y="59788"/>
                </a:lnTo>
                <a:lnTo>
                  <a:pt x="2131685" y="60084"/>
                </a:lnTo>
                <a:lnTo>
                  <a:pt x="2101586" y="60360"/>
                </a:lnTo>
                <a:lnTo>
                  <a:pt x="2071487" y="60617"/>
                </a:lnTo>
                <a:lnTo>
                  <a:pt x="2041379" y="60874"/>
                </a:lnTo>
                <a:lnTo>
                  <a:pt x="2011280" y="61093"/>
                </a:lnTo>
                <a:lnTo>
                  <a:pt x="1981181" y="61293"/>
                </a:lnTo>
                <a:lnTo>
                  <a:pt x="1951072" y="61465"/>
                </a:lnTo>
                <a:lnTo>
                  <a:pt x="1920973" y="61636"/>
                </a:lnTo>
                <a:lnTo>
                  <a:pt x="1890874" y="61789"/>
                </a:lnTo>
                <a:lnTo>
                  <a:pt x="1860766" y="61903"/>
                </a:lnTo>
                <a:lnTo>
                  <a:pt x="1830667" y="62017"/>
                </a:lnTo>
                <a:lnTo>
                  <a:pt x="1800558" y="62103"/>
                </a:lnTo>
                <a:lnTo>
                  <a:pt x="1770459" y="62170"/>
                </a:lnTo>
                <a:lnTo>
                  <a:pt x="1740360" y="62236"/>
                </a:lnTo>
                <a:lnTo>
                  <a:pt x="1710252" y="62255"/>
                </a:lnTo>
                <a:lnTo>
                  <a:pt x="1680153" y="62284"/>
                </a:lnTo>
                <a:lnTo>
                  <a:pt x="1650054" y="62284"/>
                </a:lnTo>
                <a:lnTo>
                  <a:pt x="1619945" y="62255"/>
                </a:lnTo>
                <a:lnTo>
                  <a:pt x="1589846" y="62236"/>
                </a:lnTo>
                <a:lnTo>
                  <a:pt x="1559738" y="62160"/>
                </a:lnTo>
                <a:lnTo>
                  <a:pt x="1529639" y="62093"/>
                </a:lnTo>
                <a:lnTo>
                  <a:pt x="1499540" y="62008"/>
                </a:lnTo>
                <a:lnTo>
                  <a:pt x="1469431" y="61884"/>
                </a:lnTo>
                <a:lnTo>
                  <a:pt x="1439332" y="61770"/>
                </a:lnTo>
                <a:lnTo>
                  <a:pt x="1409224" y="61617"/>
                </a:lnTo>
                <a:lnTo>
                  <a:pt x="1379125" y="61446"/>
                </a:lnTo>
                <a:lnTo>
                  <a:pt x="1349026" y="61274"/>
                </a:lnTo>
                <a:lnTo>
                  <a:pt x="1318927" y="61055"/>
                </a:lnTo>
                <a:lnTo>
                  <a:pt x="1288818" y="60836"/>
                </a:lnTo>
                <a:lnTo>
                  <a:pt x="1258719" y="60589"/>
                </a:lnTo>
                <a:lnTo>
                  <a:pt x="1228620" y="60322"/>
                </a:lnTo>
                <a:lnTo>
                  <a:pt x="1198512" y="60055"/>
                </a:lnTo>
                <a:lnTo>
                  <a:pt x="1168413" y="59750"/>
                </a:lnTo>
                <a:lnTo>
                  <a:pt x="1138314" y="59417"/>
                </a:lnTo>
                <a:lnTo>
                  <a:pt x="1108215" y="59074"/>
                </a:lnTo>
                <a:lnTo>
                  <a:pt x="1078116" y="58703"/>
                </a:lnTo>
                <a:lnTo>
                  <a:pt x="1048007" y="58303"/>
                </a:lnTo>
                <a:lnTo>
                  <a:pt x="1017908" y="57893"/>
                </a:lnTo>
                <a:lnTo>
                  <a:pt x="987809" y="57445"/>
                </a:lnTo>
                <a:lnTo>
                  <a:pt x="957710" y="56979"/>
                </a:lnTo>
                <a:lnTo>
                  <a:pt x="927611" y="56493"/>
                </a:lnTo>
                <a:lnTo>
                  <a:pt x="897512" y="55969"/>
                </a:lnTo>
                <a:lnTo>
                  <a:pt x="867413" y="55426"/>
                </a:lnTo>
                <a:lnTo>
                  <a:pt x="837324" y="54854"/>
                </a:lnTo>
                <a:lnTo>
                  <a:pt x="807225" y="54254"/>
                </a:lnTo>
                <a:lnTo>
                  <a:pt x="777126" y="53616"/>
                </a:lnTo>
                <a:lnTo>
                  <a:pt x="747036" y="52949"/>
                </a:lnTo>
                <a:lnTo>
                  <a:pt x="716937" y="52245"/>
                </a:lnTo>
                <a:lnTo>
                  <a:pt x="686848" y="51511"/>
                </a:lnTo>
                <a:lnTo>
                  <a:pt x="656749" y="50740"/>
                </a:lnTo>
                <a:lnTo>
                  <a:pt x="626659" y="49921"/>
                </a:lnTo>
                <a:lnTo>
                  <a:pt x="596570" y="49073"/>
                </a:lnTo>
                <a:lnTo>
                  <a:pt x="566480" y="48168"/>
                </a:lnTo>
                <a:lnTo>
                  <a:pt x="536391" y="47225"/>
                </a:lnTo>
                <a:lnTo>
                  <a:pt x="506301" y="46225"/>
                </a:lnTo>
                <a:lnTo>
                  <a:pt x="476221" y="45168"/>
                </a:lnTo>
                <a:lnTo>
                  <a:pt x="446141" y="44053"/>
                </a:lnTo>
                <a:lnTo>
                  <a:pt x="416062" y="42872"/>
                </a:lnTo>
                <a:lnTo>
                  <a:pt x="385982" y="41624"/>
                </a:lnTo>
                <a:lnTo>
                  <a:pt x="355911" y="40291"/>
                </a:lnTo>
                <a:lnTo>
                  <a:pt x="325841" y="38862"/>
                </a:lnTo>
                <a:lnTo>
                  <a:pt x="295780" y="37338"/>
                </a:lnTo>
                <a:lnTo>
                  <a:pt x="265719" y="35700"/>
                </a:lnTo>
                <a:lnTo>
                  <a:pt x="235668" y="33919"/>
                </a:lnTo>
                <a:lnTo>
                  <a:pt x="205626" y="31975"/>
                </a:lnTo>
                <a:lnTo>
                  <a:pt x="175603" y="29842"/>
                </a:lnTo>
                <a:lnTo>
                  <a:pt x="145590" y="27451"/>
                </a:lnTo>
                <a:lnTo>
                  <a:pt x="115614" y="24736"/>
                </a:lnTo>
                <a:lnTo>
                  <a:pt x="85677" y="21555"/>
                </a:lnTo>
                <a:lnTo>
                  <a:pt x="55836" y="17650"/>
                </a:lnTo>
                <a:lnTo>
                  <a:pt x="26213" y="12306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34" name="funnel-step-cap-0">
            <a:extLst xmlns:a="http://schemas.openxmlformats.org/drawingml/2006/main">
              <a:ext uri="{FF2B5EF4-FFF2-40B4-BE49-F238E27FC236}">
                <a16:creationId xmlns:a16="http://schemas.microsoft.com/office/drawing/2014/main" id="{B1200E30-BB49-4958-B834-9C3066C2F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52750" y="2425951"/>
            <a:ext cx="3333750" cy="17728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35" name="funnel-step-body-1">
            <a:extLst xmlns:a="http://schemas.openxmlformats.org/drawingml/2006/main">
              <a:ext uri="{FF2B5EF4-FFF2-40B4-BE49-F238E27FC236}">
                <a16:creationId xmlns:a16="http://schemas.microsoft.com/office/drawing/2014/main" id="{AA4B7C69-A05E-4AB9-9B7D-17D6B0F6A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235452" y="3116294"/>
            <a:ext cx="2765384" cy="533210"/>
          </a:xfrm>
          <a:custGeom xmlns:a="http://schemas.openxmlformats.org/drawingml/2006/main">
            <a:pathLst>
              <a:path w="2765384" h="533210">
                <a:moveTo>
                  <a:pt x="0" y="0"/>
                </a:moveTo>
                <a:lnTo>
                  <a:pt x="10735" y="23355"/>
                </a:lnTo>
                <a:lnTo>
                  <a:pt x="21460" y="46701"/>
                </a:lnTo>
                <a:lnTo>
                  <a:pt x="32195" y="70056"/>
                </a:lnTo>
                <a:lnTo>
                  <a:pt x="42920" y="93402"/>
                </a:lnTo>
                <a:lnTo>
                  <a:pt x="53654" y="116757"/>
                </a:lnTo>
                <a:lnTo>
                  <a:pt x="64389" y="140103"/>
                </a:lnTo>
                <a:lnTo>
                  <a:pt x="75114" y="163459"/>
                </a:lnTo>
                <a:lnTo>
                  <a:pt x="85849" y="186804"/>
                </a:lnTo>
                <a:lnTo>
                  <a:pt x="96574" y="210160"/>
                </a:lnTo>
                <a:lnTo>
                  <a:pt x="107309" y="233515"/>
                </a:lnTo>
                <a:lnTo>
                  <a:pt x="118043" y="256861"/>
                </a:lnTo>
                <a:lnTo>
                  <a:pt x="128768" y="280216"/>
                </a:lnTo>
                <a:lnTo>
                  <a:pt x="139503" y="303562"/>
                </a:lnTo>
                <a:lnTo>
                  <a:pt x="150228" y="326917"/>
                </a:lnTo>
                <a:lnTo>
                  <a:pt x="160963" y="350263"/>
                </a:lnTo>
                <a:lnTo>
                  <a:pt x="171698" y="373618"/>
                </a:lnTo>
                <a:lnTo>
                  <a:pt x="182423" y="396973"/>
                </a:lnTo>
                <a:lnTo>
                  <a:pt x="193157" y="420319"/>
                </a:lnTo>
                <a:lnTo>
                  <a:pt x="203892" y="443675"/>
                </a:lnTo>
                <a:lnTo>
                  <a:pt x="214617" y="467020"/>
                </a:lnTo>
                <a:lnTo>
                  <a:pt x="233105" y="482670"/>
                </a:lnTo>
                <a:lnTo>
                  <a:pt x="257985" y="489071"/>
                </a:lnTo>
                <a:lnTo>
                  <a:pt x="283283" y="493576"/>
                </a:lnTo>
                <a:lnTo>
                  <a:pt x="308724" y="497157"/>
                </a:lnTo>
                <a:lnTo>
                  <a:pt x="334242" y="500196"/>
                </a:lnTo>
                <a:lnTo>
                  <a:pt x="359807" y="502834"/>
                </a:lnTo>
                <a:lnTo>
                  <a:pt x="385401" y="505177"/>
                </a:lnTo>
                <a:lnTo>
                  <a:pt x="411013" y="507292"/>
                </a:lnTo>
                <a:lnTo>
                  <a:pt x="436636" y="509207"/>
                </a:lnTo>
                <a:lnTo>
                  <a:pt x="462277" y="510978"/>
                </a:lnTo>
                <a:lnTo>
                  <a:pt x="487928" y="512607"/>
                </a:lnTo>
                <a:lnTo>
                  <a:pt x="513578" y="514112"/>
                </a:lnTo>
                <a:lnTo>
                  <a:pt x="539239" y="515522"/>
                </a:lnTo>
                <a:lnTo>
                  <a:pt x="564899" y="516836"/>
                </a:lnTo>
                <a:lnTo>
                  <a:pt x="590569" y="518065"/>
                </a:lnTo>
                <a:lnTo>
                  <a:pt x="616248" y="519217"/>
                </a:lnTo>
                <a:lnTo>
                  <a:pt x="641918" y="520303"/>
                </a:lnTo>
                <a:lnTo>
                  <a:pt x="667598" y="521322"/>
                </a:lnTo>
                <a:lnTo>
                  <a:pt x="693277" y="522275"/>
                </a:lnTo>
                <a:lnTo>
                  <a:pt x="718966" y="523170"/>
                </a:lnTo>
                <a:lnTo>
                  <a:pt x="744645" y="524018"/>
                </a:lnTo>
                <a:lnTo>
                  <a:pt x="770334" y="524818"/>
                </a:lnTo>
                <a:lnTo>
                  <a:pt x="796023" y="525570"/>
                </a:lnTo>
                <a:lnTo>
                  <a:pt x="821712" y="526275"/>
                </a:lnTo>
                <a:lnTo>
                  <a:pt x="847401" y="526942"/>
                </a:lnTo>
                <a:lnTo>
                  <a:pt x="873090" y="527571"/>
                </a:lnTo>
                <a:lnTo>
                  <a:pt x="898789" y="528152"/>
                </a:lnTo>
                <a:lnTo>
                  <a:pt x="924477" y="528704"/>
                </a:lnTo>
                <a:lnTo>
                  <a:pt x="950176" y="529219"/>
                </a:lnTo>
                <a:lnTo>
                  <a:pt x="975865" y="529695"/>
                </a:lnTo>
                <a:lnTo>
                  <a:pt x="1001563" y="530133"/>
                </a:lnTo>
                <a:lnTo>
                  <a:pt x="1027262" y="530543"/>
                </a:lnTo>
                <a:lnTo>
                  <a:pt x="1052951" y="530924"/>
                </a:lnTo>
                <a:lnTo>
                  <a:pt x="1078649" y="531276"/>
                </a:lnTo>
                <a:lnTo>
                  <a:pt x="1104348" y="531590"/>
                </a:lnTo>
                <a:lnTo>
                  <a:pt x="1130046" y="531876"/>
                </a:lnTo>
                <a:lnTo>
                  <a:pt x="1155744" y="532133"/>
                </a:lnTo>
                <a:lnTo>
                  <a:pt x="1181443" y="532352"/>
                </a:lnTo>
                <a:lnTo>
                  <a:pt x="1207141" y="532562"/>
                </a:lnTo>
                <a:lnTo>
                  <a:pt x="1232830" y="532733"/>
                </a:lnTo>
                <a:lnTo>
                  <a:pt x="1258529" y="532876"/>
                </a:lnTo>
                <a:lnTo>
                  <a:pt x="1284227" y="533000"/>
                </a:lnTo>
                <a:lnTo>
                  <a:pt x="1309926" y="533086"/>
                </a:lnTo>
                <a:lnTo>
                  <a:pt x="1335634" y="533152"/>
                </a:lnTo>
                <a:lnTo>
                  <a:pt x="1361332" y="533181"/>
                </a:lnTo>
                <a:lnTo>
                  <a:pt x="1387031" y="533210"/>
                </a:lnTo>
                <a:lnTo>
                  <a:pt x="1412729" y="533181"/>
                </a:lnTo>
                <a:lnTo>
                  <a:pt x="1438427" y="533152"/>
                </a:lnTo>
                <a:lnTo>
                  <a:pt x="1464126" y="533067"/>
                </a:lnTo>
                <a:lnTo>
                  <a:pt x="1489824" y="532981"/>
                </a:lnTo>
                <a:lnTo>
                  <a:pt x="1515523" y="532848"/>
                </a:lnTo>
                <a:lnTo>
                  <a:pt x="1541221" y="532695"/>
                </a:lnTo>
                <a:lnTo>
                  <a:pt x="1566920" y="532514"/>
                </a:lnTo>
                <a:lnTo>
                  <a:pt x="1592618" y="532314"/>
                </a:lnTo>
                <a:lnTo>
                  <a:pt x="1618307" y="532067"/>
                </a:lnTo>
                <a:lnTo>
                  <a:pt x="1644005" y="531809"/>
                </a:lnTo>
                <a:lnTo>
                  <a:pt x="1669704" y="531524"/>
                </a:lnTo>
                <a:lnTo>
                  <a:pt x="1695402" y="531200"/>
                </a:lnTo>
                <a:lnTo>
                  <a:pt x="1721101" y="530838"/>
                </a:lnTo>
                <a:lnTo>
                  <a:pt x="1746799" y="530457"/>
                </a:lnTo>
                <a:lnTo>
                  <a:pt x="1772488" y="530038"/>
                </a:lnTo>
                <a:lnTo>
                  <a:pt x="1798187" y="529590"/>
                </a:lnTo>
                <a:lnTo>
                  <a:pt x="1823876" y="529104"/>
                </a:lnTo>
                <a:lnTo>
                  <a:pt x="1849574" y="528580"/>
                </a:lnTo>
                <a:lnTo>
                  <a:pt x="1875263" y="528028"/>
                </a:lnTo>
                <a:lnTo>
                  <a:pt x="1900961" y="527428"/>
                </a:lnTo>
                <a:lnTo>
                  <a:pt x="1926650" y="526799"/>
                </a:lnTo>
                <a:lnTo>
                  <a:pt x="1952339" y="526123"/>
                </a:lnTo>
                <a:lnTo>
                  <a:pt x="1978028" y="525409"/>
                </a:lnTo>
                <a:lnTo>
                  <a:pt x="2003717" y="524647"/>
                </a:lnTo>
                <a:lnTo>
                  <a:pt x="2029397" y="523837"/>
                </a:lnTo>
                <a:lnTo>
                  <a:pt x="2055085" y="522980"/>
                </a:lnTo>
                <a:lnTo>
                  <a:pt x="2080765" y="522065"/>
                </a:lnTo>
                <a:lnTo>
                  <a:pt x="2106444" y="521094"/>
                </a:lnTo>
                <a:lnTo>
                  <a:pt x="2132124" y="520065"/>
                </a:lnTo>
                <a:lnTo>
                  <a:pt x="2157803" y="518970"/>
                </a:lnTo>
                <a:lnTo>
                  <a:pt x="2183473" y="517798"/>
                </a:lnTo>
                <a:lnTo>
                  <a:pt x="2209143" y="516550"/>
                </a:lnTo>
                <a:lnTo>
                  <a:pt x="2234803" y="515217"/>
                </a:lnTo>
                <a:lnTo>
                  <a:pt x="2260463" y="513788"/>
                </a:lnTo>
                <a:lnTo>
                  <a:pt x="2286114" y="512255"/>
                </a:lnTo>
                <a:lnTo>
                  <a:pt x="2311765" y="510597"/>
                </a:lnTo>
                <a:lnTo>
                  <a:pt x="2337397" y="508806"/>
                </a:lnTo>
                <a:lnTo>
                  <a:pt x="2363019" y="506835"/>
                </a:lnTo>
                <a:lnTo>
                  <a:pt x="2388632" y="504673"/>
                </a:lnTo>
                <a:lnTo>
                  <a:pt x="2414216" y="502272"/>
                </a:lnTo>
                <a:lnTo>
                  <a:pt x="2439772" y="499558"/>
                </a:lnTo>
                <a:lnTo>
                  <a:pt x="2465280" y="496424"/>
                </a:lnTo>
                <a:lnTo>
                  <a:pt x="2490702" y="492671"/>
                </a:lnTo>
                <a:lnTo>
                  <a:pt x="2515943" y="487880"/>
                </a:lnTo>
                <a:lnTo>
                  <a:pt x="2540575" y="480670"/>
                </a:lnTo>
                <a:lnTo>
                  <a:pt x="2556110" y="461839"/>
                </a:lnTo>
                <a:lnTo>
                  <a:pt x="2566845" y="438483"/>
                </a:lnTo>
                <a:lnTo>
                  <a:pt x="2577570" y="415138"/>
                </a:lnTo>
                <a:lnTo>
                  <a:pt x="2588304" y="391782"/>
                </a:lnTo>
                <a:lnTo>
                  <a:pt x="2599030" y="368437"/>
                </a:lnTo>
                <a:lnTo>
                  <a:pt x="2609764" y="345081"/>
                </a:lnTo>
                <a:lnTo>
                  <a:pt x="2620499" y="321735"/>
                </a:lnTo>
                <a:lnTo>
                  <a:pt x="2631224" y="298380"/>
                </a:lnTo>
                <a:lnTo>
                  <a:pt x="2641959" y="275025"/>
                </a:lnTo>
                <a:lnTo>
                  <a:pt x="2652684" y="251679"/>
                </a:lnTo>
                <a:lnTo>
                  <a:pt x="2663419" y="228324"/>
                </a:lnTo>
                <a:lnTo>
                  <a:pt x="2674153" y="204978"/>
                </a:lnTo>
                <a:lnTo>
                  <a:pt x="2684878" y="181623"/>
                </a:lnTo>
                <a:lnTo>
                  <a:pt x="2695613" y="158277"/>
                </a:lnTo>
                <a:lnTo>
                  <a:pt x="2706338" y="134922"/>
                </a:lnTo>
                <a:lnTo>
                  <a:pt x="2717073" y="111566"/>
                </a:lnTo>
                <a:lnTo>
                  <a:pt x="2727808" y="88221"/>
                </a:lnTo>
                <a:lnTo>
                  <a:pt x="2738533" y="64865"/>
                </a:lnTo>
                <a:lnTo>
                  <a:pt x="2749267" y="41519"/>
                </a:lnTo>
                <a:lnTo>
                  <a:pt x="2760002" y="18164"/>
                </a:lnTo>
                <a:lnTo>
                  <a:pt x="2765384" y="4648"/>
                </a:lnTo>
                <a:lnTo>
                  <a:pt x="2741457" y="13621"/>
                </a:lnTo>
                <a:lnTo>
                  <a:pt x="2716263" y="18640"/>
                </a:lnTo>
                <a:lnTo>
                  <a:pt x="2690841" y="22422"/>
                </a:lnTo>
                <a:lnTo>
                  <a:pt x="2665333" y="25537"/>
                </a:lnTo>
                <a:lnTo>
                  <a:pt x="2639778" y="28213"/>
                </a:lnTo>
                <a:lnTo>
                  <a:pt x="2614184" y="30575"/>
                </a:lnTo>
                <a:lnTo>
                  <a:pt x="2588571" y="32699"/>
                </a:lnTo>
                <a:lnTo>
                  <a:pt x="2562949" y="34633"/>
                </a:lnTo>
                <a:lnTo>
                  <a:pt x="2537308" y="36395"/>
                </a:lnTo>
                <a:lnTo>
                  <a:pt x="2511666" y="38033"/>
                </a:lnTo>
                <a:lnTo>
                  <a:pt x="2486006" y="39548"/>
                </a:lnTo>
                <a:lnTo>
                  <a:pt x="2460346" y="40958"/>
                </a:lnTo>
                <a:lnTo>
                  <a:pt x="2434685" y="42291"/>
                </a:lnTo>
                <a:lnTo>
                  <a:pt x="2409015" y="43539"/>
                </a:lnTo>
                <a:lnTo>
                  <a:pt x="2383346" y="44720"/>
                </a:lnTo>
                <a:lnTo>
                  <a:pt x="2357666" y="45825"/>
                </a:lnTo>
                <a:lnTo>
                  <a:pt x="2331996" y="46873"/>
                </a:lnTo>
                <a:lnTo>
                  <a:pt x="2306317" y="47863"/>
                </a:lnTo>
                <a:lnTo>
                  <a:pt x="2280628" y="48797"/>
                </a:lnTo>
                <a:lnTo>
                  <a:pt x="2254949" y="49692"/>
                </a:lnTo>
                <a:lnTo>
                  <a:pt x="2229260" y="50540"/>
                </a:lnTo>
                <a:lnTo>
                  <a:pt x="2203580" y="51340"/>
                </a:lnTo>
                <a:lnTo>
                  <a:pt x="2177891" y="52111"/>
                </a:lnTo>
                <a:lnTo>
                  <a:pt x="2152202" y="52835"/>
                </a:lnTo>
                <a:lnTo>
                  <a:pt x="2126513" y="53531"/>
                </a:lnTo>
                <a:lnTo>
                  <a:pt x="2100824" y="54178"/>
                </a:lnTo>
                <a:lnTo>
                  <a:pt x="2075126" y="54807"/>
                </a:lnTo>
                <a:lnTo>
                  <a:pt x="2049437" y="55397"/>
                </a:lnTo>
                <a:lnTo>
                  <a:pt x="2023748" y="55959"/>
                </a:lnTo>
                <a:lnTo>
                  <a:pt x="1998050" y="56493"/>
                </a:lnTo>
                <a:lnTo>
                  <a:pt x="1972361" y="56998"/>
                </a:lnTo>
                <a:lnTo>
                  <a:pt x="1946662" y="57474"/>
                </a:lnTo>
                <a:lnTo>
                  <a:pt x="1920973" y="57912"/>
                </a:lnTo>
                <a:lnTo>
                  <a:pt x="1895275" y="58350"/>
                </a:lnTo>
                <a:lnTo>
                  <a:pt x="1869577" y="58741"/>
                </a:lnTo>
                <a:lnTo>
                  <a:pt x="1843878" y="59122"/>
                </a:lnTo>
                <a:lnTo>
                  <a:pt x="1818189" y="59474"/>
                </a:lnTo>
                <a:lnTo>
                  <a:pt x="1792491" y="59807"/>
                </a:lnTo>
                <a:lnTo>
                  <a:pt x="1766792" y="60122"/>
                </a:lnTo>
                <a:lnTo>
                  <a:pt x="1741094" y="60398"/>
                </a:lnTo>
                <a:lnTo>
                  <a:pt x="1715395" y="60674"/>
                </a:lnTo>
                <a:lnTo>
                  <a:pt x="1689697" y="60912"/>
                </a:lnTo>
                <a:lnTo>
                  <a:pt x="1663998" y="61131"/>
                </a:lnTo>
                <a:lnTo>
                  <a:pt x="1638300" y="61351"/>
                </a:lnTo>
                <a:lnTo>
                  <a:pt x="1612611" y="61522"/>
                </a:lnTo>
                <a:lnTo>
                  <a:pt x="1586913" y="61684"/>
                </a:lnTo>
                <a:lnTo>
                  <a:pt x="1561214" y="61827"/>
                </a:lnTo>
                <a:lnTo>
                  <a:pt x="1535516" y="61951"/>
                </a:lnTo>
                <a:lnTo>
                  <a:pt x="1509817" y="62065"/>
                </a:lnTo>
                <a:lnTo>
                  <a:pt x="1484119" y="62132"/>
                </a:lnTo>
                <a:lnTo>
                  <a:pt x="1458420" y="62208"/>
                </a:lnTo>
                <a:lnTo>
                  <a:pt x="1432712" y="62246"/>
                </a:lnTo>
                <a:lnTo>
                  <a:pt x="1407014" y="62274"/>
                </a:lnTo>
                <a:lnTo>
                  <a:pt x="1381316" y="62294"/>
                </a:lnTo>
                <a:lnTo>
                  <a:pt x="1355617" y="62265"/>
                </a:lnTo>
                <a:lnTo>
                  <a:pt x="1329919" y="62246"/>
                </a:lnTo>
                <a:lnTo>
                  <a:pt x="1304220" y="62189"/>
                </a:lnTo>
                <a:lnTo>
                  <a:pt x="1278522" y="62122"/>
                </a:lnTo>
                <a:lnTo>
                  <a:pt x="1252823" y="62046"/>
                </a:lnTo>
                <a:lnTo>
                  <a:pt x="1227125" y="61922"/>
                </a:lnTo>
                <a:lnTo>
                  <a:pt x="1201426" y="61798"/>
                </a:lnTo>
                <a:lnTo>
                  <a:pt x="1175728" y="61655"/>
                </a:lnTo>
                <a:lnTo>
                  <a:pt x="1150029" y="61484"/>
                </a:lnTo>
                <a:lnTo>
                  <a:pt x="1124331" y="61303"/>
                </a:lnTo>
                <a:lnTo>
                  <a:pt x="1098633" y="61084"/>
                </a:lnTo>
                <a:lnTo>
                  <a:pt x="1072934" y="60865"/>
                </a:lnTo>
                <a:lnTo>
                  <a:pt x="1047245" y="60608"/>
                </a:lnTo>
                <a:lnTo>
                  <a:pt x="1021547" y="60341"/>
                </a:lnTo>
                <a:lnTo>
                  <a:pt x="995848" y="60055"/>
                </a:lnTo>
                <a:lnTo>
                  <a:pt x="970150" y="59750"/>
                </a:lnTo>
                <a:lnTo>
                  <a:pt x="944451" y="59407"/>
                </a:lnTo>
                <a:lnTo>
                  <a:pt x="918753" y="59036"/>
                </a:lnTo>
                <a:lnTo>
                  <a:pt x="893064" y="58655"/>
                </a:lnTo>
                <a:lnTo>
                  <a:pt x="867366" y="58255"/>
                </a:lnTo>
                <a:lnTo>
                  <a:pt x="841667" y="57817"/>
                </a:lnTo>
                <a:lnTo>
                  <a:pt x="815978" y="57369"/>
                </a:lnTo>
                <a:lnTo>
                  <a:pt x="790280" y="56883"/>
                </a:lnTo>
                <a:lnTo>
                  <a:pt x="764591" y="56378"/>
                </a:lnTo>
                <a:lnTo>
                  <a:pt x="738892" y="55836"/>
                </a:lnTo>
                <a:lnTo>
                  <a:pt x="713203" y="55264"/>
                </a:lnTo>
                <a:lnTo>
                  <a:pt x="687515" y="54664"/>
                </a:lnTo>
                <a:lnTo>
                  <a:pt x="661816" y="54035"/>
                </a:lnTo>
                <a:lnTo>
                  <a:pt x="636127" y="53378"/>
                </a:lnTo>
                <a:lnTo>
                  <a:pt x="610438" y="52673"/>
                </a:lnTo>
                <a:lnTo>
                  <a:pt x="584749" y="51940"/>
                </a:lnTo>
                <a:lnTo>
                  <a:pt x="559060" y="51168"/>
                </a:lnTo>
                <a:lnTo>
                  <a:pt x="533381" y="50359"/>
                </a:lnTo>
                <a:lnTo>
                  <a:pt x="507692" y="49501"/>
                </a:lnTo>
                <a:lnTo>
                  <a:pt x="482013" y="48597"/>
                </a:lnTo>
                <a:lnTo>
                  <a:pt x="456333" y="47644"/>
                </a:lnTo>
                <a:lnTo>
                  <a:pt x="430654" y="46644"/>
                </a:lnTo>
                <a:lnTo>
                  <a:pt x="404974" y="45577"/>
                </a:lnTo>
                <a:lnTo>
                  <a:pt x="379295" y="44453"/>
                </a:lnTo>
                <a:lnTo>
                  <a:pt x="353625" y="43263"/>
                </a:lnTo>
                <a:lnTo>
                  <a:pt x="327965" y="42005"/>
                </a:lnTo>
                <a:lnTo>
                  <a:pt x="302295" y="40653"/>
                </a:lnTo>
                <a:lnTo>
                  <a:pt x="276635" y="39224"/>
                </a:lnTo>
                <a:lnTo>
                  <a:pt x="250984" y="37671"/>
                </a:lnTo>
                <a:lnTo>
                  <a:pt x="225342" y="36024"/>
                </a:lnTo>
                <a:lnTo>
                  <a:pt x="199701" y="34214"/>
                </a:lnTo>
                <a:lnTo>
                  <a:pt x="174079" y="32252"/>
                </a:lnTo>
                <a:lnTo>
                  <a:pt x="148476" y="30080"/>
                </a:lnTo>
                <a:lnTo>
                  <a:pt x="122892" y="27651"/>
                </a:lnTo>
                <a:lnTo>
                  <a:pt x="97346" y="24889"/>
                </a:lnTo>
                <a:lnTo>
                  <a:pt x="71847" y="21650"/>
                </a:lnTo>
                <a:lnTo>
                  <a:pt x="46463" y="17659"/>
                </a:lnTo>
                <a:lnTo>
                  <a:pt x="21365" y="12192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36" name="funnel-step-cap-1">
            <a:extLst xmlns:a="http://schemas.openxmlformats.org/drawingml/2006/main">
              <a:ext uri="{FF2B5EF4-FFF2-40B4-BE49-F238E27FC236}">
                <a16:creationId xmlns:a16="http://schemas.microsoft.com/office/drawing/2014/main" id="{D387CB36-61E0-4FCC-A67D-08B149519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235481" y="3027617"/>
            <a:ext cx="2768289" cy="17728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37" name="funnel-step-body-2">
            <a:extLst xmlns:a="http://schemas.openxmlformats.org/drawingml/2006/main">
              <a:ext uri="{FF2B5EF4-FFF2-40B4-BE49-F238E27FC236}">
                <a16:creationId xmlns:a16="http://schemas.microsoft.com/office/drawing/2014/main" id="{40D33112-256D-41B0-BCD6-C878AA20D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451860" y="3717893"/>
            <a:ext cx="2334111" cy="533276"/>
          </a:xfrm>
          <a:custGeom xmlns:a="http://schemas.openxmlformats.org/drawingml/2006/main">
            <a:pathLst>
              <a:path w="2334111" h="533276">
                <a:moveTo>
                  <a:pt x="0" y="0"/>
                </a:moveTo>
                <a:lnTo>
                  <a:pt x="8563" y="20488"/>
                </a:lnTo>
                <a:lnTo>
                  <a:pt x="17126" y="40977"/>
                </a:lnTo>
                <a:lnTo>
                  <a:pt x="25698" y="61455"/>
                </a:lnTo>
                <a:lnTo>
                  <a:pt x="34261" y="81944"/>
                </a:lnTo>
                <a:lnTo>
                  <a:pt x="42824" y="102432"/>
                </a:lnTo>
                <a:lnTo>
                  <a:pt x="51387" y="122920"/>
                </a:lnTo>
                <a:lnTo>
                  <a:pt x="59950" y="143408"/>
                </a:lnTo>
                <a:lnTo>
                  <a:pt x="68523" y="163887"/>
                </a:lnTo>
                <a:lnTo>
                  <a:pt x="77086" y="184375"/>
                </a:lnTo>
                <a:lnTo>
                  <a:pt x="85649" y="204864"/>
                </a:lnTo>
                <a:lnTo>
                  <a:pt x="94212" y="225352"/>
                </a:lnTo>
                <a:lnTo>
                  <a:pt x="102784" y="245840"/>
                </a:lnTo>
                <a:lnTo>
                  <a:pt x="111347" y="266319"/>
                </a:lnTo>
                <a:lnTo>
                  <a:pt x="119910" y="286807"/>
                </a:lnTo>
                <a:lnTo>
                  <a:pt x="128473" y="307296"/>
                </a:lnTo>
                <a:lnTo>
                  <a:pt x="137036" y="327784"/>
                </a:lnTo>
                <a:lnTo>
                  <a:pt x="145609" y="348272"/>
                </a:lnTo>
                <a:lnTo>
                  <a:pt x="154172" y="368751"/>
                </a:lnTo>
                <a:lnTo>
                  <a:pt x="162735" y="389239"/>
                </a:lnTo>
                <a:lnTo>
                  <a:pt x="171298" y="409727"/>
                </a:lnTo>
                <a:lnTo>
                  <a:pt x="179870" y="430216"/>
                </a:lnTo>
                <a:lnTo>
                  <a:pt x="188433" y="450704"/>
                </a:lnTo>
                <a:lnTo>
                  <a:pt x="196891" y="471211"/>
                </a:lnTo>
                <a:lnTo>
                  <a:pt x="213932" y="483908"/>
                </a:lnTo>
                <a:lnTo>
                  <a:pt x="235268" y="490014"/>
                </a:lnTo>
                <a:lnTo>
                  <a:pt x="257023" y="494433"/>
                </a:lnTo>
                <a:lnTo>
                  <a:pt x="278940" y="497996"/>
                </a:lnTo>
                <a:lnTo>
                  <a:pt x="300942" y="501015"/>
                </a:lnTo>
                <a:lnTo>
                  <a:pt x="322993" y="503653"/>
                </a:lnTo>
                <a:lnTo>
                  <a:pt x="345072" y="506006"/>
                </a:lnTo>
                <a:lnTo>
                  <a:pt x="367170" y="508121"/>
                </a:lnTo>
                <a:lnTo>
                  <a:pt x="389296" y="510045"/>
                </a:lnTo>
                <a:lnTo>
                  <a:pt x="411423" y="511807"/>
                </a:lnTo>
                <a:lnTo>
                  <a:pt x="433568" y="513445"/>
                </a:lnTo>
                <a:lnTo>
                  <a:pt x="455724" y="514950"/>
                </a:lnTo>
                <a:lnTo>
                  <a:pt x="477888" y="516360"/>
                </a:lnTo>
                <a:lnTo>
                  <a:pt x="500053" y="517674"/>
                </a:lnTo>
                <a:lnTo>
                  <a:pt x="522227" y="518893"/>
                </a:lnTo>
                <a:lnTo>
                  <a:pt x="544401" y="520046"/>
                </a:lnTo>
                <a:lnTo>
                  <a:pt x="566576" y="521122"/>
                </a:lnTo>
                <a:lnTo>
                  <a:pt x="588759" y="522132"/>
                </a:lnTo>
                <a:lnTo>
                  <a:pt x="610943" y="523084"/>
                </a:lnTo>
                <a:lnTo>
                  <a:pt x="633127" y="523970"/>
                </a:lnTo>
                <a:lnTo>
                  <a:pt x="655320" y="524808"/>
                </a:lnTo>
                <a:lnTo>
                  <a:pt x="677513" y="525590"/>
                </a:lnTo>
                <a:lnTo>
                  <a:pt x="699706" y="526323"/>
                </a:lnTo>
                <a:lnTo>
                  <a:pt x="721900" y="527018"/>
                </a:lnTo>
                <a:lnTo>
                  <a:pt x="744093" y="527666"/>
                </a:lnTo>
                <a:lnTo>
                  <a:pt x="766286" y="528276"/>
                </a:lnTo>
                <a:lnTo>
                  <a:pt x="788489" y="528838"/>
                </a:lnTo>
                <a:lnTo>
                  <a:pt x="810682" y="529371"/>
                </a:lnTo>
                <a:lnTo>
                  <a:pt x="832885" y="529857"/>
                </a:lnTo>
                <a:lnTo>
                  <a:pt x="855078" y="530314"/>
                </a:lnTo>
                <a:lnTo>
                  <a:pt x="877281" y="530733"/>
                </a:lnTo>
                <a:lnTo>
                  <a:pt x="899484" y="531114"/>
                </a:lnTo>
                <a:lnTo>
                  <a:pt x="921687" y="531466"/>
                </a:lnTo>
                <a:lnTo>
                  <a:pt x="943889" y="531781"/>
                </a:lnTo>
                <a:lnTo>
                  <a:pt x="966092" y="532067"/>
                </a:lnTo>
                <a:lnTo>
                  <a:pt x="988295" y="532324"/>
                </a:lnTo>
                <a:lnTo>
                  <a:pt x="1010498" y="532543"/>
                </a:lnTo>
                <a:lnTo>
                  <a:pt x="1032701" y="532743"/>
                </a:lnTo>
                <a:lnTo>
                  <a:pt x="1054903" y="532905"/>
                </a:lnTo>
                <a:lnTo>
                  <a:pt x="1077116" y="533038"/>
                </a:lnTo>
                <a:lnTo>
                  <a:pt x="1099318" y="533143"/>
                </a:lnTo>
                <a:lnTo>
                  <a:pt x="1121521" y="533219"/>
                </a:lnTo>
                <a:lnTo>
                  <a:pt x="1143724" y="533267"/>
                </a:lnTo>
                <a:lnTo>
                  <a:pt x="1165927" y="533276"/>
                </a:lnTo>
                <a:lnTo>
                  <a:pt x="1188139" y="533267"/>
                </a:lnTo>
                <a:lnTo>
                  <a:pt x="1210342" y="533229"/>
                </a:lnTo>
                <a:lnTo>
                  <a:pt x="1232545" y="533152"/>
                </a:lnTo>
                <a:lnTo>
                  <a:pt x="1254747" y="533057"/>
                </a:lnTo>
                <a:lnTo>
                  <a:pt x="1276950" y="532924"/>
                </a:lnTo>
                <a:lnTo>
                  <a:pt x="1299162" y="532771"/>
                </a:lnTo>
                <a:lnTo>
                  <a:pt x="1321365" y="532581"/>
                </a:lnTo>
                <a:lnTo>
                  <a:pt x="1343568" y="532362"/>
                </a:lnTo>
                <a:lnTo>
                  <a:pt x="1365771" y="532114"/>
                </a:lnTo>
                <a:lnTo>
                  <a:pt x="1387973" y="531828"/>
                </a:lnTo>
                <a:lnTo>
                  <a:pt x="1410176" y="531514"/>
                </a:lnTo>
                <a:lnTo>
                  <a:pt x="1432379" y="531171"/>
                </a:lnTo>
                <a:lnTo>
                  <a:pt x="1454582" y="530790"/>
                </a:lnTo>
                <a:lnTo>
                  <a:pt x="1476775" y="530381"/>
                </a:lnTo>
                <a:lnTo>
                  <a:pt x="1498978" y="529933"/>
                </a:lnTo>
                <a:lnTo>
                  <a:pt x="1521181" y="529447"/>
                </a:lnTo>
                <a:lnTo>
                  <a:pt x="1543374" y="528933"/>
                </a:lnTo>
                <a:lnTo>
                  <a:pt x="1565577" y="528371"/>
                </a:lnTo>
                <a:lnTo>
                  <a:pt x="1587770" y="527771"/>
                </a:lnTo>
                <a:lnTo>
                  <a:pt x="1609963" y="527133"/>
                </a:lnTo>
                <a:lnTo>
                  <a:pt x="1632166" y="526447"/>
                </a:lnTo>
                <a:lnTo>
                  <a:pt x="1654359" y="525713"/>
                </a:lnTo>
                <a:lnTo>
                  <a:pt x="1676543" y="524942"/>
                </a:lnTo>
                <a:lnTo>
                  <a:pt x="1698736" y="524113"/>
                </a:lnTo>
                <a:lnTo>
                  <a:pt x="1720920" y="523227"/>
                </a:lnTo>
                <a:lnTo>
                  <a:pt x="1743104" y="522294"/>
                </a:lnTo>
                <a:lnTo>
                  <a:pt x="1765287" y="521294"/>
                </a:lnTo>
                <a:lnTo>
                  <a:pt x="1787471" y="520227"/>
                </a:lnTo>
                <a:lnTo>
                  <a:pt x="1809645" y="519093"/>
                </a:lnTo>
                <a:lnTo>
                  <a:pt x="1831819" y="517884"/>
                </a:lnTo>
                <a:lnTo>
                  <a:pt x="1853984" y="516588"/>
                </a:lnTo>
                <a:lnTo>
                  <a:pt x="1876149" y="515188"/>
                </a:lnTo>
                <a:lnTo>
                  <a:pt x="1898294" y="513702"/>
                </a:lnTo>
                <a:lnTo>
                  <a:pt x="1920450" y="512093"/>
                </a:lnTo>
                <a:lnTo>
                  <a:pt x="1942586" y="510350"/>
                </a:lnTo>
                <a:lnTo>
                  <a:pt x="1964703" y="508454"/>
                </a:lnTo>
                <a:lnTo>
                  <a:pt x="1986810" y="506368"/>
                </a:lnTo>
                <a:lnTo>
                  <a:pt x="2008899" y="504063"/>
                </a:lnTo>
                <a:lnTo>
                  <a:pt x="2030949" y="501472"/>
                </a:lnTo>
                <a:lnTo>
                  <a:pt x="2052961" y="498529"/>
                </a:lnTo>
                <a:lnTo>
                  <a:pt x="2074888" y="495071"/>
                </a:lnTo>
                <a:lnTo>
                  <a:pt x="2096681" y="490823"/>
                </a:lnTo>
                <a:lnTo>
                  <a:pt x="2118131" y="485108"/>
                </a:lnTo>
                <a:lnTo>
                  <a:pt x="2137353" y="474593"/>
                </a:lnTo>
                <a:lnTo>
                  <a:pt x="2145687" y="454085"/>
                </a:lnTo>
                <a:lnTo>
                  <a:pt x="2154250" y="433597"/>
                </a:lnTo>
                <a:lnTo>
                  <a:pt x="2162813" y="413109"/>
                </a:lnTo>
                <a:lnTo>
                  <a:pt x="2171376" y="392630"/>
                </a:lnTo>
                <a:lnTo>
                  <a:pt x="2179949" y="372142"/>
                </a:lnTo>
                <a:lnTo>
                  <a:pt x="2188512" y="351653"/>
                </a:lnTo>
                <a:lnTo>
                  <a:pt x="2197075" y="331165"/>
                </a:lnTo>
                <a:lnTo>
                  <a:pt x="2205638" y="310677"/>
                </a:lnTo>
                <a:lnTo>
                  <a:pt x="2214201" y="290198"/>
                </a:lnTo>
                <a:lnTo>
                  <a:pt x="2222773" y="269710"/>
                </a:lnTo>
                <a:lnTo>
                  <a:pt x="2231336" y="249222"/>
                </a:lnTo>
                <a:lnTo>
                  <a:pt x="2239899" y="228733"/>
                </a:lnTo>
                <a:lnTo>
                  <a:pt x="2248462" y="208245"/>
                </a:lnTo>
                <a:lnTo>
                  <a:pt x="2257034" y="187766"/>
                </a:lnTo>
                <a:lnTo>
                  <a:pt x="2265597" y="167278"/>
                </a:lnTo>
                <a:lnTo>
                  <a:pt x="2274160" y="146790"/>
                </a:lnTo>
                <a:lnTo>
                  <a:pt x="2282723" y="126302"/>
                </a:lnTo>
                <a:lnTo>
                  <a:pt x="2291286" y="105813"/>
                </a:lnTo>
                <a:lnTo>
                  <a:pt x="2299859" y="85334"/>
                </a:lnTo>
                <a:lnTo>
                  <a:pt x="2308422" y="64846"/>
                </a:lnTo>
                <a:lnTo>
                  <a:pt x="2316985" y="44358"/>
                </a:lnTo>
                <a:lnTo>
                  <a:pt x="2325548" y="23870"/>
                </a:lnTo>
                <a:lnTo>
                  <a:pt x="2334111" y="3381"/>
                </a:lnTo>
                <a:lnTo>
                  <a:pt x="2321547" y="10801"/>
                </a:lnTo>
                <a:lnTo>
                  <a:pt x="2300192" y="16840"/>
                </a:lnTo>
                <a:lnTo>
                  <a:pt x="2278399" y="21088"/>
                </a:lnTo>
                <a:lnTo>
                  <a:pt x="2256463" y="24489"/>
                </a:lnTo>
                <a:lnTo>
                  <a:pt x="2234441" y="27375"/>
                </a:lnTo>
                <a:lnTo>
                  <a:pt x="2212381" y="29889"/>
                </a:lnTo>
                <a:lnTo>
                  <a:pt x="2190293" y="32128"/>
                </a:lnTo>
                <a:lnTo>
                  <a:pt x="2168176" y="34157"/>
                </a:lnTo>
                <a:lnTo>
                  <a:pt x="2146049" y="36005"/>
                </a:lnTo>
                <a:lnTo>
                  <a:pt x="2123913" y="37709"/>
                </a:lnTo>
                <a:lnTo>
                  <a:pt x="2101767" y="39291"/>
                </a:lnTo>
                <a:lnTo>
                  <a:pt x="2079612" y="40757"/>
                </a:lnTo>
                <a:lnTo>
                  <a:pt x="2057448" y="42129"/>
                </a:lnTo>
                <a:lnTo>
                  <a:pt x="2035283" y="43424"/>
                </a:lnTo>
                <a:lnTo>
                  <a:pt x="2013109" y="44634"/>
                </a:lnTo>
                <a:lnTo>
                  <a:pt x="1990935" y="45787"/>
                </a:lnTo>
                <a:lnTo>
                  <a:pt x="1968751" y="46863"/>
                </a:lnTo>
                <a:lnTo>
                  <a:pt x="1946577" y="47882"/>
                </a:lnTo>
                <a:lnTo>
                  <a:pt x="1924393" y="48844"/>
                </a:lnTo>
                <a:lnTo>
                  <a:pt x="1902200" y="49759"/>
                </a:lnTo>
                <a:lnTo>
                  <a:pt x="1880016" y="50625"/>
                </a:lnTo>
                <a:lnTo>
                  <a:pt x="1857823" y="51445"/>
                </a:lnTo>
                <a:lnTo>
                  <a:pt x="1835639" y="52226"/>
                </a:lnTo>
                <a:lnTo>
                  <a:pt x="1813446" y="52969"/>
                </a:lnTo>
                <a:lnTo>
                  <a:pt x="1791252" y="53673"/>
                </a:lnTo>
                <a:lnTo>
                  <a:pt x="1769050" y="54340"/>
                </a:lnTo>
                <a:lnTo>
                  <a:pt x="1746856" y="54978"/>
                </a:lnTo>
                <a:lnTo>
                  <a:pt x="1724663" y="55578"/>
                </a:lnTo>
                <a:lnTo>
                  <a:pt x="1702460" y="56140"/>
                </a:lnTo>
                <a:lnTo>
                  <a:pt x="1680267" y="56683"/>
                </a:lnTo>
                <a:lnTo>
                  <a:pt x="1658064" y="57198"/>
                </a:lnTo>
                <a:lnTo>
                  <a:pt x="1635871" y="57674"/>
                </a:lnTo>
                <a:lnTo>
                  <a:pt x="1613668" y="58131"/>
                </a:lnTo>
                <a:lnTo>
                  <a:pt x="1591466" y="58560"/>
                </a:lnTo>
                <a:lnTo>
                  <a:pt x="1569263" y="58969"/>
                </a:lnTo>
                <a:lnTo>
                  <a:pt x="1547060" y="59341"/>
                </a:lnTo>
                <a:lnTo>
                  <a:pt x="1524857" y="59693"/>
                </a:lnTo>
                <a:lnTo>
                  <a:pt x="1502664" y="60027"/>
                </a:lnTo>
                <a:lnTo>
                  <a:pt x="1480461" y="60331"/>
                </a:lnTo>
                <a:lnTo>
                  <a:pt x="1458258" y="60617"/>
                </a:lnTo>
                <a:lnTo>
                  <a:pt x="1436056" y="60874"/>
                </a:lnTo>
                <a:lnTo>
                  <a:pt x="1413843" y="61103"/>
                </a:lnTo>
                <a:lnTo>
                  <a:pt x="1391641" y="61331"/>
                </a:lnTo>
                <a:lnTo>
                  <a:pt x="1369438" y="61522"/>
                </a:lnTo>
                <a:lnTo>
                  <a:pt x="1347235" y="61693"/>
                </a:lnTo>
                <a:lnTo>
                  <a:pt x="1325032" y="61855"/>
                </a:lnTo>
                <a:lnTo>
                  <a:pt x="1302830" y="61979"/>
                </a:lnTo>
                <a:lnTo>
                  <a:pt x="1280627" y="62103"/>
                </a:lnTo>
                <a:lnTo>
                  <a:pt x="1258414" y="62179"/>
                </a:lnTo>
                <a:lnTo>
                  <a:pt x="1236212" y="62255"/>
                </a:lnTo>
                <a:lnTo>
                  <a:pt x="1214009" y="62313"/>
                </a:lnTo>
                <a:lnTo>
                  <a:pt x="1191806" y="62341"/>
                </a:lnTo>
                <a:lnTo>
                  <a:pt x="1169603" y="62360"/>
                </a:lnTo>
                <a:lnTo>
                  <a:pt x="1147391" y="62341"/>
                </a:lnTo>
                <a:lnTo>
                  <a:pt x="1125188" y="62322"/>
                </a:lnTo>
                <a:lnTo>
                  <a:pt x="1102985" y="62274"/>
                </a:lnTo>
                <a:lnTo>
                  <a:pt x="1080783" y="62198"/>
                </a:lnTo>
                <a:lnTo>
                  <a:pt x="1058580" y="62122"/>
                </a:lnTo>
                <a:lnTo>
                  <a:pt x="1036368" y="61998"/>
                </a:lnTo>
                <a:lnTo>
                  <a:pt x="1014165" y="61874"/>
                </a:lnTo>
                <a:lnTo>
                  <a:pt x="991962" y="61722"/>
                </a:lnTo>
                <a:lnTo>
                  <a:pt x="969759" y="61551"/>
                </a:lnTo>
                <a:lnTo>
                  <a:pt x="947557" y="61370"/>
                </a:lnTo>
                <a:lnTo>
                  <a:pt x="925354" y="61141"/>
                </a:lnTo>
                <a:lnTo>
                  <a:pt x="903151" y="60912"/>
                </a:lnTo>
                <a:lnTo>
                  <a:pt x="880948" y="60655"/>
                </a:lnTo>
                <a:lnTo>
                  <a:pt x="858745" y="60379"/>
                </a:lnTo>
                <a:lnTo>
                  <a:pt x="836543" y="60074"/>
                </a:lnTo>
                <a:lnTo>
                  <a:pt x="814340" y="59750"/>
                </a:lnTo>
                <a:lnTo>
                  <a:pt x="792137" y="59407"/>
                </a:lnTo>
                <a:lnTo>
                  <a:pt x="769934" y="59026"/>
                </a:lnTo>
                <a:lnTo>
                  <a:pt x="747732" y="58626"/>
                </a:lnTo>
                <a:lnTo>
                  <a:pt x="725529" y="58207"/>
                </a:lnTo>
                <a:lnTo>
                  <a:pt x="703326" y="57750"/>
                </a:lnTo>
                <a:lnTo>
                  <a:pt x="681133" y="57274"/>
                </a:lnTo>
                <a:lnTo>
                  <a:pt x="658930" y="56769"/>
                </a:lnTo>
                <a:lnTo>
                  <a:pt x="636737" y="56236"/>
                </a:lnTo>
                <a:lnTo>
                  <a:pt x="614534" y="55674"/>
                </a:lnTo>
                <a:lnTo>
                  <a:pt x="592341" y="55074"/>
                </a:lnTo>
                <a:lnTo>
                  <a:pt x="570147" y="54445"/>
                </a:lnTo>
                <a:lnTo>
                  <a:pt x="547945" y="53788"/>
                </a:lnTo>
                <a:lnTo>
                  <a:pt x="525751" y="53083"/>
                </a:lnTo>
                <a:lnTo>
                  <a:pt x="503558" y="52349"/>
                </a:lnTo>
                <a:lnTo>
                  <a:pt x="481374" y="51578"/>
                </a:lnTo>
                <a:lnTo>
                  <a:pt x="459181" y="50759"/>
                </a:lnTo>
                <a:lnTo>
                  <a:pt x="436988" y="49901"/>
                </a:lnTo>
                <a:lnTo>
                  <a:pt x="414804" y="48997"/>
                </a:lnTo>
                <a:lnTo>
                  <a:pt x="392621" y="48035"/>
                </a:lnTo>
                <a:lnTo>
                  <a:pt x="370437" y="47025"/>
                </a:lnTo>
                <a:lnTo>
                  <a:pt x="348263" y="45958"/>
                </a:lnTo>
                <a:lnTo>
                  <a:pt x="326088" y="44834"/>
                </a:lnTo>
                <a:lnTo>
                  <a:pt x="303914" y="43634"/>
                </a:lnTo>
                <a:lnTo>
                  <a:pt x="281740" y="42358"/>
                </a:lnTo>
                <a:lnTo>
                  <a:pt x="259585" y="40996"/>
                </a:lnTo>
                <a:lnTo>
                  <a:pt x="237420" y="39538"/>
                </a:lnTo>
                <a:lnTo>
                  <a:pt x="215275" y="37986"/>
                </a:lnTo>
                <a:lnTo>
                  <a:pt x="193129" y="36300"/>
                </a:lnTo>
                <a:lnTo>
                  <a:pt x="171002" y="34471"/>
                </a:lnTo>
                <a:lnTo>
                  <a:pt x="148885" y="32480"/>
                </a:lnTo>
                <a:lnTo>
                  <a:pt x="126797" y="30270"/>
                </a:lnTo>
                <a:lnTo>
                  <a:pt x="104727" y="27813"/>
                </a:lnTo>
                <a:lnTo>
                  <a:pt x="82706" y="25003"/>
                </a:lnTo>
                <a:lnTo>
                  <a:pt x="60741" y="21698"/>
                </a:lnTo>
                <a:lnTo>
                  <a:pt x="38919" y="17621"/>
                </a:lnTo>
                <a:lnTo>
                  <a:pt x="17440" y="12021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38" name="funnel-step-cap-2">
            <a:extLst xmlns:a="http://schemas.openxmlformats.org/drawingml/2006/main">
              <a:ext uri="{FF2B5EF4-FFF2-40B4-BE49-F238E27FC236}">
                <a16:creationId xmlns:a16="http://schemas.microsoft.com/office/drawing/2014/main" id="{36E2414D-69A2-4D8F-A6AC-59A30582A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451879" y="3629282"/>
            <a:ext cx="2335482" cy="17728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39" name="funnel-step-body-3">
            <a:extLst xmlns:a="http://schemas.openxmlformats.org/drawingml/2006/main">
              <a:ext uri="{FF2B5EF4-FFF2-40B4-BE49-F238E27FC236}">
                <a16:creationId xmlns:a16="http://schemas.microsoft.com/office/drawing/2014/main" id="{DB488C58-0CE3-487D-929B-53C689C09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648742" y="4319588"/>
            <a:ext cx="1941690" cy="533276"/>
          </a:xfrm>
          <a:custGeom xmlns:a="http://schemas.openxmlformats.org/drawingml/2006/main">
            <a:pathLst>
              <a:path w="1941690" h="533276">
                <a:moveTo>
                  <a:pt x="0" y="0"/>
                </a:moveTo>
                <a:lnTo>
                  <a:pt x="6953" y="17688"/>
                </a:lnTo>
                <a:lnTo>
                  <a:pt x="13907" y="35366"/>
                </a:lnTo>
                <a:lnTo>
                  <a:pt x="20860" y="53054"/>
                </a:lnTo>
                <a:lnTo>
                  <a:pt x="27813" y="70742"/>
                </a:lnTo>
                <a:lnTo>
                  <a:pt x="34766" y="88430"/>
                </a:lnTo>
                <a:lnTo>
                  <a:pt x="41720" y="106109"/>
                </a:lnTo>
                <a:lnTo>
                  <a:pt x="48682" y="123796"/>
                </a:lnTo>
                <a:lnTo>
                  <a:pt x="55636" y="141484"/>
                </a:lnTo>
                <a:lnTo>
                  <a:pt x="62589" y="159172"/>
                </a:lnTo>
                <a:lnTo>
                  <a:pt x="69542" y="176851"/>
                </a:lnTo>
                <a:lnTo>
                  <a:pt x="76495" y="194539"/>
                </a:lnTo>
                <a:lnTo>
                  <a:pt x="83449" y="212227"/>
                </a:lnTo>
                <a:lnTo>
                  <a:pt x="90402" y="229914"/>
                </a:lnTo>
                <a:lnTo>
                  <a:pt x="97355" y="247593"/>
                </a:lnTo>
                <a:lnTo>
                  <a:pt x="104308" y="265281"/>
                </a:lnTo>
                <a:lnTo>
                  <a:pt x="111262" y="282969"/>
                </a:lnTo>
                <a:lnTo>
                  <a:pt x="118215" y="300647"/>
                </a:lnTo>
                <a:lnTo>
                  <a:pt x="125168" y="318335"/>
                </a:lnTo>
                <a:lnTo>
                  <a:pt x="132121" y="336023"/>
                </a:lnTo>
                <a:lnTo>
                  <a:pt x="139084" y="353711"/>
                </a:lnTo>
                <a:lnTo>
                  <a:pt x="146037" y="371389"/>
                </a:lnTo>
                <a:lnTo>
                  <a:pt x="152991" y="389077"/>
                </a:lnTo>
                <a:lnTo>
                  <a:pt x="159944" y="406765"/>
                </a:lnTo>
                <a:lnTo>
                  <a:pt x="166897" y="424453"/>
                </a:lnTo>
                <a:lnTo>
                  <a:pt x="173850" y="442131"/>
                </a:lnTo>
                <a:lnTo>
                  <a:pt x="180804" y="459819"/>
                </a:lnTo>
                <a:lnTo>
                  <a:pt x="188185" y="477117"/>
                </a:lnTo>
                <a:lnTo>
                  <a:pt x="204702" y="486251"/>
                </a:lnTo>
                <a:lnTo>
                  <a:pt x="222856" y="491814"/>
                </a:lnTo>
                <a:lnTo>
                  <a:pt x="241383" y="496033"/>
                </a:lnTo>
                <a:lnTo>
                  <a:pt x="260071" y="499491"/>
                </a:lnTo>
                <a:lnTo>
                  <a:pt x="278844" y="502463"/>
                </a:lnTo>
                <a:lnTo>
                  <a:pt x="297666" y="505063"/>
                </a:lnTo>
                <a:lnTo>
                  <a:pt x="316525" y="507378"/>
                </a:lnTo>
                <a:lnTo>
                  <a:pt x="335413" y="509483"/>
                </a:lnTo>
                <a:lnTo>
                  <a:pt x="354320" y="511388"/>
                </a:lnTo>
                <a:lnTo>
                  <a:pt x="373247" y="513140"/>
                </a:lnTo>
                <a:lnTo>
                  <a:pt x="392182" y="514760"/>
                </a:lnTo>
                <a:lnTo>
                  <a:pt x="411128" y="516245"/>
                </a:lnTo>
                <a:lnTo>
                  <a:pt x="430073" y="517646"/>
                </a:lnTo>
                <a:lnTo>
                  <a:pt x="449037" y="518932"/>
                </a:lnTo>
                <a:lnTo>
                  <a:pt x="468001" y="520141"/>
                </a:lnTo>
                <a:lnTo>
                  <a:pt x="486966" y="521275"/>
                </a:lnTo>
                <a:lnTo>
                  <a:pt x="505939" y="522332"/>
                </a:lnTo>
                <a:lnTo>
                  <a:pt x="524923" y="523313"/>
                </a:lnTo>
                <a:lnTo>
                  <a:pt x="543906" y="524237"/>
                </a:lnTo>
                <a:lnTo>
                  <a:pt x="562889" y="525104"/>
                </a:lnTo>
                <a:lnTo>
                  <a:pt x="581873" y="525913"/>
                </a:lnTo>
                <a:lnTo>
                  <a:pt x="600856" y="526675"/>
                </a:lnTo>
                <a:lnTo>
                  <a:pt x="619849" y="527380"/>
                </a:lnTo>
                <a:lnTo>
                  <a:pt x="638842" y="528037"/>
                </a:lnTo>
                <a:lnTo>
                  <a:pt x="657835" y="528647"/>
                </a:lnTo>
                <a:lnTo>
                  <a:pt x="676827" y="529219"/>
                </a:lnTo>
                <a:lnTo>
                  <a:pt x="695830" y="529752"/>
                </a:lnTo>
                <a:lnTo>
                  <a:pt x="714823" y="530238"/>
                </a:lnTo>
                <a:lnTo>
                  <a:pt x="733825" y="530685"/>
                </a:lnTo>
                <a:lnTo>
                  <a:pt x="752818" y="531095"/>
                </a:lnTo>
                <a:lnTo>
                  <a:pt x="771820" y="531466"/>
                </a:lnTo>
                <a:lnTo>
                  <a:pt x="790823" y="531800"/>
                </a:lnTo>
                <a:lnTo>
                  <a:pt x="809825" y="532095"/>
                </a:lnTo>
                <a:lnTo>
                  <a:pt x="828827" y="532362"/>
                </a:lnTo>
                <a:lnTo>
                  <a:pt x="847830" y="532590"/>
                </a:lnTo>
                <a:lnTo>
                  <a:pt x="866832" y="532790"/>
                </a:lnTo>
                <a:lnTo>
                  <a:pt x="885835" y="532952"/>
                </a:lnTo>
                <a:lnTo>
                  <a:pt x="904837" y="533076"/>
                </a:lnTo>
                <a:lnTo>
                  <a:pt x="923839" y="533181"/>
                </a:lnTo>
                <a:lnTo>
                  <a:pt x="942842" y="533238"/>
                </a:lnTo>
                <a:lnTo>
                  <a:pt x="961844" y="533276"/>
                </a:lnTo>
                <a:lnTo>
                  <a:pt x="980846" y="533276"/>
                </a:lnTo>
                <a:lnTo>
                  <a:pt x="999849" y="533238"/>
                </a:lnTo>
                <a:lnTo>
                  <a:pt x="1018851" y="533171"/>
                </a:lnTo>
                <a:lnTo>
                  <a:pt x="1037854" y="533076"/>
                </a:lnTo>
                <a:lnTo>
                  <a:pt x="1056856" y="532943"/>
                </a:lnTo>
                <a:lnTo>
                  <a:pt x="1075868" y="532781"/>
                </a:lnTo>
                <a:lnTo>
                  <a:pt x="1094870" y="532581"/>
                </a:lnTo>
                <a:lnTo>
                  <a:pt x="1113863" y="532352"/>
                </a:lnTo>
                <a:lnTo>
                  <a:pt x="1132865" y="532086"/>
                </a:lnTo>
                <a:lnTo>
                  <a:pt x="1151868" y="531781"/>
                </a:lnTo>
                <a:lnTo>
                  <a:pt x="1170870" y="531447"/>
                </a:lnTo>
                <a:lnTo>
                  <a:pt x="1189873" y="531076"/>
                </a:lnTo>
                <a:lnTo>
                  <a:pt x="1208865" y="530666"/>
                </a:lnTo>
                <a:lnTo>
                  <a:pt x="1227868" y="530209"/>
                </a:lnTo>
                <a:lnTo>
                  <a:pt x="1246861" y="529723"/>
                </a:lnTo>
                <a:lnTo>
                  <a:pt x="1265863" y="529190"/>
                </a:lnTo>
                <a:lnTo>
                  <a:pt x="1284856" y="528618"/>
                </a:lnTo>
                <a:lnTo>
                  <a:pt x="1303849" y="528009"/>
                </a:lnTo>
                <a:lnTo>
                  <a:pt x="1322842" y="527342"/>
                </a:lnTo>
                <a:lnTo>
                  <a:pt x="1341834" y="526637"/>
                </a:lnTo>
                <a:lnTo>
                  <a:pt x="1360818" y="525875"/>
                </a:lnTo>
                <a:lnTo>
                  <a:pt x="1379801" y="525066"/>
                </a:lnTo>
                <a:lnTo>
                  <a:pt x="1398784" y="524199"/>
                </a:lnTo>
                <a:lnTo>
                  <a:pt x="1417768" y="523265"/>
                </a:lnTo>
                <a:lnTo>
                  <a:pt x="1436751" y="522275"/>
                </a:lnTo>
                <a:lnTo>
                  <a:pt x="1455725" y="521218"/>
                </a:lnTo>
                <a:lnTo>
                  <a:pt x="1474689" y="520084"/>
                </a:lnTo>
                <a:lnTo>
                  <a:pt x="1493653" y="518874"/>
                </a:lnTo>
                <a:lnTo>
                  <a:pt x="1512618" y="517579"/>
                </a:lnTo>
                <a:lnTo>
                  <a:pt x="1531563" y="516179"/>
                </a:lnTo>
                <a:lnTo>
                  <a:pt x="1550508" y="514683"/>
                </a:lnTo>
                <a:lnTo>
                  <a:pt x="1569444" y="513055"/>
                </a:lnTo>
                <a:lnTo>
                  <a:pt x="1588370" y="511302"/>
                </a:lnTo>
                <a:lnTo>
                  <a:pt x="1607268" y="509378"/>
                </a:lnTo>
                <a:lnTo>
                  <a:pt x="1626156" y="507273"/>
                </a:lnTo>
                <a:lnTo>
                  <a:pt x="1645015" y="504939"/>
                </a:lnTo>
                <a:lnTo>
                  <a:pt x="1663837" y="502320"/>
                </a:lnTo>
                <a:lnTo>
                  <a:pt x="1682610" y="499339"/>
                </a:lnTo>
                <a:lnTo>
                  <a:pt x="1701289" y="495843"/>
                </a:lnTo>
                <a:lnTo>
                  <a:pt x="1719805" y="491585"/>
                </a:lnTo>
                <a:lnTo>
                  <a:pt x="1737932" y="485927"/>
                </a:lnTo>
                <a:lnTo>
                  <a:pt x="1754210" y="476441"/>
                </a:lnTo>
                <a:lnTo>
                  <a:pt x="1761306" y="458962"/>
                </a:lnTo>
                <a:lnTo>
                  <a:pt x="1768259" y="441274"/>
                </a:lnTo>
                <a:lnTo>
                  <a:pt x="1775212" y="423586"/>
                </a:lnTo>
                <a:lnTo>
                  <a:pt x="1782166" y="405898"/>
                </a:lnTo>
                <a:lnTo>
                  <a:pt x="1789119" y="388220"/>
                </a:lnTo>
                <a:lnTo>
                  <a:pt x="1796072" y="370532"/>
                </a:lnTo>
                <a:lnTo>
                  <a:pt x="1803025" y="352844"/>
                </a:lnTo>
                <a:lnTo>
                  <a:pt x="1809979" y="335166"/>
                </a:lnTo>
                <a:lnTo>
                  <a:pt x="1816932" y="317478"/>
                </a:lnTo>
                <a:lnTo>
                  <a:pt x="1823885" y="299790"/>
                </a:lnTo>
                <a:lnTo>
                  <a:pt x="1830838" y="282102"/>
                </a:lnTo>
                <a:lnTo>
                  <a:pt x="1837792" y="264424"/>
                </a:lnTo>
                <a:lnTo>
                  <a:pt x="1844745" y="246736"/>
                </a:lnTo>
                <a:lnTo>
                  <a:pt x="1851708" y="229048"/>
                </a:lnTo>
                <a:lnTo>
                  <a:pt x="1858661" y="211360"/>
                </a:lnTo>
                <a:lnTo>
                  <a:pt x="1865614" y="193681"/>
                </a:lnTo>
                <a:lnTo>
                  <a:pt x="1872567" y="175993"/>
                </a:lnTo>
                <a:lnTo>
                  <a:pt x="1879521" y="158306"/>
                </a:lnTo>
                <a:lnTo>
                  <a:pt x="1886474" y="140627"/>
                </a:lnTo>
                <a:lnTo>
                  <a:pt x="1893427" y="122939"/>
                </a:lnTo>
                <a:lnTo>
                  <a:pt x="1900380" y="105251"/>
                </a:lnTo>
                <a:lnTo>
                  <a:pt x="1907334" y="87563"/>
                </a:lnTo>
                <a:lnTo>
                  <a:pt x="1914287" y="69885"/>
                </a:lnTo>
                <a:lnTo>
                  <a:pt x="1921240" y="52197"/>
                </a:lnTo>
                <a:lnTo>
                  <a:pt x="1928193" y="34509"/>
                </a:lnTo>
                <a:lnTo>
                  <a:pt x="1935147" y="16821"/>
                </a:lnTo>
                <a:lnTo>
                  <a:pt x="1941690" y="924"/>
                </a:lnTo>
                <a:lnTo>
                  <a:pt x="1927117" y="12078"/>
                </a:lnTo>
                <a:lnTo>
                  <a:pt x="1908991" y="17736"/>
                </a:lnTo>
                <a:lnTo>
                  <a:pt x="1890436" y="21860"/>
                </a:lnTo>
                <a:lnTo>
                  <a:pt x="1871739" y="25203"/>
                </a:lnTo>
                <a:lnTo>
                  <a:pt x="1852946" y="28061"/>
                </a:lnTo>
                <a:lnTo>
                  <a:pt x="1834105" y="30556"/>
                </a:lnTo>
                <a:lnTo>
                  <a:pt x="1815236" y="32785"/>
                </a:lnTo>
                <a:lnTo>
                  <a:pt x="1796339" y="34804"/>
                </a:lnTo>
                <a:lnTo>
                  <a:pt x="1777432" y="36652"/>
                </a:lnTo>
                <a:lnTo>
                  <a:pt x="1758506" y="38357"/>
                </a:lnTo>
                <a:lnTo>
                  <a:pt x="1739560" y="39929"/>
                </a:lnTo>
                <a:lnTo>
                  <a:pt x="1720615" y="41396"/>
                </a:lnTo>
                <a:lnTo>
                  <a:pt x="1701660" y="42767"/>
                </a:lnTo>
                <a:lnTo>
                  <a:pt x="1682706" y="44053"/>
                </a:lnTo>
                <a:lnTo>
                  <a:pt x="1663741" y="45263"/>
                </a:lnTo>
                <a:lnTo>
                  <a:pt x="1644767" y="46396"/>
                </a:lnTo>
                <a:lnTo>
                  <a:pt x="1625794" y="47473"/>
                </a:lnTo>
                <a:lnTo>
                  <a:pt x="1606820" y="48492"/>
                </a:lnTo>
                <a:lnTo>
                  <a:pt x="1587837" y="49444"/>
                </a:lnTo>
                <a:lnTo>
                  <a:pt x="1568863" y="50359"/>
                </a:lnTo>
                <a:lnTo>
                  <a:pt x="1549870" y="51216"/>
                </a:lnTo>
                <a:lnTo>
                  <a:pt x="1530887" y="52035"/>
                </a:lnTo>
                <a:lnTo>
                  <a:pt x="1511903" y="52807"/>
                </a:lnTo>
                <a:lnTo>
                  <a:pt x="1492910" y="53540"/>
                </a:lnTo>
                <a:lnTo>
                  <a:pt x="1473918" y="54226"/>
                </a:lnTo>
                <a:lnTo>
                  <a:pt x="1454925" y="54883"/>
                </a:lnTo>
                <a:lnTo>
                  <a:pt x="1435932" y="55512"/>
                </a:lnTo>
                <a:lnTo>
                  <a:pt x="1416939" y="56093"/>
                </a:lnTo>
                <a:lnTo>
                  <a:pt x="1397946" y="56655"/>
                </a:lnTo>
                <a:lnTo>
                  <a:pt x="1378953" y="57179"/>
                </a:lnTo>
                <a:lnTo>
                  <a:pt x="1359951" y="57674"/>
                </a:lnTo>
                <a:lnTo>
                  <a:pt x="1340958" y="58141"/>
                </a:lnTo>
                <a:lnTo>
                  <a:pt x="1321956" y="58588"/>
                </a:lnTo>
                <a:lnTo>
                  <a:pt x="1302963" y="58998"/>
                </a:lnTo>
                <a:lnTo>
                  <a:pt x="1283960" y="59388"/>
                </a:lnTo>
                <a:lnTo>
                  <a:pt x="1264958" y="59750"/>
                </a:lnTo>
                <a:lnTo>
                  <a:pt x="1245956" y="60084"/>
                </a:lnTo>
                <a:lnTo>
                  <a:pt x="1226953" y="60389"/>
                </a:lnTo>
                <a:lnTo>
                  <a:pt x="1207961" y="60674"/>
                </a:lnTo>
                <a:lnTo>
                  <a:pt x="1188958" y="60941"/>
                </a:lnTo>
                <a:lnTo>
                  <a:pt x="1169956" y="61179"/>
                </a:lnTo>
                <a:lnTo>
                  <a:pt x="1150953" y="61398"/>
                </a:lnTo>
                <a:lnTo>
                  <a:pt x="1131951" y="61598"/>
                </a:lnTo>
                <a:lnTo>
                  <a:pt x="1112949" y="61760"/>
                </a:lnTo>
                <a:lnTo>
                  <a:pt x="1093946" y="61913"/>
                </a:lnTo>
                <a:lnTo>
                  <a:pt x="1074934" y="62046"/>
                </a:lnTo>
                <a:lnTo>
                  <a:pt x="1055932" y="62151"/>
                </a:lnTo>
                <a:lnTo>
                  <a:pt x="1036930" y="62236"/>
                </a:lnTo>
                <a:lnTo>
                  <a:pt x="1017927" y="62303"/>
                </a:lnTo>
                <a:lnTo>
                  <a:pt x="998925" y="62341"/>
                </a:lnTo>
                <a:lnTo>
                  <a:pt x="979922" y="62360"/>
                </a:lnTo>
                <a:lnTo>
                  <a:pt x="960920" y="62360"/>
                </a:lnTo>
                <a:lnTo>
                  <a:pt x="941918" y="62341"/>
                </a:lnTo>
                <a:lnTo>
                  <a:pt x="922915" y="62294"/>
                </a:lnTo>
                <a:lnTo>
                  <a:pt x="903913" y="62227"/>
                </a:lnTo>
                <a:lnTo>
                  <a:pt x="884911" y="62141"/>
                </a:lnTo>
                <a:lnTo>
                  <a:pt x="865899" y="62036"/>
                </a:lnTo>
                <a:lnTo>
                  <a:pt x="846896" y="61903"/>
                </a:lnTo>
                <a:lnTo>
                  <a:pt x="827894" y="61760"/>
                </a:lnTo>
                <a:lnTo>
                  <a:pt x="808892" y="61589"/>
                </a:lnTo>
                <a:lnTo>
                  <a:pt x="789889" y="61389"/>
                </a:lnTo>
                <a:lnTo>
                  <a:pt x="770887" y="61170"/>
                </a:lnTo>
                <a:lnTo>
                  <a:pt x="751884" y="60931"/>
                </a:lnTo>
                <a:lnTo>
                  <a:pt x="732882" y="60665"/>
                </a:lnTo>
                <a:lnTo>
                  <a:pt x="713889" y="60379"/>
                </a:lnTo>
                <a:lnTo>
                  <a:pt x="694887" y="60065"/>
                </a:lnTo>
                <a:lnTo>
                  <a:pt x="675884" y="59731"/>
                </a:lnTo>
                <a:lnTo>
                  <a:pt x="656882" y="59369"/>
                </a:lnTo>
                <a:lnTo>
                  <a:pt x="637889" y="58979"/>
                </a:lnTo>
                <a:lnTo>
                  <a:pt x="618887" y="58569"/>
                </a:lnTo>
                <a:lnTo>
                  <a:pt x="599885" y="58122"/>
                </a:lnTo>
                <a:lnTo>
                  <a:pt x="580892" y="57655"/>
                </a:lnTo>
                <a:lnTo>
                  <a:pt x="561889" y="57160"/>
                </a:lnTo>
                <a:lnTo>
                  <a:pt x="542896" y="56626"/>
                </a:lnTo>
                <a:lnTo>
                  <a:pt x="523904" y="56074"/>
                </a:lnTo>
                <a:lnTo>
                  <a:pt x="504911" y="55483"/>
                </a:lnTo>
                <a:lnTo>
                  <a:pt x="485918" y="54854"/>
                </a:lnTo>
                <a:lnTo>
                  <a:pt x="466925" y="54197"/>
                </a:lnTo>
                <a:lnTo>
                  <a:pt x="447932" y="53502"/>
                </a:lnTo>
                <a:lnTo>
                  <a:pt x="428939" y="52769"/>
                </a:lnTo>
                <a:lnTo>
                  <a:pt x="409956" y="51997"/>
                </a:lnTo>
                <a:lnTo>
                  <a:pt x="390973" y="51178"/>
                </a:lnTo>
                <a:lnTo>
                  <a:pt x="371989" y="50311"/>
                </a:lnTo>
                <a:lnTo>
                  <a:pt x="353006" y="49406"/>
                </a:lnTo>
                <a:lnTo>
                  <a:pt x="334023" y="48435"/>
                </a:lnTo>
                <a:lnTo>
                  <a:pt x="315049" y="47425"/>
                </a:lnTo>
                <a:lnTo>
                  <a:pt x="296075" y="46349"/>
                </a:lnTo>
                <a:lnTo>
                  <a:pt x="277111" y="45206"/>
                </a:lnTo>
                <a:lnTo>
                  <a:pt x="258147" y="43996"/>
                </a:lnTo>
                <a:lnTo>
                  <a:pt x="239182" y="42710"/>
                </a:lnTo>
                <a:lnTo>
                  <a:pt x="220228" y="41329"/>
                </a:lnTo>
                <a:lnTo>
                  <a:pt x="201282" y="39853"/>
                </a:lnTo>
                <a:lnTo>
                  <a:pt x="182347" y="38271"/>
                </a:lnTo>
                <a:lnTo>
                  <a:pt x="163420" y="36566"/>
                </a:lnTo>
                <a:lnTo>
                  <a:pt x="144504" y="34719"/>
                </a:lnTo>
                <a:lnTo>
                  <a:pt x="125616" y="32680"/>
                </a:lnTo>
                <a:lnTo>
                  <a:pt x="106737" y="30442"/>
                </a:lnTo>
                <a:lnTo>
                  <a:pt x="87906" y="27927"/>
                </a:lnTo>
                <a:lnTo>
                  <a:pt x="69123" y="25060"/>
                </a:lnTo>
                <a:lnTo>
                  <a:pt x="50416" y="21679"/>
                </a:lnTo>
                <a:lnTo>
                  <a:pt x="31880" y="17497"/>
                </a:lnTo>
                <a:lnTo>
                  <a:pt x="13792" y="11735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40" name="funnel-step-cap-3">
            <a:extLst xmlns:a="http://schemas.openxmlformats.org/drawingml/2006/main">
              <a:ext uri="{FF2B5EF4-FFF2-40B4-BE49-F238E27FC236}">
                <a16:creationId xmlns:a16="http://schemas.microsoft.com/office/drawing/2014/main" id="{94FC3A9B-F2F4-4019-AE5A-09E72EB23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648751" y="4230938"/>
            <a:ext cx="1941747" cy="17728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7EAC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41" name="funnel-step-body-4">
            <a:extLst xmlns:a="http://schemas.openxmlformats.org/drawingml/2006/main">
              <a:ext uri="{FF2B5EF4-FFF2-40B4-BE49-F238E27FC236}">
                <a16:creationId xmlns:a16="http://schemas.microsoft.com/office/drawing/2014/main" id="{FDBD7C46-C729-4B0E-876B-8E4C55915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833908" y="4921282"/>
            <a:ext cx="1569682" cy="533210"/>
          </a:xfrm>
          <a:custGeom xmlns:a="http://schemas.openxmlformats.org/drawingml/2006/main">
            <a:pathLst>
              <a:path w="1569682" h="533210">
                <a:moveTo>
                  <a:pt x="0" y="0"/>
                </a:moveTo>
                <a:lnTo>
                  <a:pt x="6677" y="17783"/>
                </a:lnTo>
                <a:lnTo>
                  <a:pt x="13364" y="35557"/>
                </a:lnTo>
                <a:lnTo>
                  <a:pt x="20041" y="53340"/>
                </a:lnTo>
                <a:lnTo>
                  <a:pt x="26727" y="71114"/>
                </a:lnTo>
                <a:lnTo>
                  <a:pt x="33404" y="88897"/>
                </a:lnTo>
                <a:lnTo>
                  <a:pt x="40091" y="106680"/>
                </a:lnTo>
                <a:lnTo>
                  <a:pt x="46768" y="124454"/>
                </a:lnTo>
                <a:lnTo>
                  <a:pt x="53454" y="142237"/>
                </a:lnTo>
                <a:lnTo>
                  <a:pt x="60131" y="160010"/>
                </a:lnTo>
                <a:lnTo>
                  <a:pt x="66818" y="177794"/>
                </a:lnTo>
                <a:lnTo>
                  <a:pt x="73495" y="195577"/>
                </a:lnTo>
                <a:lnTo>
                  <a:pt x="80181" y="213350"/>
                </a:lnTo>
                <a:lnTo>
                  <a:pt x="86858" y="231134"/>
                </a:lnTo>
                <a:lnTo>
                  <a:pt x="93545" y="248907"/>
                </a:lnTo>
                <a:lnTo>
                  <a:pt x="100222" y="266690"/>
                </a:lnTo>
                <a:lnTo>
                  <a:pt x="106909" y="284474"/>
                </a:lnTo>
                <a:lnTo>
                  <a:pt x="113586" y="302247"/>
                </a:lnTo>
                <a:lnTo>
                  <a:pt x="120272" y="320030"/>
                </a:lnTo>
                <a:lnTo>
                  <a:pt x="126949" y="337814"/>
                </a:lnTo>
                <a:lnTo>
                  <a:pt x="133636" y="355587"/>
                </a:lnTo>
                <a:lnTo>
                  <a:pt x="140313" y="373370"/>
                </a:lnTo>
                <a:lnTo>
                  <a:pt x="146999" y="391144"/>
                </a:lnTo>
                <a:lnTo>
                  <a:pt x="153676" y="408927"/>
                </a:lnTo>
                <a:lnTo>
                  <a:pt x="160363" y="426710"/>
                </a:lnTo>
                <a:lnTo>
                  <a:pt x="167040" y="444484"/>
                </a:lnTo>
                <a:lnTo>
                  <a:pt x="173726" y="462267"/>
                </a:lnTo>
                <a:lnTo>
                  <a:pt x="181337" y="479327"/>
                </a:lnTo>
                <a:lnTo>
                  <a:pt x="197739" y="488709"/>
                </a:lnTo>
                <a:lnTo>
                  <a:pt x="215751" y="494709"/>
                </a:lnTo>
                <a:lnTo>
                  <a:pt x="234182" y="499281"/>
                </a:lnTo>
                <a:lnTo>
                  <a:pt x="252803" y="503034"/>
                </a:lnTo>
                <a:lnTo>
                  <a:pt x="271520" y="506225"/>
                </a:lnTo>
                <a:lnTo>
                  <a:pt x="290312" y="509006"/>
                </a:lnTo>
                <a:lnTo>
                  <a:pt x="309143" y="511483"/>
                </a:lnTo>
                <a:lnTo>
                  <a:pt x="328003" y="513693"/>
                </a:lnTo>
                <a:lnTo>
                  <a:pt x="346891" y="515693"/>
                </a:lnTo>
                <a:lnTo>
                  <a:pt x="365798" y="517503"/>
                </a:lnTo>
                <a:lnTo>
                  <a:pt x="384724" y="519160"/>
                </a:lnTo>
                <a:lnTo>
                  <a:pt x="403650" y="520675"/>
                </a:lnTo>
                <a:lnTo>
                  <a:pt x="422596" y="522065"/>
                </a:lnTo>
                <a:lnTo>
                  <a:pt x="441550" y="523342"/>
                </a:lnTo>
                <a:lnTo>
                  <a:pt x="460505" y="524513"/>
                </a:lnTo>
                <a:lnTo>
                  <a:pt x="479469" y="525590"/>
                </a:lnTo>
                <a:lnTo>
                  <a:pt x="498434" y="526580"/>
                </a:lnTo>
                <a:lnTo>
                  <a:pt x="517408" y="527485"/>
                </a:lnTo>
                <a:lnTo>
                  <a:pt x="536381" y="528314"/>
                </a:lnTo>
                <a:lnTo>
                  <a:pt x="555365" y="529057"/>
                </a:lnTo>
                <a:lnTo>
                  <a:pt x="574338" y="529742"/>
                </a:lnTo>
                <a:lnTo>
                  <a:pt x="593331" y="530352"/>
                </a:lnTo>
                <a:lnTo>
                  <a:pt x="612315" y="530904"/>
                </a:lnTo>
                <a:lnTo>
                  <a:pt x="631298" y="531390"/>
                </a:lnTo>
                <a:lnTo>
                  <a:pt x="650291" y="531809"/>
                </a:lnTo>
                <a:lnTo>
                  <a:pt x="669274" y="532181"/>
                </a:lnTo>
                <a:lnTo>
                  <a:pt x="688267" y="532495"/>
                </a:lnTo>
                <a:lnTo>
                  <a:pt x="707260" y="532743"/>
                </a:lnTo>
                <a:lnTo>
                  <a:pt x="726253" y="532943"/>
                </a:lnTo>
                <a:lnTo>
                  <a:pt x="745246" y="533086"/>
                </a:lnTo>
                <a:lnTo>
                  <a:pt x="764238" y="533171"/>
                </a:lnTo>
                <a:lnTo>
                  <a:pt x="783231" y="533210"/>
                </a:lnTo>
                <a:lnTo>
                  <a:pt x="802224" y="533190"/>
                </a:lnTo>
                <a:lnTo>
                  <a:pt x="821217" y="533114"/>
                </a:lnTo>
                <a:lnTo>
                  <a:pt x="840210" y="532981"/>
                </a:lnTo>
                <a:lnTo>
                  <a:pt x="859203" y="532800"/>
                </a:lnTo>
                <a:lnTo>
                  <a:pt x="878195" y="532562"/>
                </a:lnTo>
                <a:lnTo>
                  <a:pt x="897188" y="532267"/>
                </a:lnTo>
                <a:lnTo>
                  <a:pt x="916181" y="531914"/>
                </a:lnTo>
                <a:lnTo>
                  <a:pt x="935165" y="531505"/>
                </a:lnTo>
                <a:lnTo>
                  <a:pt x="954157" y="531038"/>
                </a:lnTo>
                <a:lnTo>
                  <a:pt x="973141" y="530504"/>
                </a:lnTo>
                <a:lnTo>
                  <a:pt x="992124" y="529904"/>
                </a:lnTo>
                <a:lnTo>
                  <a:pt x="1011107" y="529247"/>
                </a:lnTo>
                <a:lnTo>
                  <a:pt x="1030091" y="528514"/>
                </a:lnTo>
                <a:lnTo>
                  <a:pt x="1049064" y="527704"/>
                </a:lnTo>
                <a:lnTo>
                  <a:pt x="1068038" y="526818"/>
                </a:lnTo>
                <a:lnTo>
                  <a:pt x="1087003" y="525856"/>
                </a:lnTo>
                <a:lnTo>
                  <a:pt x="1105967" y="524799"/>
                </a:lnTo>
                <a:lnTo>
                  <a:pt x="1124931" y="523665"/>
                </a:lnTo>
                <a:lnTo>
                  <a:pt x="1143876" y="522408"/>
                </a:lnTo>
                <a:lnTo>
                  <a:pt x="1162822" y="521046"/>
                </a:lnTo>
                <a:lnTo>
                  <a:pt x="1181757" y="519570"/>
                </a:lnTo>
                <a:lnTo>
                  <a:pt x="1200683" y="517950"/>
                </a:lnTo>
                <a:lnTo>
                  <a:pt x="1219591" y="516179"/>
                </a:lnTo>
                <a:lnTo>
                  <a:pt x="1238488" y="514236"/>
                </a:lnTo>
                <a:lnTo>
                  <a:pt x="1257357" y="512083"/>
                </a:lnTo>
                <a:lnTo>
                  <a:pt x="1276198" y="509683"/>
                </a:lnTo>
                <a:lnTo>
                  <a:pt x="1295000" y="506987"/>
                </a:lnTo>
                <a:lnTo>
                  <a:pt x="1313745" y="503911"/>
                </a:lnTo>
                <a:lnTo>
                  <a:pt x="1332395" y="500329"/>
                </a:lnTo>
                <a:lnTo>
                  <a:pt x="1350893" y="496005"/>
                </a:lnTo>
                <a:lnTo>
                  <a:pt x="1369057" y="490480"/>
                </a:lnTo>
                <a:lnTo>
                  <a:pt x="1386183" y="482384"/>
                </a:lnTo>
                <a:lnTo>
                  <a:pt x="1395965" y="466916"/>
                </a:lnTo>
                <a:lnTo>
                  <a:pt x="1402642" y="449132"/>
                </a:lnTo>
                <a:lnTo>
                  <a:pt x="1409329" y="431359"/>
                </a:lnTo>
                <a:lnTo>
                  <a:pt x="1416006" y="413576"/>
                </a:lnTo>
                <a:lnTo>
                  <a:pt x="1422692" y="395802"/>
                </a:lnTo>
                <a:lnTo>
                  <a:pt x="1429369" y="378019"/>
                </a:lnTo>
                <a:lnTo>
                  <a:pt x="1436056" y="360236"/>
                </a:lnTo>
                <a:lnTo>
                  <a:pt x="1442733" y="342462"/>
                </a:lnTo>
                <a:lnTo>
                  <a:pt x="1449419" y="324679"/>
                </a:lnTo>
                <a:lnTo>
                  <a:pt x="1456096" y="306905"/>
                </a:lnTo>
                <a:lnTo>
                  <a:pt x="1462783" y="289122"/>
                </a:lnTo>
                <a:lnTo>
                  <a:pt x="1469460" y="271339"/>
                </a:lnTo>
                <a:lnTo>
                  <a:pt x="1476146" y="253565"/>
                </a:lnTo>
                <a:lnTo>
                  <a:pt x="1482823" y="235782"/>
                </a:lnTo>
                <a:lnTo>
                  <a:pt x="1489510" y="218008"/>
                </a:lnTo>
                <a:lnTo>
                  <a:pt x="1496187" y="200225"/>
                </a:lnTo>
                <a:lnTo>
                  <a:pt x="1502874" y="182442"/>
                </a:lnTo>
                <a:lnTo>
                  <a:pt x="1509551" y="164668"/>
                </a:lnTo>
                <a:lnTo>
                  <a:pt x="1516237" y="146885"/>
                </a:lnTo>
                <a:lnTo>
                  <a:pt x="1522914" y="129111"/>
                </a:lnTo>
                <a:lnTo>
                  <a:pt x="1529601" y="111328"/>
                </a:lnTo>
                <a:lnTo>
                  <a:pt x="1536278" y="93545"/>
                </a:lnTo>
                <a:lnTo>
                  <a:pt x="1542964" y="75771"/>
                </a:lnTo>
                <a:lnTo>
                  <a:pt x="1549641" y="57988"/>
                </a:lnTo>
                <a:lnTo>
                  <a:pt x="1556318" y="40215"/>
                </a:lnTo>
                <a:lnTo>
                  <a:pt x="1563005" y="22431"/>
                </a:lnTo>
                <a:lnTo>
                  <a:pt x="1569682" y="4648"/>
                </a:lnTo>
                <a:lnTo>
                  <a:pt x="1562852" y="10325"/>
                </a:lnTo>
                <a:lnTo>
                  <a:pt x="1545336" y="17574"/>
                </a:lnTo>
                <a:lnTo>
                  <a:pt x="1527000" y="22527"/>
                </a:lnTo>
                <a:lnTo>
                  <a:pt x="1508417" y="26422"/>
                </a:lnTo>
                <a:lnTo>
                  <a:pt x="1489700" y="29670"/>
                </a:lnTo>
                <a:lnTo>
                  <a:pt x="1470917" y="32490"/>
                </a:lnTo>
                <a:lnTo>
                  <a:pt x="1452086" y="34976"/>
                </a:lnTo>
                <a:lnTo>
                  <a:pt x="1433227" y="37205"/>
                </a:lnTo>
                <a:lnTo>
                  <a:pt x="1414339" y="39233"/>
                </a:lnTo>
                <a:lnTo>
                  <a:pt x="1395441" y="41081"/>
                </a:lnTo>
                <a:lnTo>
                  <a:pt x="1376524" y="42777"/>
                </a:lnTo>
                <a:lnTo>
                  <a:pt x="1357589" y="44339"/>
                </a:lnTo>
                <a:lnTo>
                  <a:pt x="1338653" y="45796"/>
                </a:lnTo>
                <a:lnTo>
                  <a:pt x="1319708" y="47149"/>
                </a:lnTo>
                <a:lnTo>
                  <a:pt x="1300753" y="48406"/>
                </a:lnTo>
                <a:lnTo>
                  <a:pt x="1281798" y="49587"/>
                </a:lnTo>
                <a:lnTo>
                  <a:pt x="1262844" y="50683"/>
                </a:lnTo>
                <a:lnTo>
                  <a:pt x="1243870" y="51711"/>
                </a:lnTo>
                <a:lnTo>
                  <a:pt x="1224905" y="52673"/>
                </a:lnTo>
                <a:lnTo>
                  <a:pt x="1205932" y="53578"/>
                </a:lnTo>
                <a:lnTo>
                  <a:pt x="1186958" y="54426"/>
                </a:lnTo>
                <a:lnTo>
                  <a:pt x="1167984" y="55207"/>
                </a:lnTo>
                <a:lnTo>
                  <a:pt x="1149001" y="55950"/>
                </a:lnTo>
                <a:lnTo>
                  <a:pt x="1130017" y="56636"/>
                </a:lnTo>
                <a:lnTo>
                  <a:pt x="1111034" y="57283"/>
                </a:lnTo>
                <a:lnTo>
                  <a:pt x="1092051" y="57874"/>
                </a:lnTo>
                <a:lnTo>
                  <a:pt x="1073067" y="58436"/>
                </a:lnTo>
                <a:lnTo>
                  <a:pt x="1054084" y="58941"/>
                </a:lnTo>
                <a:lnTo>
                  <a:pt x="1035091" y="59417"/>
                </a:lnTo>
                <a:lnTo>
                  <a:pt x="1016108" y="59846"/>
                </a:lnTo>
                <a:lnTo>
                  <a:pt x="997115" y="60246"/>
                </a:lnTo>
                <a:lnTo>
                  <a:pt x="978122" y="60598"/>
                </a:lnTo>
                <a:lnTo>
                  <a:pt x="959139" y="60922"/>
                </a:lnTo>
                <a:lnTo>
                  <a:pt x="940146" y="61208"/>
                </a:lnTo>
                <a:lnTo>
                  <a:pt x="921153" y="61455"/>
                </a:lnTo>
                <a:lnTo>
                  <a:pt x="902160" y="61674"/>
                </a:lnTo>
                <a:lnTo>
                  <a:pt x="883168" y="61865"/>
                </a:lnTo>
                <a:lnTo>
                  <a:pt x="864175" y="62017"/>
                </a:lnTo>
                <a:lnTo>
                  <a:pt x="845182" y="62132"/>
                </a:lnTo>
                <a:lnTo>
                  <a:pt x="826189" y="62217"/>
                </a:lnTo>
                <a:lnTo>
                  <a:pt x="807196" y="62274"/>
                </a:lnTo>
                <a:lnTo>
                  <a:pt x="788203" y="62294"/>
                </a:lnTo>
                <a:lnTo>
                  <a:pt x="769210" y="62284"/>
                </a:lnTo>
                <a:lnTo>
                  <a:pt x="750218" y="62236"/>
                </a:lnTo>
                <a:lnTo>
                  <a:pt x="731225" y="62160"/>
                </a:lnTo>
                <a:lnTo>
                  <a:pt x="712232" y="62055"/>
                </a:lnTo>
                <a:lnTo>
                  <a:pt x="693239" y="61913"/>
                </a:lnTo>
                <a:lnTo>
                  <a:pt x="674246" y="61732"/>
                </a:lnTo>
                <a:lnTo>
                  <a:pt x="655253" y="61522"/>
                </a:lnTo>
                <a:lnTo>
                  <a:pt x="636260" y="61274"/>
                </a:lnTo>
                <a:lnTo>
                  <a:pt x="617268" y="60998"/>
                </a:lnTo>
                <a:lnTo>
                  <a:pt x="598275" y="60684"/>
                </a:lnTo>
                <a:lnTo>
                  <a:pt x="579282" y="60341"/>
                </a:lnTo>
                <a:lnTo>
                  <a:pt x="560299" y="59950"/>
                </a:lnTo>
                <a:lnTo>
                  <a:pt x="541306" y="59531"/>
                </a:lnTo>
                <a:lnTo>
                  <a:pt x="522322" y="59065"/>
                </a:lnTo>
                <a:lnTo>
                  <a:pt x="503330" y="58569"/>
                </a:lnTo>
                <a:lnTo>
                  <a:pt x="484346" y="58026"/>
                </a:lnTo>
                <a:lnTo>
                  <a:pt x="465363" y="57436"/>
                </a:lnTo>
                <a:lnTo>
                  <a:pt x="446380" y="56817"/>
                </a:lnTo>
                <a:lnTo>
                  <a:pt x="427396" y="56131"/>
                </a:lnTo>
                <a:lnTo>
                  <a:pt x="408422" y="55407"/>
                </a:lnTo>
                <a:lnTo>
                  <a:pt x="389439" y="54635"/>
                </a:lnTo>
                <a:lnTo>
                  <a:pt x="370465" y="53807"/>
                </a:lnTo>
                <a:lnTo>
                  <a:pt x="351492" y="52921"/>
                </a:lnTo>
                <a:lnTo>
                  <a:pt x="332527" y="51978"/>
                </a:lnTo>
                <a:lnTo>
                  <a:pt x="313553" y="50959"/>
                </a:lnTo>
                <a:lnTo>
                  <a:pt x="294589" y="49873"/>
                </a:lnTo>
                <a:lnTo>
                  <a:pt x="275634" y="48720"/>
                </a:lnTo>
                <a:lnTo>
                  <a:pt x="256680" y="47482"/>
                </a:lnTo>
                <a:lnTo>
                  <a:pt x="237734" y="46158"/>
                </a:lnTo>
                <a:lnTo>
                  <a:pt x="218799" y="44739"/>
                </a:lnTo>
                <a:lnTo>
                  <a:pt x="199863" y="43196"/>
                </a:lnTo>
                <a:lnTo>
                  <a:pt x="180946" y="41539"/>
                </a:lnTo>
                <a:lnTo>
                  <a:pt x="162039" y="39729"/>
                </a:lnTo>
                <a:lnTo>
                  <a:pt x="143142" y="37757"/>
                </a:lnTo>
                <a:lnTo>
                  <a:pt x="124273" y="35585"/>
                </a:lnTo>
                <a:lnTo>
                  <a:pt x="105442" y="33166"/>
                </a:lnTo>
                <a:lnTo>
                  <a:pt x="86639" y="30442"/>
                </a:lnTo>
                <a:lnTo>
                  <a:pt x="67904" y="27318"/>
                </a:lnTo>
                <a:lnTo>
                  <a:pt x="49282" y="23622"/>
                </a:lnTo>
                <a:lnTo>
                  <a:pt x="30851" y="19012"/>
                </a:lnTo>
                <a:lnTo>
                  <a:pt x="12992" y="12611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42" name="funnel-step-cap-4">
            <a:extLst xmlns:a="http://schemas.openxmlformats.org/drawingml/2006/main">
              <a:ext uri="{FF2B5EF4-FFF2-40B4-BE49-F238E27FC236}">
                <a16:creationId xmlns:a16="http://schemas.microsoft.com/office/drawing/2014/main" id="{7E924DFB-C17A-4204-8568-21F8BE29C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833917" y="4832604"/>
            <a:ext cx="1571406" cy="17728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7EAC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43" name="funnel-step-body-5">
            <a:extLst xmlns:a="http://schemas.openxmlformats.org/drawingml/2006/main">
              <a:ext uri="{FF2B5EF4-FFF2-40B4-BE49-F238E27FC236}">
                <a16:creationId xmlns:a16="http://schemas.microsoft.com/office/drawing/2014/main" id="{C63EA59E-7978-4323-9CCF-BFAE3FE74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10882" y="5522881"/>
            <a:ext cx="1214199" cy="533276"/>
          </a:xfrm>
          <a:custGeom xmlns:a="http://schemas.openxmlformats.org/drawingml/2006/main">
            <a:pathLst>
              <a:path w="1214199" h="533276">
                <a:moveTo>
                  <a:pt x="0" y="0"/>
                </a:moveTo>
                <a:lnTo>
                  <a:pt x="6458" y="17821"/>
                </a:lnTo>
                <a:lnTo>
                  <a:pt x="12906" y="35633"/>
                </a:lnTo>
                <a:lnTo>
                  <a:pt x="19364" y="53454"/>
                </a:lnTo>
                <a:lnTo>
                  <a:pt x="25822" y="71276"/>
                </a:lnTo>
                <a:lnTo>
                  <a:pt x="32271" y="89097"/>
                </a:lnTo>
                <a:lnTo>
                  <a:pt x="38729" y="106909"/>
                </a:lnTo>
                <a:lnTo>
                  <a:pt x="45187" y="124730"/>
                </a:lnTo>
                <a:lnTo>
                  <a:pt x="51635" y="142551"/>
                </a:lnTo>
                <a:lnTo>
                  <a:pt x="58093" y="160372"/>
                </a:lnTo>
                <a:lnTo>
                  <a:pt x="64551" y="178184"/>
                </a:lnTo>
                <a:lnTo>
                  <a:pt x="71009" y="196005"/>
                </a:lnTo>
                <a:lnTo>
                  <a:pt x="77457" y="213827"/>
                </a:lnTo>
                <a:lnTo>
                  <a:pt x="83915" y="231638"/>
                </a:lnTo>
                <a:lnTo>
                  <a:pt x="90373" y="249460"/>
                </a:lnTo>
                <a:lnTo>
                  <a:pt x="96822" y="267281"/>
                </a:lnTo>
                <a:lnTo>
                  <a:pt x="103280" y="285102"/>
                </a:lnTo>
                <a:lnTo>
                  <a:pt x="109738" y="302914"/>
                </a:lnTo>
                <a:lnTo>
                  <a:pt x="116186" y="320735"/>
                </a:lnTo>
                <a:lnTo>
                  <a:pt x="122644" y="338557"/>
                </a:lnTo>
                <a:lnTo>
                  <a:pt x="129102" y="356378"/>
                </a:lnTo>
                <a:lnTo>
                  <a:pt x="135550" y="374190"/>
                </a:lnTo>
                <a:lnTo>
                  <a:pt x="142008" y="392011"/>
                </a:lnTo>
                <a:lnTo>
                  <a:pt x="148466" y="409832"/>
                </a:lnTo>
                <a:lnTo>
                  <a:pt x="154915" y="427644"/>
                </a:lnTo>
                <a:lnTo>
                  <a:pt x="161373" y="445465"/>
                </a:lnTo>
                <a:lnTo>
                  <a:pt x="167831" y="463286"/>
                </a:lnTo>
                <a:lnTo>
                  <a:pt x="174812" y="480632"/>
                </a:lnTo>
                <a:lnTo>
                  <a:pt x="190376" y="491233"/>
                </a:lnTo>
                <a:lnTo>
                  <a:pt x="208016" y="498129"/>
                </a:lnTo>
                <a:lnTo>
                  <a:pt x="226228" y="503339"/>
                </a:lnTo>
                <a:lnTo>
                  <a:pt x="244707" y="507559"/>
                </a:lnTo>
                <a:lnTo>
                  <a:pt x="263319" y="511111"/>
                </a:lnTo>
                <a:lnTo>
                  <a:pt x="282026" y="514159"/>
                </a:lnTo>
                <a:lnTo>
                  <a:pt x="300790" y="516817"/>
                </a:lnTo>
                <a:lnTo>
                  <a:pt x="319602" y="519151"/>
                </a:lnTo>
                <a:lnTo>
                  <a:pt x="338433" y="521227"/>
                </a:lnTo>
                <a:lnTo>
                  <a:pt x="357302" y="523065"/>
                </a:lnTo>
                <a:lnTo>
                  <a:pt x="376180" y="524704"/>
                </a:lnTo>
                <a:lnTo>
                  <a:pt x="395078" y="526151"/>
                </a:lnTo>
                <a:lnTo>
                  <a:pt x="413985" y="527437"/>
                </a:lnTo>
                <a:lnTo>
                  <a:pt x="432902" y="528580"/>
                </a:lnTo>
                <a:lnTo>
                  <a:pt x="451828" y="529580"/>
                </a:lnTo>
                <a:lnTo>
                  <a:pt x="470754" y="530447"/>
                </a:lnTo>
                <a:lnTo>
                  <a:pt x="489699" y="531181"/>
                </a:lnTo>
                <a:lnTo>
                  <a:pt x="508635" y="531809"/>
                </a:lnTo>
                <a:lnTo>
                  <a:pt x="527580" y="532324"/>
                </a:lnTo>
                <a:lnTo>
                  <a:pt x="546525" y="532714"/>
                </a:lnTo>
                <a:lnTo>
                  <a:pt x="565480" y="533009"/>
                </a:lnTo>
                <a:lnTo>
                  <a:pt x="584425" y="533190"/>
                </a:lnTo>
                <a:lnTo>
                  <a:pt x="603380" y="533276"/>
                </a:lnTo>
                <a:lnTo>
                  <a:pt x="622335" y="533248"/>
                </a:lnTo>
                <a:lnTo>
                  <a:pt x="641280" y="533124"/>
                </a:lnTo>
                <a:lnTo>
                  <a:pt x="660235" y="532895"/>
                </a:lnTo>
                <a:lnTo>
                  <a:pt x="679180" y="532562"/>
                </a:lnTo>
                <a:lnTo>
                  <a:pt x="698125" y="532114"/>
                </a:lnTo>
                <a:lnTo>
                  <a:pt x="717071" y="531552"/>
                </a:lnTo>
                <a:lnTo>
                  <a:pt x="736016" y="530876"/>
                </a:lnTo>
                <a:lnTo>
                  <a:pt x="754952" y="530085"/>
                </a:lnTo>
                <a:lnTo>
                  <a:pt x="773878" y="529161"/>
                </a:lnTo>
                <a:lnTo>
                  <a:pt x="792804" y="528104"/>
                </a:lnTo>
                <a:lnTo>
                  <a:pt x="811711" y="526904"/>
                </a:lnTo>
                <a:lnTo>
                  <a:pt x="830618" y="525542"/>
                </a:lnTo>
                <a:lnTo>
                  <a:pt x="849506" y="524008"/>
                </a:lnTo>
                <a:lnTo>
                  <a:pt x="868375" y="522294"/>
                </a:lnTo>
                <a:lnTo>
                  <a:pt x="887235" y="520360"/>
                </a:lnTo>
                <a:lnTo>
                  <a:pt x="906056" y="518170"/>
                </a:lnTo>
                <a:lnTo>
                  <a:pt x="924849" y="515712"/>
                </a:lnTo>
                <a:lnTo>
                  <a:pt x="943585" y="512893"/>
                </a:lnTo>
                <a:lnTo>
                  <a:pt x="962263" y="509635"/>
                </a:lnTo>
                <a:lnTo>
                  <a:pt x="980818" y="505825"/>
                </a:lnTo>
                <a:lnTo>
                  <a:pt x="999201" y="501225"/>
                </a:lnTo>
                <a:lnTo>
                  <a:pt x="1017232" y="495405"/>
                </a:lnTo>
                <a:lnTo>
                  <a:pt x="1034348" y="487318"/>
                </a:lnTo>
                <a:lnTo>
                  <a:pt x="1046607" y="473507"/>
                </a:lnTo>
                <a:lnTo>
                  <a:pt x="1052455" y="455552"/>
                </a:lnTo>
                <a:lnTo>
                  <a:pt x="1058913" y="437731"/>
                </a:lnTo>
                <a:lnTo>
                  <a:pt x="1065371" y="419910"/>
                </a:lnTo>
                <a:lnTo>
                  <a:pt x="1071820" y="402098"/>
                </a:lnTo>
                <a:lnTo>
                  <a:pt x="1078278" y="384277"/>
                </a:lnTo>
                <a:lnTo>
                  <a:pt x="1084736" y="366455"/>
                </a:lnTo>
                <a:lnTo>
                  <a:pt x="1091194" y="348634"/>
                </a:lnTo>
                <a:lnTo>
                  <a:pt x="1097642" y="330822"/>
                </a:lnTo>
                <a:lnTo>
                  <a:pt x="1104100" y="313001"/>
                </a:lnTo>
                <a:lnTo>
                  <a:pt x="1110558" y="295180"/>
                </a:lnTo>
                <a:lnTo>
                  <a:pt x="1117006" y="277358"/>
                </a:lnTo>
                <a:lnTo>
                  <a:pt x="1123464" y="259547"/>
                </a:lnTo>
                <a:lnTo>
                  <a:pt x="1129922" y="241725"/>
                </a:lnTo>
                <a:lnTo>
                  <a:pt x="1136371" y="223904"/>
                </a:lnTo>
                <a:lnTo>
                  <a:pt x="1142829" y="206092"/>
                </a:lnTo>
                <a:lnTo>
                  <a:pt x="1149287" y="188271"/>
                </a:lnTo>
                <a:lnTo>
                  <a:pt x="1155735" y="170450"/>
                </a:lnTo>
                <a:lnTo>
                  <a:pt x="1162193" y="152629"/>
                </a:lnTo>
                <a:lnTo>
                  <a:pt x="1168651" y="134817"/>
                </a:lnTo>
                <a:lnTo>
                  <a:pt x="1175099" y="116996"/>
                </a:lnTo>
                <a:lnTo>
                  <a:pt x="1181557" y="99174"/>
                </a:lnTo>
                <a:lnTo>
                  <a:pt x="1188015" y="81353"/>
                </a:lnTo>
                <a:lnTo>
                  <a:pt x="1194473" y="63541"/>
                </a:lnTo>
                <a:lnTo>
                  <a:pt x="1200922" y="45720"/>
                </a:lnTo>
                <a:lnTo>
                  <a:pt x="1207379" y="27899"/>
                </a:lnTo>
                <a:lnTo>
                  <a:pt x="1213837" y="10077"/>
                </a:lnTo>
                <a:lnTo>
                  <a:pt x="1214199" y="7334"/>
                </a:lnTo>
                <a:lnTo>
                  <a:pt x="1198178" y="17212"/>
                </a:lnTo>
                <a:lnTo>
                  <a:pt x="1180271" y="23374"/>
                </a:lnTo>
                <a:lnTo>
                  <a:pt x="1161907" y="28032"/>
                </a:lnTo>
                <a:lnTo>
                  <a:pt x="1143343" y="31842"/>
                </a:lnTo>
                <a:lnTo>
                  <a:pt x="1124664" y="35071"/>
                </a:lnTo>
                <a:lnTo>
                  <a:pt x="1105929" y="37890"/>
                </a:lnTo>
                <a:lnTo>
                  <a:pt x="1087136" y="40386"/>
                </a:lnTo>
                <a:lnTo>
                  <a:pt x="1068314" y="42615"/>
                </a:lnTo>
                <a:lnTo>
                  <a:pt x="1049474" y="44634"/>
                </a:lnTo>
                <a:lnTo>
                  <a:pt x="1030615" y="46463"/>
                </a:lnTo>
                <a:lnTo>
                  <a:pt x="1011736" y="48130"/>
                </a:lnTo>
                <a:lnTo>
                  <a:pt x="992838" y="49663"/>
                </a:lnTo>
                <a:lnTo>
                  <a:pt x="973941" y="51064"/>
                </a:lnTo>
                <a:lnTo>
                  <a:pt x="955034" y="52349"/>
                </a:lnTo>
                <a:lnTo>
                  <a:pt x="936117" y="53531"/>
                </a:lnTo>
                <a:lnTo>
                  <a:pt x="917200" y="54616"/>
                </a:lnTo>
                <a:lnTo>
                  <a:pt x="898274" y="55616"/>
                </a:lnTo>
                <a:lnTo>
                  <a:pt x="879348" y="56521"/>
                </a:lnTo>
                <a:lnTo>
                  <a:pt x="860412" y="57360"/>
                </a:lnTo>
                <a:lnTo>
                  <a:pt x="841477" y="58122"/>
                </a:lnTo>
                <a:lnTo>
                  <a:pt x="822531" y="58807"/>
                </a:lnTo>
                <a:lnTo>
                  <a:pt x="803596" y="59436"/>
                </a:lnTo>
                <a:lnTo>
                  <a:pt x="784650" y="59988"/>
                </a:lnTo>
                <a:lnTo>
                  <a:pt x="765705" y="60484"/>
                </a:lnTo>
                <a:lnTo>
                  <a:pt x="746760" y="60912"/>
                </a:lnTo>
                <a:lnTo>
                  <a:pt x="727805" y="61284"/>
                </a:lnTo>
                <a:lnTo>
                  <a:pt x="708860" y="61608"/>
                </a:lnTo>
                <a:lnTo>
                  <a:pt x="689915" y="61865"/>
                </a:lnTo>
                <a:lnTo>
                  <a:pt x="670960" y="62074"/>
                </a:lnTo>
                <a:lnTo>
                  <a:pt x="652005" y="62227"/>
                </a:lnTo>
                <a:lnTo>
                  <a:pt x="633060" y="62322"/>
                </a:lnTo>
                <a:lnTo>
                  <a:pt x="614105" y="62360"/>
                </a:lnTo>
                <a:lnTo>
                  <a:pt x="595151" y="62351"/>
                </a:lnTo>
                <a:lnTo>
                  <a:pt x="576205" y="62284"/>
                </a:lnTo>
                <a:lnTo>
                  <a:pt x="557251" y="62160"/>
                </a:lnTo>
                <a:lnTo>
                  <a:pt x="538296" y="61989"/>
                </a:lnTo>
                <a:lnTo>
                  <a:pt x="519351" y="61760"/>
                </a:lnTo>
                <a:lnTo>
                  <a:pt x="500396" y="61474"/>
                </a:lnTo>
                <a:lnTo>
                  <a:pt x="481451" y="61141"/>
                </a:lnTo>
                <a:lnTo>
                  <a:pt x="462505" y="60731"/>
                </a:lnTo>
                <a:lnTo>
                  <a:pt x="443560" y="60274"/>
                </a:lnTo>
                <a:lnTo>
                  <a:pt x="424615" y="59750"/>
                </a:lnTo>
                <a:lnTo>
                  <a:pt x="405670" y="59169"/>
                </a:lnTo>
                <a:lnTo>
                  <a:pt x="386725" y="58522"/>
                </a:lnTo>
                <a:lnTo>
                  <a:pt x="367789" y="57798"/>
                </a:lnTo>
                <a:lnTo>
                  <a:pt x="348853" y="57007"/>
                </a:lnTo>
                <a:lnTo>
                  <a:pt x="329927" y="56140"/>
                </a:lnTo>
                <a:lnTo>
                  <a:pt x="310991" y="55188"/>
                </a:lnTo>
                <a:lnTo>
                  <a:pt x="292075" y="54159"/>
                </a:lnTo>
                <a:lnTo>
                  <a:pt x="273148" y="53026"/>
                </a:lnTo>
                <a:lnTo>
                  <a:pt x="254241" y="51806"/>
                </a:lnTo>
                <a:lnTo>
                  <a:pt x="235334" y="50473"/>
                </a:lnTo>
                <a:lnTo>
                  <a:pt x="216437" y="49016"/>
                </a:lnTo>
                <a:lnTo>
                  <a:pt x="197558" y="47425"/>
                </a:lnTo>
                <a:lnTo>
                  <a:pt x="178679" y="45691"/>
                </a:lnTo>
                <a:lnTo>
                  <a:pt x="159830" y="43786"/>
                </a:lnTo>
                <a:lnTo>
                  <a:pt x="140989" y="41681"/>
                </a:lnTo>
                <a:lnTo>
                  <a:pt x="122187" y="39338"/>
                </a:lnTo>
                <a:lnTo>
                  <a:pt x="103413" y="36709"/>
                </a:lnTo>
                <a:lnTo>
                  <a:pt x="84706" y="33728"/>
                </a:lnTo>
                <a:lnTo>
                  <a:pt x="66065" y="30270"/>
                </a:lnTo>
                <a:lnTo>
                  <a:pt x="47577" y="26137"/>
                </a:lnTo>
                <a:lnTo>
                  <a:pt x="29356" y="20945"/>
                </a:lnTo>
                <a:lnTo>
                  <a:pt x="11887" y="13668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44" name="funnel-step-cap-5">
            <a:extLst xmlns:a="http://schemas.openxmlformats.org/drawingml/2006/main">
              <a:ext uri="{FF2B5EF4-FFF2-40B4-BE49-F238E27FC236}">
                <a16:creationId xmlns:a16="http://schemas.microsoft.com/office/drawing/2014/main" id="{AEC4BEFC-0C12-439A-A5C6-4A50C4F71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10844" y="5434270"/>
            <a:ext cx="1217552" cy="17728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7EAC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45" name="funnel-flow-arrow">
            <a:extLst xmlns:a="http://schemas.openxmlformats.org/drawingml/2006/main">
              <a:ext uri="{FF2B5EF4-FFF2-40B4-BE49-F238E27FC236}">
                <a16:creationId xmlns:a16="http://schemas.microsoft.com/office/drawing/2014/main" id="{81D9EA3F-B443-42BE-90B0-C79D31A72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52850" y="2466975"/>
            <a:ext cx="1733550" cy="3631178"/>
          </a:xfrm>
          <a:custGeom xmlns:a="http://schemas.openxmlformats.org/drawingml/2006/main">
            <a:pathLst>
              <a:path w="1733550" h="3631178">
                <a:moveTo>
                  <a:pt x="0" y="0"/>
                </a:moveTo>
                <a:lnTo>
                  <a:pt x="0" y="42834"/>
                </a:lnTo>
                <a:lnTo>
                  <a:pt x="9249" y="84525"/>
                </a:lnTo>
                <a:lnTo>
                  <a:pt x="19660" y="126063"/>
                </a:lnTo>
                <a:lnTo>
                  <a:pt x="30070" y="167611"/>
                </a:lnTo>
                <a:lnTo>
                  <a:pt x="40491" y="209159"/>
                </a:lnTo>
                <a:lnTo>
                  <a:pt x="50902" y="250708"/>
                </a:lnTo>
                <a:lnTo>
                  <a:pt x="61312" y="292256"/>
                </a:lnTo>
                <a:lnTo>
                  <a:pt x="71723" y="333794"/>
                </a:lnTo>
                <a:lnTo>
                  <a:pt x="82144" y="375342"/>
                </a:lnTo>
                <a:lnTo>
                  <a:pt x="92554" y="416890"/>
                </a:lnTo>
                <a:lnTo>
                  <a:pt x="102965" y="458438"/>
                </a:lnTo>
                <a:lnTo>
                  <a:pt x="113376" y="499977"/>
                </a:lnTo>
                <a:lnTo>
                  <a:pt x="123796" y="541525"/>
                </a:lnTo>
                <a:lnTo>
                  <a:pt x="134207" y="583073"/>
                </a:lnTo>
                <a:lnTo>
                  <a:pt x="143599" y="624850"/>
                </a:lnTo>
                <a:lnTo>
                  <a:pt x="151924" y="666864"/>
                </a:lnTo>
                <a:lnTo>
                  <a:pt x="159915" y="708946"/>
                </a:lnTo>
                <a:lnTo>
                  <a:pt x="167916" y="751018"/>
                </a:lnTo>
                <a:lnTo>
                  <a:pt x="175908" y="793099"/>
                </a:lnTo>
                <a:lnTo>
                  <a:pt x="183899" y="835181"/>
                </a:lnTo>
                <a:lnTo>
                  <a:pt x="191900" y="877253"/>
                </a:lnTo>
                <a:lnTo>
                  <a:pt x="199892" y="919334"/>
                </a:lnTo>
                <a:lnTo>
                  <a:pt x="207883" y="961415"/>
                </a:lnTo>
                <a:lnTo>
                  <a:pt x="215884" y="1003487"/>
                </a:lnTo>
                <a:lnTo>
                  <a:pt x="223876" y="1045569"/>
                </a:lnTo>
                <a:lnTo>
                  <a:pt x="231867" y="1087650"/>
                </a:lnTo>
                <a:lnTo>
                  <a:pt x="239868" y="1129722"/>
                </a:lnTo>
                <a:lnTo>
                  <a:pt x="247860" y="1171804"/>
                </a:lnTo>
                <a:lnTo>
                  <a:pt x="255746" y="1213904"/>
                </a:lnTo>
                <a:lnTo>
                  <a:pt x="263300" y="1256062"/>
                </a:lnTo>
                <a:lnTo>
                  <a:pt x="270577" y="1298267"/>
                </a:lnTo>
                <a:lnTo>
                  <a:pt x="277854" y="1340482"/>
                </a:lnTo>
                <a:lnTo>
                  <a:pt x="285131" y="1382687"/>
                </a:lnTo>
                <a:lnTo>
                  <a:pt x="292408" y="1424892"/>
                </a:lnTo>
                <a:lnTo>
                  <a:pt x="299685" y="1467107"/>
                </a:lnTo>
                <a:lnTo>
                  <a:pt x="306972" y="1509312"/>
                </a:lnTo>
                <a:lnTo>
                  <a:pt x="314249" y="1551518"/>
                </a:lnTo>
                <a:lnTo>
                  <a:pt x="321526" y="1593733"/>
                </a:lnTo>
                <a:lnTo>
                  <a:pt x="328803" y="1635938"/>
                </a:lnTo>
                <a:lnTo>
                  <a:pt x="336080" y="1678143"/>
                </a:lnTo>
                <a:lnTo>
                  <a:pt x="343357" y="1720358"/>
                </a:lnTo>
                <a:lnTo>
                  <a:pt x="350634" y="1762563"/>
                </a:lnTo>
                <a:lnTo>
                  <a:pt x="357911" y="1804768"/>
                </a:lnTo>
                <a:lnTo>
                  <a:pt x="364931" y="1847021"/>
                </a:lnTo>
                <a:lnTo>
                  <a:pt x="371799" y="1889303"/>
                </a:lnTo>
                <a:lnTo>
                  <a:pt x="378657" y="1931575"/>
                </a:lnTo>
                <a:lnTo>
                  <a:pt x="385515" y="1973856"/>
                </a:lnTo>
                <a:lnTo>
                  <a:pt x="392363" y="2016138"/>
                </a:lnTo>
                <a:lnTo>
                  <a:pt x="399221" y="2058419"/>
                </a:lnTo>
                <a:lnTo>
                  <a:pt x="406070" y="2100691"/>
                </a:lnTo>
                <a:lnTo>
                  <a:pt x="412928" y="2142973"/>
                </a:lnTo>
                <a:lnTo>
                  <a:pt x="419776" y="2185254"/>
                </a:lnTo>
                <a:lnTo>
                  <a:pt x="426634" y="2227536"/>
                </a:lnTo>
                <a:lnTo>
                  <a:pt x="433492" y="2269808"/>
                </a:lnTo>
                <a:lnTo>
                  <a:pt x="440341" y="2312089"/>
                </a:lnTo>
                <a:lnTo>
                  <a:pt x="447199" y="2354370"/>
                </a:lnTo>
                <a:lnTo>
                  <a:pt x="454047" y="2396652"/>
                </a:lnTo>
                <a:lnTo>
                  <a:pt x="460772" y="2438952"/>
                </a:lnTo>
                <a:lnTo>
                  <a:pt x="467382" y="2481263"/>
                </a:lnTo>
                <a:lnTo>
                  <a:pt x="473954" y="2523592"/>
                </a:lnTo>
                <a:lnTo>
                  <a:pt x="480517" y="2565921"/>
                </a:lnTo>
                <a:lnTo>
                  <a:pt x="487089" y="2608240"/>
                </a:lnTo>
                <a:lnTo>
                  <a:pt x="493652" y="2650569"/>
                </a:lnTo>
                <a:lnTo>
                  <a:pt x="500224" y="2692889"/>
                </a:lnTo>
                <a:lnTo>
                  <a:pt x="506787" y="2735218"/>
                </a:lnTo>
                <a:lnTo>
                  <a:pt x="513359" y="2777538"/>
                </a:lnTo>
                <a:lnTo>
                  <a:pt x="519922" y="2819867"/>
                </a:lnTo>
                <a:lnTo>
                  <a:pt x="526494" y="2862186"/>
                </a:lnTo>
                <a:lnTo>
                  <a:pt x="533057" y="2904515"/>
                </a:lnTo>
                <a:lnTo>
                  <a:pt x="539629" y="2946835"/>
                </a:lnTo>
                <a:lnTo>
                  <a:pt x="503692" y="2952750"/>
                </a:lnTo>
                <a:lnTo>
                  <a:pt x="460867" y="2952750"/>
                </a:lnTo>
                <a:lnTo>
                  <a:pt x="418033" y="2952750"/>
                </a:lnTo>
                <a:lnTo>
                  <a:pt x="375199" y="2952750"/>
                </a:lnTo>
                <a:lnTo>
                  <a:pt x="332375" y="2952750"/>
                </a:lnTo>
                <a:lnTo>
                  <a:pt x="289541" y="2952750"/>
                </a:lnTo>
                <a:lnTo>
                  <a:pt x="246707" y="2952750"/>
                </a:lnTo>
                <a:lnTo>
                  <a:pt x="225514" y="2962056"/>
                </a:lnTo>
                <a:lnTo>
                  <a:pt x="254975" y="2993136"/>
                </a:lnTo>
                <a:lnTo>
                  <a:pt x="284445" y="3024226"/>
                </a:lnTo>
                <a:lnTo>
                  <a:pt x="313906" y="3055306"/>
                </a:lnTo>
                <a:lnTo>
                  <a:pt x="343376" y="3086395"/>
                </a:lnTo>
                <a:lnTo>
                  <a:pt x="372837" y="3117475"/>
                </a:lnTo>
                <a:lnTo>
                  <a:pt x="402307" y="3148565"/>
                </a:lnTo>
                <a:lnTo>
                  <a:pt x="431768" y="3179645"/>
                </a:lnTo>
                <a:lnTo>
                  <a:pt x="461239" y="3210735"/>
                </a:lnTo>
                <a:lnTo>
                  <a:pt x="490699" y="3241815"/>
                </a:lnTo>
                <a:lnTo>
                  <a:pt x="520170" y="3272904"/>
                </a:lnTo>
                <a:lnTo>
                  <a:pt x="549631" y="3303984"/>
                </a:lnTo>
                <a:lnTo>
                  <a:pt x="579101" y="3335074"/>
                </a:lnTo>
                <a:lnTo>
                  <a:pt x="608571" y="3366154"/>
                </a:lnTo>
                <a:lnTo>
                  <a:pt x="638032" y="3397244"/>
                </a:lnTo>
                <a:lnTo>
                  <a:pt x="667502" y="3428324"/>
                </a:lnTo>
                <a:lnTo>
                  <a:pt x="696963" y="3459413"/>
                </a:lnTo>
                <a:lnTo>
                  <a:pt x="726434" y="3490493"/>
                </a:lnTo>
                <a:lnTo>
                  <a:pt x="755894" y="3521583"/>
                </a:lnTo>
                <a:lnTo>
                  <a:pt x="785365" y="3552663"/>
                </a:lnTo>
                <a:lnTo>
                  <a:pt x="814826" y="3583753"/>
                </a:lnTo>
                <a:lnTo>
                  <a:pt x="844296" y="3614833"/>
                </a:lnTo>
                <a:lnTo>
                  <a:pt x="873757" y="3631178"/>
                </a:lnTo>
                <a:lnTo>
                  <a:pt x="903227" y="3600098"/>
                </a:lnTo>
                <a:lnTo>
                  <a:pt x="932688" y="3569008"/>
                </a:lnTo>
                <a:lnTo>
                  <a:pt x="962158" y="3537928"/>
                </a:lnTo>
                <a:lnTo>
                  <a:pt x="991619" y="3506838"/>
                </a:lnTo>
                <a:lnTo>
                  <a:pt x="1021090" y="3475758"/>
                </a:lnTo>
                <a:lnTo>
                  <a:pt x="1050550" y="3444669"/>
                </a:lnTo>
                <a:lnTo>
                  <a:pt x="1080021" y="3413589"/>
                </a:lnTo>
                <a:lnTo>
                  <a:pt x="1109491" y="3382499"/>
                </a:lnTo>
                <a:lnTo>
                  <a:pt x="1138952" y="3351419"/>
                </a:lnTo>
                <a:lnTo>
                  <a:pt x="1168422" y="3320329"/>
                </a:lnTo>
                <a:lnTo>
                  <a:pt x="1197883" y="3289249"/>
                </a:lnTo>
                <a:lnTo>
                  <a:pt x="1227353" y="3258160"/>
                </a:lnTo>
                <a:lnTo>
                  <a:pt x="1256814" y="3227080"/>
                </a:lnTo>
                <a:lnTo>
                  <a:pt x="1286285" y="3195990"/>
                </a:lnTo>
                <a:lnTo>
                  <a:pt x="1315745" y="3164910"/>
                </a:lnTo>
                <a:lnTo>
                  <a:pt x="1345216" y="3133820"/>
                </a:lnTo>
                <a:lnTo>
                  <a:pt x="1374677" y="3102740"/>
                </a:lnTo>
                <a:lnTo>
                  <a:pt x="1404147" y="3071651"/>
                </a:lnTo>
                <a:lnTo>
                  <a:pt x="1433608" y="3040571"/>
                </a:lnTo>
                <a:lnTo>
                  <a:pt x="1463078" y="3009481"/>
                </a:lnTo>
                <a:lnTo>
                  <a:pt x="1492539" y="2978401"/>
                </a:lnTo>
                <a:lnTo>
                  <a:pt x="1509370" y="2952750"/>
                </a:lnTo>
                <a:lnTo>
                  <a:pt x="1466536" y="2952750"/>
                </a:lnTo>
                <a:lnTo>
                  <a:pt x="1423702" y="2952750"/>
                </a:lnTo>
                <a:lnTo>
                  <a:pt x="1380877" y="2952750"/>
                </a:lnTo>
                <a:lnTo>
                  <a:pt x="1338043" y="2952750"/>
                </a:lnTo>
                <a:lnTo>
                  <a:pt x="1295210" y="2952750"/>
                </a:lnTo>
                <a:lnTo>
                  <a:pt x="1252385" y="2952750"/>
                </a:lnTo>
                <a:lnTo>
                  <a:pt x="1209551" y="2952750"/>
                </a:lnTo>
                <a:lnTo>
                  <a:pt x="1197035" y="2926775"/>
                </a:lnTo>
                <a:lnTo>
                  <a:pt x="1203608" y="2884446"/>
                </a:lnTo>
                <a:lnTo>
                  <a:pt x="1210170" y="2842127"/>
                </a:lnTo>
                <a:lnTo>
                  <a:pt x="1216743" y="2799798"/>
                </a:lnTo>
                <a:lnTo>
                  <a:pt x="1223305" y="2757478"/>
                </a:lnTo>
                <a:lnTo>
                  <a:pt x="1229878" y="2715149"/>
                </a:lnTo>
                <a:lnTo>
                  <a:pt x="1236440" y="2672829"/>
                </a:lnTo>
                <a:lnTo>
                  <a:pt x="1243013" y="2630500"/>
                </a:lnTo>
                <a:lnTo>
                  <a:pt x="1249575" y="2588171"/>
                </a:lnTo>
                <a:lnTo>
                  <a:pt x="1256147" y="2545852"/>
                </a:lnTo>
                <a:lnTo>
                  <a:pt x="1262710" y="2503522"/>
                </a:lnTo>
                <a:lnTo>
                  <a:pt x="1269282" y="2461203"/>
                </a:lnTo>
                <a:lnTo>
                  <a:pt x="1275940" y="2418893"/>
                </a:lnTo>
                <a:lnTo>
                  <a:pt x="1282751" y="2376602"/>
                </a:lnTo>
                <a:lnTo>
                  <a:pt x="1289599" y="2334330"/>
                </a:lnTo>
                <a:lnTo>
                  <a:pt x="1296457" y="2292048"/>
                </a:lnTo>
                <a:lnTo>
                  <a:pt x="1303315" y="2249767"/>
                </a:lnTo>
                <a:lnTo>
                  <a:pt x="1310164" y="2207485"/>
                </a:lnTo>
                <a:lnTo>
                  <a:pt x="1317022" y="2165213"/>
                </a:lnTo>
                <a:lnTo>
                  <a:pt x="1323870" y="2122932"/>
                </a:lnTo>
                <a:lnTo>
                  <a:pt x="1330728" y="2080651"/>
                </a:lnTo>
                <a:lnTo>
                  <a:pt x="1337577" y="2038369"/>
                </a:lnTo>
                <a:lnTo>
                  <a:pt x="1344435" y="1996097"/>
                </a:lnTo>
                <a:lnTo>
                  <a:pt x="1351293" y="1953816"/>
                </a:lnTo>
                <a:lnTo>
                  <a:pt x="1358141" y="1911534"/>
                </a:lnTo>
                <a:lnTo>
                  <a:pt x="1364999" y="1869253"/>
                </a:lnTo>
                <a:lnTo>
                  <a:pt x="1371952" y="1826990"/>
                </a:lnTo>
                <a:lnTo>
                  <a:pt x="1379087" y="1784756"/>
                </a:lnTo>
                <a:lnTo>
                  <a:pt x="1386364" y="1742551"/>
                </a:lnTo>
                <a:lnTo>
                  <a:pt x="1393641" y="1700346"/>
                </a:lnTo>
                <a:lnTo>
                  <a:pt x="1400918" y="1658131"/>
                </a:lnTo>
                <a:lnTo>
                  <a:pt x="1408195" y="1615926"/>
                </a:lnTo>
                <a:lnTo>
                  <a:pt x="1415482" y="1573721"/>
                </a:lnTo>
                <a:lnTo>
                  <a:pt x="1422759" y="1531515"/>
                </a:lnTo>
                <a:lnTo>
                  <a:pt x="1430036" y="1489300"/>
                </a:lnTo>
                <a:lnTo>
                  <a:pt x="1437313" y="1447095"/>
                </a:lnTo>
                <a:lnTo>
                  <a:pt x="1444590" y="1404890"/>
                </a:lnTo>
                <a:lnTo>
                  <a:pt x="1451867" y="1362675"/>
                </a:lnTo>
                <a:lnTo>
                  <a:pt x="1459144" y="1320470"/>
                </a:lnTo>
                <a:lnTo>
                  <a:pt x="1466421" y="1278265"/>
                </a:lnTo>
                <a:lnTo>
                  <a:pt x="1473813" y="1236069"/>
                </a:lnTo>
                <a:lnTo>
                  <a:pt x="1481490" y="1193930"/>
                </a:lnTo>
                <a:lnTo>
                  <a:pt x="1489481" y="1151858"/>
                </a:lnTo>
                <a:lnTo>
                  <a:pt x="1497473" y="1109777"/>
                </a:lnTo>
                <a:lnTo>
                  <a:pt x="1505474" y="1067695"/>
                </a:lnTo>
                <a:lnTo>
                  <a:pt x="1513465" y="1025623"/>
                </a:lnTo>
                <a:lnTo>
                  <a:pt x="1521457" y="983542"/>
                </a:lnTo>
                <a:lnTo>
                  <a:pt x="1529458" y="941461"/>
                </a:lnTo>
                <a:lnTo>
                  <a:pt x="1537449" y="899389"/>
                </a:lnTo>
                <a:lnTo>
                  <a:pt x="1545441" y="857307"/>
                </a:lnTo>
                <a:lnTo>
                  <a:pt x="1553442" y="815226"/>
                </a:lnTo>
                <a:lnTo>
                  <a:pt x="1561433" y="773154"/>
                </a:lnTo>
                <a:lnTo>
                  <a:pt x="1569425" y="731072"/>
                </a:lnTo>
                <a:lnTo>
                  <a:pt x="1577426" y="688991"/>
                </a:lnTo>
                <a:lnTo>
                  <a:pt x="1585446" y="646919"/>
                </a:lnTo>
                <a:lnTo>
                  <a:pt x="1594009" y="604952"/>
                </a:lnTo>
                <a:lnTo>
                  <a:pt x="1604277" y="563375"/>
                </a:lnTo>
                <a:lnTo>
                  <a:pt x="1614697" y="521827"/>
                </a:lnTo>
                <a:lnTo>
                  <a:pt x="1625108" y="480289"/>
                </a:lnTo>
                <a:lnTo>
                  <a:pt x="1635519" y="438741"/>
                </a:lnTo>
                <a:lnTo>
                  <a:pt x="1645930" y="397193"/>
                </a:lnTo>
                <a:lnTo>
                  <a:pt x="1656350" y="355644"/>
                </a:lnTo>
                <a:lnTo>
                  <a:pt x="1666761" y="314096"/>
                </a:lnTo>
                <a:lnTo>
                  <a:pt x="1677172" y="272558"/>
                </a:lnTo>
                <a:lnTo>
                  <a:pt x="1687582" y="231010"/>
                </a:lnTo>
                <a:lnTo>
                  <a:pt x="1698003" y="189462"/>
                </a:lnTo>
                <a:lnTo>
                  <a:pt x="1708414" y="147914"/>
                </a:lnTo>
                <a:lnTo>
                  <a:pt x="1718824" y="106366"/>
                </a:lnTo>
                <a:lnTo>
                  <a:pt x="1729235" y="64827"/>
                </a:lnTo>
                <a:lnTo>
                  <a:pt x="1733550" y="22527"/>
                </a:lnTo>
                <a:lnTo>
                  <a:pt x="1713243" y="0"/>
                </a:lnTo>
                <a:lnTo>
                  <a:pt x="1670418" y="0"/>
                </a:lnTo>
                <a:lnTo>
                  <a:pt x="1627584" y="0"/>
                </a:lnTo>
                <a:lnTo>
                  <a:pt x="1584750" y="0"/>
                </a:lnTo>
                <a:lnTo>
                  <a:pt x="1541917" y="0"/>
                </a:lnTo>
                <a:lnTo>
                  <a:pt x="1499092" y="0"/>
                </a:lnTo>
                <a:lnTo>
                  <a:pt x="1456258" y="0"/>
                </a:lnTo>
                <a:lnTo>
                  <a:pt x="1413424" y="0"/>
                </a:lnTo>
                <a:lnTo>
                  <a:pt x="1370600" y="0"/>
                </a:lnTo>
                <a:lnTo>
                  <a:pt x="1327766" y="0"/>
                </a:lnTo>
                <a:lnTo>
                  <a:pt x="1284932" y="0"/>
                </a:lnTo>
                <a:lnTo>
                  <a:pt x="1242098" y="0"/>
                </a:lnTo>
                <a:lnTo>
                  <a:pt x="1199274" y="0"/>
                </a:lnTo>
                <a:lnTo>
                  <a:pt x="1156440" y="0"/>
                </a:lnTo>
                <a:lnTo>
                  <a:pt x="1113606" y="0"/>
                </a:lnTo>
                <a:lnTo>
                  <a:pt x="1070781" y="0"/>
                </a:lnTo>
                <a:lnTo>
                  <a:pt x="1027948" y="0"/>
                </a:lnTo>
                <a:lnTo>
                  <a:pt x="985114" y="0"/>
                </a:lnTo>
                <a:lnTo>
                  <a:pt x="942289" y="0"/>
                </a:lnTo>
                <a:lnTo>
                  <a:pt x="899455" y="0"/>
                </a:lnTo>
                <a:lnTo>
                  <a:pt x="856621" y="0"/>
                </a:lnTo>
                <a:lnTo>
                  <a:pt x="813787" y="0"/>
                </a:lnTo>
                <a:lnTo>
                  <a:pt x="770963" y="0"/>
                </a:lnTo>
                <a:lnTo>
                  <a:pt x="728129" y="0"/>
                </a:lnTo>
                <a:lnTo>
                  <a:pt x="685295" y="0"/>
                </a:lnTo>
                <a:lnTo>
                  <a:pt x="642471" y="0"/>
                </a:lnTo>
                <a:lnTo>
                  <a:pt x="599637" y="0"/>
                </a:lnTo>
                <a:lnTo>
                  <a:pt x="556803" y="0"/>
                </a:lnTo>
                <a:lnTo>
                  <a:pt x="513969" y="0"/>
                </a:lnTo>
                <a:lnTo>
                  <a:pt x="471145" y="0"/>
                </a:lnTo>
                <a:lnTo>
                  <a:pt x="428311" y="0"/>
                </a:lnTo>
                <a:lnTo>
                  <a:pt x="385477" y="0"/>
                </a:lnTo>
                <a:lnTo>
                  <a:pt x="342652" y="0"/>
                </a:lnTo>
                <a:lnTo>
                  <a:pt x="299818" y="0"/>
                </a:lnTo>
                <a:lnTo>
                  <a:pt x="256985" y="0"/>
                </a:lnTo>
                <a:lnTo>
                  <a:pt x="214160" y="0"/>
                </a:lnTo>
                <a:lnTo>
                  <a:pt x="171326" y="0"/>
                </a:lnTo>
                <a:lnTo>
                  <a:pt x="128492" y="0"/>
                </a:lnTo>
                <a:lnTo>
                  <a:pt x="85658" y="0"/>
                </a:lnTo>
                <a:lnTo>
                  <a:pt x="42834" y="0"/>
                </a:lnTo>
                <a:lnTo>
                  <a:pt x="0" y="0"/>
                </a:lnTo>
                <a:close/>
              </a:path>
            </a:pathLst>
          </a:custGeom>
          <a:gradFill xmlns:a="http://schemas.openxmlformats.org/drawingml/2006/main">
            <a:gsLst>
              <a:gs pos="0">
                <a:srgbClr val="000000"/>
              </a:gs>
              <a:gs pos="42">
                <a:srgbClr val="B8D8F2">
                  <a:alpha val="16000"/>
                </a:srgbClr>
              </a:gs>
              <a:gs pos="76">
                <a:srgbClr val="8FC4EE">
                  <a:alpha val="32000"/>
                </a:srgbClr>
              </a:gs>
              <a:gs pos="100">
                <a:srgbClr val="72B3E8">
                  <a:alpha val="52000"/>
                </a:srgbClr>
              </a:gs>
            </a:gsLst>
            <a:lin ang="10800000"/>
          </a:gradFill>
          <a:ln xmlns:a="http://schemas.openxmlformats.org/drawingml/2006/main" w="9525">
            <a:noFill/>
            <a:prstDash val="solid"/>
          </a:ln>
        </p:spPr>
      </p:sp>
      <p:sp>
        <p:nvSpPr>
          <p:cNvPr id="46" name="phase-label-0">
            <a:extLst xmlns:a="http://schemas.openxmlformats.org/drawingml/2006/main">
              <a:ext uri="{FF2B5EF4-FFF2-40B4-BE49-F238E27FC236}">
                <a16:creationId xmlns:a16="http://schemas.microsoft.com/office/drawing/2014/main" id="{53694A43-9E59-4FA9-A2C7-AFEDC78A8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1638300"/>
            <a:ext cx="228600" cy="2657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阶段一</a:t>
            </a:r>
          </a:p>
        </p:txBody>
      </p:sp>
      <p:sp>
        <p:nvSpPr>
          <p:cNvPr id="47" name="phase-label-1">
            <a:extLst xmlns:a="http://schemas.openxmlformats.org/drawingml/2006/main">
              <a:ext uri="{FF2B5EF4-FFF2-40B4-BE49-F238E27FC236}">
                <a16:creationId xmlns:a16="http://schemas.microsoft.com/office/drawing/2014/main" id="{528C21EE-4C82-4D78-8920-2D8AF39E0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4295775"/>
            <a:ext cx="228600" cy="1914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阶段二</a:t>
            </a:r>
          </a:p>
        </p:txBody>
      </p:sp>
      <p:sp>
        <p:nvSpPr>
          <p:cNvPr id="48" name="funnel-step-title-0">
            <a:extLst xmlns:a="http://schemas.openxmlformats.org/drawingml/2006/main">
              <a:ext uri="{FF2B5EF4-FFF2-40B4-BE49-F238E27FC236}">
                <a16:creationId xmlns:a16="http://schemas.microsoft.com/office/drawing/2014/main" id="{B259D68A-37CE-49CE-88ED-383D0008B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311728" y="2653455"/>
            <a:ext cx="2615803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广泛触达</a:t>
            </a:r>
          </a:p>
        </p:txBody>
      </p:sp>
      <p:sp>
        <p:nvSpPr>
          <p:cNvPr id="49" name="funnel-step-title-1">
            <a:extLst xmlns:a="http://schemas.openxmlformats.org/drawingml/2006/main">
              <a:ext uri="{FF2B5EF4-FFF2-40B4-BE49-F238E27FC236}">
                <a16:creationId xmlns:a16="http://schemas.microsoft.com/office/drawing/2014/main" id="{A8BEB8C4-4A56-4CDE-ACEB-DE9C47D30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528117" y="3255169"/>
            <a:ext cx="2183016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兴趣识别</a:t>
            </a:r>
          </a:p>
        </p:txBody>
      </p:sp>
      <p:sp>
        <p:nvSpPr>
          <p:cNvPr id="50" name="funnel-step-title-2">
            <a:extLst xmlns:a="http://schemas.openxmlformats.org/drawingml/2006/main">
              <a:ext uri="{FF2B5EF4-FFF2-40B4-BE49-F238E27FC236}">
                <a16:creationId xmlns:a16="http://schemas.microsoft.com/office/drawing/2014/main" id="{4183B40D-4F77-4C7C-A990-E096FF914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25018" y="3856730"/>
            <a:ext cx="1789214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意向培育</a:t>
            </a:r>
          </a:p>
        </p:txBody>
      </p:sp>
      <p:sp>
        <p:nvSpPr>
          <p:cNvPr id="51" name="funnel-step-title-3">
            <a:extLst xmlns:a="http://schemas.openxmlformats.org/drawingml/2006/main">
              <a:ext uri="{FF2B5EF4-FFF2-40B4-BE49-F238E27FC236}">
                <a16:creationId xmlns:a16="http://schemas.microsoft.com/office/drawing/2014/main" id="{5274E531-63ED-4DCE-A978-B51BF8FD6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10165" y="4458443"/>
            <a:ext cx="141893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行动转化</a:t>
            </a:r>
          </a:p>
        </p:txBody>
      </p:sp>
      <p:sp>
        <p:nvSpPr>
          <p:cNvPr id="52" name="funnel-step-title-4">
            <a:extLst xmlns:a="http://schemas.openxmlformats.org/drawingml/2006/main">
              <a:ext uri="{FF2B5EF4-FFF2-40B4-BE49-F238E27FC236}">
                <a16:creationId xmlns:a16="http://schemas.microsoft.com/office/drawing/2014/main" id="{6AC161CC-9200-4BE1-9813-D2D87260E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87120" y="5060156"/>
            <a:ext cx="1065019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持续留存</a:t>
            </a:r>
          </a:p>
        </p:txBody>
      </p:sp>
      <p:sp>
        <p:nvSpPr>
          <p:cNvPr id="53" name="funnel-step-title-5">
            <a:extLst xmlns:a="http://schemas.openxmlformats.org/drawingml/2006/main">
              <a:ext uri="{FF2B5EF4-FFF2-40B4-BE49-F238E27FC236}">
                <a16:creationId xmlns:a16="http://schemas.microsoft.com/office/drawing/2014/main" id="{6411E935-A809-41F0-95F5-AD4C1B03F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200525" y="5661717"/>
            <a:ext cx="8382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价值增长</a:t>
            </a:r>
          </a:p>
        </p:txBody>
      </p:sp>
      <p:sp>
        <p:nvSpPr>
          <p:cNvPr id="54" name="input-core-0">
            <a:extLst xmlns:a="http://schemas.openxmlformats.org/drawingml/2006/main">
              <a:ext uri="{FF2B5EF4-FFF2-40B4-BE49-F238E27FC236}">
                <a16:creationId xmlns:a16="http://schemas.microsoft.com/office/drawing/2014/main" id="{118341AE-62C0-4854-A33B-8F3B06A09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200400" y="194310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23"/>
          <a:fontRef xmlns:a="http://schemas.openxmlformats.org/drawingml/2006/main" idx="major"/>
        </p:style>
      </p:sp>
      <p:pic>
        <p:nvPicPr>
          <p:cNvPr id="1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2437692d67d4715">
            <a:extLst>
              <a:ext uri="{96DAC541-7B7A-43D3-8B79-37D633B846F1}">
                <asvg:svgBlip xmlns:asvg="http://schemas.microsoft.com/office/drawing/2016/SVG/main" r:embed="R421e1457041144a6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3295650" y="2038350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56" name="input-core-1">
            <a:extLst xmlns:a="http://schemas.openxmlformats.org/drawingml/2006/main">
              <a:ext uri="{FF2B5EF4-FFF2-40B4-BE49-F238E27FC236}">
                <a16:creationId xmlns:a16="http://schemas.microsoft.com/office/drawing/2014/main" id="{BD99A745-7283-4754-B247-E190229D4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22674" y="1743075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23"/>
          <a:fontRef xmlns:a="http://schemas.openxmlformats.org/drawingml/2006/main" idx="major"/>
        </p:style>
      </p:sp>
      <p:pic>
        <p:nvPicPr>
          <p:cNvPr id="1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d4cf67ba90c44db">
            <a:extLst>
              <a:ext uri="{96DAC541-7B7A-43D3-8B79-37D633B846F1}">
                <asvg:svgBlip xmlns:asvg="http://schemas.microsoft.com/office/drawing/2016/SVG/main" r:embed="R52f9b7e111284787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4117924" y="1838325"/>
            <a:ext cx="209550" cy="209550"/>
          </a:xfrm>
          <a:prstGeom xmlns:a="http://schemas.openxmlformats.org/drawingml/2006/main" prst="rect">
            <a:avLst/>
          </a:prstGeom>
        </p:spPr>
      </p:pic>
      <p:sp>
        <p:nvSpPr>
          <p:cNvPr id="58" name="input-core-2">
            <a:extLst xmlns:a="http://schemas.openxmlformats.org/drawingml/2006/main">
              <a:ext uri="{FF2B5EF4-FFF2-40B4-BE49-F238E27FC236}">
                <a16:creationId xmlns:a16="http://schemas.microsoft.com/office/drawing/2014/main" id="{40E1DE39-F576-476B-9040-024B75455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787798" y="164782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23"/>
          <a:fontRef xmlns:a="http://schemas.openxmlformats.org/drawingml/2006/main" idx="major"/>
        </p:style>
      </p:sp>
      <p:pic>
        <p:nvPicPr>
          <p:cNvPr id="1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5d42603a9924688">
            <a:extLst>
              <a:ext uri="{96DAC541-7B7A-43D3-8B79-37D633B846F1}">
                <asvg:svgBlip xmlns:asvg="http://schemas.microsoft.com/office/drawing/2016/SVG/main" r:embed="R9f661804dfc443c0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4883048" y="1743075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60" name="input-core-3">
            <a:extLst xmlns:a="http://schemas.openxmlformats.org/drawingml/2006/main">
              <a:ext uri="{FF2B5EF4-FFF2-40B4-BE49-F238E27FC236}">
                <a16:creationId xmlns:a16="http://schemas.microsoft.com/office/drawing/2014/main" id="{6A649D92-A947-45BD-9C10-DD58FDBD3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610225" y="190500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23"/>
          <a:fontRef xmlns:a="http://schemas.openxmlformats.org/drawingml/2006/main" idx="major"/>
        </p:style>
      </p:sp>
      <p:pic>
        <p:nvPicPr>
          <p:cNvPr id="1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c010f1a8b484244">
            <a:extLst>
              <a:ext uri="{96DAC541-7B7A-43D3-8B79-37D633B846F1}">
                <asvg:svgBlip xmlns:asvg="http://schemas.microsoft.com/office/drawing/2016/SVG/main" r:embed="Re82937988ba14aeb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5705475" y="2000250"/>
            <a:ext cx="209550" cy="2095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5059305"/>
      </p:ext>
    </p:extLst>
  </p:cSld>
</p:sld>
</file>

<file path=ppt/slides/slide5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4" name="phase-band-0">
            <a:extLst xmlns:a="http://schemas.openxmlformats.org/drawingml/2006/main">
              <a:ext uri="{FF2B5EF4-FFF2-40B4-BE49-F238E27FC236}">
                <a16:creationId xmlns:a16="http://schemas.microsoft.com/office/drawing/2014/main" id="{6BA293C6-DEC1-4322-9939-B6916EBEA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1638300"/>
            <a:ext cx="11144250" cy="2657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phase-band-1">
            <a:extLst xmlns:a="http://schemas.openxmlformats.org/drawingml/2006/main">
              <a:ext uri="{FF2B5EF4-FFF2-40B4-BE49-F238E27FC236}">
                <a16:creationId xmlns:a16="http://schemas.microsoft.com/office/drawing/2014/main" id="{F954433D-A35B-43A1-96E1-247161148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4295775"/>
            <a:ext cx="11144250" cy="1914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38100">
            <a:solidFill>
              <a:srgbClr val="FFFFFF"/>
            </a:solidFill>
            <a:prstDash val="solid"/>
          </a:ln>
        </p:spPr>
      </p:sp>
      <p:sp>
        <p:nvSpPr>
          <p:cNvPr id="3" name="phase-rail-0">
            <a:extLst xmlns:a="http://schemas.openxmlformats.org/drawingml/2006/main">
              <a:ext uri="{FF2B5EF4-FFF2-40B4-BE49-F238E27FC236}">
                <a16:creationId xmlns:a16="http://schemas.microsoft.com/office/drawing/2014/main" id="{281618C3-B00E-46B6-AA80-A36733915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1638300"/>
            <a:ext cx="514350" cy="2656656"/>
          </a:xfrm>
          <a:custGeom xmlns:a="http://schemas.openxmlformats.org/drawingml/2006/main">
            <a:pathLst>
              <a:path w="514350" h="2656656">
                <a:moveTo>
                  <a:pt x="0" y="0"/>
                </a:moveTo>
                <a:lnTo>
                  <a:pt x="25546" y="0"/>
                </a:lnTo>
                <a:lnTo>
                  <a:pt x="51102" y="0"/>
                </a:lnTo>
                <a:lnTo>
                  <a:pt x="76648" y="0"/>
                </a:lnTo>
                <a:lnTo>
                  <a:pt x="102203" y="0"/>
                </a:lnTo>
                <a:lnTo>
                  <a:pt x="127749" y="0"/>
                </a:lnTo>
                <a:lnTo>
                  <a:pt x="153295" y="0"/>
                </a:lnTo>
                <a:lnTo>
                  <a:pt x="178851" y="0"/>
                </a:lnTo>
                <a:lnTo>
                  <a:pt x="204397" y="0"/>
                </a:lnTo>
                <a:lnTo>
                  <a:pt x="229953" y="0"/>
                </a:lnTo>
                <a:lnTo>
                  <a:pt x="255499" y="0"/>
                </a:lnTo>
                <a:lnTo>
                  <a:pt x="281045" y="0"/>
                </a:lnTo>
                <a:lnTo>
                  <a:pt x="306600" y="0"/>
                </a:lnTo>
                <a:lnTo>
                  <a:pt x="332146" y="0"/>
                </a:lnTo>
                <a:lnTo>
                  <a:pt x="357692" y="0"/>
                </a:lnTo>
                <a:lnTo>
                  <a:pt x="383248" y="0"/>
                </a:lnTo>
                <a:lnTo>
                  <a:pt x="408794" y="0"/>
                </a:lnTo>
                <a:lnTo>
                  <a:pt x="434350" y="0"/>
                </a:lnTo>
                <a:lnTo>
                  <a:pt x="459896" y="0"/>
                </a:lnTo>
                <a:lnTo>
                  <a:pt x="485442" y="0"/>
                </a:lnTo>
                <a:lnTo>
                  <a:pt x="510997" y="0"/>
                </a:lnTo>
                <a:lnTo>
                  <a:pt x="514350" y="22193"/>
                </a:lnTo>
                <a:lnTo>
                  <a:pt x="514350" y="47749"/>
                </a:lnTo>
                <a:lnTo>
                  <a:pt x="514350" y="73295"/>
                </a:lnTo>
                <a:lnTo>
                  <a:pt x="514350" y="98841"/>
                </a:lnTo>
                <a:lnTo>
                  <a:pt x="514350" y="124397"/>
                </a:lnTo>
                <a:lnTo>
                  <a:pt x="514350" y="149943"/>
                </a:lnTo>
                <a:lnTo>
                  <a:pt x="514350" y="175498"/>
                </a:lnTo>
                <a:lnTo>
                  <a:pt x="514350" y="201044"/>
                </a:lnTo>
                <a:lnTo>
                  <a:pt x="514350" y="226590"/>
                </a:lnTo>
                <a:lnTo>
                  <a:pt x="514350" y="252146"/>
                </a:lnTo>
                <a:lnTo>
                  <a:pt x="514350" y="277692"/>
                </a:lnTo>
                <a:lnTo>
                  <a:pt x="514350" y="303247"/>
                </a:lnTo>
                <a:lnTo>
                  <a:pt x="514350" y="328793"/>
                </a:lnTo>
                <a:lnTo>
                  <a:pt x="514350" y="354340"/>
                </a:lnTo>
                <a:lnTo>
                  <a:pt x="514350" y="379895"/>
                </a:lnTo>
                <a:lnTo>
                  <a:pt x="514350" y="405441"/>
                </a:lnTo>
                <a:lnTo>
                  <a:pt x="514350" y="430987"/>
                </a:lnTo>
                <a:lnTo>
                  <a:pt x="514350" y="456543"/>
                </a:lnTo>
                <a:lnTo>
                  <a:pt x="514350" y="482089"/>
                </a:lnTo>
                <a:lnTo>
                  <a:pt x="514350" y="507644"/>
                </a:lnTo>
                <a:lnTo>
                  <a:pt x="514350" y="533190"/>
                </a:lnTo>
                <a:lnTo>
                  <a:pt x="514350" y="558737"/>
                </a:lnTo>
                <a:lnTo>
                  <a:pt x="514350" y="584292"/>
                </a:lnTo>
                <a:lnTo>
                  <a:pt x="514350" y="609838"/>
                </a:lnTo>
                <a:lnTo>
                  <a:pt x="514350" y="635394"/>
                </a:lnTo>
                <a:lnTo>
                  <a:pt x="514350" y="660940"/>
                </a:lnTo>
                <a:lnTo>
                  <a:pt x="514350" y="686486"/>
                </a:lnTo>
                <a:lnTo>
                  <a:pt x="514350" y="712041"/>
                </a:lnTo>
                <a:lnTo>
                  <a:pt x="514350" y="737587"/>
                </a:lnTo>
                <a:lnTo>
                  <a:pt x="514350" y="763143"/>
                </a:lnTo>
                <a:lnTo>
                  <a:pt x="514350" y="788689"/>
                </a:lnTo>
                <a:lnTo>
                  <a:pt x="514350" y="814235"/>
                </a:lnTo>
                <a:lnTo>
                  <a:pt x="514350" y="839791"/>
                </a:lnTo>
                <a:lnTo>
                  <a:pt x="514350" y="865337"/>
                </a:lnTo>
                <a:lnTo>
                  <a:pt x="514350" y="890883"/>
                </a:lnTo>
                <a:lnTo>
                  <a:pt x="514350" y="916438"/>
                </a:lnTo>
                <a:lnTo>
                  <a:pt x="514350" y="941984"/>
                </a:lnTo>
                <a:lnTo>
                  <a:pt x="514350" y="967540"/>
                </a:lnTo>
                <a:lnTo>
                  <a:pt x="514350" y="993086"/>
                </a:lnTo>
                <a:lnTo>
                  <a:pt x="514350" y="1018632"/>
                </a:lnTo>
                <a:lnTo>
                  <a:pt x="514350" y="1044188"/>
                </a:lnTo>
                <a:lnTo>
                  <a:pt x="514350" y="1069734"/>
                </a:lnTo>
                <a:lnTo>
                  <a:pt x="514350" y="1095289"/>
                </a:lnTo>
                <a:lnTo>
                  <a:pt x="514350" y="1120835"/>
                </a:lnTo>
                <a:lnTo>
                  <a:pt x="514350" y="1146381"/>
                </a:lnTo>
                <a:lnTo>
                  <a:pt x="514350" y="1171937"/>
                </a:lnTo>
                <a:lnTo>
                  <a:pt x="514350" y="1197483"/>
                </a:lnTo>
                <a:lnTo>
                  <a:pt x="514350" y="1223039"/>
                </a:lnTo>
                <a:lnTo>
                  <a:pt x="514350" y="1248585"/>
                </a:lnTo>
                <a:lnTo>
                  <a:pt x="514350" y="1274131"/>
                </a:lnTo>
                <a:lnTo>
                  <a:pt x="514350" y="1299686"/>
                </a:lnTo>
                <a:lnTo>
                  <a:pt x="514350" y="1325232"/>
                </a:lnTo>
                <a:lnTo>
                  <a:pt x="514350" y="1350788"/>
                </a:lnTo>
                <a:lnTo>
                  <a:pt x="514350" y="1376334"/>
                </a:lnTo>
                <a:lnTo>
                  <a:pt x="514350" y="1401880"/>
                </a:lnTo>
                <a:lnTo>
                  <a:pt x="514350" y="1427436"/>
                </a:lnTo>
                <a:lnTo>
                  <a:pt x="514350" y="1452982"/>
                </a:lnTo>
                <a:lnTo>
                  <a:pt x="514350" y="1478528"/>
                </a:lnTo>
                <a:lnTo>
                  <a:pt x="514350" y="1504083"/>
                </a:lnTo>
                <a:lnTo>
                  <a:pt x="514350" y="1529629"/>
                </a:lnTo>
                <a:lnTo>
                  <a:pt x="514350" y="1555185"/>
                </a:lnTo>
                <a:lnTo>
                  <a:pt x="514350" y="1580731"/>
                </a:lnTo>
                <a:lnTo>
                  <a:pt x="514350" y="1606277"/>
                </a:lnTo>
                <a:lnTo>
                  <a:pt x="514350" y="1631833"/>
                </a:lnTo>
                <a:lnTo>
                  <a:pt x="514350" y="1657379"/>
                </a:lnTo>
                <a:lnTo>
                  <a:pt x="514350" y="1682934"/>
                </a:lnTo>
                <a:lnTo>
                  <a:pt x="514350" y="1708480"/>
                </a:lnTo>
                <a:lnTo>
                  <a:pt x="514350" y="1734026"/>
                </a:lnTo>
                <a:lnTo>
                  <a:pt x="514350" y="1759582"/>
                </a:lnTo>
                <a:lnTo>
                  <a:pt x="514350" y="1785128"/>
                </a:lnTo>
                <a:lnTo>
                  <a:pt x="514350" y="1810683"/>
                </a:lnTo>
                <a:lnTo>
                  <a:pt x="514350" y="1836230"/>
                </a:lnTo>
                <a:lnTo>
                  <a:pt x="514350" y="1861776"/>
                </a:lnTo>
                <a:lnTo>
                  <a:pt x="514350" y="1887331"/>
                </a:lnTo>
                <a:lnTo>
                  <a:pt x="514350" y="1912877"/>
                </a:lnTo>
                <a:lnTo>
                  <a:pt x="514350" y="1938433"/>
                </a:lnTo>
                <a:lnTo>
                  <a:pt x="514350" y="1963979"/>
                </a:lnTo>
                <a:lnTo>
                  <a:pt x="514350" y="1989525"/>
                </a:lnTo>
                <a:lnTo>
                  <a:pt x="514350" y="2015080"/>
                </a:lnTo>
                <a:lnTo>
                  <a:pt x="514350" y="2040626"/>
                </a:lnTo>
                <a:lnTo>
                  <a:pt x="514350" y="2066173"/>
                </a:lnTo>
                <a:lnTo>
                  <a:pt x="514350" y="2091728"/>
                </a:lnTo>
                <a:lnTo>
                  <a:pt x="514350" y="2117274"/>
                </a:lnTo>
                <a:lnTo>
                  <a:pt x="514350" y="2142830"/>
                </a:lnTo>
                <a:lnTo>
                  <a:pt x="514350" y="2168376"/>
                </a:lnTo>
                <a:lnTo>
                  <a:pt x="514350" y="2193922"/>
                </a:lnTo>
                <a:lnTo>
                  <a:pt x="514350" y="2219477"/>
                </a:lnTo>
                <a:lnTo>
                  <a:pt x="514350" y="2245023"/>
                </a:lnTo>
                <a:lnTo>
                  <a:pt x="514350" y="2270579"/>
                </a:lnTo>
                <a:lnTo>
                  <a:pt x="514350" y="2296125"/>
                </a:lnTo>
                <a:lnTo>
                  <a:pt x="514350" y="2321671"/>
                </a:lnTo>
                <a:lnTo>
                  <a:pt x="514350" y="2347227"/>
                </a:lnTo>
                <a:lnTo>
                  <a:pt x="514350" y="2372773"/>
                </a:lnTo>
                <a:lnTo>
                  <a:pt x="514350" y="2398328"/>
                </a:lnTo>
                <a:lnTo>
                  <a:pt x="514350" y="2423874"/>
                </a:lnTo>
                <a:lnTo>
                  <a:pt x="514350" y="2449420"/>
                </a:lnTo>
                <a:lnTo>
                  <a:pt x="514350" y="2474976"/>
                </a:lnTo>
                <a:lnTo>
                  <a:pt x="514350" y="2500522"/>
                </a:lnTo>
                <a:lnTo>
                  <a:pt x="504320" y="2520172"/>
                </a:lnTo>
                <a:lnTo>
                  <a:pt x="481984" y="2532583"/>
                </a:lnTo>
                <a:lnTo>
                  <a:pt x="459648" y="2544985"/>
                </a:lnTo>
                <a:lnTo>
                  <a:pt x="437321" y="2557396"/>
                </a:lnTo>
                <a:lnTo>
                  <a:pt x="414985" y="2569807"/>
                </a:lnTo>
                <a:lnTo>
                  <a:pt x="392649" y="2582208"/>
                </a:lnTo>
                <a:lnTo>
                  <a:pt x="370313" y="2594620"/>
                </a:lnTo>
                <a:lnTo>
                  <a:pt x="347977" y="2607031"/>
                </a:lnTo>
                <a:lnTo>
                  <a:pt x="325641" y="2619432"/>
                </a:lnTo>
                <a:lnTo>
                  <a:pt x="303314" y="2631843"/>
                </a:lnTo>
                <a:lnTo>
                  <a:pt x="280978" y="2644254"/>
                </a:lnTo>
                <a:lnTo>
                  <a:pt x="258642" y="2656656"/>
                </a:lnTo>
                <a:lnTo>
                  <a:pt x="236306" y="2645883"/>
                </a:lnTo>
                <a:lnTo>
                  <a:pt x="213970" y="2633472"/>
                </a:lnTo>
                <a:lnTo>
                  <a:pt x="191633" y="2621061"/>
                </a:lnTo>
                <a:lnTo>
                  <a:pt x="169307" y="2608659"/>
                </a:lnTo>
                <a:lnTo>
                  <a:pt x="146971" y="2596248"/>
                </a:lnTo>
                <a:lnTo>
                  <a:pt x="124635" y="2583837"/>
                </a:lnTo>
                <a:lnTo>
                  <a:pt x="102299" y="2571436"/>
                </a:lnTo>
                <a:lnTo>
                  <a:pt x="79962" y="2559025"/>
                </a:lnTo>
                <a:lnTo>
                  <a:pt x="57626" y="2546614"/>
                </a:lnTo>
                <a:lnTo>
                  <a:pt x="35300" y="2534212"/>
                </a:lnTo>
                <a:lnTo>
                  <a:pt x="12964" y="2521801"/>
                </a:lnTo>
                <a:lnTo>
                  <a:pt x="0" y="2503875"/>
                </a:lnTo>
                <a:lnTo>
                  <a:pt x="0" y="2478329"/>
                </a:lnTo>
                <a:lnTo>
                  <a:pt x="0" y="2452783"/>
                </a:lnTo>
                <a:lnTo>
                  <a:pt x="0" y="2427227"/>
                </a:lnTo>
                <a:lnTo>
                  <a:pt x="0" y="2401681"/>
                </a:lnTo>
                <a:lnTo>
                  <a:pt x="0" y="2376126"/>
                </a:lnTo>
                <a:lnTo>
                  <a:pt x="0" y="2350580"/>
                </a:lnTo>
                <a:lnTo>
                  <a:pt x="0" y="2325033"/>
                </a:lnTo>
                <a:lnTo>
                  <a:pt x="0" y="2299478"/>
                </a:lnTo>
                <a:lnTo>
                  <a:pt x="0" y="2273932"/>
                </a:lnTo>
                <a:lnTo>
                  <a:pt x="0" y="2248376"/>
                </a:lnTo>
                <a:lnTo>
                  <a:pt x="0" y="2222830"/>
                </a:lnTo>
                <a:lnTo>
                  <a:pt x="0" y="2197284"/>
                </a:lnTo>
                <a:lnTo>
                  <a:pt x="0" y="2171729"/>
                </a:lnTo>
                <a:lnTo>
                  <a:pt x="0" y="2146183"/>
                </a:lnTo>
                <a:lnTo>
                  <a:pt x="0" y="2120627"/>
                </a:lnTo>
                <a:lnTo>
                  <a:pt x="0" y="2095081"/>
                </a:lnTo>
                <a:lnTo>
                  <a:pt x="0" y="2069535"/>
                </a:lnTo>
                <a:lnTo>
                  <a:pt x="0" y="2043979"/>
                </a:lnTo>
                <a:lnTo>
                  <a:pt x="0" y="2018433"/>
                </a:lnTo>
                <a:lnTo>
                  <a:pt x="0" y="1992887"/>
                </a:lnTo>
                <a:lnTo>
                  <a:pt x="0" y="1967332"/>
                </a:lnTo>
                <a:lnTo>
                  <a:pt x="0" y="1941786"/>
                </a:lnTo>
                <a:lnTo>
                  <a:pt x="0" y="1916230"/>
                </a:lnTo>
                <a:lnTo>
                  <a:pt x="0" y="1890684"/>
                </a:lnTo>
                <a:lnTo>
                  <a:pt x="0" y="1865138"/>
                </a:lnTo>
                <a:lnTo>
                  <a:pt x="0" y="1839582"/>
                </a:lnTo>
                <a:lnTo>
                  <a:pt x="0" y="1814036"/>
                </a:lnTo>
                <a:lnTo>
                  <a:pt x="0" y="1788481"/>
                </a:lnTo>
                <a:lnTo>
                  <a:pt x="0" y="1762935"/>
                </a:lnTo>
                <a:lnTo>
                  <a:pt x="0" y="1737389"/>
                </a:lnTo>
                <a:lnTo>
                  <a:pt x="0" y="1711833"/>
                </a:lnTo>
                <a:lnTo>
                  <a:pt x="0" y="1686287"/>
                </a:lnTo>
                <a:lnTo>
                  <a:pt x="0" y="1660731"/>
                </a:lnTo>
                <a:lnTo>
                  <a:pt x="0" y="1635185"/>
                </a:lnTo>
                <a:lnTo>
                  <a:pt x="0" y="1609639"/>
                </a:lnTo>
                <a:lnTo>
                  <a:pt x="0" y="1584084"/>
                </a:lnTo>
                <a:lnTo>
                  <a:pt x="0" y="1558538"/>
                </a:lnTo>
                <a:lnTo>
                  <a:pt x="0" y="1532982"/>
                </a:lnTo>
                <a:lnTo>
                  <a:pt x="0" y="1507436"/>
                </a:lnTo>
                <a:lnTo>
                  <a:pt x="0" y="1481890"/>
                </a:lnTo>
                <a:lnTo>
                  <a:pt x="0" y="1456334"/>
                </a:lnTo>
                <a:lnTo>
                  <a:pt x="0" y="1430788"/>
                </a:lnTo>
                <a:lnTo>
                  <a:pt x="0" y="1405233"/>
                </a:lnTo>
                <a:lnTo>
                  <a:pt x="0" y="1379687"/>
                </a:lnTo>
                <a:lnTo>
                  <a:pt x="0" y="1354141"/>
                </a:lnTo>
                <a:lnTo>
                  <a:pt x="0" y="1328585"/>
                </a:lnTo>
                <a:lnTo>
                  <a:pt x="0" y="1303039"/>
                </a:lnTo>
                <a:lnTo>
                  <a:pt x="0" y="1277493"/>
                </a:lnTo>
                <a:lnTo>
                  <a:pt x="0" y="1251937"/>
                </a:lnTo>
                <a:lnTo>
                  <a:pt x="0" y="1226391"/>
                </a:lnTo>
                <a:lnTo>
                  <a:pt x="0" y="1200836"/>
                </a:lnTo>
                <a:lnTo>
                  <a:pt x="0" y="1175290"/>
                </a:lnTo>
                <a:lnTo>
                  <a:pt x="0" y="1149744"/>
                </a:lnTo>
                <a:lnTo>
                  <a:pt x="0" y="1124188"/>
                </a:lnTo>
                <a:lnTo>
                  <a:pt x="0" y="1098642"/>
                </a:lnTo>
                <a:lnTo>
                  <a:pt x="0" y="1073087"/>
                </a:lnTo>
                <a:lnTo>
                  <a:pt x="0" y="1047540"/>
                </a:lnTo>
                <a:lnTo>
                  <a:pt x="0" y="1021994"/>
                </a:lnTo>
                <a:lnTo>
                  <a:pt x="0" y="996439"/>
                </a:lnTo>
                <a:lnTo>
                  <a:pt x="0" y="970893"/>
                </a:lnTo>
                <a:lnTo>
                  <a:pt x="0" y="945337"/>
                </a:lnTo>
                <a:lnTo>
                  <a:pt x="0" y="919791"/>
                </a:lnTo>
                <a:lnTo>
                  <a:pt x="0" y="894245"/>
                </a:lnTo>
                <a:lnTo>
                  <a:pt x="0" y="868690"/>
                </a:lnTo>
                <a:lnTo>
                  <a:pt x="0" y="843143"/>
                </a:lnTo>
                <a:lnTo>
                  <a:pt x="0" y="817588"/>
                </a:lnTo>
                <a:lnTo>
                  <a:pt x="0" y="792042"/>
                </a:lnTo>
                <a:lnTo>
                  <a:pt x="0" y="766496"/>
                </a:lnTo>
                <a:lnTo>
                  <a:pt x="0" y="740940"/>
                </a:lnTo>
                <a:lnTo>
                  <a:pt x="0" y="715394"/>
                </a:lnTo>
                <a:lnTo>
                  <a:pt x="0" y="689848"/>
                </a:lnTo>
                <a:lnTo>
                  <a:pt x="0" y="664293"/>
                </a:lnTo>
                <a:lnTo>
                  <a:pt x="0" y="638747"/>
                </a:lnTo>
                <a:lnTo>
                  <a:pt x="0" y="613191"/>
                </a:lnTo>
                <a:lnTo>
                  <a:pt x="0" y="587645"/>
                </a:lnTo>
                <a:lnTo>
                  <a:pt x="0" y="562099"/>
                </a:lnTo>
                <a:lnTo>
                  <a:pt x="0" y="536543"/>
                </a:lnTo>
                <a:lnTo>
                  <a:pt x="0" y="510997"/>
                </a:lnTo>
                <a:lnTo>
                  <a:pt x="0" y="485442"/>
                </a:lnTo>
                <a:lnTo>
                  <a:pt x="0" y="459896"/>
                </a:lnTo>
                <a:lnTo>
                  <a:pt x="0" y="434350"/>
                </a:lnTo>
                <a:lnTo>
                  <a:pt x="0" y="408794"/>
                </a:lnTo>
                <a:lnTo>
                  <a:pt x="0" y="383248"/>
                </a:lnTo>
                <a:lnTo>
                  <a:pt x="0" y="357692"/>
                </a:lnTo>
                <a:lnTo>
                  <a:pt x="0" y="332146"/>
                </a:lnTo>
                <a:lnTo>
                  <a:pt x="0" y="306600"/>
                </a:lnTo>
                <a:lnTo>
                  <a:pt x="0" y="281045"/>
                </a:lnTo>
                <a:lnTo>
                  <a:pt x="0" y="255499"/>
                </a:lnTo>
                <a:lnTo>
                  <a:pt x="0" y="229953"/>
                </a:lnTo>
                <a:lnTo>
                  <a:pt x="0" y="204397"/>
                </a:lnTo>
                <a:lnTo>
                  <a:pt x="0" y="178851"/>
                </a:lnTo>
                <a:lnTo>
                  <a:pt x="0" y="153295"/>
                </a:lnTo>
                <a:lnTo>
                  <a:pt x="0" y="127749"/>
                </a:lnTo>
                <a:lnTo>
                  <a:pt x="0" y="102203"/>
                </a:lnTo>
                <a:lnTo>
                  <a:pt x="0" y="76648"/>
                </a:lnTo>
                <a:lnTo>
                  <a:pt x="0" y="51102"/>
                </a:lnTo>
                <a:lnTo>
                  <a:pt x="0" y="25546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4" name="phase-title-0">
            <a:extLst xmlns:a="http://schemas.openxmlformats.org/drawingml/2006/main">
              <a:ext uri="{FF2B5EF4-FFF2-40B4-BE49-F238E27FC236}">
                <a16:creationId xmlns:a16="http://schemas.microsoft.com/office/drawing/2014/main" id="{F4FE2DB7-DF37-49D6-8B85-F862BC2CA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2496293"/>
            <a:ext cx="1428750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获取与识别</a:t>
            </a:r>
          </a:p>
        </p:txBody>
      </p:sp>
      <p:sp>
        <p:nvSpPr>
          <p:cNvPr id="5" name="phase-body-0">
            <a:extLst xmlns:a="http://schemas.openxmlformats.org/drawingml/2006/main">
              <a:ext uri="{FF2B5EF4-FFF2-40B4-BE49-F238E27FC236}">
                <a16:creationId xmlns:a16="http://schemas.microsoft.com/office/drawing/2014/main" id="{23F63120-9DBE-4475-B60B-A24D0BBD0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2850509"/>
            <a:ext cx="1428750" cy="587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让目标对象进</a:t>
            </a:r>
          </a:p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入并形成意向</a:t>
            </a:r>
          </a:p>
        </p:txBody>
      </p:sp>
      <p:sp>
        <p:nvSpPr>
          <p:cNvPr id="6" name="action-icon-shell-0-0">
            <a:extLst xmlns:a="http://schemas.openxmlformats.org/drawingml/2006/main">
              <a:ext uri="{FF2B5EF4-FFF2-40B4-BE49-F238E27FC236}">
                <a16:creationId xmlns:a16="http://schemas.microsoft.com/office/drawing/2014/main" id="{6D55C861-89BB-4CEF-9856-A3826117F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2490788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7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372b1fd279a46df">
            <a:extLst>
              <a:ext uri="{96DAC541-7B7A-43D3-8B79-37D633B846F1}">
                <asvg:svgBlip xmlns:asvg="http://schemas.microsoft.com/office/drawing/2016/SVG/main" r:embed="Rc97d036852cb48f3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2566988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8" name="action-title-0-0">
            <a:extLst xmlns:a="http://schemas.openxmlformats.org/drawingml/2006/main">
              <a:ext uri="{FF2B5EF4-FFF2-40B4-BE49-F238E27FC236}">
                <a16:creationId xmlns:a16="http://schemas.microsoft.com/office/drawing/2014/main" id="{1ED4DE3D-3EF9-4A74-8DA1-87F00CB7C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429770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标签体系</a:t>
            </a:r>
          </a:p>
        </p:txBody>
      </p:sp>
      <p:sp>
        <p:nvSpPr>
          <p:cNvPr id="9" name="action-body-0-0">
            <a:extLst xmlns:a="http://schemas.openxmlformats.org/drawingml/2006/main">
              <a:ext uri="{FF2B5EF4-FFF2-40B4-BE49-F238E27FC236}">
                <a16:creationId xmlns:a16="http://schemas.microsoft.com/office/drawing/2014/main" id="{9FAD5960-F78E-4BCD-8B0A-45F45EB15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658370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形成可识别对象</a:t>
            </a:r>
          </a:p>
        </p:txBody>
      </p:sp>
      <p:sp>
        <p:nvSpPr>
          <p:cNvPr id="10" name="action-icon-shell-0-1">
            <a:extLst xmlns:a="http://schemas.openxmlformats.org/drawingml/2006/main">
              <a:ext uri="{FF2B5EF4-FFF2-40B4-BE49-F238E27FC236}">
                <a16:creationId xmlns:a16="http://schemas.microsoft.com/office/drawing/2014/main" id="{B085E771-6251-480F-9F2C-344B50384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2490788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7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7a20c11916e45ff">
            <a:extLst>
              <a:ext uri="{96DAC541-7B7A-43D3-8B79-37D633B846F1}">
                <asvg:svgBlip xmlns:asvg="http://schemas.microsoft.com/office/drawing/2016/SVG/main" r:embed="Ra90d9c6f1ed449b5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2566988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12" name="action-title-0-1">
            <a:extLst xmlns:a="http://schemas.openxmlformats.org/drawingml/2006/main">
              <a:ext uri="{FF2B5EF4-FFF2-40B4-BE49-F238E27FC236}">
                <a16:creationId xmlns:a16="http://schemas.microsoft.com/office/drawing/2014/main" id="{C92D85FB-E933-41DA-9796-7F058288C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429770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渠道连接</a:t>
            </a:r>
          </a:p>
        </p:txBody>
      </p:sp>
      <p:sp>
        <p:nvSpPr>
          <p:cNvPr id="13" name="action-body-0-1">
            <a:extLst xmlns:a="http://schemas.openxmlformats.org/drawingml/2006/main">
              <a:ext uri="{FF2B5EF4-FFF2-40B4-BE49-F238E27FC236}">
                <a16:creationId xmlns:a16="http://schemas.microsoft.com/office/drawing/2014/main" id="{E5F5B3DB-BAF3-4E7D-9B41-14492F7DA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658370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连接主要触点</a:t>
            </a:r>
          </a:p>
        </p:txBody>
      </p:sp>
      <p:sp>
        <p:nvSpPr>
          <p:cNvPr id="14" name="action-icon-shell-0-2">
            <a:extLst xmlns:a="http://schemas.openxmlformats.org/drawingml/2006/main">
              <a:ext uri="{FF2B5EF4-FFF2-40B4-BE49-F238E27FC236}">
                <a16:creationId xmlns:a16="http://schemas.microsoft.com/office/drawing/2014/main" id="{EE12F47E-5789-4F3C-BE2D-F3E3F94AC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3100388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7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e597a88fbfe43f1">
            <a:extLst>
              <a:ext uri="{96DAC541-7B7A-43D3-8B79-37D633B846F1}">
                <asvg:svgBlip xmlns:asvg="http://schemas.microsoft.com/office/drawing/2016/SVG/main" r:embed="R9167c78687a54678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3176588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16" name="action-title-0-2">
            <a:extLst xmlns:a="http://schemas.openxmlformats.org/drawingml/2006/main">
              <a:ext uri="{FF2B5EF4-FFF2-40B4-BE49-F238E27FC236}">
                <a16:creationId xmlns:a16="http://schemas.microsoft.com/office/drawing/2014/main" id="{41D069CE-D224-47ED-A150-749E80527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3039370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内容优化</a:t>
            </a:r>
          </a:p>
        </p:txBody>
      </p:sp>
      <p:sp>
        <p:nvSpPr>
          <p:cNvPr id="17" name="action-body-0-2">
            <a:extLst xmlns:a="http://schemas.openxmlformats.org/drawingml/2006/main">
              <a:ext uri="{FF2B5EF4-FFF2-40B4-BE49-F238E27FC236}">
                <a16:creationId xmlns:a16="http://schemas.microsoft.com/office/drawing/2014/main" id="{10540A92-2BF8-4D62-A563-F18181F32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3267970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提高触达质量</a:t>
            </a:r>
          </a:p>
        </p:txBody>
      </p:sp>
      <p:sp>
        <p:nvSpPr>
          <p:cNvPr id="18" name="action-icon-shell-0-3">
            <a:extLst xmlns:a="http://schemas.openxmlformats.org/drawingml/2006/main">
              <a:ext uri="{FF2B5EF4-FFF2-40B4-BE49-F238E27FC236}">
                <a16:creationId xmlns:a16="http://schemas.microsoft.com/office/drawing/2014/main" id="{209D0ED3-2F32-473C-B6C9-A9783E01A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3100388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8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bc232ebd40b4bc0">
            <a:extLst>
              <a:ext uri="{96DAC541-7B7A-43D3-8B79-37D633B846F1}">
                <asvg:svgBlip xmlns:asvg="http://schemas.microsoft.com/office/drawing/2016/SVG/main" r:embed="R5baca4d3fe3b484e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3176588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20" name="action-title-0-3">
            <a:extLst xmlns:a="http://schemas.openxmlformats.org/drawingml/2006/main">
              <a:ext uri="{FF2B5EF4-FFF2-40B4-BE49-F238E27FC236}">
                <a16:creationId xmlns:a16="http://schemas.microsoft.com/office/drawing/2014/main" id="{BF71000E-E960-42B7-A94D-372EEBDA5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3039370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行为追踪</a:t>
            </a:r>
          </a:p>
        </p:txBody>
      </p:sp>
      <p:sp>
        <p:nvSpPr>
          <p:cNvPr id="21" name="action-body-0-3">
            <a:extLst xmlns:a="http://schemas.openxmlformats.org/drawingml/2006/main">
              <a:ext uri="{FF2B5EF4-FFF2-40B4-BE49-F238E27FC236}">
                <a16:creationId xmlns:a16="http://schemas.microsoft.com/office/drawing/2014/main" id="{0E98F0E7-E4B2-4DD0-B79A-0C615D375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3267970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记录关键反馈</a:t>
            </a:r>
          </a:p>
        </p:txBody>
      </p:sp>
      <p:sp>
        <p:nvSpPr>
          <p:cNvPr id="22" name="phase-rail-1">
            <a:extLst xmlns:a="http://schemas.openxmlformats.org/drawingml/2006/main">
              <a:ext uri="{FF2B5EF4-FFF2-40B4-BE49-F238E27FC236}">
                <a16:creationId xmlns:a16="http://schemas.microsoft.com/office/drawing/2014/main" id="{FE3EF14F-68C2-4B2A-92AB-6804979EA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4295775"/>
            <a:ext cx="514350" cy="1914134"/>
          </a:xfrm>
          <a:custGeom xmlns:a="http://schemas.openxmlformats.org/drawingml/2006/main">
            <a:pathLst>
              <a:path w="514350" h="1914134">
                <a:moveTo>
                  <a:pt x="0" y="0"/>
                </a:moveTo>
                <a:lnTo>
                  <a:pt x="17193" y="9554"/>
                </a:lnTo>
                <a:lnTo>
                  <a:pt x="34385" y="19098"/>
                </a:lnTo>
                <a:lnTo>
                  <a:pt x="51578" y="28651"/>
                </a:lnTo>
                <a:lnTo>
                  <a:pt x="68771" y="38205"/>
                </a:lnTo>
                <a:lnTo>
                  <a:pt x="85963" y="47758"/>
                </a:lnTo>
                <a:lnTo>
                  <a:pt x="103156" y="57302"/>
                </a:lnTo>
                <a:lnTo>
                  <a:pt x="120348" y="66856"/>
                </a:lnTo>
                <a:lnTo>
                  <a:pt x="137541" y="76410"/>
                </a:lnTo>
                <a:lnTo>
                  <a:pt x="154724" y="85963"/>
                </a:lnTo>
                <a:lnTo>
                  <a:pt x="171917" y="95507"/>
                </a:lnTo>
                <a:lnTo>
                  <a:pt x="189109" y="105061"/>
                </a:lnTo>
                <a:lnTo>
                  <a:pt x="206302" y="114614"/>
                </a:lnTo>
                <a:lnTo>
                  <a:pt x="223495" y="124168"/>
                </a:lnTo>
                <a:lnTo>
                  <a:pt x="240687" y="133712"/>
                </a:lnTo>
                <a:lnTo>
                  <a:pt x="257880" y="142484"/>
                </a:lnTo>
                <a:lnTo>
                  <a:pt x="275072" y="132931"/>
                </a:lnTo>
                <a:lnTo>
                  <a:pt x="292265" y="123377"/>
                </a:lnTo>
                <a:lnTo>
                  <a:pt x="309458" y="113833"/>
                </a:lnTo>
                <a:lnTo>
                  <a:pt x="326650" y="104280"/>
                </a:lnTo>
                <a:lnTo>
                  <a:pt x="343843" y="94726"/>
                </a:lnTo>
                <a:lnTo>
                  <a:pt x="361036" y="85173"/>
                </a:lnTo>
                <a:lnTo>
                  <a:pt x="378228" y="75629"/>
                </a:lnTo>
                <a:lnTo>
                  <a:pt x="395421" y="66075"/>
                </a:lnTo>
                <a:lnTo>
                  <a:pt x="412613" y="56521"/>
                </a:lnTo>
                <a:lnTo>
                  <a:pt x="429806" y="46968"/>
                </a:lnTo>
                <a:lnTo>
                  <a:pt x="446999" y="37424"/>
                </a:lnTo>
                <a:lnTo>
                  <a:pt x="464182" y="27870"/>
                </a:lnTo>
                <a:lnTo>
                  <a:pt x="481374" y="18317"/>
                </a:lnTo>
                <a:lnTo>
                  <a:pt x="498567" y="8763"/>
                </a:lnTo>
                <a:lnTo>
                  <a:pt x="514350" y="1619"/>
                </a:lnTo>
                <a:lnTo>
                  <a:pt x="514350" y="21279"/>
                </a:lnTo>
                <a:lnTo>
                  <a:pt x="514350" y="40948"/>
                </a:lnTo>
                <a:lnTo>
                  <a:pt x="514350" y="60617"/>
                </a:lnTo>
                <a:lnTo>
                  <a:pt x="514350" y="80286"/>
                </a:lnTo>
                <a:lnTo>
                  <a:pt x="514350" y="99955"/>
                </a:lnTo>
                <a:lnTo>
                  <a:pt x="514350" y="119615"/>
                </a:lnTo>
                <a:lnTo>
                  <a:pt x="514350" y="139284"/>
                </a:lnTo>
                <a:lnTo>
                  <a:pt x="514350" y="158953"/>
                </a:lnTo>
                <a:lnTo>
                  <a:pt x="514350" y="178622"/>
                </a:lnTo>
                <a:lnTo>
                  <a:pt x="514350" y="198282"/>
                </a:lnTo>
                <a:lnTo>
                  <a:pt x="514350" y="217951"/>
                </a:lnTo>
                <a:lnTo>
                  <a:pt x="514350" y="237620"/>
                </a:lnTo>
                <a:lnTo>
                  <a:pt x="514350" y="257289"/>
                </a:lnTo>
                <a:lnTo>
                  <a:pt x="514350" y="276958"/>
                </a:lnTo>
                <a:lnTo>
                  <a:pt x="514350" y="296618"/>
                </a:lnTo>
                <a:lnTo>
                  <a:pt x="514350" y="316287"/>
                </a:lnTo>
                <a:lnTo>
                  <a:pt x="514350" y="335956"/>
                </a:lnTo>
                <a:lnTo>
                  <a:pt x="514350" y="355625"/>
                </a:lnTo>
                <a:lnTo>
                  <a:pt x="514350" y="375295"/>
                </a:lnTo>
                <a:lnTo>
                  <a:pt x="514350" y="394954"/>
                </a:lnTo>
                <a:lnTo>
                  <a:pt x="514350" y="414623"/>
                </a:lnTo>
                <a:lnTo>
                  <a:pt x="514350" y="434292"/>
                </a:lnTo>
                <a:lnTo>
                  <a:pt x="514350" y="453961"/>
                </a:lnTo>
                <a:lnTo>
                  <a:pt x="514350" y="473621"/>
                </a:lnTo>
                <a:lnTo>
                  <a:pt x="514350" y="493290"/>
                </a:lnTo>
                <a:lnTo>
                  <a:pt x="514350" y="512959"/>
                </a:lnTo>
                <a:lnTo>
                  <a:pt x="514350" y="532628"/>
                </a:lnTo>
                <a:lnTo>
                  <a:pt x="514350" y="552298"/>
                </a:lnTo>
                <a:lnTo>
                  <a:pt x="514350" y="571957"/>
                </a:lnTo>
                <a:lnTo>
                  <a:pt x="514350" y="591626"/>
                </a:lnTo>
                <a:lnTo>
                  <a:pt x="514350" y="611295"/>
                </a:lnTo>
                <a:lnTo>
                  <a:pt x="514350" y="630965"/>
                </a:lnTo>
                <a:lnTo>
                  <a:pt x="514350" y="650624"/>
                </a:lnTo>
                <a:lnTo>
                  <a:pt x="514350" y="670293"/>
                </a:lnTo>
                <a:lnTo>
                  <a:pt x="514350" y="689962"/>
                </a:lnTo>
                <a:lnTo>
                  <a:pt x="514350" y="709632"/>
                </a:lnTo>
                <a:lnTo>
                  <a:pt x="514350" y="729301"/>
                </a:lnTo>
                <a:lnTo>
                  <a:pt x="514350" y="748960"/>
                </a:lnTo>
                <a:lnTo>
                  <a:pt x="514350" y="768629"/>
                </a:lnTo>
                <a:lnTo>
                  <a:pt x="514350" y="788299"/>
                </a:lnTo>
                <a:lnTo>
                  <a:pt x="514350" y="807968"/>
                </a:lnTo>
                <a:lnTo>
                  <a:pt x="514350" y="827637"/>
                </a:lnTo>
                <a:lnTo>
                  <a:pt x="514350" y="847296"/>
                </a:lnTo>
                <a:lnTo>
                  <a:pt x="514350" y="866966"/>
                </a:lnTo>
                <a:lnTo>
                  <a:pt x="514350" y="886635"/>
                </a:lnTo>
                <a:lnTo>
                  <a:pt x="514350" y="906304"/>
                </a:lnTo>
                <a:lnTo>
                  <a:pt x="514350" y="925963"/>
                </a:lnTo>
                <a:lnTo>
                  <a:pt x="514350" y="945632"/>
                </a:lnTo>
                <a:lnTo>
                  <a:pt x="514350" y="965302"/>
                </a:lnTo>
                <a:lnTo>
                  <a:pt x="514350" y="984971"/>
                </a:lnTo>
                <a:lnTo>
                  <a:pt x="514350" y="1004640"/>
                </a:lnTo>
                <a:lnTo>
                  <a:pt x="514350" y="1024299"/>
                </a:lnTo>
                <a:lnTo>
                  <a:pt x="514350" y="1043969"/>
                </a:lnTo>
                <a:lnTo>
                  <a:pt x="514350" y="1063638"/>
                </a:lnTo>
                <a:lnTo>
                  <a:pt x="514350" y="1083307"/>
                </a:lnTo>
                <a:lnTo>
                  <a:pt x="514350" y="1102966"/>
                </a:lnTo>
                <a:lnTo>
                  <a:pt x="514350" y="1122636"/>
                </a:lnTo>
                <a:lnTo>
                  <a:pt x="514350" y="1142305"/>
                </a:lnTo>
                <a:lnTo>
                  <a:pt x="514350" y="1161974"/>
                </a:lnTo>
                <a:lnTo>
                  <a:pt x="514350" y="1181643"/>
                </a:lnTo>
                <a:lnTo>
                  <a:pt x="514350" y="1201303"/>
                </a:lnTo>
                <a:lnTo>
                  <a:pt x="514350" y="1220972"/>
                </a:lnTo>
                <a:lnTo>
                  <a:pt x="514350" y="1240641"/>
                </a:lnTo>
                <a:lnTo>
                  <a:pt x="514350" y="1260310"/>
                </a:lnTo>
                <a:lnTo>
                  <a:pt x="514350" y="1279970"/>
                </a:lnTo>
                <a:lnTo>
                  <a:pt x="514350" y="1299639"/>
                </a:lnTo>
                <a:lnTo>
                  <a:pt x="514350" y="1319308"/>
                </a:lnTo>
                <a:lnTo>
                  <a:pt x="514350" y="1338977"/>
                </a:lnTo>
                <a:lnTo>
                  <a:pt x="514350" y="1358646"/>
                </a:lnTo>
                <a:lnTo>
                  <a:pt x="514350" y="1378306"/>
                </a:lnTo>
                <a:lnTo>
                  <a:pt x="514350" y="1397975"/>
                </a:lnTo>
                <a:lnTo>
                  <a:pt x="514350" y="1417644"/>
                </a:lnTo>
                <a:lnTo>
                  <a:pt x="514350" y="1437313"/>
                </a:lnTo>
                <a:lnTo>
                  <a:pt x="514350" y="1456982"/>
                </a:lnTo>
                <a:lnTo>
                  <a:pt x="514350" y="1476642"/>
                </a:lnTo>
                <a:lnTo>
                  <a:pt x="514350" y="1496311"/>
                </a:lnTo>
                <a:lnTo>
                  <a:pt x="514350" y="1515980"/>
                </a:lnTo>
                <a:lnTo>
                  <a:pt x="514350" y="1535649"/>
                </a:lnTo>
                <a:lnTo>
                  <a:pt x="514350" y="1555309"/>
                </a:lnTo>
                <a:lnTo>
                  <a:pt x="514350" y="1574978"/>
                </a:lnTo>
                <a:lnTo>
                  <a:pt x="514350" y="1594647"/>
                </a:lnTo>
                <a:lnTo>
                  <a:pt x="514350" y="1614316"/>
                </a:lnTo>
                <a:lnTo>
                  <a:pt x="514350" y="1633985"/>
                </a:lnTo>
                <a:lnTo>
                  <a:pt x="514350" y="1653645"/>
                </a:lnTo>
                <a:lnTo>
                  <a:pt x="514350" y="1673314"/>
                </a:lnTo>
                <a:lnTo>
                  <a:pt x="514350" y="1692983"/>
                </a:lnTo>
                <a:lnTo>
                  <a:pt x="514350" y="1712652"/>
                </a:lnTo>
                <a:lnTo>
                  <a:pt x="514350" y="1732312"/>
                </a:lnTo>
                <a:lnTo>
                  <a:pt x="514350" y="1751981"/>
                </a:lnTo>
                <a:lnTo>
                  <a:pt x="514350" y="1771650"/>
                </a:lnTo>
                <a:lnTo>
                  <a:pt x="497157" y="1781204"/>
                </a:lnTo>
                <a:lnTo>
                  <a:pt x="479965" y="1790748"/>
                </a:lnTo>
                <a:lnTo>
                  <a:pt x="462772" y="1800301"/>
                </a:lnTo>
                <a:lnTo>
                  <a:pt x="445580" y="1809855"/>
                </a:lnTo>
                <a:lnTo>
                  <a:pt x="428387" y="1819408"/>
                </a:lnTo>
                <a:lnTo>
                  <a:pt x="411194" y="1828952"/>
                </a:lnTo>
                <a:lnTo>
                  <a:pt x="394002" y="1838506"/>
                </a:lnTo>
                <a:lnTo>
                  <a:pt x="376809" y="1848060"/>
                </a:lnTo>
                <a:lnTo>
                  <a:pt x="359626" y="1857613"/>
                </a:lnTo>
                <a:lnTo>
                  <a:pt x="342433" y="1867157"/>
                </a:lnTo>
                <a:lnTo>
                  <a:pt x="325241" y="1876711"/>
                </a:lnTo>
                <a:lnTo>
                  <a:pt x="308048" y="1886264"/>
                </a:lnTo>
                <a:lnTo>
                  <a:pt x="290855" y="1895818"/>
                </a:lnTo>
                <a:lnTo>
                  <a:pt x="273663" y="1905362"/>
                </a:lnTo>
                <a:lnTo>
                  <a:pt x="256470" y="1914134"/>
                </a:lnTo>
                <a:lnTo>
                  <a:pt x="239278" y="1904581"/>
                </a:lnTo>
                <a:lnTo>
                  <a:pt x="222085" y="1895027"/>
                </a:lnTo>
                <a:lnTo>
                  <a:pt x="204892" y="1885483"/>
                </a:lnTo>
                <a:lnTo>
                  <a:pt x="187700" y="1875930"/>
                </a:lnTo>
                <a:lnTo>
                  <a:pt x="170507" y="1866376"/>
                </a:lnTo>
                <a:lnTo>
                  <a:pt x="153314" y="1856823"/>
                </a:lnTo>
                <a:lnTo>
                  <a:pt x="136122" y="1847279"/>
                </a:lnTo>
                <a:lnTo>
                  <a:pt x="118929" y="1837725"/>
                </a:lnTo>
                <a:lnTo>
                  <a:pt x="101737" y="1828171"/>
                </a:lnTo>
                <a:lnTo>
                  <a:pt x="84544" y="1818618"/>
                </a:lnTo>
                <a:lnTo>
                  <a:pt x="67351" y="1809074"/>
                </a:lnTo>
                <a:lnTo>
                  <a:pt x="50168" y="1799520"/>
                </a:lnTo>
                <a:lnTo>
                  <a:pt x="32976" y="1789967"/>
                </a:lnTo>
                <a:lnTo>
                  <a:pt x="15783" y="1780413"/>
                </a:lnTo>
                <a:lnTo>
                  <a:pt x="0" y="1770031"/>
                </a:lnTo>
                <a:lnTo>
                  <a:pt x="0" y="1750371"/>
                </a:lnTo>
                <a:lnTo>
                  <a:pt x="0" y="1730702"/>
                </a:lnTo>
                <a:lnTo>
                  <a:pt x="0" y="1711033"/>
                </a:lnTo>
                <a:lnTo>
                  <a:pt x="0" y="1691364"/>
                </a:lnTo>
                <a:lnTo>
                  <a:pt x="0" y="1671695"/>
                </a:lnTo>
                <a:lnTo>
                  <a:pt x="0" y="1652035"/>
                </a:lnTo>
                <a:lnTo>
                  <a:pt x="0" y="1632366"/>
                </a:lnTo>
                <a:lnTo>
                  <a:pt x="0" y="1612697"/>
                </a:lnTo>
                <a:lnTo>
                  <a:pt x="0" y="1593028"/>
                </a:lnTo>
                <a:lnTo>
                  <a:pt x="0" y="1573368"/>
                </a:lnTo>
                <a:lnTo>
                  <a:pt x="0" y="1553699"/>
                </a:lnTo>
                <a:lnTo>
                  <a:pt x="0" y="1534030"/>
                </a:lnTo>
                <a:lnTo>
                  <a:pt x="0" y="1514361"/>
                </a:lnTo>
                <a:lnTo>
                  <a:pt x="0" y="1494692"/>
                </a:lnTo>
                <a:lnTo>
                  <a:pt x="0" y="1475032"/>
                </a:lnTo>
                <a:lnTo>
                  <a:pt x="0" y="1455363"/>
                </a:lnTo>
                <a:lnTo>
                  <a:pt x="0" y="1435694"/>
                </a:lnTo>
                <a:lnTo>
                  <a:pt x="0" y="1416025"/>
                </a:lnTo>
                <a:lnTo>
                  <a:pt x="0" y="1396355"/>
                </a:lnTo>
                <a:lnTo>
                  <a:pt x="0" y="1376696"/>
                </a:lnTo>
                <a:lnTo>
                  <a:pt x="0" y="1357027"/>
                </a:lnTo>
                <a:lnTo>
                  <a:pt x="0" y="1337358"/>
                </a:lnTo>
                <a:lnTo>
                  <a:pt x="0" y="1317689"/>
                </a:lnTo>
                <a:lnTo>
                  <a:pt x="0" y="1298029"/>
                </a:lnTo>
                <a:lnTo>
                  <a:pt x="0" y="1278360"/>
                </a:lnTo>
                <a:lnTo>
                  <a:pt x="0" y="1258691"/>
                </a:lnTo>
                <a:lnTo>
                  <a:pt x="0" y="1239022"/>
                </a:lnTo>
                <a:lnTo>
                  <a:pt x="0" y="1219352"/>
                </a:lnTo>
                <a:lnTo>
                  <a:pt x="0" y="1199693"/>
                </a:lnTo>
                <a:lnTo>
                  <a:pt x="0" y="1180024"/>
                </a:lnTo>
                <a:lnTo>
                  <a:pt x="0" y="1160355"/>
                </a:lnTo>
                <a:lnTo>
                  <a:pt x="0" y="1140685"/>
                </a:lnTo>
                <a:lnTo>
                  <a:pt x="0" y="1121026"/>
                </a:lnTo>
                <a:lnTo>
                  <a:pt x="0" y="1101357"/>
                </a:lnTo>
                <a:lnTo>
                  <a:pt x="0" y="1081688"/>
                </a:lnTo>
                <a:lnTo>
                  <a:pt x="0" y="1062018"/>
                </a:lnTo>
                <a:lnTo>
                  <a:pt x="0" y="1042349"/>
                </a:lnTo>
                <a:lnTo>
                  <a:pt x="0" y="1022690"/>
                </a:lnTo>
                <a:lnTo>
                  <a:pt x="0" y="1003021"/>
                </a:lnTo>
                <a:lnTo>
                  <a:pt x="0" y="983351"/>
                </a:lnTo>
                <a:lnTo>
                  <a:pt x="0" y="963682"/>
                </a:lnTo>
                <a:lnTo>
                  <a:pt x="0" y="944023"/>
                </a:lnTo>
                <a:lnTo>
                  <a:pt x="0" y="924354"/>
                </a:lnTo>
                <a:lnTo>
                  <a:pt x="0" y="904685"/>
                </a:lnTo>
                <a:lnTo>
                  <a:pt x="0" y="885015"/>
                </a:lnTo>
                <a:lnTo>
                  <a:pt x="0" y="865346"/>
                </a:lnTo>
                <a:lnTo>
                  <a:pt x="0" y="845687"/>
                </a:lnTo>
                <a:lnTo>
                  <a:pt x="0" y="826018"/>
                </a:lnTo>
                <a:lnTo>
                  <a:pt x="0" y="806348"/>
                </a:lnTo>
                <a:lnTo>
                  <a:pt x="0" y="786679"/>
                </a:lnTo>
                <a:lnTo>
                  <a:pt x="0" y="767010"/>
                </a:lnTo>
                <a:lnTo>
                  <a:pt x="0" y="747351"/>
                </a:lnTo>
                <a:lnTo>
                  <a:pt x="0" y="727681"/>
                </a:lnTo>
                <a:lnTo>
                  <a:pt x="0" y="708012"/>
                </a:lnTo>
                <a:lnTo>
                  <a:pt x="0" y="688343"/>
                </a:lnTo>
                <a:lnTo>
                  <a:pt x="0" y="668684"/>
                </a:lnTo>
                <a:lnTo>
                  <a:pt x="0" y="649014"/>
                </a:lnTo>
                <a:lnTo>
                  <a:pt x="0" y="629345"/>
                </a:lnTo>
                <a:lnTo>
                  <a:pt x="0" y="609676"/>
                </a:lnTo>
                <a:lnTo>
                  <a:pt x="0" y="590007"/>
                </a:lnTo>
                <a:lnTo>
                  <a:pt x="0" y="570347"/>
                </a:lnTo>
                <a:lnTo>
                  <a:pt x="0" y="550678"/>
                </a:lnTo>
                <a:lnTo>
                  <a:pt x="0" y="531009"/>
                </a:lnTo>
                <a:lnTo>
                  <a:pt x="0" y="511340"/>
                </a:lnTo>
                <a:lnTo>
                  <a:pt x="0" y="491681"/>
                </a:lnTo>
                <a:lnTo>
                  <a:pt x="0" y="472011"/>
                </a:lnTo>
                <a:lnTo>
                  <a:pt x="0" y="452342"/>
                </a:lnTo>
                <a:lnTo>
                  <a:pt x="0" y="432673"/>
                </a:lnTo>
                <a:lnTo>
                  <a:pt x="0" y="413004"/>
                </a:lnTo>
                <a:lnTo>
                  <a:pt x="0" y="393344"/>
                </a:lnTo>
                <a:lnTo>
                  <a:pt x="0" y="373675"/>
                </a:lnTo>
                <a:lnTo>
                  <a:pt x="0" y="354006"/>
                </a:lnTo>
                <a:lnTo>
                  <a:pt x="0" y="334337"/>
                </a:lnTo>
                <a:lnTo>
                  <a:pt x="0" y="314668"/>
                </a:lnTo>
                <a:lnTo>
                  <a:pt x="0" y="295008"/>
                </a:lnTo>
                <a:lnTo>
                  <a:pt x="0" y="275339"/>
                </a:lnTo>
                <a:lnTo>
                  <a:pt x="0" y="255670"/>
                </a:lnTo>
                <a:lnTo>
                  <a:pt x="0" y="236001"/>
                </a:lnTo>
                <a:lnTo>
                  <a:pt x="0" y="216341"/>
                </a:lnTo>
                <a:lnTo>
                  <a:pt x="0" y="196672"/>
                </a:lnTo>
                <a:lnTo>
                  <a:pt x="0" y="177003"/>
                </a:lnTo>
                <a:lnTo>
                  <a:pt x="0" y="157334"/>
                </a:lnTo>
                <a:lnTo>
                  <a:pt x="0" y="137665"/>
                </a:lnTo>
                <a:lnTo>
                  <a:pt x="0" y="118005"/>
                </a:lnTo>
                <a:lnTo>
                  <a:pt x="0" y="98336"/>
                </a:lnTo>
                <a:lnTo>
                  <a:pt x="0" y="78667"/>
                </a:lnTo>
                <a:lnTo>
                  <a:pt x="0" y="58998"/>
                </a:lnTo>
                <a:lnTo>
                  <a:pt x="0" y="39338"/>
                </a:lnTo>
                <a:lnTo>
                  <a:pt x="0" y="19669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23" name="phase-title-1">
            <a:extLst xmlns:a="http://schemas.openxmlformats.org/drawingml/2006/main">
              <a:ext uri="{FF2B5EF4-FFF2-40B4-BE49-F238E27FC236}">
                <a16:creationId xmlns:a16="http://schemas.microsoft.com/office/drawing/2014/main" id="{03FA0013-6267-405F-9907-D2CADD544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4782293"/>
            <a:ext cx="1428750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培育与转化</a:t>
            </a:r>
          </a:p>
        </p:txBody>
      </p:sp>
      <p:sp>
        <p:nvSpPr>
          <p:cNvPr id="24" name="phase-body-1">
            <a:extLst xmlns:a="http://schemas.openxmlformats.org/drawingml/2006/main">
              <a:ext uri="{FF2B5EF4-FFF2-40B4-BE49-F238E27FC236}">
                <a16:creationId xmlns:a16="http://schemas.microsoft.com/office/drawing/2014/main" id="{E528F26E-DC7A-44BF-A428-D0CD6EAD0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5136509"/>
            <a:ext cx="1428750" cy="587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让有效意向沉</a:t>
            </a:r>
          </a:p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淀为长期价值</a:t>
            </a:r>
          </a:p>
        </p:txBody>
      </p:sp>
      <p:sp>
        <p:nvSpPr>
          <p:cNvPr id="25" name="action-icon-shell-1-0">
            <a:extLst xmlns:a="http://schemas.openxmlformats.org/drawingml/2006/main">
              <a:ext uri="{FF2B5EF4-FFF2-40B4-BE49-F238E27FC236}">
                <a16:creationId xmlns:a16="http://schemas.microsoft.com/office/drawing/2014/main" id="{1BDA9314-FC04-49C3-B149-B5119C65C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5081588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8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66bf207ff704321">
            <a:extLst>
              <a:ext uri="{96DAC541-7B7A-43D3-8B79-37D633B846F1}">
                <asvg:svgBlip xmlns:asvg="http://schemas.microsoft.com/office/drawing/2016/SVG/main" r:embed="R50ea89f869e84a5d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5157788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27" name="action-title-1-0">
            <a:extLst xmlns:a="http://schemas.openxmlformats.org/drawingml/2006/main">
              <a:ext uri="{FF2B5EF4-FFF2-40B4-BE49-F238E27FC236}">
                <a16:creationId xmlns:a16="http://schemas.microsoft.com/office/drawing/2014/main" id="{A69A79EE-0FA4-4873-9E46-C441509D7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5020570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数据打通</a:t>
            </a:r>
          </a:p>
        </p:txBody>
      </p:sp>
      <p:sp>
        <p:nvSpPr>
          <p:cNvPr id="28" name="action-body-1-0">
            <a:extLst xmlns:a="http://schemas.openxmlformats.org/drawingml/2006/main">
              <a:ext uri="{FF2B5EF4-FFF2-40B4-BE49-F238E27FC236}">
                <a16:creationId xmlns:a16="http://schemas.microsoft.com/office/drawing/2014/main" id="{4F8B9250-CC7F-4F36-9593-19F3B505B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5249170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统一分析对象</a:t>
            </a:r>
          </a:p>
        </p:txBody>
      </p:sp>
      <p:sp>
        <p:nvSpPr>
          <p:cNvPr id="29" name="action-icon-shell-1-1">
            <a:extLst xmlns:a="http://schemas.openxmlformats.org/drawingml/2006/main">
              <a:ext uri="{FF2B5EF4-FFF2-40B4-BE49-F238E27FC236}">
                <a16:creationId xmlns:a16="http://schemas.microsoft.com/office/drawing/2014/main" id="{AD6796A0-A91C-4CF7-80D0-E1C303473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5081588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9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cc94989e11041fc">
            <a:extLst>
              <a:ext uri="{96DAC541-7B7A-43D3-8B79-37D633B846F1}">
                <asvg:svgBlip xmlns:asvg="http://schemas.microsoft.com/office/drawing/2016/SVG/main" r:embed="R73ff3aac49044aec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5157788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31" name="action-title-1-1">
            <a:extLst xmlns:a="http://schemas.openxmlformats.org/drawingml/2006/main">
              <a:ext uri="{FF2B5EF4-FFF2-40B4-BE49-F238E27FC236}">
                <a16:creationId xmlns:a16="http://schemas.microsoft.com/office/drawing/2014/main" id="{9E70149E-6A5A-45BF-80F6-A155F6F31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5020570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自动分群</a:t>
            </a:r>
          </a:p>
        </p:txBody>
      </p:sp>
      <p:sp>
        <p:nvSpPr>
          <p:cNvPr id="32" name="action-body-1-1">
            <a:extLst xmlns:a="http://schemas.openxmlformats.org/drawingml/2006/main">
              <a:ext uri="{FF2B5EF4-FFF2-40B4-BE49-F238E27FC236}">
                <a16:creationId xmlns:a16="http://schemas.microsoft.com/office/drawing/2014/main" id="{C3F72824-35F4-41DE-8A9C-7A8CF6111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5249170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指导持续运营</a:t>
            </a:r>
          </a:p>
        </p:txBody>
      </p:sp>
      <p:sp>
        <p:nvSpPr>
          <p:cNvPr id="33" name="funnel-step-body-0">
            <a:extLst xmlns:a="http://schemas.openxmlformats.org/drawingml/2006/main">
              <a:ext uri="{FF2B5EF4-FFF2-40B4-BE49-F238E27FC236}">
                <a16:creationId xmlns:a16="http://schemas.microsoft.com/office/drawing/2014/main" id="{A2EBE79E-508D-4E6A-B393-287AD3825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52750" y="2514600"/>
            <a:ext cx="3332188" cy="533267"/>
          </a:xfrm>
          <a:custGeom xmlns:a="http://schemas.openxmlformats.org/drawingml/2006/main">
            <a:pathLst>
              <a:path w="3332188" h="533267">
                <a:moveTo>
                  <a:pt x="0" y="0"/>
                </a:moveTo>
                <a:lnTo>
                  <a:pt x="15497" y="25813"/>
                </a:lnTo>
                <a:lnTo>
                  <a:pt x="30985" y="51616"/>
                </a:lnTo>
                <a:lnTo>
                  <a:pt x="46482" y="77429"/>
                </a:lnTo>
                <a:lnTo>
                  <a:pt x="61979" y="103241"/>
                </a:lnTo>
                <a:lnTo>
                  <a:pt x="77467" y="129045"/>
                </a:lnTo>
                <a:lnTo>
                  <a:pt x="92964" y="154857"/>
                </a:lnTo>
                <a:lnTo>
                  <a:pt x="108461" y="180661"/>
                </a:lnTo>
                <a:lnTo>
                  <a:pt x="123949" y="206473"/>
                </a:lnTo>
                <a:lnTo>
                  <a:pt x="139446" y="232286"/>
                </a:lnTo>
                <a:lnTo>
                  <a:pt x="154943" y="258089"/>
                </a:lnTo>
                <a:lnTo>
                  <a:pt x="170431" y="283902"/>
                </a:lnTo>
                <a:lnTo>
                  <a:pt x="185928" y="309715"/>
                </a:lnTo>
                <a:lnTo>
                  <a:pt x="201425" y="335518"/>
                </a:lnTo>
                <a:lnTo>
                  <a:pt x="216913" y="361331"/>
                </a:lnTo>
                <a:lnTo>
                  <a:pt x="232410" y="387134"/>
                </a:lnTo>
                <a:lnTo>
                  <a:pt x="247898" y="412947"/>
                </a:lnTo>
                <a:lnTo>
                  <a:pt x="263395" y="438760"/>
                </a:lnTo>
                <a:lnTo>
                  <a:pt x="278892" y="464563"/>
                </a:lnTo>
                <a:lnTo>
                  <a:pt x="301171" y="482298"/>
                </a:lnTo>
                <a:lnTo>
                  <a:pt x="330537" y="488842"/>
                </a:lnTo>
                <a:lnTo>
                  <a:pt x="360293" y="493376"/>
                </a:lnTo>
                <a:lnTo>
                  <a:pt x="390182" y="496976"/>
                </a:lnTo>
                <a:lnTo>
                  <a:pt x="420129" y="500015"/>
                </a:lnTo>
                <a:lnTo>
                  <a:pt x="450113" y="502653"/>
                </a:lnTo>
                <a:lnTo>
                  <a:pt x="480127" y="505006"/>
                </a:lnTo>
                <a:lnTo>
                  <a:pt x="510159" y="507121"/>
                </a:lnTo>
                <a:lnTo>
                  <a:pt x="540201" y="509045"/>
                </a:lnTo>
                <a:lnTo>
                  <a:pt x="570243" y="510797"/>
                </a:lnTo>
                <a:lnTo>
                  <a:pt x="600304" y="512435"/>
                </a:lnTo>
                <a:lnTo>
                  <a:pt x="630374" y="513940"/>
                </a:lnTo>
                <a:lnTo>
                  <a:pt x="660444" y="515350"/>
                </a:lnTo>
                <a:lnTo>
                  <a:pt x="690515" y="516674"/>
                </a:lnTo>
                <a:lnTo>
                  <a:pt x="720595" y="517893"/>
                </a:lnTo>
                <a:lnTo>
                  <a:pt x="750675" y="519046"/>
                </a:lnTo>
                <a:lnTo>
                  <a:pt x="780755" y="520132"/>
                </a:lnTo>
                <a:lnTo>
                  <a:pt x="810844" y="521160"/>
                </a:lnTo>
                <a:lnTo>
                  <a:pt x="840924" y="522122"/>
                </a:lnTo>
                <a:lnTo>
                  <a:pt x="871014" y="523027"/>
                </a:lnTo>
                <a:lnTo>
                  <a:pt x="901113" y="523875"/>
                </a:lnTo>
                <a:lnTo>
                  <a:pt x="931202" y="524675"/>
                </a:lnTo>
                <a:lnTo>
                  <a:pt x="961292" y="525428"/>
                </a:lnTo>
                <a:lnTo>
                  <a:pt x="991391" y="526142"/>
                </a:lnTo>
                <a:lnTo>
                  <a:pt x="1021480" y="526809"/>
                </a:lnTo>
                <a:lnTo>
                  <a:pt x="1051579" y="527437"/>
                </a:lnTo>
                <a:lnTo>
                  <a:pt x="1081678" y="528028"/>
                </a:lnTo>
                <a:lnTo>
                  <a:pt x="1111777" y="528590"/>
                </a:lnTo>
                <a:lnTo>
                  <a:pt x="1141876" y="529104"/>
                </a:lnTo>
                <a:lnTo>
                  <a:pt x="1171975" y="529590"/>
                </a:lnTo>
                <a:lnTo>
                  <a:pt x="1202074" y="530038"/>
                </a:lnTo>
                <a:lnTo>
                  <a:pt x="1232173" y="530457"/>
                </a:lnTo>
                <a:lnTo>
                  <a:pt x="1262272" y="530838"/>
                </a:lnTo>
                <a:lnTo>
                  <a:pt x="1292371" y="531200"/>
                </a:lnTo>
                <a:lnTo>
                  <a:pt x="1322470" y="531514"/>
                </a:lnTo>
                <a:lnTo>
                  <a:pt x="1352579" y="531819"/>
                </a:lnTo>
                <a:lnTo>
                  <a:pt x="1382678" y="532086"/>
                </a:lnTo>
                <a:lnTo>
                  <a:pt x="1412777" y="532333"/>
                </a:lnTo>
                <a:lnTo>
                  <a:pt x="1442876" y="532533"/>
                </a:lnTo>
                <a:lnTo>
                  <a:pt x="1472984" y="532733"/>
                </a:lnTo>
                <a:lnTo>
                  <a:pt x="1503083" y="532876"/>
                </a:lnTo>
                <a:lnTo>
                  <a:pt x="1533182" y="533019"/>
                </a:lnTo>
                <a:lnTo>
                  <a:pt x="1563291" y="533114"/>
                </a:lnTo>
                <a:lnTo>
                  <a:pt x="1593390" y="533200"/>
                </a:lnTo>
                <a:lnTo>
                  <a:pt x="1623498" y="533238"/>
                </a:lnTo>
                <a:lnTo>
                  <a:pt x="1653597" y="533267"/>
                </a:lnTo>
                <a:lnTo>
                  <a:pt x="1683696" y="533267"/>
                </a:lnTo>
                <a:lnTo>
                  <a:pt x="1713805" y="533238"/>
                </a:lnTo>
                <a:lnTo>
                  <a:pt x="1743904" y="533181"/>
                </a:lnTo>
                <a:lnTo>
                  <a:pt x="1774012" y="533105"/>
                </a:lnTo>
                <a:lnTo>
                  <a:pt x="1804111" y="533000"/>
                </a:lnTo>
                <a:lnTo>
                  <a:pt x="1834210" y="532857"/>
                </a:lnTo>
                <a:lnTo>
                  <a:pt x="1864319" y="532714"/>
                </a:lnTo>
                <a:lnTo>
                  <a:pt x="1894418" y="532514"/>
                </a:lnTo>
                <a:lnTo>
                  <a:pt x="1924517" y="532314"/>
                </a:lnTo>
                <a:lnTo>
                  <a:pt x="1954625" y="532047"/>
                </a:lnTo>
                <a:lnTo>
                  <a:pt x="1984724" y="531790"/>
                </a:lnTo>
                <a:lnTo>
                  <a:pt x="2014823" y="531476"/>
                </a:lnTo>
                <a:lnTo>
                  <a:pt x="2044922" y="531162"/>
                </a:lnTo>
                <a:lnTo>
                  <a:pt x="2075021" y="530790"/>
                </a:lnTo>
                <a:lnTo>
                  <a:pt x="2105130" y="530409"/>
                </a:lnTo>
                <a:lnTo>
                  <a:pt x="2135229" y="529981"/>
                </a:lnTo>
                <a:lnTo>
                  <a:pt x="2165328" y="529533"/>
                </a:lnTo>
                <a:lnTo>
                  <a:pt x="2195427" y="529047"/>
                </a:lnTo>
                <a:lnTo>
                  <a:pt x="2225526" y="528523"/>
                </a:lnTo>
                <a:lnTo>
                  <a:pt x="2255615" y="527961"/>
                </a:lnTo>
                <a:lnTo>
                  <a:pt x="2285714" y="527371"/>
                </a:lnTo>
                <a:lnTo>
                  <a:pt x="2315813" y="526733"/>
                </a:lnTo>
                <a:lnTo>
                  <a:pt x="2345912" y="526056"/>
                </a:lnTo>
                <a:lnTo>
                  <a:pt x="2376002" y="525342"/>
                </a:lnTo>
                <a:lnTo>
                  <a:pt x="2406091" y="524580"/>
                </a:lnTo>
                <a:lnTo>
                  <a:pt x="2436190" y="523780"/>
                </a:lnTo>
                <a:lnTo>
                  <a:pt x="2466280" y="522923"/>
                </a:lnTo>
                <a:lnTo>
                  <a:pt x="2496369" y="522008"/>
                </a:lnTo>
                <a:lnTo>
                  <a:pt x="2526459" y="521037"/>
                </a:lnTo>
                <a:lnTo>
                  <a:pt x="2556539" y="520008"/>
                </a:lnTo>
                <a:lnTo>
                  <a:pt x="2586619" y="518922"/>
                </a:lnTo>
                <a:lnTo>
                  <a:pt x="2616698" y="517760"/>
                </a:lnTo>
                <a:lnTo>
                  <a:pt x="2646778" y="516522"/>
                </a:lnTo>
                <a:lnTo>
                  <a:pt x="2676849" y="515188"/>
                </a:lnTo>
                <a:lnTo>
                  <a:pt x="2706919" y="513769"/>
                </a:lnTo>
                <a:lnTo>
                  <a:pt x="2736990" y="512245"/>
                </a:lnTo>
                <a:lnTo>
                  <a:pt x="2767041" y="510597"/>
                </a:lnTo>
                <a:lnTo>
                  <a:pt x="2797092" y="508826"/>
                </a:lnTo>
                <a:lnTo>
                  <a:pt x="2827134" y="506882"/>
                </a:lnTo>
                <a:lnTo>
                  <a:pt x="2857157" y="504739"/>
                </a:lnTo>
                <a:lnTo>
                  <a:pt x="2887170" y="502368"/>
                </a:lnTo>
                <a:lnTo>
                  <a:pt x="2917155" y="499682"/>
                </a:lnTo>
                <a:lnTo>
                  <a:pt x="2947092" y="496586"/>
                </a:lnTo>
                <a:lnTo>
                  <a:pt x="2976972" y="492900"/>
                </a:lnTo>
                <a:lnTo>
                  <a:pt x="3006700" y="488213"/>
                </a:lnTo>
                <a:lnTo>
                  <a:pt x="3035970" y="481241"/>
                </a:lnTo>
                <a:lnTo>
                  <a:pt x="3056687" y="461524"/>
                </a:lnTo>
                <a:lnTo>
                  <a:pt x="3072184" y="435712"/>
                </a:lnTo>
                <a:lnTo>
                  <a:pt x="3087672" y="409908"/>
                </a:lnTo>
                <a:lnTo>
                  <a:pt x="3103169" y="384096"/>
                </a:lnTo>
                <a:lnTo>
                  <a:pt x="3118666" y="358283"/>
                </a:lnTo>
                <a:lnTo>
                  <a:pt x="3134154" y="332480"/>
                </a:lnTo>
                <a:lnTo>
                  <a:pt x="3149651" y="306667"/>
                </a:lnTo>
                <a:lnTo>
                  <a:pt x="3165148" y="280854"/>
                </a:lnTo>
                <a:lnTo>
                  <a:pt x="3180636" y="255051"/>
                </a:lnTo>
                <a:lnTo>
                  <a:pt x="3196133" y="229238"/>
                </a:lnTo>
                <a:lnTo>
                  <a:pt x="3211630" y="203435"/>
                </a:lnTo>
                <a:lnTo>
                  <a:pt x="3227118" y="177622"/>
                </a:lnTo>
                <a:lnTo>
                  <a:pt x="3242615" y="151809"/>
                </a:lnTo>
                <a:lnTo>
                  <a:pt x="3258112" y="126006"/>
                </a:lnTo>
                <a:lnTo>
                  <a:pt x="3273600" y="100193"/>
                </a:lnTo>
                <a:lnTo>
                  <a:pt x="3289097" y="74381"/>
                </a:lnTo>
                <a:lnTo>
                  <a:pt x="3304584" y="48578"/>
                </a:lnTo>
                <a:lnTo>
                  <a:pt x="3320082" y="22765"/>
                </a:lnTo>
                <a:lnTo>
                  <a:pt x="3332188" y="3086"/>
                </a:lnTo>
                <a:lnTo>
                  <a:pt x="3304070" y="13059"/>
                </a:lnTo>
                <a:lnTo>
                  <a:pt x="3274409" y="18155"/>
                </a:lnTo>
                <a:lnTo>
                  <a:pt x="3244548" y="21965"/>
                </a:lnTo>
                <a:lnTo>
                  <a:pt x="3214602" y="25079"/>
                </a:lnTo>
                <a:lnTo>
                  <a:pt x="3184617" y="27746"/>
                </a:lnTo>
                <a:lnTo>
                  <a:pt x="3154613" y="30109"/>
                </a:lnTo>
                <a:lnTo>
                  <a:pt x="3124581" y="32223"/>
                </a:lnTo>
                <a:lnTo>
                  <a:pt x="3094539" y="34138"/>
                </a:lnTo>
                <a:lnTo>
                  <a:pt x="3064488" y="35890"/>
                </a:lnTo>
                <a:lnTo>
                  <a:pt x="3034427" y="37519"/>
                </a:lnTo>
                <a:lnTo>
                  <a:pt x="3004366" y="39043"/>
                </a:lnTo>
                <a:lnTo>
                  <a:pt x="2974296" y="40453"/>
                </a:lnTo>
                <a:lnTo>
                  <a:pt x="2944225" y="41777"/>
                </a:lnTo>
                <a:lnTo>
                  <a:pt x="2914145" y="43015"/>
                </a:lnTo>
                <a:lnTo>
                  <a:pt x="2884065" y="44186"/>
                </a:lnTo>
                <a:lnTo>
                  <a:pt x="2853985" y="45291"/>
                </a:lnTo>
                <a:lnTo>
                  <a:pt x="2823896" y="46339"/>
                </a:lnTo>
                <a:lnTo>
                  <a:pt x="2793816" y="47339"/>
                </a:lnTo>
                <a:lnTo>
                  <a:pt x="2763726" y="48282"/>
                </a:lnTo>
                <a:lnTo>
                  <a:pt x="2733637" y="49168"/>
                </a:lnTo>
                <a:lnTo>
                  <a:pt x="2703547" y="50025"/>
                </a:lnTo>
                <a:lnTo>
                  <a:pt x="2673448" y="50835"/>
                </a:lnTo>
                <a:lnTo>
                  <a:pt x="2643359" y="51597"/>
                </a:lnTo>
                <a:lnTo>
                  <a:pt x="2613269" y="52330"/>
                </a:lnTo>
                <a:lnTo>
                  <a:pt x="2583170" y="53026"/>
                </a:lnTo>
                <a:lnTo>
                  <a:pt x="2553071" y="53692"/>
                </a:lnTo>
                <a:lnTo>
                  <a:pt x="2522982" y="54321"/>
                </a:lnTo>
                <a:lnTo>
                  <a:pt x="2492883" y="54921"/>
                </a:lnTo>
                <a:lnTo>
                  <a:pt x="2462784" y="55493"/>
                </a:lnTo>
                <a:lnTo>
                  <a:pt x="2432685" y="56036"/>
                </a:lnTo>
                <a:lnTo>
                  <a:pt x="2402586" y="56550"/>
                </a:lnTo>
                <a:lnTo>
                  <a:pt x="2372487" y="57036"/>
                </a:lnTo>
                <a:lnTo>
                  <a:pt x="2342388" y="57502"/>
                </a:lnTo>
                <a:lnTo>
                  <a:pt x="2312289" y="57941"/>
                </a:lnTo>
                <a:lnTo>
                  <a:pt x="2282190" y="58360"/>
                </a:lnTo>
                <a:lnTo>
                  <a:pt x="2252091" y="58741"/>
                </a:lnTo>
                <a:lnTo>
                  <a:pt x="2221992" y="59112"/>
                </a:lnTo>
                <a:lnTo>
                  <a:pt x="2191893" y="59455"/>
                </a:lnTo>
                <a:lnTo>
                  <a:pt x="2161784" y="59788"/>
                </a:lnTo>
                <a:lnTo>
                  <a:pt x="2131685" y="60084"/>
                </a:lnTo>
                <a:lnTo>
                  <a:pt x="2101586" y="60360"/>
                </a:lnTo>
                <a:lnTo>
                  <a:pt x="2071487" y="60617"/>
                </a:lnTo>
                <a:lnTo>
                  <a:pt x="2041379" y="60874"/>
                </a:lnTo>
                <a:lnTo>
                  <a:pt x="2011280" y="61093"/>
                </a:lnTo>
                <a:lnTo>
                  <a:pt x="1981181" y="61293"/>
                </a:lnTo>
                <a:lnTo>
                  <a:pt x="1951072" y="61465"/>
                </a:lnTo>
                <a:lnTo>
                  <a:pt x="1920973" y="61636"/>
                </a:lnTo>
                <a:lnTo>
                  <a:pt x="1890874" y="61789"/>
                </a:lnTo>
                <a:lnTo>
                  <a:pt x="1860766" y="61903"/>
                </a:lnTo>
                <a:lnTo>
                  <a:pt x="1830667" y="62017"/>
                </a:lnTo>
                <a:lnTo>
                  <a:pt x="1800558" y="62103"/>
                </a:lnTo>
                <a:lnTo>
                  <a:pt x="1770459" y="62170"/>
                </a:lnTo>
                <a:lnTo>
                  <a:pt x="1740360" y="62236"/>
                </a:lnTo>
                <a:lnTo>
                  <a:pt x="1710252" y="62255"/>
                </a:lnTo>
                <a:lnTo>
                  <a:pt x="1680153" y="62284"/>
                </a:lnTo>
                <a:lnTo>
                  <a:pt x="1650054" y="62284"/>
                </a:lnTo>
                <a:lnTo>
                  <a:pt x="1619945" y="62255"/>
                </a:lnTo>
                <a:lnTo>
                  <a:pt x="1589846" y="62236"/>
                </a:lnTo>
                <a:lnTo>
                  <a:pt x="1559738" y="62160"/>
                </a:lnTo>
                <a:lnTo>
                  <a:pt x="1529639" y="62093"/>
                </a:lnTo>
                <a:lnTo>
                  <a:pt x="1499540" y="62008"/>
                </a:lnTo>
                <a:lnTo>
                  <a:pt x="1469431" y="61884"/>
                </a:lnTo>
                <a:lnTo>
                  <a:pt x="1439332" y="61770"/>
                </a:lnTo>
                <a:lnTo>
                  <a:pt x="1409224" y="61617"/>
                </a:lnTo>
                <a:lnTo>
                  <a:pt x="1379125" y="61446"/>
                </a:lnTo>
                <a:lnTo>
                  <a:pt x="1349026" y="61274"/>
                </a:lnTo>
                <a:lnTo>
                  <a:pt x="1318927" y="61055"/>
                </a:lnTo>
                <a:lnTo>
                  <a:pt x="1288818" y="60836"/>
                </a:lnTo>
                <a:lnTo>
                  <a:pt x="1258719" y="60589"/>
                </a:lnTo>
                <a:lnTo>
                  <a:pt x="1228620" y="60322"/>
                </a:lnTo>
                <a:lnTo>
                  <a:pt x="1198512" y="60055"/>
                </a:lnTo>
                <a:lnTo>
                  <a:pt x="1168413" y="59750"/>
                </a:lnTo>
                <a:lnTo>
                  <a:pt x="1138314" y="59417"/>
                </a:lnTo>
                <a:lnTo>
                  <a:pt x="1108215" y="59074"/>
                </a:lnTo>
                <a:lnTo>
                  <a:pt x="1078116" y="58703"/>
                </a:lnTo>
                <a:lnTo>
                  <a:pt x="1048007" y="58303"/>
                </a:lnTo>
                <a:lnTo>
                  <a:pt x="1017908" y="57893"/>
                </a:lnTo>
                <a:lnTo>
                  <a:pt x="987809" y="57445"/>
                </a:lnTo>
                <a:lnTo>
                  <a:pt x="957710" y="56979"/>
                </a:lnTo>
                <a:lnTo>
                  <a:pt x="927611" y="56493"/>
                </a:lnTo>
                <a:lnTo>
                  <a:pt x="897512" y="55969"/>
                </a:lnTo>
                <a:lnTo>
                  <a:pt x="867413" y="55426"/>
                </a:lnTo>
                <a:lnTo>
                  <a:pt x="837324" y="54854"/>
                </a:lnTo>
                <a:lnTo>
                  <a:pt x="807225" y="54254"/>
                </a:lnTo>
                <a:lnTo>
                  <a:pt x="777126" y="53616"/>
                </a:lnTo>
                <a:lnTo>
                  <a:pt x="747036" y="52949"/>
                </a:lnTo>
                <a:lnTo>
                  <a:pt x="716937" y="52245"/>
                </a:lnTo>
                <a:lnTo>
                  <a:pt x="686848" y="51511"/>
                </a:lnTo>
                <a:lnTo>
                  <a:pt x="656749" y="50740"/>
                </a:lnTo>
                <a:lnTo>
                  <a:pt x="626659" y="49921"/>
                </a:lnTo>
                <a:lnTo>
                  <a:pt x="596570" y="49073"/>
                </a:lnTo>
                <a:lnTo>
                  <a:pt x="566480" y="48168"/>
                </a:lnTo>
                <a:lnTo>
                  <a:pt x="536391" y="47225"/>
                </a:lnTo>
                <a:lnTo>
                  <a:pt x="506301" y="46225"/>
                </a:lnTo>
                <a:lnTo>
                  <a:pt x="476221" y="45168"/>
                </a:lnTo>
                <a:lnTo>
                  <a:pt x="446141" y="44053"/>
                </a:lnTo>
                <a:lnTo>
                  <a:pt x="416062" y="42872"/>
                </a:lnTo>
                <a:lnTo>
                  <a:pt x="385982" y="41624"/>
                </a:lnTo>
                <a:lnTo>
                  <a:pt x="355911" y="40291"/>
                </a:lnTo>
                <a:lnTo>
                  <a:pt x="325841" y="38862"/>
                </a:lnTo>
                <a:lnTo>
                  <a:pt x="295780" y="37338"/>
                </a:lnTo>
                <a:lnTo>
                  <a:pt x="265719" y="35700"/>
                </a:lnTo>
                <a:lnTo>
                  <a:pt x="235668" y="33919"/>
                </a:lnTo>
                <a:lnTo>
                  <a:pt x="205626" y="31975"/>
                </a:lnTo>
                <a:lnTo>
                  <a:pt x="175603" y="29842"/>
                </a:lnTo>
                <a:lnTo>
                  <a:pt x="145590" y="27451"/>
                </a:lnTo>
                <a:lnTo>
                  <a:pt x="115614" y="24736"/>
                </a:lnTo>
                <a:lnTo>
                  <a:pt x="85677" y="21555"/>
                </a:lnTo>
                <a:lnTo>
                  <a:pt x="55836" y="17650"/>
                </a:lnTo>
                <a:lnTo>
                  <a:pt x="26213" y="12306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34" name="funnel-step-cap-0">
            <a:extLst xmlns:a="http://schemas.openxmlformats.org/drawingml/2006/main">
              <a:ext uri="{FF2B5EF4-FFF2-40B4-BE49-F238E27FC236}">
                <a16:creationId xmlns:a16="http://schemas.microsoft.com/office/drawing/2014/main" id="{1A1B567F-E9E4-488A-881E-5466F6012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52750" y="2425951"/>
            <a:ext cx="3333750" cy="17728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35" name="funnel-step-body-1">
            <a:extLst xmlns:a="http://schemas.openxmlformats.org/drawingml/2006/main">
              <a:ext uri="{FF2B5EF4-FFF2-40B4-BE49-F238E27FC236}">
                <a16:creationId xmlns:a16="http://schemas.microsoft.com/office/drawing/2014/main" id="{2AAAA4ED-A7E4-4D6E-A1D6-6900F9D25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235452" y="3116294"/>
            <a:ext cx="2765384" cy="533210"/>
          </a:xfrm>
          <a:custGeom xmlns:a="http://schemas.openxmlformats.org/drawingml/2006/main">
            <a:pathLst>
              <a:path w="2765384" h="533210">
                <a:moveTo>
                  <a:pt x="0" y="0"/>
                </a:moveTo>
                <a:lnTo>
                  <a:pt x="10735" y="23355"/>
                </a:lnTo>
                <a:lnTo>
                  <a:pt x="21460" y="46701"/>
                </a:lnTo>
                <a:lnTo>
                  <a:pt x="32195" y="70056"/>
                </a:lnTo>
                <a:lnTo>
                  <a:pt x="42920" y="93402"/>
                </a:lnTo>
                <a:lnTo>
                  <a:pt x="53654" y="116757"/>
                </a:lnTo>
                <a:lnTo>
                  <a:pt x="64389" y="140103"/>
                </a:lnTo>
                <a:lnTo>
                  <a:pt x="75114" y="163459"/>
                </a:lnTo>
                <a:lnTo>
                  <a:pt x="85849" y="186804"/>
                </a:lnTo>
                <a:lnTo>
                  <a:pt x="96574" y="210160"/>
                </a:lnTo>
                <a:lnTo>
                  <a:pt x="107309" y="233515"/>
                </a:lnTo>
                <a:lnTo>
                  <a:pt x="118043" y="256861"/>
                </a:lnTo>
                <a:lnTo>
                  <a:pt x="128768" y="280216"/>
                </a:lnTo>
                <a:lnTo>
                  <a:pt x="139503" y="303562"/>
                </a:lnTo>
                <a:lnTo>
                  <a:pt x="150228" y="326917"/>
                </a:lnTo>
                <a:lnTo>
                  <a:pt x="160963" y="350263"/>
                </a:lnTo>
                <a:lnTo>
                  <a:pt x="171698" y="373618"/>
                </a:lnTo>
                <a:lnTo>
                  <a:pt x="182423" y="396973"/>
                </a:lnTo>
                <a:lnTo>
                  <a:pt x="193157" y="420319"/>
                </a:lnTo>
                <a:lnTo>
                  <a:pt x="203892" y="443675"/>
                </a:lnTo>
                <a:lnTo>
                  <a:pt x="214617" y="467020"/>
                </a:lnTo>
                <a:lnTo>
                  <a:pt x="233105" y="482670"/>
                </a:lnTo>
                <a:lnTo>
                  <a:pt x="257985" y="489071"/>
                </a:lnTo>
                <a:lnTo>
                  <a:pt x="283283" y="493576"/>
                </a:lnTo>
                <a:lnTo>
                  <a:pt x="308724" y="497157"/>
                </a:lnTo>
                <a:lnTo>
                  <a:pt x="334242" y="500196"/>
                </a:lnTo>
                <a:lnTo>
                  <a:pt x="359807" y="502834"/>
                </a:lnTo>
                <a:lnTo>
                  <a:pt x="385401" y="505177"/>
                </a:lnTo>
                <a:lnTo>
                  <a:pt x="411013" y="507292"/>
                </a:lnTo>
                <a:lnTo>
                  <a:pt x="436636" y="509207"/>
                </a:lnTo>
                <a:lnTo>
                  <a:pt x="462277" y="510978"/>
                </a:lnTo>
                <a:lnTo>
                  <a:pt x="487928" y="512607"/>
                </a:lnTo>
                <a:lnTo>
                  <a:pt x="513578" y="514112"/>
                </a:lnTo>
                <a:lnTo>
                  <a:pt x="539239" y="515522"/>
                </a:lnTo>
                <a:lnTo>
                  <a:pt x="564899" y="516836"/>
                </a:lnTo>
                <a:lnTo>
                  <a:pt x="590569" y="518065"/>
                </a:lnTo>
                <a:lnTo>
                  <a:pt x="616248" y="519217"/>
                </a:lnTo>
                <a:lnTo>
                  <a:pt x="641918" y="520303"/>
                </a:lnTo>
                <a:lnTo>
                  <a:pt x="667598" y="521322"/>
                </a:lnTo>
                <a:lnTo>
                  <a:pt x="693277" y="522275"/>
                </a:lnTo>
                <a:lnTo>
                  <a:pt x="718966" y="523170"/>
                </a:lnTo>
                <a:lnTo>
                  <a:pt x="744645" y="524018"/>
                </a:lnTo>
                <a:lnTo>
                  <a:pt x="770334" y="524818"/>
                </a:lnTo>
                <a:lnTo>
                  <a:pt x="796023" y="525570"/>
                </a:lnTo>
                <a:lnTo>
                  <a:pt x="821712" y="526275"/>
                </a:lnTo>
                <a:lnTo>
                  <a:pt x="847401" y="526942"/>
                </a:lnTo>
                <a:lnTo>
                  <a:pt x="873090" y="527571"/>
                </a:lnTo>
                <a:lnTo>
                  <a:pt x="898789" y="528152"/>
                </a:lnTo>
                <a:lnTo>
                  <a:pt x="924477" y="528704"/>
                </a:lnTo>
                <a:lnTo>
                  <a:pt x="950176" y="529219"/>
                </a:lnTo>
                <a:lnTo>
                  <a:pt x="975865" y="529695"/>
                </a:lnTo>
                <a:lnTo>
                  <a:pt x="1001563" y="530133"/>
                </a:lnTo>
                <a:lnTo>
                  <a:pt x="1027262" y="530543"/>
                </a:lnTo>
                <a:lnTo>
                  <a:pt x="1052951" y="530924"/>
                </a:lnTo>
                <a:lnTo>
                  <a:pt x="1078649" y="531276"/>
                </a:lnTo>
                <a:lnTo>
                  <a:pt x="1104348" y="531590"/>
                </a:lnTo>
                <a:lnTo>
                  <a:pt x="1130046" y="531876"/>
                </a:lnTo>
                <a:lnTo>
                  <a:pt x="1155744" y="532133"/>
                </a:lnTo>
                <a:lnTo>
                  <a:pt x="1181443" y="532352"/>
                </a:lnTo>
                <a:lnTo>
                  <a:pt x="1207141" y="532562"/>
                </a:lnTo>
                <a:lnTo>
                  <a:pt x="1232830" y="532733"/>
                </a:lnTo>
                <a:lnTo>
                  <a:pt x="1258529" y="532876"/>
                </a:lnTo>
                <a:lnTo>
                  <a:pt x="1284227" y="533000"/>
                </a:lnTo>
                <a:lnTo>
                  <a:pt x="1309926" y="533086"/>
                </a:lnTo>
                <a:lnTo>
                  <a:pt x="1335634" y="533152"/>
                </a:lnTo>
                <a:lnTo>
                  <a:pt x="1361332" y="533181"/>
                </a:lnTo>
                <a:lnTo>
                  <a:pt x="1387031" y="533210"/>
                </a:lnTo>
                <a:lnTo>
                  <a:pt x="1412729" y="533181"/>
                </a:lnTo>
                <a:lnTo>
                  <a:pt x="1438427" y="533152"/>
                </a:lnTo>
                <a:lnTo>
                  <a:pt x="1464126" y="533067"/>
                </a:lnTo>
                <a:lnTo>
                  <a:pt x="1489824" y="532981"/>
                </a:lnTo>
                <a:lnTo>
                  <a:pt x="1515523" y="532848"/>
                </a:lnTo>
                <a:lnTo>
                  <a:pt x="1541221" y="532695"/>
                </a:lnTo>
                <a:lnTo>
                  <a:pt x="1566920" y="532514"/>
                </a:lnTo>
                <a:lnTo>
                  <a:pt x="1592618" y="532314"/>
                </a:lnTo>
                <a:lnTo>
                  <a:pt x="1618307" y="532067"/>
                </a:lnTo>
                <a:lnTo>
                  <a:pt x="1644005" y="531809"/>
                </a:lnTo>
                <a:lnTo>
                  <a:pt x="1669704" y="531524"/>
                </a:lnTo>
                <a:lnTo>
                  <a:pt x="1695402" y="531200"/>
                </a:lnTo>
                <a:lnTo>
                  <a:pt x="1721101" y="530838"/>
                </a:lnTo>
                <a:lnTo>
                  <a:pt x="1746799" y="530457"/>
                </a:lnTo>
                <a:lnTo>
                  <a:pt x="1772488" y="530038"/>
                </a:lnTo>
                <a:lnTo>
                  <a:pt x="1798187" y="529590"/>
                </a:lnTo>
                <a:lnTo>
                  <a:pt x="1823876" y="529104"/>
                </a:lnTo>
                <a:lnTo>
                  <a:pt x="1849574" y="528580"/>
                </a:lnTo>
                <a:lnTo>
                  <a:pt x="1875263" y="528028"/>
                </a:lnTo>
                <a:lnTo>
                  <a:pt x="1900961" y="527428"/>
                </a:lnTo>
                <a:lnTo>
                  <a:pt x="1926650" y="526799"/>
                </a:lnTo>
                <a:lnTo>
                  <a:pt x="1952339" y="526123"/>
                </a:lnTo>
                <a:lnTo>
                  <a:pt x="1978028" y="525409"/>
                </a:lnTo>
                <a:lnTo>
                  <a:pt x="2003717" y="524647"/>
                </a:lnTo>
                <a:lnTo>
                  <a:pt x="2029397" y="523837"/>
                </a:lnTo>
                <a:lnTo>
                  <a:pt x="2055085" y="522980"/>
                </a:lnTo>
                <a:lnTo>
                  <a:pt x="2080765" y="522065"/>
                </a:lnTo>
                <a:lnTo>
                  <a:pt x="2106444" y="521094"/>
                </a:lnTo>
                <a:lnTo>
                  <a:pt x="2132124" y="520065"/>
                </a:lnTo>
                <a:lnTo>
                  <a:pt x="2157803" y="518970"/>
                </a:lnTo>
                <a:lnTo>
                  <a:pt x="2183473" y="517798"/>
                </a:lnTo>
                <a:lnTo>
                  <a:pt x="2209143" y="516550"/>
                </a:lnTo>
                <a:lnTo>
                  <a:pt x="2234803" y="515217"/>
                </a:lnTo>
                <a:lnTo>
                  <a:pt x="2260463" y="513788"/>
                </a:lnTo>
                <a:lnTo>
                  <a:pt x="2286114" y="512255"/>
                </a:lnTo>
                <a:lnTo>
                  <a:pt x="2311765" y="510597"/>
                </a:lnTo>
                <a:lnTo>
                  <a:pt x="2337397" y="508806"/>
                </a:lnTo>
                <a:lnTo>
                  <a:pt x="2363019" y="506835"/>
                </a:lnTo>
                <a:lnTo>
                  <a:pt x="2388632" y="504673"/>
                </a:lnTo>
                <a:lnTo>
                  <a:pt x="2414216" y="502272"/>
                </a:lnTo>
                <a:lnTo>
                  <a:pt x="2439772" y="499558"/>
                </a:lnTo>
                <a:lnTo>
                  <a:pt x="2465280" y="496424"/>
                </a:lnTo>
                <a:lnTo>
                  <a:pt x="2490702" y="492671"/>
                </a:lnTo>
                <a:lnTo>
                  <a:pt x="2515943" y="487880"/>
                </a:lnTo>
                <a:lnTo>
                  <a:pt x="2540575" y="480670"/>
                </a:lnTo>
                <a:lnTo>
                  <a:pt x="2556110" y="461839"/>
                </a:lnTo>
                <a:lnTo>
                  <a:pt x="2566845" y="438483"/>
                </a:lnTo>
                <a:lnTo>
                  <a:pt x="2577570" y="415138"/>
                </a:lnTo>
                <a:lnTo>
                  <a:pt x="2588304" y="391782"/>
                </a:lnTo>
                <a:lnTo>
                  <a:pt x="2599030" y="368437"/>
                </a:lnTo>
                <a:lnTo>
                  <a:pt x="2609764" y="345081"/>
                </a:lnTo>
                <a:lnTo>
                  <a:pt x="2620499" y="321735"/>
                </a:lnTo>
                <a:lnTo>
                  <a:pt x="2631224" y="298380"/>
                </a:lnTo>
                <a:lnTo>
                  <a:pt x="2641959" y="275025"/>
                </a:lnTo>
                <a:lnTo>
                  <a:pt x="2652684" y="251679"/>
                </a:lnTo>
                <a:lnTo>
                  <a:pt x="2663419" y="228324"/>
                </a:lnTo>
                <a:lnTo>
                  <a:pt x="2674153" y="204978"/>
                </a:lnTo>
                <a:lnTo>
                  <a:pt x="2684878" y="181623"/>
                </a:lnTo>
                <a:lnTo>
                  <a:pt x="2695613" y="158277"/>
                </a:lnTo>
                <a:lnTo>
                  <a:pt x="2706338" y="134922"/>
                </a:lnTo>
                <a:lnTo>
                  <a:pt x="2717073" y="111566"/>
                </a:lnTo>
                <a:lnTo>
                  <a:pt x="2727808" y="88221"/>
                </a:lnTo>
                <a:lnTo>
                  <a:pt x="2738533" y="64865"/>
                </a:lnTo>
                <a:lnTo>
                  <a:pt x="2749267" y="41519"/>
                </a:lnTo>
                <a:lnTo>
                  <a:pt x="2760002" y="18164"/>
                </a:lnTo>
                <a:lnTo>
                  <a:pt x="2765384" y="4648"/>
                </a:lnTo>
                <a:lnTo>
                  <a:pt x="2741457" y="13621"/>
                </a:lnTo>
                <a:lnTo>
                  <a:pt x="2716263" y="18640"/>
                </a:lnTo>
                <a:lnTo>
                  <a:pt x="2690841" y="22422"/>
                </a:lnTo>
                <a:lnTo>
                  <a:pt x="2665333" y="25537"/>
                </a:lnTo>
                <a:lnTo>
                  <a:pt x="2639778" y="28213"/>
                </a:lnTo>
                <a:lnTo>
                  <a:pt x="2614184" y="30575"/>
                </a:lnTo>
                <a:lnTo>
                  <a:pt x="2588571" y="32699"/>
                </a:lnTo>
                <a:lnTo>
                  <a:pt x="2562949" y="34633"/>
                </a:lnTo>
                <a:lnTo>
                  <a:pt x="2537308" y="36395"/>
                </a:lnTo>
                <a:lnTo>
                  <a:pt x="2511666" y="38033"/>
                </a:lnTo>
                <a:lnTo>
                  <a:pt x="2486006" y="39548"/>
                </a:lnTo>
                <a:lnTo>
                  <a:pt x="2460346" y="40958"/>
                </a:lnTo>
                <a:lnTo>
                  <a:pt x="2434685" y="42291"/>
                </a:lnTo>
                <a:lnTo>
                  <a:pt x="2409015" y="43539"/>
                </a:lnTo>
                <a:lnTo>
                  <a:pt x="2383346" y="44720"/>
                </a:lnTo>
                <a:lnTo>
                  <a:pt x="2357666" y="45825"/>
                </a:lnTo>
                <a:lnTo>
                  <a:pt x="2331996" y="46873"/>
                </a:lnTo>
                <a:lnTo>
                  <a:pt x="2306317" y="47863"/>
                </a:lnTo>
                <a:lnTo>
                  <a:pt x="2280628" y="48797"/>
                </a:lnTo>
                <a:lnTo>
                  <a:pt x="2254949" y="49692"/>
                </a:lnTo>
                <a:lnTo>
                  <a:pt x="2229260" y="50540"/>
                </a:lnTo>
                <a:lnTo>
                  <a:pt x="2203580" y="51340"/>
                </a:lnTo>
                <a:lnTo>
                  <a:pt x="2177891" y="52111"/>
                </a:lnTo>
                <a:lnTo>
                  <a:pt x="2152202" y="52835"/>
                </a:lnTo>
                <a:lnTo>
                  <a:pt x="2126513" y="53531"/>
                </a:lnTo>
                <a:lnTo>
                  <a:pt x="2100824" y="54178"/>
                </a:lnTo>
                <a:lnTo>
                  <a:pt x="2075126" y="54807"/>
                </a:lnTo>
                <a:lnTo>
                  <a:pt x="2049437" y="55397"/>
                </a:lnTo>
                <a:lnTo>
                  <a:pt x="2023748" y="55959"/>
                </a:lnTo>
                <a:lnTo>
                  <a:pt x="1998050" y="56493"/>
                </a:lnTo>
                <a:lnTo>
                  <a:pt x="1972361" y="56998"/>
                </a:lnTo>
                <a:lnTo>
                  <a:pt x="1946662" y="57474"/>
                </a:lnTo>
                <a:lnTo>
                  <a:pt x="1920973" y="57912"/>
                </a:lnTo>
                <a:lnTo>
                  <a:pt x="1895275" y="58350"/>
                </a:lnTo>
                <a:lnTo>
                  <a:pt x="1869577" y="58741"/>
                </a:lnTo>
                <a:lnTo>
                  <a:pt x="1843878" y="59122"/>
                </a:lnTo>
                <a:lnTo>
                  <a:pt x="1818189" y="59474"/>
                </a:lnTo>
                <a:lnTo>
                  <a:pt x="1792491" y="59807"/>
                </a:lnTo>
                <a:lnTo>
                  <a:pt x="1766792" y="60122"/>
                </a:lnTo>
                <a:lnTo>
                  <a:pt x="1741094" y="60398"/>
                </a:lnTo>
                <a:lnTo>
                  <a:pt x="1715395" y="60674"/>
                </a:lnTo>
                <a:lnTo>
                  <a:pt x="1689697" y="60912"/>
                </a:lnTo>
                <a:lnTo>
                  <a:pt x="1663998" y="61131"/>
                </a:lnTo>
                <a:lnTo>
                  <a:pt x="1638300" y="61351"/>
                </a:lnTo>
                <a:lnTo>
                  <a:pt x="1612611" y="61522"/>
                </a:lnTo>
                <a:lnTo>
                  <a:pt x="1586913" y="61684"/>
                </a:lnTo>
                <a:lnTo>
                  <a:pt x="1561214" y="61827"/>
                </a:lnTo>
                <a:lnTo>
                  <a:pt x="1535516" y="61951"/>
                </a:lnTo>
                <a:lnTo>
                  <a:pt x="1509817" y="62065"/>
                </a:lnTo>
                <a:lnTo>
                  <a:pt x="1484119" y="62132"/>
                </a:lnTo>
                <a:lnTo>
                  <a:pt x="1458420" y="62208"/>
                </a:lnTo>
                <a:lnTo>
                  <a:pt x="1432712" y="62246"/>
                </a:lnTo>
                <a:lnTo>
                  <a:pt x="1407014" y="62274"/>
                </a:lnTo>
                <a:lnTo>
                  <a:pt x="1381316" y="62294"/>
                </a:lnTo>
                <a:lnTo>
                  <a:pt x="1355617" y="62265"/>
                </a:lnTo>
                <a:lnTo>
                  <a:pt x="1329919" y="62246"/>
                </a:lnTo>
                <a:lnTo>
                  <a:pt x="1304220" y="62189"/>
                </a:lnTo>
                <a:lnTo>
                  <a:pt x="1278522" y="62122"/>
                </a:lnTo>
                <a:lnTo>
                  <a:pt x="1252823" y="62046"/>
                </a:lnTo>
                <a:lnTo>
                  <a:pt x="1227125" y="61922"/>
                </a:lnTo>
                <a:lnTo>
                  <a:pt x="1201426" y="61798"/>
                </a:lnTo>
                <a:lnTo>
                  <a:pt x="1175728" y="61655"/>
                </a:lnTo>
                <a:lnTo>
                  <a:pt x="1150029" y="61484"/>
                </a:lnTo>
                <a:lnTo>
                  <a:pt x="1124331" y="61303"/>
                </a:lnTo>
                <a:lnTo>
                  <a:pt x="1098633" y="61084"/>
                </a:lnTo>
                <a:lnTo>
                  <a:pt x="1072934" y="60865"/>
                </a:lnTo>
                <a:lnTo>
                  <a:pt x="1047245" y="60608"/>
                </a:lnTo>
                <a:lnTo>
                  <a:pt x="1021547" y="60341"/>
                </a:lnTo>
                <a:lnTo>
                  <a:pt x="995848" y="60055"/>
                </a:lnTo>
                <a:lnTo>
                  <a:pt x="970150" y="59750"/>
                </a:lnTo>
                <a:lnTo>
                  <a:pt x="944451" y="59407"/>
                </a:lnTo>
                <a:lnTo>
                  <a:pt x="918753" y="59036"/>
                </a:lnTo>
                <a:lnTo>
                  <a:pt x="893064" y="58655"/>
                </a:lnTo>
                <a:lnTo>
                  <a:pt x="867366" y="58255"/>
                </a:lnTo>
                <a:lnTo>
                  <a:pt x="841667" y="57817"/>
                </a:lnTo>
                <a:lnTo>
                  <a:pt x="815978" y="57369"/>
                </a:lnTo>
                <a:lnTo>
                  <a:pt x="790280" y="56883"/>
                </a:lnTo>
                <a:lnTo>
                  <a:pt x="764591" y="56378"/>
                </a:lnTo>
                <a:lnTo>
                  <a:pt x="738892" y="55836"/>
                </a:lnTo>
                <a:lnTo>
                  <a:pt x="713203" y="55264"/>
                </a:lnTo>
                <a:lnTo>
                  <a:pt x="687515" y="54664"/>
                </a:lnTo>
                <a:lnTo>
                  <a:pt x="661816" y="54035"/>
                </a:lnTo>
                <a:lnTo>
                  <a:pt x="636127" y="53378"/>
                </a:lnTo>
                <a:lnTo>
                  <a:pt x="610438" y="52673"/>
                </a:lnTo>
                <a:lnTo>
                  <a:pt x="584749" y="51940"/>
                </a:lnTo>
                <a:lnTo>
                  <a:pt x="559060" y="51168"/>
                </a:lnTo>
                <a:lnTo>
                  <a:pt x="533381" y="50359"/>
                </a:lnTo>
                <a:lnTo>
                  <a:pt x="507692" y="49501"/>
                </a:lnTo>
                <a:lnTo>
                  <a:pt x="482013" y="48597"/>
                </a:lnTo>
                <a:lnTo>
                  <a:pt x="456333" y="47644"/>
                </a:lnTo>
                <a:lnTo>
                  <a:pt x="430654" y="46644"/>
                </a:lnTo>
                <a:lnTo>
                  <a:pt x="404974" y="45577"/>
                </a:lnTo>
                <a:lnTo>
                  <a:pt x="379295" y="44453"/>
                </a:lnTo>
                <a:lnTo>
                  <a:pt x="353625" y="43263"/>
                </a:lnTo>
                <a:lnTo>
                  <a:pt x="327965" y="42005"/>
                </a:lnTo>
                <a:lnTo>
                  <a:pt x="302295" y="40653"/>
                </a:lnTo>
                <a:lnTo>
                  <a:pt x="276635" y="39224"/>
                </a:lnTo>
                <a:lnTo>
                  <a:pt x="250984" y="37671"/>
                </a:lnTo>
                <a:lnTo>
                  <a:pt x="225342" y="36024"/>
                </a:lnTo>
                <a:lnTo>
                  <a:pt x="199701" y="34214"/>
                </a:lnTo>
                <a:lnTo>
                  <a:pt x="174079" y="32252"/>
                </a:lnTo>
                <a:lnTo>
                  <a:pt x="148476" y="30080"/>
                </a:lnTo>
                <a:lnTo>
                  <a:pt x="122892" y="27651"/>
                </a:lnTo>
                <a:lnTo>
                  <a:pt x="97346" y="24889"/>
                </a:lnTo>
                <a:lnTo>
                  <a:pt x="71847" y="21650"/>
                </a:lnTo>
                <a:lnTo>
                  <a:pt x="46463" y="17659"/>
                </a:lnTo>
                <a:lnTo>
                  <a:pt x="21365" y="12192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36" name="funnel-step-cap-1">
            <a:extLst xmlns:a="http://schemas.openxmlformats.org/drawingml/2006/main">
              <a:ext uri="{FF2B5EF4-FFF2-40B4-BE49-F238E27FC236}">
                <a16:creationId xmlns:a16="http://schemas.microsoft.com/office/drawing/2014/main" id="{AB9E24B3-2C99-4023-8C14-DC3E4A9F2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235481" y="3027617"/>
            <a:ext cx="2768289" cy="17728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37" name="funnel-step-body-2">
            <a:extLst xmlns:a="http://schemas.openxmlformats.org/drawingml/2006/main">
              <a:ext uri="{FF2B5EF4-FFF2-40B4-BE49-F238E27FC236}">
                <a16:creationId xmlns:a16="http://schemas.microsoft.com/office/drawing/2014/main" id="{23D9B2B2-AAE8-4BE9-AA7D-790EFC547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451860" y="3717893"/>
            <a:ext cx="2334111" cy="533276"/>
          </a:xfrm>
          <a:custGeom xmlns:a="http://schemas.openxmlformats.org/drawingml/2006/main">
            <a:pathLst>
              <a:path w="2334111" h="533276">
                <a:moveTo>
                  <a:pt x="0" y="0"/>
                </a:moveTo>
                <a:lnTo>
                  <a:pt x="8563" y="20488"/>
                </a:lnTo>
                <a:lnTo>
                  <a:pt x="17126" y="40977"/>
                </a:lnTo>
                <a:lnTo>
                  <a:pt x="25698" y="61455"/>
                </a:lnTo>
                <a:lnTo>
                  <a:pt x="34261" y="81944"/>
                </a:lnTo>
                <a:lnTo>
                  <a:pt x="42824" y="102432"/>
                </a:lnTo>
                <a:lnTo>
                  <a:pt x="51387" y="122920"/>
                </a:lnTo>
                <a:lnTo>
                  <a:pt x="59950" y="143408"/>
                </a:lnTo>
                <a:lnTo>
                  <a:pt x="68523" y="163887"/>
                </a:lnTo>
                <a:lnTo>
                  <a:pt x="77086" y="184375"/>
                </a:lnTo>
                <a:lnTo>
                  <a:pt x="85649" y="204864"/>
                </a:lnTo>
                <a:lnTo>
                  <a:pt x="94212" y="225352"/>
                </a:lnTo>
                <a:lnTo>
                  <a:pt x="102784" y="245840"/>
                </a:lnTo>
                <a:lnTo>
                  <a:pt x="111347" y="266319"/>
                </a:lnTo>
                <a:lnTo>
                  <a:pt x="119910" y="286807"/>
                </a:lnTo>
                <a:lnTo>
                  <a:pt x="128473" y="307296"/>
                </a:lnTo>
                <a:lnTo>
                  <a:pt x="137036" y="327784"/>
                </a:lnTo>
                <a:lnTo>
                  <a:pt x="145609" y="348272"/>
                </a:lnTo>
                <a:lnTo>
                  <a:pt x="154172" y="368751"/>
                </a:lnTo>
                <a:lnTo>
                  <a:pt x="162735" y="389239"/>
                </a:lnTo>
                <a:lnTo>
                  <a:pt x="171298" y="409727"/>
                </a:lnTo>
                <a:lnTo>
                  <a:pt x="179870" y="430216"/>
                </a:lnTo>
                <a:lnTo>
                  <a:pt x="188433" y="450704"/>
                </a:lnTo>
                <a:lnTo>
                  <a:pt x="196891" y="471211"/>
                </a:lnTo>
                <a:lnTo>
                  <a:pt x="213932" y="483908"/>
                </a:lnTo>
                <a:lnTo>
                  <a:pt x="235268" y="490014"/>
                </a:lnTo>
                <a:lnTo>
                  <a:pt x="257023" y="494433"/>
                </a:lnTo>
                <a:lnTo>
                  <a:pt x="278940" y="497996"/>
                </a:lnTo>
                <a:lnTo>
                  <a:pt x="300942" y="501015"/>
                </a:lnTo>
                <a:lnTo>
                  <a:pt x="322993" y="503653"/>
                </a:lnTo>
                <a:lnTo>
                  <a:pt x="345072" y="506006"/>
                </a:lnTo>
                <a:lnTo>
                  <a:pt x="367170" y="508121"/>
                </a:lnTo>
                <a:lnTo>
                  <a:pt x="389296" y="510045"/>
                </a:lnTo>
                <a:lnTo>
                  <a:pt x="411423" y="511807"/>
                </a:lnTo>
                <a:lnTo>
                  <a:pt x="433568" y="513445"/>
                </a:lnTo>
                <a:lnTo>
                  <a:pt x="455724" y="514950"/>
                </a:lnTo>
                <a:lnTo>
                  <a:pt x="477888" y="516360"/>
                </a:lnTo>
                <a:lnTo>
                  <a:pt x="500053" y="517674"/>
                </a:lnTo>
                <a:lnTo>
                  <a:pt x="522227" y="518893"/>
                </a:lnTo>
                <a:lnTo>
                  <a:pt x="544401" y="520046"/>
                </a:lnTo>
                <a:lnTo>
                  <a:pt x="566576" y="521122"/>
                </a:lnTo>
                <a:lnTo>
                  <a:pt x="588759" y="522132"/>
                </a:lnTo>
                <a:lnTo>
                  <a:pt x="610943" y="523084"/>
                </a:lnTo>
                <a:lnTo>
                  <a:pt x="633127" y="523970"/>
                </a:lnTo>
                <a:lnTo>
                  <a:pt x="655320" y="524808"/>
                </a:lnTo>
                <a:lnTo>
                  <a:pt x="677513" y="525590"/>
                </a:lnTo>
                <a:lnTo>
                  <a:pt x="699706" y="526323"/>
                </a:lnTo>
                <a:lnTo>
                  <a:pt x="721900" y="527018"/>
                </a:lnTo>
                <a:lnTo>
                  <a:pt x="744093" y="527666"/>
                </a:lnTo>
                <a:lnTo>
                  <a:pt x="766286" y="528276"/>
                </a:lnTo>
                <a:lnTo>
                  <a:pt x="788489" y="528838"/>
                </a:lnTo>
                <a:lnTo>
                  <a:pt x="810682" y="529371"/>
                </a:lnTo>
                <a:lnTo>
                  <a:pt x="832885" y="529857"/>
                </a:lnTo>
                <a:lnTo>
                  <a:pt x="855078" y="530314"/>
                </a:lnTo>
                <a:lnTo>
                  <a:pt x="877281" y="530733"/>
                </a:lnTo>
                <a:lnTo>
                  <a:pt x="899484" y="531114"/>
                </a:lnTo>
                <a:lnTo>
                  <a:pt x="921687" y="531466"/>
                </a:lnTo>
                <a:lnTo>
                  <a:pt x="943889" y="531781"/>
                </a:lnTo>
                <a:lnTo>
                  <a:pt x="966092" y="532067"/>
                </a:lnTo>
                <a:lnTo>
                  <a:pt x="988295" y="532324"/>
                </a:lnTo>
                <a:lnTo>
                  <a:pt x="1010498" y="532543"/>
                </a:lnTo>
                <a:lnTo>
                  <a:pt x="1032701" y="532743"/>
                </a:lnTo>
                <a:lnTo>
                  <a:pt x="1054903" y="532905"/>
                </a:lnTo>
                <a:lnTo>
                  <a:pt x="1077116" y="533038"/>
                </a:lnTo>
                <a:lnTo>
                  <a:pt x="1099318" y="533143"/>
                </a:lnTo>
                <a:lnTo>
                  <a:pt x="1121521" y="533219"/>
                </a:lnTo>
                <a:lnTo>
                  <a:pt x="1143724" y="533267"/>
                </a:lnTo>
                <a:lnTo>
                  <a:pt x="1165927" y="533276"/>
                </a:lnTo>
                <a:lnTo>
                  <a:pt x="1188139" y="533267"/>
                </a:lnTo>
                <a:lnTo>
                  <a:pt x="1210342" y="533229"/>
                </a:lnTo>
                <a:lnTo>
                  <a:pt x="1232545" y="533152"/>
                </a:lnTo>
                <a:lnTo>
                  <a:pt x="1254747" y="533057"/>
                </a:lnTo>
                <a:lnTo>
                  <a:pt x="1276950" y="532924"/>
                </a:lnTo>
                <a:lnTo>
                  <a:pt x="1299162" y="532771"/>
                </a:lnTo>
                <a:lnTo>
                  <a:pt x="1321365" y="532581"/>
                </a:lnTo>
                <a:lnTo>
                  <a:pt x="1343568" y="532362"/>
                </a:lnTo>
                <a:lnTo>
                  <a:pt x="1365771" y="532114"/>
                </a:lnTo>
                <a:lnTo>
                  <a:pt x="1387973" y="531828"/>
                </a:lnTo>
                <a:lnTo>
                  <a:pt x="1410176" y="531514"/>
                </a:lnTo>
                <a:lnTo>
                  <a:pt x="1432379" y="531171"/>
                </a:lnTo>
                <a:lnTo>
                  <a:pt x="1454582" y="530790"/>
                </a:lnTo>
                <a:lnTo>
                  <a:pt x="1476775" y="530381"/>
                </a:lnTo>
                <a:lnTo>
                  <a:pt x="1498978" y="529933"/>
                </a:lnTo>
                <a:lnTo>
                  <a:pt x="1521181" y="529447"/>
                </a:lnTo>
                <a:lnTo>
                  <a:pt x="1543374" y="528933"/>
                </a:lnTo>
                <a:lnTo>
                  <a:pt x="1565577" y="528371"/>
                </a:lnTo>
                <a:lnTo>
                  <a:pt x="1587770" y="527771"/>
                </a:lnTo>
                <a:lnTo>
                  <a:pt x="1609963" y="527133"/>
                </a:lnTo>
                <a:lnTo>
                  <a:pt x="1632166" y="526447"/>
                </a:lnTo>
                <a:lnTo>
                  <a:pt x="1654359" y="525713"/>
                </a:lnTo>
                <a:lnTo>
                  <a:pt x="1676543" y="524942"/>
                </a:lnTo>
                <a:lnTo>
                  <a:pt x="1698736" y="524113"/>
                </a:lnTo>
                <a:lnTo>
                  <a:pt x="1720920" y="523227"/>
                </a:lnTo>
                <a:lnTo>
                  <a:pt x="1743104" y="522294"/>
                </a:lnTo>
                <a:lnTo>
                  <a:pt x="1765287" y="521294"/>
                </a:lnTo>
                <a:lnTo>
                  <a:pt x="1787471" y="520227"/>
                </a:lnTo>
                <a:lnTo>
                  <a:pt x="1809645" y="519093"/>
                </a:lnTo>
                <a:lnTo>
                  <a:pt x="1831819" y="517884"/>
                </a:lnTo>
                <a:lnTo>
                  <a:pt x="1853984" y="516588"/>
                </a:lnTo>
                <a:lnTo>
                  <a:pt x="1876149" y="515188"/>
                </a:lnTo>
                <a:lnTo>
                  <a:pt x="1898294" y="513702"/>
                </a:lnTo>
                <a:lnTo>
                  <a:pt x="1920450" y="512093"/>
                </a:lnTo>
                <a:lnTo>
                  <a:pt x="1942586" y="510350"/>
                </a:lnTo>
                <a:lnTo>
                  <a:pt x="1964703" y="508454"/>
                </a:lnTo>
                <a:lnTo>
                  <a:pt x="1986810" y="506368"/>
                </a:lnTo>
                <a:lnTo>
                  <a:pt x="2008899" y="504063"/>
                </a:lnTo>
                <a:lnTo>
                  <a:pt x="2030949" y="501472"/>
                </a:lnTo>
                <a:lnTo>
                  <a:pt x="2052961" y="498529"/>
                </a:lnTo>
                <a:lnTo>
                  <a:pt x="2074888" y="495071"/>
                </a:lnTo>
                <a:lnTo>
                  <a:pt x="2096681" y="490823"/>
                </a:lnTo>
                <a:lnTo>
                  <a:pt x="2118131" y="485108"/>
                </a:lnTo>
                <a:lnTo>
                  <a:pt x="2137353" y="474593"/>
                </a:lnTo>
                <a:lnTo>
                  <a:pt x="2145687" y="454085"/>
                </a:lnTo>
                <a:lnTo>
                  <a:pt x="2154250" y="433597"/>
                </a:lnTo>
                <a:lnTo>
                  <a:pt x="2162813" y="413109"/>
                </a:lnTo>
                <a:lnTo>
                  <a:pt x="2171376" y="392630"/>
                </a:lnTo>
                <a:lnTo>
                  <a:pt x="2179949" y="372142"/>
                </a:lnTo>
                <a:lnTo>
                  <a:pt x="2188512" y="351653"/>
                </a:lnTo>
                <a:lnTo>
                  <a:pt x="2197075" y="331165"/>
                </a:lnTo>
                <a:lnTo>
                  <a:pt x="2205638" y="310677"/>
                </a:lnTo>
                <a:lnTo>
                  <a:pt x="2214201" y="290198"/>
                </a:lnTo>
                <a:lnTo>
                  <a:pt x="2222773" y="269710"/>
                </a:lnTo>
                <a:lnTo>
                  <a:pt x="2231336" y="249222"/>
                </a:lnTo>
                <a:lnTo>
                  <a:pt x="2239899" y="228733"/>
                </a:lnTo>
                <a:lnTo>
                  <a:pt x="2248462" y="208245"/>
                </a:lnTo>
                <a:lnTo>
                  <a:pt x="2257034" y="187766"/>
                </a:lnTo>
                <a:lnTo>
                  <a:pt x="2265597" y="167278"/>
                </a:lnTo>
                <a:lnTo>
                  <a:pt x="2274160" y="146790"/>
                </a:lnTo>
                <a:lnTo>
                  <a:pt x="2282723" y="126302"/>
                </a:lnTo>
                <a:lnTo>
                  <a:pt x="2291286" y="105813"/>
                </a:lnTo>
                <a:lnTo>
                  <a:pt x="2299859" y="85334"/>
                </a:lnTo>
                <a:lnTo>
                  <a:pt x="2308422" y="64846"/>
                </a:lnTo>
                <a:lnTo>
                  <a:pt x="2316985" y="44358"/>
                </a:lnTo>
                <a:lnTo>
                  <a:pt x="2325548" y="23870"/>
                </a:lnTo>
                <a:lnTo>
                  <a:pt x="2334111" y="3381"/>
                </a:lnTo>
                <a:lnTo>
                  <a:pt x="2321547" y="10801"/>
                </a:lnTo>
                <a:lnTo>
                  <a:pt x="2300192" y="16840"/>
                </a:lnTo>
                <a:lnTo>
                  <a:pt x="2278399" y="21088"/>
                </a:lnTo>
                <a:lnTo>
                  <a:pt x="2256463" y="24489"/>
                </a:lnTo>
                <a:lnTo>
                  <a:pt x="2234441" y="27375"/>
                </a:lnTo>
                <a:lnTo>
                  <a:pt x="2212381" y="29889"/>
                </a:lnTo>
                <a:lnTo>
                  <a:pt x="2190293" y="32128"/>
                </a:lnTo>
                <a:lnTo>
                  <a:pt x="2168176" y="34157"/>
                </a:lnTo>
                <a:lnTo>
                  <a:pt x="2146049" y="36005"/>
                </a:lnTo>
                <a:lnTo>
                  <a:pt x="2123913" y="37709"/>
                </a:lnTo>
                <a:lnTo>
                  <a:pt x="2101767" y="39291"/>
                </a:lnTo>
                <a:lnTo>
                  <a:pt x="2079612" y="40757"/>
                </a:lnTo>
                <a:lnTo>
                  <a:pt x="2057448" y="42129"/>
                </a:lnTo>
                <a:lnTo>
                  <a:pt x="2035283" y="43424"/>
                </a:lnTo>
                <a:lnTo>
                  <a:pt x="2013109" y="44634"/>
                </a:lnTo>
                <a:lnTo>
                  <a:pt x="1990935" y="45787"/>
                </a:lnTo>
                <a:lnTo>
                  <a:pt x="1968751" y="46863"/>
                </a:lnTo>
                <a:lnTo>
                  <a:pt x="1946577" y="47882"/>
                </a:lnTo>
                <a:lnTo>
                  <a:pt x="1924393" y="48844"/>
                </a:lnTo>
                <a:lnTo>
                  <a:pt x="1902200" y="49759"/>
                </a:lnTo>
                <a:lnTo>
                  <a:pt x="1880016" y="50625"/>
                </a:lnTo>
                <a:lnTo>
                  <a:pt x="1857823" y="51445"/>
                </a:lnTo>
                <a:lnTo>
                  <a:pt x="1835639" y="52226"/>
                </a:lnTo>
                <a:lnTo>
                  <a:pt x="1813446" y="52969"/>
                </a:lnTo>
                <a:lnTo>
                  <a:pt x="1791252" y="53673"/>
                </a:lnTo>
                <a:lnTo>
                  <a:pt x="1769050" y="54340"/>
                </a:lnTo>
                <a:lnTo>
                  <a:pt x="1746856" y="54978"/>
                </a:lnTo>
                <a:lnTo>
                  <a:pt x="1724663" y="55578"/>
                </a:lnTo>
                <a:lnTo>
                  <a:pt x="1702460" y="56140"/>
                </a:lnTo>
                <a:lnTo>
                  <a:pt x="1680267" y="56683"/>
                </a:lnTo>
                <a:lnTo>
                  <a:pt x="1658064" y="57198"/>
                </a:lnTo>
                <a:lnTo>
                  <a:pt x="1635871" y="57674"/>
                </a:lnTo>
                <a:lnTo>
                  <a:pt x="1613668" y="58131"/>
                </a:lnTo>
                <a:lnTo>
                  <a:pt x="1591466" y="58560"/>
                </a:lnTo>
                <a:lnTo>
                  <a:pt x="1569263" y="58969"/>
                </a:lnTo>
                <a:lnTo>
                  <a:pt x="1547060" y="59341"/>
                </a:lnTo>
                <a:lnTo>
                  <a:pt x="1524857" y="59693"/>
                </a:lnTo>
                <a:lnTo>
                  <a:pt x="1502664" y="60027"/>
                </a:lnTo>
                <a:lnTo>
                  <a:pt x="1480461" y="60331"/>
                </a:lnTo>
                <a:lnTo>
                  <a:pt x="1458258" y="60617"/>
                </a:lnTo>
                <a:lnTo>
                  <a:pt x="1436056" y="60874"/>
                </a:lnTo>
                <a:lnTo>
                  <a:pt x="1413843" y="61103"/>
                </a:lnTo>
                <a:lnTo>
                  <a:pt x="1391641" y="61331"/>
                </a:lnTo>
                <a:lnTo>
                  <a:pt x="1369438" y="61522"/>
                </a:lnTo>
                <a:lnTo>
                  <a:pt x="1347235" y="61693"/>
                </a:lnTo>
                <a:lnTo>
                  <a:pt x="1325032" y="61855"/>
                </a:lnTo>
                <a:lnTo>
                  <a:pt x="1302830" y="61979"/>
                </a:lnTo>
                <a:lnTo>
                  <a:pt x="1280627" y="62103"/>
                </a:lnTo>
                <a:lnTo>
                  <a:pt x="1258414" y="62179"/>
                </a:lnTo>
                <a:lnTo>
                  <a:pt x="1236212" y="62255"/>
                </a:lnTo>
                <a:lnTo>
                  <a:pt x="1214009" y="62313"/>
                </a:lnTo>
                <a:lnTo>
                  <a:pt x="1191806" y="62341"/>
                </a:lnTo>
                <a:lnTo>
                  <a:pt x="1169603" y="62360"/>
                </a:lnTo>
                <a:lnTo>
                  <a:pt x="1147391" y="62341"/>
                </a:lnTo>
                <a:lnTo>
                  <a:pt x="1125188" y="62322"/>
                </a:lnTo>
                <a:lnTo>
                  <a:pt x="1102985" y="62274"/>
                </a:lnTo>
                <a:lnTo>
                  <a:pt x="1080783" y="62198"/>
                </a:lnTo>
                <a:lnTo>
                  <a:pt x="1058580" y="62122"/>
                </a:lnTo>
                <a:lnTo>
                  <a:pt x="1036368" y="61998"/>
                </a:lnTo>
                <a:lnTo>
                  <a:pt x="1014165" y="61874"/>
                </a:lnTo>
                <a:lnTo>
                  <a:pt x="991962" y="61722"/>
                </a:lnTo>
                <a:lnTo>
                  <a:pt x="969759" y="61551"/>
                </a:lnTo>
                <a:lnTo>
                  <a:pt x="947557" y="61370"/>
                </a:lnTo>
                <a:lnTo>
                  <a:pt x="925354" y="61141"/>
                </a:lnTo>
                <a:lnTo>
                  <a:pt x="903151" y="60912"/>
                </a:lnTo>
                <a:lnTo>
                  <a:pt x="880948" y="60655"/>
                </a:lnTo>
                <a:lnTo>
                  <a:pt x="858745" y="60379"/>
                </a:lnTo>
                <a:lnTo>
                  <a:pt x="836543" y="60074"/>
                </a:lnTo>
                <a:lnTo>
                  <a:pt x="814340" y="59750"/>
                </a:lnTo>
                <a:lnTo>
                  <a:pt x="792137" y="59407"/>
                </a:lnTo>
                <a:lnTo>
                  <a:pt x="769934" y="59026"/>
                </a:lnTo>
                <a:lnTo>
                  <a:pt x="747732" y="58626"/>
                </a:lnTo>
                <a:lnTo>
                  <a:pt x="725529" y="58207"/>
                </a:lnTo>
                <a:lnTo>
                  <a:pt x="703326" y="57750"/>
                </a:lnTo>
                <a:lnTo>
                  <a:pt x="681133" y="57274"/>
                </a:lnTo>
                <a:lnTo>
                  <a:pt x="658930" y="56769"/>
                </a:lnTo>
                <a:lnTo>
                  <a:pt x="636737" y="56236"/>
                </a:lnTo>
                <a:lnTo>
                  <a:pt x="614534" y="55674"/>
                </a:lnTo>
                <a:lnTo>
                  <a:pt x="592341" y="55074"/>
                </a:lnTo>
                <a:lnTo>
                  <a:pt x="570147" y="54445"/>
                </a:lnTo>
                <a:lnTo>
                  <a:pt x="547945" y="53788"/>
                </a:lnTo>
                <a:lnTo>
                  <a:pt x="525751" y="53083"/>
                </a:lnTo>
                <a:lnTo>
                  <a:pt x="503558" y="52349"/>
                </a:lnTo>
                <a:lnTo>
                  <a:pt x="481374" y="51578"/>
                </a:lnTo>
                <a:lnTo>
                  <a:pt x="459181" y="50759"/>
                </a:lnTo>
                <a:lnTo>
                  <a:pt x="436988" y="49901"/>
                </a:lnTo>
                <a:lnTo>
                  <a:pt x="414804" y="48997"/>
                </a:lnTo>
                <a:lnTo>
                  <a:pt x="392621" y="48035"/>
                </a:lnTo>
                <a:lnTo>
                  <a:pt x="370437" y="47025"/>
                </a:lnTo>
                <a:lnTo>
                  <a:pt x="348263" y="45958"/>
                </a:lnTo>
                <a:lnTo>
                  <a:pt x="326088" y="44834"/>
                </a:lnTo>
                <a:lnTo>
                  <a:pt x="303914" y="43634"/>
                </a:lnTo>
                <a:lnTo>
                  <a:pt x="281740" y="42358"/>
                </a:lnTo>
                <a:lnTo>
                  <a:pt x="259585" y="40996"/>
                </a:lnTo>
                <a:lnTo>
                  <a:pt x="237420" y="39538"/>
                </a:lnTo>
                <a:lnTo>
                  <a:pt x="215275" y="37986"/>
                </a:lnTo>
                <a:lnTo>
                  <a:pt x="193129" y="36300"/>
                </a:lnTo>
                <a:lnTo>
                  <a:pt x="171002" y="34471"/>
                </a:lnTo>
                <a:lnTo>
                  <a:pt x="148885" y="32480"/>
                </a:lnTo>
                <a:lnTo>
                  <a:pt x="126797" y="30270"/>
                </a:lnTo>
                <a:lnTo>
                  <a:pt x="104727" y="27813"/>
                </a:lnTo>
                <a:lnTo>
                  <a:pt x="82706" y="25003"/>
                </a:lnTo>
                <a:lnTo>
                  <a:pt x="60741" y="21698"/>
                </a:lnTo>
                <a:lnTo>
                  <a:pt x="38919" y="17621"/>
                </a:lnTo>
                <a:lnTo>
                  <a:pt x="17440" y="12021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38" name="funnel-step-cap-2">
            <a:extLst xmlns:a="http://schemas.openxmlformats.org/drawingml/2006/main">
              <a:ext uri="{FF2B5EF4-FFF2-40B4-BE49-F238E27FC236}">
                <a16:creationId xmlns:a16="http://schemas.microsoft.com/office/drawing/2014/main" id="{286F8C53-91AF-472D-BAA9-7C9EB688B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451879" y="3629282"/>
            <a:ext cx="2335482" cy="17728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39" name="funnel-step-body-3">
            <a:extLst xmlns:a="http://schemas.openxmlformats.org/drawingml/2006/main">
              <a:ext uri="{FF2B5EF4-FFF2-40B4-BE49-F238E27FC236}">
                <a16:creationId xmlns:a16="http://schemas.microsoft.com/office/drawing/2014/main" id="{7FE4DF10-47AE-4B14-90D1-1F8356315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648742" y="4319588"/>
            <a:ext cx="1941690" cy="533276"/>
          </a:xfrm>
          <a:custGeom xmlns:a="http://schemas.openxmlformats.org/drawingml/2006/main">
            <a:pathLst>
              <a:path w="1941690" h="533276">
                <a:moveTo>
                  <a:pt x="0" y="0"/>
                </a:moveTo>
                <a:lnTo>
                  <a:pt x="6953" y="17688"/>
                </a:lnTo>
                <a:lnTo>
                  <a:pt x="13907" y="35366"/>
                </a:lnTo>
                <a:lnTo>
                  <a:pt x="20860" y="53054"/>
                </a:lnTo>
                <a:lnTo>
                  <a:pt x="27813" y="70742"/>
                </a:lnTo>
                <a:lnTo>
                  <a:pt x="34766" y="88430"/>
                </a:lnTo>
                <a:lnTo>
                  <a:pt x="41720" y="106109"/>
                </a:lnTo>
                <a:lnTo>
                  <a:pt x="48682" y="123796"/>
                </a:lnTo>
                <a:lnTo>
                  <a:pt x="55636" y="141484"/>
                </a:lnTo>
                <a:lnTo>
                  <a:pt x="62589" y="159172"/>
                </a:lnTo>
                <a:lnTo>
                  <a:pt x="69542" y="176851"/>
                </a:lnTo>
                <a:lnTo>
                  <a:pt x="76495" y="194539"/>
                </a:lnTo>
                <a:lnTo>
                  <a:pt x="83449" y="212227"/>
                </a:lnTo>
                <a:lnTo>
                  <a:pt x="90402" y="229914"/>
                </a:lnTo>
                <a:lnTo>
                  <a:pt x="97355" y="247593"/>
                </a:lnTo>
                <a:lnTo>
                  <a:pt x="104308" y="265281"/>
                </a:lnTo>
                <a:lnTo>
                  <a:pt x="111262" y="282969"/>
                </a:lnTo>
                <a:lnTo>
                  <a:pt x="118215" y="300647"/>
                </a:lnTo>
                <a:lnTo>
                  <a:pt x="125168" y="318335"/>
                </a:lnTo>
                <a:lnTo>
                  <a:pt x="132121" y="336023"/>
                </a:lnTo>
                <a:lnTo>
                  <a:pt x="139084" y="353711"/>
                </a:lnTo>
                <a:lnTo>
                  <a:pt x="146037" y="371389"/>
                </a:lnTo>
                <a:lnTo>
                  <a:pt x="152991" y="389077"/>
                </a:lnTo>
                <a:lnTo>
                  <a:pt x="159944" y="406765"/>
                </a:lnTo>
                <a:lnTo>
                  <a:pt x="166897" y="424453"/>
                </a:lnTo>
                <a:lnTo>
                  <a:pt x="173850" y="442131"/>
                </a:lnTo>
                <a:lnTo>
                  <a:pt x="180804" y="459819"/>
                </a:lnTo>
                <a:lnTo>
                  <a:pt x="188185" y="477117"/>
                </a:lnTo>
                <a:lnTo>
                  <a:pt x="204702" y="486251"/>
                </a:lnTo>
                <a:lnTo>
                  <a:pt x="222856" y="491814"/>
                </a:lnTo>
                <a:lnTo>
                  <a:pt x="241383" y="496033"/>
                </a:lnTo>
                <a:lnTo>
                  <a:pt x="260071" y="499491"/>
                </a:lnTo>
                <a:lnTo>
                  <a:pt x="278844" y="502463"/>
                </a:lnTo>
                <a:lnTo>
                  <a:pt x="297666" y="505063"/>
                </a:lnTo>
                <a:lnTo>
                  <a:pt x="316525" y="507378"/>
                </a:lnTo>
                <a:lnTo>
                  <a:pt x="335413" y="509483"/>
                </a:lnTo>
                <a:lnTo>
                  <a:pt x="354320" y="511388"/>
                </a:lnTo>
                <a:lnTo>
                  <a:pt x="373247" y="513140"/>
                </a:lnTo>
                <a:lnTo>
                  <a:pt x="392182" y="514760"/>
                </a:lnTo>
                <a:lnTo>
                  <a:pt x="411128" y="516245"/>
                </a:lnTo>
                <a:lnTo>
                  <a:pt x="430073" y="517646"/>
                </a:lnTo>
                <a:lnTo>
                  <a:pt x="449037" y="518932"/>
                </a:lnTo>
                <a:lnTo>
                  <a:pt x="468001" y="520141"/>
                </a:lnTo>
                <a:lnTo>
                  <a:pt x="486966" y="521275"/>
                </a:lnTo>
                <a:lnTo>
                  <a:pt x="505939" y="522332"/>
                </a:lnTo>
                <a:lnTo>
                  <a:pt x="524923" y="523313"/>
                </a:lnTo>
                <a:lnTo>
                  <a:pt x="543906" y="524237"/>
                </a:lnTo>
                <a:lnTo>
                  <a:pt x="562889" y="525104"/>
                </a:lnTo>
                <a:lnTo>
                  <a:pt x="581873" y="525913"/>
                </a:lnTo>
                <a:lnTo>
                  <a:pt x="600856" y="526675"/>
                </a:lnTo>
                <a:lnTo>
                  <a:pt x="619849" y="527380"/>
                </a:lnTo>
                <a:lnTo>
                  <a:pt x="638842" y="528037"/>
                </a:lnTo>
                <a:lnTo>
                  <a:pt x="657835" y="528647"/>
                </a:lnTo>
                <a:lnTo>
                  <a:pt x="676827" y="529219"/>
                </a:lnTo>
                <a:lnTo>
                  <a:pt x="695830" y="529752"/>
                </a:lnTo>
                <a:lnTo>
                  <a:pt x="714823" y="530238"/>
                </a:lnTo>
                <a:lnTo>
                  <a:pt x="733825" y="530685"/>
                </a:lnTo>
                <a:lnTo>
                  <a:pt x="752818" y="531095"/>
                </a:lnTo>
                <a:lnTo>
                  <a:pt x="771820" y="531466"/>
                </a:lnTo>
                <a:lnTo>
                  <a:pt x="790823" y="531800"/>
                </a:lnTo>
                <a:lnTo>
                  <a:pt x="809825" y="532095"/>
                </a:lnTo>
                <a:lnTo>
                  <a:pt x="828827" y="532362"/>
                </a:lnTo>
                <a:lnTo>
                  <a:pt x="847830" y="532590"/>
                </a:lnTo>
                <a:lnTo>
                  <a:pt x="866832" y="532790"/>
                </a:lnTo>
                <a:lnTo>
                  <a:pt x="885835" y="532952"/>
                </a:lnTo>
                <a:lnTo>
                  <a:pt x="904837" y="533076"/>
                </a:lnTo>
                <a:lnTo>
                  <a:pt x="923839" y="533181"/>
                </a:lnTo>
                <a:lnTo>
                  <a:pt x="942842" y="533238"/>
                </a:lnTo>
                <a:lnTo>
                  <a:pt x="961844" y="533276"/>
                </a:lnTo>
                <a:lnTo>
                  <a:pt x="980846" y="533276"/>
                </a:lnTo>
                <a:lnTo>
                  <a:pt x="999849" y="533238"/>
                </a:lnTo>
                <a:lnTo>
                  <a:pt x="1018851" y="533171"/>
                </a:lnTo>
                <a:lnTo>
                  <a:pt x="1037854" y="533076"/>
                </a:lnTo>
                <a:lnTo>
                  <a:pt x="1056856" y="532943"/>
                </a:lnTo>
                <a:lnTo>
                  <a:pt x="1075868" y="532781"/>
                </a:lnTo>
                <a:lnTo>
                  <a:pt x="1094870" y="532581"/>
                </a:lnTo>
                <a:lnTo>
                  <a:pt x="1113863" y="532352"/>
                </a:lnTo>
                <a:lnTo>
                  <a:pt x="1132865" y="532086"/>
                </a:lnTo>
                <a:lnTo>
                  <a:pt x="1151868" y="531781"/>
                </a:lnTo>
                <a:lnTo>
                  <a:pt x="1170870" y="531447"/>
                </a:lnTo>
                <a:lnTo>
                  <a:pt x="1189873" y="531076"/>
                </a:lnTo>
                <a:lnTo>
                  <a:pt x="1208865" y="530666"/>
                </a:lnTo>
                <a:lnTo>
                  <a:pt x="1227868" y="530209"/>
                </a:lnTo>
                <a:lnTo>
                  <a:pt x="1246861" y="529723"/>
                </a:lnTo>
                <a:lnTo>
                  <a:pt x="1265863" y="529190"/>
                </a:lnTo>
                <a:lnTo>
                  <a:pt x="1284856" y="528618"/>
                </a:lnTo>
                <a:lnTo>
                  <a:pt x="1303849" y="528009"/>
                </a:lnTo>
                <a:lnTo>
                  <a:pt x="1322842" y="527342"/>
                </a:lnTo>
                <a:lnTo>
                  <a:pt x="1341834" y="526637"/>
                </a:lnTo>
                <a:lnTo>
                  <a:pt x="1360818" y="525875"/>
                </a:lnTo>
                <a:lnTo>
                  <a:pt x="1379801" y="525066"/>
                </a:lnTo>
                <a:lnTo>
                  <a:pt x="1398784" y="524199"/>
                </a:lnTo>
                <a:lnTo>
                  <a:pt x="1417768" y="523265"/>
                </a:lnTo>
                <a:lnTo>
                  <a:pt x="1436751" y="522275"/>
                </a:lnTo>
                <a:lnTo>
                  <a:pt x="1455725" y="521218"/>
                </a:lnTo>
                <a:lnTo>
                  <a:pt x="1474689" y="520084"/>
                </a:lnTo>
                <a:lnTo>
                  <a:pt x="1493653" y="518874"/>
                </a:lnTo>
                <a:lnTo>
                  <a:pt x="1512618" y="517579"/>
                </a:lnTo>
                <a:lnTo>
                  <a:pt x="1531563" y="516179"/>
                </a:lnTo>
                <a:lnTo>
                  <a:pt x="1550508" y="514683"/>
                </a:lnTo>
                <a:lnTo>
                  <a:pt x="1569444" y="513055"/>
                </a:lnTo>
                <a:lnTo>
                  <a:pt x="1588370" y="511302"/>
                </a:lnTo>
                <a:lnTo>
                  <a:pt x="1607268" y="509378"/>
                </a:lnTo>
                <a:lnTo>
                  <a:pt x="1626156" y="507273"/>
                </a:lnTo>
                <a:lnTo>
                  <a:pt x="1645015" y="504939"/>
                </a:lnTo>
                <a:lnTo>
                  <a:pt x="1663837" y="502320"/>
                </a:lnTo>
                <a:lnTo>
                  <a:pt x="1682610" y="499339"/>
                </a:lnTo>
                <a:lnTo>
                  <a:pt x="1701289" y="495843"/>
                </a:lnTo>
                <a:lnTo>
                  <a:pt x="1719805" y="491585"/>
                </a:lnTo>
                <a:lnTo>
                  <a:pt x="1737932" y="485927"/>
                </a:lnTo>
                <a:lnTo>
                  <a:pt x="1754210" y="476441"/>
                </a:lnTo>
                <a:lnTo>
                  <a:pt x="1761306" y="458962"/>
                </a:lnTo>
                <a:lnTo>
                  <a:pt x="1768259" y="441274"/>
                </a:lnTo>
                <a:lnTo>
                  <a:pt x="1775212" y="423586"/>
                </a:lnTo>
                <a:lnTo>
                  <a:pt x="1782166" y="405898"/>
                </a:lnTo>
                <a:lnTo>
                  <a:pt x="1789119" y="388220"/>
                </a:lnTo>
                <a:lnTo>
                  <a:pt x="1796072" y="370532"/>
                </a:lnTo>
                <a:lnTo>
                  <a:pt x="1803025" y="352844"/>
                </a:lnTo>
                <a:lnTo>
                  <a:pt x="1809979" y="335166"/>
                </a:lnTo>
                <a:lnTo>
                  <a:pt x="1816932" y="317478"/>
                </a:lnTo>
                <a:lnTo>
                  <a:pt x="1823885" y="299790"/>
                </a:lnTo>
                <a:lnTo>
                  <a:pt x="1830838" y="282102"/>
                </a:lnTo>
                <a:lnTo>
                  <a:pt x="1837792" y="264424"/>
                </a:lnTo>
                <a:lnTo>
                  <a:pt x="1844745" y="246736"/>
                </a:lnTo>
                <a:lnTo>
                  <a:pt x="1851708" y="229048"/>
                </a:lnTo>
                <a:lnTo>
                  <a:pt x="1858661" y="211360"/>
                </a:lnTo>
                <a:lnTo>
                  <a:pt x="1865614" y="193681"/>
                </a:lnTo>
                <a:lnTo>
                  <a:pt x="1872567" y="175993"/>
                </a:lnTo>
                <a:lnTo>
                  <a:pt x="1879521" y="158306"/>
                </a:lnTo>
                <a:lnTo>
                  <a:pt x="1886474" y="140627"/>
                </a:lnTo>
                <a:lnTo>
                  <a:pt x="1893427" y="122939"/>
                </a:lnTo>
                <a:lnTo>
                  <a:pt x="1900380" y="105251"/>
                </a:lnTo>
                <a:lnTo>
                  <a:pt x="1907334" y="87563"/>
                </a:lnTo>
                <a:lnTo>
                  <a:pt x="1914287" y="69885"/>
                </a:lnTo>
                <a:lnTo>
                  <a:pt x="1921240" y="52197"/>
                </a:lnTo>
                <a:lnTo>
                  <a:pt x="1928193" y="34509"/>
                </a:lnTo>
                <a:lnTo>
                  <a:pt x="1935147" y="16821"/>
                </a:lnTo>
                <a:lnTo>
                  <a:pt x="1941690" y="924"/>
                </a:lnTo>
                <a:lnTo>
                  <a:pt x="1927117" y="12078"/>
                </a:lnTo>
                <a:lnTo>
                  <a:pt x="1908991" y="17736"/>
                </a:lnTo>
                <a:lnTo>
                  <a:pt x="1890436" y="21860"/>
                </a:lnTo>
                <a:lnTo>
                  <a:pt x="1871739" y="25203"/>
                </a:lnTo>
                <a:lnTo>
                  <a:pt x="1852946" y="28061"/>
                </a:lnTo>
                <a:lnTo>
                  <a:pt x="1834105" y="30556"/>
                </a:lnTo>
                <a:lnTo>
                  <a:pt x="1815236" y="32785"/>
                </a:lnTo>
                <a:lnTo>
                  <a:pt x="1796339" y="34804"/>
                </a:lnTo>
                <a:lnTo>
                  <a:pt x="1777432" y="36652"/>
                </a:lnTo>
                <a:lnTo>
                  <a:pt x="1758506" y="38357"/>
                </a:lnTo>
                <a:lnTo>
                  <a:pt x="1739560" y="39929"/>
                </a:lnTo>
                <a:lnTo>
                  <a:pt x="1720615" y="41396"/>
                </a:lnTo>
                <a:lnTo>
                  <a:pt x="1701660" y="42767"/>
                </a:lnTo>
                <a:lnTo>
                  <a:pt x="1682706" y="44053"/>
                </a:lnTo>
                <a:lnTo>
                  <a:pt x="1663741" y="45263"/>
                </a:lnTo>
                <a:lnTo>
                  <a:pt x="1644767" y="46396"/>
                </a:lnTo>
                <a:lnTo>
                  <a:pt x="1625794" y="47473"/>
                </a:lnTo>
                <a:lnTo>
                  <a:pt x="1606820" y="48492"/>
                </a:lnTo>
                <a:lnTo>
                  <a:pt x="1587837" y="49444"/>
                </a:lnTo>
                <a:lnTo>
                  <a:pt x="1568863" y="50359"/>
                </a:lnTo>
                <a:lnTo>
                  <a:pt x="1549870" y="51216"/>
                </a:lnTo>
                <a:lnTo>
                  <a:pt x="1530887" y="52035"/>
                </a:lnTo>
                <a:lnTo>
                  <a:pt x="1511903" y="52807"/>
                </a:lnTo>
                <a:lnTo>
                  <a:pt x="1492910" y="53540"/>
                </a:lnTo>
                <a:lnTo>
                  <a:pt x="1473918" y="54226"/>
                </a:lnTo>
                <a:lnTo>
                  <a:pt x="1454925" y="54883"/>
                </a:lnTo>
                <a:lnTo>
                  <a:pt x="1435932" y="55512"/>
                </a:lnTo>
                <a:lnTo>
                  <a:pt x="1416939" y="56093"/>
                </a:lnTo>
                <a:lnTo>
                  <a:pt x="1397946" y="56655"/>
                </a:lnTo>
                <a:lnTo>
                  <a:pt x="1378953" y="57179"/>
                </a:lnTo>
                <a:lnTo>
                  <a:pt x="1359951" y="57674"/>
                </a:lnTo>
                <a:lnTo>
                  <a:pt x="1340958" y="58141"/>
                </a:lnTo>
                <a:lnTo>
                  <a:pt x="1321956" y="58588"/>
                </a:lnTo>
                <a:lnTo>
                  <a:pt x="1302963" y="58998"/>
                </a:lnTo>
                <a:lnTo>
                  <a:pt x="1283960" y="59388"/>
                </a:lnTo>
                <a:lnTo>
                  <a:pt x="1264958" y="59750"/>
                </a:lnTo>
                <a:lnTo>
                  <a:pt x="1245956" y="60084"/>
                </a:lnTo>
                <a:lnTo>
                  <a:pt x="1226953" y="60389"/>
                </a:lnTo>
                <a:lnTo>
                  <a:pt x="1207961" y="60674"/>
                </a:lnTo>
                <a:lnTo>
                  <a:pt x="1188958" y="60941"/>
                </a:lnTo>
                <a:lnTo>
                  <a:pt x="1169956" y="61179"/>
                </a:lnTo>
                <a:lnTo>
                  <a:pt x="1150953" y="61398"/>
                </a:lnTo>
                <a:lnTo>
                  <a:pt x="1131951" y="61598"/>
                </a:lnTo>
                <a:lnTo>
                  <a:pt x="1112949" y="61760"/>
                </a:lnTo>
                <a:lnTo>
                  <a:pt x="1093946" y="61913"/>
                </a:lnTo>
                <a:lnTo>
                  <a:pt x="1074934" y="62046"/>
                </a:lnTo>
                <a:lnTo>
                  <a:pt x="1055932" y="62151"/>
                </a:lnTo>
                <a:lnTo>
                  <a:pt x="1036930" y="62236"/>
                </a:lnTo>
                <a:lnTo>
                  <a:pt x="1017927" y="62303"/>
                </a:lnTo>
                <a:lnTo>
                  <a:pt x="998925" y="62341"/>
                </a:lnTo>
                <a:lnTo>
                  <a:pt x="979922" y="62360"/>
                </a:lnTo>
                <a:lnTo>
                  <a:pt x="960920" y="62360"/>
                </a:lnTo>
                <a:lnTo>
                  <a:pt x="941918" y="62341"/>
                </a:lnTo>
                <a:lnTo>
                  <a:pt x="922915" y="62294"/>
                </a:lnTo>
                <a:lnTo>
                  <a:pt x="903913" y="62227"/>
                </a:lnTo>
                <a:lnTo>
                  <a:pt x="884911" y="62141"/>
                </a:lnTo>
                <a:lnTo>
                  <a:pt x="865899" y="62036"/>
                </a:lnTo>
                <a:lnTo>
                  <a:pt x="846896" y="61903"/>
                </a:lnTo>
                <a:lnTo>
                  <a:pt x="827894" y="61760"/>
                </a:lnTo>
                <a:lnTo>
                  <a:pt x="808892" y="61589"/>
                </a:lnTo>
                <a:lnTo>
                  <a:pt x="789889" y="61389"/>
                </a:lnTo>
                <a:lnTo>
                  <a:pt x="770887" y="61170"/>
                </a:lnTo>
                <a:lnTo>
                  <a:pt x="751884" y="60931"/>
                </a:lnTo>
                <a:lnTo>
                  <a:pt x="732882" y="60665"/>
                </a:lnTo>
                <a:lnTo>
                  <a:pt x="713889" y="60379"/>
                </a:lnTo>
                <a:lnTo>
                  <a:pt x="694887" y="60065"/>
                </a:lnTo>
                <a:lnTo>
                  <a:pt x="675884" y="59731"/>
                </a:lnTo>
                <a:lnTo>
                  <a:pt x="656882" y="59369"/>
                </a:lnTo>
                <a:lnTo>
                  <a:pt x="637889" y="58979"/>
                </a:lnTo>
                <a:lnTo>
                  <a:pt x="618887" y="58569"/>
                </a:lnTo>
                <a:lnTo>
                  <a:pt x="599885" y="58122"/>
                </a:lnTo>
                <a:lnTo>
                  <a:pt x="580892" y="57655"/>
                </a:lnTo>
                <a:lnTo>
                  <a:pt x="561889" y="57160"/>
                </a:lnTo>
                <a:lnTo>
                  <a:pt x="542896" y="56626"/>
                </a:lnTo>
                <a:lnTo>
                  <a:pt x="523904" y="56074"/>
                </a:lnTo>
                <a:lnTo>
                  <a:pt x="504911" y="55483"/>
                </a:lnTo>
                <a:lnTo>
                  <a:pt x="485918" y="54854"/>
                </a:lnTo>
                <a:lnTo>
                  <a:pt x="466925" y="54197"/>
                </a:lnTo>
                <a:lnTo>
                  <a:pt x="447932" y="53502"/>
                </a:lnTo>
                <a:lnTo>
                  <a:pt x="428939" y="52769"/>
                </a:lnTo>
                <a:lnTo>
                  <a:pt x="409956" y="51997"/>
                </a:lnTo>
                <a:lnTo>
                  <a:pt x="390973" y="51178"/>
                </a:lnTo>
                <a:lnTo>
                  <a:pt x="371989" y="50311"/>
                </a:lnTo>
                <a:lnTo>
                  <a:pt x="353006" y="49406"/>
                </a:lnTo>
                <a:lnTo>
                  <a:pt x="334023" y="48435"/>
                </a:lnTo>
                <a:lnTo>
                  <a:pt x="315049" y="47425"/>
                </a:lnTo>
                <a:lnTo>
                  <a:pt x="296075" y="46349"/>
                </a:lnTo>
                <a:lnTo>
                  <a:pt x="277111" y="45206"/>
                </a:lnTo>
                <a:lnTo>
                  <a:pt x="258147" y="43996"/>
                </a:lnTo>
                <a:lnTo>
                  <a:pt x="239182" y="42710"/>
                </a:lnTo>
                <a:lnTo>
                  <a:pt x="220228" y="41329"/>
                </a:lnTo>
                <a:lnTo>
                  <a:pt x="201282" y="39853"/>
                </a:lnTo>
                <a:lnTo>
                  <a:pt x="182347" y="38271"/>
                </a:lnTo>
                <a:lnTo>
                  <a:pt x="163420" y="36566"/>
                </a:lnTo>
                <a:lnTo>
                  <a:pt x="144504" y="34719"/>
                </a:lnTo>
                <a:lnTo>
                  <a:pt x="125616" y="32680"/>
                </a:lnTo>
                <a:lnTo>
                  <a:pt x="106737" y="30442"/>
                </a:lnTo>
                <a:lnTo>
                  <a:pt x="87906" y="27927"/>
                </a:lnTo>
                <a:lnTo>
                  <a:pt x="69123" y="25060"/>
                </a:lnTo>
                <a:lnTo>
                  <a:pt x="50416" y="21679"/>
                </a:lnTo>
                <a:lnTo>
                  <a:pt x="31880" y="17497"/>
                </a:lnTo>
                <a:lnTo>
                  <a:pt x="13792" y="11735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40" name="funnel-step-cap-3">
            <a:extLst xmlns:a="http://schemas.openxmlformats.org/drawingml/2006/main">
              <a:ext uri="{FF2B5EF4-FFF2-40B4-BE49-F238E27FC236}">
                <a16:creationId xmlns:a16="http://schemas.microsoft.com/office/drawing/2014/main" id="{F7809096-0FEC-4EE5-8569-49566AE90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648751" y="4230938"/>
            <a:ext cx="1941747" cy="17728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7EAC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41" name="funnel-step-body-4">
            <a:extLst xmlns:a="http://schemas.openxmlformats.org/drawingml/2006/main">
              <a:ext uri="{FF2B5EF4-FFF2-40B4-BE49-F238E27FC236}">
                <a16:creationId xmlns:a16="http://schemas.microsoft.com/office/drawing/2014/main" id="{E20966B5-3343-4151-ABE8-E5FE2F731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833908" y="4921282"/>
            <a:ext cx="1569682" cy="533210"/>
          </a:xfrm>
          <a:custGeom xmlns:a="http://schemas.openxmlformats.org/drawingml/2006/main">
            <a:pathLst>
              <a:path w="1569682" h="533210">
                <a:moveTo>
                  <a:pt x="0" y="0"/>
                </a:moveTo>
                <a:lnTo>
                  <a:pt x="6677" y="17783"/>
                </a:lnTo>
                <a:lnTo>
                  <a:pt x="13364" y="35557"/>
                </a:lnTo>
                <a:lnTo>
                  <a:pt x="20041" y="53340"/>
                </a:lnTo>
                <a:lnTo>
                  <a:pt x="26727" y="71114"/>
                </a:lnTo>
                <a:lnTo>
                  <a:pt x="33404" y="88897"/>
                </a:lnTo>
                <a:lnTo>
                  <a:pt x="40091" y="106680"/>
                </a:lnTo>
                <a:lnTo>
                  <a:pt x="46768" y="124454"/>
                </a:lnTo>
                <a:lnTo>
                  <a:pt x="53454" y="142237"/>
                </a:lnTo>
                <a:lnTo>
                  <a:pt x="60131" y="160010"/>
                </a:lnTo>
                <a:lnTo>
                  <a:pt x="66818" y="177794"/>
                </a:lnTo>
                <a:lnTo>
                  <a:pt x="73495" y="195577"/>
                </a:lnTo>
                <a:lnTo>
                  <a:pt x="80181" y="213350"/>
                </a:lnTo>
                <a:lnTo>
                  <a:pt x="86858" y="231134"/>
                </a:lnTo>
                <a:lnTo>
                  <a:pt x="93545" y="248907"/>
                </a:lnTo>
                <a:lnTo>
                  <a:pt x="100222" y="266690"/>
                </a:lnTo>
                <a:lnTo>
                  <a:pt x="106909" y="284474"/>
                </a:lnTo>
                <a:lnTo>
                  <a:pt x="113586" y="302247"/>
                </a:lnTo>
                <a:lnTo>
                  <a:pt x="120272" y="320030"/>
                </a:lnTo>
                <a:lnTo>
                  <a:pt x="126949" y="337814"/>
                </a:lnTo>
                <a:lnTo>
                  <a:pt x="133636" y="355587"/>
                </a:lnTo>
                <a:lnTo>
                  <a:pt x="140313" y="373370"/>
                </a:lnTo>
                <a:lnTo>
                  <a:pt x="146999" y="391144"/>
                </a:lnTo>
                <a:lnTo>
                  <a:pt x="153676" y="408927"/>
                </a:lnTo>
                <a:lnTo>
                  <a:pt x="160363" y="426710"/>
                </a:lnTo>
                <a:lnTo>
                  <a:pt x="167040" y="444484"/>
                </a:lnTo>
                <a:lnTo>
                  <a:pt x="173726" y="462267"/>
                </a:lnTo>
                <a:lnTo>
                  <a:pt x="181337" y="479327"/>
                </a:lnTo>
                <a:lnTo>
                  <a:pt x="197739" y="488709"/>
                </a:lnTo>
                <a:lnTo>
                  <a:pt x="215751" y="494709"/>
                </a:lnTo>
                <a:lnTo>
                  <a:pt x="234182" y="499281"/>
                </a:lnTo>
                <a:lnTo>
                  <a:pt x="252803" y="503034"/>
                </a:lnTo>
                <a:lnTo>
                  <a:pt x="271520" y="506225"/>
                </a:lnTo>
                <a:lnTo>
                  <a:pt x="290312" y="509006"/>
                </a:lnTo>
                <a:lnTo>
                  <a:pt x="309143" y="511483"/>
                </a:lnTo>
                <a:lnTo>
                  <a:pt x="328003" y="513693"/>
                </a:lnTo>
                <a:lnTo>
                  <a:pt x="346891" y="515693"/>
                </a:lnTo>
                <a:lnTo>
                  <a:pt x="365798" y="517503"/>
                </a:lnTo>
                <a:lnTo>
                  <a:pt x="384724" y="519160"/>
                </a:lnTo>
                <a:lnTo>
                  <a:pt x="403650" y="520675"/>
                </a:lnTo>
                <a:lnTo>
                  <a:pt x="422596" y="522065"/>
                </a:lnTo>
                <a:lnTo>
                  <a:pt x="441550" y="523342"/>
                </a:lnTo>
                <a:lnTo>
                  <a:pt x="460505" y="524513"/>
                </a:lnTo>
                <a:lnTo>
                  <a:pt x="479469" y="525590"/>
                </a:lnTo>
                <a:lnTo>
                  <a:pt x="498434" y="526580"/>
                </a:lnTo>
                <a:lnTo>
                  <a:pt x="517408" y="527485"/>
                </a:lnTo>
                <a:lnTo>
                  <a:pt x="536381" y="528314"/>
                </a:lnTo>
                <a:lnTo>
                  <a:pt x="555365" y="529057"/>
                </a:lnTo>
                <a:lnTo>
                  <a:pt x="574338" y="529742"/>
                </a:lnTo>
                <a:lnTo>
                  <a:pt x="593331" y="530352"/>
                </a:lnTo>
                <a:lnTo>
                  <a:pt x="612315" y="530904"/>
                </a:lnTo>
                <a:lnTo>
                  <a:pt x="631298" y="531390"/>
                </a:lnTo>
                <a:lnTo>
                  <a:pt x="650291" y="531809"/>
                </a:lnTo>
                <a:lnTo>
                  <a:pt x="669274" y="532181"/>
                </a:lnTo>
                <a:lnTo>
                  <a:pt x="688267" y="532495"/>
                </a:lnTo>
                <a:lnTo>
                  <a:pt x="707260" y="532743"/>
                </a:lnTo>
                <a:lnTo>
                  <a:pt x="726253" y="532943"/>
                </a:lnTo>
                <a:lnTo>
                  <a:pt x="745246" y="533086"/>
                </a:lnTo>
                <a:lnTo>
                  <a:pt x="764238" y="533171"/>
                </a:lnTo>
                <a:lnTo>
                  <a:pt x="783231" y="533210"/>
                </a:lnTo>
                <a:lnTo>
                  <a:pt x="802224" y="533190"/>
                </a:lnTo>
                <a:lnTo>
                  <a:pt x="821217" y="533114"/>
                </a:lnTo>
                <a:lnTo>
                  <a:pt x="840210" y="532981"/>
                </a:lnTo>
                <a:lnTo>
                  <a:pt x="859203" y="532800"/>
                </a:lnTo>
                <a:lnTo>
                  <a:pt x="878195" y="532562"/>
                </a:lnTo>
                <a:lnTo>
                  <a:pt x="897188" y="532267"/>
                </a:lnTo>
                <a:lnTo>
                  <a:pt x="916181" y="531914"/>
                </a:lnTo>
                <a:lnTo>
                  <a:pt x="935165" y="531505"/>
                </a:lnTo>
                <a:lnTo>
                  <a:pt x="954157" y="531038"/>
                </a:lnTo>
                <a:lnTo>
                  <a:pt x="973141" y="530504"/>
                </a:lnTo>
                <a:lnTo>
                  <a:pt x="992124" y="529904"/>
                </a:lnTo>
                <a:lnTo>
                  <a:pt x="1011107" y="529247"/>
                </a:lnTo>
                <a:lnTo>
                  <a:pt x="1030091" y="528514"/>
                </a:lnTo>
                <a:lnTo>
                  <a:pt x="1049064" y="527704"/>
                </a:lnTo>
                <a:lnTo>
                  <a:pt x="1068038" y="526818"/>
                </a:lnTo>
                <a:lnTo>
                  <a:pt x="1087003" y="525856"/>
                </a:lnTo>
                <a:lnTo>
                  <a:pt x="1105967" y="524799"/>
                </a:lnTo>
                <a:lnTo>
                  <a:pt x="1124931" y="523665"/>
                </a:lnTo>
                <a:lnTo>
                  <a:pt x="1143876" y="522408"/>
                </a:lnTo>
                <a:lnTo>
                  <a:pt x="1162822" y="521046"/>
                </a:lnTo>
                <a:lnTo>
                  <a:pt x="1181757" y="519570"/>
                </a:lnTo>
                <a:lnTo>
                  <a:pt x="1200683" y="517950"/>
                </a:lnTo>
                <a:lnTo>
                  <a:pt x="1219591" y="516179"/>
                </a:lnTo>
                <a:lnTo>
                  <a:pt x="1238488" y="514236"/>
                </a:lnTo>
                <a:lnTo>
                  <a:pt x="1257357" y="512083"/>
                </a:lnTo>
                <a:lnTo>
                  <a:pt x="1276198" y="509683"/>
                </a:lnTo>
                <a:lnTo>
                  <a:pt x="1295000" y="506987"/>
                </a:lnTo>
                <a:lnTo>
                  <a:pt x="1313745" y="503911"/>
                </a:lnTo>
                <a:lnTo>
                  <a:pt x="1332395" y="500329"/>
                </a:lnTo>
                <a:lnTo>
                  <a:pt x="1350893" y="496005"/>
                </a:lnTo>
                <a:lnTo>
                  <a:pt x="1369057" y="490480"/>
                </a:lnTo>
                <a:lnTo>
                  <a:pt x="1386183" y="482384"/>
                </a:lnTo>
                <a:lnTo>
                  <a:pt x="1395965" y="466916"/>
                </a:lnTo>
                <a:lnTo>
                  <a:pt x="1402642" y="449132"/>
                </a:lnTo>
                <a:lnTo>
                  <a:pt x="1409329" y="431359"/>
                </a:lnTo>
                <a:lnTo>
                  <a:pt x="1416006" y="413576"/>
                </a:lnTo>
                <a:lnTo>
                  <a:pt x="1422692" y="395802"/>
                </a:lnTo>
                <a:lnTo>
                  <a:pt x="1429369" y="378019"/>
                </a:lnTo>
                <a:lnTo>
                  <a:pt x="1436056" y="360236"/>
                </a:lnTo>
                <a:lnTo>
                  <a:pt x="1442733" y="342462"/>
                </a:lnTo>
                <a:lnTo>
                  <a:pt x="1449419" y="324679"/>
                </a:lnTo>
                <a:lnTo>
                  <a:pt x="1456096" y="306905"/>
                </a:lnTo>
                <a:lnTo>
                  <a:pt x="1462783" y="289122"/>
                </a:lnTo>
                <a:lnTo>
                  <a:pt x="1469460" y="271339"/>
                </a:lnTo>
                <a:lnTo>
                  <a:pt x="1476146" y="253565"/>
                </a:lnTo>
                <a:lnTo>
                  <a:pt x="1482823" y="235782"/>
                </a:lnTo>
                <a:lnTo>
                  <a:pt x="1489510" y="218008"/>
                </a:lnTo>
                <a:lnTo>
                  <a:pt x="1496187" y="200225"/>
                </a:lnTo>
                <a:lnTo>
                  <a:pt x="1502874" y="182442"/>
                </a:lnTo>
                <a:lnTo>
                  <a:pt x="1509551" y="164668"/>
                </a:lnTo>
                <a:lnTo>
                  <a:pt x="1516237" y="146885"/>
                </a:lnTo>
                <a:lnTo>
                  <a:pt x="1522914" y="129111"/>
                </a:lnTo>
                <a:lnTo>
                  <a:pt x="1529601" y="111328"/>
                </a:lnTo>
                <a:lnTo>
                  <a:pt x="1536278" y="93545"/>
                </a:lnTo>
                <a:lnTo>
                  <a:pt x="1542964" y="75771"/>
                </a:lnTo>
                <a:lnTo>
                  <a:pt x="1549641" y="57988"/>
                </a:lnTo>
                <a:lnTo>
                  <a:pt x="1556318" y="40215"/>
                </a:lnTo>
                <a:lnTo>
                  <a:pt x="1563005" y="22431"/>
                </a:lnTo>
                <a:lnTo>
                  <a:pt x="1569682" y="4648"/>
                </a:lnTo>
                <a:lnTo>
                  <a:pt x="1562852" y="10325"/>
                </a:lnTo>
                <a:lnTo>
                  <a:pt x="1545336" y="17574"/>
                </a:lnTo>
                <a:lnTo>
                  <a:pt x="1527000" y="22527"/>
                </a:lnTo>
                <a:lnTo>
                  <a:pt x="1508417" y="26422"/>
                </a:lnTo>
                <a:lnTo>
                  <a:pt x="1489700" y="29670"/>
                </a:lnTo>
                <a:lnTo>
                  <a:pt x="1470917" y="32490"/>
                </a:lnTo>
                <a:lnTo>
                  <a:pt x="1452086" y="34976"/>
                </a:lnTo>
                <a:lnTo>
                  <a:pt x="1433227" y="37205"/>
                </a:lnTo>
                <a:lnTo>
                  <a:pt x="1414339" y="39233"/>
                </a:lnTo>
                <a:lnTo>
                  <a:pt x="1395441" y="41081"/>
                </a:lnTo>
                <a:lnTo>
                  <a:pt x="1376524" y="42777"/>
                </a:lnTo>
                <a:lnTo>
                  <a:pt x="1357589" y="44339"/>
                </a:lnTo>
                <a:lnTo>
                  <a:pt x="1338653" y="45796"/>
                </a:lnTo>
                <a:lnTo>
                  <a:pt x="1319708" y="47149"/>
                </a:lnTo>
                <a:lnTo>
                  <a:pt x="1300753" y="48406"/>
                </a:lnTo>
                <a:lnTo>
                  <a:pt x="1281798" y="49587"/>
                </a:lnTo>
                <a:lnTo>
                  <a:pt x="1262844" y="50683"/>
                </a:lnTo>
                <a:lnTo>
                  <a:pt x="1243870" y="51711"/>
                </a:lnTo>
                <a:lnTo>
                  <a:pt x="1224905" y="52673"/>
                </a:lnTo>
                <a:lnTo>
                  <a:pt x="1205932" y="53578"/>
                </a:lnTo>
                <a:lnTo>
                  <a:pt x="1186958" y="54426"/>
                </a:lnTo>
                <a:lnTo>
                  <a:pt x="1167984" y="55207"/>
                </a:lnTo>
                <a:lnTo>
                  <a:pt x="1149001" y="55950"/>
                </a:lnTo>
                <a:lnTo>
                  <a:pt x="1130017" y="56636"/>
                </a:lnTo>
                <a:lnTo>
                  <a:pt x="1111034" y="57283"/>
                </a:lnTo>
                <a:lnTo>
                  <a:pt x="1092051" y="57874"/>
                </a:lnTo>
                <a:lnTo>
                  <a:pt x="1073067" y="58436"/>
                </a:lnTo>
                <a:lnTo>
                  <a:pt x="1054084" y="58941"/>
                </a:lnTo>
                <a:lnTo>
                  <a:pt x="1035091" y="59417"/>
                </a:lnTo>
                <a:lnTo>
                  <a:pt x="1016108" y="59846"/>
                </a:lnTo>
                <a:lnTo>
                  <a:pt x="997115" y="60246"/>
                </a:lnTo>
                <a:lnTo>
                  <a:pt x="978122" y="60598"/>
                </a:lnTo>
                <a:lnTo>
                  <a:pt x="959139" y="60922"/>
                </a:lnTo>
                <a:lnTo>
                  <a:pt x="940146" y="61208"/>
                </a:lnTo>
                <a:lnTo>
                  <a:pt x="921153" y="61455"/>
                </a:lnTo>
                <a:lnTo>
                  <a:pt x="902160" y="61674"/>
                </a:lnTo>
                <a:lnTo>
                  <a:pt x="883168" y="61865"/>
                </a:lnTo>
                <a:lnTo>
                  <a:pt x="864175" y="62017"/>
                </a:lnTo>
                <a:lnTo>
                  <a:pt x="845182" y="62132"/>
                </a:lnTo>
                <a:lnTo>
                  <a:pt x="826189" y="62217"/>
                </a:lnTo>
                <a:lnTo>
                  <a:pt x="807196" y="62274"/>
                </a:lnTo>
                <a:lnTo>
                  <a:pt x="788203" y="62294"/>
                </a:lnTo>
                <a:lnTo>
                  <a:pt x="769210" y="62284"/>
                </a:lnTo>
                <a:lnTo>
                  <a:pt x="750218" y="62236"/>
                </a:lnTo>
                <a:lnTo>
                  <a:pt x="731225" y="62160"/>
                </a:lnTo>
                <a:lnTo>
                  <a:pt x="712232" y="62055"/>
                </a:lnTo>
                <a:lnTo>
                  <a:pt x="693239" y="61913"/>
                </a:lnTo>
                <a:lnTo>
                  <a:pt x="674246" y="61732"/>
                </a:lnTo>
                <a:lnTo>
                  <a:pt x="655253" y="61522"/>
                </a:lnTo>
                <a:lnTo>
                  <a:pt x="636260" y="61274"/>
                </a:lnTo>
                <a:lnTo>
                  <a:pt x="617268" y="60998"/>
                </a:lnTo>
                <a:lnTo>
                  <a:pt x="598275" y="60684"/>
                </a:lnTo>
                <a:lnTo>
                  <a:pt x="579282" y="60341"/>
                </a:lnTo>
                <a:lnTo>
                  <a:pt x="560299" y="59950"/>
                </a:lnTo>
                <a:lnTo>
                  <a:pt x="541306" y="59531"/>
                </a:lnTo>
                <a:lnTo>
                  <a:pt x="522322" y="59065"/>
                </a:lnTo>
                <a:lnTo>
                  <a:pt x="503330" y="58569"/>
                </a:lnTo>
                <a:lnTo>
                  <a:pt x="484346" y="58026"/>
                </a:lnTo>
                <a:lnTo>
                  <a:pt x="465363" y="57436"/>
                </a:lnTo>
                <a:lnTo>
                  <a:pt x="446380" y="56817"/>
                </a:lnTo>
                <a:lnTo>
                  <a:pt x="427396" y="56131"/>
                </a:lnTo>
                <a:lnTo>
                  <a:pt x="408422" y="55407"/>
                </a:lnTo>
                <a:lnTo>
                  <a:pt x="389439" y="54635"/>
                </a:lnTo>
                <a:lnTo>
                  <a:pt x="370465" y="53807"/>
                </a:lnTo>
                <a:lnTo>
                  <a:pt x="351492" y="52921"/>
                </a:lnTo>
                <a:lnTo>
                  <a:pt x="332527" y="51978"/>
                </a:lnTo>
                <a:lnTo>
                  <a:pt x="313553" y="50959"/>
                </a:lnTo>
                <a:lnTo>
                  <a:pt x="294589" y="49873"/>
                </a:lnTo>
                <a:lnTo>
                  <a:pt x="275634" y="48720"/>
                </a:lnTo>
                <a:lnTo>
                  <a:pt x="256680" y="47482"/>
                </a:lnTo>
                <a:lnTo>
                  <a:pt x="237734" y="46158"/>
                </a:lnTo>
                <a:lnTo>
                  <a:pt x="218799" y="44739"/>
                </a:lnTo>
                <a:lnTo>
                  <a:pt x="199863" y="43196"/>
                </a:lnTo>
                <a:lnTo>
                  <a:pt x="180946" y="41539"/>
                </a:lnTo>
                <a:lnTo>
                  <a:pt x="162039" y="39729"/>
                </a:lnTo>
                <a:lnTo>
                  <a:pt x="143142" y="37757"/>
                </a:lnTo>
                <a:lnTo>
                  <a:pt x="124273" y="35585"/>
                </a:lnTo>
                <a:lnTo>
                  <a:pt x="105442" y="33166"/>
                </a:lnTo>
                <a:lnTo>
                  <a:pt x="86639" y="30442"/>
                </a:lnTo>
                <a:lnTo>
                  <a:pt x="67904" y="27318"/>
                </a:lnTo>
                <a:lnTo>
                  <a:pt x="49282" y="23622"/>
                </a:lnTo>
                <a:lnTo>
                  <a:pt x="30851" y="19012"/>
                </a:lnTo>
                <a:lnTo>
                  <a:pt x="12992" y="12611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42" name="funnel-step-cap-4">
            <a:extLst xmlns:a="http://schemas.openxmlformats.org/drawingml/2006/main">
              <a:ext uri="{FF2B5EF4-FFF2-40B4-BE49-F238E27FC236}">
                <a16:creationId xmlns:a16="http://schemas.microsoft.com/office/drawing/2014/main" id="{0EC3175C-CF20-4E85-AAE6-7EF1521CE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833917" y="4832604"/>
            <a:ext cx="1571406" cy="17728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7EAC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43" name="funnel-step-body-5">
            <a:extLst xmlns:a="http://schemas.openxmlformats.org/drawingml/2006/main">
              <a:ext uri="{FF2B5EF4-FFF2-40B4-BE49-F238E27FC236}">
                <a16:creationId xmlns:a16="http://schemas.microsoft.com/office/drawing/2014/main" id="{E47DC0E5-6667-4B32-8638-A1A8931DA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10882" y="5522881"/>
            <a:ext cx="1214199" cy="533276"/>
          </a:xfrm>
          <a:custGeom xmlns:a="http://schemas.openxmlformats.org/drawingml/2006/main">
            <a:pathLst>
              <a:path w="1214199" h="533276">
                <a:moveTo>
                  <a:pt x="0" y="0"/>
                </a:moveTo>
                <a:lnTo>
                  <a:pt x="6458" y="17821"/>
                </a:lnTo>
                <a:lnTo>
                  <a:pt x="12906" y="35633"/>
                </a:lnTo>
                <a:lnTo>
                  <a:pt x="19364" y="53454"/>
                </a:lnTo>
                <a:lnTo>
                  <a:pt x="25822" y="71276"/>
                </a:lnTo>
                <a:lnTo>
                  <a:pt x="32271" y="89097"/>
                </a:lnTo>
                <a:lnTo>
                  <a:pt x="38729" y="106909"/>
                </a:lnTo>
                <a:lnTo>
                  <a:pt x="45187" y="124730"/>
                </a:lnTo>
                <a:lnTo>
                  <a:pt x="51635" y="142551"/>
                </a:lnTo>
                <a:lnTo>
                  <a:pt x="58093" y="160372"/>
                </a:lnTo>
                <a:lnTo>
                  <a:pt x="64551" y="178184"/>
                </a:lnTo>
                <a:lnTo>
                  <a:pt x="71009" y="196005"/>
                </a:lnTo>
                <a:lnTo>
                  <a:pt x="77457" y="213827"/>
                </a:lnTo>
                <a:lnTo>
                  <a:pt x="83915" y="231638"/>
                </a:lnTo>
                <a:lnTo>
                  <a:pt x="90373" y="249460"/>
                </a:lnTo>
                <a:lnTo>
                  <a:pt x="96822" y="267281"/>
                </a:lnTo>
                <a:lnTo>
                  <a:pt x="103280" y="285102"/>
                </a:lnTo>
                <a:lnTo>
                  <a:pt x="109738" y="302914"/>
                </a:lnTo>
                <a:lnTo>
                  <a:pt x="116186" y="320735"/>
                </a:lnTo>
                <a:lnTo>
                  <a:pt x="122644" y="338557"/>
                </a:lnTo>
                <a:lnTo>
                  <a:pt x="129102" y="356378"/>
                </a:lnTo>
                <a:lnTo>
                  <a:pt x="135550" y="374190"/>
                </a:lnTo>
                <a:lnTo>
                  <a:pt x="142008" y="392011"/>
                </a:lnTo>
                <a:lnTo>
                  <a:pt x="148466" y="409832"/>
                </a:lnTo>
                <a:lnTo>
                  <a:pt x="154915" y="427644"/>
                </a:lnTo>
                <a:lnTo>
                  <a:pt x="161373" y="445465"/>
                </a:lnTo>
                <a:lnTo>
                  <a:pt x="167831" y="463286"/>
                </a:lnTo>
                <a:lnTo>
                  <a:pt x="174812" y="480632"/>
                </a:lnTo>
                <a:lnTo>
                  <a:pt x="190376" y="491233"/>
                </a:lnTo>
                <a:lnTo>
                  <a:pt x="208016" y="498129"/>
                </a:lnTo>
                <a:lnTo>
                  <a:pt x="226228" y="503339"/>
                </a:lnTo>
                <a:lnTo>
                  <a:pt x="244707" y="507559"/>
                </a:lnTo>
                <a:lnTo>
                  <a:pt x="263319" y="511111"/>
                </a:lnTo>
                <a:lnTo>
                  <a:pt x="282026" y="514159"/>
                </a:lnTo>
                <a:lnTo>
                  <a:pt x="300790" y="516817"/>
                </a:lnTo>
                <a:lnTo>
                  <a:pt x="319602" y="519151"/>
                </a:lnTo>
                <a:lnTo>
                  <a:pt x="338433" y="521227"/>
                </a:lnTo>
                <a:lnTo>
                  <a:pt x="357302" y="523065"/>
                </a:lnTo>
                <a:lnTo>
                  <a:pt x="376180" y="524704"/>
                </a:lnTo>
                <a:lnTo>
                  <a:pt x="395078" y="526151"/>
                </a:lnTo>
                <a:lnTo>
                  <a:pt x="413985" y="527437"/>
                </a:lnTo>
                <a:lnTo>
                  <a:pt x="432902" y="528580"/>
                </a:lnTo>
                <a:lnTo>
                  <a:pt x="451828" y="529580"/>
                </a:lnTo>
                <a:lnTo>
                  <a:pt x="470754" y="530447"/>
                </a:lnTo>
                <a:lnTo>
                  <a:pt x="489699" y="531181"/>
                </a:lnTo>
                <a:lnTo>
                  <a:pt x="508635" y="531809"/>
                </a:lnTo>
                <a:lnTo>
                  <a:pt x="527580" y="532324"/>
                </a:lnTo>
                <a:lnTo>
                  <a:pt x="546525" y="532714"/>
                </a:lnTo>
                <a:lnTo>
                  <a:pt x="565480" y="533009"/>
                </a:lnTo>
                <a:lnTo>
                  <a:pt x="584425" y="533190"/>
                </a:lnTo>
                <a:lnTo>
                  <a:pt x="603380" y="533276"/>
                </a:lnTo>
                <a:lnTo>
                  <a:pt x="622335" y="533248"/>
                </a:lnTo>
                <a:lnTo>
                  <a:pt x="641280" y="533124"/>
                </a:lnTo>
                <a:lnTo>
                  <a:pt x="660235" y="532895"/>
                </a:lnTo>
                <a:lnTo>
                  <a:pt x="679180" y="532562"/>
                </a:lnTo>
                <a:lnTo>
                  <a:pt x="698125" y="532114"/>
                </a:lnTo>
                <a:lnTo>
                  <a:pt x="717071" y="531552"/>
                </a:lnTo>
                <a:lnTo>
                  <a:pt x="736016" y="530876"/>
                </a:lnTo>
                <a:lnTo>
                  <a:pt x="754952" y="530085"/>
                </a:lnTo>
                <a:lnTo>
                  <a:pt x="773878" y="529161"/>
                </a:lnTo>
                <a:lnTo>
                  <a:pt x="792804" y="528104"/>
                </a:lnTo>
                <a:lnTo>
                  <a:pt x="811711" y="526904"/>
                </a:lnTo>
                <a:lnTo>
                  <a:pt x="830618" y="525542"/>
                </a:lnTo>
                <a:lnTo>
                  <a:pt x="849506" y="524008"/>
                </a:lnTo>
                <a:lnTo>
                  <a:pt x="868375" y="522294"/>
                </a:lnTo>
                <a:lnTo>
                  <a:pt x="887235" y="520360"/>
                </a:lnTo>
                <a:lnTo>
                  <a:pt x="906056" y="518170"/>
                </a:lnTo>
                <a:lnTo>
                  <a:pt x="924849" y="515712"/>
                </a:lnTo>
                <a:lnTo>
                  <a:pt x="943585" y="512893"/>
                </a:lnTo>
                <a:lnTo>
                  <a:pt x="962263" y="509635"/>
                </a:lnTo>
                <a:lnTo>
                  <a:pt x="980818" y="505825"/>
                </a:lnTo>
                <a:lnTo>
                  <a:pt x="999201" y="501225"/>
                </a:lnTo>
                <a:lnTo>
                  <a:pt x="1017232" y="495405"/>
                </a:lnTo>
                <a:lnTo>
                  <a:pt x="1034348" y="487318"/>
                </a:lnTo>
                <a:lnTo>
                  <a:pt x="1046607" y="473507"/>
                </a:lnTo>
                <a:lnTo>
                  <a:pt x="1052455" y="455552"/>
                </a:lnTo>
                <a:lnTo>
                  <a:pt x="1058913" y="437731"/>
                </a:lnTo>
                <a:lnTo>
                  <a:pt x="1065371" y="419910"/>
                </a:lnTo>
                <a:lnTo>
                  <a:pt x="1071820" y="402098"/>
                </a:lnTo>
                <a:lnTo>
                  <a:pt x="1078278" y="384277"/>
                </a:lnTo>
                <a:lnTo>
                  <a:pt x="1084736" y="366455"/>
                </a:lnTo>
                <a:lnTo>
                  <a:pt x="1091194" y="348634"/>
                </a:lnTo>
                <a:lnTo>
                  <a:pt x="1097642" y="330822"/>
                </a:lnTo>
                <a:lnTo>
                  <a:pt x="1104100" y="313001"/>
                </a:lnTo>
                <a:lnTo>
                  <a:pt x="1110558" y="295180"/>
                </a:lnTo>
                <a:lnTo>
                  <a:pt x="1117006" y="277358"/>
                </a:lnTo>
                <a:lnTo>
                  <a:pt x="1123464" y="259547"/>
                </a:lnTo>
                <a:lnTo>
                  <a:pt x="1129922" y="241725"/>
                </a:lnTo>
                <a:lnTo>
                  <a:pt x="1136371" y="223904"/>
                </a:lnTo>
                <a:lnTo>
                  <a:pt x="1142829" y="206092"/>
                </a:lnTo>
                <a:lnTo>
                  <a:pt x="1149287" y="188271"/>
                </a:lnTo>
                <a:lnTo>
                  <a:pt x="1155735" y="170450"/>
                </a:lnTo>
                <a:lnTo>
                  <a:pt x="1162193" y="152629"/>
                </a:lnTo>
                <a:lnTo>
                  <a:pt x="1168651" y="134817"/>
                </a:lnTo>
                <a:lnTo>
                  <a:pt x="1175099" y="116996"/>
                </a:lnTo>
                <a:lnTo>
                  <a:pt x="1181557" y="99174"/>
                </a:lnTo>
                <a:lnTo>
                  <a:pt x="1188015" y="81353"/>
                </a:lnTo>
                <a:lnTo>
                  <a:pt x="1194473" y="63541"/>
                </a:lnTo>
                <a:lnTo>
                  <a:pt x="1200922" y="45720"/>
                </a:lnTo>
                <a:lnTo>
                  <a:pt x="1207379" y="27899"/>
                </a:lnTo>
                <a:lnTo>
                  <a:pt x="1213837" y="10077"/>
                </a:lnTo>
                <a:lnTo>
                  <a:pt x="1214199" y="7334"/>
                </a:lnTo>
                <a:lnTo>
                  <a:pt x="1198178" y="17212"/>
                </a:lnTo>
                <a:lnTo>
                  <a:pt x="1180271" y="23374"/>
                </a:lnTo>
                <a:lnTo>
                  <a:pt x="1161907" y="28032"/>
                </a:lnTo>
                <a:lnTo>
                  <a:pt x="1143343" y="31842"/>
                </a:lnTo>
                <a:lnTo>
                  <a:pt x="1124664" y="35071"/>
                </a:lnTo>
                <a:lnTo>
                  <a:pt x="1105929" y="37890"/>
                </a:lnTo>
                <a:lnTo>
                  <a:pt x="1087136" y="40386"/>
                </a:lnTo>
                <a:lnTo>
                  <a:pt x="1068314" y="42615"/>
                </a:lnTo>
                <a:lnTo>
                  <a:pt x="1049474" y="44634"/>
                </a:lnTo>
                <a:lnTo>
                  <a:pt x="1030615" y="46463"/>
                </a:lnTo>
                <a:lnTo>
                  <a:pt x="1011736" y="48130"/>
                </a:lnTo>
                <a:lnTo>
                  <a:pt x="992838" y="49663"/>
                </a:lnTo>
                <a:lnTo>
                  <a:pt x="973941" y="51064"/>
                </a:lnTo>
                <a:lnTo>
                  <a:pt x="955034" y="52349"/>
                </a:lnTo>
                <a:lnTo>
                  <a:pt x="936117" y="53531"/>
                </a:lnTo>
                <a:lnTo>
                  <a:pt x="917200" y="54616"/>
                </a:lnTo>
                <a:lnTo>
                  <a:pt x="898274" y="55616"/>
                </a:lnTo>
                <a:lnTo>
                  <a:pt x="879348" y="56521"/>
                </a:lnTo>
                <a:lnTo>
                  <a:pt x="860412" y="57360"/>
                </a:lnTo>
                <a:lnTo>
                  <a:pt x="841477" y="58122"/>
                </a:lnTo>
                <a:lnTo>
                  <a:pt x="822531" y="58807"/>
                </a:lnTo>
                <a:lnTo>
                  <a:pt x="803596" y="59436"/>
                </a:lnTo>
                <a:lnTo>
                  <a:pt x="784650" y="59988"/>
                </a:lnTo>
                <a:lnTo>
                  <a:pt x="765705" y="60484"/>
                </a:lnTo>
                <a:lnTo>
                  <a:pt x="746760" y="60912"/>
                </a:lnTo>
                <a:lnTo>
                  <a:pt x="727805" y="61284"/>
                </a:lnTo>
                <a:lnTo>
                  <a:pt x="708860" y="61608"/>
                </a:lnTo>
                <a:lnTo>
                  <a:pt x="689915" y="61865"/>
                </a:lnTo>
                <a:lnTo>
                  <a:pt x="670960" y="62074"/>
                </a:lnTo>
                <a:lnTo>
                  <a:pt x="652005" y="62227"/>
                </a:lnTo>
                <a:lnTo>
                  <a:pt x="633060" y="62322"/>
                </a:lnTo>
                <a:lnTo>
                  <a:pt x="614105" y="62360"/>
                </a:lnTo>
                <a:lnTo>
                  <a:pt x="595151" y="62351"/>
                </a:lnTo>
                <a:lnTo>
                  <a:pt x="576205" y="62284"/>
                </a:lnTo>
                <a:lnTo>
                  <a:pt x="557251" y="62160"/>
                </a:lnTo>
                <a:lnTo>
                  <a:pt x="538296" y="61989"/>
                </a:lnTo>
                <a:lnTo>
                  <a:pt x="519351" y="61760"/>
                </a:lnTo>
                <a:lnTo>
                  <a:pt x="500396" y="61474"/>
                </a:lnTo>
                <a:lnTo>
                  <a:pt x="481451" y="61141"/>
                </a:lnTo>
                <a:lnTo>
                  <a:pt x="462505" y="60731"/>
                </a:lnTo>
                <a:lnTo>
                  <a:pt x="443560" y="60274"/>
                </a:lnTo>
                <a:lnTo>
                  <a:pt x="424615" y="59750"/>
                </a:lnTo>
                <a:lnTo>
                  <a:pt x="405670" y="59169"/>
                </a:lnTo>
                <a:lnTo>
                  <a:pt x="386725" y="58522"/>
                </a:lnTo>
                <a:lnTo>
                  <a:pt x="367789" y="57798"/>
                </a:lnTo>
                <a:lnTo>
                  <a:pt x="348853" y="57007"/>
                </a:lnTo>
                <a:lnTo>
                  <a:pt x="329927" y="56140"/>
                </a:lnTo>
                <a:lnTo>
                  <a:pt x="310991" y="55188"/>
                </a:lnTo>
                <a:lnTo>
                  <a:pt x="292075" y="54159"/>
                </a:lnTo>
                <a:lnTo>
                  <a:pt x="273148" y="53026"/>
                </a:lnTo>
                <a:lnTo>
                  <a:pt x="254241" y="51806"/>
                </a:lnTo>
                <a:lnTo>
                  <a:pt x="235334" y="50473"/>
                </a:lnTo>
                <a:lnTo>
                  <a:pt x="216437" y="49016"/>
                </a:lnTo>
                <a:lnTo>
                  <a:pt x="197558" y="47425"/>
                </a:lnTo>
                <a:lnTo>
                  <a:pt x="178679" y="45691"/>
                </a:lnTo>
                <a:lnTo>
                  <a:pt x="159830" y="43786"/>
                </a:lnTo>
                <a:lnTo>
                  <a:pt x="140989" y="41681"/>
                </a:lnTo>
                <a:lnTo>
                  <a:pt x="122187" y="39338"/>
                </a:lnTo>
                <a:lnTo>
                  <a:pt x="103413" y="36709"/>
                </a:lnTo>
                <a:lnTo>
                  <a:pt x="84706" y="33728"/>
                </a:lnTo>
                <a:lnTo>
                  <a:pt x="66065" y="30270"/>
                </a:lnTo>
                <a:lnTo>
                  <a:pt x="47577" y="26137"/>
                </a:lnTo>
                <a:lnTo>
                  <a:pt x="29356" y="20945"/>
                </a:lnTo>
                <a:lnTo>
                  <a:pt x="11887" y="13668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44" name="funnel-step-cap-5">
            <a:extLst xmlns:a="http://schemas.openxmlformats.org/drawingml/2006/main">
              <a:ext uri="{FF2B5EF4-FFF2-40B4-BE49-F238E27FC236}">
                <a16:creationId xmlns:a16="http://schemas.microsoft.com/office/drawing/2014/main" id="{4A9D964C-8830-43BA-8348-7075B4BE9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10844" y="5434270"/>
            <a:ext cx="1217552" cy="17728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7EAC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45" name="funnel-flow-arrow">
            <a:extLst xmlns:a="http://schemas.openxmlformats.org/drawingml/2006/main">
              <a:ext uri="{FF2B5EF4-FFF2-40B4-BE49-F238E27FC236}">
                <a16:creationId xmlns:a16="http://schemas.microsoft.com/office/drawing/2014/main" id="{4615AA18-0F22-4C9F-9221-F0F113661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52850" y="2466975"/>
            <a:ext cx="1733550" cy="3631178"/>
          </a:xfrm>
          <a:custGeom xmlns:a="http://schemas.openxmlformats.org/drawingml/2006/main">
            <a:pathLst>
              <a:path w="1733550" h="3631178">
                <a:moveTo>
                  <a:pt x="0" y="0"/>
                </a:moveTo>
                <a:lnTo>
                  <a:pt x="0" y="42834"/>
                </a:lnTo>
                <a:lnTo>
                  <a:pt x="9249" y="84525"/>
                </a:lnTo>
                <a:lnTo>
                  <a:pt x="19660" y="126063"/>
                </a:lnTo>
                <a:lnTo>
                  <a:pt x="30070" y="167611"/>
                </a:lnTo>
                <a:lnTo>
                  <a:pt x="40491" y="209159"/>
                </a:lnTo>
                <a:lnTo>
                  <a:pt x="50902" y="250708"/>
                </a:lnTo>
                <a:lnTo>
                  <a:pt x="61312" y="292256"/>
                </a:lnTo>
                <a:lnTo>
                  <a:pt x="71723" y="333794"/>
                </a:lnTo>
                <a:lnTo>
                  <a:pt x="82144" y="375342"/>
                </a:lnTo>
                <a:lnTo>
                  <a:pt x="92554" y="416890"/>
                </a:lnTo>
                <a:lnTo>
                  <a:pt x="102965" y="458438"/>
                </a:lnTo>
                <a:lnTo>
                  <a:pt x="113376" y="499977"/>
                </a:lnTo>
                <a:lnTo>
                  <a:pt x="123796" y="541525"/>
                </a:lnTo>
                <a:lnTo>
                  <a:pt x="134207" y="583073"/>
                </a:lnTo>
                <a:lnTo>
                  <a:pt x="143599" y="624850"/>
                </a:lnTo>
                <a:lnTo>
                  <a:pt x="151924" y="666864"/>
                </a:lnTo>
                <a:lnTo>
                  <a:pt x="159915" y="708946"/>
                </a:lnTo>
                <a:lnTo>
                  <a:pt x="167916" y="751018"/>
                </a:lnTo>
                <a:lnTo>
                  <a:pt x="175908" y="793099"/>
                </a:lnTo>
                <a:lnTo>
                  <a:pt x="183899" y="835181"/>
                </a:lnTo>
                <a:lnTo>
                  <a:pt x="191900" y="877253"/>
                </a:lnTo>
                <a:lnTo>
                  <a:pt x="199892" y="919334"/>
                </a:lnTo>
                <a:lnTo>
                  <a:pt x="207883" y="961415"/>
                </a:lnTo>
                <a:lnTo>
                  <a:pt x="215884" y="1003487"/>
                </a:lnTo>
                <a:lnTo>
                  <a:pt x="223876" y="1045569"/>
                </a:lnTo>
                <a:lnTo>
                  <a:pt x="231867" y="1087650"/>
                </a:lnTo>
                <a:lnTo>
                  <a:pt x="239868" y="1129722"/>
                </a:lnTo>
                <a:lnTo>
                  <a:pt x="247860" y="1171804"/>
                </a:lnTo>
                <a:lnTo>
                  <a:pt x="255746" y="1213904"/>
                </a:lnTo>
                <a:lnTo>
                  <a:pt x="263300" y="1256062"/>
                </a:lnTo>
                <a:lnTo>
                  <a:pt x="270577" y="1298267"/>
                </a:lnTo>
                <a:lnTo>
                  <a:pt x="277854" y="1340482"/>
                </a:lnTo>
                <a:lnTo>
                  <a:pt x="285131" y="1382687"/>
                </a:lnTo>
                <a:lnTo>
                  <a:pt x="292408" y="1424892"/>
                </a:lnTo>
                <a:lnTo>
                  <a:pt x="299685" y="1467107"/>
                </a:lnTo>
                <a:lnTo>
                  <a:pt x="306972" y="1509312"/>
                </a:lnTo>
                <a:lnTo>
                  <a:pt x="314249" y="1551518"/>
                </a:lnTo>
                <a:lnTo>
                  <a:pt x="321526" y="1593733"/>
                </a:lnTo>
                <a:lnTo>
                  <a:pt x="328803" y="1635938"/>
                </a:lnTo>
                <a:lnTo>
                  <a:pt x="336080" y="1678143"/>
                </a:lnTo>
                <a:lnTo>
                  <a:pt x="343357" y="1720358"/>
                </a:lnTo>
                <a:lnTo>
                  <a:pt x="350634" y="1762563"/>
                </a:lnTo>
                <a:lnTo>
                  <a:pt x="357911" y="1804768"/>
                </a:lnTo>
                <a:lnTo>
                  <a:pt x="364931" y="1847021"/>
                </a:lnTo>
                <a:lnTo>
                  <a:pt x="371799" y="1889303"/>
                </a:lnTo>
                <a:lnTo>
                  <a:pt x="378657" y="1931575"/>
                </a:lnTo>
                <a:lnTo>
                  <a:pt x="385515" y="1973856"/>
                </a:lnTo>
                <a:lnTo>
                  <a:pt x="392363" y="2016138"/>
                </a:lnTo>
                <a:lnTo>
                  <a:pt x="399221" y="2058419"/>
                </a:lnTo>
                <a:lnTo>
                  <a:pt x="406070" y="2100691"/>
                </a:lnTo>
                <a:lnTo>
                  <a:pt x="412928" y="2142973"/>
                </a:lnTo>
                <a:lnTo>
                  <a:pt x="419776" y="2185254"/>
                </a:lnTo>
                <a:lnTo>
                  <a:pt x="426634" y="2227536"/>
                </a:lnTo>
                <a:lnTo>
                  <a:pt x="433492" y="2269808"/>
                </a:lnTo>
                <a:lnTo>
                  <a:pt x="440341" y="2312089"/>
                </a:lnTo>
                <a:lnTo>
                  <a:pt x="447199" y="2354370"/>
                </a:lnTo>
                <a:lnTo>
                  <a:pt x="454047" y="2396652"/>
                </a:lnTo>
                <a:lnTo>
                  <a:pt x="460772" y="2438952"/>
                </a:lnTo>
                <a:lnTo>
                  <a:pt x="467382" y="2481263"/>
                </a:lnTo>
                <a:lnTo>
                  <a:pt x="473954" y="2523592"/>
                </a:lnTo>
                <a:lnTo>
                  <a:pt x="480517" y="2565921"/>
                </a:lnTo>
                <a:lnTo>
                  <a:pt x="487089" y="2608240"/>
                </a:lnTo>
                <a:lnTo>
                  <a:pt x="493652" y="2650569"/>
                </a:lnTo>
                <a:lnTo>
                  <a:pt x="500224" y="2692889"/>
                </a:lnTo>
                <a:lnTo>
                  <a:pt x="506787" y="2735218"/>
                </a:lnTo>
                <a:lnTo>
                  <a:pt x="513359" y="2777538"/>
                </a:lnTo>
                <a:lnTo>
                  <a:pt x="519922" y="2819867"/>
                </a:lnTo>
                <a:lnTo>
                  <a:pt x="526494" y="2862186"/>
                </a:lnTo>
                <a:lnTo>
                  <a:pt x="533057" y="2904515"/>
                </a:lnTo>
                <a:lnTo>
                  <a:pt x="539629" y="2946835"/>
                </a:lnTo>
                <a:lnTo>
                  <a:pt x="503692" y="2952750"/>
                </a:lnTo>
                <a:lnTo>
                  <a:pt x="460867" y="2952750"/>
                </a:lnTo>
                <a:lnTo>
                  <a:pt x="418033" y="2952750"/>
                </a:lnTo>
                <a:lnTo>
                  <a:pt x="375199" y="2952750"/>
                </a:lnTo>
                <a:lnTo>
                  <a:pt x="332375" y="2952750"/>
                </a:lnTo>
                <a:lnTo>
                  <a:pt x="289541" y="2952750"/>
                </a:lnTo>
                <a:lnTo>
                  <a:pt x="246707" y="2952750"/>
                </a:lnTo>
                <a:lnTo>
                  <a:pt x="225514" y="2962056"/>
                </a:lnTo>
                <a:lnTo>
                  <a:pt x="254975" y="2993136"/>
                </a:lnTo>
                <a:lnTo>
                  <a:pt x="284445" y="3024226"/>
                </a:lnTo>
                <a:lnTo>
                  <a:pt x="313906" y="3055306"/>
                </a:lnTo>
                <a:lnTo>
                  <a:pt x="343376" y="3086395"/>
                </a:lnTo>
                <a:lnTo>
                  <a:pt x="372837" y="3117475"/>
                </a:lnTo>
                <a:lnTo>
                  <a:pt x="402307" y="3148565"/>
                </a:lnTo>
                <a:lnTo>
                  <a:pt x="431768" y="3179645"/>
                </a:lnTo>
                <a:lnTo>
                  <a:pt x="461239" y="3210735"/>
                </a:lnTo>
                <a:lnTo>
                  <a:pt x="490699" y="3241815"/>
                </a:lnTo>
                <a:lnTo>
                  <a:pt x="520170" y="3272904"/>
                </a:lnTo>
                <a:lnTo>
                  <a:pt x="549631" y="3303984"/>
                </a:lnTo>
                <a:lnTo>
                  <a:pt x="579101" y="3335074"/>
                </a:lnTo>
                <a:lnTo>
                  <a:pt x="608571" y="3366154"/>
                </a:lnTo>
                <a:lnTo>
                  <a:pt x="638032" y="3397244"/>
                </a:lnTo>
                <a:lnTo>
                  <a:pt x="667502" y="3428324"/>
                </a:lnTo>
                <a:lnTo>
                  <a:pt x="696963" y="3459413"/>
                </a:lnTo>
                <a:lnTo>
                  <a:pt x="726434" y="3490493"/>
                </a:lnTo>
                <a:lnTo>
                  <a:pt x="755894" y="3521583"/>
                </a:lnTo>
                <a:lnTo>
                  <a:pt x="785365" y="3552663"/>
                </a:lnTo>
                <a:lnTo>
                  <a:pt x="814826" y="3583753"/>
                </a:lnTo>
                <a:lnTo>
                  <a:pt x="844296" y="3614833"/>
                </a:lnTo>
                <a:lnTo>
                  <a:pt x="873757" y="3631178"/>
                </a:lnTo>
                <a:lnTo>
                  <a:pt x="903227" y="3600098"/>
                </a:lnTo>
                <a:lnTo>
                  <a:pt x="932688" y="3569008"/>
                </a:lnTo>
                <a:lnTo>
                  <a:pt x="962158" y="3537928"/>
                </a:lnTo>
                <a:lnTo>
                  <a:pt x="991619" y="3506838"/>
                </a:lnTo>
                <a:lnTo>
                  <a:pt x="1021090" y="3475758"/>
                </a:lnTo>
                <a:lnTo>
                  <a:pt x="1050550" y="3444669"/>
                </a:lnTo>
                <a:lnTo>
                  <a:pt x="1080021" y="3413589"/>
                </a:lnTo>
                <a:lnTo>
                  <a:pt x="1109491" y="3382499"/>
                </a:lnTo>
                <a:lnTo>
                  <a:pt x="1138952" y="3351419"/>
                </a:lnTo>
                <a:lnTo>
                  <a:pt x="1168422" y="3320329"/>
                </a:lnTo>
                <a:lnTo>
                  <a:pt x="1197883" y="3289249"/>
                </a:lnTo>
                <a:lnTo>
                  <a:pt x="1227353" y="3258160"/>
                </a:lnTo>
                <a:lnTo>
                  <a:pt x="1256814" y="3227080"/>
                </a:lnTo>
                <a:lnTo>
                  <a:pt x="1286285" y="3195990"/>
                </a:lnTo>
                <a:lnTo>
                  <a:pt x="1315745" y="3164910"/>
                </a:lnTo>
                <a:lnTo>
                  <a:pt x="1345216" y="3133820"/>
                </a:lnTo>
                <a:lnTo>
                  <a:pt x="1374677" y="3102740"/>
                </a:lnTo>
                <a:lnTo>
                  <a:pt x="1404147" y="3071651"/>
                </a:lnTo>
                <a:lnTo>
                  <a:pt x="1433608" y="3040571"/>
                </a:lnTo>
                <a:lnTo>
                  <a:pt x="1463078" y="3009481"/>
                </a:lnTo>
                <a:lnTo>
                  <a:pt x="1492539" y="2978401"/>
                </a:lnTo>
                <a:lnTo>
                  <a:pt x="1509370" y="2952750"/>
                </a:lnTo>
                <a:lnTo>
                  <a:pt x="1466536" y="2952750"/>
                </a:lnTo>
                <a:lnTo>
                  <a:pt x="1423702" y="2952750"/>
                </a:lnTo>
                <a:lnTo>
                  <a:pt x="1380877" y="2952750"/>
                </a:lnTo>
                <a:lnTo>
                  <a:pt x="1338043" y="2952750"/>
                </a:lnTo>
                <a:lnTo>
                  <a:pt x="1295210" y="2952750"/>
                </a:lnTo>
                <a:lnTo>
                  <a:pt x="1252385" y="2952750"/>
                </a:lnTo>
                <a:lnTo>
                  <a:pt x="1209551" y="2952750"/>
                </a:lnTo>
                <a:lnTo>
                  <a:pt x="1197035" y="2926775"/>
                </a:lnTo>
                <a:lnTo>
                  <a:pt x="1203608" y="2884446"/>
                </a:lnTo>
                <a:lnTo>
                  <a:pt x="1210170" y="2842127"/>
                </a:lnTo>
                <a:lnTo>
                  <a:pt x="1216743" y="2799798"/>
                </a:lnTo>
                <a:lnTo>
                  <a:pt x="1223305" y="2757478"/>
                </a:lnTo>
                <a:lnTo>
                  <a:pt x="1229878" y="2715149"/>
                </a:lnTo>
                <a:lnTo>
                  <a:pt x="1236440" y="2672829"/>
                </a:lnTo>
                <a:lnTo>
                  <a:pt x="1243013" y="2630500"/>
                </a:lnTo>
                <a:lnTo>
                  <a:pt x="1249575" y="2588171"/>
                </a:lnTo>
                <a:lnTo>
                  <a:pt x="1256147" y="2545852"/>
                </a:lnTo>
                <a:lnTo>
                  <a:pt x="1262710" y="2503522"/>
                </a:lnTo>
                <a:lnTo>
                  <a:pt x="1269282" y="2461203"/>
                </a:lnTo>
                <a:lnTo>
                  <a:pt x="1275940" y="2418893"/>
                </a:lnTo>
                <a:lnTo>
                  <a:pt x="1282751" y="2376602"/>
                </a:lnTo>
                <a:lnTo>
                  <a:pt x="1289599" y="2334330"/>
                </a:lnTo>
                <a:lnTo>
                  <a:pt x="1296457" y="2292048"/>
                </a:lnTo>
                <a:lnTo>
                  <a:pt x="1303315" y="2249767"/>
                </a:lnTo>
                <a:lnTo>
                  <a:pt x="1310164" y="2207485"/>
                </a:lnTo>
                <a:lnTo>
                  <a:pt x="1317022" y="2165213"/>
                </a:lnTo>
                <a:lnTo>
                  <a:pt x="1323870" y="2122932"/>
                </a:lnTo>
                <a:lnTo>
                  <a:pt x="1330728" y="2080651"/>
                </a:lnTo>
                <a:lnTo>
                  <a:pt x="1337577" y="2038369"/>
                </a:lnTo>
                <a:lnTo>
                  <a:pt x="1344435" y="1996097"/>
                </a:lnTo>
                <a:lnTo>
                  <a:pt x="1351293" y="1953816"/>
                </a:lnTo>
                <a:lnTo>
                  <a:pt x="1358141" y="1911534"/>
                </a:lnTo>
                <a:lnTo>
                  <a:pt x="1364999" y="1869253"/>
                </a:lnTo>
                <a:lnTo>
                  <a:pt x="1371952" y="1826990"/>
                </a:lnTo>
                <a:lnTo>
                  <a:pt x="1379087" y="1784756"/>
                </a:lnTo>
                <a:lnTo>
                  <a:pt x="1386364" y="1742551"/>
                </a:lnTo>
                <a:lnTo>
                  <a:pt x="1393641" y="1700346"/>
                </a:lnTo>
                <a:lnTo>
                  <a:pt x="1400918" y="1658131"/>
                </a:lnTo>
                <a:lnTo>
                  <a:pt x="1408195" y="1615926"/>
                </a:lnTo>
                <a:lnTo>
                  <a:pt x="1415482" y="1573721"/>
                </a:lnTo>
                <a:lnTo>
                  <a:pt x="1422759" y="1531515"/>
                </a:lnTo>
                <a:lnTo>
                  <a:pt x="1430036" y="1489300"/>
                </a:lnTo>
                <a:lnTo>
                  <a:pt x="1437313" y="1447095"/>
                </a:lnTo>
                <a:lnTo>
                  <a:pt x="1444590" y="1404890"/>
                </a:lnTo>
                <a:lnTo>
                  <a:pt x="1451867" y="1362675"/>
                </a:lnTo>
                <a:lnTo>
                  <a:pt x="1459144" y="1320470"/>
                </a:lnTo>
                <a:lnTo>
                  <a:pt x="1466421" y="1278265"/>
                </a:lnTo>
                <a:lnTo>
                  <a:pt x="1473813" y="1236069"/>
                </a:lnTo>
                <a:lnTo>
                  <a:pt x="1481490" y="1193930"/>
                </a:lnTo>
                <a:lnTo>
                  <a:pt x="1489481" y="1151858"/>
                </a:lnTo>
                <a:lnTo>
                  <a:pt x="1497473" y="1109777"/>
                </a:lnTo>
                <a:lnTo>
                  <a:pt x="1505474" y="1067695"/>
                </a:lnTo>
                <a:lnTo>
                  <a:pt x="1513465" y="1025623"/>
                </a:lnTo>
                <a:lnTo>
                  <a:pt x="1521457" y="983542"/>
                </a:lnTo>
                <a:lnTo>
                  <a:pt x="1529458" y="941461"/>
                </a:lnTo>
                <a:lnTo>
                  <a:pt x="1537449" y="899389"/>
                </a:lnTo>
                <a:lnTo>
                  <a:pt x="1545441" y="857307"/>
                </a:lnTo>
                <a:lnTo>
                  <a:pt x="1553442" y="815226"/>
                </a:lnTo>
                <a:lnTo>
                  <a:pt x="1561433" y="773154"/>
                </a:lnTo>
                <a:lnTo>
                  <a:pt x="1569425" y="731072"/>
                </a:lnTo>
                <a:lnTo>
                  <a:pt x="1577426" y="688991"/>
                </a:lnTo>
                <a:lnTo>
                  <a:pt x="1585446" y="646919"/>
                </a:lnTo>
                <a:lnTo>
                  <a:pt x="1594009" y="604952"/>
                </a:lnTo>
                <a:lnTo>
                  <a:pt x="1604277" y="563375"/>
                </a:lnTo>
                <a:lnTo>
                  <a:pt x="1614697" y="521827"/>
                </a:lnTo>
                <a:lnTo>
                  <a:pt x="1625108" y="480289"/>
                </a:lnTo>
                <a:lnTo>
                  <a:pt x="1635519" y="438741"/>
                </a:lnTo>
                <a:lnTo>
                  <a:pt x="1645930" y="397193"/>
                </a:lnTo>
                <a:lnTo>
                  <a:pt x="1656350" y="355644"/>
                </a:lnTo>
                <a:lnTo>
                  <a:pt x="1666761" y="314096"/>
                </a:lnTo>
                <a:lnTo>
                  <a:pt x="1677172" y="272558"/>
                </a:lnTo>
                <a:lnTo>
                  <a:pt x="1687582" y="231010"/>
                </a:lnTo>
                <a:lnTo>
                  <a:pt x="1698003" y="189462"/>
                </a:lnTo>
                <a:lnTo>
                  <a:pt x="1708414" y="147914"/>
                </a:lnTo>
                <a:lnTo>
                  <a:pt x="1718824" y="106366"/>
                </a:lnTo>
                <a:lnTo>
                  <a:pt x="1729235" y="64827"/>
                </a:lnTo>
                <a:lnTo>
                  <a:pt x="1733550" y="22527"/>
                </a:lnTo>
                <a:lnTo>
                  <a:pt x="1713243" y="0"/>
                </a:lnTo>
                <a:lnTo>
                  <a:pt x="1670418" y="0"/>
                </a:lnTo>
                <a:lnTo>
                  <a:pt x="1627584" y="0"/>
                </a:lnTo>
                <a:lnTo>
                  <a:pt x="1584750" y="0"/>
                </a:lnTo>
                <a:lnTo>
                  <a:pt x="1541917" y="0"/>
                </a:lnTo>
                <a:lnTo>
                  <a:pt x="1499092" y="0"/>
                </a:lnTo>
                <a:lnTo>
                  <a:pt x="1456258" y="0"/>
                </a:lnTo>
                <a:lnTo>
                  <a:pt x="1413424" y="0"/>
                </a:lnTo>
                <a:lnTo>
                  <a:pt x="1370600" y="0"/>
                </a:lnTo>
                <a:lnTo>
                  <a:pt x="1327766" y="0"/>
                </a:lnTo>
                <a:lnTo>
                  <a:pt x="1284932" y="0"/>
                </a:lnTo>
                <a:lnTo>
                  <a:pt x="1242098" y="0"/>
                </a:lnTo>
                <a:lnTo>
                  <a:pt x="1199274" y="0"/>
                </a:lnTo>
                <a:lnTo>
                  <a:pt x="1156440" y="0"/>
                </a:lnTo>
                <a:lnTo>
                  <a:pt x="1113606" y="0"/>
                </a:lnTo>
                <a:lnTo>
                  <a:pt x="1070781" y="0"/>
                </a:lnTo>
                <a:lnTo>
                  <a:pt x="1027948" y="0"/>
                </a:lnTo>
                <a:lnTo>
                  <a:pt x="985114" y="0"/>
                </a:lnTo>
                <a:lnTo>
                  <a:pt x="942289" y="0"/>
                </a:lnTo>
                <a:lnTo>
                  <a:pt x="899455" y="0"/>
                </a:lnTo>
                <a:lnTo>
                  <a:pt x="856621" y="0"/>
                </a:lnTo>
                <a:lnTo>
                  <a:pt x="813787" y="0"/>
                </a:lnTo>
                <a:lnTo>
                  <a:pt x="770963" y="0"/>
                </a:lnTo>
                <a:lnTo>
                  <a:pt x="728129" y="0"/>
                </a:lnTo>
                <a:lnTo>
                  <a:pt x="685295" y="0"/>
                </a:lnTo>
                <a:lnTo>
                  <a:pt x="642471" y="0"/>
                </a:lnTo>
                <a:lnTo>
                  <a:pt x="599637" y="0"/>
                </a:lnTo>
                <a:lnTo>
                  <a:pt x="556803" y="0"/>
                </a:lnTo>
                <a:lnTo>
                  <a:pt x="513969" y="0"/>
                </a:lnTo>
                <a:lnTo>
                  <a:pt x="471145" y="0"/>
                </a:lnTo>
                <a:lnTo>
                  <a:pt x="428311" y="0"/>
                </a:lnTo>
                <a:lnTo>
                  <a:pt x="385477" y="0"/>
                </a:lnTo>
                <a:lnTo>
                  <a:pt x="342652" y="0"/>
                </a:lnTo>
                <a:lnTo>
                  <a:pt x="299818" y="0"/>
                </a:lnTo>
                <a:lnTo>
                  <a:pt x="256985" y="0"/>
                </a:lnTo>
                <a:lnTo>
                  <a:pt x="214160" y="0"/>
                </a:lnTo>
                <a:lnTo>
                  <a:pt x="171326" y="0"/>
                </a:lnTo>
                <a:lnTo>
                  <a:pt x="128492" y="0"/>
                </a:lnTo>
                <a:lnTo>
                  <a:pt x="85658" y="0"/>
                </a:lnTo>
                <a:lnTo>
                  <a:pt x="42834" y="0"/>
                </a:lnTo>
                <a:lnTo>
                  <a:pt x="0" y="0"/>
                </a:lnTo>
                <a:close/>
              </a:path>
            </a:pathLst>
          </a:custGeom>
          <a:gradFill xmlns:a="http://schemas.openxmlformats.org/drawingml/2006/main">
            <a:gsLst>
              <a:gs pos="0">
                <a:srgbClr val="000000"/>
              </a:gs>
              <a:gs pos="42">
                <a:srgbClr val="B8D8F2">
                  <a:alpha val="16000"/>
                </a:srgbClr>
              </a:gs>
              <a:gs pos="76">
                <a:srgbClr val="8FC4EE">
                  <a:alpha val="32000"/>
                </a:srgbClr>
              </a:gs>
              <a:gs pos="100">
                <a:srgbClr val="72B3E8">
                  <a:alpha val="52000"/>
                </a:srgbClr>
              </a:gs>
            </a:gsLst>
            <a:lin ang="10800000"/>
          </a:gradFill>
          <a:ln xmlns:a="http://schemas.openxmlformats.org/drawingml/2006/main" w="9525">
            <a:noFill/>
            <a:prstDash val="solid"/>
          </a:ln>
        </p:spPr>
      </p:sp>
      <p:sp>
        <p:nvSpPr>
          <p:cNvPr id="46" name="phase-label-0">
            <a:extLst xmlns:a="http://schemas.openxmlformats.org/drawingml/2006/main">
              <a:ext uri="{FF2B5EF4-FFF2-40B4-BE49-F238E27FC236}">
                <a16:creationId xmlns:a16="http://schemas.microsoft.com/office/drawing/2014/main" id="{626B2C15-793C-42BB-A03A-4EE50D91E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1638300"/>
            <a:ext cx="228600" cy="2657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阶段一</a:t>
            </a:r>
          </a:p>
        </p:txBody>
      </p:sp>
      <p:sp>
        <p:nvSpPr>
          <p:cNvPr id="47" name="phase-label-1">
            <a:extLst xmlns:a="http://schemas.openxmlformats.org/drawingml/2006/main">
              <a:ext uri="{FF2B5EF4-FFF2-40B4-BE49-F238E27FC236}">
                <a16:creationId xmlns:a16="http://schemas.microsoft.com/office/drawing/2014/main" id="{651E01A6-2C8A-44D0-BEAB-E5999A8F5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4295775"/>
            <a:ext cx="228600" cy="1914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阶段二</a:t>
            </a:r>
          </a:p>
        </p:txBody>
      </p:sp>
      <p:sp>
        <p:nvSpPr>
          <p:cNvPr id="48" name="funnel-step-title-0">
            <a:extLst xmlns:a="http://schemas.openxmlformats.org/drawingml/2006/main">
              <a:ext uri="{FF2B5EF4-FFF2-40B4-BE49-F238E27FC236}">
                <a16:creationId xmlns:a16="http://schemas.microsoft.com/office/drawing/2014/main" id="{BEB0F21C-9303-46DE-B09C-A01D834B4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311728" y="2653455"/>
            <a:ext cx="2615803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广泛触达</a:t>
            </a:r>
          </a:p>
        </p:txBody>
      </p:sp>
      <p:sp>
        <p:nvSpPr>
          <p:cNvPr id="49" name="funnel-step-title-1">
            <a:extLst xmlns:a="http://schemas.openxmlformats.org/drawingml/2006/main">
              <a:ext uri="{FF2B5EF4-FFF2-40B4-BE49-F238E27FC236}">
                <a16:creationId xmlns:a16="http://schemas.microsoft.com/office/drawing/2014/main" id="{9795664F-01F5-440F-BBD0-99EDC3543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528117" y="3255169"/>
            <a:ext cx="2183016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兴趣识别</a:t>
            </a:r>
          </a:p>
        </p:txBody>
      </p:sp>
      <p:sp>
        <p:nvSpPr>
          <p:cNvPr id="50" name="funnel-step-title-2">
            <a:extLst xmlns:a="http://schemas.openxmlformats.org/drawingml/2006/main">
              <a:ext uri="{FF2B5EF4-FFF2-40B4-BE49-F238E27FC236}">
                <a16:creationId xmlns:a16="http://schemas.microsoft.com/office/drawing/2014/main" id="{DE037563-5D50-41FA-9339-61E6EA154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25018" y="3856730"/>
            <a:ext cx="1789214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意向培育</a:t>
            </a:r>
          </a:p>
        </p:txBody>
      </p:sp>
      <p:sp>
        <p:nvSpPr>
          <p:cNvPr id="51" name="funnel-step-title-3">
            <a:extLst xmlns:a="http://schemas.openxmlformats.org/drawingml/2006/main">
              <a:ext uri="{FF2B5EF4-FFF2-40B4-BE49-F238E27FC236}">
                <a16:creationId xmlns:a16="http://schemas.microsoft.com/office/drawing/2014/main" id="{D653A173-CFF5-462D-8E51-A3F8FFB24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10165" y="4458443"/>
            <a:ext cx="141893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行动转化</a:t>
            </a:r>
          </a:p>
        </p:txBody>
      </p:sp>
      <p:sp>
        <p:nvSpPr>
          <p:cNvPr id="52" name="funnel-step-title-4">
            <a:extLst xmlns:a="http://schemas.openxmlformats.org/drawingml/2006/main">
              <a:ext uri="{FF2B5EF4-FFF2-40B4-BE49-F238E27FC236}">
                <a16:creationId xmlns:a16="http://schemas.microsoft.com/office/drawing/2014/main" id="{AE669FF0-D574-4D7D-9639-96C3455A1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87120" y="5060156"/>
            <a:ext cx="1065019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持续留存</a:t>
            </a:r>
          </a:p>
        </p:txBody>
      </p:sp>
      <p:sp>
        <p:nvSpPr>
          <p:cNvPr id="53" name="funnel-step-title-5">
            <a:extLst xmlns:a="http://schemas.openxmlformats.org/drawingml/2006/main">
              <a:ext uri="{FF2B5EF4-FFF2-40B4-BE49-F238E27FC236}">
                <a16:creationId xmlns:a16="http://schemas.microsoft.com/office/drawing/2014/main" id="{2ABF01D5-868F-4DCE-A292-30702BC0B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200525" y="5661717"/>
            <a:ext cx="8382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价值增长</a:t>
            </a:r>
          </a:p>
        </p:txBody>
      </p:sp>
      <p:sp>
        <p:nvSpPr>
          <p:cNvPr id="54" name="input-core-0">
            <a:extLst xmlns:a="http://schemas.openxmlformats.org/drawingml/2006/main">
              <a:ext uri="{FF2B5EF4-FFF2-40B4-BE49-F238E27FC236}">
                <a16:creationId xmlns:a16="http://schemas.microsoft.com/office/drawing/2014/main" id="{ED89B3A4-9953-4331-9BAD-557D57307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057525" y="194310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23"/>
          <a:fontRef xmlns:a="http://schemas.openxmlformats.org/drawingml/2006/main" idx="major"/>
        </p:style>
      </p:sp>
      <p:pic>
        <p:nvPicPr>
          <p:cNvPr id="1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928efbb215b4a7f">
            <a:extLst>
              <a:ext uri="{96DAC541-7B7A-43D3-8B79-37D633B846F1}">
                <asvg:svgBlip xmlns:asvg="http://schemas.microsoft.com/office/drawing/2016/SVG/main" r:embed="R81cb4c1e87d3488a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3152775" y="2038350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56" name="input-core-1">
            <a:extLst xmlns:a="http://schemas.openxmlformats.org/drawingml/2006/main">
              <a:ext uri="{FF2B5EF4-FFF2-40B4-BE49-F238E27FC236}">
                <a16:creationId xmlns:a16="http://schemas.microsoft.com/office/drawing/2014/main" id="{50CAE5EC-6514-4249-B7C7-99830FA0E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52850" y="1743075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23"/>
          <a:fontRef xmlns:a="http://schemas.openxmlformats.org/drawingml/2006/main" idx="major"/>
        </p:style>
      </p:sp>
      <p:pic>
        <p:nvPicPr>
          <p:cNvPr id="1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05fb2758784417b">
            <a:extLst>
              <a:ext uri="{96DAC541-7B7A-43D3-8B79-37D633B846F1}">
                <asvg:svgBlip xmlns:asvg="http://schemas.microsoft.com/office/drawing/2016/SVG/main" r:embed="R9bf94f4b17af4ac0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3848100" y="1838325"/>
            <a:ext cx="209550" cy="209550"/>
          </a:xfrm>
          <a:prstGeom xmlns:a="http://schemas.openxmlformats.org/drawingml/2006/main" prst="rect">
            <a:avLst/>
          </a:prstGeom>
        </p:spPr>
      </p:pic>
      <p:sp>
        <p:nvSpPr>
          <p:cNvPr id="58" name="input-core-2">
            <a:extLst xmlns:a="http://schemas.openxmlformats.org/drawingml/2006/main">
              <a:ext uri="{FF2B5EF4-FFF2-40B4-BE49-F238E27FC236}">
                <a16:creationId xmlns:a16="http://schemas.microsoft.com/office/drawing/2014/main" id="{3776AA6F-4EDD-40C0-8FFC-DB39D8B04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391025" y="162877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23"/>
          <a:fontRef xmlns:a="http://schemas.openxmlformats.org/drawingml/2006/main" idx="major"/>
        </p:style>
      </p:sp>
      <p:pic>
        <p:nvPicPr>
          <p:cNvPr id="1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d151363ae8b4010">
            <a:extLst>
              <a:ext uri="{96DAC541-7B7A-43D3-8B79-37D633B846F1}">
                <asvg:svgBlip xmlns:asvg="http://schemas.microsoft.com/office/drawing/2016/SVG/main" r:embed="R4b171fd1707a4e1c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4486275" y="1724025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60" name="input-core-3">
            <a:extLst xmlns:a="http://schemas.openxmlformats.org/drawingml/2006/main">
              <a:ext uri="{FF2B5EF4-FFF2-40B4-BE49-F238E27FC236}">
                <a16:creationId xmlns:a16="http://schemas.microsoft.com/office/drawing/2014/main" id="{B6478868-9005-4DA9-B837-F45E39014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086350" y="1781175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23"/>
          <a:fontRef xmlns:a="http://schemas.openxmlformats.org/drawingml/2006/main" idx="major"/>
        </p:style>
      </p:sp>
      <p:pic>
        <p:nvPicPr>
          <p:cNvPr id="1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148e49f1b674761">
            <a:extLst>
              <a:ext uri="{96DAC541-7B7A-43D3-8B79-37D633B846F1}">
                <asvg:svgBlip xmlns:asvg="http://schemas.microsoft.com/office/drawing/2016/SVG/main" r:embed="Rbdc415b81aeb4c0b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5181600" y="1876425"/>
            <a:ext cx="209550" cy="209550"/>
          </a:xfrm>
          <a:prstGeom xmlns:a="http://schemas.openxmlformats.org/drawingml/2006/main" prst="rect">
            <a:avLst/>
          </a:prstGeom>
        </p:spPr>
      </p:pic>
      <p:sp>
        <p:nvSpPr>
          <p:cNvPr id="62" name="input-core-4">
            <a:extLst xmlns:a="http://schemas.openxmlformats.org/drawingml/2006/main">
              <a:ext uri="{FF2B5EF4-FFF2-40B4-BE49-F238E27FC236}">
                <a16:creationId xmlns:a16="http://schemas.microsoft.com/office/drawing/2014/main" id="{155B7918-4F50-44D8-8DBD-9BAA8F518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724525" y="191452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23"/>
          <a:fontRef xmlns:a="http://schemas.openxmlformats.org/drawingml/2006/main" idx="major"/>
        </p:style>
      </p:sp>
      <p:pic>
        <p:nvPicPr>
          <p:cNvPr id="1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eb663c44b294bdb">
            <a:extLst>
              <a:ext uri="{96DAC541-7B7A-43D3-8B79-37D633B846F1}">
                <asvg:svgBlip xmlns:asvg="http://schemas.microsoft.com/office/drawing/2016/SVG/main" r:embed="R1584b05cf33049bb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5819775" y="2009775"/>
            <a:ext cx="266700" cy="2667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5702366"/>
      </p:ext>
    </p:extLst>
  </p:cSld>
</p:sld>
</file>

<file path=ppt/slides/slide5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6" name="phase-band-0">
            <a:extLst xmlns:a="http://schemas.openxmlformats.org/drawingml/2006/main">
              <a:ext uri="{FF2B5EF4-FFF2-40B4-BE49-F238E27FC236}">
                <a16:creationId xmlns:a16="http://schemas.microsoft.com/office/drawing/2014/main" id="{A528C528-DF2D-420F-8D5F-7A3222094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1638300"/>
            <a:ext cx="11144250" cy="2657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phase-band-1">
            <a:extLst xmlns:a="http://schemas.openxmlformats.org/drawingml/2006/main">
              <a:ext uri="{FF2B5EF4-FFF2-40B4-BE49-F238E27FC236}">
                <a16:creationId xmlns:a16="http://schemas.microsoft.com/office/drawing/2014/main" id="{7A66A2DB-FA32-4EC2-98A8-B60C185AB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4295775"/>
            <a:ext cx="11144250" cy="1914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38100">
            <a:solidFill>
              <a:srgbClr val="FFFFFF"/>
            </a:solidFill>
            <a:prstDash val="solid"/>
          </a:ln>
        </p:spPr>
      </p:sp>
      <p:sp>
        <p:nvSpPr>
          <p:cNvPr id="3" name="phase-rail-0">
            <a:extLst xmlns:a="http://schemas.openxmlformats.org/drawingml/2006/main">
              <a:ext uri="{FF2B5EF4-FFF2-40B4-BE49-F238E27FC236}">
                <a16:creationId xmlns:a16="http://schemas.microsoft.com/office/drawing/2014/main" id="{C0F35C8B-9804-4EB7-939C-9675701FA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1638300"/>
            <a:ext cx="514350" cy="2656656"/>
          </a:xfrm>
          <a:custGeom xmlns:a="http://schemas.openxmlformats.org/drawingml/2006/main">
            <a:pathLst>
              <a:path w="514350" h="2656656">
                <a:moveTo>
                  <a:pt x="0" y="0"/>
                </a:moveTo>
                <a:lnTo>
                  <a:pt x="25546" y="0"/>
                </a:lnTo>
                <a:lnTo>
                  <a:pt x="51102" y="0"/>
                </a:lnTo>
                <a:lnTo>
                  <a:pt x="76648" y="0"/>
                </a:lnTo>
                <a:lnTo>
                  <a:pt x="102203" y="0"/>
                </a:lnTo>
                <a:lnTo>
                  <a:pt x="127749" y="0"/>
                </a:lnTo>
                <a:lnTo>
                  <a:pt x="153295" y="0"/>
                </a:lnTo>
                <a:lnTo>
                  <a:pt x="178851" y="0"/>
                </a:lnTo>
                <a:lnTo>
                  <a:pt x="204397" y="0"/>
                </a:lnTo>
                <a:lnTo>
                  <a:pt x="229953" y="0"/>
                </a:lnTo>
                <a:lnTo>
                  <a:pt x="255499" y="0"/>
                </a:lnTo>
                <a:lnTo>
                  <a:pt x="281045" y="0"/>
                </a:lnTo>
                <a:lnTo>
                  <a:pt x="306600" y="0"/>
                </a:lnTo>
                <a:lnTo>
                  <a:pt x="332146" y="0"/>
                </a:lnTo>
                <a:lnTo>
                  <a:pt x="357692" y="0"/>
                </a:lnTo>
                <a:lnTo>
                  <a:pt x="383248" y="0"/>
                </a:lnTo>
                <a:lnTo>
                  <a:pt x="408794" y="0"/>
                </a:lnTo>
                <a:lnTo>
                  <a:pt x="434350" y="0"/>
                </a:lnTo>
                <a:lnTo>
                  <a:pt x="459896" y="0"/>
                </a:lnTo>
                <a:lnTo>
                  <a:pt x="485442" y="0"/>
                </a:lnTo>
                <a:lnTo>
                  <a:pt x="510997" y="0"/>
                </a:lnTo>
                <a:lnTo>
                  <a:pt x="514350" y="22193"/>
                </a:lnTo>
                <a:lnTo>
                  <a:pt x="514350" y="47749"/>
                </a:lnTo>
                <a:lnTo>
                  <a:pt x="514350" y="73295"/>
                </a:lnTo>
                <a:lnTo>
                  <a:pt x="514350" y="98841"/>
                </a:lnTo>
                <a:lnTo>
                  <a:pt x="514350" y="124397"/>
                </a:lnTo>
                <a:lnTo>
                  <a:pt x="514350" y="149943"/>
                </a:lnTo>
                <a:lnTo>
                  <a:pt x="514350" y="175498"/>
                </a:lnTo>
                <a:lnTo>
                  <a:pt x="514350" y="201044"/>
                </a:lnTo>
                <a:lnTo>
                  <a:pt x="514350" y="226590"/>
                </a:lnTo>
                <a:lnTo>
                  <a:pt x="514350" y="252146"/>
                </a:lnTo>
                <a:lnTo>
                  <a:pt x="514350" y="277692"/>
                </a:lnTo>
                <a:lnTo>
                  <a:pt x="514350" y="303247"/>
                </a:lnTo>
                <a:lnTo>
                  <a:pt x="514350" y="328793"/>
                </a:lnTo>
                <a:lnTo>
                  <a:pt x="514350" y="354340"/>
                </a:lnTo>
                <a:lnTo>
                  <a:pt x="514350" y="379895"/>
                </a:lnTo>
                <a:lnTo>
                  <a:pt x="514350" y="405441"/>
                </a:lnTo>
                <a:lnTo>
                  <a:pt x="514350" y="430987"/>
                </a:lnTo>
                <a:lnTo>
                  <a:pt x="514350" y="456543"/>
                </a:lnTo>
                <a:lnTo>
                  <a:pt x="514350" y="482089"/>
                </a:lnTo>
                <a:lnTo>
                  <a:pt x="514350" y="507644"/>
                </a:lnTo>
                <a:lnTo>
                  <a:pt x="514350" y="533190"/>
                </a:lnTo>
                <a:lnTo>
                  <a:pt x="514350" y="558737"/>
                </a:lnTo>
                <a:lnTo>
                  <a:pt x="514350" y="584292"/>
                </a:lnTo>
                <a:lnTo>
                  <a:pt x="514350" y="609838"/>
                </a:lnTo>
                <a:lnTo>
                  <a:pt x="514350" y="635394"/>
                </a:lnTo>
                <a:lnTo>
                  <a:pt x="514350" y="660940"/>
                </a:lnTo>
                <a:lnTo>
                  <a:pt x="514350" y="686486"/>
                </a:lnTo>
                <a:lnTo>
                  <a:pt x="514350" y="712041"/>
                </a:lnTo>
                <a:lnTo>
                  <a:pt x="514350" y="737587"/>
                </a:lnTo>
                <a:lnTo>
                  <a:pt x="514350" y="763143"/>
                </a:lnTo>
                <a:lnTo>
                  <a:pt x="514350" y="788689"/>
                </a:lnTo>
                <a:lnTo>
                  <a:pt x="514350" y="814235"/>
                </a:lnTo>
                <a:lnTo>
                  <a:pt x="514350" y="839791"/>
                </a:lnTo>
                <a:lnTo>
                  <a:pt x="514350" y="865337"/>
                </a:lnTo>
                <a:lnTo>
                  <a:pt x="514350" y="890883"/>
                </a:lnTo>
                <a:lnTo>
                  <a:pt x="514350" y="916438"/>
                </a:lnTo>
                <a:lnTo>
                  <a:pt x="514350" y="941984"/>
                </a:lnTo>
                <a:lnTo>
                  <a:pt x="514350" y="967540"/>
                </a:lnTo>
                <a:lnTo>
                  <a:pt x="514350" y="993086"/>
                </a:lnTo>
                <a:lnTo>
                  <a:pt x="514350" y="1018632"/>
                </a:lnTo>
                <a:lnTo>
                  <a:pt x="514350" y="1044188"/>
                </a:lnTo>
                <a:lnTo>
                  <a:pt x="514350" y="1069734"/>
                </a:lnTo>
                <a:lnTo>
                  <a:pt x="514350" y="1095289"/>
                </a:lnTo>
                <a:lnTo>
                  <a:pt x="514350" y="1120835"/>
                </a:lnTo>
                <a:lnTo>
                  <a:pt x="514350" y="1146381"/>
                </a:lnTo>
                <a:lnTo>
                  <a:pt x="514350" y="1171937"/>
                </a:lnTo>
                <a:lnTo>
                  <a:pt x="514350" y="1197483"/>
                </a:lnTo>
                <a:lnTo>
                  <a:pt x="514350" y="1223039"/>
                </a:lnTo>
                <a:lnTo>
                  <a:pt x="514350" y="1248585"/>
                </a:lnTo>
                <a:lnTo>
                  <a:pt x="514350" y="1274131"/>
                </a:lnTo>
                <a:lnTo>
                  <a:pt x="514350" y="1299686"/>
                </a:lnTo>
                <a:lnTo>
                  <a:pt x="514350" y="1325232"/>
                </a:lnTo>
                <a:lnTo>
                  <a:pt x="514350" y="1350788"/>
                </a:lnTo>
                <a:lnTo>
                  <a:pt x="514350" y="1376334"/>
                </a:lnTo>
                <a:lnTo>
                  <a:pt x="514350" y="1401880"/>
                </a:lnTo>
                <a:lnTo>
                  <a:pt x="514350" y="1427436"/>
                </a:lnTo>
                <a:lnTo>
                  <a:pt x="514350" y="1452982"/>
                </a:lnTo>
                <a:lnTo>
                  <a:pt x="514350" y="1478528"/>
                </a:lnTo>
                <a:lnTo>
                  <a:pt x="514350" y="1504083"/>
                </a:lnTo>
                <a:lnTo>
                  <a:pt x="514350" y="1529629"/>
                </a:lnTo>
                <a:lnTo>
                  <a:pt x="514350" y="1555185"/>
                </a:lnTo>
                <a:lnTo>
                  <a:pt x="514350" y="1580731"/>
                </a:lnTo>
                <a:lnTo>
                  <a:pt x="514350" y="1606277"/>
                </a:lnTo>
                <a:lnTo>
                  <a:pt x="514350" y="1631833"/>
                </a:lnTo>
                <a:lnTo>
                  <a:pt x="514350" y="1657379"/>
                </a:lnTo>
                <a:lnTo>
                  <a:pt x="514350" y="1682934"/>
                </a:lnTo>
                <a:lnTo>
                  <a:pt x="514350" y="1708480"/>
                </a:lnTo>
                <a:lnTo>
                  <a:pt x="514350" y="1734026"/>
                </a:lnTo>
                <a:lnTo>
                  <a:pt x="514350" y="1759582"/>
                </a:lnTo>
                <a:lnTo>
                  <a:pt x="514350" y="1785128"/>
                </a:lnTo>
                <a:lnTo>
                  <a:pt x="514350" y="1810683"/>
                </a:lnTo>
                <a:lnTo>
                  <a:pt x="514350" y="1836230"/>
                </a:lnTo>
                <a:lnTo>
                  <a:pt x="514350" y="1861776"/>
                </a:lnTo>
                <a:lnTo>
                  <a:pt x="514350" y="1887331"/>
                </a:lnTo>
                <a:lnTo>
                  <a:pt x="514350" y="1912877"/>
                </a:lnTo>
                <a:lnTo>
                  <a:pt x="514350" y="1938433"/>
                </a:lnTo>
                <a:lnTo>
                  <a:pt x="514350" y="1963979"/>
                </a:lnTo>
                <a:lnTo>
                  <a:pt x="514350" y="1989525"/>
                </a:lnTo>
                <a:lnTo>
                  <a:pt x="514350" y="2015080"/>
                </a:lnTo>
                <a:lnTo>
                  <a:pt x="514350" y="2040626"/>
                </a:lnTo>
                <a:lnTo>
                  <a:pt x="514350" y="2066173"/>
                </a:lnTo>
                <a:lnTo>
                  <a:pt x="514350" y="2091728"/>
                </a:lnTo>
                <a:lnTo>
                  <a:pt x="514350" y="2117274"/>
                </a:lnTo>
                <a:lnTo>
                  <a:pt x="514350" y="2142830"/>
                </a:lnTo>
                <a:lnTo>
                  <a:pt x="514350" y="2168376"/>
                </a:lnTo>
                <a:lnTo>
                  <a:pt x="514350" y="2193922"/>
                </a:lnTo>
                <a:lnTo>
                  <a:pt x="514350" y="2219477"/>
                </a:lnTo>
                <a:lnTo>
                  <a:pt x="514350" y="2245023"/>
                </a:lnTo>
                <a:lnTo>
                  <a:pt x="514350" y="2270579"/>
                </a:lnTo>
                <a:lnTo>
                  <a:pt x="514350" y="2296125"/>
                </a:lnTo>
                <a:lnTo>
                  <a:pt x="514350" y="2321671"/>
                </a:lnTo>
                <a:lnTo>
                  <a:pt x="514350" y="2347227"/>
                </a:lnTo>
                <a:lnTo>
                  <a:pt x="514350" y="2372773"/>
                </a:lnTo>
                <a:lnTo>
                  <a:pt x="514350" y="2398328"/>
                </a:lnTo>
                <a:lnTo>
                  <a:pt x="514350" y="2423874"/>
                </a:lnTo>
                <a:lnTo>
                  <a:pt x="514350" y="2449420"/>
                </a:lnTo>
                <a:lnTo>
                  <a:pt x="514350" y="2474976"/>
                </a:lnTo>
                <a:lnTo>
                  <a:pt x="514350" y="2500522"/>
                </a:lnTo>
                <a:lnTo>
                  <a:pt x="504320" y="2520172"/>
                </a:lnTo>
                <a:lnTo>
                  <a:pt x="481984" y="2532583"/>
                </a:lnTo>
                <a:lnTo>
                  <a:pt x="459648" y="2544985"/>
                </a:lnTo>
                <a:lnTo>
                  <a:pt x="437321" y="2557396"/>
                </a:lnTo>
                <a:lnTo>
                  <a:pt x="414985" y="2569807"/>
                </a:lnTo>
                <a:lnTo>
                  <a:pt x="392649" y="2582208"/>
                </a:lnTo>
                <a:lnTo>
                  <a:pt x="370313" y="2594620"/>
                </a:lnTo>
                <a:lnTo>
                  <a:pt x="347977" y="2607031"/>
                </a:lnTo>
                <a:lnTo>
                  <a:pt x="325641" y="2619432"/>
                </a:lnTo>
                <a:lnTo>
                  <a:pt x="303314" y="2631843"/>
                </a:lnTo>
                <a:lnTo>
                  <a:pt x="280978" y="2644254"/>
                </a:lnTo>
                <a:lnTo>
                  <a:pt x="258642" y="2656656"/>
                </a:lnTo>
                <a:lnTo>
                  <a:pt x="236306" y="2645883"/>
                </a:lnTo>
                <a:lnTo>
                  <a:pt x="213970" y="2633472"/>
                </a:lnTo>
                <a:lnTo>
                  <a:pt x="191633" y="2621061"/>
                </a:lnTo>
                <a:lnTo>
                  <a:pt x="169307" y="2608659"/>
                </a:lnTo>
                <a:lnTo>
                  <a:pt x="146971" y="2596248"/>
                </a:lnTo>
                <a:lnTo>
                  <a:pt x="124635" y="2583837"/>
                </a:lnTo>
                <a:lnTo>
                  <a:pt x="102299" y="2571436"/>
                </a:lnTo>
                <a:lnTo>
                  <a:pt x="79962" y="2559025"/>
                </a:lnTo>
                <a:lnTo>
                  <a:pt x="57626" y="2546614"/>
                </a:lnTo>
                <a:lnTo>
                  <a:pt x="35300" y="2534212"/>
                </a:lnTo>
                <a:lnTo>
                  <a:pt x="12964" y="2521801"/>
                </a:lnTo>
                <a:lnTo>
                  <a:pt x="0" y="2503875"/>
                </a:lnTo>
                <a:lnTo>
                  <a:pt x="0" y="2478329"/>
                </a:lnTo>
                <a:lnTo>
                  <a:pt x="0" y="2452783"/>
                </a:lnTo>
                <a:lnTo>
                  <a:pt x="0" y="2427227"/>
                </a:lnTo>
                <a:lnTo>
                  <a:pt x="0" y="2401681"/>
                </a:lnTo>
                <a:lnTo>
                  <a:pt x="0" y="2376126"/>
                </a:lnTo>
                <a:lnTo>
                  <a:pt x="0" y="2350580"/>
                </a:lnTo>
                <a:lnTo>
                  <a:pt x="0" y="2325033"/>
                </a:lnTo>
                <a:lnTo>
                  <a:pt x="0" y="2299478"/>
                </a:lnTo>
                <a:lnTo>
                  <a:pt x="0" y="2273932"/>
                </a:lnTo>
                <a:lnTo>
                  <a:pt x="0" y="2248376"/>
                </a:lnTo>
                <a:lnTo>
                  <a:pt x="0" y="2222830"/>
                </a:lnTo>
                <a:lnTo>
                  <a:pt x="0" y="2197284"/>
                </a:lnTo>
                <a:lnTo>
                  <a:pt x="0" y="2171729"/>
                </a:lnTo>
                <a:lnTo>
                  <a:pt x="0" y="2146183"/>
                </a:lnTo>
                <a:lnTo>
                  <a:pt x="0" y="2120627"/>
                </a:lnTo>
                <a:lnTo>
                  <a:pt x="0" y="2095081"/>
                </a:lnTo>
                <a:lnTo>
                  <a:pt x="0" y="2069535"/>
                </a:lnTo>
                <a:lnTo>
                  <a:pt x="0" y="2043979"/>
                </a:lnTo>
                <a:lnTo>
                  <a:pt x="0" y="2018433"/>
                </a:lnTo>
                <a:lnTo>
                  <a:pt x="0" y="1992887"/>
                </a:lnTo>
                <a:lnTo>
                  <a:pt x="0" y="1967332"/>
                </a:lnTo>
                <a:lnTo>
                  <a:pt x="0" y="1941786"/>
                </a:lnTo>
                <a:lnTo>
                  <a:pt x="0" y="1916230"/>
                </a:lnTo>
                <a:lnTo>
                  <a:pt x="0" y="1890684"/>
                </a:lnTo>
                <a:lnTo>
                  <a:pt x="0" y="1865138"/>
                </a:lnTo>
                <a:lnTo>
                  <a:pt x="0" y="1839582"/>
                </a:lnTo>
                <a:lnTo>
                  <a:pt x="0" y="1814036"/>
                </a:lnTo>
                <a:lnTo>
                  <a:pt x="0" y="1788481"/>
                </a:lnTo>
                <a:lnTo>
                  <a:pt x="0" y="1762935"/>
                </a:lnTo>
                <a:lnTo>
                  <a:pt x="0" y="1737389"/>
                </a:lnTo>
                <a:lnTo>
                  <a:pt x="0" y="1711833"/>
                </a:lnTo>
                <a:lnTo>
                  <a:pt x="0" y="1686287"/>
                </a:lnTo>
                <a:lnTo>
                  <a:pt x="0" y="1660731"/>
                </a:lnTo>
                <a:lnTo>
                  <a:pt x="0" y="1635185"/>
                </a:lnTo>
                <a:lnTo>
                  <a:pt x="0" y="1609639"/>
                </a:lnTo>
                <a:lnTo>
                  <a:pt x="0" y="1584084"/>
                </a:lnTo>
                <a:lnTo>
                  <a:pt x="0" y="1558538"/>
                </a:lnTo>
                <a:lnTo>
                  <a:pt x="0" y="1532982"/>
                </a:lnTo>
                <a:lnTo>
                  <a:pt x="0" y="1507436"/>
                </a:lnTo>
                <a:lnTo>
                  <a:pt x="0" y="1481890"/>
                </a:lnTo>
                <a:lnTo>
                  <a:pt x="0" y="1456334"/>
                </a:lnTo>
                <a:lnTo>
                  <a:pt x="0" y="1430788"/>
                </a:lnTo>
                <a:lnTo>
                  <a:pt x="0" y="1405233"/>
                </a:lnTo>
                <a:lnTo>
                  <a:pt x="0" y="1379687"/>
                </a:lnTo>
                <a:lnTo>
                  <a:pt x="0" y="1354141"/>
                </a:lnTo>
                <a:lnTo>
                  <a:pt x="0" y="1328585"/>
                </a:lnTo>
                <a:lnTo>
                  <a:pt x="0" y="1303039"/>
                </a:lnTo>
                <a:lnTo>
                  <a:pt x="0" y="1277493"/>
                </a:lnTo>
                <a:lnTo>
                  <a:pt x="0" y="1251937"/>
                </a:lnTo>
                <a:lnTo>
                  <a:pt x="0" y="1226391"/>
                </a:lnTo>
                <a:lnTo>
                  <a:pt x="0" y="1200836"/>
                </a:lnTo>
                <a:lnTo>
                  <a:pt x="0" y="1175290"/>
                </a:lnTo>
                <a:lnTo>
                  <a:pt x="0" y="1149744"/>
                </a:lnTo>
                <a:lnTo>
                  <a:pt x="0" y="1124188"/>
                </a:lnTo>
                <a:lnTo>
                  <a:pt x="0" y="1098642"/>
                </a:lnTo>
                <a:lnTo>
                  <a:pt x="0" y="1073087"/>
                </a:lnTo>
                <a:lnTo>
                  <a:pt x="0" y="1047540"/>
                </a:lnTo>
                <a:lnTo>
                  <a:pt x="0" y="1021994"/>
                </a:lnTo>
                <a:lnTo>
                  <a:pt x="0" y="996439"/>
                </a:lnTo>
                <a:lnTo>
                  <a:pt x="0" y="970893"/>
                </a:lnTo>
                <a:lnTo>
                  <a:pt x="0" y="945337"/>
                </a:lnTo>
                <a:lnTo>
                  <a:pt x="0" y="919791"/>
                </a:lnTo>
                <a:lnTo>
                  <a:pt x="0" y="894245"/>
                </a:lnTo>
                <a:lnTo>
                  <a:pt x="0" y="868690"/>
                </a:lnTo>
                <a:lnTo>
                  <a:pt x="0" y="843143"/>
                </a:lnTo>
                <a:lnTo>
                  <a:pt x="0" y="817588"/>
                </a:lnTo>
                <a:lnTo>
                  <a:pt x="0" y="792042"/>
                </a:lnTo>
                <a:lnTo>
                  <a:pt x="0" y="766496"/>
                </a:lnTo>
                <a:lnTo>
                  <a:pt x="0" y="740940"/>
                </a:lnTo>
                <a:lnTo>
                  <a:pt x="0" y="715394"/>
                </a:lnTo>
                <a:lnTo>
                  <a:pt x="0" y="689848"/>
                </a:lnTo>
                <a:lnTo>
                  <a:pt x="0" y="664293"/>
                </a:lnTo>
                <a:lnTo>
                  <a:pt x="0" y="638747"/>
                </a:lnTo>
                <a:lnTo>
                  <a:pt x="0" y="613191"/>
                </a:lnTo>
                <a:lnTo>
                  <a:pt x="0" y="587645"/>
                </a:lnTo>
                <a:lnTo>
                  <a:pt x="0" y="562099"/>
                </a:lnTo>
                <a:lnTo>
                  <a:pt x="0" y="536543"/>
                </a:lnTo>
                <a:lnTo>
                  <a:pt x="0" y="510997"/>
                </a:lnTo>
                <a:lnTo>
                  <a:pt x="0" y="485442"/>
                </a:lnTo>
                <a:lnTo>
                  <a:pt x="0" y="459896"/>
                </a:lnTo>
                <a:lnTo>
                  <a:pt x="0" y="434350"/>
                </a:lnTo>
                <a:lnTo>
                  <a:pt x="0" y="408794"/>
                </a:lnTo>
                <a:lnTo>
                  <a:pt x="0" y="383248"/>
                </a:lnTo>
                <a:lnTo>
                  <a:pt x="0" y="357692"/>
                </a:lnTo>
                <a:lnTo>
                  <a:pt x="0" y="332146"/>
                </a:lnTo>
                <a:lnTo>
                  <a:pt x="0" y="306600"/>
                </a:lnTo>
                <a:lnTo>
                  <a:pt x="0" y="281045"/>
                </a:lnTo>
                <a:lnTo>
                  <a:pt x="0" y="255499"/>
                </a:lnTo>
                <a:lnTo>
                  <a:pt x="0" y="229953"/>
                </a:lnTo>
                <a:lnTo>
                  <a:pt x="0" y="204397"/>
                </a:lnTo>
                <a:lnTo>
                  <a:pt x="0" y="178851"/>
                </a:lnTo>
                <a:lnTo>
                  <a:pt x="0" y="153295"/>
                </a:lnTo>
                <a:lnTo>
                  <a:pt x="0" y="127749"/>
                </a:lnTo>
                <a:lnTo>
                  <a:pt x="0" y="102203"/>
                </a:lnTo>
                <a:lnTo>
                  <a:pt x="0" y="76648"/>
                </a:lnTo>
                <a:lnTo>
                  <a:pt x="0" y="51102"/>
                </a:lnTo>
                <a:lnTo>
                  <a:pt x="0" y="25546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4" name="phase-title-0">
            <a:extLst xmlns:a="http://schemas.openxmlformats.org/drawingml/2006/main">
              <a:ext uri="{FF2B5EF4-FFF2-40B4-BE49-F238E27FC236}">
                <a16:creationId xmlns:a16="http://schemas.microsoft.com/office/drawing/2014/main" id="{CF74B9F5-A5B6-4705-BCB7-766484CCC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2496293"/>
            <a:ext cx="1428750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获取与识别</a:t>
            </a:r>
          </a:p>
        </p:txBody>
      </p:sp>
      <p:sp>
        <p:nvSpPr>
          <p:cNvPr id="5" name="phase-body-0">
            <a:extLst xmlns:a="http://schemas.openxmlformats.org/drawingml/2006/main">
              <a:ext uri="{FF2B5EF4-FFF2-40B4-BE49-F238E27FC236}">
                <a16:creationId xmlns:a16="http://schemas.microsoft.com/office/drawing/2014/main" id="{AE70AE8A-ED8C-4311-BDD6-4018DF6C9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2850509"/>
            <a:ext cx="1428750" cy="587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让目标对象进</a:t>
            </a:r>
          </a:p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入并形成意向</a:t>
            </a:r>
          </a:p>
        </p:txBody>
      </p:sp>
      <p:sp>
        <p:nvSpPr>
          <p:cNvPr id="6" name="action-icon-shell-0-0">
            <a:extLst xmlns:a="http://schemas.openxmlformats.org/drawingml/2006/main">
              <a:ext uri="{FF2B5EF4-FFF2-40B4-BE49-F238E27FC236}">
                <a16:creationId xmlns:a16="http://schemas.microsoft.com/office/drawing/2014/main" id="{916C5B1B-3ED2-4A2C-82B1-B207672A7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2490788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7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3192e9830514ef4">
            <a:extLst>
              <a:ext uri="{96DAC541-7B7A-43D3-8B79-37D633B846F1}">
                <asvg:svgBlip xmlns:asvg="http://schemas.microsoft.com/office/drawing/2016/SVG/main" r:embed="R0ccf15522aef4052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2566988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8" name="action-title-0-0">
            <a:extLst xmlns:a="http://schemas.openxmlformats.org/drawingml/2006/main">
              <a:ext uri="{FF2B5EF4-FFF2-40B4-BE49-F238E27FC236}">
                <a16:creationId xmlns:a16="http://schemas.microsoft.com/office/drawing/2014/main" id="{483B3465-BE92-4DB1-9FB3-C42F08A57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429770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标签体系</a:t>
            </a:r>
          </a:p>
        </p:txBody>
      </p:sp>
      <p:sp>
        <p:nvSpPr>
          <p:cNvPr id="9" name="action-body-0-0">
            <a:extLst xmlns:a="http://schemas.openxmlformats.org/drawingml/2006/main">
              <a:ext uri="{FF2B5EF4-FFF2-40B4-BE49-F238E27FC236}">
                <a16:creationId xmlns:a16="http://schemas.microsoft.com/office/drawing/2014/main" id="{E6B2093D-011A-4602-975D-2EF1F15F6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658370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形成可识别对象</a:t>
            </a:r>
          </a:p>
        </p:txBody>
      </p:sp>
      <p:sp>
        <p:nvSpPr>
          <p:cNvPr id="10" name="action-icon-shell-0-1">
            <a:extLst xmlns:a="http://schemas.openxmlformats.org/drawingml/2006/main">
              <a:ext uri="{FF2B5EF4-FFF2-40B4-BE49-F238E27FC236}">
                <a16:creationId xmlns:a16="http://schemas.microsoft.com/office/drawing/2014/main" id="{D41AA3D1-1E66-4568-8808-7BBC1C747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2490788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7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c39660e8f5c4c1b">
            <a:extLst>
              <a:ext uri="{96DAC541-7B7A-43D3-8B79-37D633B846F1}">
                <asvg:svgBlip xmlns:asvg="http://schemas.microsoft.com/office/drawing/2016/SVG/main" r:embed="R3cb61cc458f140a1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2566988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12" name="action-title-0-1">
            <a:extLst xmlns:a="http://schemas.openxmlformats.org/drawingml/2006/main">
              <a:ext uri="{FF2B5EF4-FFF2-40B4-BE49-F238E27FC236}">
                <a16:creationId xmlns:a16="http://schemas.microsoft.com/office/drawing/2014/main" id="{F405F9C7-935A-4F85-9CFC-98729785B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429770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渠道连接</a:t>
            </a:r>
          </a:p>
        </p:txBody>
      </p:sp>
      <p:sp>
        <p:nvSpPr>
          <p:cNvPr id="13" name="action-body-0-1">
            <a:extLst xmlns:a="http://schemas.openxmlformats.org/drawingml/2006/main">
              <a:ext uri="{FF2B5EF4-FFF2-40B4-BE49-F238E27FC236}">
                <a16:creationId xmlns:a16="http://schemas.microsoft.com/office/drawing/2014/main" id="{F4B63D72-9F99-43CD-9001-5D82C884A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658370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连接主要触点</a:t>
            </a:r>
          </a:p>
        </p:txBody>
      </p:sp>
      <p:sp>
        <p:nvSpPr>
          <p:cNvPr id="14" name="action-icon-shell-0-2">
            <a:extLst xmlns:a="http://schemas.openxmlformats.org/drawingml/2006/main">
              <a:ext uri="{FF2B5EF4-FFF2-40B4-BE49-F238E27FC236}">
                <a16:creationId xmlns:a16="http://schemas.microsoft.com/office/drawing/2014/main" id="{EC3F3AE5-18D1-4D89-B267-4BDA572F9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3100388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8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05f3553ea8e4c8b">
            <a:extLst>
              <a:ext uri="{96DAC541-7B7A-43D3-8B79-37D633B846F1}">
                <asvg:svgBlip xmlns:asvg="http://schemas.microsoft.com/office/drawing/2016/SVG/main" r:embed="R938c7e46c4a34c9d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3176588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16" name="action-title-0-2">
            <a:extLst xmlns:a="http://schemas.openxmlformats.org/drawingml/2006/main">
              <a:ext uri="{FF2B5EF4-FFF2-40B4-BE49-F238E27FC236}">
                <a16:creationId xmlns:a16="http://schemas.microsoft.com/office/drawing/2014/main" id="{8B4C0091-6B78-407F-93F3-7486C0800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3039370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内容优化</a:t>
            </a:r>
          </a:p>
        </p:txBody>
      </p:sp>
      <p:sp>
        <p:nvSpPr>
          <p:cNvPr id="17" name="action-body-0-2">
            <a:extLst xmlns:a="http://schemas.openxmlformats.org/drawingml/2006/main">
              <a:ext uri="{FF2B5EF4-FFF2-40B4-BE49-F238E27FC236}">
                <a16:creationId xmlns:a16="http://schemas.microsoft.com/office/drawing/2014/main" id="{6CE19E30-DCB5-4C76-9C0B-0CFA2E143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3267970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提高触达质量</a:t>
            </a:r>
          </a:p>
        </p:txBody>
      </p:sp>
      <p:sp>
        <p:nvSpPr>
          <p:cNvPr id="18" name="action-icon-shell-0-3">
            <a:extLst xmlns:a="http://schemas.openxmlformats.org/drawingml/2006/main">
              <a:ext uri="{FF2B5EF4-FFF2-40B4-BE49-F238E27FC236}">
                <a16:creationId xmlns:a16="http://schemas.microsoft.com/office/drawing/2014/main" id="{6262C19C-7EE7-4D8B-B4C7-E09141616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3100388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8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ca1f8ea3f0d47e7">
            <a:extLst>
              <a:ext uri="{96DAC541-7B7A-43D3-8B79-37D633B846F1}">
                <asvg:svgBlip xmlns:asvg="http://schemas.microsoft.com/office/drawing/2016/SVG/main" r:embed="R056bd1d5089b465d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3176588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20" name="action-title-0-3">
            <a:extLst xmlns:a="http://schemas.openxmlformats.org/drawingml/2006/main">
              <a:ext uri="{FF2B5EF4-FFF2-40B4-BE49-F238E27FC236}">
                <a16:creationId xmlns:a16="http://schemas.microsoft.com/office/drawing/2014/main" id="{3FC137AB-D0FB-49D5-AE99-B3D98F28D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3039370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行为追踪</a:t>
            </a:r>
          </a:p>
        </p:txBody>
      </p:sp>
      <p:sp>
        <p:nvSpPr>
          <p:cNvPr id="21" name="action-body-0-3">
            <a:extLst xmlns:a="http://schemas.openxmlformats.org/drawingml/2006/main">
              <a:ext uri="{FF2B5EF4-FFF2-40B4-BE49-F238E27FC236}">
                <a16:creationId xmlns:a16="http://schemas.microsoft.com/office/drawing/2014/main" id="{EF145C1E-10F5-4CE1-855B-D58473105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3267970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记录关键反馈</a:t>
            </a:r>
          </a:p>
        </p:txBody>
      </p:sp>
      <p:sp>
        <p:nvSpPr>
          <p:cNvPr id="22" name="phase-rail-1">
            <a:extLst xmlns:a="http://schemas.openxmlformats.org/drawingml/2006/main">
              <a:ext uri="{FF2B5EF4-FFF2-40B4-BE49-F238E27FC236}">
                <a16:creationId xmlns:a16="http://schemas.microsoft.com/office/drawing/2014/main" id="{4E35E67F-60A3-4113-B3C3-2EDCD744F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4295775"/>
            <a:ext cx="514350" cy="1914134"/>
          </a:xfrm>
          <a:custGeom xmlns:a="http://schemas.openxmlformats.org/drawingml/2006/main">
            <a:pathLst>
              <a:path w="514350" h="1914134">
                <a:moveTo>
                  <a:pt x="0" y="0"/>
                </a:moveTo>
                <a:lnTo>
                  <a:pt x="17193" y="9554"/>
                </a:lnTo>
                <a:lnTo>
                  <a:pt x="34385" y="19098"/>
                </a:lnTo>
                <a:lnTo>
                  <a:pt x="51578" y="28651"/>
                </a:lnTo>
                <a:lnTo>
                  <a:pt x="68771" y="38205"/>
                </a:lnTo>
                <a:lnTo>
                  <a:pt x="85963" y="47758"/>
                </a:lnTo>
                <a:lnTo>
                  <a:pt x="103156" y="57302"/>
                </a:lnTo>
                <a:lnTo>
                  <a:pt x="120348" y="66856"/>
                </a:lnTo>
                <a:lnTo>
                  <a:pt x="137541" y="76410"/>
                </a:lnTo>
                <a:lnTo>
                  <a:pt x="154724" y="85963"/>
                </a:lnTo>
                <a:lnTo>
                  <a:pt x="171917" y="95507"/>
                </a:lnTo>
                <a:lnTo>
                  <a:pt x="189109" y="105061"/>
                </a:lnTo>
                <a:lnTo>
                  <a:pt x="206302" y="114614"/>
                </a:lnTo>
                <a:lnTo>
                  <a:pt x="223495" y="124168"/>
                </a:lnTo>
                <a:lnTo>
                  <a:pt x="240687" y="133712"/>
                </a:lnTo>
                <a:lnTo>
                  <a:pt x="257880" y="142484"/>
                </a:lnTo>
                <a:lnTo>
                  <a:pt x="275072" y="132931"/>
                </a:lnTo>
                <a:lnTo>
                  <a:pt x="292265" y="123377"/>
                </a:lnTo>
                <a:lnTo>
                  <a:pt x="309458" y="113833"/>
                </a:lnTo>
                <a:lnTo>
                  <a:pt x="326650" y="104280"/>
                </a:lnTo>
                <a:lnTo>
                  <a:pt x="343843" y="94726"/>
                </a:lnTo>
                <a:lnTo>
                  <a:pt x="361036" y="85173"/>
                </a:lnTo>
                <a:lnTo>
                  <a:pt x="378228" y="75629"/>
                </a:lnTo>
                <a:lnTo>
                  <a:pt x="395421" y="66075"/>
                </a:lnTo>
                <a:lnTo>
                  <a:pt x="412613" y="56521"/>
                </a:lnTo>
                <a:lnTo>
                  <a:pt x="429806" y="46968"/>
                </a:lnTo>
                <a:lnTo>
                  <a:pt x="446999" y="37424"/>
                </a:lnTo>
                <a:lnTo>
                  <a:pt x="464182" y="27870"/>
                </a:lnTo>
                <a:lnTo>
                  <a:pt x="481374" y="18317"/>
                </a:lnTo>
                <a:lnTo>
                  <a:pt x="498567" y="8763"/>
                </a:lnTo>
                <a:lnTo>
                  <a:pt x="514350" y="1619"/>
                </a:lnTo>
                <a:lnTo>
                  <a:pt x="514350" y="21279"/>
                </a:lnTo>
                <a:lnTo>
                  <a:pt x="514350" y="40948"/>
                </a:lnTo>
                <a:lnTo>
                  <a:pt x="514350" y="60617"/>
                </a:lnTo>
                <a:lnTo>
                  <a:pt x="514350" y="80286"/>
                </a:lnTo>
                <a:lnTo>
                  <a:pt x="514350" y="99955"/>
                </a:lnTo>
                <a:lnTo>
                  <a:pt x="514350" y="119615"/>
                </a:lnTo>
                <a:lnTo>
                  <a:pt x="514350" y="139284"/>
                </a:lnTo>
                <a:lnTo>
                  <a:pt x="514350" y="158953"/>
                </a:lnTo>
                <a:lnTo>
                  <a:pt x="514350" y="178622"/>
                </a:lnTo>
                <a:lnTo>
                  <a:pt x="514350" y="198282"/>
                </a:lnTo>
                <a:lnTo>
                  <a:pt x="514350" y="217951"/>
                </a:lnTo>
                <a:lnTo>
                  <a:pt x="514350" y="237620"/>
                </a:lnTo>
                <a:lnTo>
                  <a:pt x="514350" y="257289"/>
                </a:lnTo>
                <a:lnTo>
                  <a:pt x="514350" y="276958"/>
                </a:lnTo>
                <a:lnTo>
                  <a:pt x="514350" y="296618"/>
                </a:lnTo>
                <a:lnTo>
                  <a:pt x="514350" y="316287"/>
                </a:lnTo>
                <a:lnTo>
                  <a:pt x="514350" y="335956"/>
                </a:lnTo>
                <a:lnTo>
                  <a:pt x="514350" y="355625"/>
                </a:lnTo>
                <a:lnTo>
                  <a:pt x="514350" y="375295"/>
                </a:lnTo>
                <a:lnTo>
                  <a:pt x="514350" y="394954"/>
                </a:lnTo>
                <a:lnTo>
                  <a:pt x="514350" y="414623"/>
                </a:lnTo>
                <a:lnTo>
                  <a:pt x="514350" y="434292"/>
                </a:lnTo>
                <a:lnTo>
                  <a:pt x="514350" y="453961"/>
                </a:lnTo>
                <a:lnTo>
                  <a:pt x="514350" y="473621"/>
                </a:lnTo>
                <a:lnTo>
                  <a:pt x="514350" y="493290"/>
                </a:lnTo>
                <a:lnTo>
                  <a:pt x="514350" y="512959"/>
                </a:lnTo>
                <a:lnTo>
                  <a:pt x="514350" y="532628"/>
                </a:lnTo>
                <a:lnTo>
                  <a:pt x="514350" y="552298"/>
                </a:lnTo>
                <a:lnTo>
                  <a:pt x="514350" y="571957"/>
                </a:lnTo>
                <a:lnTo>
                  <a:pt x="514350" y="591626"/>
                </a:lnTo>
                <a:lnTo>
                  <a:pt x="514350" y="611295"/>
                </a:lnTo>
                <a:lnTo>
                  <a:pt x="514350" y="630965"/>
                </a:lnTo>
                <a:lnTo>
                  <a:pt x="514350" y="650624"/>
                </a:lnTo>
                <a:lnTo>
                  <a:pt x="514350" y="670293"/>
                </a:lnTo>
                <a:lnTo>
                  <a:pt x="514350" y="689962"/>
                </a:lnTo>
                <a:lnTo>
                  <a:pt x="514350" y="709632"/>
                </a:lnTo>
                <a:lnTo>
                  <a:pt x="514350" y="729301"/>
                </a:lnTo>
                <a:lnTo>
                  <a:pt x="514350" y="748960"/>
                </a:lnTo>
                <a:lnTo>
                  <a:pt x="514350" y="768629"/>
                </a:lnTo>
                <a:lnTo>
                  <a:pt x="514350" y="788299"/>
                </a:lnTo>
                <a:lnTo>
                  <a:pt x="514350" y="807968"/>
                </a:lnTo>
                <a:lnTo>
                  <a:pt x="514350" y="827637"/>
                </a:lnTo>
                <a:lnTo>
                  <a:pt x="514350" y="847296"/>
                </a:lnTo>
                <a:lnTo>
                  <a:pt x="514350" y="866966"/>
                </a:lnTo>
                <a:lnTo>
                  <a:pt x="514350" y="886635"/>
                </a:lnTo>
                <a:lnTo>
                  <a:pt x="514350" y="906304"/>
                </a:lnTo>
                <a:lnTo>
                  <a:pt x="514350" y="925963"/>
                </a:lnTo>
                <a:lnTo>
                  <a:pt x="514350" y="945632"/>
                </a:lnTo>
                <a:lnTo>
                  <a:pt x="514350" y="965302"/>
                </a:lnTo>
                <a:lnTo>
                  <a:pt x="514350" y="984971"/>
                </a:lnTo>
                <a:lnTo>
                  <a:pt x="514350" y="1004640"/>
                </a:lnTo>
                <a:lnTo>
                  <a:pt x="514350" y="1024299"/>
                </a:lnTo>
                <a:lnTo>
                  <a:pt x="514350" y="1043969"/>
                </a:lnTo>
                <a:lnTo>
                  <a:pt x="514350" y="1063638"/>
                </a:lnTo>
                <a:lnTo>
                  <a:pt x="514350" y="1083307"/>
                </a:lnTo>
                <a:lnTo>
                  <a:pt x="514350" y="1102966"/>
                </a:lnTo>
                <a:lnTo>
                  <a:pt x="514350" y="1122636"/>
                </a:lnTo>
                <a:lnTo>
                  <a:pt x="514350" y="1142305"/>
                </a:lnTo>
                <a:lnTo>
                  <a:pt x="514350" y="1161974"/>
                </a:lnTo>
                <a:lnTo>
                  <a:pt x="514350" y="1181643"/>
                </a:lnTo>
                <a:lnTo>
                  <a:pt x="514350" y="1201303"/>
                </a:lnTo>
                <a:lnTo>
                  <a:pt x="514350" y="1220972"/>
                </a:lnTo>
                <a:lnTo>
                  <a:pt x="514350" y="1240641"/>
                </a:lnTo>
                <a:lnTo>
                  <a:pt x="514350" y="1260310"/>
                </a:lnTo>
                <a:lnTo>
                  <a:pt x="514350" y="1279970"/>
                </a:lnTo>
                <a:lnTo>
                  <a:pt x="514350" y="1299639"/>
                </a:lnTo>
                <a:lnTo>
                  <a:pt x="514350" y="1319308"/>
                </a:lnTo>
                <a:lnTo>
                  <a:pt x="514350" y="1338977"/>
                </a:lnTo>
                <a:lnTo>
                  <a:pt x="514350" y="1358646"/>
                </a:lnTo>
                <a:lnTo>
                  <a:pt x="514350" y="1378306"/>
                </a:lnTo>
                <a:lnTo>
                  <a:pt x="514350" y="1397975"/>
                </a:lnTo>
                <a:lnTo>
                  <a:pt x="514350" y="1417644"/>
                </a:lnTo>
                <a:lnTo>
                  <a:pt x="514350" y="1437313"/>
                </a:lnTo>
                <a:lnTo>
                  <a:pt x="514350" y="1456982"/>
                </a:lnTo>
                <a:lnTo>
                  <a:pt x="514350" y="1476642"/>
                </a:lnTo>
                <a:lnTo>
                  <a:pt x="514350" y="1496311"/>
                </a:lnTo>
                <a:lnTo>
                  <a:pt x="514350" y="1515980"/>
                </a:lnTo>
                <a:lnTo>
                  <a:pt x="514350" y="1535649"/>
                </a:lnTo>
                <a:lnTo>
                  <a:pt x="514350" y="1555309"/>
                </a:lnTo>
                <a:lnTo>
                  <a:pt x="514350" y="1574978"/>
                </a:lnTo>
                <a:lnTo>
                  <a:pt x="514350" y="1594647"/>
                </a:lnTo>
                <a:lnTo>
                  <a:pt x="514350" y="1614316"/>
                </a:lnTo>
                <a:lnTo>
                  <a:pt x="514350" y="1633985"/>
                </a:lnTo>
                <a:lnTo>
                  <a:pt x="514350" y="1653645"/>
                </a:lnTo>
                <a:lnTo>
                  <a:pt x="514350" y="1673314"/>
                </a:lnTo>
                <a:lnTo>
                  <a:pt x="514350" y="1692983"/>
                </a:lnTo>
                <a:lnTo>
                  <a:pt x="514350" y="1712652"/>
                </a:lnTo>
                <a:lnTo>
                  <a:pt x="514350" y="1732312"/>
                </a:lnTo>
                <a:lnTo>
                  <a:pt x="514350" y="1751981"/>
                </a:lnTo>
                <a:lnTo>
                  <a:pt x="514350" y="1771650"/>
                </a:lnTo>
                <a:lnTo>
                  <a:pt x="497157" y="1781204"/>
                </a:lnTo>
                <a:lnTo>
                  <a:pt x="479965" y="1790748"/>
                </a:lnTo>
                <a:lnTo>
                  <a:pt x="462772" y="1800301"/>
                </a:lnTo>
                <a:lnTo>
                  <a:pt x="445580" y="1809855"/>
                </a:lnTo>
                <a:lnTo>
                  <a:pt x="428387" y="1819408"/>
                </a:lnTo>
                <a:lnTo>
                  <a:pt x="411194" y="1828952"/>
                </a:lnTo>
                <a:lnTo>
                  <a:pt x="394002" y="1838506"/>
                </a:lnTo>
                <a:lnTo>
                  <a:pt x="376809" y="1848060"/>
                </a:lnTo>
                <a:lnTo>
                  <a:pt x="359626" y="1857613"/>
                </a:lnTo>
                <a:lnTo>
                  <a:pt x="342433" y="1867157"/>
                </a:lnTo>
                <a:lnTo>
                  <a:pt x="325241" y="1876711"/>
                </a:lnTo>
                <a:lnTo>
                  <a:pt x="308048" y="1886264"/>
                </a:lnTo>
                <a:lnTo>
                  <a:pt x="290855" y="1895818"/>
                </a:lnTo>
                <a:lnTo>
                  <a:pt x="273663" y="1905362"/>
                </a:lnTo>
                <a:lnTo>
                  <a:pt x="256470" y="1914134"/>
                </a:lnTo>
                <a:lnTo>
                  <a:pt x="239278" y="1904581"/>
                </a:lnTo>
                <a:lnTo>
                  <a:pt x="222085" y="1895027"/>
                </a:lnTo>
                <a:lnTo>
                  <a:pt x="204892" y="1885483"/>
                </a:lnTo>
                <a:lnTo>
                  <a:pt x="187700" y="1875930"/>
                </a:lnTo>
                <a:lnTo>
                  <a:pt x="170507" y="1866376"/>
                </a:lnTo>
                <a:lnTo>
                  <a:pt x="153314" y="1856823"/>
                </a:lnTo>
                <a:lnTo>
                  <a:pt x="136122" y="1847279"/>
                </a:lnTo>
                <a:lnTo>
                  <a:pt x="118929" y="1837725"/>
                </a:lnTo>
                <a:lnTo>
                  <a:pt x="101737" y="1828171"/>
                </a:lnTo>
                <a:lnTo>
                  <a:pt x="84544" y="1818618"/>
                </a:lnTo>
                <a:lnTo>
                  <a:pt x="67351" y="1809074"/>
                </a:lnTo>
                <a:lnTo>
                  <a:pt x="50168" y="1799520"/>
                </a:lnTo>
                <a:lnTo>
                  <a:pt x="32976" y="1789967"/>
                </a:lnTo>
                <a:lnTo>
                  <a:pt x="15783" y="1780413"/>
                </a:lnTo>
                <a:lnTo>
                  <a:pt x="0" y="1770031"/>
                </a:lnTo>
                <a:lnTo>
                  <a:pt x="0" y="1750371"/>
                </a:lnTo>
                <a:lnTo>
                  <a:pt x="0" y="1730702"/>
                </a:lnTo>
                <a:lnTo>
                  <a:pt x="0" y="1711033"/>
                </a:lnTo>
                <a:lnTo>
                  <a:pt x="0" y="1691364"/>
                </a:lnTo>
                <a:lnTo>
                  <a:pt x="0" y="1671695"/>
                </a:lnTo>
                <a:lnTo>
                  <a:pt x="0" y="1652035"/>
                </a:lnTo>
                <a:lnTo>
                  <a:pt x="0" y="1632366"/>
                </a:lnTo>
                <a:lnTo>
                  <a:pt x="0" y="1612697"/>
                </a:lnTo>
                <a:lnTo>
                  <a:pt x="0" y="1593028"/>
                </a:lnTo>
                <a:lnTo>
                  <a:pt x="0" y="1573368"/>
                </a:lnTo>
                <a:lnTo>
                  <a:pt x="0" y="1553699"/>
                </a:lnTo>
                <a:lnTo>
                  <a:pt x="0" y="1534030"/>
                </a:lnTo>
                <a:lnTo>
                  <a:pt x="0" y="1514361"/>
                </a:lnTo>
                <a:lnTo>
                  <a:pt x="0" y="1494692"/>
                </a:lnTo>
                <a:lnTo>
                  <a:pt x="0" y="1475032"/>
                </a:lnTo>
                <a:lnTo>
                  <a:pt x="0" y="1455363"/>
                </a:lnTo>
                <a:lnTo>
                  <a:pt x="0" y="1435694"/>
                </a:lnTo>
                <a:lnTo>
                  <a:pt x="0" y="1416025"/>
                </a:lnTo>
                <a:lnTo>
                  <a:pt x="0" y="1396355"/>
                </a:lnTo>
                <a:lnTo>
                  <a:pt x="0" y="1376696"/>
                </a:lnTo>
                <a:lnTo>
                  <a:pt x="0" y="1357027"/>
                </a:lnTo>
                <a:lnTo>
                  <a:pt x="0" y="1337358"/>
                </a:lnTo>
                <a:lnTo>
                  <a:pt x="0" y="1317689"/>
                </a:lnTo>
                <a:lnTo>
                  <a:pt x="0" y="1298029"/>
                </a:lnTo>
                <a:lnTo>
                  <a:pt x="0" y="1278360"/>
                </a:lnTo>
                <a:lnTo>
                  <a:pt x="0" y="1258691"/>
                </a:lnTo>
                <a:lnTo>
                  <a:pt x="0" y="1239022"/>
                </a:lnTo>
                <a:lnTo>
                  <a:pt x="0" y="1219352"/>
                </a:lnTo>
                <a:lnTo>
                  <a:pt x="0" y="1199693"/>
                </a:lnTo>
                <a:lnTo>
                  <a:pt x="0" y="1180024"/>
                </a:lnTo>
                <a:lnTo>
                  <a:pt x="0" y="1160355"/>
                </a:lnTo>
                <a:lnTo>
                  <a:pt x="0" y="1140685"/>
                </a:lnTo>
                <a:lnTo>
                  <a:pt x="0" y="1121026"/>
                </a:lnTo>
                <a:lnTo>
                  <a:pt x="0" y="1101357"/>
                </a:lnTo>
                <a:lnTo>
                  <a:pt x="0" y="1081688"/>
                </a:lnTo>
                <a:lnTo>
                  <a:pt x="0" y="1062018"/>
                </a:lnTo>
                <a:lnTo>
                  <a:pt x="0" y="1042349"/>
                </a:lnTo>
                <a:lnTo>
                  <a:pt x="0" y="1022690"/>
                </a:lnTo>
                <a:lnTo>
                  <a:pt x="0" y="1003021"/>
                </a:lnTo>
                <a:lnTo>
                  <a:pt x="0" y="983351"/>
                </a:lnTo>
                <a:lnTo>
                  <a:pt x="0" y="963682"/>
                </a:lnTo>
                <a:lnTo>
                  <a:pt x="0" y="944023"/>
                </a:lnTo>
                <a:lnTo>
                  <a:pt x="0" y="924354"/>
                </a:lnTo>
                <a:lnTo>
                  <a:pt x="0" y="904685"/>
                </a:lnTo>
                <a:lnTo>
                  <a:pt x="0" y="885015"/>
                </a:lnTo>
                <a:lnTo>
                  <a:pt x="0" y="865346"/>
                </a:lnTo>
                <a:lnTo>
                  <a:pt x="0" y="845687"/>
                </a:lnTo>
                <a:lnTo>
                  <a:pt x="0" y="826018"/>
                </a:lnTo>
                <a:lnTo>
                  <a:pt x="0" y="806348"/>
                </a:lnTo>
                <a:lnTo>
                  <a:pt x="0" y="786679"/>
                </a:lnTo>
                <a:lnTo>
                  <a:pt x="0" y="767010"/>
                </a:lnTo>
                <a:lnTo>
                  <a:pt x="0" y="747351"/>
                </a:lnTo>
                <a:lnTo>
                  <a:pt x="0" y="727681"/>
                </a:lnTo>
                <a:lnTo>
                  <a:pt x="0" y="708012"/>
                </a:lnTo>
                <a:lnTo>
                  <a:pt x="0" y="688343"/>
                </a:lnTo>
                <a:lnTo>
                  <a:pt x="0" y="668684"/>
                </a:lnTo>
                <a:lnTo>
                  <a:pt x="0" y="649014"/>
                </a:lnTo>
                <a:lnTo>
                  <a:pt x="0" y="629345"/>
                </a:lnTo>
                <a:lnTo>
                  <a:pt x="0" y="609676"/>
                </a:lnTo>
                <a:lnTo>
                  <a:pt x="0" y="590007"/>
                </a:lnTo>
                <a:lnTo>
                  <a:pt x="0" y="570347"/>
                </a:lnTo>
                <a:lnTo>
                  <a:pt x="0" y="550678"/>
                </a:lnTo>
                <a:lnTo>
                  <a:pt x="0" y="531009"/>
                </a:lnTo>
                <a:lnTo>
                  <a:pt x="0" y="511340"/>
                </a:lnTo>
                <a:lnTo>
                  <a:pt x="0" y="491681"/>
                </a:lnTo>
                <a:lnTo>
                  <a:pt x="0" y="472011"/>
                </a:lnTo>
                <a:lnTo>
                  <a:pt x="0" y="452342"/>
                </a:lnTo>
                <a:lnTo>
                  <a:pt x="0" y="432673"/>
                </a:lnTo>
                <a:lnTo>
                  <a:pt x="0" y="413004"/>
                </a:lnTo>
                <a:lnTo>
                  <a:pt x="0" y="393344"/>
                </a:lnTo>
                <a:lnTo>
                  <a:pt x="0" y="373675"/>
                </a:lnTo>
                <a:lnTo>
                  <a:pt x="0" y="354006"/>
                </a:lnTo>
                <a:lnTo>
                  <a:pt x="0" y="334337"/>
                </a:lnTo>
                <a:lnTo>
                  <a:pt x="0" y="314668"/>
                </a:lnTo>
                <a:lnTo>
                  <a:pt x="0" y="295008"/>
                </a:lnTo>
                <a:lnTo>
                  <a:pt x="0" y="275339"/>
                </a:lnTo>
                <a:lnTo>
                  <a:pt x="0" y="255670"/>
                </a:lnTo>
                <a:lnTo>
                  <a:pt x="0" y="236001"/>
                </a:lnTo>
                <a:lnTo>
                  <a:pt x="0" y="216341"/>
                </a:lnTo>
                <a:lnTo>
                  <a:pt x="0" y="196672"/>
                </a:lnTo>
                <a:lnTo>
                  <a:pt x="0" y="177003"/>
                </a:lnTo>
                <a:lnTo>
                  <a:pt x="0" y="157334"/>
                </a:lnTo>
                <a:lnTo>
                  <a:pt x="0" y="137665"/>
                </a:lnTo>
                <a:lnTo>
                  <a:pt x="0" y="118005"/>
                </a:lnTo>
                <a:lnTo>
                  <a:pt x="0" y="98336"/>
                </a:lnTo>
                <a:lnTo>
                  <a:pt x="0" y="78667"/>
                </a:lnTo>
                <a:lnTo>
                  <a:pt x="0" y="58998"/>
                </a:lnTo>
                <a:lnTo>
                  <a:pt x="0" y="39338"/>
                </a:lnTo>
                <a:lnTo>
                  <a:pt x="0" y="19669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23" name="phase-title-1">
            <a:extLst xmlns:a="http://schemas.openxmlformats.org/drawingml/2006/main">
              <a:ext uri="{FF2B5EF4-FFF2-40B4-BE49-F238E27FC236}">
                <a16:creationId xmlns:a16="http://schemas.microsoft.com/office/drawing/2014/main" id="{27E89EF0-8228-4EAD-BE55-5227C2DB5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4782293"/>
            <a:ext cx="1428750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培育与转化</a:t>
            </a:r>
          </a:p>
        </p:txBody>
      </p:sp>
      <p:sp>
        <p:nvSpPr>
          <p:cNvPr id="24" name="phase-body-1">
            <a:extLst xmlns:a="http://schemas.openxmlformats.org/drawingml/2006/main">
              <a:ext uri="{FF2B5EF4-FFF2-40B4-BE49-F238E27FC236}">
                <a16:creationId xmlns:a16="http://schemas.microsoft.com/office/drawing/2014/main" id="{E7D4D0A5-29DD-4BFD-9D59-46F8105AF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5136509"/>
            <a:ext cx="1428750" cy="587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让有效意向沉</a:t>
            </a:r>
          </a:p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淀为长期价值</a:t>
            </a:r>
          </a:p>
        </p:txBody>
      </p:sp>
      <p:sp>
        <p:nvSpPr>
          <p:cNvPr id="25" name="action-icon-shell-1-0">
            <a:extLst xmlns:a="http://schemas.openxmlformats.org/drawingml/2006/main">
              <a:ext uri="{FF2B5EF4-FFF2-40B4-BE49-F238E27FC236}">
                <a16:creationId xmlns:a16="http://schemas.microsoft.com/office/drawing/2014/main" id="{75AEA215-E2A0-4AFD-BFCF-EAE9176F2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5081588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9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0ad97d5b2df4a69">
            <a:extLst>
              <a:ext uri="{96DAC541-7B7A-43D3-8B79-37D633B846F1}">
                <asvg:svgBlip xmlns:asvg="http://schemas.microsoft.com/office/drawing/2016/SVG/main" r:embed="R23bd4655b4a14c5c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5157788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27" name="action-title-1-0">
            <a:extLst xmlns:a="http://schemas.openxmlformats.org/drawingml/2006/main">
              <a:ext uri="{FF2B5EF4-FFF2-40B4-BE49-F238E27FC236}">
                <a16:creationId xmlns:a16="http://schemas.microsoft.com/office/drawing/2014/main" id="{A7EEFA5C-4DC9-4BE6-A031-49AA376B9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5020570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数据打通</a:t>
            </a:r>
          </a:p>
        </p:txBody>
      </p:sp>
      <p:sp>
        <p:nvSpPr>
          <p:cNvPr id="28" name="action-body-1-0">
            <a:extLst xmlns:a="http://schemas.openxmlformats.org/drawingml/2006/main">
              <a:ext uri="{FF2B5EF4-FFF2-40B4-BE49-F238E27FC236}">
                <a16:creationId xmlns:a16="http://schemas.microsoft.com/office/drawing/2014/main" id="{F0F0FA60-AAB7-41FC-B4FE-70025702B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5249170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统一分析对象</a:t>
            </a:r>
          </a:p>
        </p:txBody>
      </p:sp>
      <p:sp>
        <p:nvSpPr>
          <p:cNvPr id="29" name="action-icon-shell-1-1">
            <a:extLst xmlns:a="http://schemas.openxmlformats.org/drawingml/2006/main">
              <a:ext uri="{FF2B5EF4-FFF2-40B4-BE49-F238E27FC236}">
                <a16:creationId xmlns:a16="http://schemas.microsoft.com/office/drawing/2014/main" id="{4DA0567A-2734-48C2-949C-1867DFA2A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5081588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9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55e111c53d446c5">
            <a:extLst>
              <a:ext uri="{96DAC541-7B7A-43D3-8B79-37D633B846F1}">
                <asvg:svgBlip xmlns:asvg="http://schemas.microsoft.com/office/drawing/2016/SVG/main" r:embed="Rbc4236deefa74801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5157788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31" name="action-title-1-1">
            <a:extLst xmlns:a="http://schemas.openxmlformats.org/drawingml/2006/main">
              <a:ext uri="{FF2B5EF4-FFF2-40B4-BE49-F238E27FC236}">
                <a16:creationId xmlns:a16="http://schemas.microsoft.com/office/drawing/2014/main" id="{19057933-C32C-4B54-8865-22B26B3E3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5020570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自动分群</a:t>
            </a:r>
          </a:p>
        </p:txBody>
      </p:sp>
      <p:sp>
        <p:nvSpPr>
          <p:cNvPr id="32" name="action-body-1-1">
            <a:extLst xmlns:a="http://schemas.openxmlformats.org/drawingml/2006/main">
              <a:ext uri="{FF2B5EF4-FFF2-40B4-BE49-F238E27FC236}">
                <a16:creationId xmlns:a16="http://schemas.microsoft.com/office/drawing/2014/main" id="{F98EDF81-AA68-417F-BDFF-027260B6F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5249170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指导持续运营</a:t>
            </a:r>
          </a:p>
        </p:txBody>
      </p:sp>
      <p:sp>
        <p:nvSpPr>
          <p:cNvPr id="33" name="funnel-step-body-0">
            <a:extLst xmlns:a="http://schemas.openxmlformats.org/drawingml/2006/main">
              <a:ext uri="{FF2B5EF4-FFF2-40B4-BE49-F238E27FC236}">
                <a16:creationId xmlns:a16="http://schemas.microsoft.com/office/drawing/2014/main" id="{2D682388-5074-4B7B-B83C-96E94D92E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52750" y="2514600"/>
            <a:ext cx="3332188" cy="533267"/>
          </a:xfrm>
          <a:custGeom xmlns:a="http://schemas.openxmlformats.org/drawingml/2006/main">
            <a:pathLst>
              <a:path w="3332188" h="533267">
                <a:moveTo>
                  <a:pt x="0" y="0"/>
                </a:moveTo>
                <a:lnTo>
                  <a:pt x="15497" y="25813"/>
                </a:lnTo>
                <a:lnTo>
                  <a:pt x="30985" y="51616"/>
                </a:lnTo>
                <a:lnTo>
                  <a:pt x="46482" y="77429"/>
                </a:lnTo>
                <a:lnTo>
                  <a:pt x="61979" y="103241"/>
                </a:lnTo>
                <a:lnTo>
                  <a:pt x="77467" y="129045"/>
                </a:lnTo>
                <a:lnTo>
                  <a:pt x="92964" y="154857"/>
                </a:lnTo>
                <a:lnTo>
                  <a:pt x="108461" y="180661"/>
                </a:lnTo>
                <a:lnTo>
                  <a:pt x="123949" y="206473"/>
                </a:lnTo>
                <a:lnTo>
                  <a:pt x="139446" y="232286"/>
                </a:lnTo>
                <a:lnTo>
                  <a:pt x="154943" y="258089"/>
                </a:lnTo>
                <a:lnTo>
                  <a:pt x="170431" y="283902"/>
                </a:lnTo>
                <a:lnTo>
                  <a:pt x="185928" y="309715"/>
                </a:lnTo>
                <a:lnTo>
                  <a:pt x="201425" y="335518"/>
                </a:lnTo>
                <a:lnTo>
                  <a:pt x="216913" y="361331"/>
                </a:lnTo>
                <a:lnTo>
                  <a:pt x="232410" y="387134"/>
                </a:lnTo>
                <a:lnTo>
                  <a:pt x="247898" y="412947"/>
                </a:lnTo>
                <a:lnTo>
                  <a:pt x="263395" y="438760"/>
                </a:lnTo>
                <a:lnTo>
                  <a:pt x="278892" y="464563"/>
                </a:lnTo>
                <a:lnTo>
                  <a:pt x="301171" y="482298"/>
                </a:lnTo>
                <a:lnTo>
                  <a:pt x="330537" y="488842"/>
                </a:lnTo>
                <a:lnTo>
                  <a:pt x="360293" y="493376"/>
                </a:lnTo>
                <a:lnTo>
                  <a:pt x="390182" y="496976"/>
                </a:lnTo>
                <a:lnTo>
                  <a:pt x="420129" y="500015"/>
                </a:lnTo>
                <a:lnTo>
                  <a:pt x="450113" y="502653"/>
                </a:lnTo>
                <a:lnTo>
                  <a:pt x="480127" y="505006"/>
                </a:lnTo>
                <a:lnTo>
                  <a:pt x="510159" y="507121"/>
                </a:lnTo>
                <a:lnTo>
                  <a:pt x="540201" y="509045"/>
                </a:lnTo>
                <a:lnTo>
                  <a:pt x="570243" y="510797"/>
                </a:lnTo>
                <a:lnTo>
                  <a:pt x="600304" y="512435"/>
                </a:lnTo>
                <a:lnTo>
                  <a:pt x="630374" y="513940"/>
                </a:lnTo>
                <a:lnTo>
                  <a:pt x="660444" y="515350"/>
                </a:lnTo>
                <a:lnTo>
                  <a:pt x="690515" y="516674"/>
                </a:lnTo>
                <a:lnTo>
                  <a:pt x="720595" y="517893"/>
                </a:lnTo>
                <a:lnTo>
                  <a:pt x="750675" y="519046"/>
                </a:lnTo>
                <a:lnTo>
                  <a:pt x="780755" y="520132"/>
                </a:lnTo>
                <a:lnTo>
                  <a:pt x="810844" y="521160"/>
                </a:lnTo>
                <a:lnTo>
                  <a:pt x="840924" y="522122"/>
                </a:lnTo>
                <a:lnTo>
                  <a:pt x="871014" y="523027"/>
                </a:lnTo>
                <a:lnTo>
                  <a:pt x="901113" y="523875"/>
                </a:lnTo>
                <a:lnTo>
                  <a:pt x="931202" y="524675"/>
                </a:lnTo>
                <a:lnTo>
                  <a:pt x="961292" y="525428"/>
                </a:lnTo>
                <a:lnTo>
                  <a:pt x="991391" y="526142"/>
                </a:lnTo>
                <a:lnTo>
                  <a:pt x="1021480" y="526809"/>
                </a:lnTo>
                <a:lnTo>
                  <a:pt x="1051579" y="527437"/>
                </a:lnTo>
                <a:lnTo>
                  <a:pt x="1081678" y="528028"/>
                </a:lnTo>
                <a:lnTo>
                  <a:pt x="1111777" y="528590"/>
                </a:lnTo>
                <a:lnTo>
                  <a:pt x="1141876" y="529104"/>
                </a:lnTo>
                <a:lnTo>
                  <a:pt x="1171975" y="529590"/>
                </a:lnTo>
                <a:lnTo>
                  <a:pt x="1202074" y="530038"/>
                </a:lnTo>
                <a:lnTo>
                  <a:pt x="1232173" y="530457"/>
                </a:lnTo>
                <a:lnTo>
                  <a:pt x="1262272" y="530838"/>
                </a:lnTo>
                <a:lnTo>
                  <a:pt x="1292371" y="531200"/>
                </a:lnTo>
                <a:lnTo>
                  <a:pt x="1322470" y="531514"/>
                </a:lnTo>
                <a:lnTo>
                  <a:pt x="1352579" y="531819"/>
                </a:lnTo>
                <a:lnTo>
                  <a:pt x="1382678" y="532086"/>
                </a:lnTo>
                <a:lnTo>
                  <a:pt x="1412777" y="532333"/>
                </a:lnTo>
                <a:lnTo>
                  <a:pt x="1442876" y="532533"/>
                </a:lnTo>
                <a:lnTo>
                  <a:pt x="1472984" y="532733"/>
                </a:lnTo>
                <a:lnTo>
                  <a:pt x="1503083" y="532876"/>
                </a:lnTo>
                <a:lnTo>
                  <a:pt x="1533182" y="533019"/>
                </a:lnTo>
                <a:lnTo>
                  <a:pt x="1563291" y="533114"/>
                </a:lnTo>
                <a:lnTo>
                  <a:pt x="1593390" y="533200"/>
                </a:lnTo>
                <a:lnTo>
                  <a:pt x="1623498" y="533238"/>
                </a:lnTo>
                <a:lnTo>
                  <a:pt x="1653597" y="533267"/>
                </a:lnTo>
                <a:lnTo>
                  <a:pt x="1683696" y="533267"/>
                </a:lnTo>
                <a:lnTo>
                  <a:pt x="1713805" y="533238"/>
                </a:lnTo>
                <a:lnTo>
                  <a:pt x="1743904" y="533181"/>
                </a:lnTo>
                <a:lnTo>
                  <a:pt x="1774012" y="533105"/>
                </a:lnTo>
                <a:lnTo>
                  <a:pt x="1804111" y="533000"/>
                </a:lnTo>
                <a:lnTo>
                  <a:pt x="1834210" y="532857"/>
                </a:lnTo>
                <a:lnTo>
                  <a:pt x="1864319" y="532714"/>
                </a:lnTo>
                <a:lnTo>
                  <a:pt x="1894418" y="532514"/>
                </a:lnTo>
                <a:lnTo>
                  <a:pt x="1924517" y="532314"/>
                </a:lnTo>
                <a:lnTo>
                  <a:pt x="1954625" y="532047"/>
                </a:lnTo>
                <a:lnTo>
                  <a:pt x="1984724" y="531790"/>
                </a:lnTo>
                <a:lnTo>
                  <a:pt x="2014823" y="531476"/>
                </a:lnTo>
                <a:lnTo>
                  <a:pt x="2044922" y="531162"/>
                </a:lnTo>
                <a:lnTo>
                  <a:pt x="2075021" y="530790"/>
                </a:lnTo>
                <a:lnTo>
                  <a:pt x="2105130" y="530409"/>
                </a:lnTo>
                <a:lnTo>
                  <a:pt x="2135229" y="529981"/>
                </a:lnTo>
                <a:lnTo>
                  <a:pt x="2165328" y="529533"/>
                </a:lnTo>
                <a:lnTo>
                  <a:pt x="2195427" y="529047"/>
                </a:lnTo>
                <a:lnTo>
                  <a:pt x="2225526" y="528523"/>
                </a:lnTo>
                <a:lnTo>
                  <a:pt x="2255615" y="527961"/>
                </a:lnTo>
                <a:lnTo>
                  <a:pt x="2285714" y="527371"/>
                </a:lnTo>
                <a:lnTo>
                  <a:pt x="2315813" y="526733"/>
                </a:lnTo>
                <a:lnTo>
                  <a:pt x="2345912" y="526056"/>
                </a:lnTo>
                <a:lnTo>
                  <a:pt x="2376002" y="525342"/>
                </a:lnTo>
                <a:lnTo>
                  <a:pt x="2406091" y="524580"/>
                </a:lnTo>
                <a:lnTo>
                  <a:pt x="2436190" y="523780"/>
                </a:lnTo>
                <a:lnTo>
                  <a:pt x="2466280" y="522923"/>
                </a:lnTo>
                <a:lnTo>
                  <a:pt x="2496369" y="522008"/>
                </a:lnTo>
                <a:lnTo>
                  <a:pt x="2526459" y="521037"/>
                </a:lnTo>
                <a:lnTo>
                  <a:pt x="2556539" y="520008"/>
                </a:lnTo>
                <a:lnTo>
                  <a:pt x="2586619" y="518922"/>
                </a:lnTo>
                <a:lnTo>
                  <a:pt x="2616698" y="517760"/>
                </a:lnTo>
                <a:lnTo>
                  <a:pt x="2646778" y="516522"/>
                </a:lnTo>
                <a:lnTo>
                  <a:pt x="2676849" y="515188"/>
                </a:lnTo>
                <a:lnTo>
                  <a:pt x="2706919" y="513769"/>
                </a:lnTo>
                <a:lnTo>
                  <a:pt x="2736990" y="512245"/>
                </a:lnTo>
                <a:lnTo>
                  <a:pt x="2767041" y="510597"/>
                </a:lnTo>
                <a:lnTo>
                  <a:pt x="2797092" y="508826"/>
                </a:lnTo>
                <a:lnTo>
                  <a:pt x="2827134" y="506882"/>
                </a:lnTo>
                <a:lnTo>
                  <a:pt x="2857157" y="504739"/>
                </a:lnTo>
                <a:lnTo>
                  <a:pt x="2887170" y="502368"/>
                </a:lnTo>
                <a:lnTo>
                  <a:pt x="2917155" y="499682"/>
                </a:lnTo>
                <a:lnTo>
                  <a:pt x="2947092" y="496586"/>
                </a:lnTo>
                <a:lnTo>
                  <a:pt x="2976972" y="492900"/>
                </a:lnTo>
                <a:lnTo>
                  <a:pt x="3006700" y="488213"/>
                </a:lnTo>
                <a:lnTo>
                  <a:pt x="3035970" y="481241"/>
                </a:lnTo>
                <a:lnTo>
                  <a:pt x="3056687" y="461524"/>
                </a:lnTo>
                <a:lnTo>
                  <a:pt x="3072184" y="435712"/>
                </a:lnTo>
                <a:lnTo>
                  <a:pt x="3087672" y="409908"/>
                </a:lnTo>
                <a:lnTo>
                  <a:pt x="3103169" y="384096"/>
                </a:lnTo>
                <a:lnTo>
                  <a:pt x="3118666" y="358283"/>
                </a:lnTo>
                <a:lnTo>
                  <a:pt x="3134154" y="332480"/>
                </a:lnTo>
                <a:lnTo>
                  <a:pt x="3149651" y="306667"/>
                </a:lnTo>
                <a:lnTo>
                  <a:pt x="3165148" y="280854"/>
                </a:lnTo>
                <a:lnTo>
                  <a:pt x="3180636" y="255051"/>
                </a:lnTo>
                <a:lnTo>
                  <a:pt x="3196133" y="229238"/>
                </a:lnTo>
                <a:lnTo>
                  <a:pt x="3211630" y="203435"/>
                </a:lnTo>
                <a:lnTo>
                  <a:pt x="3227118" y="177622"/>
                </a:lnTo>
                <a:lnTo>
                  <a:pt x="3242615" y="151809"/>
                </a:lnTo>
                <a:lnTo>
                  <a:pt x="3258112" y="126006"/>
                </a:lnTo>
                <a:lnTo>
                  <a:pt x="3273600" y="100193"/>
                </a:lnTo>
                <a:lnTo>
                  <a:pt x="3289097" y="74381"/>
                </a:lnTo>
                <a:lnTo>
                  <a:pt x="3304584" y="48578"/>
                </a:lnTo>
                <a:lnTo>
                  <a:pt x="3320082" y="22765"/>
                </a:lnTo>
                <a:lnTo>
                  <a:pt x="3332188" y="3086"/>
                </a:lnTo>
                <a:lnTo>
                  <a:pt x="3304070" y="13059"/>
                </a:lnTo>
                <a:lnTo>
                  <a:pt x="3274409" y="18155"/>
                </a:lnTo>
                <a:lnTo>
                  <a:pt x="3244548" y="21965"/>
                </a:lnTo>
                <a:lnTo>
                  <a:pt x="3214602" y="25079"/>
                </a:lnTo>
                <a:lnTo>
                  <a:pt x="3184617" y="27746"/>
                </a:lnTo>
                <a:lnTo>
                  <a:pt x="3154613" y="30109"/>
                </a:lnTo>
                <a:lnTo>
                  <a:pt x="3124581" y="32223"/>
                </a:lnTo>
                <a:lnTo>
                  <a:pt x="3094539" y="34138"/>
                </a:lnTo>
                <a:lnTo>
                  <a:pt x="3064488" y="35890"/>
                </a:lnTo>
                <a:lnTo>
                  <a:pt x="3034427" y="37519"/>
                </a:lnTo>
                <a:lnTo>
                  <a:pt x="3004366" y="39043"/>
                </a:lnTo>
                <a:lnTo>
                  <a:pt x="2974296" y="40453"/>
                </a:lnTo>
                <a:lnTo>
                  <a:pt x="2944225" y="41777"/>
                </a:lnTo>
                <a:lnTo>
                  <a:pt x="2914145" y="43015"/>
                </a:lnTo>
                <a:lnTo>
                  <a:pt x="2884065" y="44186"/>
                </a:lnTo>
                <a:lnTo>
                  <a:pt x="2853985" y="45291"/>
                </a:lnTo>
                <a:lnTo>
                  <a:pt x="2823896" y="46339"/>
                </a:lnTo>
                <a:lnTo>
                  <a:pt x="2793816" y="47339"/>
                </a:lnTo>
                <a:lnTo>
                  <a:pt x="2763726" y="48282"/>
                </a:lnTo>
                <a:lnTo>
                  <a:pt x="2733637" y="49168"/>
                </a:lnTo>
                <a:lnTo>
                  <a:pt x="2703547" y="50025"/>
                </a:lnTo>
                <a:lnTo>
                  <a:pt x="2673448" y="50835"/>
                </a:lnTo>
                <a:lnTo>
                  <a:pt x="2643359" y="51597"/>
                </a:lnTo>
                <a:lnTo>
                  <a:pt x="2613269" y="52330"/>
                </a:lnTo>
                <a:lnTo>
                  <a:pt x="2583170" y="53026"/>
                </a:lnTo>
                <a:lnTo>
                  <a:pt x="2553071" y="53692"/>
                </a:lnTo>
                <a:lnTo>
                  <a:pt x="2522982" y="54321"/>
                </a:lnTo>
                <a:lnTo>
                  <a:pt x="2492883" y="54921"/>
                </a:lnTo>
                <a:lnTo>
                  <a:pt x="2462784" y="55493"/>
                </a:lnTo>
                <a:lnTo>
                  <a:pt x="2432685" y="56036"/>
                </a:lnTo>
                <a:lnTo>
                  <a:pt x="2402586" y="56550"/>
                </a:lnTo>
                <a:lnTo>
                  <a:pt x="2372487" y="57036"/>
                </a:lnTo>
                <a:lnTo>
                  <a:pt x="2342388" y="57502"/>
                </a:lnTo>
                <a:lnTo>
                  <a:pt x="2312289" y="57941"/>
                </a:lnTo>
                <a:lnTo>
                  <a:pt x="2282190" y="58360"/>
                </a:lnTo>
                <a:lnTo>
                  <a:pt x="2252091" y="58741"/>
                </a:lnTo>
                <a:lnTo>
                  <a:pt x="2221992" y="59112"/>
                </a:lnTo>
                <a:lnTo>
                  <a:pt x="2191893" y="59455"/>
                </a:lnTo>
                <a:lnTo>
                  <a:pt x="2161784" y="59788"/>
                </a:lnTo>
                <a:lnTo>
                  <a:pt x="2131685" y="60084"/>
                </a:lnTo>
                <a:lnTo>
                  <a:pt x="2101586" y="60360"/>
                </a:lnTo>
                <a:lnTo>
                  <a:pt x="2071487" y="60617"/>
                </a:lnTo>
                <a:lnTo>
                  <a:pt x="2041379" y="60874"/>
                </a:lnTo>
                <a:lnTo>
                  <a:pt x="2011280" y="61093"/>
                </a:lnTo>
                <a:lnTo>
                  <a:pt x="1981181" y="61293"/>
                </a:lnTo>
                <a:lnTo>
                  <a:pt x="1951072" y="61465"/>
                </a:lnTo>
                <a:lnTo>
                  <a:pt x="1920973" y="61636"/>
                </a:lnTo>
                <a:lnTo>
                  <a:pt x="1890874" y="61789"/>
                </a:lnTo>
                <a:lnTo>
                  <a:pt x="1860766" y="61903"/>
                </a:lnTo>
                <a:lnTo>
                  <a:pt x="1830667" y="62017"/>
                </a:lnTo>
                <a:lnTo>
                  <a:pt x="1800558" y="62103"/>
                </a:lnTo>
                <a:lnTo>
                  <a:pt x="1770459" y="62170"/>
                </a:lnTo>
                <a:lnTo>
                  <a:pt x="1740360" y="62236"/>
                </a:lnTo>
                <a:lnTo>
                  <a:pt x="1710252" y="62255"/>
                </a:lnTo>
                <a:lnTo>
                  <a:pt x="1680153" y="62284"/>
                </a:lnTo>
                <a:lnTo>
                  <a:pt x="1650054" y="62284"/>
                </a:lnTo>
                <a:lnTo>
                  <a:pt x="1619945" y="62255"/>
                </a:lnTo>
                <a:lnTo>
                  <a:pt x="1589846" y="62236"/>
                </a:lnTo>
                <a:lnTo>
                  <a:pt x="1559738" y="62160"/>
                </a:lnTo>
                <a:lnTo>
                  <a:pt x="1529639" y="62093"/>
                </a:lnTo>
                <a:lnTo>
                  <a:pt x="1499540" y="62008"/>
                </a:lnTo>
                <a:lnTo>
                  <a:pt x="1469431" y="61884"/>
                </a:lnTo>
                <a:lnTo>
                  <a:pt x="1439332" y="61770"/>
                </a:lnTo>
                <a:lnTo>
                  <a:pt x="1409224" y="61617"/>
                </a:lnTo>
                <a:lnTo>
                  <a:pt x="1379125" y="61446"/>
                </a:lnTo>
                <a:lnTo>
                  <a:pt x="1349026" y="61274"/>
                </a:lnTo>
                <a:lnTo>
                  <a:pt x="1318927" y="61055"/>
                </a:lnTo>
                <a:lnTo>
                  <a:pt x="1288818" y="60836"/>
                </a:lnTo>
                <a:lnTo>
                  <a:pt x="1258719" y="60589"/>
                </a:lnTo>
                <a:lnTo>
                  <a:pt x="1228620" y="60322"/>
                </a:lnTo>
                <a:lnTo>
                  <a:pt x="1198512" y="60055"/>
                </a:lnTo>
                <a:lnTo>
                  <a:pt x="1168413" y="59750"/>
                </a:lnTo>
                <a:lnTo>
                  <a:pt x="1138314" y="59417"/>
                </a:lnTo>
                <a:lnTo>
                  <a:pt x="1108215" y="59074"/>
                </a:lnTo>
                <a:lnTo>
                  <a:pt x="1078116" y="58703"/>
                </a:lnTo>
                <a:lnTo>
                  <a:pt x="1048007" y="58303"/>
                </a:lnTo>
                <a:lnTo>
                  <a:pt x="1017908" y="57893"/>
                </a:lnTo>
                <a:lnTo>
                  <a:pt x="987809" y="57445"/>
                </a:lnTo>
                <a:lnTo>
                  <a:pt x="957710" y="56979"/>
                </a:lnTo>
                <a:lnTo>
                  <a:pt x="927611" y="56493"/>
                </a:lnTo>
                <a:lnTo>
                  <a:pt x="897512" y="55969"/>
                </a:lnTo>
                <a:lnTo>
                  <a:pt x="867413" y="55426"/>
                </a:lnTo>
                <a:lnTo>
                  <a:pt x="837324" y="54854"/>
                </a:lnTo>
                <a:lnTo>
                  <a:pt x="807225" y="54254"/>
                </a:lnTo>
                <a:lnTo>
                  <a:pt x="777126" y="53616"/>
                </a:lnTo>
                <a:lnTo>
                  <a:pt x="747036" y="52949"/>
                </a:lnTo>
                <a:lnTo>
                  <a:pt x="716937" y="52245"/>
                </a:lnTo>
                <a:lnTo>
                  <a:pt x="686848" y="51511"/>
                </a:lnTo>
                <a:lnTo>
                  <a:pt x="656749" y="50740"/>
                </a:lnTo>
                <a:lnTo>
                  <a:pt x="626659" y="49921"/>
                </a:lnTo>
                <a:lnTo>
                  <a:pt x="596570" y="49073"/>
                </a:lnTo>
                <a:lnTo>
                  <a:pt x="566480" y="48168"/>
                </a:lnTo>
                <a:lnTo>
                  <a:pt x="536391" y="47225"/>
                </a:lnTo>
                <a:lnTo>
                  <a:pt x="506301" y="46225"/>
                </a:lnTo>
                <a:lnTo>
                  <a:pt x="476221" y="45168"/>
                </a:lnTo>
                <a:lnTo>
                  <a:pt x="446141" y="44053"/>
                </a:lnTo>
                <a:lnTo>
                  <a:pt x="416062" y="42872"/>
                </a:lnTo>
                <a:lnTo>
                  <a:pt x="385982" y="41624"/>
                </a:lnTo>
                <a:lnTo>
                  <a:pt x="355911" y="40291"/>
                </a:lnTo>
                <a:lnTo>
                  <a:pt x="325841" y="38862"/>
                </a:lnTo>
                <a:lnTo>
                  <a:pt x="295780" y="37338"/>
                </a:lnTo>
                <a:lnTo>
                  <a:pt x="265719" y="35700"/>
                </a:lnTo>
                <a:lnTo>
                  <a:pt x="235668" y="33919"/>
                </a:lnTo>
                <a:lnTo>
                  <a:pt x="205626" y="31975"/>
                </a:lnTo>
                <a:lnTo>
                  <a:pt x="175603" y="29842"/>
                </a:lnTo>
                <a:lnTo>
                  <a:pt x="145590" y="27451"/>
                </a:lnTo>
                <a:lnTo>
                  <a:pt x="115614" y="24736"/>
                </a:lnTo>
                <a:lnTo>
                  <a:pt x="85677" y="21555"/>
                </a:lnTo>
                <a:lnTo>
                  <a:pt x="55836" y="17650"/>
                </a:lnTo>
                <a:lnTo>
                  <a:pt x="26213" y="12306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34" name="funnel-step-cap-0">
            <a:extLst xmlns:a="http://schemas.openxmlformats.org/drawingml/2006/main">
              <a:ext uri="{FF2B5EF4-FFF2-40B4-BE49-F238E27FC236}">
                <a16:creationId xmlns:a16="http://schemas.microsoft.com/office/drawing/2014/main" id="{B96F15A0-3FC9-4985-9F14-03D2B94AA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52750" y="2425951"/>
            <a:ext cx="3333750" cy="17728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35" name="funnel-step-body-1">
            <a:extLst xmlns:a="http://schemas.openxmlformats.org/drawingml/2006/main">
              <a:ext uri="{FF2B5EF4-FFF2-40B4-BE49-F238E27FC236}">
                <a16:creationId xmlns:a16="http://schemas.microsoft.com/office/drawing/2014/main" id="{97EDCC8C-9726-4C89-808A-1272B3478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235452" y="3116294"/>
            <a:ext cx="2765384" cy="533210"/>
          </a:xfrm>
          <a:custGeom xmlns:a="http://schemas.openxmlformats.org/drawingml/2006/main">
            <a:pathLst>
              <a:path w="2765384" h="533210">
                <a:moveTo>
                  <a:pt x="0" y="0"/>
                </a:moveTo>
                <a:lnTo>
                  <a:pt x="10735" y="23355"/>
                </a:lnTo>
                <a:lnTo>
                  <a:pt x="21460" y="46701"/>
                </a:lnTo>
                <a:lnTo>
                  <a:pt x="32195" y="70056"/>
                </a:lnTo>
                <a:lnTo>
                  <a:pt x="42920" y="93402"/>
                </a:lnTo>
                <a:lnTo>
                  <a:pt x="53654" y="116757"/>
                </a:lnTo>
                <a:lnTo>
                  <a:pt x="64389" y="140103"/>
                </a:lnTo>
                <a:lnTo>
                  <a:pt x="75114" y="163459"/>
                </a:lnTo>
                <a:lnTo>
                  <a:pt x="85849" y="186804"/>
                </a:lnTo>
                <a:lnTo>
                  <a:pt x="96574" y="210160"/>
                </a:lnTo>
                <a:lnTo>
                  <a:pt x="107309" y="233515"/>
                </a:lnTo>
                <a:lnTo>
                  <a:pt x="118043" y="256861"/>
                </a:lnTo>
                <a:lnTo>
                  <a:pt x="128768" y="280216"/>
                </a:lnTo>
                <a:lnTo>
                  <a:pt x="139503" y="303562"/>
                </a:lnTo>
                <a:lnTo>
                  <a:pt x="150228" y="326917"/>
                </a:lnTo>
                <a:lnTo>
                  <a:pt x="160963" y="350263"/>
                </a:lnTo>
                <a:lnTo>
                  <a:pt x="171698" y="373618"/>
                </a:lnTo>
                <a:lnTo>
                  <a:pt x="182423" y="396973"/>
                </a:lnTo>
                <a:lnTo>
                  <a:pt x="193157" y="420319"/>
                </a:lnTo>
                <a:lnTo>
                  <a:pt x="203892" y="443675"/>
                </a:lnTo>
                <a:lnTo>
                  <a:pt x="214617" y="467020"/>
                </a:lnTo>
                <a:lnTo>
                  <a:pt x="233105" y="482670"/>
                </a:lnTo>
                <a:lnTo>
                  <a:pt x="257985" y="489071"/>
                </a:lnTo>
                <a:lnTo>
                  <a:pt x="283283" y="493576"/>
                </a:lnTo>
                <a:lnTo>
                  <a:pt x="308724" y="497157"/>
                </a:lnTo>
                <a:lnTo>
                  <a:pt x="334242" y="500196"/>
                </a:lnTo>
                <a:lnTo>
                  <a:pt x="359807" y="502834"/>
                </a:lnTo>
                <a:lnTo>
                  <a:pt x="385401" y="505177"/>
                </a:lnTo>
                <a:lnTo>
                  <a:pt x="411013" y="507292"/>
                </a:lnTo>
                <a:lnTo>
                  <a:pt x="436636" y="509207"/>
                </a:lnTo>
                <a:lnTo>
                  <a:pt x="462277" y="510978"/>
                </a:lnTo>
                <a:lnTo>
                  <a:pt x="487928" y="512607"/>
                </a:lnTo>
                <a:lnTo>
                  <a:pt x="513578" y="514112"/>
                </a:lnTo>
                <a:lnTo>
                  <a:pt x="539239" y="515522"/>
                </a:lnTo>
                <a:lnTo>
                  <a:pt x="564899" y="516836"/>
                </a:lnTo>
                <a:lnTo>
                  <a:pt x="590569" y="518065"/>
                </a:lnTo>
                <a:lnTo>
                  <a:pt x="616248" y="519217"/>
                </a:lnTo>
                <a:lnTo>
                  <a:pt x="641918" y="520303"/>
                </a:lnTo>
                <a:lnTo>
                  <a:pt x="667598" y="521322"/>
                </a:lnTo>
                <a:lnTo>
                  <a:pt x="693277" y="522275"/>
                </a:lnTo>
                <a:lnTo>
                  <a:pt x="718966" y="523170"/>
                </a:lnTo>
                <a:lnTo>
                  <a:pt x="744645" y="524018"/>
                </a:lnTo>
                <a:lnTo>
                  <a:pt x="770334" y="524818"/>
                </a:lnTo>
                <a:lnTo>
                  <a:pt x="796023" y="525570"/>
                </a:lnTo>
                <a:lnTo>
                  <a:pt x="821712" y="526275"/>
                </a:lnTo>
                <a:lnTo>
                  <a:pt x="847401" y="526942"/>
                </a:lnTo>
                <a:lnTo>
                  <a:pt x="873090" y="527571"/>
                </a:lnTo>
                <a:lnTo>
                  <a:pt x="898789" y="528152"/>
                </a:lnTo>
                <a:lnTo>
                  <a:pt x="924477" y="528704"/>
                </a:lnTo>
                <a:lnTo>
                  <a:pt x="950176" y="529219"/>
                </a:lnTo>
                <a:lnTo>
                  <a:pt x="975865" y="529695"/>
                </a:lnTo>
                <a:lnTo>
                  <a:pt x="1001563" y="530133"/>
                </a:lnTo>
                <a:lnTo>
                  <a:pt x="1027262" y="530543"/>
                </a:lnTo>
                <a:lnTo>
                  <a:pt x="1052951" y="530924"/>
                </a:lnTo>
                <a:lnTo>
                  <a:pt x="1078649" y="531276"/>
                </a:lnTo>
                <a:lnTo>
                  <a:pt x="1104348" y="531590"/>
                </a:lnTo>
                <a:lnTo>
                  <a:pt x="1130046" y="531876"/>
                </a:lnTo>
                <a:lnTo>
                  <a:pt x="1155744" y="532133"/>
                </a:lnTo>
                <a:lnTo>
                  <a:pt x="1181443" y="532352"/>
                </a:lnTo>
                <a:lnTo>
                  <a:pt x="1207141" y="532562"/>
                </a:lnTo>
                <a:lnTo>
                  <a:pt x="1232830" y="532733"/>
                </a:lnTo>
                <a:lnTo>
                  <a:pt x="1258529" y="532876"/>
                </a:lnTo>
                <a:lnTo>
                  <a:pt x="1284227" y="533000"/>
                </a:lnTo>
                <a:lnTo>
                  <a:pt x="1309926" y="533086"/>
                </a:lnTo>
                <a:lnTo>
                  <a:pt x="1335634" y="533152"/>
                </a:lnTo>
                <a:lnTo>
                  <a:pt x="1361332" y="533181"/>
                </a:lnTo>
                <a:lnTo>
                  <a:pt x="1387031" y="533210"/>
                </a:lnTo>
                <a:lnTo>
                  <a:pt x="1412729" y="533181"/>
                </a:lnTo>
                <a:lnTo>
                  <a:pt x="1438427" y="533152"/>
                </a:lnTo>
                <a:lnTo>
                  <a:pt x="1464126" y="533067"/>
                </a:lnTo>
                <a:lnTo>
                  <a:pt x="1489824" y="532981"/>
                </a:lnTo>
                <a:lnTo>
                  <a:pt x="1515523" y="532848"/>
                </a:lnTo>
                <a:lnTo>
                  <a:pt x="1541221" y="532695"/>
                </a:lnTo>
                <a:lnTo>
                  <a:pt x="1566920" y="532514"/>
                </a:lnTo>
                <a:lnTo>
                  <a:pt x="1592618" y="532314"/>
                </a:lnTo>
                <a:lnTo>
                  <a:pt x="1618307" y="532067"/>
                </a:lnTo>
                <a:lnTo>
                  <a:pt x="1644005" y="531809"/>
                </a:lnTo>
                <a:lnTo>
                  <a:pt x="1669704" y="531524"/>
                </a:lnTo>
                <a:lnTo>
                  <a:pt x="1695402" y="531200"/>
                </a:lnTo>
                <a:lnTo>
                  <a:pt x="1721101" y="530838"/>
                </a:lnTo>
                <a:lnTo>
                  <a:pt x="1746799" y="530457"/>
                </a:lnTo>
                <a:lnTo>
                  <a:pt x="1772488" y="530038"/>
                </a:lnTo>
                <a:lnTo>
                  <a:pt x="1798187" y="529590"/>
                </a:lnTo>
                <a:lnTo>
                  <a:pt x="1823876" y="529104"/>
                </a:lnTo>
                <a:lnTo>
                  <a:pt x="1849574" y="528580"/>
                </a:lnTo>
                <a:lnTo>
                  <a:pt x="1875263" y="528028"/>
                </a:lnTo>
                <a:lnTo>
                  <a:pt x="1900961" y="527428"/>
                </a:lnTo>
                <a:lnTo>
                  <a:pt x="1926650" y="526799"/>
                </a:lnTo>
                <a:lnTo>
                  <a:pt x="1952339" y="526123"/>
                </a:lnTo>
                <a:lnTo>
                  <a:pt x="1978028" y="525409"/>
                </a:lnTo>
                <a:lnTo>
                  <a:pt x="2003717" y="524647"/>
                </a:lnTo>
                <a:lnTo>
                  <a:pt x="2029397" y="523837"/>
                </a:lnTo>
                <a:lnTo>
                  <a:pt x="2055085" y="522980"/>
                </a:lnTo>
                <a:lnTo>
                  <a:pt x="2080765" y="522065"/>
                </a:lnTo>
                <a:lnTo>
                  <a:pt x="2106444" y="521094"/>
                </a:lnTo>
                <a:lnTo>
                  <a:pt x="2132124" y="520065"/>
                </a:lnTo>
                <a:lnTo>
                  <a:pt x="2157803" y="518970"/>
                </a:lnTo>
                <a:lnTo>
                  <a:pt x="2183473" y="517798"/>
                </a:lnTo>
                <a:lnTo>
                  <a:pt x="2209143" y="516550"/>
                </a:lnTo>
                <a:lnTo>
                  <a:pt x="2234803" y="515217"/>
                </a:lnTo>
                <a:lnTo>
                  <a:pt x="2260463" y="513788"/>
                </a:lnTo>
                <a:lnTo>
                  <a:pt x="2286114" y="512255"/>
                </a:lnTo>
                <a:lnTo>
                  <a:pt x="2311765" y="510597"/>
                </a:lnTo>
                <a:lnTo>
                  <a:pt x="2337397" y="508806"/>
                </a:lnTo>
                <a:lnTo>
                  <a:pt x="2363019" y="506835"/>
                </a:lnTo>
                <a:lnTo>
                  <a:pt x="2388632" y="504673"/>
                </a:lnTo>
                <a:lnTo>
                  <a:pt x="2414216" y="502272"/>
                </a:lnTo>
                <a:lnTo>
                  <a:pt x="2439772" y="499558"/>
                </a:lnTo>
                <a:lnTo>
                  <a:pt x="2465280" y="496424"/>
                </a:lnTo>
                <a:lnTo>
                  <a:pt x="2490702" y="492671"/>
                </a:lnTo>
                <a:lnTo>
                  <a:pt x="2515943" y="487880"/>
                </a:lnTo>
                <a:lnTo>
                  <a:pt x="2540575" y="480670"/>
                </a:lnTo>
                <a:lnTo>
                  <a:pt x="2556110" y="461839"/>
                </a:lnTo>
                <a:lnTo>
                  <a:pt x="2566845" y="438483"/>
                </a:lnTo>
                <a:lnTo>
                  <a:pt x="2577570" y="415138"/>
                </a:lnTo>
                <a:lnTo>
                  <a:pt x="2588304" y="391782"/>
                </a:lnTo>
                <a:lnTo>
                  <a:pt x="2599030" y="368437"/>
                </a:lnTo>
                <a:lnTo>
                  <a:pt x="2609764" y="345081"/>
                </a:lnTo>
                <a:lnTo>
                  <a:pt x="2620499" y="321735"/>
                </a:lnTo>
                <a:lnTo>
                  <a:pt x="2631224" y="298380"/>
                </a:lnTo>
                <a:lnTo>
                  <a:pt x="2641959" y="275025"/>
                </a:lnTo>
                <a:lnTo>
                  <a:pt x="2652684" y="251679"/>
                </a:lnTo>
                <a:lnTo>
                  <a:pt x="2663419" y="228324"/>
                </a:lnTo>
                <a:lnTo>
                  <a:pt x="2674153" y="204978"/>
                </a:lnTo>
                <a:lnTo>
                  <a:pt x="2684878" y="181623"/>
                </a:lnTo>
                <a:lnTo>
                  <a:pt x="2695613" y="158277"/>
                </a:lnTo>
                <a:lnTo>
                  <a:pt x="2706338" y="134922"/>
                </a:lnTo>
                <a:lnTo>
                  <a:pt x="2717073" y="111566"/>
                </a:lnTo>
                <a:lnTo>
                  <a:pt x="2727808" y="88221"/>
                </a:lnTo>
                <a:lnTo>
                  <a:pt x="2738533" y="64865"/>
                </a:lnTo>
                <a:lnTo>
                  <a:pt x="2749267" y="41519"/>
                </a:lnTo>
                <a:lnTo>
                  <a:pt x="2760002" y="18164"/>
                </a:lnTo>
                <a:lnTo>
                  <a:pt x="2765384" y="4648"/>
                </a:lnTo>
                <a:lnTo>
                  <a:pt x="2741457" y="13621"/>
                </a:lnTo>
                <a:lnTo>
                  <a:pt x="2716263" y="18640"/>
                </a:lnTo>
                <a:lnTo>
                  <a:pt x="2690841" y="22422"/>
                </a:lnTo>
                <a:lnTo>
                  <a:pt x="2665333" y="25537"/>
                </a:lnTo>
                <a:lnTo>
                  <a:pt x="2639778" y="28213"/>
                </a:lnTo>
                <a:lnTo>
                  <a:pt x="2614184" y="30575"/>
                </a:lnTo>
                <a:lnTo>
                  <a:pt x="2588571" y="32699"/>
                </a:lnTo>
                <a:lnTo>
                  <a:pt x="2562949" y="34633"/>
                </a:lnTo>
                <a:lnTo>
                  <a:pt x="2537308" y="36395"/>
                </a:lnTo>
                <a:lnTo>
                  <a:pt x="2511666" y="38033"/>
                </a:lnTo>
                <a:lnTo>
                  <a:pt x="2486006" y="39548"/>
                </a:lnTo>
                <a:lnTo>
                  <a:pt x="2460346" y="40958"/>
                </a:lnTo>
                <a:lnTo>
                  <a:pt x="2434685" y="42291"/>
                </a:lnTo>
                <a:lnTo>
                  <a:pt x="2409015" y="43539"/>
                </a:lnTo>
                <a:lnTo>
                  <a:pt x="2383346" y="44720"/>
                </a:lnTo>
                <a:lnTo>
                  <a:pt x="2357666" y="45825"/>
                </a:lnTo>
                <a:lnTo>
                  <a:pt x="2331996" y="46873"/>
                </a:lnTo>
                <a:lnTo>
                  <a:pt x="2306317" y="47863"/>
                </a:lnTo>
                <a:lnTo>
                  <a:pt x="2280628" y="48797"/>
                </a:lnTo>
                <a:lnTo>
                  <a:pt x="2254949" y="49692"/>
                </a:lnTo>
                <a:lnTo>
                  <a:pt x="2229260" y="50540"/>
                </a:lnTo>
                <a:lnTo>
                  <a:pt x="2203580" y="51340"/>
                </a:lnTo>
                <a:lnTo>
                  <a:pt x="2177891" y="52111"/>
                </a:lnTo>
                <a:lnTo>
                  <a:pt x="2152202" y="52835"/>
                </a:lnTo>
                <a:lnTo>
                  <a:pt x="2126513" y="53531"/>
                </a:lnTo>
                <a:lnTo>
                  <a:pt x="2100824" y="54178"/>
                </a:lnTo>
                <a:lnTo>
                  <a:pt x="2075126" y="54807"/>
                </a:lnTo>
                <a:lnTo>
                  <a:pt x="2049437" y="55397"/>
                </a:lnTo>
                <a:lnTo>
                  <a:pt x="2023748" y="55959"/>
                </a:lnTo>
                <a:lnTo>
                  <a:pt x="1998050" y="56493"/>
                </a:lnTo>
                <a:lnTo>
                  <a:pt x="1972361" y="56998"/>
                </a:lnTo>
                <a:lnTo>
                  <a:pt x="1946662" y="57474"/>
                </a:lnTo>
                <a:lnTo>
                  <a:pt x="1920973" y="57912"/>
                </a:lnTo>
                <a:lnTo>
                  <a:pt x="1895275" y="58350"/>
                </a:lnTo>
                <a:lnTo>
                  <a:pt x="1869577" y="58741"/>
                </a:lnTo>
                <a:lnTo>
                  <a:pt x="1843878" y="59122"/>
                </a:lnTo>
                <a:lnTo>
                  <a:pt x="1818189" y="59474"/>
                </a:lnTo>
                <a:lnTo>
                  <a:pt x="1792491" y="59807"/>
                </a:lnTo>
                <a:lnTo>
                  <a:pt x="1766792" y="60122"/>
                </a:lnTo>
                <a:lnTo>
                  <a:pt x="1741094" y="60398"/>
                </a:lnTo>
                <a:lnTo>
                  <a:pt x="1715395" y="60674"/>
                </a:lnTo>
                <a:lnTo>
                  <a:pt x="1689697" y="60912"/>
                </a:lnTo>
                <a:lnTo>
                  <a:pt x="1663998" y="61131"/>
                </a:lnTo>
                <a:lnTo>
                  <a:pt x="1638300" y="61351"/>
                </a:lnTo>
                <a:lnTo>
                  <a:pt x="1612611" y="61522"/>
                </a:lnTo>
                <a:lnTo>
                  <a:pt x="1586913" y="61684"/>
                </a:lnTo>
                <a:lnTo>
                  <a:pt x="1561214" y="61827"/>
                </a:lnTo>
                <a:lnTo>
                  <a:pt x="1535516" y="61951"/>
                </a:lnTo>
                <a:lnTo>
                  <a:pt x="1509817" y="62065"/>
                </a:lnTo>
                <a:lnTo>
                  <a:pt x="1484119" y="62132"/>
                </a:lnTo>
                <a:lnTo>
                  <a:pt x="1458420" y="62208"/>
                </a:lnTo>
                <a:lnTo>
                  <a:pt x="1432712" y="62246"/>
                </a:lnTo>
                <a:lnTo>
                  <a:pt x="1407014" y="62274"/>
                </a:lnTo>
                <a:lnTo>
                  <a:pt x="1381316" y="62294"/>
                </a:lnTo>
                <a:lnTo>
                  <a:pt x="1355617" y="62265"/>
                </a:lnTo>
                <a:lnTo>
                  <a:pt x="1329919" y="62246"/>
                </a:lnTo>
                <a:lnTo>
                  <a:pt x="1304220" y="62189"/>
                </a:lnTo>
                <a:lnTo>
                  <a:pt x="1278522" y="62122"/>
                </a:lnTo>
                <a:lnTo>
                  <a:pt x="1252823" y="62046"/>
                </a:lnTo>
                <a:lnTo>
                  <a:pt x="1227125" y="61922"/>
                </a:lnTo>
                <a:lnTo>
                  <a:pt x="1201426" y="61798"/>
                </a:lnTo>
                <a:lnTo>
                  <a:pt x="1175728" y="61655"/>
                </a:lnTo>
                <a:lnTo>
                  <a:pt x="1150029" y="61484"/>
                </a:lnTo>
                <a:lnTo>
                  <a:pt x="1124331" y="61303"/>
                </a:lnTo>
                <a:lnTo>
                  <a:pt x="1098633" y="61084"/>
                </a:lnTo>
                <a:lnTo>
                  <a:pt x="1072934" y="60865"/>
                </a:lnTo>
                <a:lnTo>
                  <a:pt x="1047245" y="60608"/>
                </a:lnTo>
                <a:lnTo>
                  <a:pt x="1021547" y="60341"/>
                </a:lnTo>
                <a:lnTo>
                  <a:pt x="995848" y="60055"/>
                </a:lnTo>
                <a:lnTo>
                  <a:pt x="970150" y="59750"/>
                </a:lnTo>
                <a:lnTo>
                  <a:pt x="944451" y="59407"/>
                </a:lnTo>
                <a:lnTo>
                  <a:pt x="918753" y="59036"/>
                </a:lnTo>
                <a:lnTo>
                  <a:pt x="893064" y="58655"/>
                </a:lnTo>
                <a:lnTo>
                  <a:pt x="867366" y="58255"/>
                </a:lnTo>
                <a:lnTo>
                  <a:pt x="841667" y="57817"/>
                </a:lnTo>
                <a:lnTo>
                  <a:pt x="815978" y="57369"/>
                </a:lnTo>
                <a:lnTo>
                  <a:pt x="790280" y="56883"/>
                </a:lnTo>
                <a:lnTo>
                  <a:pt x="764591" y="56378"/>
                </a:lnTo>
                <a:lnTo>
                  <a:pt x="738892" y="55836"/>
                </a:lnTo>
                <a:lnTo>
                  <a:pt x="713203" y="55264"/>
                </a:lnTo>
                <a:lnTo>
                  <a:pt x="687515" y="54664"/>
                </a:lnTo>
                <a:lnTo>
                  <a:pt x="661816" y="54035"/>
                </a:lnTo>
                <a:lnTo>
                  <a:pt x="636127" y="53378"/>
                </a:lnTo>
                <a:lnTo>
                  <a:pt x="610438" y="52673"/>
                </a:lnTo>
                <a:lnTo>
                  <a:pt x="584749" y="51940"/>
                </a:lnTo>
                <a:lnTo>
                  <a:pt x="559060" y="51168"/>
                </a:lnTo>
                <a:lnTo>
                  <a:pt x="533381" y="50359"/>
                </a:lnTo>
                <a:lnTo>
                  <a:pt x="507692" y="49501"/>
                </a:lnTo>
                <a:lnTo>
                  <a:pt x="482013" y="48597"/>
                </a:lnTo>
                <a:lnTo>
                  <a:pt x="456333" y="47644"/>
                </a:lnTo>
                <a:lnTo>
                  <a:pt x="430654" y="46644"/>
                </a:lnTo>
                <a:lnTo>
                  <a:pt x="404974" y="45577"/>
                </a:lnTo>
                <a:lnTo>
                  <a:pt x="379295" y="44453"/>
                </a:lnTo>
                <a:lnTo>
                  <a:pt x="353625" y="43263"/>
                </a:lnTo>
                <a:lnTo>
                  <a:pt x="327965" y="42005"/>
                </a:lnTo>
                <a:lnTo>
                  <a:pt x="302295" y="40653"/>
                </a:lnTo>
                <a:lnTo>
                  <a:pt x="276635" y="39224"/>
                </a:lnTo>
                <a:lnTo>
                  <a:pt x="250984" y="37671"/>
                </a:lnTo>
                <a:lnTo>
                  <a:pt x="225342" y="36024"/>
                </a:lnTo>
                <a:lnTo>
                  <a:pt x="199701" y="34214"/>
                </a:lnTo>
                <a:lnTo>
                  <a:pt x="174079" y="32252"/>
                </a:lnTo>
                <a:lnTo>
                  <a:pt x="148476" y="30080"/>
                </a:lnTo>
                <a:lnTo>
                  <a:pt x="122892" y="27651"/>
                </a:lnTo>
                <a:lnTo>
                  <a:pt x="97346" y="24889"/>
                </a:lnTo>
                <a:lnTo>
                  <a:pt x="71847" y="21650"/>
                </a:lnTo>
                <a:lnTo>
                  <a:pt x="46463" y="17659"/>
                </a:lnTo>
                <a:lnTo>
                  <a:pt x="21365" y="12192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36" name="funnel-step-cap-1">
            <a:extLst xmlns:a="http://schemas.openxmlformats.org/drawingml/2006/main">
              <a:ext uri="{FF2B5EF4-FFF2-40B4-BE49-F238E27FC236}">
                <a16:creationId xmlns:a16="http://schemas.microsoft.com/office/drawing/2014/main" id="{E51E9C2C-5797-4B4F-AB85-5D8A64126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235481" y="3027617"/>
            <a:ext cx="2768289" cy="17728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37" name="funnel-step-body-2">
            <a:extLst xmlns:a="http://schemas.openxmlformats.org/drawingml/2006/main">
              <a:ext uri="{FF2B5EF4-FFF2-40B4-BE49-F238E27FC236}">
                <a16:creationId xmlns:a16="http://schemas.microsoft.com/office/drawing/2014/main" id="{8E4B1F6F-DD84-4723-9531-6B470E54E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451860" y="3717893"/>
            <a:ext cx="2334111" cy="533276"/>
          </a:xfrm>
          <a:custGeom xmlns:a="http://schemas.openxmlformats.org/drawingml/2006/main">
            <a:pathLst>
              <a:path w="2334111" h="533276">
                <a:moveTo>
                  <a:pt x="0" y="0"/>
                </a:moveTo>
                <a:lnTo>
                  <a:pt x="8563" y="20488"/>
                </a:lnTo>
                <a:lnTo>
                  <a:pt x="17126" y="40977"/>
                </a:lnTo>
                <a:lnTo>
                  <a:pt x="25698" y="61455"/>
                </a:lnTo>
                <a:lnTo>
                  <a:pt x="34261" y="81944"/>
                </a:lnTo>
                <a:lnTo>
                  <a:pt x="42824" y="102432"/>
                </a:lnTo>
                <a:lnTo>
                  <a:pt x="51387" y="122920"/>
                </a:lnTo>
                <a:lnTo>
                  <a:pt x="59950" y="143408"/>
                </a:lnTo>
                <a:lnTo>
                  <a:pt x="68523" y="163887"/>
                </a:lnTo>
                <a:lnTo>
                  <a:pt x="77086" y="184375"/>
                </a:lnTo>
                <a:lnTo>
                  <a:pt x="85649" y="204864"/>
                </a:lnTo>
                <a:lnTo>
                  <a:pt x="94212" y="225352"/>
                </a:lnTo>
                <a:lnTo>
                  <a:pt x="102784" y="245840"/>
                </a:lnTo>
                <a:lnTo>
                  <a:pt x="111347" y="266319"/>
                </a:lnTo>
                <a:lnTo>
                  <a:pt x="119910" y="286807"/>
                </a:lnTo>
                <a:lnTo>
                  <a:pt x="128473" y="307296"/>
                </a:lnTo>
                <a:lnTo>
                  <a:pt x="137036" y="327784"/>
                </a:lnTo>
                <a:lnTo>
                  <a:pt x="145609" y="348272"/>
                </a:lnTo>
                <a:lnTo>
                  <a:pt x="154172" y="368751"/>
                </a:lnTo>
                <a:lnTo>
                  <a:pt x="162735" y="389239"/>
                </a:lnTo>
                <a:lnTo>
                  <a:pt x="171298" y="409727"/>
                </a:lnTo>
                <a:lnTo>
                  <a:pt x="179870" y="430216"/>
                </a:lnTo>
                <a:lnTo>
                  <a:pt x="188433" y="450704"/>
                </a:lnTo>
                <a:lnTo>
                  <a:pt x="196891" y="471211"/>
                </a:lnTo>
                <a:lnTo>
                  <a:pt x="213932" y="483908"/>
                </a:lnTo>
                <a:lnTo>
                  <a:pt x="235268" y="490014"/>
                </a:lnTo>
                <a:lnTo>
                  <a:pt x="257023" y="494433"/>
                </a:lnTo>
                <a:lnTo>
                  <a:pt x="278940" y="497996"/>
                </a:lnTo>
                <a:lnTo>
                  <a:pt x="300942" y="501015"/>
                </a:lnTo>
                <a:lnTo>
                  <a:pt x="322993" y="503653"/>
                </a:lnTo>
                <a:lnTo>
                  <a:pt x="345072" y="506006"/>
                </a:lnTo>
                <a:lnTo>
                  <a:pt x="367170" y="508121"/>
                </a:lnTo>
                <a:lnTo>
                  <a:pt x="389296" y="510045"/>
                </a:lnTo>
                <a:lnTo>
                  <a:pt x="411423" y="511807"/>
                </a:lnTo>
                <a:lnTo>
                  <a:pt x="433568" y="513445"/>
                </a:lnTo>
                <a:lnTo>
                  <a:pt x="455724" y="514950"/>
                </a:lnTo>
                <a:lnTo>
                  <a:pt x="477888" y="516360"/>
                </a:lnTo>
                <a:lnTo>
                  <a:pt x="500053" y="517674"/>
                </a:lnTo>
                <a:lnTo>
                  <a:pt x="522227" y="518893"/>
                </a:lnTo>
                <a:lnTo>
                  <a:pt x="544401" y="520046"/>
                </a:lnTo>
                <a:lnTo>
                  <a:pt x="566576" y="521122"/>
                </a:lnTo>
                <a:lnTo>
                  <a:pt x="588759" y="522132"/>
                </a:lnTo>
                <a:lnTo>
                  <a:pt x="610943" y="523084"/>
                </a:lnTo>
                <a:lnTo>
                  <a:pt x="633127" y="523970"/>
                </a:lnTo>
                <a:lnTo>
                  <a:pt x="655320" y="524808"/>
                </a:lnTo>
                <a:lnTo>
                  <a:pt x="677513" y="525590"/>
                </a:lnTo>
                <a:lnTo>
                  <a:pt x="699706" y="526323"/>
                </a:lnTo>
                <a:lnTo>
                  <a:pt x="721900" y="527018"/>
                </a:lnTo>
                <a:lnTo>
                  <a:pt x="744093" y="527666"/>
                </a:lnTo>
                <a:lnTo>
                  <a:pt x="766286" y="528276"/>
                </a:lnTo>
                <a:lnTo>
                  <a:pt x="788489" y="528838"/>
                </a:lnTo>
                <a:lnTo>
                  <a:pt x="810682" y="529371"/>
                </a:lnTo>
                <a:lnTo>
                  <a:pt x="832885" y="529857"/>
                </a:lnTo>
                <a:lnTo>
                  <a:pt x="855078" y="530314"/>
                </a:lnTo>
                <a:lnTo>
                  <a:pt x="877281" y="530733"/>
                </a:lnTo>
                <a:lnTo>
                  <a:pt x="899484" y="531114"/>
                </a:lnTo>
                <a:lnTo>
                  <a:pt x="921687" y="531466"/>
                </a:lnTo>
                <a:lnTo>
                  <a:pt x="943889" y="531781"/>
                </a:lnTo>
                <a:lnTo>
                  <a:pt x="966092" y="532067"/>
                </a:lnTo>
                <a:lnTo>
                  <a:pt x="988295" y="532324"/>
                </a:lnTo>
                <a:lnTo>
                  <a:pt x="1010498" y="532543"/>
                </a:lnTo>
                <a:lnTo>
                  <a:pt x="1032701" y="532743"/>
                </a:lnTo>
                <a:lnTo>
                  <a:pt x="1054903" y="532905"/>
                </a:lnTo>
                <a:lnTo>
                  <a:pt x="1077116" y="533038"/>
                </a:lnTo>
                <a:lnTo>
                  <a:pt x="1099318" y="533143"/>
                </a:lnTo>
                <a:lnTo>
                  <a:pt x="1121521" y="533219"/>
                </a:lnTo>
                <a:lnTo>
                  <a:pt x="1143724" y="533267"/>
                </a:lnTo>
                <a:lnTo>
                  <a:pt x="1165927" y="533276"/>
                </a:lnTo>
                <a:lnTo>
                  <a:pt x="1188139" y="533267"/>
                </a:lnTo>
                <a:lnTo>
                  <a:pt x="1210342" y="533229"/>
                </a:lnTo>
                <a:lnTo>
                  <a:pt x="1232545" y="533152"/>
                </a:lnTo>
                <a:lnTo>
                  <a:pt x="1254747" y="533057"/>
                </a:lnTo>
                <a:lnTo>
                  <a:pt x="1276950" y="532924"/>
                </a:lnTo>
                <a:lnTo>
                  <a:pt x="1299162" y="532771"/>
                </a:lnTo>
                <a:lnTo>
                  <a:pt x="1321365" y="532581"/>
                </a:lnTo>
                <a:lnTo>
                  <a:pt x="1343568" y="532362"/>
                </a:lnTo>
                <a:lnTo>
                  <a:pt x="1365771" y="532114"/>
                </a:lnTo>
                <a:lnTo>
                  <a:pt x="1387973" y="531828"/>
                </a:lnTo>
                <a:lnTo>
                  <a:pt x="1410176" y="531514"/>
                </a:lnTo>
                <a:lnTo>
                  <a:pt x="1432379" y="531171"/>
                </a:lnTo>
                <a:lnTo>
                  <a:pt x="1454582" y="530790"/>
                </a:lnTo>
                <a:lnTo>
                  <a:pt x="1476775" y="530381"/>
                </a:lnTo>
                <a:lnTo>
                  <a:pt x="1498978" y="529933"/>
                </a:lnTo>
                <a:lnTo>
                  <a:pt x="1521181" y="529447"/>
                </a:lnTo>
                <a:lnTo>
                  <a:pt x="1543374" y="528933"/>
                </a:lnTo>
                <a:lnTo>
                  <a:pt x="1565577" y="528371"/>
                </a:lnTo>
                <a:lnTo>
                  <a:pt x="1587770" y="527771"/>
                </a:lnTo>
                <a:lnTo>
                  <a:pt x="1609963" y="527133"/>
                </a:lnTo>
                <a:lnTo>
                  <a:pt x="1632166" y="526447"/>
                </a:lnTo>
                <a:lnTo>
                  <a:pt x="1654359" y="525713"/>
                </a:lnTo>
                <a:lnTo>
                  <a:pt x="1676543" y="524942"/>
                </a:lnTo>
                <a:lnTo>
                  <a:pt x="1698736" y="524113"/>
                </a:lnTo>
                <a:lnTo>
                  <a:pt x="1720920" y="523227"/>
                </a:lnTo>
                <a:lnTo>
                  <a:pt x="1743104" y="522294"/>
                </a:lnTo>
                <a:lnTo>
                  <a:pt x="1765287" y="521294"/>
                </a:lnTo>
                <a:lnTo>
                  <a:pt x="1787471" y="520227"/>
                </a:lnTo>
                <a:lnTo>
                  <a:pt x="1809645" y="519093"/>
                </a:lnTo>
                <a:lnTo>
                  <a:pt x="1831819" y="517884"/>
                </a:lnTo>
                <a:lnTo>
                  <a:pt x="1853984" y="516588"/>
                </a:lnTo>
                <a:lnTo>
                  <a:pt x="1876149" y="515188"/>
                </a:lnTo>
                <a:lnTo>
                  <a:pt x="1898294" y="513702"/>
                </a:lnTo>
                <a:lnTo>
                  <a:pt x="1920450" y="512093"/>
                </a:lnTo>
                <a:lnTo>
                  <a:pt x="1942586" y="510350"/>
                </a:lnTo>
                <a:lnTo>
                  <a:pt x="1964703" y="508454"/>
                </a:lnTo>
                <a:lnTo>
                  <a:pt x="1986810" y="506368"/>
                </a:lnTo>
                <a:lnTo>
                  <a:pt x="2008899" y="504063"/>
                </a:lnTo>
                <a:lnTo>
                  <a:pt x="2030949" y="501472"/>
                </a:lnTo>
                <a:lnTo>
                  <a:pt x="2052961" y="498529"/>
                </a:lnTo>
                <a:lnTo>
                  <a:pt x="2074888" y="495071"/>
                </a:lnTo>
                <a:lnTo>
                  <a:pt x="2096681" y="490823"/>
                </a:lnTo>
                <a:lnTo>
                  <a:pt x="2118131" y="485108"/>
                </a:lnTo>
                <a:lnTo>
                  <a:pt x="2137353" y="474593"/>
                </a:lnTo>
                <a:lnTo>
                  <a:pt x="2145687" y="454085"/>
                </a:lnTo>
                <a:lnTo>
                  <a:pt x="2154250" y="433597"/>
                </a:lnTo>
                <a:lnTo>
                  <a:pt x="2162813" y="413109"/>
                </a:lnTo>
                <a:lnTo>
                  <a:pt x="2171376" y="392630"/>
                </a:lnTo>
                <a:lnTo>
                  <a:pt x="2179949" y="372142"/>
                </a:lnTo>
                <a:lnTo>
                  <a:pt x="2188512" y="351653"/>
                </a:lnTo>
                <a:lnTo>
                  <a:pt x="2197075" y="331165"/>
                </a:lnTo>
                <a:lnTo>
                  <a:pt x="2205638" y="310677"/>
                </a:lnTo>
                <a:lnTo>
                  <a:pt x="2214201" y="290198"/>
                </a:lnTo>
                <a:lnTo>
                  <a:pt x="2222773" y="269710"/>
                </a:lnTo>
                <a:lnTo>
                  <a:pt x="2231336" y="249222"/>
                </a:lnTo>
                <a:lnTo>
                  <a:pt x="2239899" y="228733"/>
                </a:lnTo>
                <a:lnTo>
                  <a:pt x="2248462" y="208245"/>
                </a:lnTo>
                <a:lnTo>
                  <a:pt x="2257034" y="187766"/>
                </a:lnTo>
                <a:lnTo>
                  <a:pt x="2265597" y="167278"/>
                </a:lnTo>
                <a:lnTo>
                  <a:pt x="2274160" y="146790"/>
                </a:lnTo>
                <a:lnTo>
                  <a:pt x="2282723" y="126302"/>
                </a:lnTo>
                <a:lnTo>
                  <a:pt x="2291286" y="105813"/>
                </a:lnTo>
                <a:lnTo>
                  <a:pt x="2299859" y="85334"/>
                </a:lnTo>
                <a:lnTo>
                  <a:pt x="2308422" y="64846"/>
                </a:lnTo>
                <a:lnTo>
                  <a:pt x="2316985" y="44358"/>
                </a:lnTo>
                <a:lnTo>
                  <a:pt x="2325548" y="23870"/>
                </a:lnTo>
                <a:lnTo>
                  <a:pt x="2334111" y="3381"/>
                </a:lnTo>
                <a:lnTo>
                  <a:pt x="2321547" y="10801"/>
                </a:lnTo>
                <a:lnTo>
                  <a:pt x="2300192" y="16840"/>
                </a:lnTo>
                <a:lnTo>
                  <a:pt x="2278399" y="21088"/>
                </a:lnTo>
                <a:lnTo>
                  <a:pt x="2256463" y="24489"/>
                </a:lnTo>
                <a:lnTo>
                  <a:pt x="2234441" y="27375"/>
                </a:lnTo>
                <a:lnTo>
                  <a:pt x="2212381" y="29889"/>
                </a:lnTo>
                <a:lnTo>
                  <a:pt x="2190293" y="32128"/>
                </a:lnTo>
                <a:lnTo>
                  <a:pt x="2168176" y="34157"/>
                </a:lnTo>
                <a:lnTo>
                  <a:pt x="2146049" y="36005"/>
                </a:lnTo>
                <a:lnTo>
                  <a:pt x="2123913" y="37709"/>
                </a:lnTo>
                <a:lnTo>
                  <a:pt x="2101767" y="39291"/>
                </a:lnTo>
                <a:lnTo>
                  <a:pt x="2079612" y="40757"/>
                </a:lnTo>
                <a:lnTo>
                  <a:pt x="2057448" y="42129"/>
                </a:lnTo>
                <a:lnTo>
                  <a:pt x="2035283" y="43424"/>
                </a:lnTo>
                <a:lnTo>
                  <a:pt x="2013109" y="44634"/>
                </a:lnTo>
                <a:lnTo>
                  <a:pt x="1990935" y="45787"/>
                </a:lnTo>
                <a:lnTo>
                  <a:pt x="1968751" y="46863"/>
                </a:lnTo>
                <a:lnTo>
                  <a:pt x="1946577" y="47882"/>
                </a:lnTo>
                <a:lnTo>
                  <a:pt x="1924393" y="48844"/>
                </a:lnTo>
                <a:lnTo>
                  <a:pt x="1902200" y="49759"/>
                </a:lnTo>
                <a:lnTo>
                  <a:pt x="1880016" y="50625"/>
                </a:lnTo>
                <a:lnTo>
                  <a:pt x="1857823" y="51445"/>
                </a:lnTo>
                <a:lnTo>
                  <a:pt x="1835639" y="52226"/>
                </a:lnTo>
                <a:lnTo>
                  <a:pt x="1813446" y="52969"/>
                </a:lnTo>
                <a:lnTo>
                  <a:pt x="1791252" y="53673"/>
                </a:lnTo>
                <a:lnTo>
                  <a:pt x="1769050" y="54340"/>
                </a:lnTo>
                <a:lnTo>
                  <a:pt x="1746856" y="54978"/>
                </a:lnTo>
                <a:lnTo>
                  <a:pt x="1724663" y="55578"/>
                </a:lnTo>
                <a:lnTo>
                  <a:pt x="1702460" y="56140"/>
                </a:lnTo>
                <a:lnTo>
                  <a:pt x="1680267" y="56683"/>
                </a:lnTo>
                <a:lnTo>
                  <a:pt x="1658064" y="57198"/>
                </a:lnTo>
                <a:lnTo>
                  <a:pt x="1635871" y="57674"/>
                </a:lnTo>
                <a:lnTo>
                  <a:pt x="1613668" y="58131"/>
                </a:lnTo>
                <a:lnTo>
                  <a:pt x="1591466" y="58560"/>
                </a:lnTo>
                <a:lnTo>
                  <a:pt x="1569263" y="58969"/>
                </a:lnTo>
                <a:lnTo>
                  <a:pt x="1547060" y="59341"/>
                </a:lnTo>
                <a:lnTo>
                  <a:pt x="1524857" y="59693"/>
                </a:lnTo>
                <a:lnTo>
                  <a:pt x="1502664" y="60027"/>
                </a:lnTo>
                <a:lnTo>
                  <a:pt x="1480461" y="60331"/>
                </a:lnTo>
                <a:lnTo>
                  <a:pt x="1458258" y="60617"/>
                </a:lnTo>
                <a:lnTo>
                  <a:pt x="1436056" y="60874"/>
                </a:lnTo>
                <a:lnTo>
                  <a:pt x="1413843" y="61103"/>
                </a:lnTo>
                <a:lnTo>
                  <a:pt x="1391641" y="61331"/>
                </a:lnTo>
                <a:lnTo>
                  <a:pt x="1369438" y="61522"/>
                </a:lnTo>
                <a:lnTo>
                  <a:pt x="1347235" y="61693"/>
                </a:lnTo>
                <a:lnTo>
                  <a:pt x="1325032" y="61855"/>
                </a:lnTo>
                <a:lnTo>
                  <a:pt x="1302830" y="61979"/>
                </a:lnTo>
                <a:lnTo>
                  <a:pt x="1280627" y="62103"/>
                </a:lnTo>
                <a:lnTo>
                  <a:pt x="1258414" y="62179"/>
                </a:lnTo>
                <a:lnTo>
                  <a:pt x="1236212" y="62255"/>
                </a:lnTo>
                <a:lnTo>
                  <a:pt x="1214009" y="62313"/>
                </a:lnTo>
                <a:lnTo>
                  <a:pt x="1191806" y="62341"/>
                </a:lnTo>
                <a:lnTo>
                  <a:pt x="1169603" y="62360"/>
                </a:lnTo>
                <a:lnTo>
                  <a:pt x="1147391" y="62341"/>
                </a:lnTo>
                <a:lnTo>
                  <a:pt x="1125188" y="62322"/>
                </a:lnTo>
                <a:lnTo>
                  <a:pt x="1102985" y="62274"/>
                </a:lnTo>
                <a:lnTo>
                  <a:pt x="1080783" y="62198"/>
                </a:lnTo>
                <a:lnTo>
                  <a:pt x="1058580" y="62122"/>
                </a:lnTo>
                <a:lnTo>
                  <a:pt x="1036368" y="61998"/>
                </a:lnTo>
                <a:lnTo>
                  <a:pt x="1014165" y="61874"/>
                </a:lnTo>
                <a:lnTo>
                  <a:pt x="991962" y="61722"/>
                </a:lnTo>
                <a:lnTo>
                  <a:pt x="969759" y="61551"/>
                </a:lnTo>
                <a:lnTo>
                  <a:pt x="947557" y="61370"/>
                </a:lnTo>
                <a:lnTo>
                  <a:pt x="925354" y="61141"/>
                </a:lnTo>
                <a:lnTo>
                  <a:pt x="903151" y="60912"/>
                </a:lnTo>
                <a:lnTo>
                  <a:pt x="880948" y="60655"/>
                </a:lnTo>
                <a:lnTo>
                  <a:pt x="858745" y="60379"/>
                </a:lnTo>
                <a:lnTo>
                  <a:pt x="836543" y="60074"/>
                </a:lnTo>
                <a:lnTo>
                  <a:pt x="814340" y="59750"/>
                </a:lnTo>
                <a:lnTo>
                  <a:pt x="792137" y="59407"/>
                </a:lnTo>
                <a:lnTo>
                  <a:pt x="769934" y="59026"/>
                </a:lnTo>
                <a:lnTo>
                  <a:pt x="747732" y="58626"/>
                </a:lnTo>
                <a:lnTo>
                  <a:pt x="725529" y="58207"/>
                </a:lnTo>
                <a:lnTo>
                  <a:pt x="703326" y="57750"/>
                </a:lnTo>
                <a:lnTo>
                  <a:pt x="681133" y="57274"/>
                </a:lnTo>
                <a:lnTo>
                  <a:pt x="658930" y="56769"/>
                </a:lnTo>
                <a:lnTo>
                  <a:pt x="636737" y="56236"/>
                </a:lnTo>
                <a:lnTo>
                  <a:pt x="614534" y="55674"/>
                </a:lnTo>
                <a:lnTo>
                  <a:pt x="592341" y="55074"/>
                </a:lnTo>
                <a:lnTo>
                  <a:pt x="570147" y="54445"/>
                </a:lnTo>
                <a:lnTo>
                  <a:pt x="547945" y="53788"/>
                </a:lnTo>
                <a:lnTo>
                  <a:pt x="525751" y="53083"/>
                </a:lnTo>
                <a:lnTo>
                  <a:pt x="503558" y="52349"/>
                </a:lnTo>
                <a:lnTo>
                  <a:pt x="481374" y="51578"/>
                </a:lnTo>
                <a:lnTo>
                  <a:pt x="459181" y="50759"/>
                </a:lnTo>
                <a:lnTo>
                  <a:pt x="436988" y="49901"/>
                </a:lnTo>
                <a:lnTo>
                  <a:pt x="414804" y="48997"/>
                </a:lnTo>
                <a:lnTo>
                  <a:pt x="392621" y="48035"/>
                </a:lnTo>
                <a:lnTo>
                  <a:pt x="370437" y="47025"/>
                </a:lnTo>
                <a:lnTo>
                  <a:pt x="348263" y="45958"/>
                </a:lnTo>
                <a:lnTo>
                  <a:pt x="326088" y="44834"/>
                </a:lnTo>
                <a:lnTo>
                  <a:pt x="303914" y="43634"/>
                </a:lnTo>
                <a:lnTo>
                  <a:pt x="281740" y="42358"/>
                </a:lnTo>
                <a:lnTo>
                  <a:pt x="259585" y="40996"/>
                </a:lnTo>
                <a:lnTo>
                  <a:pt x="237420" y="39538"/>
                </a:lnTo>
                <a:lnTo>
                  <a:pt x="215275" y="37986"/>
                </a:lnTo>
                <a:lnTo>
                  <a:pt x="193129" y="36300"/>
                </a:lnTo>
                <a:lnTo>
                  <a:pt x="171002" y="34471"/>
                </a:lnTo>
                <a:lnTo>
                  <a:pt x="148885" y="32480"/>
                </a:lnTo>
                <a:lnTo>
                  <a:pt x="126797" y="30270"/>
                </a:lnTo>
                <a:lnTo>
                  <a:pt x="104727" y="27813"/>
                </a:lnTo>
                <a:lnTo>
                  <a:pt x="82706" y="25003"/>
                </a:lnTo>
                <a:lnTo>
                  <a:pt x="60741" y="21698"/>
                </a:lnTo>
                <a:lnTo>
                  <a:pt x="38919" y="17621"/>
                </a:lnTo>
                <a:lnTo>
                  <a:pt x="17440" y="12021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38" name="funnel-step-cap-2">
            <a:extLst xmlns:a="http://schemas.openxmlformats.org/drawingml/2006/main">
              <a:ext uri="{FF2B5EF4-FFF2-40B4-BE49-F238E27FC236}">
                <a16:creationId xmlns:a16="http://schemas.microsoft.com/office/drawing/2014/main" id="{A3E3073C-70E5-4C96-B1D8-26A9438B6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451879" y="3629282"/>
            <a:ext cx="2335482" cy="17728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39" name="funnel-step-body-3">
            <a:extLst xmlns:a="http://schemas.openxmlformats.org/drawingml/2006/main">
              <a:ext uri="{FF2B5EF4-FFF2-40B4-BE49-F238E27FC236}">
                <a16:creationId xmlns:a16="http://schemas.microsoft.com/office/drawing/2014/main" id="{D02CCF5E-7EFF-44ED-9548-C5EB5110D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648742" y="4319588"/>
            <a:ext cx="1941690" cy="533276"/>
          </a:xfrm>
          <a:custGeom xmlns:a="http://schemas.openxmlformats.org/drawingml/2006/main">
            <a:pathLst>
              <a:path w="1941690" h="533276">
                <a:moveTo>
                  <a:pt x="0" y="0"/>
                </a:moveTo>
                <a:lnTo>
                  <a:pt x="6953" y="17688"/>
                </a:lnTo>
                <a:lnTo>
                  <a:pt x="13907" y="35366"/>
                </a:lnTo>
                <a:lnTo>
                  <a:pt x="20860" y="53054"/>
                </a:lnTo>
                <a:lnTo>
                  <a:pt x="27813" y="70742"/>
                </a:lnTo>
                <a:lnTo>
                  <a:pt x="34766" y="88430"/>
                </a:lnTo>
                <a:lnTo>
                  <a:pt x="41720" y="106109"/>
                </a:lnTo>
                <a:lnTo>
                  <a:pt x="48682" y="123796"/>
                </a:lnTo>
                <a:lnTo>
                  <a:pt x="55636" y="141484"/>
                </a:lnTo>
                <a:lnTo>
                  <a:pt x="62589" y="159172"/>
                </a:lnTo>
                <a:lnTo>
                  <a:pt x="69542" y="176851"/>
                </a:lnTo>
                <a:lnTo>
                  <a:pt x="76495" y="194539"/>
                </a:lnTo>
                <a:lnTo>
                  <a:pt x="83449" y="212227"/>
                </a:lnTo>
                <a:lnTo>
                  <a:pt x="90402" y="229914"/>
                </a:lnTo>
                <a:lnTo>
                  <a:pt x="97355" y="247593"/>
                </a:lnTo>
                <a:lnTo>
                  <a:pt x="104308" y="265281"/>
                </a:lnTo>
                <a:lnTo>
                  <a:pt x="111262" y="282969"/>
                </a:lnTo>
                <a:lnTo>
                  <a:pt x="118215" y="300647"/>
                </a:lnTo>
                <a:lnTo>
                  <a:pt x="125168" y="318335"/>
                </a:lnTo>
                <a:lnTo>
                  <a:pt x="132121" y="336023"/>
                </a:lnTo>
                <a:lnTo>
                  <a:pt x="139084" y="353711"/>
                </a:lnTo>
                <a:lnTo>
                  <a:pt x="146037" y="371389"/>
                </a:lnTo>
                <a:lnTo>
                  <a:pt x="152991" y="389077"/>
                </a:lnTo>
                <a:lnTo>
                  <a:pt x="159944" y="406765"/>
                </a:lnTo>
                <a:lnTo>
                  <a:pt x="166897" y="424453"/>
                </a:lnTo>
                <a:lnTo>
                  <a:pt x="173850" y="442131"/>
                </a:lnTo>
                <a:lnTo>
                  <a:pt x="180804" y="459819"/>
                </a:lnTo>
                <a:lnTo>
                  <a:pt x="188185" y="477117"/>
                </a:lnTo>
                <a:lnTo>
                  <a:pt x="204702" y="486251"/>
                </a:lnTo>
                <a:lnTo>
                  <a:pt x="222856" y="491814"/>
                </a:lnTo>
                <a:lnTo>
                  <a:pt x="241383" y="496033"/>
                </a:lnTo>
                <a:lnTo>
                  <a:pt x="260071" y="499491"/>
                </a:lnTo>
                <a:lnTo>
                  <a:pt x="278844" y="502463"/>
                </a:lnTo>
                <a:lnTo>
                  <a:pt x="297666" y="505063"/>
                </a:lnTo>
                <a:lnTo>
                  <a:pt x="316525" y="507378"/>
                </a:lnTo>
                <a:lnTo>
                  <a:pt x="335413" y="509483"/>
                </a:lnTo>
                <a:lnTo>
                  <a:pt x="354320" y="511388"/>
                </a:lnTo>
                <a:lnTo>
                  <a:pt x="373247" y="513140"/>
                </a:lnTo>
                <a:lnTo>
                  <a:pt x="392182" y="514760"/>
                </a:lnTo>
                <a:lnTo>
                  <a:pt x="411128" y="516245"/>
                </a:lnTo>
                <a:lnTo>
                  <a:pt x="430073" y="517646"/>
                </a:lnTo>
                <a:lnTo>
                  <a:pt x="449037" y="518932"/>
                </a:lnTo>
                <a:lnTo>
                  <a:pt x="468001" y="520141"/>
                </a:lnTo>
                <a:lnTo>
                  <a:pt x="486966" y="521275"/>
                </a:lnTo>
                <a:lnTo>
                  <a:pt x="505939" y="522332"/>
                </a:lnTo>
                <a:lnTo>
                  <a:pt x="524923" y="523313"/>
                </a:lnTo>
                <a:lnTo>
                  <a:pt x="543906" y="524237"/>
                </a:lnTo>
                <a:lnTo>
                  <a:pt x="562889" y="525104"/>
                </a:lnTo>
                <a:lnTo>
                  <a:pt x="581873" y="525913"/>
                </a:lnTo>
                <a:lnTo>
                  <a:pt x="600856" y="526675"/>
                </a:lnTo>
                <a:lnTo>
                  <a:pt x="619849" y="527380"/>
                </a:lnTo>
                <a:lnTo>
                  <a:pt x="638842" y="528037"/>
                </a:lnTo>
                <a:lnTo>
                  <a:pt x="657835" y="528647"/>
                </a:lnTo>
                <a:lnTo>
                  <a:pt x="676827" y="529219"/>
                </a:lnTo>
                <a:lnTo>
                  <a:pt x="695830" y="529752"/>
                </a:lnTo>
                <a:lnTo>
                  <a:pt x="714823" y="530238"/>
                </a:lnTo>
                <a:lnTo>
                  <a:pt x="733825" y="530685"/>
                </a:lnTo>
                <a:lnTo>
                  <a:pt x="752818" y="531095"/>
                </a:lnTo>
                <a:lnTo>
                  <a:pt x="771820" y="531466"/>
                </a:lnTo>
                <a:lnTo>
                  <a:pt x="790823" y="531800"/>
                </a:lnTo>
                <a:lnTo>
                  <a:pt x="809825" y="532095"/>
                </a:lnTo>
                <a:lnTo>
                  <a:pt x="828827" y="532362"/>
                </a:lnTo>
                <a:lnTo>
                  <a:pt x="847830" y="532590"/>
                </a:lnTo>
                <a:lnTo>
                  <a:pt x="866832" y="532790"/>
                </a:lnTo>
                <a:lnTo>
                  <a:pt x="885835" y="532952"/>
                </a:lnTo>
                <a:lnTo>
                  <a:pt x="904837" y="533076"/>
                </a:lnTo>
                <a:lnTo>
                  <a:pt x="923839" y="533181"/>
                </a:lnTo>
                <a:lnTo>
                  <a:pt x="942842" y="533238"/>
                </a:lnTo>
                <a:lnTo>
                  <a:pt x="961844" y="533276"/>
                </a:lnTo>
                <a:lnTo>
                  <a:pt x="980846" y="533276"/>
                </a:lnTo>
                <a:lnTo>
                  <a:pt x="999849" y="533238"/>
                </a:lnTo>
                <a:lnTo>
                  <a:pt x="1018851" y="533171"/>
                </a:lnTo>
                <a:lnTo>
                  <a:pt x="1037854" y="533076"/>
                </a:lnTo>
                <a:lnTo>
                  <a:pt x="1056856" y="532943"/>
                </a:lnTo>
                <a:lnTo>
                  <a:pt x="1075868" y="532781"/>
                </a:lnTo>
                <a:lnTo>
                  <a:pt x="1094870" y="532581"/>
                </a:lnTo>
                <a:lnTo>
                  <a:pt x="1113863" y="532352"/>
                </a:lnTo>
                <a:lnTo>
                  <a:pt x="1132865" y="532086"/>
                </a:lnTo>
                <a:lnTo>
                  <a:pt x="1151868" y="531781"/>
                </a:lnTo>
                <a:lnTo>
                  <a:pt x="1170870" y="531447"/>
                </a:lnTo>
                <a:lnTo>
                  <a:pt x="1189873" y="531076"/>
                </a:lnTo>
                <a:lnTo>
                  <a:pt x="1208865" y="530666"/>
                </a:lnTo>
                <a:lnTo>
                  <a:pt x="1227868" y="530209"/>
                </a:lnTo>
                <a:lnTo>
                  <a:pt x="1246861" y="529723"/>
                </a:lnTo>
                <a:lnTo>
                  <a:pt x="1265863" y="529190"/>
                </a:lnTo>
                <a:lnTo>
                  <a:pt x="1284856" y="528618"/>
                </a:lnTo>
                <a:lnTo>
                  <a:pt x="1303849" y="528009"/>
                </a:lnTo>
                <a:lnTo>
                  <a:pt x="1322842" y="527342"/>
                </a:lnTo>
                <a:lnTo>
                  <a:pt x="1341834" y="526637"/>
                </a:lnTo>
                <a:lnTo>
                  <a:pt x="1360818" y="525875"/>
                </a:lnTo>
                <a:lnTo>
                  <a:pt x="1379801" y="525066"/>
                </a:lnTo>
                <a:lnTo>
                  <a:pt x="1398784" y="524199"/>
                </a:lnTo>
                <a:lnTo>
                  <a:pt x="1417768" y="523265"/>
                </a:lnTo>
                <a:lnTo>
                  <a:pt x="1436751" y="522275"/>
                </a:lnTo>
                <a:lnTo>
                  <a:pt x="1455725" y="521218"/>
                </a:lnTo>
                <a:lnTo>
                  <a:pt x="1474689" y="520084"/>
                </a:lnTo>
                <a:lnTo>
                  <a:pt x="1493653" y="518874"/>
                </a:lnTo>
                <a:lnTo>
                  <a:pt x="1512618" y="517579"/>
                </a:lnTo>
                <a:lnTo>
                  <a:pt x="1531563" y="516179"/>
                </a:lnTo>
                <a:lnTo>
                  <a:pt x="1550508" y="514683"/>
                </a:lnTo>
                <a:lnTo>
                  <a:pt x="1569444" y="513055"/>
                </a:lnTo>
                <a:lnTo>
                  <a:pt x="1588370" y="511302"/>
                </a:lnTo>
                <a:lnTo>
                  <a:pt x="1607268" y="509378"/>
                </a:lnTo>
                <a:lnTo>
                  <a:pt x="1626156" y="507273"/>
                </a:lnTo>
                <a:lnTo>
                  <a:pt x="1645015" y="504939"/>
                </a:lnTo>
                <a:lnTo>
                  <a:pt x="1663837" y="502320"/>
                </a:lnTo>
                <a:lnTo>
                  <a:pt x="1682610" y="499339"/>
                </a:lnTo>
                <a:lnTo>
                  <a:pt x="1701289" y="495843"/>
                </a:lnTo>
                <a:lnTo>
                  <a:pt x="1719805" y="491585"/>
                </a:lnTo>
                <a:lnTo>
                  <a:pt x="1737932" y="485927"/>
                </a:lnTo>
                <a:lnTo>
                  <a:pt x="1754210" y="476441"/>
                </a:lnTo>
                <a:lnTo>
                  <a:pt x="1761306" y="458962"/>
                </a:lnTo>
                <a:lnTo>
                  <a:pt x="1768259" y="441274"/>
                </a:lnTo>
                <a:lnTo>
                  <a:pt x="1775212" y="423586"/>
                </a:lnTo>
                <a:lnTo>
                  <a:pt x="1782166" y="405898"/>
                </a:lnTo>
                <a:lnTo>
                  <a:pt x="1789119" y="388220"/>
                </a:lnTo>
                <a:lnTo>
                  <a:pt x="1796072" y="370532"/>
                </a:lnTo>
                <a:lnTo>
                  <a:pt x="1803025" y="352844"/>
                </a:lnTo>
                <a:lnTo>
                  <a:pt x="1809979" y="335166"/>
                </a:lnTo>
                <a:lnTo>
                  <a:pt x="1816932" y="317478"/>
                </a:lnTo>
                <a:lnTo>
                  <a:pt x="1823885" y="299790"/>
                </a:lnTo>
                <a:lnTo>
                  <a:pt x="1830838" y="282102"/>
                </a:lnTo>
                <a:lnTo>
                  <a:pt x="1837792" y="264424"/>
                </a:lnTo>
                <a:lnTo>
                  <a:pt x="1844745" y="246736"/>
                </a:lnTo>
                <a:lnTo>
                  <a:pt x="1851708" y="229048"/>
                </a:lnTo>
                <a:lnTo>
                  <a:pt x="1858661" y="211360"/>
                </a:lnTo>
                <a:lnTo>
                  <a:pt x="1865614" y="193681"/>
                </a:lnTo>
                <a:lnTo>
                  <a:pt x="1872567" y="175993"/>
                </a:lnTo>
                <a:lnTo>
                  <a:pt x="1879521" y="158306"/>
                </a:lnTo>
                <a:lnTo>
                  <a:pt x="1886474" y="140627"/>
                </a:lnTo>
                <a:lnTo>
                  <a:pt x="1893427" y="122939"/>
                </a:lnTo>
                <a:lnTo>
                  <a:pt x="1900380" y="105251"/>
                </a:lnTo>
                <a:lnTo>
                  <a:pt x="1907334" y="87563"/>
                </a:lnTo>
                <a:lnTo>
                  <a:pt x="1914287" y="69885"/>
                </a:lnTo>
                <a:lnTo>
                  <a:pt x="1921240" y="52197"/>
                </a:lnTo>
                <a:lnTo>
                  <a:pt x="1928193" y="34509"/>
                </a:lnTo>
                <a:lnTo>
                  <a:pt x="1935147" y="16821"/>
                </a:lnTo>
                <a:lnTo>
                  <a:pt x="1941690" y="924"/>
                </a:lnTo>
                <a:lnTo>
                  <a:pt x="1927117" y="12078"/>
                </a:lnTo>
                <a:lnTo>
                  <a:pt x="1908991" y="17736"/>
                </a:lnTo>
                <a:lnTo>
                  <a:pt x="1890436" y="21860"/>
                </a:lnTo>
                <a:lnTo>
                  <a:pt x="1871739" y="25203"/>
                </a:lnTo>
                <a:lnTo>
                  <a:pt x="1852946" y="28061"/>
                </a:lnTo>
                <a:lnTo>
                  <a:pt x="1834105" y="30556"/>
                </a:lnTo>
                <a:lnTo>
                  <a:pt x="1815236" y="32785"/>
                </a:lnTo>
                <a:lnTo>
                  <a:pt x="1796339" y="34804"/>
                </a:lnTo>
                <a:lnTo>
                  <a:pt x="1777432" y="36652"/>
                </a:lnTo>
                <a:lnTo>
                  <a:pt x="1758506" y="38357"/>
                </a:lnTo>
                <a:lnTo>
                  <a:pt x="1739560" y="39929"/>
                </a:lnTo>
                <a:lnTo>
                  <a:pt x="1720615" y="41396"/>
                </a:lnTo>
                <a:lnTo>
                  <a:pt x="1701660" y="42767"/>
                </a:lnTo>
                <a:lnTo>
                  <a:pt x="1682706" y="44053"/>
                </a:lnTo>
                <a:lnTo>
                  <a:pt x="1663741" y="45263"/>
                </a:lnTo>
                <a:lnTo>
                  <a:pt x="1644767" y="46396"/>
                </a:lnTo>
                <a:lnTo>
                  <a:pt x="1625794" y="47473"/>
                </a:lnTo>
                <a:lnTo>
                  <a:pt x="1606820" y="48492"/>
                </a:lnTo>
                <a:lnTo>
                  <a:pt x="1587837" y="49444"/>
                </a:lnTo>
                <a:lnTo>
                  <a:pt x="1568863" y="50359"/>
                </a:lnTo>
                <a:lnTo>
                  <a:pt x="1549870" y="51216"/>
                </a:lnTo>
                <a:lnTo>
                  <a:pt x="1530887" y="52035"/>
                </a:lnTo>
                <a:lnTo>
                  <a:pt x="1511903" y="52807"/>
                </a:lnTo>
                <a:lnTo>
                  <a:pt x="1492910" y="53540"/>
                </a:lnTo>
                <a:lnTo>
                  <a:pt x="1473918" y="54226"/>
                </a:lnTo>
                <a:lnTo>
                  <a:pt x="1454925" y="54883"/>
                </a:lnTo>
                <a:lnTo>
                  <a:pt x="1435932" y="55512"/>
                </a:lnTo>
                <a:lnTo>
                  <a:pt x="1416939" y="56093"/>
                </a:lnTo>
                <a:lnTo>
                  <a:pt x="1397946" y="56655"/>
                </a:lnTo>
                <a:lnTo>
                  <a:pt x="1378953" y="57179"/>
                </a:lnTo>
                <a:lnTo>
                  <a:pt x="1359951" y="57674"/>
                </a:lnTo>
                <a:lnTo>
                  <a:pt x="1340958" y="58141"/>
                </a:lnTo>
                <a:lnTo>
                  <a:pt x="1321956" y="58588"/>
                </a:lnTo>
                <a:lnTo>
                  <a:pt x="1302963" y="58998"/>
                </a:lnTo>
                <a:lnTo>
                  <a:pt x="1283960" y="59388"/>
                </a:lnTo>
                <a:lnTo>
                  <a:pt x="1264958" y="59750"/>
                </a:lnTo>
                <a:lnTo>
                  <a:pt x="1245956" y="60084"/>
                </a:lnTo>
                <a:lnTo>
                  <a:pt x="1226953" y="60389"/>
                </a:lnTo>
                <a:lnTo>
                  <a:pt x="1207961" y="60674"/>
                </a:lnTo>
                <a:lnTo>
                  <a:pt x="1188958" y="60941"/>
                </a:lnTo>
                <a:lnTo>
                  <a:pt x="1169956" y="61179"/>
                </a:lnTo>
                <a:lnTo>
                  <a:pt x="1150953" y="61398"/>
                </a:lnTo>
                <a:lnTo>
                  <a:pt x="1131951" y="61598"/>
                </a:lnTo>
                <a:lnTo>
                  <a:pt x="1112949" y="61760"/>
                </a:lnTo>
                <a:lnTo>
                  <a:pt x="1093946" y="61913"/>
                </a:lnTo>
                <a:lnTo>
                  <a:pt x="1074934" y="62046"/>
                </a:lnTo>
                <a:lnTo>
                  <a:pt x="1055932" y="62151"/>
                </a:lnTo>
                <a:lnTo>
                  <a:pt x="1036930" y="62236"/>
                </a:lnTo>
                <a:lnTo>
                  <a:pt x="1017927" y="62303"/>
                </a:lnTo>
                <a:lnTo>
                  <a:pt x="998925" y="62341"/>
                </a:lnTo>
                <a:lnTo>
                  <a:pt x="979922" y="62360"/>
                </a:lnTo>
                <a:lnTo>
                  <a:pt x="960920" y="62360"/>
                </a:lnTo>
                <a:lnTo>
                  <a:pt x="941918" y="62341"/>
                </a:lnTo>
                <a:lnTo>
                  <a:pt x="922915" y="62294"/>
                </a:lnTo>
                <a:lnTo>
                  <a:pt x="903913" y="62227"/>
                </a:lnTo>
                <a:lnTo>
                  <a:pt x="884911" y="62141"/>
                </a:lnTo>
                <a:lnTo>
                  <a:pt x="865899" y="62036"/>
                </a:lnTo>
                <a:lnTo>
                  <a:pt x="846896" y="61903"/>
                </a:lnTo>
                <a:lnTo>
                  <a:pt x="827894" y="61760"/>
                </a:lnTo>
                <a:lnTo>
                  <a:pt x="808892" y="61589"/>
                </a:lnTo>
                <a:lnTo>
                  <a:pt x="789889" y="61389"/>
                </a:lnTo>
                <a:lnTo>
                  <a:pt x="770887" y="61170"/>
                </a:lnTo>
                <a:lnTo>
                  <a:pt x="751884" y="60931"/>
                </a:lnTo>
                <a:lnTo>
                  <a:pt x="732882" y="60665"/>
                </a:lnTo>
                <a:lnTo>
                  <a:pt x="713889" y="60379"/>
                </a:lnTo>
                <a:lnTo>
                  <a:pt x="694887" y="60065"/>
                </a:lnTo>
                <a:lnTo>
                  <a:pt x="675884" y="59731"/>
                </a:lnTo>
                <a:lnTo>
                  <a:pt x="656882" y="59369"/>
                </a:lnTo>
                <a:lnTo>
                  <a:pt x="637889" y="58979"/>
                </a:lnTo>
                <a:lnTo>
                  <a:pt x="618887" y="58569"/>
                </a:lnTo>
                <a:lnTo>
                  <a:pt x="599885" y="58122"/>
                </a:lnTo>
                <a:lnTo>
                  <a:pt x="580892" y="57655"/>
                </a:lnTo>
                <a:lnTo>
                  <a:pt x="561889" y="57160"/>
                </a:lnTo>
                <a:lnTo>
                  <a:pt x="542896" y="56626"/>
                </a:lnTo>
                <a:lnTo>
                  <a:pt x="523904" y="56074"/>
                </a:lnTo>
                <a:lnTo>
                  <a:pt x="504911" y="55483"/>
                </a:lnTo>
                <a:lnTo>
                  <a:pt x="485918" y="54854"/>
                </a:lnTo>
                <a:lnTo>
                  <a:pt x="466925" y="54197"/>
                </a:lnTo>
                <a:lnTo>
                  <a:pt x="447932" y="53502"/>
                </a:lnTo>
                <a:lnTo>
                  <a:pt x="428939" y="52769"/>
                </a:lnTo>
                <a:lnTo>
                  <a:pt x="409956" y="51997"/>
                </a:lnTo>
                <a:lnTo>
                  <a:pt x="390973" y="51178"/>
                </a:lnTo>
                <a:lnTo>
                  <a:pt x="371989" y="50311"/>
                </a:lnTo>
                <a:lnTo>
                  <a:pt x="353006" y="49406"/>
                </a:lnTo>
                <a:lnTo>
                  <a:pt x="334023" y="48435"/>
                </a:lnTo>
                <a:lnTo>
                  <a:pt x="315049" y="47425"/>
                </a:lnTo>
                <a:lnTo>
                  <a:pt x="296075" y="46349"/>
                </a:lnTo>
                <a:lnTo>
                  <a:pt x="277111" y="45206"/>
                </a:lnTo>
                <a:lnTo>
                  <a:pt x="258147" y="43996"/>
                </a:lnTo>
                <a:lnTo>
                  <a:pt x="239182" y="42710"/>
                </a:lnTo>
                <a:lnTo>
                  <a:pt x="220228" y="41329"/>
                </a:lnTo>
                <a:lnTo>
                  <a:pt x="201282" y="39853"/>
                </a:lnTo>
                <a:lnTo>
                  <a:pt x="182347" y="38271"/>
                </a:lnTo>
                <a:lnTo>
                  <a:pt x="163420" y="36566"/>
                </a:lnTo>
                <a:lnTo>
                  <a:pt x="144504" y="34719"/>
                </a:lnTo>
                <a:lnTo>
                  <a:pt x="125616" y="32680"/>
                </a:lnTo>
                <a:lnTo>
                  <a:pt x="106737" y="30442"/>
                </a:lnTo>
                <a:lnTo>
                  <a:pt x="87906" y="27927"/>
                </a:lnTo>
                <a:lnTo>
                  <a:pt x="69123" y="25060"/>
                </a:lnTo>
                <a:lnTo>
                  <a:pt x="50416" y="21679"/>
                </a:lnTo>
                <a:lnTo>
                  <a:pt x="31880" y="17497"/>
                </a:lnTo>
                <a:lnTo>
                  <a:pt x="13792" y="11735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40" name="funnel-step-cap-3">
            <a:extLst xmlns:a="http://schemas.openxmlformats.org/drawingml/2006/main">
              <a:ext uri="{FF2B5EF4-FFF2-40B4-BE49-F238E27FC236}">
                <a16:creationId xmlns:a16="http://schemas.microsoft.com/office/drawing/2014/main" id="{018B450E-44B8-4F1F-A277-3FA6AD605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648751" y="4230938"/>
            <a:ext cx="1941747" cy="17728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7EAC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41" name="funnel-step-body-4">
            <a:extLst xmlns:a="http://schemas.openxmlformats.org/drawingml/2006/main">
              <a:ext uri="{FF2B5EF4-FFF2-40B4-BE49-F238E27FC236}">
                <a16:creationId xmlns:a16="http://schemas.microsoft.com/office/drawing/2014/main" id="{2B62876B-57E4-43F6-A8EF-ECCFE5672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833908" y="4921282"/>
            <a:ext cx="1569682" cy="533210"/>
          </a:xfrm>
          <a:custGeom xmlns:a="http://schemas.openxmlformats.org/drawingml/2006/main">
            <a:pathLst>
              <a:path w="1569682" h="533210">
                <a:moveTo>
                  <a:pt x="0" y="0"/>
                </a:moveTo>
                <a:lnTo>
                  <a:pt x="6677" y="17783"/>
                </a:lnTo>
                <a:lnTo>
                  <a:pt x="13364" y="35557"/>
                </a:lnTo>
                <a:lnTo>
                  <a:pt x="20041" y="53340"/>
                </a:lnTo>
                <a:lnTo>
                  <a:pt x="26727" y="71114"/>
                </a:lnTo>
                <a:lnTo>
                  <a:pt x="33404" y="88897"/>
                </a:lnTo>
                <a:lnTo>
                  <a:pt x="40091" y="106680"/>
                </a:lnTo>
                <a:lnTo>
                  <a:pt x="46768" y="124454"/>
                </a:lnTo>
                <a:lnTo>
                  <a:pt x="53454" y="142237"/>
                </a:lnTo>
                <a:lnTo>
                  <a:pt x="60131" y="160010"/>
                </a:lnTo>
                <a:lnTo>
                  <a:pt x="66818" y="177794"/>
                </a:lnTo>
                <a:lnTo>
                  <a:pt x="73495" y="195577"/>
                </a:lnTo>
                <a:lnTo>
                  <a:pt x="80181" y="213350"/>
                </a:lnTo>
                <a:lnTo>
                  <a:pt x="86858" y="231134"/>
                </a:lnTo>
                <a:lnTo>
                  <a:pt x="93545" y="248907"/>
                </a:lnTo>
                <a:lnTo>
                  <a:pt x="100222" y="266690"/>
                </a:lnTo>
                <a:lnTo>
                  <a:pt x="106909" y="284474"/>
                </a:lnTo>
                <a:lnTo>
                  <a:pt x="113586" y="302247"/>
                </a:lnTo>
                <a:lnTo>
                  <a:pt x="120272" y="320030"/>
                </a:lnTo>
                <a:lnTo>
                  <a:pt x="126949" y="337814"/>
                </a:lnTo>
                <a:lnTo>
                  <a:pt x="133636" y="355587"/>
                </a:lnTo>
                <a:lnTo>
                  <a:pt x="140313" y="373370"/>
                </a:lnTo>
                <a:lnTo>
                  <a:pt x="146999" y="391144"/>
                </a:lnTo>
                <a:lnTo>
                  <a:pt x="153676" y="408927"/>
                </a:lnTo>
                <a:lnTo>
                  <a:pt x="160363" y="426710"/>
                </a:lnTo>
                <a:lnTo>
                  <a:pt x="167040" y="444484"/>
                </a:lnTo>
                <a:lnTo>
                  <a:pt x="173726" y="462267"/>
                </a:lnTo>
                <a:lnTo>
                  <a:pt x="181337" y="479327"/>
                </a:lnTo>
                <a:lnTo>
                  <a:pt x="197739" y="488709"/>
                </a:lnTo>
                <a:lnTo>
                  <a:pt x="215751" y="494709"/>
                </a:lnTo>
                <a:lnTo>
                  <a:pt x="234182" y="499281"/>
                </a:lnTo>
                <a:lnTo>
                  <a:pt x="252803" y="503034"/>
                </a:lnTo>
                <a:lnTo>
                  <a:pt x="271520" y="506225"/>
                </a:lnTo>
                <a:lnTo>
                  <a:pt x="290312" y="509006"/>
                </a:lnTo>
                <a:lnTo>
                  <a:pt x="309143" y="511483"/>
                </a:lnTo>
                <a:lnTo>
                  <a:pt x="328003" y="513693"/>
                </a:lnTo>
                <a:lnTo>
                  <a:pt x="346891" y="515693"/>
                </a:lnTo>
                <a:lnTo>
                  <a:pt x="365798" y="517503"/>
                </a:lnTo>
                <a:lnTo>
                  <a:pt x="384724" y="519160"/>
                </a:lnTo>
                <a:lnTo>
                  <a:pt x="403650" y="520675"/>
                </a:lnTo>
                <a:lnTo>
                  <a:pt x="422596" y="522065"/>
                </a:lnTo>
                <a:lnTo>
                  <a:pt x="441550" y="523342"/>
                </a:lnTo>
                <a:lnTo>
                  <a:pt x="460505" y="524513"/>
                </a:lnTo>
                <a:lnTo>
                  <a:pt x="479469" y="525590"/>
                </a:lnTo>
                <a:lnTo>
                  <a:pt x="498434" y="526580"/>
                </a:lnTo>
                <a:lnTo>
                  <a:pt x="517408" y="527485"/>
                </a:lnTo>
                <a:lnTo>
                  <a:pt x="536381" y="528314"/>
                </a:lnTo>
                <a:lnTo>
                  <a:pt x="555365" y="529057"/>
                </a:lnTo>
                <a:lnTo>
                  <a:pt x="574338" y="529742"/>
                </a:lnTo>
                <a:lnTo>
                  <a:pt x="593331" y="530352"/>
                </a:lnTo>
                <a:lnTo>
                  <a:pt x="612315" y="530904"/>
                </a:lnTo>
                <a:lnTo>
                  <a:pt x="631298" y="531390"/>
                </a:lnTo>
                <a:lnTo>
                  <a:pt x="650291" y="531809"/>
                </a:lnTo>
                <a:lnTo>
                  <a:pt x="669274" y="532181"/>
                </a:lnTo>
                <a:lnTo>
                  <a:pt x="688267" y="532495"/>
                </a:lnTo>
                <a:lnTo>
                  <a:pt x="707260" y="532743"/>
                </a:lnTo>
                <a:lnTo>
                  <a:pt x="726253" y="532943"/>
                </a:lnTo>
                <a:lnTo>
                  <a:pt x="745246" y="533086"/>
                </a:lnTo>
                <a:lnTo>
                  <a:pt x="764238" y="533171"/>
                </a:lnTo>
                <a:lnTo>
                  <a:pt x="783231" y="533210"/>
                </a:lnTo>
                <a:lnTo>
                  <a:pt x="802224" y="533190"/>
                </a:lnTo>
                <a:lnTo>
                  <a:pt x="821217" y="533114"/>
                </a:lnTo>
                <a:lnTo>
                  <a:pt x="840210" y="532981"/>
                </a:lnTo>
                <a:lnTo>
                  <a:pt x="859203" y="532800"/>
                </a:lnTo>
                <a:lnTo>
                  <a:pt x="878195" y="532562"/>
                </a:lnTo>
                <a:lnTo>
                  <a:pt x="897188" y="532267"/>
                </a:lnTo>
                <a:lnTo>
                  <a:pt x="916181" y="531914"/>
                </a:lnTo>
                <a:lnTo>
                  <a:pt x="935165" y="531505"/>
                </a:lnTo>
                <a:lnTo>
                  <a:pt x="954157" y="531038"/>
                </a:lnTo>
                <a:lnTo>
                  <a:pt x="973141" y="530504"/>
                </a:lnTo>
                <a:lnTo>
                  <a:pt x="992124" y="529904"/>
                </a:lnTo>
                <a:lnTo>
                  <a:pt x="1011107" y="529247"/>
                </a:lnTo>
                <a:lnTo>
                  <a:pt x="1030091" y="528514"/>
                </a:lnTo>
                <a:lnTo>
                  <a:pt x="1049064" y="527704"/>
                </a:lnTo>
                <a:lnTo>
                  <a:pt x="1068038" y="526818"/>
                </a:lnTo>
                <a:lnTo>
                  <a:pt x="1087003" y="525856"/>
                </a:lnTo>
                <a:lnTo>
                  <a:pt x="1105967" y="524799"/>
                </a:lnTo>
                <a:lnTo>
                  <a:pt x="1124931" y="523665"/>
                </a:lnTo>
                <a:lnTo>
                  <a:pt x="1143876" y="522408"/>
                </a:lnTo>
                <a:lnTo>
                  <a:pt x="1162822" y="521046"/>
                </a:lnTo>
                <a:lnTo>
                  <a:pt x="1181757" y="519570"/>
                </a:lnTo>
                <a:lnTo>
                  <a:pt x="1200683" y="517950"/>
                </a:lnTo>
                <a:lnTo>
                  <a:pt x="1219591" y="516179"/>
                </a:lnTo>
                <a:lnTo>
                  <a:pt x="1238488" y="514236"/>
                </a:lnTo>
                <a:lnTo>
                  <a:pt x="1257357" y="512083"/>
                </a:lnTo>
                <a:lnTo>
                  <a:pt x="1276198" y="509683"/>
                </a:lnTo>
                <a:lnTo>
                  <a:pt x="1295000" y="506987"/>
                </a:lnTo>
                <a:lnTo>
                  <a:pt x="1313745" y="503911"/>
                </a:lnTo>
                <a:lnTo>
                  <a:pt x="1332395" y="500329"/>
                </a:lnTo>
                <a:lnTo>
                  <a:pt x="1350893" y="496005"/>
                </a:lnTo>
                <a:lnTo>
                  <a:pt x="1369057" y="490480"/>
                </a:lnTo>
                <a:lnTo>
                  <a:pt x="1386183" y="482384"/>
                </a:lnTo>
                <a:lnTo>
                  <a:pt x="1395965" y="466916"/>
                </a:lnTo>
                <a:lnTo>
                  <a:pt x="1402642" y="449132"/>
                </a:lnTo>
                <a:lnTo>
                  <a:pt x="1409329" y="431359"/>
                </a:lnTo>
                <a:lnTo>
                  <a:pt x="1416006" y="413576"/>
                </a:lnTo>
                <a:lnTo>
                  <a:pt x="1422692" y="395802"/>
                </a:lnTo>
                <a:lnTo>
                  <a:pt x="1429369" y="378019"/>
                </a:lnTo>
                <a:lnTo>
                  <a:pt x="1436056" y="360236"/>
                </a:lnTo>
                <a:lnTo>
                  <a:pt x="1442733" y="342462"/>
                </a:lnTo>
                <a:lnTo>
                  <a:pt x="1449419" y="324679"/>
                </a:lnTo>
                <a:lnTo>
                  <a:pt x="1456096" y="306905"/>
                </a:lnTo>
                <a:lnTo>
                  <a:pt x="1462783" y="289122"/>
                </a:lnTo>
                <a:lnTo>
                  <a:pt x="1469460" y="271339"/>
                </a:lnTo>
                <a:lnTo>
                  <a:pt x="1476146" y="253565"/>
                </a:lnTo>
                <a:lnTo>
                  <a:pt x="1482823" y="235782"/>
                </a:lnTo>
                <a:lnTo>
                  <a:pt x="1489510" y="218008"/>
                </a:lnTo>
                <a:lnTo>
                  <a:pt x="1496187" y="200225"/>
                </a:lnTo>
                <a:lnTo>
                  <a:pt x="1502874" y="182442"/>
                </a:lnTo>
                <a:lnTo>
                  <a:pt x="1509551" y="164668"/>
                </a:lnTo>
                <a:lnTo>
                  <a:pt x="1516237" y="146885"/>
                </a:lnTo>
                <a:lnTo>
                  <a:pt x="1522914" y="129111"/>
                </a:lnTo>
                <a:lnTo>
                  <a:pt x="1529601" y="111328"/>
                </a:lnTo>
                <a:lnTo>
                  <a:pt x="1536278" y="93545"/>
                </a:lnTo>
                <a:lnTo>
                  <a:pt x="1542964" y="75771"/>
                </a:lnTo>
                <a:lnTo>
                  <a:pt x="1549641" y="57988"/>
                </a:lnTo>
                <a:lnTo>
                  <a:pt x="1556318" y="40215"/>
                </a:lnTo>
                <a:lnTo>
                  <a:pt x="1563005" y="22431"/>
                </a:lnTo>
                <a:lnTo>
                  <a:pt x="1569682" y="4648"/>
                </a:lnTo>
                <a:lnTo>
                  <a:pt x="1562852" y="10325"/>
                </a:lnTo>
                <a:lnTo>
                  <a:pt x="1545336" y="17574"/>
                </a:lnTo>
                <a:lnTo>
                  <a:pt x="1527000" y="22527"/>
                </a:lnTo>
                <a:lnTo>
                  <a:pt x="1508417" y="26422"/>
                </a:lnTo>
                <a:lnTo>
                  <a:pt x="1489700" y="29670"/>
                </a:lnTo>
                <a:lnTo>
                  <a:pt x="1470917" y="32490"/>
                </a:lnTo>
                <a:lnTo>
                  <a:pt x="1452086" y="34976"/>
                </a:lnTo>
                <a:lnTo>
                  <a:pt x="1433227" y="37205"/>
                </a:lnTo>
                <a:lnTo>
                  <a:pt x="1414339" y="39233"/>
                </a:lnTo>
                <a:lnTo>
                  <a:pt x="1395441" y="41081"/>
                </a:lnTo>
                <a:lnTo>
                  <a:pt x="1376524" y="42777"/>
                </a:lnTo>
                <a:lnTo>
                  <a:pt x="1357589" y="44339"/>
                </a:lnTo>
                <a:lnTo>
                  <a:pt x="1338653" y="45796"/>
                </a:lnTo>
                <a:lnTo>
                  <a:pt x="1319708" y="47149"/>
                </a:lnTo>
                <a:lnTo>
                  <a:pt x="1300753" y="48406"/>
                </a:lnTo>
                <a:lnTo>
                  <a:pt x="1281798" y="49587"/>
                </a:lnTo>
                <a:lnTo>
                  <a:pt x="1262844" y="50683"/>
                </a:lnTo>
                <a:lnTo>
                  <a:pt x="1243870" y="51711"/>
                </a:lnTo>
                <a:lnTo>
                  <a:pt x="1224905" y="52673"/>
                </a:lnTo>
                <a:lnTo>
                  <a:pt x="1205932" y="53578"/>
                </a:lnTo>
                <a:lnTo>
                  <a:pt x="1186958" y="54426"/>
                </a:lnTo>
                <a:lnTo>
                  <a:pt x="1167984" y="55207"/>
                </a:lnTo>
                <a:lnTo>
                  <a:pt x="1149001" y="55950"/>
                </a:lnTo>
                <a:lnTo>
                  <a:pt x="1130017" y="56636"/>
                </a:lnTo>
                <a:lnTo>
                  <a:pt x="1111034" y="57283"/>
                </a:lnTo>
                <a:lnTo>
                  <a:pt x="1092051" y="57874"/>
                </a:lnTo>
                <a:lnTo>
                  <a:pt x="1073067" y="58436"/>
                </a:lnTo>
                <a:lnTo>
                  <a:pt x="1054084" y="58941"/>
                </a:lnTo>
                <a:lnTo>
                  <a:pt x="1035091" y="59417"/>
                </a:lnTo>
                <a:lnTo>
                  <a:pt x="1016108" y="59846"/>
                </a:lnTo>
                <a:lnTo>
                  <a:pt x="997115" y="60246"/>
                </a:lnTo>
                <a:lnTo>
                  <a:pt x="978122" y="60598"/>
                </a:lnTo>
                <a:lnTo>
                  <a:pt x="959139" y="60922"/>
                </a:lnTo>
                <a:lnTo>
                  <a:pt x="940146" y="61208"/>
                </a:lnTo>
                <a:lnTo>
                  <a:pt x="921153" y="61455"/>
                </a:lnTo>
                <a:lnTo>
                  <a:pt x="902160" y="61674"/>
                </a:lnTo>
                <a:lnTo>
                  <a:pt x="883168" y="61865"/>
                </a:lnTo>
                <a:lnTo>
                  <a:pt x="864175" y="62017"/>
                </a:lnTo>
                <a:lnTo>
                  <a:pt x="845182" y="62132"/>
                </a:lnTo>
                <a:lnTo>
                  <a:pt x="826189" y="62217"/>
                </a:lnTo>
                <a:lnTo>
                  <a:pt x="807196" y="62274"/>
                </a:lnTo>
                <a:lnTo>
                  <a:pt x="788203" y="62294"/>
                </a:lnTo>
                <a:lnTo>
                  <a:pt x="769210" y="62284"/>
                </a:lnTo>
                <a:lnTo>
                  <a:pt x="750218" y="62236"/>
                </a:lnTo>
                <a:lnTo>
                  <a:pt x="731225" y="62160"/>
                </a:lnTo>
                <a:lnTo>
                  <a:pt x="712232" y="62055"/>
                </a:lnTo>
                <a:lnTo>
                  <a:pt x="693239" y="61913"/>
                </a:lnTo>
                <a:lnTo>
                  <a:pt x="674246" y="61732"/>
                </a:lnTo>
                <a:lnTo>
                  <a:pt x="655253" y="61522"/>
                </a:lnTo>
                <a:lnTo>
                  <a:pt x="636260" y="61274"/>
                </a:lnTo>
                <a:lnTo>
                  <a:pt x="617268" y="60998"/>
                </a:lnTo>
                <a:lnTo>
                  <a:pt x="598275" y="60684"/>
                </a:lnTo>
                <a:lnTo>
                  <a:pt x="579282" y="60341"/>
                </a:lnTo>
                <a:lnTo>
                  <a:pt x="560299" y="59950"/>
                </a:lnTo>
                <a:lnTo>
                  <a:pt x="541306" y="59531"/>
                </a:lnTo>
                <a:lnTo>
                  <a:pt x="522322" y="59065"/>
                </a:lnTo>
                <a:lnTo>
                  <a:pt x="503330" y="58569"/>
                </a:lnTo>
                <a:lnTo>
                  <a:pt x="484346" y="58026"/>
                </a:lnTo>
                <a:lnTo>
                  <a:pt x="465363" y="57436"/>
                </a:lnTo>
                <a:lnTo>
                  <a:pt x="446380" y="56817"/>
                </a:lnTo>
                <a:lnTo>
                  <a:pt x="427396" y="56131"/>
                </a:lnTo>
                <a:lnTo>
                  <a:pt x="408422" y="55407"/>
                </a:lnTo>
                <a:lnTo>
                  <a:pt x="389439" y="54635"/>
                </a:lnTo>
                <a:lnTo>
                  <a:pt x="370465" y="53807"/>
                </a:lnTo>
                <a:lnTo>
                  <a:pt x="351492" y="52921"/>
                </a:lnTo>
                <a:lnTo>
                  <a:pt x="332527" y="51978"/>
                </a:lnTo>
                <a:lnTo>
                  <a:pt x="313553" y="50959"/>
                </a:lnTo>
                <a:lnTo>
                  <a:pt x="294589" y="49873"/>
                </a:lnTo>
                <a:lnTo>
                  <a:pt x="275634" y="48720"/>
                </a:lnTo>
                <a:lnTo>
                  <a:pt x="256680" y="47482"/>
                </a:lnTo>
                <a:lnTo>
                  <a:pt x="237734" y="46158"/>
                </a:lnTo>
                <a:lnTo>
                  <a:pt x="218799" y="44739"/>
                </a:lnTo>
                <a:lnTo>
                  <a:pt x="199863" y="43196"/>
                </a:lnTo>
                <a:lnTo>
                  <a:pt x="180946" y="41539"/>
                </a:lnTo>
                <a:lnTo>
                  <a:pt x="162039" y="39729"/>
                </a:lnTo>
                <a:lnTo>
                  <a:pt x="143142" y="37757"/>
                </a:lnTo>
                <a:lnTo>
                  <a:pt x="124273" y="35585"/>
                </a:lnTo>
                <a:lnTo>
                  <a:pt x="105442" y="33166"/>
                </a:lnTo>
                <a:lnTo>
                  <a:pt x="86639" y="30442"/>
                </a:lnTo>
                <a:lnTo>
                  <a:pt x="67904" y="27318"/>
                </a:lnTo>
                <a:lnTo>
                  <a:pt x="49282" y="23622"/>
                </a:lnTo>
                <a:lnTo>
                  <a:pt x="30851" y="19012"/>
                </a:lnTo>
                <a:lnTo>
                  <a:pt x="12992" y="12611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42" name="funnel-step-cap-4">
            <a:extLst xmlns:a="http://schemas.openxmlformats.org/drawingml/2006/main">
              <a:ext uri="{FF2B5EF4-FFF2-40B4-BE49-F238E27FC236}">
                <a16:creationId xmlns:a16="http://schemas.microsoft.com/office/drawing/2014/main" id="{AB61F3A5-F9EB-4F50-B337-4CB2CC743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833917" y="4832604"/>
            <a:ext cx="1571406" cy="17728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7EAC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43" name="funnel-step-body-5">
            <a:extLst xmlns:a="http://schemas.openxmlformats.org/drawingml/2006/main">
              <a:ext uri="{FF2B5EF4-FFF2-40B4-BE49-F238E27FC236}">
                <a16:creationId xmlns:a16="http://schemas.microsoft.com/office/drawing/2014/main" id="{F7DE8334-140B-4315-A8B5-D7B23C4D5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10882" y="5522881"/>
            <a:ext cx="1214199" cy="533276"/>
          </a:xfrm>
          <a:custGeom xmlns:a="http://schemas.openxmlformats.org/drawingml/2006/main">
            <a:pathLst>
              <a:path w="1214199" h="533276">
                <a:moveTo>
                  <a:pt x="0" y="0"/>
                </a:moveTo>
                <a:lnTo>
                  <a:pt x="6458" y="17821"/>
                </a:lnTo>
                <a:lnTo>
                  <a:pt x="12906" y="35633"/>
                </a:lnTo>
                <a:lnTo>
                  <a:pt x="19364" y="53454"/>
                </a:lnTo>
                <a:lnTo>
                  <a:pt x="25822" y="71276"/>
                </a:lnTo>
                <a:lnTo>
                  <a:pt x="32271" y="89097"/>
                </a:lnTo>
                <a:lnTo>
                  <a:pt x="38729" y="106909"/>
                </a:lnTo>
                <a:lnTo>
                  <a:pt x="45187" y="124730"/>
                </a:lnTo>
                <a:lnTo>
                  <a:pt x="51635" y="142551"/>
                </a:lnTo>
                <a:lnTo>
                  <a:pt x="58093" y="160372"/>
                </a:lnTo>
                <a:lnTo>
                  <a:pt x="64551" y="178184"/>
                </a:lnTo>
                <a:lnTo>
                  <a:pt x="71009" y="196005"/>
                </a:lnTo>
                <a:lnTo>
                  <a:pt x="77457" y="213827"/>
                </a:lnTo>
                <a:lnTo>
                  <a:pt x="83915" y="231638"/>
                </a:lnTo>
                <a:lnTo>
                  <a:pt x="90373" y="249460"/>
                </a:lnTo>
                <a:lnTo>
                  <a:pt x="96822" y="267281"/>
                </a:lnTo>
                <a:lnTo>
                  <a:pt x="103280" y="285102"/>
                </a:lnTo>
                <a:lnTo>
                  <a:pt x="109738" y="302914"/>
                </a:lnTo>
                <a:lnTo>
                  <a:pt x="116186" y="320735"/>
                </a:lnTo>
                <a:lnTo>
                  <a:pt x="122644" y="338557"/>
                </a:lnTo>
                <a:lnTo>
                  <a:pt x="129102" y="356378"/>
                </a:lnTo>
                <a:lnTo>
                  <a:pt x="135550" y="374190"/>
                </a:lnTo>
                <a:lnTo>
                  <a:pt x="142008" y="392011"/>
                </a:lnTo>
                <a:lnTo>
                  <a:pt x="148466" y="409832"/>
                </a:lnTo>
                <a:lnTo>
                  <a:pt x="154915" y="427644"/>
                </a:lnTo>
                <a:lnTo>
                  <a:pt x="161373" y="445465"/>
                </a:lnTo>
                <a:lnTo>
                  <a:pt x="167831" y="463286"/>
                </a:lnTo>
                <a:lnTo>
                  <a:pt x="174812" y="480632"/>
                </a:lnTo>
                <a:lnTo>
                  <a:pt x="190376" y="491233"/>
                </a:lnTo>
                <a:lnTo>
                  <a:pt x="208016" y="498129"/>
                </a:lnTo>
                <a:lnTo>
                  <a:pt x="226228" y="503339"/>
                </a:lnTo>
                <a:lnTo>
                  <a:pt x="244707" y="507559"/>
                </a:lnTo>
                <a:lnTo>
                  <a:pt x="263319" y="511111"/>
                </a:lnTo>
                <a:lnTo>
                  <a:pt x="282026" y="514159"/>
                </a:lnTo>
                <a:lnTo>
                  <a:pt x="300790" y="516817"/>
                </a:lnTo>
                <a:lnTo>
                  <a:pt x="319602" y="519151"/>
                </a:lnTo>
                <a:lnTo>
                  <a:pt x="338433" y="521227"/>
                </a:lnTo>
                <a:lnTo>
                  <a:pt x="357302" y="523065"/>
                </a:lnTo>
                <a:lnTo>
                  <a:pt x="376180" y="524704"/>
                </a:lnTo>
                <a:lnTo>
                  <a:pt x="395078" y="526151"/>
                </a:lnTo>
                <a:lnTo>
                  <a:pt x="413985" y="527437"/>
                </a:lnTo>
                <a:lnTo>
                  <a:pt x="432902" y="528580"/>
                </a:lnTo>
                <a:lnTo>
                  <a:pt x="451828" y="529580"/>
                </a:lnTo>
                <a:lnTo>
                  <a:pt x="470754" y="530447"/>
                </a:lnTo>
                <a:lnTo>
                  <a:pt x="489699" y="531181"/>
                </a:lnTo>
                <a:lnTo>
                  <a:pt x="508635" y="531809"/>
                </a:lnTo>
                <a:lnTo>
                  <a:pt x="527580" y="532324"/>
                </a:lnTo>
                <a:lnTo>
                  <a:pt x="546525" y="532714"/>
                </a:lnTo>
                <a:lnTo>
                  <a:pt x="565480" y="533009"/>
                </a:lnTo>
                <a:lnTo>
                  <a:pt x="584425" y="533190"/>
                </a:lnTo>
                <a:lnTo>
                  <a:pt x="603380" y="533276"/>
                </a:lnTo>
                <a:lnTo>
                  <a:pt x="622335" y="533248"/>
                </a:lnTo>
                <a:lnTo>
                  <a:pt x="641280" y="533124"/>
                </a:lnTo>
                <a:lnTo>
                  <a:pt x="660235" y="532895"/>
                </a:lnTo>
                <a:lnTo>
                  <a:pt x="679180" y="532562"/>
                </a:lnTo>
                <a:lnTo>
                  <a:pt x="698125" y="532114"/>
                </a:lnTo>
                <a:lnTo>
                  <a:pt x="717071" y="531552"/>
                </a:lnTo>
                <a:lnTo>
                  <a:pt x="736016" y="530876"/>
                </a:lnTo>
                <a:lnTo>
                  <a:pt x="754952" y="530085"/>
                </a:lnTo>
                <a:lnTo>
                  <a:pt x="773878" y="529161"/>
                </a:lnTo>
                <a:lnTo>
                  <a:pt x="792804" y="528104"/>
                </a:lnTo>
                <a:lnTo>
                  <a:pt x="811711" y="526904"/>
                </a:lnTo>
                <a:lnTo>
                  <a:pt x="830618" y="525542"/>
                </a:lnTo>
                <a:lnTo>
                  <a:pt x="849506" y="524008"/>
                </a:lnTo>
                <a:lnTo>
                  <a:pt x="868375" y="522294"/>
                </a:lnTo>
                <a:lnTo>
                  <a:pt x="887235" y="520360"/>
                </a:lnTo>
                <a:lnTo>
                  <a:pt x="906056" y="518170"/>
                </a:lnTo>
                <a:lnTo>
                  <a:pt x="924849" y="515712"/>
                </a:lnTo>
                <a:lnTo>
                  <a:pt x="943585" y="512893"/>
                </a:lnTo>
                <a:lnTo>
                  <a:pt x="962263" y="509635"/>
                </a:lnTo>
                <a:lnTo>
                  <a:pt x="980818" y="505825"/>
                </a:lnTo>
                <a:lnTo>
                  <a:pt x="999201" y="501225"/>
                </a:lnTo>
                <a:lnTo>
                  <a:pt x="1017232" y="495405"/>
                </a:lnTo>
                <a:lnTo>
                  <a:pt x="1034348" y="487318"/>
                </a:lnTo>
                <a:lnTo>
                  <a:pt x="1046607" y="473507"/>
                </a:lnTo>
                <a:lnTo>
                  <a:pt x="1052455" y="455552"/>
                </a:lnTo>
                <a:lnTo>
                  <a:pt x="1058913" y="437731"/>
                </a:lnTo>
                <a:lnTo>
                  <a:pt x="1065371" y="419910"/>
                </a:lnTo>
                <a:lnTo>
                  <a:pt x="1071820" y="402098"/>
                </a:lnTo>
                <a:lnTo>
                  <a:pt x="1078278" y="384277"/>
                </a:lnTo>
                <a:lnTo>
                  <a:pt x="1084736" y="366455"/>
                </a:lnTo>
                <a:lnTo>
                  <a:pt x="1091194" y="348634"/>
                </a:lnTo>
                <a:lnTo>
                  <a:pt x="1097642" y="330822"/>
                </a:lnTo>
                <a:lnTo>
                  <a:pt x="1104100" y="313001"/>
                </a:lnTo>
                <a:lnTo>
                  <a:pt x="1110558" y="295180"/>
                </a:lnTo>
                <a:lnTo>
                  <a:pt x="1117006" y="277358"/>
                </a:lnTo>
                <a:lnTo>
                  <a:pt x="1123464" y="259547"/>
                </a:lnTo>
                <a:lnTo>
                  <a:pt x="1129922" y="241725"/>
                </a:lnTo>
                <a:lnTo>
                  <a:pt x="1136371" y="223904"/>
                </a:lnTo>
                <a:lnTo>
                  <a:pt x="1142829" y="206092"/>
                </a:lnTo>
                <a:lnTo>
                  <a:pt x="1149287" y="188271"/>
                </a:lnTo>
                <a:lnTo>
                  <a:pt x="1155735" y="170450"/>
                </a:lnTo>
                <a:lnTo>
                  <a:pt x="1162193" y="152629"/>
                </a:lnTo>
                <a:lnTo>
                  <a:pt x="1168651" y="134817"/>
                </a:lnTo>
                <a:lnTo>
                  <a:pt x="1175099" y="116996"/>
                </a:lnTo>
                <a:lnTo>
                  <a:pt x="1181557" y="99174"/>
                </a:lnTo>
                <a:lnTo>
                  <a:pt x="1188015" y="81353"/>
                </a:lnTo>
                <a:lnTo>
                  <a:pt x="1194473" y="63541"/>
                </a:lnTo>
                <a:lnTo>
                  <a:pt x="1200922" y="45720"/>
                </a:lnTo>
                <a:lnTo>
                  <a:pt x="1207379" y="27899"/>
                </a:lnTo>
                <a:lnTo>
                  <a:pt x="1213837" y="10077"/>
                </a:lnTo>
                <a:lnTo>
                  <a:pt x="1214199" y="7334"/>
                </a:lnTo>
                <a:lnTo>
                  <a:pt x="1198178" y="17212"/>
                </a:lnTo>
                <a:lnTo>
                  <a:pt x="1180271" y="23374"/>
                </a:lnTo>
                <a:lnTo>
                  <a:pt x="1161907" y="28032"/>
                </a:lnTo>
                <a:lnTo>
                  <a:pt x="1143343" y="31842"/>
                </a:lnTo>
                <a:lnTo>
                  <a:pt x="1124664" y="35071"/>
                </a:lnTo>
                <a:lnTo>
                  <a:pt x="1105929" y="37890"/>
                </a:lnTo>
                <a:lnTo>
                  <a:pt x="1087136" y="40386"/>
                </a:lnTo>
                <a:lnTo>
                  <a:pt x="1068314" y="42615"/>
                </a:lnTo>
                <a:lnTo>
                  <a:pt x="1049474" y="44634"/>
                </a:lnTo>
                <a:lnTo>
                  <a:pt x="1030615" y="46463"/>
                </a:lnTo>
                <a:lnTo>
                  <a:pt x="1011736" y="48130"/>
                </a:lnTo>
                <a:lnTo>
                  <a:pt x="992838" y="49663"/>
                </a:lnTo>
                <a:lnTo>
                  <a:pt x="973941" y="51064"/>
                </a:lnTo>
                <a:lnTo>
                  <a:pt x="955034" y="52349"/>
                </a:lnTo>
                <a:lnTo>
                  <a:pt x="936117" y="53531"/>
                </a:lnTo>
                <a:lnTo>
                  <a:pt x="917200" y="54616"/>
                </a:lnTo>
                <a:lnTo>
                  <a:pt x="898274" y="55616"/>
                </a:lnTo>
                <a:lnTo>
                  <a:pt x="879348" y="56521"/>
                </a:lnTo>
                <a:lnTo>
                  <a:pt x="860412" y="57360"/>
                </a:lnTo>
                <a:lnTo>
                  <a:pt x="841477" y="58122"/>
                </a:lnTo>
                <a:lnTo>
                  <a:pt x="822531" y="58807"/>
                </a:lnTo>
                <a:lnTo>
                  <a:pt x="803596" y="59436"/>
                </a:lnTo>
                <a:lnTo>
                  <a:pt x="784650" y="59988"/>
                </a:lnTo>
                <a:lnTo>
                  <a:pt x="765705" y="60484"/>
                </a:lnTo>
                <a:lnTo>
                  <a:pt x="746760" y="60912"/>
                </a:lnTo>
                <a:lnTo>
                  <a:pt x="727805" y="61284"/>
                </a:lnTo>
                <a:lnTo>
                  <a:pt x="708860" y="61608"/>
                </a:lnTo>
                <a:lnTo>
                  <a:pt x="689915" y="61865"/>
                </a:lnTo>
                <a:lnTo>
                  <a:pt x="670960" y="62074"/>
                </a:lnTo>
                <a:lnTo>
                  <a:pt x="652005" y="62227"/>
                </a:lnTo>
                <a:lnTo>
                  <a:pt x="633060" y="62322"/>
                </a:lnTo>
                <a:lnTo>
                  <a:pt x="614105" y="62360"/>
                </a:lnTo>
                <a:lnTo>
                  <a:pt x="595151" y="62351"/>
                </a:lnTo>
                <a:lnTo>
                  <a:pt x="576205" y="62284"/>
                </a:lnTo>
                <a:lnTo>
                  <a:pt x="557251" y="62160"/>
                </a:lnTo>
                <a:lnTo>
                  <a:pt x="538296" y="61989"/>
                </a:lnTo>
                <a:lnTo>
                  <a:pt x="519351" y="61760"/>
                </a:lnTo>
                <a:lnTo>
                  <a:pt x="500396" y="61474"/>
                </a:lnTo>
                <a:lnTo>
                  <a:pt x="481451" y="61141"/>
                </a:lnTo>
                <a:lnTo>
                  <a:pt x="462505" y="60731"/>
                </a:lnTo>
                <a:lnTo>
                  <a:pt x="443560" y="60274"/>
                </a:lnTo>
                <a:lnTo>
                  <a:pt x="424615" y="59750"/>
                </a:lnTo>
                <a:lnTo>
                  <a:pt x="405670" y="59169"/>
                </a:lnTo>
                <a:lnTo>
                  <a:pt x="386725" y="58522"/>
                </a:lnTo>
                <a:lnTo>
                  <a:pt x="367789" y="57798"/>
                </a:lnTo>
                <a:lnTo>
                  <a:pt x="348853" y="57007"/>
                </a:lnTo>
                <a:lnTo>
                  <a:pt x="329927" y="56140"/>
                </a:lnTo>
                <a:lnTo>
                  <a:pt x="310991" y="55188"/>
                </a:lnTo>
                <a:lnTo>
                  <a:pt x="292075" y="54159"/>
                </a:lnTo>
                <a:lnTo>
                  <a:pt x="273148" y="53026"/>
                </a:lnTo>
                <a:lnTo>
                  <a:pt x="254241" y="51806"/>
                </a:lnTo>
                <a:lnTo>
                  <a:pt x="235334" y="50473"/>
                </a:lnTo>
                <a:lnTo>
                  <a:pt x="216437" y="49016"/>
                </a:lnTo>
                <a:lnTo>
                  <a:pt x="197558" y="47425"/>
                </a:lnTo>
                <a:lnTo>
                  <a:pt x="178679" y="45691"/>
                </a:lnTo>
                <a:lnTo>
                  <a:pt x="159830" y="43786"/>
                </a:lnTo>
                <a:lnTo>
                  <a:pt x="140989" y="41681"/>
                </a:lnTo>
                <a:lnTo>
                  <a:pt x="122187" y="39338"/>
                </a:lnTo>
                <a:lnTo>
                  <a:pt x="103413" y="36709"/>
                </a:lnTo>
                <a:lnTo>
                  <a:pt x="84706" y="33728"/>
                </a:lnTo>
                <a:lnTo>
                  <a:pt x="66065" y="30270"/>
                </a:lnTo>
                <a:lnTo>
                  <a:pt x="47577" y="26137"/>
                </a:lnTo>
                <a:lnTo>
                  <a:pt x="29356" y="20945"/>
                </a:lnTo>
                <a:lnTo>
                  <a:pt x="11887" y="13668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44" name="funnel-step-cap-5">
            <a:extLst xmlns:a="http://schemas.openxmlformats.org/drawingml/2006/main">
              <a:ext uri="{FF2B5EF4-FFF2-40B4-BE49-F238E27FC236}">
                <a16:creationId xmlns:a16="http://schemas.microsoft.com/office/drawing/2014/main" id="{B3415D7F-80F3-4C49-9FC0-F0618C55C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10844" y="5434270"/>
            <a:ext cx="1217552" cy="17728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7EAC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45" name="funnel-flow-arrow">
            <a:extLst xmlns:a="http://schemas.openxmlformats.org/drawingml/2006/main">
              <a:ext uri="{FF2B5EF4-FFF2-40B4-BE49-F238E27FC236}">
                <a16:creationId xmlns:a16="http://schemas.microsoft.com/office/drawing/2014/main" id="{6750BBFB-3AEB-452F-A9FC-302F5DD59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52850" y="2466975"/>
            <a:ext cx="1733550" cy="3631178"/>
          </a:xfrm>
          <a:custGeom xmlns:a="http://schemas.openxmlformats.org/drawingml/2006/main">
            <a:pathLst>
              <a:path w="1733550" h="3631178">
                <a:moveTo>
                  <a:pt x="0" y="0"/>
                </a:moveTo>
                <a:lnTo>
                  <a:pt x="0" y="42834"/>
                </a:lnTo>
                <a:lnTo>
                  <a:pt x="9249" y="84525"/>
                </a:lnTo>
                <a:lnTo>
                  <a:pt x="19660" y="126063"/>
                </a:lnTo>
                <a:lnTo>
                  <a:pt x="30070" y="167611"/>
                </a:lnTo>
                <a:lnTo>
                  <a:pt x="40491" y="209159"/>
                </a:lnTo>
                <a:lnTo>
                  <a:pt x="50902" y="250708"/>
                </a:lnTo>
                <a:lnTo>
                  <a:pt x="61312" y="292256"/>
                </a:lnTo>
                <a:lnTo>
                  <a:pt x="71723" y="333794"/>
                </a:lnTo>
                <a:lnTo>
                  <a:pt x="82144" y="375342"/>
                </a:lnTo>
                <a:lnTo>
                  <a:pt x="92554" y="416890"/>
                </a:lnTo>
                <a:lnTo>
                  <a:pt x="102965" y="458438"/>
                </a:lnTo>
                <a:lnTo>
                  <a:pt x="113376" y="499977"/>
                </a:lnTo>
                <a:lnTo>
                  <a:pt x="123796" y="541525"/>
                </a:lnTo>
                <a:lnTo>
                  <a:pt x="134207" y="583073"/>
                </a:lnTo>
                <a:lnTo>
                  <a:pt x="143599" y="624850"/>
                </a:lnTo>
                <a:lnTo>
                  <a:pt x="151924" y="666864"/>
                </a:lnTo>
                <a:lnTo>
                  <a:pt x="159915" y="708946"/>
                </a:lnTo>
                <a:lnTo>
                  <a:pt x="167916" y="751018"/>
                </a:lnTo>
                <a:lnTo>
                  <a:pt x="175908" y="793099"/>
                </a:lnTo>
                <a:lnTo>
                  <a:pt x="183899" y="835181"/>
                </a:lnTo>
                <a:lnTo>
                  <a:pt x="191900" y="877253"/>
                </a:lnTo>
                <a:lnTo>
                  <a:pt x="199892" y="919334"/>
                </a:lnTo>
                <a:lnTo>
                  <a:pt x="207883" y="961415"/>
                </a:lnTo>
                <a:lnTo>
                  <a:pt x="215884" y="1003487"/>
                </a:lnTo>
                <a:lnTo>
                  <a:pt x="223876" y="1045569"/>
                </a:lnTo>
                <a:lnTo>
                  <a:pt x="231867" y="1087650"/>
                </a:lnTo>
                <a:lnTo>
                  <a:pt x="239868" y="1129722"/>
                </a:lnTo>
                <a:lnTo>
                  <a:pt x="247860" y="1171804"/>
                </a:lnTo>
                <a:lnTo>
                  <a:pt x="255746" y="1213904"/>
                </a:lnTo>
                <a:lnTo>
                  <a:pt x="263300" y="1256062"/>
                </a:lnTo>
                <a:lnTo>
                  <a:pt x="270577" y="1298267"/>
                </a:lnTo>
                <a:lnTo>
                  <a:pt x="277854" y="1340482"/>
                </a:lnTo>
                <a:lnTo>
                  <a:pt x="285131" y="1382687"/>
                </a:lnTo>
                <a:lnTo>
                  <a:pt x="292408" y="1424892"/>
                </a:lnTo>
                <a:lnTo>
                  <a:pt x="299685" y="1467107"/>
                </a:lnTo>
                <a:lnTo>
                  <a:pt x="306972" y="1509312"/>
                </a:lnTo>
                <a:lnTo>
                  <a:pt x="314249" y="1551518"/>
                </a:lnTo>
                <a:lnTo>
                  <a:pt x="321526" y="1593733"/>
                </a:lnTo>
                <a:lnTo>
                  <a:pt x="328803" y="1635938"/>
                </a:lnTo>
                <a:lnTo>
                  <a:pt x="336080" y="1678143"/>
                </a:lnTo>
                <a:lnTo>
                  <a:pt x="343357" y="1720358"/>
                </a:lnTo>
                <a:lnTo>
                  <a:pt x="350634" y="1762563"/>
                </a:lnTo>
                <a:lnTo>
                  <a:pt x="357911" y="1804768"/>
                </a:lnTo>
                <a:lnTo>
                  <a:pt x="364931" y="1847021"/>
                </a:lnTo>
                <a:lnTo>
                  <a:pt x="371799" y="1889303"/>
                </a:lnTo>
                <a:lnTo>
                  <a:pt x="378657" y="1931575"/>
                </a:lnTo>
                <a:lnTo>
                  <a:pt x="385515" y="1973856"/>
                </a:lnTo>
                <a:lnTo>
                  <a:pt x="392363" y="2016138"/>
                </a:lnTo>
                <a:lnTo>
                  <a:pt x="399221" y="2058419"/>
                </a:lnTo>
                <a:lnTo>
                  <a:pt x="406070" y="2100691"/>
                </a:lnTo>
                <a:lnTo>
                  <a:pt x="412928" y="2142973"/>
                </a:lnTo>
                <a:lnTo>
                  <a:pt x="419776" y="2185254"/>
                </a:lnTo>
                <a:lnTo>
                  <a:pt x="426634" y="2227536"/>
                </a:lnTo>
                <a:lnTo>
                  <a:pt x="433492" y="2269808"/>
                </a:lnTo>
                <a:lnTo>
                  <a:pt x="440341" y="2312089"/>
                </a:lnTo>
                <a:lnTo>
                  <a:pt x="447199" y="2354370"/>
                </a:lnTo>
                <a:lnTo>
                  <a:pt x="454047" y="2396652"/>
                </a:lnTo>
                <a:lnTo>
                  <a:pt x="460772" y="2438952"/>
                </a:lnTo>
                <a:lnTo>
                  <a:pt x="467382" y="2481263"/>
                </a:lnTo>
                <a:lnTo>
                  <a:pt x="473954" y="2523592"/>
                </a:lnTo>
                <a:lnTo>
                  <a:pt x="480517" y="2565921"/>
                </a:lnTo>
                <a:lnTo>
                  <a:pt x="487089" y="2608240"/>
                </a:lnTo>
                <a:lnTo>
                  <a:pt x="493652" y="2650569"/>
                </a:lnTo>
                <a:lnTo>
                  <a:pt x="500224" y="2692889"/>
                </a:lnTo>
                <a:lnTo>
                  <a:pt x="506787" y="2735218"/>
                </a:lnTo>
                <a:lnTo>
                  <a:pt x="513359" y="2777538"/>
                </a:lnTo>
                <a:lnTo>
                  <a:pt x="519922" y="2819867"/>
                </a:lnTo>
                <a:lnTo>
                  <a:pt x="526494" y="2862186"/>
                </a:lnTo>
                <a:lnTo>
                  <a:pt x="533057" y="2904515"/>
                </a:lnTo>
                <a:lnTo>
                  <a:pt x="539629" y="2946835"/>
                </a:lnTo>
                <a:lnTo>
                  <a:pt x="503692" y="2952750"/>
                </a:lnTo>
                <a:lnTo>
                  <a:pt x="460867" y="2952750"/>
                </a:lnTo>
                <a:lnTo>
                  <a:pt x="418033" y="2952750"/>
                </a:lnTo>
                <a:lnTo>
                  <a:pt x="375199" y="2952750"/>
                </a:lnTo>
                <a:lnTo>
                  <a:pt x="332375" y="2952750"/>
                </a:lnTo>
                <a:lnTo>
                  <a:pt x="289541" y="2952750"/>
                </a:lnTo>
                <a:lnTo>
                  <a:pt x="246707" y="2952750"/>
                </a:lnTo>
                <a:lnTo>
                  <a:pt x="225514" y="2962056"/>
                </a:lnTo>
                <a:lnTo>
                  <a:pt x="254975" y="2993136"/>
                </a:lnTo>
                <a:lnTo>
                  <a:pt x="284445" y="3024226"/>
                </a:lnTo>
                <a:lnTo>
                  <a:pt x="313906" y="3055306"/>
                </a:lnTo>
                <a:lnTo>
                  <a:pt x="343376" y="3086395"/>
                </a:lnTo>
                <a:lnTo>
                  <a:pt x="372837" y="3117475"/>
                </a:lnTo>
                <a:lnTo>
                  <a:pt x="402307" y="3148565"/>
                </a:lnTo>
                <a:lnTo>
                  <a:pt x="431768" y="3179645"/>
                </a:lnTo>
                <a:lnTo>
                  <a:pt x="461239" y="3210735"/>
                </a:lnTo>
                <a:lnTo>
                  <a:pt x="490699" y="3241815"/>
                </a:lnTo>
                <a:lnTo>
                  <a:pt x="520170" y="3272904"/>
                </a:lnTo>
                <a:lnTo>
                  <a:pt x="549631" y="3303984"/>
                </a:lnTo>
                <a:lnTo>
                  <a:pt x="579101" y="3335074"/>
                </a:lnTo>
                <a:lnTo>
                  <a:pt x="608571" y="3366154"/>
                </a:lnTo>
                <a:lnTo>
                  <a:pt x="638032" y="3397244"/>
                </a:lnTo>
                <a:lnTo>
                  <a:pt x="667502" y="3428324"/>
                </a:lnTo>
                <a:lnTo>
                  <a:pt x="696963" y="3459413"/>
                </a:lnTo>
                <a:lnTo>
                  <a:pt x="726434" y="3490493"/>
                </a:lnTo>
                <a:lnTo>
                  <a:pt x="755894" y="3521583"/>
                </a:lnTo>
                <a:lnTo>
                  <a:pt x="785365" y="3552663"/>
                </a:lnTo>
                <a:lnTo>
                  <a:pt x="814826" y="3583753"/>
                </a:lnTo>
                <a:lnTo>
                  <a:pt x="844296" y="3614833"/>
                </a:lnTo>
                <a:lnTo>
                  <a:pt x="873757" y="3631178"/>
                </a:lnTo>
                <a:lnTo>
                  <a:pt x="903227" y="3600098"/>
                </a:lnTo>
                <a:lnTo>
                  <a:pt x="932688" y="3569008"/>
                </a:lnTo>
                <a:lnTo>
                  <a:pt x="962158" y="3537928"/>
                </a:lnTo>
                <a:lnTo>
                  <a:pt x="991619" y="3506838"/>
                </a:lnTo>
                <a:lnTo>
                  <a:pt x="1021090" y="3475758"/>
                </a:lnTo>
                <a:lnTo>
                  <a:pt x="1050550" y="3444669"/>
                </a:lnTo>
                <a:lnTo>
                  <a:pt x="1080021" y="3413589"/>
                </a:lnTo>
                <a:lnTo>
                  <a:pt x="1109491" y="3382499"/>
                </a:lnTo>
                <a:lnTo>
                  <a:pt x="1138952" y="3351419"/>
                </a:lnTo>
                <a:lnTo>
                  <a:pt x="1168422" y="3320329"/>
                </a:lnTo>
                <a:lnTo>
                  <a:pt x="1197883" y="3289249"/>
                </a:lnTo>
                <a:lnTo>
                  <a:pt x="1227353" y="3258160"/>
                </a:lnTo>
                <a:lnTo>
                  <a:pt x="1256814" y="3227080"/>
                </a:lnTo>
                <a:lnTo>
                  <a:pt x="1286285" y="3195990"/>
                </a:lnTo>
                <a:lnTo>
                  <a:pt x="1315745" y="3164910"/>
                </a:lnTo>
                <a:lnTo>
                  <a:pt x="1345216" y="3133820"/>
                </a:lnTo>
                <a:lnTo>
                  <a:pt x="1374677" y="3102740"/>
                </a:lnTo>
                <a:lnTo>
                  <a:pt x="1404147" y="3071651"/>
                </a:lnTo>
                <a:lnTo>
                  <a:pt x="1433608" y="3040571"/>
                </a:lnTo>
                <a:lnTo>
                  <a:pt x="1463078" y="3009481"/>
                </a:lnTo>
                <a:lnTo>
                  <a:pt x="1492539" y="2978401"/>
                </a:lnTo>
                <a:lnTo>
                  <a:pt x="1509370" y="2952750"/>
                </a:lnTo>
                <a:lnTo>
                  <a:pt x="1466536" y="2952750"/>
                </a:lnTo>
                <a:lnTo>
                  <a:pt x="1423702" y="2952750"/>
                </a:lnTo>
                <a:lnTo>
                  <a:pt x="1380877" y="2952750"/>
                </a:lnTo>
                <a:lnTo>
                  <a:pt x="1338043" y="2952750"/>
                </a:lnTo>
                <a:lnTo>
                  <a:pt x="1295210" y="2952750"/>
                </a:lnTo>
                <a:lnTo>
                  <a:pt x="1252385" y="2952750"/>
                </a:lnTo>
                <a:lnTo>
                  <a:pt x="1209551" y="2952750"/>
                </a:lnTo>
                <a:lnTo>
                  <a:pt x="1197035" y="2926775"/>
                </a:lnTo>
                <a:lnTo>
                  <a:pt x="1203608" y="2884446"/>
                </a:lnTo>
                <a:lnTo>
                  <a:pt x="1210170" y="2842127"/>
                </a:lnTo>
                <a:lnTo>
                  <a:pt x="1216743" y="2799798"/>
                </a:lnTo>
                <a:lnTo>
                  <a:pt x="1223305" y="2757478"/>
                </a:lnTo>
                <a:lnTo>
                  <a:pt x="1229878" y="2715149"/>
                </a:lnTo>
                <a:lnTo>
                  <a:pt x="1236440" y="2672829"/>
                </a:lnTo>
                <a:lnTo>
                  <a:pt x="1243013" y="2630500"/>
                </a:lnTo>
                <a:lnTo>
                  <a:pt x="1249575" y="2588171"/>
                </a:lnTo>
                <a:lnTo>
                  <a:pt x="1256147" y="2545852"/>
                </a:lnTo>
                <a:lnTo>
                  <a:pt x="1262710" y="2503522"/>
                </a:lnTo>
                <a:lnTo>
                  <a:pt x="1269282" y="2461203"/>
                </a:lnTo>
                <a:lnTo>
                  <a:pt x="1275940" y="2418893"/>
                </a:lnTo>
                <a:lnTo>
                  <a:pt x="1282751" y="2376602"/>
                </a:lnTo>
                <a:lnTo>
                  <a:pt x="1289599" y="2334330"/>
                </a:lnTo>
                <a:lnTo>
                  <a:pt x="1296457" y="2292048"/>
                </a:lnTo>
                <a:lnTo>
                  <a:pt x="1303315" y="2249767"/>
                </a:lnTo>
                <a:lnTo>
                  <a:pt x="1310164" y="2207485"/>
                </a:lnTo>
                <a:lnTo>
                  <a:pt x="1317022" y="2165213"/>
                </a:lnTo>
                <a:lnTo>
                  <a:pt x="1323870" y="2122932"/>
                </a:lnTo>
                <a:lnTo>
                  <a:pt x="1330728" y="2080651"/>
                </a:lnTo>
                <a:lnTo>
                  <a:pt x="1337577" y="2038369"/>
                </a:lnTo>
                <a:lnTo>
                  <a:pt x="1344435" y="1996097"/>
                </a:lnTo>
                <a:lnTo>
                  <a:pt x="1351293" y="1953816"/>
                </a:lnTo>
                <a:lnTo>
                  <a:pt x="1358141" y="1911534"/>
                </a:lnTo>
                <a:lnTo>
                  <a:pt x="1364999" y="1869253"/>
                </a:lnTo>
                <a:lnTo>
                  <a:pt x="1371952" y="1826990"/>
                </a:lnTo>
                <a:lnTo>
                  <a:pt x="1379087" y="1784756"/>
                </a:lnTo>
                <a:lnTo>
                  <a:pt x="1386364" y="1742551"/>
                </a:lnTo>
                <a:lnTo>
                  <a:pt x="1393641" y="1700346"/>
                </a:lnTo>
                <a:lnTo>
                  <a:pt x="1400918" y="1658131"/>
                </a:lnTo>
                <a:lnTo>
                  <a:pt x="1408195" y="1615926"/>
                </a:lnTo>
                <a:lnTo>
                  <a:pt x="1415482" y="1573721"/>
                </a:lnTo>
                <a:lnTo>
                  <a:pt x="1422759" y="1531515"/>
                </a:lnTo>
                <a:lnTo>
                  <a:pt x="1430036" y="1489300"/>
                </a:lnTo>
                <a:lnTo>
                  <a:pt x="1437313" y="1447095"/>
                </a:lnTo>
                <a:lnTo>
                  <a:pt x="1444590" y="1404890"/>
                </a:lnTo>
                <a:lnTo>
                  <a:pt x="1451867" y="1362675"/>
                </a:lnTo>
                <a:lnTo>
                  <a:pt x="1459144" y="1320470"/>
                </a:lnTo>
                <a:lnTo>
                  <a:pt x="1466421" y="1278265"/>
                </a:lnTo>
                <a:lnTo>
                  <a:pt x="1473813" y="1236069"/>
                </a:lnTo>
                <a:lnTo>
                  <a:pt x="1481490" y="1193930"/>
                </a:lnTo>
                <a:lnTo>
                  <a:pt x="1489481" y="1151858"/>
                </a:lnTo>
                <a:lnTo>
                  <a:pt x="1497473" y="1109777"/>
                </a:lnTo>
                <a:lnTo>
                  <a:pt x="1505474" y="1067695"/>
                </a:lnTo>
                <a:lnTo>
                  <a:pt x="1513465" y="1025623"/>
                </a:lnTo>
                <a:lnTo>
                  <a:pt x="1521457" y="983542"/>
                </a:lnTo>
                <a:lnTo>
                  <a:pt x="1529458" y="941461"/>
                </a:lnTo>
                <a:lnTo>
                  <a:pt x="1537449" y="899389"/>
                </a:lnTo>
                <a:lnTo>
                  <a:pt x="1545441" y="857307"/>
                </a:lnTo>
                <a:lnTo>
                  <a:pt x="1553442" y="815226"/>
                </a:lnTo>
                <a:lnTo>
                  <a:pt x="1561433" y="773154"/>
                </a:lnTo>
                <a:lnTo>
                  <a:pt x="1569425" y="731072"/>
                </a:lnTo>
                <a:lnTo>
                  <a:pt x="1577426" y="688991"/>
                </a:lnTo>
                <a:lnTo>
                  <a:pt x="1585446" y="646919"/>
                </a:lnTo>
                <a:lnTo>
                  <a:pt x="1594009" y="604952"/>
                </a:lnTo>
                <a:lnTo>
                  <a:pt x="1604277" y="563375"/>
                </a:lnTo>
                <a:lnTo>
                  <a:pt x="1614697" y="521827"/>
                </a:lnTo>
                <a:lnTo>
                  <a:pt x="1625108" y="480289"/>
                </a:lnTo>
                <a:lnTo>
                  <a:pt x="1635519" y="438741"/>
                </a:lnTo>
                <a:lnTo>
                  <a:pt x="1645930" y="397193"/>
                </a:lnTo>
                <a:lnTo>
                  <a:pt x="1656350" y="355644"/>
                </a:lnTo>
                <a:lnTo>
                  <a:pt x="1666761" y="314096"/>
                </a:lnTo>
                <a:lnTo>
                  <a:pt x="1677172" y="272558"/>
                </a:lnTo>
                <a:lnTo>
                  <a:pt x="1687582" y="231010"/>
                </a:lnTo>
                <a:lnTo>
                  <a:pt x="1698003" y="189462"/>
                </a:lnTo>
                <a:lnTo>
                  <a:pt x="1708414" y="147914"/>
                </a:lnTo>
                <a:lnTo>
                  <a:pt x="1718824" y="106366"/>
                </a:lnTo>
                <a:lnTo>
                  <a:pt x="1729235" y="64827"/>
                </a:lnTo>
                <a:lnTo>
                  <a:pt x="1733550" y="22527"/>
                </a:lnTo>
                <a:lnTo>
                  <a:pt x="1713243" y="0"/>
                </a:lnTo>
                <a:lnTo>
                  <a:pt x="1670418" y="0"/>
                </a:lnTo>
                <a:lnTo>
                  <a:pt x="1627584" y="0"/>
                </a:lnTo>
                <a:lnTo>
                  <a:pt x="1584750" y="0"/>
                </a:lnTo>
                <a:lnTo>
                  <a:pt x="1541917" y="0"/>
                </a:lnTo>
                <a:lnTo>
                  <a:pt x="1499092" y="0"/>
                </a:lnTo>
                <a:lnTo>
                  <a:pt x="1456258" y="0"/>
                </a:lnTo>
                <a:lnTo>
                  <a:pt x="1413424" y="0"/>
                </a:lnTo>
                <a:lnTo>
                  <a:pt x="1370600" y="0"/>
                </a:lnTo>
                <a:lnTo>
                  <a:pt x="1327766" y="0"/>
                </a:lnTo>
                <a:lnTo>
                  <a:pt x="1284932" y="0"/>
                </a:lnTo>
                <a:lnTo>
                  <a:pt x="1242098" y="0"/>
                </a:lnTo>
                <a:lnTo>
                  <a:pt x="1199274" y="0"/>
                </a:lnTo>
                <a:lnTo>
                  <a:pt x="1156440" y="0"/>
                </a:lnTo>
                <a:lnTo>
                  <a:pt x="1113606" y="0"/>
                </a:lnTo>
                <a:lnTo>
                  <a:pt x="1070781" y="0"/>
                </a:lnTo>
                <a:lnTo>
                  <a:pt x="1027948" y="0"/>
                </a:lnTo>
                <a:lnTo>
                  <a:pt x="985114" y="0"/>
                </a:lnTo>
                <a:lnTo>
                  <a:pt x="942289" y="0"/>
                </a:lnTo>
                <a:lnTo>
                  <a:pt x="899455" y="0"/>
                </a:lnTo>
                <a:lnTo>
                  <a:pt x="856621" y="0"/>
                </a:lnTo>
                <a:lnTo>
                  <a:pt x="813787" y="0"/>
                </a:lnTo>
                <a:lnTo>
                  <a:pt x="770963" y="0"/>
                </a:lnTo>
                <a:lnTo>
                  <a:pt x="728129" y="0"/>
                </a:lnTo>
                <a:lnTo>
                  <a:pt x="685295" y="0"/>
                </a:lnTo>
                <a:lnTo>
                  <a:pt x="642471" y="0"/>
                </a:lnTo>
                <a:lnTo>
                  <a:pt x="599637" y="0"/>
                </a:lnTo>
                <a:lnTo>
                  <a:pt x="556803" y="0"/>
                </a:lnTo>
                <a:lnTo>
                  <a:pt x="513969" y="0"/>
                </a:lnTo>
                <a:lnTo>
                  <a:pt x="471145" y="0"/>
                </a:lnTo>
                <a:lnTo>
                  <a:pt x="428311" y="0"/>
                </a:lnTo>
                <a:lnTo>
                  <a:pt x="385477" y="0"/>
                </a:lnTo>
                <a:lnTo>
                  <a:pt x="342652" y="0"/>
                </a:lnTo>
                <a:lnTo>
                  <a:pt x="299818" y="0"/>
                </a:lnTo>
                <a:lnTo>
                  <a:pt x="256985" y="0"/>
                </a:lnTo>
                <a:lnTo>
                  <a:pt x="214160" y="0"/>
                </a:lnTo>
                <a:lnTo>
                  <a:pt x="171326" y="0"/>
                </a:lnTo>
                <a:lnTo>
                  <a:pt x="128492" y="0"/>
                </a:lnTo>
                <a:lnTo>
                  <a:pt x="85658" y="0"/>
                </a:lnTo>
                <a:lnTo>
                  <a:pt x="42834" y="0"/>
                </a:lnTo>
                <a:lnTo>
                  <a:pt x="0" y="0"/>
                </a:lnTo>
                <a:close/>
              </a:path>
            </a:pathLst>
          </a:custGeom>
          <a:gradFill xmlns:a="http://schemas.openxmlformats.org/drawingml/2006/main">
            <a:gsLst>
              <a:gs pos="0">
                <a:srgbClr val="000000"/>
              </a:gs>
              <a:gs pos="42">
                <a:srgbClr val="B8D8F2">
                  <a:alpha val="16000"/>
                </a:srgbClr>
              </a:gs>
              <a:gs pos="76">
                <a:srgbClr val="8FC4EE">
                  <a:alpha val="32000"/>
                </a:srgbClr>
              </a:gs>
              <a:gs pos="100">
                <a:srgbClr val="72B3E8">
                  <a:alpha val="52000"/>
                </a:srgbClr>
              </a:gs>
            </a:gsLst>
            <a:lin ang="10800000"/>
          </a:gradFill>
          <a:ln xmlns:a="http://schemas.openxmlformats.org/drawingml/2006/main" w="9525">
            <a:noFill/>
            <a:prstDash val="solid"/>
          </a:ln>
        </p:spPr>
      </p:sp>
      <p:sp>
        <p:nvSpPr>
          <p:cNvPr id="46" name="phase-label-0">
            <a:extLst xmlns:a="http://schemas.openxmlformats.org/drawingml/2006/main">
              <a:ext uri="{FF2B5EF4-FFF2-40B4-BE49-F238E27FC236}">
                <a16:creationId xmlns:a16="http://schemas.microsoft.com/office/drawing/2014/main" id="{37B8E2E2-E05E-4873-A559-7D8E82603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1638300"/>
            <a:ext cx="228600" cy="2657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阶段一</a:t>
            </a:r>
          </a:p>
        </p:txBody>
      </p:sp>
      <p:sp>
        <p:nvSpPr>
          <p:cNvPr id="47" name="phase-label-1">
            <a:extLst xmlns:a="http://schemas.openxmlformats.org/drawingml/2006/main">
              <a:ext uri="{FF2B5EF4-FFF2-40B4-BE49-F238E27FC236}">
                <a16:creationId xmlns:a16="http://schemas.microsoft.com/office/drawing/2014/main" id="{24451CAD-F671-4588-9B3F-84E757FC8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4295775"/>
            <a:ext cx="228600" cy="1914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阶段二</a:t>
            </a:r>
          </a:p>
        </p:txBody>
      </p:sp>
      <p:sp>
        <p:nvSpPr>
          <p:cNvPr id="48" name="funnel-step-title-0">
            <a:extLst xmlns:a="http://schemas.openxmlformats.org/drawingml/2006/main">
              <a:ext uri="{FF2B5EF4-FFF2-40B4-BE49-F238E27FC236}">
                <a16:creationId xmlns:a16="http://schemas.microsoft.com/office/drawing/2014/main" id="{80ACC815-E6C4-4F51-85B5-1D25A99F3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311728" y="2653455"/>
            <a:ext cx="2615803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广泛触达</a:t>
            </a:r>
          </a:p>
        </p:txBody>
      </p:sp>
      <p:sp>
        <p:nvSpPr>
          <p:cNvPr id="49" name="funnel-step-title-1">
            <a:extLst xmlns:a="http://schemas.openxmlformats.org/drawingml/2006/main">
              <a:ext uri="{FF2B5EF4-FFF2-40B4-BE49-F238E27FC236}">
                <a16:creationId xmlns:a16="http://schemas.microsoft.com/office/drawing/2014/main" id="{B6A62C66-2AD0-468E-84B9-8EE440BDA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528117" y="3255169"/>
            <a:ext cx="2183016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兴趣识别</a:t>
            </a:r>
          </a:p>
        </p:txBody>
      </p:sp>
      <p:sp>
        <p:nvSpPr>
          <p:cNvPr id="50" name="funnel-step-title-2">
            <a:extLst xmlns:a="http://schemas.openxmlformats.org/drawingml/2006/main">
              <a:ext uri="{FF2B5EF4-FFF2-40B4-BE49-F238E27FC236}">
                <a16:creationId xmlns:a16="http://schemas.microsoft.com/office/drawing/2014/main" id="{56E009E1-9474-464D-80D2-586083583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25018" y="3856730"/>
            <a:ext cx="1789214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意向培育</a:t>
            </a:r>
          </a:p>
        </p:txBody>
      </p:sp>
      <p:sp>
        <p:nvSpPr>
          <p:cNvPr id="51" name="funnel-step-title-3">
            <a:extLst xmlns:a="http://schemas.openxmlformats.org/drawingml/2006/main">
              <a:ext uri="{FF2B5EF4-FFF2-40B4-BE49-F238E27FC236}">
                <a16:creationId xmlns:a16="http://schemas.microsoft.com/office/drawing/2014/main" id="{BB7E9388-DA1E-494C-8F32-545AB7183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10165" y="4458443"/>
            <a:ext cx="141893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行动转化</a:t>
            </a:r>
          </a:p>
        </p:txBody>
      </p:sp>
      <p:sp>
        <p:nvSpPr>
          <p:cNvPr id="52" name="funnel-step-title-4">
            <a:extLst xmlns:a="http://schemas.openxmlformats.org/drawingml/2006/main">
              <a:ext uri="{FF2B5EF4-FFF2-40B4-BE49-F238E27FC236}">
                <a16:creationId xmlns:a16="http://schemas.microsoft.com/office/drawing/2014/main" id="{8D08CEEC-57F9-4931-9FED-B331B3638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87120" y="5060156"/>
            <a:ext cx="1065019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持续留存</a:t>
            </a:r>
          </a:p>
        </p:txBody>
      </p:sp>
      <p:sp>
        <p:nvSpPr>
          <p:cNvPr id="53" name="funnel-step-title-5">
            <a:extLst xmlns:a="http://schemas.openxmlformats.org/drawingml/2006/main">
              <a:ext uri="{FF2B5EF4-FFF2-40B4-BE49-F238E27FC236}">
                <a16:creationId xmlns:a16="http://schemas.microsoft.com/office/drawing/2014/main" id="{3B449252-F379-4E10-B5E7-0E7BFD9F2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200525" y="5661717"/>
            <a:ext cx="8382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价值增长</a:t>
            </a:r>
          </a:p>
        </p:txBody>
      </p:sp>
      <p:sp>
        <p:nvSpPr>
          <p:cNvPr id="54" name="input-core-0">
            <a:extLst xmlns:a="http://schemas.openxmlformats.org/drawingml/2006/main">
              <a:ext uri="{FF2B5EF4-FFF2-40B4-BE49-F238E27FC236}">
                <a16:creationId xmlns:a16="http://schemas.microsoft.com/office/drawing/2014/main" id="{EE35AB2D-9F78-4233-943E-2839FCB50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62275" y="194310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23"/>
          <a:fontRef xmlns:a="http://schemas.openxmlformats.org/drawingml/2006/main" idx="major"/>
        </p:style>
      </p:sp>
      <p:pic>
        <p:nvPicPr>
          <p:cNvPr id="1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8b2db23c5d54ed1">
            <a:extLst>
              <a:ext uri="{96DAC541-7B7A-43D3-8B79-37D633B846F1}">
                <asvg:svgBlip xmlns:asvg="http://schemas.microsoft.com/office/drawing/2016/SVG/main" r:embed="Rbad73e1f550c4b1c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3057525" y="2038350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56" name="input-core-1">
            <a:extLst xmlns:a="http://schemas.openxmlformats.org/drawingml/2006/main">
              <a:ext uri="{FF2B5EF4-FFF2-40B4-BE49-F238E27FC236}">
                <a16:creationId xmlns:a16="http://schemas.microsoft.com/office/drawing/2014/main" id="{CD3DB262-59C5-4ABE-B5BB-4F9281A31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562350" y="1762125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23"/>
          <a:fontRef xmlns:a="http://schemas.openxmlformats.org/drawingml/2006/main" idx="major"/>
        </p:style>
      </p:sp>
      <p:pic>
        <p:nvPicPr>
          <p:cNvPr id="1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1ad23bf64f64b90">
            <a:extLst>
              <a:ext uri="{96DAC541-7B7A-43D3-8B79-37D633B846F1}">
                <asvg:svgBlip xmlns:asvg="http://schemas.microsoft.com/office/drawing/2016/SVG/main" r:embed="R3d58d7e7627e4655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3657600" y="1857375"/>
            <a:ext cx="209550" cy="209550"/>
          </a:xfrm>
          <a:prstGeom xmlns:a="http://schemas.openxmlformats.org/drawingml/2006/main" prst="rect">
            <a:avLst/>
          </a:prstGeom>
        </p:spPr>
      </p:pic>
      <p:sp>
        <p:nvSpPr>
          <p:cNvPr id="58" name="input-core-2">
            <a:extLst xmlns:a="http://schemas.openxmlformats.org/drawingml/2006/main">
              <a:ext uri="{FF2B5EF4-FFF2-40B4-BE49-F238E27FC236}">
                <a16:creationId xmlns:a16="http://schemas.microsoft.com/office/drawing/2014/main" id="{E0FB6D17-405D-42E0-9EF9-DFD829BC0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105275" y="162877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23"/>
          <a:fontRef xmlns:a="http://schemas.openxmlformats.org/drawingml/2006/main" idx="major"/>
        </p:style>
      </p:sp>
      <p:pic>
        <p:nvPicPr>
          <p:cNvPr id="1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a93f546f0d04a69">
            <a:extLst>
              <a:ext uri="{96DAC541-7B7A-43D3-8B79-37D633B846F1}">
                <asvg:svgBlip xmlns:asvg="http://schemas.microsoft.com/office/drawing/2016/SVG/main" r:embed="R4d9e0d486b8349c5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4200525" y="1724025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60" name="input-core-3">
            <a:extLst xmlns:a="http://schemas.openxmlformats.org/drawingml/2006/main">
              <a:ext uri="{FF2B5EF4-FFF2-40B4-BE49-F238E27FC236}">
                <a16:creationId xmlns:a16="http://schemas.microsoft.com/office/drawing/2014/main" id="{62002D95-FC54-48DB-B286-D6FC262BA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705350" y="1704975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23"/>
          <a:fontRef xmlns:a="http://schemas.openxmlformats.org/drawingml/2006/main" idx="major"/>
        </p:style>
      </p:sp>
      <p:pic>
        <p:nvPicPr>
          <p:cNvPr id="1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9365584ca2b4ebd">
            <a:extLst>
              <a:ext uri="{96DAC541-7B7A-43D3-8B79-37D633B846F1}">
                <asvg:svgBlip xmlns:asvg="http://schemas.microsoft.com/office/drawing/2016/SVG/main" r:embed="R278022b769bb4ab4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4800600" y="1800225"/>
            <a:ext cx="209550" cy="209550"/>
          </a:xfrm>
          <a:prstGeom xmlns:a="http://schemas.openxmlformats.org/drawingml/2006/main" prst="rect">
            <a:avLst/>
          </a:prstGeom>
        </p:spPr>
      </p:pic>
      <p:sp>
        <p:nvSpPr>
          <p:cNvPr id="62" name="input-core-4">
            <a:extLst xmlns:a="http://schemas.openxmlformats.org/drawingml/2006/main">
              <a:ext uri="{FF2B5EF4-FFF2-40B4-BE49-F238E27FC236}">
                <a16:creationId xmlns:a16="http://schemas.microsoft.com/office/drawing/2014/main" id="{FC386EBF-86C5-4E4E-A661-BA0C6BDA4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48275" y="18097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23"/>
          <a:fontRef xmlns:a="http://schemas.openxmlformats.org/drawingml/2006/main" idx="major"/>
        </p:style>
      </p:sp>
      <p:pic>
        <p:nvPicPr>
          <p:cNvPr id="12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be0d027c11b4803">
            <a:extLst>
              <a:ext uri="{96DAC541-7B7A-43D3-8B79-37D633B846F1}">
                <asvg:svgBlip xmlns:asvg="http://schemas.microsoft.com/office/drawing/2016/SVG/main" r:embed="R400d505047084e57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5343525" y="1905000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64" name="input-core-5">
            <a:extLst xmlns:a="http://schemas.openxmlformats.org/drawingml/2006/main">
              <a:ext uri="{FF2B5EF4-FFF2-40B4-BE49-F238E27FC236}">
                <a16:creationId xmlns:a16="http://schemas.microsoft.com/office/drawing/2014/main" id="{424999C5-C7FC-43DF-8C67-DC088D815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848350" y="1952625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23"/>
          <a:fontRef xmlns:a="http://schemas.openxmlformats.org/drawingml/2006/main" idx="major"/>
        </p:style>
      </p:sp>
      <p:pic>
        <p:nvPicPr>
          <p:cNvPr id="13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b39273eee9c4dcf">
            <a:extLst>
              <a:ext uri="{96DAC541-7B7A-43D3-8B79-37D633B846F1}">
                <asvg:svgBlip xmlns:asvg="http://schemas.microsoft.com/office/drawing/2016/SVG/main" r:embed="Rf7d49907580d4828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5943600" y="2047875"/>
            <a:ext cx="209550" cy="2095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7905409"/>
      </p:ext>
    </p:extLst>
  </p:cSld>
</p:sld>
</file>

<file path=ppt/slides/slide5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8" name="phase-band-0">
            <a:extLst xmlns:a="http://schemas.openxmlformats.org/drawingml/2006/main">
              <a:ext uri="{FF2B5EF4-FFF2-40B4-BE49-F238E27FC236}">
                <a16:creationId xmlns:a16="http://schemas.microsoft.com/office/drawing/2014/main" id="{FFCF4EBD-6FF4-49D5-B21C-6A155ACCE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1638300"/>
            <a:ext cx="11144250" cy="2657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phase-band-1">
            <a:extLst xmlns:a="http://schemas.openxmlformats.org/drawingml/2006/main">
              <a:ext uri="{FF2B5EF4-FFF2-40B4-BE49-F238E27FC236}">
                <a16:creationId xmlns:a16="http://schemas.microsoft.com/office/drawing/2014/main" id="{330030B8-BD3E-48B8-8C36-8D24F1767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4295775"/>
            <a:ext cx="11144250" cy="1914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38100">
            <a:solidFill>
              <a:srgbClr val="FFFFFF"/>
            </a:solidFill>
            <a:prstDash val="solid"/>
          </a:ln>
        </p:spPr>
      </p:sp>
      <p:sp>
        <p:nvSpPr>
          <p:cNvPr id="3" name="phase-rail-0">
            <a:extLst xmlns:a="http://schemas.openxmlformats.org/drawingml/2006/main">
              <a:ext uri="{FF2B5EF4-FFF2-40B4-BE49-F238E27FC236}">
                <a16:creationId xmlns:a16="http://schemas.microsoft.com/office/drawing/2014/main" id="{304F70D4-8CB9-4DCA-BC82-7DF1AF5CD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1638300"/>
            <a:ext cx="514350" cy="2656656"/>
          </a:xfrm>
          <a:custGeom xmlns:a="http://schemas.openxmlformats.org/drawingml/2006/main">
            <a:pathLst>
              <a:path w="514350" h="2656656">
                <a:moveTo>
                  <a:pt x="0" y="0"/>
                </a:moveTo>
                <a:lnTo>
                  <a:pt x="25546" y="0"/>
                </a:lnTo>
                <a:lnTo>
                  <a:pt x="51102" y="0"/>
                </a:lnTo>
                <a:lnTo>
                  <a:pt x="76648" y="0"/>
                </a:lnTo>
                <a:lnTo>
                  <a:pt x="102203" y="0"/>
                </a:lnTo>
                <a:lnTo>
                  <a:pt x="127749" y="0"/>
                </a:lnTo>
                <a:lnTo>
                  <a:pt x="153295" y="0"/>
                </a:lnTo>
                <a:lnTo>
                  <a:pt x="178851" y="0"/>
                </a:lnTo>
                <a:lnTo>
                  <a:pt x="204397" y="0"/>
                </a:lnTo>
                <a:lnTo>
                  <a:pt x="229953" y="0"/>
                </a:lnTo>
                <a:lnTo>
                  <a:pt x="255499" y="0"/>
                </a:lnTo>
                <a:lnTo>
                  <a:pt x="281045" y="0"/>
                </a:lnTo>
                <a:lnTo>
                  <a:pt x="306600" y="0"/>
                </a:lnTo>
                <a:lnTo>
                  <a:pt x="332146" y="0"/>
                </a:lnTo>
                <a:lnTo>
                  <a:pt x="357692" y="0"/>
                </a:lnTo>
                <a:lnTo>
                  <a:pt x="383248" y="0"/>
                </a:lnTo>
                <a:lnTo>
                  <a:pt x="408794" y="0"/>
                </a:lnTo>
                <a:lnTo>
                  <a:pt x="434350" y="0"/>
                </a:lnTo>
                <a:lnTo>
                  <a:pt x="459896" y="0"/>
                </a:lnTo>
                <a:lnTo>
                  <a:pt x="485442" y="0"/>
                </a:lnTo>
                <a:lnTo>
                  <a:pt x="510997" y="0"/>
                </a:lnTo>
                <a:lnTo>
                  <a:pt x="514350" y="22193"/>
                </a:lnTo>
                <a:lnTo>
                  <a:pt x="514350" y="47749"/>
                </a:lnTo>
                <a:lnTo>
                  <a:pt x="514350" y="73295"/>
                </a:lnTo>
                <a:lnTo>
                  <a:pt x="514350" y="98841"/>
                </a:lnTo>
                <a:lnTo>
                  <a:pt x="514350" y="124397"/>
                </a:lnTo>
                <a:lnTo>
                  <a:pt x="514350" y="149943"/>
                </a:lnTo>
                <a:lnTo>
                  <a:pt x="514350" y="175498"/>
                </a:lnTo>
                <a:lnTo>
                  <a:pt x="514350" y="201044"/>
                </a:lnTo>
                <a:lnTo>
                  <a:pt x="514350" y="226590"/>
                </a:lnTo>
                <a:lnTo>
                  <a:pt x="514350" y="252146"/>
                </a:lnTo>
                <a:lnTo>
                  <a:pt x="514350" y="277692"/>
                </a:lnTo>
                <a:lnTo>
                  <a:pt x="514350" y="303247"/>
                </a:lnTo>
                <a:lnTo>
                  <a:pt x="514350" y="328793"/>
                </a:lnTo>
                <a:lnTo>
                  <a:pt x="514350" y="354340"/>
                </a:lnTo>
                <a:lnTo>
                  <a:pt x="514350" y="379895"/>
                </a:lnTo>
                <a:lnTo>
                  <a:pt x="514350" y="405441"/>
                </a:lnTo>
                <a:lnTo>
                  <a:pt x="514350" y="430987"/>
                </a:lnTo>
                <a:lnTo>
                  <a:pt x="514350" y="456543"/>
                </a:lnTo>
                <a:lnTo>
                  <a:pt x="514350" y="482089"/>
                </a:lnTo>
                <a:lnTo>
                  <a:pt x="514350" y="507644"/>
                </a:lnTo>
                <a:lnTo>
                  <a:pt x="514350" y="533190"/>
                </a:lnTo>
                <a:lnTo>
                  <a:pt x="514350" y="558737"/>
                </a:lnTo>
                <a:lnTo>
                  <a:pt x="514350" y="584292"/>
                </a:lnTo>
                <a:lnTo>
                  <a:pt x="514350" y="609838"/>
                </a:lnTo>
                <a:lnTo>
                  <a:pt x="514350" y="635394"/>
                </a:lnTo>
                <a:lnTo>
                  <a:pt x="514350" y="660940"/>
                </a:lnTo>
                <a:lnTo>
                  <a:pt x="514350" y="686486"/>
                </a:lnTo>
                <a:lnTo>
                  <a:pt x="514350" y="712041"/>
                </a:lnTo>
                <a:lnTo>
                  <a:pt x="514350" y="737587"/>
                </a:lnTo>
                <a:lnTo>
                  <a:pt x="514350" y="763143"/>
                </a:lnTo>
                <a:lnTo>
                  <a:pt x="514350" y="788689"/>
                </a:lnTo>
                <a:lnTo>
                  <a:pt x="514350" y="814235"/>
                </a:lnTo>
                <a:lnTo>
                  <a:pt x="514350" y="839791"/>
                </a:lnTo>
                <a:lnTo>
                  <a:pt x="514350" y="865337"/>
                </a:lnTo>
                <a:lnTo>
                  <a:pt x="514350" y="890883"/>
                </a:lnTo>
                <a:lnTo>
                  <a:pt x="514350" y="916438"/>
                </a:lnTo>
                <a:lnTo>
                  <a:pt x="514350" y="941984"/>
                </a:lnTo>
                <a:lnTo>
                  <a:pt x="514350" y="967540"/>
                </a:lnTo>
                <a:lnTo>
                  <a:pt x="514350" y="993086"/>
                </a:lnTo>
                <a:lnTo>
                  <a:pt x="514350" y="1018632"/>
                </a:lnTo>
                <a:lnTo>
                  <a:pt x="514350" y="1044188"/>
                </a:lnTo>
                <a:lnTo>
                  <a:pt x="514350" y="1069734"/>
                </a:lnTo>
                <a:lnTo>
                  <a:pt x="514350" y="1095289"/>
                </a:lnTo>
                <a:lnTo>
                  <a:pt x="514350" y="1120835"/>
                </a:lnTo>
                <a:lnTo>
                  <a:pt x="514350" y="1146381"/>
                </a:lnTo>
                <a:lnTo>
                  <a:pt x="514350" y="1171937"/>
                </a:lnTo>
                <a:lnTo>
                  <a:pt x="514350" y="1197483"/>
                </a:lnTo>
                <a:lnTo>
                  <a:pt x="514350" y="1223039"/>
                </a:lnTo>
                <a:lnTo>
                  <a:pt x="514350" y="1248585"/>
                </a:lnTo>
                <a:lnTo>
                  <a:pt x="514350" y="1274131"/>
                </a:lnTo>
                <a:lnTo>
                  <a:pt x="514350" y="1299686"/>
                </a:lnTo>
                <a:lnTo>
                  <a:pt x="514350" y="1325232"/>
                </a:lnTo>
                <a:lnTo>
                  <a:pt x="514350" y="1350788"/>
                </a:lnTo>
                <a:lnTo>
                  <a:pt x="514350" y="1376334"/>
                </a:lnTo>
                <a:lnTo>
                  <a:pt x="514350" y="1401880"/>
                </a:lnTo>
                <a:lnTo>
                  <a:pt x="514350" y="1427436"/>
                </a:lnTo>
                <a:lnTo>
                  <a:pt x="514350" y="1452982"/>
                </a:lnTo>
                <a:lnTo>
                  <a:pt x="514350" y="1478528"/>
                </a:lnTo>
                <a:lnTo>
                  <a:pt x="514350" y="1504083"/>
                </a:lnTo>
                <a:lnTo>
                  <a:pt x="514350" y="1529629"/>
                </a:lnTo>
                <a:lnTo>
                  <a:pt x="514350" y="1555185"/>
                </a:lnTo>
                <a:lnTo>
                  <a:pt x="514350" y="1580731"/>
                </a:lnTo>
                <a:lnTo>
                  <a:pt x="514350" y="1606277"/>
                </a:lnTo>
                <a:lnTo>
                  <a:pt x="514350" y="1631833"/>
                </a:lnTo>
                <a:lnTo>
                  <a:pt x="514350" y="1657379"/>
                </a:lnTo>
                <a:lnTo>
                  <a:pt x="514350" y="1682934"/>
                </a:lnTo>
                <a:lnTo>
                  <a:pt x="514350" y="1708480"/>
                </a:lnTo>
                <a:lnTo>
                  <a:pt x="514350" y="1734026"/>
                </a:lnTo>
                <a:lnTo>
                  <a:pt x="514350" y="1759582"/>
                </a:lnTo>
                <a:lnTo>
                  <a:pt x="514350" y="1785128"/>
                </a:lnTo>
                <a:lnTo>
                  <a:pt x="514350" y="1810683"/>
                </a:lnTo>
                <a:lnTo>
                  <a:pt x="514350" y="1836230"/>
                </a:lnTo>
                <a:lnTo>
                  <a:pt x="514350" y="1861776"/>
                </a:lnTo>
                <a:lnTo>
                  <a:pt x="514350" y="1887331"/>
                </a:lnTo>
                <a:lnTo>
                  <a:pt x="514350" y="1912877"/>
                </a:lnTo>
                <a:lnTo>
                  <a:pt x="514350" y="1938433"/>
                </a:lnTo>
                <a:lnTo>
                  <a:pt x="514350" y="1963979"/>
                </a:lnTo>
                <a:lnTo>
                  <a:pt x="514350" y="1989525"/>
                </a:lnTo>
                <a:lnTo>
                  <a:pt x="514350" y="2015080"/>
                </a:lnTo>
                <a:lnTo>
                  <a:pt x="514350" y="2040626"/>
                </a:lnTo>
                <a:lnTo>
                  <a:pt x="514350" y="2066173"/>
                </a:lnTo>
                <a:lnTo>
                  <a:pt x="514350" y="2091728"/>
                </a:lnTo>
                <a:lnTo>
                  <a:pt x="514350" y="2117274"/>
                </a:lnTo>
                <a:lnTo>
                  <a:pt x="514350" y="2142830"/>
                </a:lnTo>
                <a:lnTo>
                  <a:pt x="514350" y="2168376"/>
                </a:lnTo>
                <a:lnTo>
                  <a:pt x="514350" y="2193922"/>
                </a:lnTo>
                <a:lnTo>
                  <a:pt x="514350" y="2219477"/>
                </a:lnTo>
                <a:lnTo>
                  <a:pt x="514350" y="2245023"/>
                </a:lnTo>
                <a:lnTo>
                  <a:pt x="514350" y="2270579"/>
                </a:lnTo>
                <a:lnTo>
                  <a:pt x="514350" y="2296125"/>
                </a:lnTo>
                <a:lnTo>
                  <a:pt x="514350" y="2321671"/>
                </a:lnTo>
                <a:lnTo>
                  <a:pt x="514350" y="2347227"/>
                </a:lnTo>
                <a:lnTo>
                  <a:pt x="514350" y="2372773"/>
                </a:lnTo>
                <a:lnTo>
                  <a:pt x="514350" y="2398328"/>
                </a:lnTo>
                <a:lnTo>
                  <a:pt x="514350" y="2423874"/>
                </a:lnTo>
                <a:lnTo>
                  <a:pt x="514350" y="2449420"/>
                </a:lnTo>
                <a:lnTo>
                  <a:pt x="514350" y="2474976"/>
                </a:lnTo>
                <a:lnTo>
                  <a:pt x="514350" y="2500522"/>
                </a:lnTo>
                <a:lnTo>
                  <a:pt x="504320" y="2520172"/>
                </a:lnTo>
                <a:lnTo>
                  <a:pt x="481984" y="2532583"/>
                </a:lnTo>
                <a:lnTo>
                  <a:pt x="459648" y="2544985"/>
                </a:lnTo>
                <a:lnTo>
                  <a:pt x="437321" y="2557396"/>
                </a:lnTo>
                <a:lnTo>
                  <a:pt x="414985" y="2569807"/>
                </a:lnTo>
                <a:lnTo>
                  <a:pt x="392649" y="2582208"/>
                </a:lnTo>
                <a:lnTo>
                  <a:pt x="370313" y="2594620"/>
                </a:lnTo>
                <a:lnTo>
                  <a:pt x="347977" y="2607031"/>
                </a:lnTo>
                <a:lnTo>
                  <a:pt x="325641" y="2619432"/>
                </a:lnTo>
                <a:lnTo>
                  <a:pt x="303314" y="2631843"/>
                </a:lnTo>
                <a:lnTo>
                  <a:pt x="280978" y="2644254"/>
                </a:lnTo>
                <a:lnTo>
                  <a:pt x="258642" y="2656656"/>
                </a:lnTo>
                <a:lnTo>
                  <a:pt x="236306" y="2645883"/>
                </a:lnTo>
                <a:lnTo>
                  <a:pt x="213970" y="2633472"/>
                </a:lnTo>
                <a:lnTo>
                  <a:pt x="191633" y="2621061"/>
                </a:lnTo>
                <a:lnTo>
                  <a:pt x="169307" y="2608659"/>
                </a:lnTo>
                <a:lnTo>
                  <a:pt x="146971" y="2596248"/>
                </a:lnTo>
                <a:lnTo>
                  <a:pt x="124635" y="2583837"/>
                </a:lnTo>
                <a:lnTo>
                  <a:pt x="102299" y="2571436"/>
                </a:lnTo>
                <a:lnTo>
                  <a:pt x="79962" y="2559025"/>
                </a:lnTo>
                <a:lnTo>
                  <a:pt x="57626" y="2546614"/>
                </a:lnTo>
                <a:lnTo>
                  <a:pt x="35300" y="2534212"/>
                </a:lnTo>
                <a:lnTo>
                  <a:pt x="12964" y="2521801"/>
                </a:lnTo>
                <a:lnTo>
                  <a:pt x="0" y="2503875"/>
                </a:lnTo>
                <a:lnTo>
                  <a:pt x="0" y="2478329"/>
                </a:lnTo>
                <a:lnTo>
                  <a:pt x="0" y="2452783"/>
                </a:lnTo>
                <a:lnTo>
                  <a:pt x="0" y="2427227"/>
                </a:lnTo>
                <a:lnTo>
                  <a:pt x="0" y="2401681"/>
                </a:lnTo>
                <a:lnTo>
                  <a:pt x="0" y="2376126"/>
                </a:lnTo>
                <a:lnTo>
                  <a:pt x="0" y="2350580"/>
                </a:lnTo>
                <a:lnTo>
                  <a:pt x="0" y="2325033"/>
                </a:lnTo>
                <a:lnTo>
                  <a:pt x="0" y="2299478"/>
                </a:lnTo>
                <a:lnTo>
                  <a:pt x="0" y="2273932"/>
                </a:lnTo>
                <a:lnTo>
                  <a:pt x="0" y="2248376"/>
                </a:lnTo>
                <a:lnTo>
                  <a:pt x="0" y="2222830"/>
                </a:lnTo>
                <a:lnTo>
                  <a:pt x="0" y="2197284"/>
                </a:lnTo>
                <a:lnTo>
                  <a:pt x="0" y="2171729"/>
                </a:lnTo>
                <a:lnTo>
                  <a:pt x="0" y="2146183"/>
                </a:lnTo>
                <a:lnTo>
                  <a:pt x="0" y="2120627"/>
                </a:lnTo>
                <a:lnTo>
                  <a:pt x="0" y="2095081"/>
                </a:lnTo>
                <a:lnTo>
                  <a:pt x="0" y="2069535"/>
                </a:lnTo>
                <a:lnTo>
                  <a:pt x="0" y="2043979"/>
                </a:lnTo>
                <a:lnTo>
                  <a:pt x="0" y="2018433"/>
                </a:lnTo>
                <a:lnTo>
                  <a:pt x="0" y="1992887"/>
                </a:lnTo>
                <a:lnTo>
                  <a:pt x="0" y="1967332"/>
                </a:lnTo>
                <a:lnTo>
                  <a:pt x="0" y="1941786"/>
                </a:lnTo>
                <a:lnTo>
                  <a:pt x="0" y="1916230"/>
                </a:lnTo>
                <a:lnTo>
                  <a:pt x="0" y="1890684"/>
                </a:lnTo>
                <a:lnTo>
                  <a:pt x="0" y="1865138"/>
                </a:lnTo>
                <a:lnTo>
                  <a:pt x="0" y="1839582"/>
                </a:lnTo>
                <a:lnTo>
                  <a:pt x="0" y="1814036"/>
                </a:lnTo>
                <a:lnTo>
                  <a:pt x="0" y="1788481"/>
                </a:lnTo>
                <a:lnTo>
                  <a:pt x="0" y="1762935"/>
                </a:lnTo>
                <a:lnTo>
                  <a:pt x="0" y="1737389"/>
                </a:lnTo>
                <a:lnTo>
                  <a:pt x="0" y="1711833"/>
                </a:lnTo>
                <a:lnTo>
                  <a:pt x="0" y="1686287"/>
                </a:lnTo>
                <a:lnTo>
                  <a:pt x="0" y="1660731"/>
                </a:lnTo>
                <a:lnTo>
                  <a:pt x="0" y="1635185"/>
                </a:lnTo>
                <a:lnTo>
                  <a:pt x="0" y="1609639"/>
                </a:lnTo>
                <a:lnTo>
                  <a:pt x="0" y="1584084"/>
                </a:lnTo>
                <a:lnTo>
                  <a:pt x="0" y="1558538"/>
                </a:lnTo>
                <a:lnTo>
                  <a:pt x="0" y="1532982"/>
                </a:lnTo>
                <a:lnTo>
                  <a:pt x="0" y="1507436"/>
                </a:lnTo>
                <a:lnTo>
                  <a:pt x="0" y="1481890"/>
                </a:lnTo>
                <a:lnTo>
                  <a:pt x="0" y="1456334"/>
                </a:lnTo>
                <a:lnTo>
                  <a:pt x="0" y="1430788"/>
                </a:lnTo>
                <a:lnTo>
                  <a:pt x="0" y="1405233"/>
                </a:lnTo>
                <a:lnTo>
                  <a:pt x="0" y="1379687"/>
                </a:lnTo>
                <a:lnTo>
                  <a:pt x="0" y="1354141"/>
                </a:lnTo>
                <a:lnTo>
                  <a:pt x="0" y="1328585"/>
                </a:lnTo>
                <a:lnTo>
                  <a:pt x="0" y="1303039"/>
                </a:lnTo>
                <a:lnTo>
                  <a:pt x="0" y="1277493"/>
                </a:lnTo>
                <a:lnTo>
                  <a:pt x="0" y="1251937"/>
                </a:lnTo>
                <a:lnTo>
                  <a:pt x="0" y="1226391"/>
                </a:lnTo>
                <a:lnTo>
                  <a:pt x="0" y="1200836"/>
                </a:lnTo>
                <a:lnTo>
                  <a:pt x="0" y="1175290"/>
                </a:lnTo>
                <a:lnTo>
                  <a:pt x="0" y="1149744"/>
                </a:lnTo>
                <a:lnTo>
                  <a:pt x="0" y="1124188"/>
                </a:lnTo>
                <a:lnTo>
                  <a:pt x="0" y="1098642"/>
                </a:lnTo>
                <a:lnTo>
                  <a:pt x="0" y="1073087"/>
                </a:lnTo>
                <a:lnTo>
                  <a:pt x="0" y="1047540"/>
                </a:lnTo>
                <a:lnTo>
                  <a:pt x="0" y="1021994"/>
                </a:lnTo>
                <a:lnTo>
                  <a:pt x="0" y="996439"/>
                </a:lnTo>
                <a:lnTo>
                  <a:pt x="0" y="970893"/>
                </a:lnTo>
                <a:lnTo>
                  <a:pt x="0" y="945337"/>
                </a:lnTo>
                <a:lnTo>
                  <a:pt x="0" y="919791"/>
                </a:lnTo>
                <a:lnTo>
                  <a:pt x="0" y="894245"/>
                </a:lnTo>
                <a:lnTo>
                  <a:pt x="0" y="868690"/>
                </a:lnTo>
                <a:lnTo>
                  <a:pt x="0" y="843143"/>
                </a:lnTo>
                <a:lnTo>
                  <a:pt x="0" y="817588"/>
                </a:lnTo>
                <a:lnTo>
                  <a:pt x="0" y="792042"/>
                </a:lnTo>
                <a:lnTo>
                  <a:pt x="0" y="766496"/>
                </a:lnTo>
                <a:lnTo>
                  <a:pt x="0" y="740940"/>
                </a:lnTo>
                <a:lnTo>
                  <a:pt x="0" y="715394"/>
                </a:lnTo>
                <a:lnTo>
                  <a:pt x="0" y="689848"/>
                </a:lnTo>
                <a:lnTo>
                  <a:pt x="0" y="664293"/>
                </a:lnTo>
                <a:lnTo>
                  <a:pt x="0" y="638747"/>
                </a:lnTo>
                <a:lnTo>
                  <a:pt x="0" y="613191"/>
                </a:lnTo>
                <a:lnTo>
                  <a:pt x="0" y="587645"/>
                </a:lnTo>
                <a:lnTo>
                  <a:pt x="0" y="562099"/>
                </a:lnTo>
                <a:lnTo>
                  <a:pt x="0" y="536543"/>
                </a:lnTo>
                <a:lnTo>
                  <a:pt x="0" y="510997"/>
                </a:lnTo>
                <a:lnTo>
                  <a:pt x="0" y="485442"/>
                </a:lnTo>
                <a:lnTo>
                  <a:pt x="0" y="459896"/>
                </a:lnTo>
                <a:lnTo>
                  <a:pt x="0" y="434350"/>
                </a:lnTo>
                <a:lnTo>
                  <a:pt x="0" y="408794"/>
                </a:lnTo>
                <a:lnTo>
                  <a:pt x="0" y="383248"/>
                </a:lnTo>
                <a:lnTo>
                  <a:pt x="0" y="357692"/>
                </a:lnTo>
                <a:lnTo>
                  <a:pt x="0" y="332146"/>
                </a:lnTo>
                <a:lnTo>
                  <a:pt x="0" y="306600"/>
                </a:lnTo>
                <a:lnTo>
                  <a:pt x="0" y="281045"/>
                </a:lnTo>
                <a:lnTo>
                  <a:pt x="0" y="255499"/>
                </a:lnTo>
                <a:lnTo>
                  <a:pt x="0" y="229953"/>
                </a:lnTo>
                <a:lnTo>
                  <a:pt x="0" y="204397"/>
                </a:lnTo>
                <a:lnTo>
                  <a:pt x="0" y="178851"/>
                </a:lnTo>
                <a:lnTo>
                  <a:pt x="0" y="153295"/>
                </a:lnTo>
                <a:lnTo>
                  <a:pt x="0" y="127749"/>
                </a:lnTo>
                <a:lnTo>
                  <a:pt x="0" y="102203"/>
                </a:lnTo>
                <a:lnTo>
                  <a:pt x="0" y="76648"/>
                </a:lnTo>
                <a:lnTo>
                  <a:pt x="0" y="51102"/>
                </a:lnTo>
                <a:lnTo>
                  <a:pt x="0" y="25546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4" name="phase-title-0">
            <a:extLst xmlns:a="http://schemas.openxmlformats.org/drawingml/2006/main">
              <a:ext uri="{FF2B5EF4-FFF2-40B4-BE49-F238E27FC236}">
                <a16:creationId xmlns:a16="http://schemas.microsoft.com/office/drawing/2014/main" id="{6253F13E-4ECF-4DE8-9D7A-5B8806DD2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2496293"/>
            <a:ext cx="1428750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获取与识别</a:t>
            </a:r>
          </a:p>
        </p:txBody>
      </p:sp>
      <p:sp>
        <p:nvSpPr>
          <p:cNvPr id="5" name="phase-body-0">
            <a:extLst xmlns:a="http://schemas.openxmlformats.org/drawingml/2006/main">
              <a:ext uri="{FF2B5EF4-FFF2-40B4-BE49-F238E27FC236}">
                <a16:creationId xmlns:a16="http://schemas.microsoft.com/office/drawing/2014/main" id="{5EF78388-5B94-4416-94E6-77544F31B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2850509"/>
            <a:ext cx="1428750" cy="587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让目标对象进</a:t>
            </a:r>
          </a:p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入并形成意向</a:t>
            </a:r>
          </a:p>
        </p:txBody>
      </p:sp>
      <p:sp>
        <p:nvSpPr>
          <p:cNvPr id="6" name="action-icon-shell-0-0">
            <a:extLst xmlns:a="http://schemas.openxmlformats.org/drawingml/2006/main">
              <a:ext uri="{FF2B5EF4-FFF2-40B4-BE49-F238E27FC236}">
                <a16:creationId xmlns:a16="http://schemas.microsoft.com/office/drawing/2014/main" id="{19972F88-BBD7-465A-9F70-D38E69693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2490788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7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e95a2e48e144e13">
            <a:extLst>
              <a:ext uri="{96DAC541-7B7A-43D3-8B79-37D633B846F1}">
                <asvg:svgBlip xmlns:asvg="http://schemas.microsoft.com/office/drawing/2016/SVG/main" r:embed="Rfec90134063a48f7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2566988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8" name="action-title-0-0">
            <a:extLst xmlns:a="http://schemas.openxmlformats.org/drawingml/2006/main">
              <a:ext uri="{FF2B5EF4-FFF2-40B4-BE49-F238E27FC236}">
                <a16:creationId xmlns:a16="http://schemas.microsoft.com/office/drawing/2014/main" id="{84EBD2AB-5C12-4499-92C2-B500CD030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429770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标签体系</a:t>
            </a:r>
          </a:p>
        </p:txBody>
      </p:sp>
      <p:sp>
        <p:nvSpPr>
          <p:cNvPr id="9" name="action-body-0-0">
            <a:extLst xmlns:a="http://schemas.openxmlformats.org/drawingml/2006/main">
              <a:ext uri="{FF2B5EF4-FFF2-40B4-BE49-F238E27FC236}">
                <a16:creationId xmlns:a16="http://schemas.microsoft.com/office/drawing/2014/main" id="{DF47B768-1798-4399-8086-DD24F30C6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658370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形成可识别对象</a:t>
            </a:r>
          </a:p>
        </p:txBody>
      </p:sp>
      <p:sp>
        <p:nvSpPr>
          <p:cNvPr id="10" name="action-icon-shell-0-1">
            <a:extLst xmlns:a="http://schemas.openxmlformats.org/drawingml/2006/main">
              <a:ext uri="{FF2B5EF4-FFF2-40B4-BE49-F238E27FC236}">
                <a16:creationId xmlns:a16="http://schemas.microsoft.com/office/drawing/2014/main" id="{DD23894C-F31A-4784-B096-A3C9727FF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2490788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7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1966a6ec9cb43b3">
            <a:extLst>
              <a:ext uri="{96DAC541-7B7A-43D3-8B79-37D633B846F1}">
                <asvg:svgBlip xmlns:asvg="http://schemas.microsoft.com/office/drawing/2016/SVG/main" r:embed="R3235bffb62364f93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2566988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12" name="action-title-0-1">
            <a:extLst xmlns:a="http://schemas.openxmlformats.org/drawingml/2006/main">
              <a:ext uri="{FF2B5EF4-FFF2-40B4-BE49-F238E27FC236}">
                <a16:creationId xmlns:a16="http://schemas.microsoft.com/office/drawing/2014/main" id="{A6010A5D-C5C3-4E54-933B-BA860F8DF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429770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渠道连接</a:t>
            </a:r>
          </a:p>
        </p:txBody>
      </p:sp>
      <p:sp>
        <p:nvSpPr>
          <p:cNvPr id="13" name="action-body-0-1">
            <a:extLst xmlns:a="http://schemas.openxmlformats.org/drawingml/2006/main">
              <a:ext uri="{FF2B5EF4-FFF2-40B4-BE49-F238E27FC236}">
                <a16:creationId xmlns:a16="http://schemas.microsoft.com/office/drawing/2014/main" id="{E4F034F4-3FB5-486A-AA1A-DCB934C62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658370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连接主要触点</a:t>
            </a:r>
          </a:p>
        </p:txBody>
      </p:sp>
      <p:sp>
        <p:nvSpPr>
          <p:cNvPr id="14" name="action-icon-shell-0-2">
            <a:extLst xmlns:a="http://schemas.openxmlformats.org/drawingml/2006/main">
              <a:ext uri="{FF2B5EF4-FFF2-40B4-BE49-F238E27FC236}">
                <a16:creationId xmlns:a16="http://schemas.microsoft.com/office/drawing/2014/main" id="{86E20801-2210-4DB7-9802-87788C474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3100388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8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b3cf5f2a27541bb">
            <a:extLst>
              <a:ext uri="{96DAC541-7B7A-43D3-8B79-37D633B846F1}">
                <asvg:svgBlip xmlns:asvg="http://schemas.microsoft.com/office/drawing/2016/SVG/main" r:embed="Re3a04593390142d3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3176588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16" name="action-title-0-2">
            <a:extLst xmlns:a="http://schemas.openxmlformats.org/drawingml/2006/main">
              <a:ext uri="{FF2B5EF4-FFF2-40B4-BE49-F238E27FC236}">
                <a16:creationId xmlns:a16="http://schemas.microsoft.com/office/drawing/2014/main" id="{3AB085E5-CA50-46A4-9F78-8F5E82368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3039370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内容优化</a:t>
            </a:r>
          </a:p>
        </p:txBody>
      </p:sp>
      <p:sp>
        <p:nvSpPr>
          <p:cNvPr id="17" name="action-body-0-2">
            <a:extLst xmlns:a="http://schemas.openxmlformats.org/drawingml/2006/main">
              <a:ext uri="{FF2B5EF4-FFF2-40B4-BE49-F238E27FC236}">
                <a16:creationId xmlns:a16="http://schemas.microsoft.com/office/drawing/2014/main" id="{8FD1BF7C-C67A-4B2C-8951-54998E1E7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3267970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提高触达质量</a:t>
            </a:r>
          </a:p>
        </p:txBody>
      </p:sp>
      <p:sp>
        <p:nvSpPr>
          <p:cNvPr id="18" name="action-icon-shell-0-3">
            <a:extLst xmlns:a="http://schemas.openxmlformats.org/drawingml/2006/main">
              <a:ext uri="{FF2B5EF4-FFF2-40B4-BE49-F238E27FC236}">
                <a16:creationId xmlns:a16="http://schemas.microsoft.com/office/drawing/2014/main" id="{5190B701-D2EE-4BEB-BEB8-1552595A4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3100388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8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89fe59cfc9443c7">
            <a:extLst>
              <a:ext uri="{96DAC541-7B7A-43D3-8B79-37D633B846F1}">
                <asvg:svgBlip xmlns:asvg="http://schemas.microsoft.com/office/drawing/2016/SVG/main" r:embed="R6177b6d02aa54aee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3176588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20" name="action-title-0-3">
            <a:extLst xmlns:a="http://schemas.openxmlformats.org/drawingml/2006/main">
              <a:ext uri="{FF2B5EF4-FFF2-40B4-BE49-F238E27FC236}">
                <a16:creationId xmlns:a16="http://schemas.microsoft.com/office/drawing/2014/main" id="{B9F138FC-A730-43B5-A511-224CDA487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3039370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行为追踪</a:t>
            </a:r>
          </a:p>
        </p:txBody>
      </p:sp>
      <p:sp>
        <p:nvSpPr>
          <p:cNvPr id="21" name="action-body-0-3">
            <a:extLst xmlns:a="http://schemas.openxmlformats.org/drawingml/2006/main">
              <a:ext uri="{FF2B5EF4-FFF2-40B4-BE49-F238E27FC236}">
                <a16:creationId xmlns:a16="http://schemas.microsoft.com/office/drawing/2014/main" id="{A6550D28-059E-4A04-8B9D-446CD08128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3267970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记录关键反馈</a:t>
            </a:r>
          </a:p>
        </p:txBody>
      </p:sp>
      <p:sp>
        <p:nvSpPr>
          <p:cNvPr id="22" name="phase-rail-1">
            <a:extLst xmlns:a="http://schemas.openxmlformats.org/drawingml/2006/main">
              <a:ext uri="{FF2B5EF4-FFF2-40B4-BE49-F238E27FC236}">
                <a16:creationId xmlns:a16="http://schemas.microsoft.com/office/drawing/2014/main" id="{1F500F46-8879-4509-841D-6D27CC721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4295775"/>
            <a:ext cx="514350" cy="1914134"/>
          </a:xfrm>
          <a:custGeom xmlns:a="http://schemas.openxmlformats.org/drawingml/2006/main">
            <a:pathLst>
              <a:path w="514350" h="1914134">
                <a:moveTo>
                  <a:pt x="0" y="0"/>
                </a:moveTo>
                <a:lnTo>
                  <a:pt x="17193" y="9554"/>
                </a:lnTo>
                <a:lnTo>
                  <a:pt x="34385" y="19098"/>
                </a:lnTo>
                <a:lnTo>
                  <a:pt x="51578" y="28651"/>
                </a:lnTo>
                <a:lnTo>
                  <a:pt x="68771" y="38205"/>
                </a:lnTo>
                <a:lnTo>
                  <a:pt x="85963" y="47758"/>
                </a:lnTo>
                <a:lnTo>
                  <a:pt x="103156" y="57302"/>
                </a:lnTo>
                <a:lnTo>
                  <a:pt x="120348" y="66856"/>
                </a:lnTo>
                <a:lnTo>
                  <a:pt x="137541" y="76410"/>
                </a:lnTo>
                <a:lnTo>
                  <a:pt x="154724" y="85963"/>
                </a:lnTo>
                <a:lnTo>
                  <a:pt x="171917" y="95507"/>
                </a:lnTo>
                <a:lnTo>
                  <a:pt x="189109" y="105061"/>
                </a:lnTo>
                <a:lnTo>
                  <a:pt x="206302" y="114614"/>
                </a:lnTo>
                <a:lnTo>
                  <a:pt x="223495" y="124168"/>
                </a:lnTo>
                <a:lnTo>
                  <a:pt x="240687" y="133712"/>
                </a:lnTo>
                <a:lnTo>
                  <a:pt x="257880" y="142484"/>
                </a:lnTo>
                <a:lnTo>
                  <a:pt x="275072" y="132931"/>
                </a:lnTo>
                <a:lnTo>
                  <a:pt x="292265" y="123377"/>
                </a:lnTo>
                <a:lnTo>
                  <a:pt x="309458" y="113833"/>
                </a:lnTo>
                <a:lnTo>
                  <a:pt x="326650" y="104280"/>
                </a:lnTo>
                <a:lnTo>
                  <a:pt x="343843" y="94726"/>
                </a:lnTo>
                <a:lnTo>
                  <a:pt x="361036" y="85173"/>
                </a:lnTo>
                <a:lnTo>
                  <a:pt x="378228" y="75629"/>
                </a:lnTo>
                <a:lnTo>
                  <a:pt x="395421" y="66075"/>
                </a:lnTo>
                <a:lnTo>
                  <a:pt x="412613" y="56521"/>
                </a:lnTo>
                <a:lnTo>
                  <a:pt x="429806" y="46968"/>
                </a:lnTo>
                <a:lnTo>
                  <a:pt x="446999" y="37424"/>
                </a:lnTo>
                <a:lnTo>
                  <a:pt x="464182" y="27870"/>
                </a:lnTo>
                <a:lnTo>
                  <a:pt x="481374" y="18317"/>
                </a:lnTo>
                <a:lnTo>
                  <a:pt x="498567" y="8763"/>
                </a:lnTo>
                <a:lnTo>
                  <a:pt x="514350" y="1619"/>
                </a:lnTo>
                <a:lnTo>
                  <a:pt x="514350" y="21279"/>
                </a:lnTo>
                <a:lnTo>
                  <a:pt x="514350" y="40948"/>
                </a:lnTo>
                <a:lnTo>
                  <a:pt x="514350" y="60617"/>
                </a:lnTo>
                <a:lnTo>
                  <a:pt x="514350" y="80286"/>
                </a:lnTo>
                <a:lnTo>
                  <a:pt x="514350" y="99955"/>
                </a:lnTo>
                <a:lnTo>
                  <a:pt x="514350" y="119615"/>
                </a:lnTo>
                <a:lnTo>
                  <a:pt x="514350" y="139284"/>
                </a:lnTo>
                <a:lnTo>
                  <a:pt x="514350" y="158953"/>
                </a:lnTo>
                <a:lnTo>
                  <a:pt x="514350" y="178622"/>
                </a:lnTo>
                <a:lnTo>
                  <a:pt x="514350" y="198282"/>
                </a:lnTo>
                <a:lnTo>
                  <a:pt x="514350" y="217951"/>
                </a:lnTo>
                <a:lnTo>
                  <a:pt x="514350" y="237620"/>
                </a:lnTo>
                <a:lnTo>
                  <a:pt x="514350" y="257289"/>
                </a:lnTo>
                <a:lnTo>
                  <a:pt x="514350" y="276958"/>
                </a:lnTo>
                <a:lnTo>
                  <a:pt x="514350" y="296618"/>
                </a:lnTo>
                <a:lnTo>
                  <a:pt x="514350" y="316287"/>
                </a:lnTo>
                <a:lnTo>
                  <a:pt x="514350" y="335956"/>
                </a:lnTo>
                <a:lnTo>
                  <a:pt x="514350" y="355625"/>
                </a:lnTo>
                <a:lnTo>
                  <a:pt x="514350" y="375295"/>
                </a:lnTo>
                <a:lnTo>
                  <a:pt x="514350" y="394954"/>
                </a:lnTo>
                <a:lnTo>
                  <a:pt x="514350" y="414623"/>
                </a:lnTo>
                <a:lnTo>
                  <a:pt x="514350" y="434292"/>
                </a:lnTo>
                <a:lnTo>
                  <a:pt x="514350" y="453961"/>
                </a:lnTo>
                <a:lnTo>
                  <a:pt x="514350" y="473621"/>
                </a:lnTo>
                <a:lnTo>
                  <a:pt x="514350" y="493290"/>
                </a:lnTo>
                <a:lnTo>
                  <a:pt x="514350" y="512959"/>
                </a:lnTo>
                <a:lnTo>
                  <a:pt x="514350" y="532628"/>
                </a:lnTo>
                <a:lnTo>
                  <a:pt x="514350" y="552298"/>
                </a:lnTo>
                <a:lnTo>
                  <a:pt x="514350" y="571957"/>
                </a:lnTo>
                <a:lnTo>
                  <a:pt x="514350" y="591626"/>
                </a:lnTo>
                <a:lnTo>
                  <a:pt x="514350" y="611295"/>
                </a:lnTo>
                <a:lnTo>
                  <a:pt x="514350" y="630965"/>
                </a:lnTo>
                <a:lnTo>
                  <a:pt x="514350" y="650624"/>
                </a:lnTo>
                <a:lnTo>
                  <a:pt x="514350" y="670293"/>
                </a:lnTo>
                <a:lnTo>
                  <a:pt x="514350" y="689962"/>
                </a:lnTo>
                <a:lnTo>
                  <a:pt x="514350" y="709632"/>
                </a:lnTo>
                <a:lnTo>
                  <a:pt x="514350" y="729301"/>
                </a:lnTo>
                <a:lnTo>
                  <a:pt x="514350" y="748960"/>
                </a:lnTo>
                <a:lnTo>
                  <a:pt x="514350" y="768629"/>
                </a:lnTo>
                <a:lnTo>
                  <a:pt x="514350" y="788299"/>
                </a:lnTo>
                <a:lnTo>
                  <a:pt x="514350" y="807968"/>
                </a:lnTo>
                <a:lnTo>
                  <a:pt x="514350" y="827637"/>
                </a:lnTo>
                <a:lnTo>
                  <a:pt x="514350" y="847296"/>
                </a:lnTo>
                <a:lnTo>
                  <a:pt x="514350" y="866966"/>
                </a:lnTo>
                <a:lnTo>
                  <a:pt x="514350" y="886635"/>
                </a:lnTo>
                <a:lnTo>
                  <a:pt x="514350" y="906304"/>
                </a:lnTo>
                <a:lnTo>
                  <a:pt x="514350" y="925963"/>
                </a:lnTo>
                <a:lnTo>
                  <a:pt x="514350" y="945632"/>
                </a:lnTo>
                <a:lnTo>
                  <a:pt x="514350" y="965302"/>
                </a:lnTo>
                <a:lnTo>
                  <a:pt x="514350" y="984971"/>
                </a:lnTo>
                <a:lnTo>
                  <a:pt x="514350" y="1004640"/>
                </a:lnTo>
                <a:lnTo>
                  <a:pt x="514350" y="1024299"/>
                </a:lnTo>
                <a:lnTo>
                  <a:pt x="514350" y="1043969"/>
                </a:lnTo>
                <a:lnTo>
                  <a:pt x="514350" y="1063638"/>
                </a:lnTo>
                <a:lnTo>
                  <a:pt x="514350" y="1083307"/>
                </a:lnTo>
                <a:lnTo>
                  <a:pt x="514350" y="1102966"/>
                </a:lnTo>
                <a:lnTo>
                  <a:pt x="514350" y="1122636"/>
                </a:lnTo>
                <a:lnTo>
                  <a:pt x="514350" y="1142305"/>
                </a:lnTo>
                <a:lnTo>
                  <a:pt x="514350" y="1161974"/>
                </a:lnTo>
                <a:lnTo>
                  <a:pt x="514350" y="1181643"/>
                </a:lnTo>
                <a:lnTo>
                  <a:pt x="514350" y="1201303"/>
                </a:lnTo>
                <a:lnTo>
                  <a:pt x="514350" y="1220972"/>
                </a:lnTo>
                <a:lnTo>
                  <a:pt x="514350" y="1240641"/>
                </a:lnTo>
                <a:lnTo>
                  <a:pt x="514350" y="1260310"/>
                </a:lnTo>
                <a:lnTo>
                  <a:pt x="514350" y="1279970"/>
                </a:lnTo>
                <a:lnTo>
                  <a:pt x="514350" y="1299639"/>
                </a:lnTo>
                <a:lnTo>
                  <a:pt x="514350" y="1319308"/>
                </a:lnTo>
                <a:lnTo>
                  <a:pt x="514350" y="1338977"/>
                </a:lnTo>
                <a:lnTo>
                  <a:pt x="514350" y="1358646"/>
                </a:lnTo>
                <a:lnTo>
                  <a:pt x="514350" y="1378306"/>
                </a:lnTo>
                <a:lnTo>
                  <a:pt x="514350" y="1397975"/>
                </a:lnTo>
                <a:lnTo>
                  <a:pt x="514350" y="1417644"/>
                </a:lnTo>
                <a:lnTo>
                  <a:pt x="514350" y="1437313"/>
                </a:lnTo>
                <a:lnTo>
                  <a:pt x="514350" y="1456982"/>
                </a:lnTo>
                <a:lnTo>
                  <a:pt x="514350" y="1476642"/>
                </a:lnTo>
                <a:lnTo>
                  <a:pt x="514350" y="1496311"/>
                </a:lnTo>
                <a:lnTo>
                  <a:pt x="514350" y="1515980"/>
                </a:lnTo>
                <a:lnTo>
                  <a:pt x="514350" y="1535649"/>
                </a:lnTo>
                <a:lnTo>
                  <a:pt x="514350" y="1555309"/>
                </a:lnTo>
                <a:lnTo>
                  <a:pt x="514350" y="1574978"/>
                </a:lnTo>
                <a:lnTo>
                  <a:pt x="514350" y="1594647"/>
                </a:lnTo>
                <a:lnTo>
                  <a:pt x="514350" y="1614316"/>
                </a:lnTo>
                <a:lnTo>
                  <a:pt x="514350" y="1633985"/>
                </a:lnTo>
                <a:lnTo>
                  <a:pt x="514350" y="1653645"/>
                </a:lnTo>
                <a:lnTo>
                  <a:pt x="514350" y="1673314"/>
                </a:lnTo>
                <a:lnTo>
                  <a:pt x="514350" y="1692983"/>
                </a:lnTo>
                <a:lnTo>
                  <a:pt x="514350" y="1712652"/>
                </a:lnTo>
                <a:lnTo>
                  <a:pt x="514350" y="1732312"/>
                </a:lnTo>
                <a:lnTo>
                  <a:pt x="514350" y="1751981"/>
                </a:lnTo>
                <a:lnTo>
                  <a:pt x="514350" y="1771650"/>
                </a:lnTo>
                <a:lnTo>
                  <a:pt x="497157" y="1781204"/>
                </a:lnTo>
                <a:lnTo>
                  <a:pt x="479965" y="1790748"/>
                </a:lnTo>
                <a:lnTo>
                  <a:pt x="462772" y="1800301"/>
                </a:lnTo>
                <a:lnTo>
                  <a:pt x="445580" y="1809855"/>
                </a:lnTo>
                <a:lnTo>
                  <a:pt x="428387" y="1819408"/>
                </a:lnTo>
                <a:lnTo>
                  <a:pt x="411194" y="1828952"/>
                </a:lnTo>
                <a:lnTo>
                  <a:pt x="394002" y="1838506"/>
                </a:lnTo>
                <a:lnTo>
                  <a:pt x="376809" y="1848060"/>
                </a:lnTo>
                <a:lnTo>
                  <a:pt x="359626" y="1857613"/>
                </a:lnTo>
                <a:lnTo>
                  <a:pt x="342433" y="1867157"/>
                </a:lnTo>
                <a:lnTo>
                  <a:pt x="325241" y="1876711"/>
                </a:lnTo>
                <a:lnTo>
                  <a:pt x="308048" y="1886264"/>
                </a:lnTo>
                <a:lnTo>
                  <a:pt x="290855" y="1895818"/>
                </a:lnTo>
                <a:lnTo>
                  <a:pt x="273663" y="1905362"/>
                </a:lnTo>
                <a:lnTo>
                  <a:pt x="256470" y="1914134"/>
                </a:lnTo>
                <a:lnTo>
                  <a:pt x="239278" y="1904581"/>
                </a:lnTo>
                <a:lnTo>
                  <a:pt x="222085" y="1895027"/>
                </a:lnTo>
                <a:lnTo>
                  <a:pt x="204892" y="1885483"/>
                </a:lnTo>
                <a:lnTo>
                  <a:pt x="187700" y="1875930"/>
                </a:lnTo>
                <a:lnTo>
                  <a:pt x="170507" y="1866376"/>
                </a:lnTo>
                <a:lnTo>
                  <a:pt x="153314" y="1856823"/>
                </a:lnTo>
                <a:lnTo>
                  <a:pt x="136122" y="1847279"/>
                </a:lnTo>
                <a:lnTo>
                  <a:pt x="118929" y="1837725"/>
                </a:lnTo>
                <a:lnTo>
                  <a:pt x="101737" y="1828171"/>
                </a:lnTo>
                <a:lnTo>
                  <a:pt x="84544" y="1818618"/>
                </a:lnTo>
                <a:lnTo>
                  <a:pt x="67351" y="1809074"/>
                </a:lnTo>
                <a:lnTo>
                  <a:pt x="50168" y="1799520"/>
                </a:lnTo>
                <a:lnTo>
                  <a:pt x="32976" y="1789967"/>
                </a:lnTo>
                <a:lnTo>
                  <a:pt x="15783" y="1780413"/>
                </a:lnTo>
                <a:lnTo>
                  <a:pt x="0" y="1770031"/>
                </a:lnTo>
                <a:lnTo>
                  <a:pt x="0" y="1750371"/>
                </a:lnTo>
                <a:lnTo>
                  <a:pt x="0" y="1730702"/>
                </a:lnTo>
                <a:lnTo>
                  <a:pt x="0" y="1711033"/>
                </a:lnTo>
                <a:lnTo>
                  <a:pt x="0" y="1691364"/>
                </a:lnTo>
                <a:lnTo>
                  <a:pt x="0" y="1671695"/>
                </a:lnTo>
                <a:lnTo>
                  <a:pt x="0" y="1652035"/>
                </a:lnTo>
                <a:lnTo>
                  <a:pt x="0" y="1632366"/>
                </a:lnTo>
                <a:lnTo>
                  <a:pt x="0" y="1612697"/>
                </a:lnTo>
                <a:lnTo>
                  <a:pt x="0" y="1593028"/>
                </a:lnTo>
                <a:lnTo>
                  <a:pt x="0" y="1573368"/>
                </a:lnTo>
                <a:lnTo>
                  <a:pt x="0" y="1553699"/>
                </a:lnTo>
                <a:lnTo>
                  <a:pt x="0" y="1534030"/>
                </a:lnTo>
                <a:lnTo>
                  <a:pt x="0" y="1514361"/>
                </a:lnTo>
                <a:lnTo>
                  <a:pt x="0" y="1494692"/>
                </a:lnTo>
                <a:lnTo>
                  <a:pt x="0" y="1475032"/>
                </a:lnTo>
                <a:lnTo>
                  <a:pt x="0" y="1455363"/>
                </a:lnTo>
                <a:lnTo>
                  <a:pt x="0" y="1435694"/>
                </a:lnTo>
                <a:lnTo>
                  <a:pt x="0" y="1416025"/>
                </a:lnTo>
                <a:lnTo>
                  <a:pt x="0" y="1396355"/>
                </a:lnTo>
                <a:lnTo>
                  <a:pt x="0" y="1376696"/>
                </a:lnTo>
                <a:lnTo>
                  <a:pt x="0" y="1357027"/>
                </a:lnTo>
                <a:lnTo>
                  <a:pt x="0" y="1337358"/>
                </a:lnTo>
                <a:lnTo>
                  <a:pt x="0" y="1317689"/>
                </a:lnTo>
                <a:lnTo>
                  <a:pt x="0" y="1298029"/>
                </a:lnTo>
                <a:lnTo>
                  <a:pt x="0" y="1278360"/>
                </a:lnTo>
                <a:lnTo>
                  <a:pt x="0" y="1258691"/>
                </a:lnTo>
                <a:lnTo>
                  <a:pt x="0" y="1239022"/>
                </a:lnTo>
                <a:lnTo>
                  <a:pt x="0" y="1219352"/>
                </a:lnTo>
                <a:lnTo>
                  <a:pt x="0" y="1199693"/>
                </a:lnTo>
                <a:lnTo>
                  <a:pt x="0" y="1180024"/>
                </a:lnTo>
                <a:lnTo>
                  <a:pt x="0" y="1160355"/>
                </a:lnTo>
                <a:lnTo>
                  <a:pt x="0" y="1140685"/>
                </a:lnTo>
                <a:lnTo>
                  <a:pt x="0" y="1121026"/>
                </a:lnTo>
                <a:lnTo>
                  <a:pt x="0" y="1101357"/>
                </a:lnTo>
                <a:lnTo>
                  <a:pt x="0" y="1081688"/>
                </a:lnTo>
                <a:lnTo>
                  <a:pt x="0" y="1062018"/>
                </a:lnTo>
                <a:lnTo>
                  <a:pt x="0" y="1042349"/>
                </a:lnTo>
                <a:lnTo>
                  <a:pt x="0" y="1022690"/>
                </a:lnTo>
                <a:lnTo>
                  <a:pt x="0" y="1003021"/>
                </a:lnTo>
                <a:lnTo>
                  <a:pt x="0" y="983351"/>
                </a:lnTo>
                <a:lnTo>
                  <a:pt x="0" y="963682"/>
                </a:lnTo>
                <a:lnTo>
                  <a:pt x="0" y="944023"/>
                </a:lnTo>
                <a:lnTo>
                  <a:pt x="0" y="924354"/>
                </a:lnTo>
                <a:lnTo>
                  <a:pt x="0" y="904685"/>
                </a:lnTo>
                <a:lnTo>
                  <a:pt x="0" y="885015"/>
                </a:lnTo>
                <a:lnTo>
                  <a:pt x="0" y="865346"/>
                </a:lnTo>
                <a:lnTo>
                  <a:pt x="0" y="845687"/>
                </a:lnTo>
                <a:lnTo>
                  <a:pt x="0" y="826018"/>
                </a:lnTo>
                <a:lnTo>
                  <a:pt x="0" y="806348"/>
                </a:lnTo>
                <a:lnTo>
                  <a:pt x="0" y="786679"/>
                </a:lnTo>
                <a:lnTo>
                  <a:pt x="0" y="767010"/>
                </a:lnTo>
                <a:lnTo>
                  <a:pt x="0" y="747351"/>
                </a:lnTo>
                <a:lnTo>
                  <a:pt x="0" y="727681"/>
                </a:lnTo>
                <a:lnTo>
                  <a:pt x="0" y="708012"/>
                </a:lnTo>
                <a:lnTo>
                  <a:pt x="0" y="688343"/>
                </a:lnTo>
                <a:lnTo>
                  <a:pt x="0" y="668684"/>
                </a:lnTo>
                <a:lnTo>
                  <a:pt x="0" y="649014"/>
                </a:lnTo>
                <a:lnTo>
                  <a:pt x="0" y="629345"/>
                </a:lnTo>
                <a:lnTo>
                  <a:pt x="0" y="609676"/>
                </a:lnTo>
                <a:lnTo>
                  <a:pt x="0" y="590007"/>
                </a:lnTo>
                <a:lnTo>
                  <a:pt x="0" y="570347"/>
                </a:lnTo>
                <a:lnTo>
                  <a:pt x="0" y="550678"/>
                </a:lnTo>
                <a:lnTo>
                  <a:pt x="0" y="531009"/>
                </a:lnTo>
                <a:lnTo>
                  <a:pt x="0" y="511340"/>
                </a:lnTo>
                <a:lnTo>
                  <a:pt x="0" y="491681"/>
                </a:lnTo>
                <a:lnTo>
                  <a:pt x="0" y="472011"/>
                </a:lnTo>
                <a:lnTo>
                  <a:pt x="0" y="452342"/>
                </a:lnTo>
                <a:lnTo>
                  <a:pt x="0" y="432673"/>
                </a:lnTo>
                <a:lnTo>
                  <a:pt x="0" y="413004"/>
                </a:lnTo>
                <a:lnTo>
                  <a:pt x="0" y="393344"/>
                </a:lnTo>
                <a:lnTo>
                  <a:pt x="0" y="373675"/>
                </a:lnTo>
                <a:lnTo>
                  <a:pt x="0" y="354006"/>
                </a:lnTo>
                <a:lnTo>
                  <a:pt x="0" y="334337"/>
                </a:lnTo>
                <a:lnTo>
                  <a:pt x="0" y="314668"/>
                </a:lnTo>
                <a:lnTo>
                  <a:pt x="0" y="295008"/>
                </a:lnTo>
                <a:lnTo>
                  <a:pt x="0" y="275339"/>
                </a:lnTo>
                <a:lnTo>
                  <a:pt x="0" y="255670"/>
                </a:lnTo>
                <a:lnTo>
                  <a:pt x="0" y="236001"/>
                </a:lnTo>
                <a:lnTo>
                  <a:pt x="0" y="216341"/>
                </a:lnTo>
                <a:lnTo>
                  <a:pt x="0" y="196672"/>
                </a:lnTo>
                <a:lnTo>
                  <a:pt x="0" y="177003"/>
                </a:lnTo>
                <a:lnTo>
                  <a:pt x="0" y="157334"/>
                </a:lnTo>
                <a:lnTo>
                  <a:pt x="0" y="137665"/>
                </a:lnTo>
                <a:lnTo>
                  <a:pt x="0" y="118005"/>
                </a:lnTo>
                <a:lnTo>
                  <a:pt x="0" y="98336"/>
                </a:lnTo>
                <a:lnTo>
                  <a:pt x="0" y="78667"/>
                </a:lnTo>
                <a:lnTo>
                  <a:pt x="0" y="58998"/>
                </a:lnTo>
                <a:lnTo>
                  <a:pt x="0" y="39338"/>
                </a:lnTo>
                <a:lnTo>
                  <a:pt x="0" y="19669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23" name="phase-title-1">
            <a:extLst xmlns:a="http://schemas.openxmlformats.org/drawingml/2006/main">
              <a:ext uri="{FF2B5EF4-FFF2-40B4-BE49-F238E27FC236}">
                <a16:creationId xmlns:a16="http://schemas.microsoft.com/office/drawing/2014/main" id="{FBDC36F4-3F56-4471-B0E4-819BA3F99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4782293"/>
            <a:ext cx="1428750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培育与转化</a:t>
            </a:r>
          </a:p>
        </p:txBody>
      </p:sp>
      <p:sp>
        <p:nvSpPr>
          <p:cNvPr id="24" name="phase-body-1">
            <a:extLst xmlns:a="http://schemas.openxmlformats.org/drawingml/2006/main">
              <a:ext uri="{FF2B5EF4-FFF2-40B4-BE49-F238E27FC236}">
                <a16:creationId xmlns:a16="http://schemas.microsoft.com/office/drawing/2014/main" id="{470E6BF5-B813-4F28-B86F-CF0DCBDB7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5136509"/>
            <a:ext cx="1428750" cy="587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让有效意向沉</a:t>
            </a:r>
          </a:p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淀为长期价值</a:t>
            </a:r>
          </a:p>
        </p:txBody>
      </p:sp>
      <p:sp>
        <p:nvSpPr>
          <p:cNvPr id="25" name="action-icon-shell-1-0">
            <a:extLst xmlns:a="http://schemas.openxmlformats.org/drawingml/2006/main">
              <a:ext uri="{FF2B5EF4-FFF2-40B4-BE49-F238E27FC236}">
                <a16:creationId xmlns:a16="http://schemas.microsoft.com/office/drawing/2014/main" id="{D04ABD7E-9058-4858-A980-5839AB7C8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5081588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9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d14e62118724d7a">
            <a:extLst>
              <a:ext uri="{96DAC541-7B7A-43D3-8B79-37D633B846F1}">
                <asvg:svgBlip xmlns:asvg="http://schemas.microsoft.com/office/drawing/2016/SVG/main" r:embed="R3c6ae8f989fb4374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5157788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27" name="action-title-1-0">
            <a:extLst xmlns:a="http://schemas.openxmlformats.org/drawingml/2006/main">
              <a:ext uri="{FF2B5EF4-FFF2-40B4-BE49-F238E27FC236}">
                <a16:creationId xmlns:a16="http://schemas.microsoft.com/office/drawing/2014/main" id="{03DEC561-1315-4B9B-90FE-3F3CF2923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5020570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数据打通</a:t>
            </a:r>
          </a:p>
        </p:txBody>
      </p:sp>
      <p:sp>
        <p:nvSpPr>
          <p:cNvPr id="28" name="action-body-1-0">
            <a:extLst xmlns:a="http://schemas.openxmlformats.org/drawingml/2006/main">
              <a:ext uri="{FF2B5EF4-FFF2-40B4-BE49-F238E27FC236}">
                <a16:creationId xmlns:a16="http://schemas.microsoft.com/office/drawing/2014/main" id="{B3BA16E6-27BB-4C64-9A69-9EE9705CF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5249170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统一分析对象</a:t>
            </a:r>
          </a:p>
        </p:txBody>
      </p:sp>
      <p:sp>
        <p:nvSpPr>
          <p:cNvPr id="29" name="action-icon-shell-1-1">
            <a:extLst xmlns:a="http://schemas.openxmlformats.org/drawingml/2006/main">
              <a:ext uri="{FF2B5EF4-FFF2-40B4-BE49-F238E27FC236}">
                <a16:creationId xmlns:a16="http://schemas.microsoft.com/office/drawing/2014/main" id="{CF286037-E515-40F8-9BBE-3797DF745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5081588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9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577f9c19cbd41b4">
            <a:extLst>
              <a:ext uri="{96DAC541-7B7A-43D3-8B79-37D633B846F1}">
                <asvg:svgBlip xmlns:asvg="http://schemas.microsoft.com/office/drawing/2016/SVG/main" r:embed="R84c9ce511cbb4563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5157788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31" name="action-title-1-1">
            <a:extLst xmlns:a="http://schemas.openxmlformats.org/drawingml/2006/main">
              <a:ext uri="{FF2B5EF4-FFF2-40B4-BE49-F238E27FC236}">
                <a16:creationId xmlns:a16="http://schemas.microsoft.com/office/drawing/2014/main" id="{088B8876-E675-40AF-B694-6E3E25AB3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5020570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自动分群</a:t>
            </a:r>
          </a:p>
        </p:txBody>
      </p:sp>
      <p:sp>
        <p:nvSpPr>
          <p:cNvPr id="32" name="action-body-1-1">
            <a:extLst xmlns:a="http://schemas.openxmlformats.org/drawingml/2006/main">
              <a:ext uri="{FF2B5EF4-FFF2-40B4-BE49-F238E27FC236}">
                <a16:creationId xmlns:a16="http://schemas.microsoft.com/office/drawing/2014/main" id="{DEDFDDDA-5A87-4CFA-A688-15906F8FE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5249170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指导持续运营</a:t>
            </a:r>
          </a:p>
        </p:txBody>
      </p:sp>
      <p:sp>
        <p:nvSpPr>
          <p:cNvPr id="33" name="funnel-step-body-0">
            <a:extLst xmlns:a="http://schemas.openxmlformats.org/drawingml/2006/main">
              <a:ext uri="{FF2B5EF4-FFF2-40B4-BE49-F238E27FC236}">
                <a16:creationId xmlns:a16="http://schemas.microsoft.com/office/drawing/2014/main" id="{E8651239-8CF9-4794-822E-CD9798063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52750" y="2514600"/>
            <a:ext cx="3332188" cy="533267"/>
          </a:xfrm>
          <a:custGeom xmlns:a="http://schemas.openxmlformats.org/drawingml/2006/main">
            <a:pathLst>
              <a:path w="3332188" h="533267">
                <a:moveTo>
                  <a:pt x="0" y="0"/>
                </a:moveTo>
                <a:lnTo>
                  <a:pt x="15497" y="25813"/>
                </a:lnTo>
                <a:lnTo>
                  <a:pt x="30985" y="51616"/>
                </a:lnTo>
                <a:lnTo>
                  <a:pt x="46482" y="77429"/>
                </a:lnTo>
                <a:lnTo>
                  <a:pt x="61979" y="103241"/>
                </a:lnTo>
                <a:lnTo>
                  <a:pt x="77467" y="129045"/>
                </a:lnTo>
                <a:lnTo>
                  <a:pt x="92964" y="154857"/>
                </a:lnTo>
                <a:lnTo>
                  <a:pt x="108461" y="180661"/>
                </a:lnTo>
                <a:lnTo>
                  <a:pt x="123949" y="206473"/>
                </a:lnTo>
                <a:lnTo>
                  <a:pt x="139446" y="232286"/>
                </a:lnTo>
                <a:lnTo>
                  <a:pt x="154943" y="258089"/>
                </a:lnTo>
                <a:lnTo>
                  <a:pt x="170431" y="283902"/>
                </a:lnTo>
                <a:lnTo>
                  <a:pt x="185928" y="309715"/>
                </a:lnTo>
                <a:lnTo>
                  <a:pt x="201425" y="335518"/>
                </a:lnTo>
                <a:lnTo>
                  <a:pt x="216913" y="361331"/>
                </a:lnTo>
                <a:lnTo>
                  <a:pt x="232410" y="387134"/>
                </a:lnTo>
                <a:lnTo>
                  <a:pt x="247898" y="412947"/>
                </a:lnTo>
                <a:lnTo>
                  <a:pt x="263395" y="438760"/>
                </a:lnTo>
                <a:lnTo>
                  <a:pt x="278892" y="464563"/>
                </a:lnTo>
                <a:lnTo>
                  <a:pt x="301171" y="482298"/>
                </a:lnTo>
                <a:lnTo>
                  <a:pt x="330537" y="488842"/>
                </a:lnTo>
                <a:lnTo>
                  <a:pt x="360293" y="493376"/>
                </a:lnTo>
                <a:lnTo>
                  <a:pt x="390182" y="496976"/>
                </a:lnTo>
                <a:lnTo>
                  <a:pt x="420129" y="500015"/>
                </a:lnTo>
                <a:lnTo>
                  <a:pt x="450113" y="502653"/>
                </a:lnTo>
                <a:lnTo>
                  <a:pt x="480127" y="505006"/>
                </a:lnTo>
                <a:lnTo>
                  <a:pt x="510159" y="507121"/>
                </a:lnTo>
                <a:lnTo>
                  <a:pt x="540201" y="509045"/>
                </a:lnTo>
                <a:lnTo>
                  <a:pt x="570243" y="510797"/>
                </a:lnTo>
                <a:lnTo>
                  <a:pt x="600304" y="512435"/>
                </a:lnTo>
                <a:lnTo>
                  <a:pt x="630374" y="513940"/>
                </a:lnTo>
                <a:lnTo>
                  <a:pt x="660444" y="515350"/>
                </a:lnTo>
                <a:lnTo>
                  <a:pt x="690515" y="516674"/>
                </a:lnTo>
                <a:lnTo>
                  <a:pt x="720595" y="517893"/>
                </a:lnTo>
                <a:lnTo>
                  <a:pt x="750675" y="519046"/>
                </a:lnTo>
                <a:lnTo>
                  <a:pt x="780755" y="520132"/>
                </a:lnTo>
                <a:lnTo>
                  <a:pt x="810844" y="521160"/>
                </a:lnTo>
                <a:lnTo>
                  <a:pt x="840924" y="522122"/>
                </a:lnTo>
                <a:lnTo>
                  <a:pt x="871014" y="523027"/>
                </a:lnTo>
                <a:lnTo>
                  <a:pt x="901113" y="523875"/>
                </a:lnTo>
                <a:lnTo>
                  <a:pt x="931202" y="524675"/>
                </a:lnTo>
                <a:lnTo>
                  <a:pt x="961292" y="525428"/>
                </a:lnTo>
                <a:lnTo>
                  <a:pt x="991391" y="526142"/>
                </a:lnTo>
                <a:lnTo>
                  <a:pt x="1021480" y="526809"/>
                </a:lnTo>
                <a:lnTo>
                  <a:pt x="1051579" y="527437"/>
                </a:lnTo>
                <a:lnTo>
                  <a:pt x="1081678" y="528028"/>
                </a:lnTo>
                <a:lnTo>
                  <a:pt x="1111777" y="528590"/>
                </a:lnTo>
                <a:lnTo>
                  <a:pt x="1141876" y="529104"/>
                </a:lnTo>
                <a:lnTo>
                  <a:pt x="1171975" y="529590"/>
                </a:lnTo>
                <a:lnTo>
                  <a:pt x="1202074" y="530038"/>
                </a:lnTo>
                <a:lnTo>
                  <a:pt x="1232173" y="530457"/>
                </a:lnTo>
                <a:lnTo>
                  <a:pt x="1262272" y="530838"/>
                </a:lnTo>
                <a:lnTo>
                  <a:pt x="1292371" y="531200"/>
                </a:lnTo>
                <a:lnTo>
                  <a:pt x="1322470" y="531514"/>
                </a:lnTo>
                <a:lnTo>
                  <a:pt x="1352579" y="531819"/>
                </a:lnTo>
                <a:lnTo>
                  <a:pt x="1382678" y="532086"/>
                </a:lnTo>
                <a:lnTo>
                  <a:pt x="1412777" y="532333"/>
                </a:lnTo>
                <a:lnTo>
                  <a:pt x="1442876" y="532533"/>
                </a:lnTo>
                <a:lnTo>
                  <a:pt x="1472984" y="532733"/>
                </a:lnTo>
                <a:lnTo>
                  <a:pt x="1503083" y="532876"/>
                </a:lnTo>
                <a:lnTo>
                  <a:pt x="1533182" y="533019"/>
                </a:lnTo>
                <a:lnTo>
                  <a:pt x="1563291" y="533114"/>
                </a:lnTo>
                <a:lnTo>
                  <a:pt x="1593390" y="533200"/>
                </a:lnTo>
                <a:lnTo>
                  <a:pt x="1623498" y="533238"/>
                </a:lnTo>
                <a:lnTo>
                  <a:pt x="1653597" y="533267"/>
                </a:lnTo>
                <a:lnTo>
                  <a:pt x="1683696" y="533267"/>
                </a:lnTo>
                <a:lnTo>
                  <a:pt x="1713805" y="533238"/>
                </a:lnTo>
                <a:lnTo>
                  <a:pt x="1743904" y="533181"/>
                </a:lnTo>
                <a:lnTo>
                  <a:pt x="1774012" y="533105"/>
                </a:lnTo>
                <a:lnTo>
                  <a:pt x="1804111" y="533000"/>
                </a:lnTo>
                <a:lnTo>
                  <a:pt x="1834210" y="532857"/>
                </a:lnTo>
                <a:lnTo>
                  <a:pt x="1864319" y="532714"/>
                </a:lnTo>
                <a:lnTo>
                  <a:pt x="1894418" y="532514"/>
                </a:lnTo>
                <a:lnTo>
                  <a:pt x="1924517" y="532314"/>
                </a:lnTo>
                <a:lnTo>
                  <a:pt x="1954625" y="532047"/>
                </a:lnTo>
                <a:lnTo>
                  <a:pt x="1984724" y="531790"/>
                </a:lnTo>
                <a:lnTo>
                  <a:pt x="2014823" y="531476"/>
                </a:lnTo>
                <a:lnTo>
                  <a:pt x="2044922" y="531162"/>
                </a:lnTo>
                <a:lnTo>
                  <a:pt x="2075021" y="530790"/>
                </a:lnTo>
                <a:lnTo>
                  <a:pt x="2105130" y="530409"/>
                </a:lnTo>
                <a:lnTo>
                  <a:pt x="2135229" y="529981"/>
                </a:lnTo>
                <a:lnTo>
                  <a:pt x="2165328" y="529533"/>
                </a:lnTo>
                <a:lnTo>
                  <a:pt x="2195427" y="529047"/>
                </a:lnTo>
                <a:lnTo>
                  <a:pt x="2225526" y="528523"/>
                </a:lnTo>
                <a:lnTo>
                  <a:pt x="2255615" y="527961"/>
                </a:lnTo>
                <a:lnTo>
                  <a:pt x="2285714" y="527371"/>
                </a:lnTo>
                <a:lnTo>
                  <a:pt x="2315813" y="526733"/>
                </a:lnTo>
                <a:lnTo>
                  <a:pt x="2345912" y="526056"/>
                </a:lnTo>
                <a:lnTo>
                  <a:pt x="2376002" y="525342"/>
                </a:lnTo>
                <a:lnTo>
                  <a:pt x="2406091" y="524580"/>
                </a:lnTo>
                <a:lnTo>
                  <a:pt x="2436190" y="523780"/>
                </a:lnTo>
                <a:lnTo>
                  <a:pt x="2466280" y="522923"/>
                </a:lnTo>
                <a:lnTo>
                  <a:pt x="2496369" y="522008"/>
                </a:lnTo>
                <a:lnTo>
                  <a:pt x="2526459" y="521037"/>
                </a:lnTo>
                <a:lnTo>
                  <a:pt x="2556539" y="520008"/>
                </a:lnTo>
                <a:lnTo>
                  <a:pt x="2586619" y="518922"/>
                </a:lnTo>
                <a:lnTo>
                  <a:pt x="2616698" y="517760"/>
                </a:lnTo>
                <a:lnTo>
                  <a:pt x="2646778" y="516522"/>
                </a:lnTo>
                <a:lnTo>
                  <a:pt x="2676849" y="515188"/>
                </a:lnTo>
                <a:lnTo>
                  <a:pt x="2706919" y="513769"/>
                </a:lnTo>
                <a:lnTo>
                  <a:pt x="2736990" y="512245"/>
                </a:lnTo>
                <a:lnTo>
                  <a:pt x="2767041" y="510597"/>
                </a:lnTo>
                <a:lnTo>
                  <a:pt x="2797092" y="508826"/>
                </a:lnTo>
                <a:lnTo>
                  <a:pt x="2827134" y="506882"/>
                </a:lnTo>
                <a:lnTo>
                  <a:pt x="2857157" y="504739"/>
                </a:lnTo>
                <a:lnTo>
                  <a:pt x="2887170" y="502368"/>
                </a:lnTo>
                <a:lnTo>
                  <a:pt x="2917155" y="499682"/>
                </a:lnTo>
                <a:lnTo>
                  <a:pt x="2947092" y="496586"/>
                </a:lnTo>
                <a:lnTo>
                  <a:pt x="2976972" y="492900"/>
                </a:lnTo>
                <a:lnTo>
                  <a:pt x="3006700" y="488213"/>
                </a:lnTo>
                <a:lnTo>
                  <a:pt x="3035970" y="481241"/>
                </a:lnTo>
                <a:lnTo>
                  <a:pt x="3056687" y="461524"/>
                </a:lnTo>
                <a:lnTo>
                  <a:pt x="3072184" y="435712"/>
                </a:lnTo>
                <a:lnTo>
                  <a:pt x="3087672" y="409908"/>
                </a:lnTo>
                <a:lnTo>
                  <a:pt x="3103169" y="384096"/>
                </a:lnTo>
                <a:lnTo>
                  <a:pt x="3118666" y="358283"/>
                </a:lnTo>
                <a:lnTo>
                  <a:pt x="3134154" y="332480"/>
                </a:lnTo>
                <a:lnTo>
                  <a:pt x="3149651" y="306667"/>
                </a:lnTo>
                <a:lnTo>
                  <a:pt x="3165148" y="280854"/>
                </a:lnTo>
                <a:lnTo>
                  <a:pt x="3180636" y="255051"/>
                </a:lnTo>
                <a:lnTo>
                  <a:pt x="3196133" y="229238"/>
                </a:lnTo>
                <a:lnTo>
                  <a:pt x="3211630" y="203435"/>
                </a:lnTo>
                <a:lnTo>
                  <a:pt x="3227118" y="177622"/>
                </a:lnTo>
                <a:lnTo>
                  <a:pt x="3242615" y="151809"/>
                </a:lnTo>
                <a:lnTo>
                  <a:pt x="3258112" y="126006"/>
                </a:lnTo>
                <a:lnTo>
                  <a:pt x="3273600" y="100193"/>
                </a:lnTo>
                <a:lnTo>
                  <a:pt x="3289097" y="74381"/>
                </a:lnTo>
                <a:lnTo>
                  <a:pt x="3304584" y="48578"/>
                </a:lnTo>
                <a:lnTo>
                  <a:pt x="3320082" y="22765"/>
                </a:lnTo>
                <a:lnTo>
                  <a:pt x="3332188" y="3086"/>
                </a:lnTo>
                <a:lnTo>
                  <a:pt x="3304070" y="13059"/>
                </a:lnTo>
                <a:lnTo>
                  <a:pt x="3274409" y="18155"/>
                </a:lnTo>
                <a:lnTo>
                  <a:pt x="3244548" y="21965"/>
                </a:lnTo>
                <a:lnTo>
                  <a:pt x="3214602" y="25079"/>
                </a:lnTo>
                <a:lnTo>
                  <a:pt x="3184617" y="27746"/>
                </a:lnTo>
                <a:lnTo>
                  <a:pt x="3154613" y="30109"/>
                </a:lnTo>
                <a:lnTo>
                  <a:pt x="3124581" y="32223"/>
                </a:lnTo>
                <a:lnTo>
                  <a:pt x="3094539" y="34138"/>
                </a:lnTo>
                <a:lnTo>
                  <a:pt x="3064488" y="35890"/>
                </a:lnTo>
                <a:lnTo>
                  <a:pt x="3034427" y="37519"/>
                </a:lnTo>
                <a:lnTo>
                  <a:pt x="3004366" y="39043"/>
                </a:lnTo>
                <a:lnTo>
                  <a:pt x="2974296" y="40453"/>
                </a:lnTo>
                <a:lnTo>
                  <a:pt x="2944225" y="41777"/>
                </a:lnTo>
                <a:lnTo>
                  <a:pt x="2914145" y="43015"/>
                </a:lnTo>
                <a:lnTo>
                  <a:pt x="2884065" y="44186"/>
                </a:lnTo>
                <a:lnTo>
                  <a:pt x="2853985" y="45291"/>
                </a:lnTo>
                <a:lnTo>
                  <a:pt x="2823896" y="46339"/>
                </a:lnTo>
                <a:lnTo>
                  <a:pt x="2793816" y="47339"/>
                </a:lnTo>
                <a:lnTo>
                  <a:pt x="2763726" y="48282"/>
                </a:lnTo>
                <a:lnTo>
                  <a:pt x="2733637" y="49168"/>
                </a:lnTo>
                <a:lnTo>
                  <a:pt x="2703547" y="50025"/>
                </a:lnTo>
                <a:lnTo>
                  <a:pt x="2673448" y="50835"/>
                </a:lnTo>
                <a:lnTo>
                  <a:pt x="2643359" y="51597"/>
                </a:lnTo>
                <a:lnTo>
                  <a:pt x="2613269" y="52330"/>
                </a:lnTo>
                <a:lnTo>
                  <a:pt x="2583170" y="53026"/>
                </a:lnTo>
                <a:lnTo>
                  <a:pt x="2553071" y="53692"/>
                </a:lnTo>
                <a:lnTo>
                  <a:pt x="2522982" y="54321"/>
                </a:lnTo>
                <a:lnTo>
                  <a:pt x="2492883" y="54921"/>
                </a:lnTo>
                <a:lnTo>
                  <a:pt x="2462784" y="55493"/>
                </a:lnTo>
                <a:lnTo>
                  <a:pt x="2432685" y="56036"/>
                </a:lnTo>
                <a:lnTo>
                  <a:pt x="2402586" y="56550"/>
                </a:lnTo>
                <a:lnTo>
                  <a:pt x="2372487" y="57036"/>
                </a:lnTo>
                <a:lnTo>
                  <a:pt x="2342388" y="57502"/>
                </a:lnTo>
                <a:lnTo>
                  <a:pt x="2312289" y="57941"/>
                </a:lnTo>
                <a:lnTo>
                  <a:pt x="2282190" y="58360"/>
                </a:lnTo>
                <a:lnTo>
                  <a:pt x="2252091" y="58741"/>
                </a:lnTo>
                <a:lnTo>
                  <a:pt x="2221992" y="59112"/>
                </a:lnTo>
                <a:lnTo>
                  <a:pt x="2191893" y="59455"/>
                </a:lnTo>
                <a:lnTo>
                  <a:pt x="2161784" y="59788"/>
                </a:lnTo>
                <a:lnTo>
                  <a:pt x="2131685" y="60084"/>
                </a:lnTo>
                <a:lnTo>
                  <a:pt x="2101586" y="60360"/>
                </a:lnTo>
                <a:lnTo>
                  <a:pt x="2071487" y="60617"/>
                </a:lnTo>
                <a:lnTo>
                  <a:pt x="2041379" y="60874"/>
                </a:lnTo>
                <a:lnTo>
                  <a:pt x="2011280" y="61093"/>
                </a:lnTo>
                <a:lnTo>
                  <a:pt x="1981181" y="61293"/>
                </a:lnTo>
                <a:lnTo>
                  <a:pt x="1951072" y="61465"/>
                </a:lnTo>
                <a:lnTo>
                  <a:pt x="1920973" y="61636"/>
                </a:lnTo>
                <a:lnTo>
                  <a:pt x="1890874" y="61789"/>
                </a:lnTo>
                <a:lnTo>
                  <a:pt x="1860766" y="61903"/>
                </a:lnTo>
                <a:lnTo>
                  <a:pt x="1830667" y="62017"/>
                </a:lnTo>
                <a:lnTo>
                  <a:pt x="1800558" y="62103"/>
                </a:lnTo>
                <a:lnTo>
                  <a:pt x="1770459" y="62170"/>
                </a:lnTo>
                <a:lnTo>
                  <a:pt x="1740360" y="62236"/>
                </a:lnTo>
                <a:lnTo>
                  <a:pt x="1710252" y="62255"/>
                </a:lnTo>
                <a:lnTo>
                  <a:pt x="1680153" y="62284"/>
                </a:lnTo>
                <a:lnTo>
                  <a:pt x="1650054" y="62284"/>
                </a:lnTo>
                <a:lnTo>
                  <a:pt x="1619945" y="62255"/>
                </a:lnTo>
                <a:lnTo>
                  <a:pt x="1589846" y="62236"/>
                </a:lnTo>
                <a:lnTo>
                  <a:pt x="1559738" y="62160"/>
                </a:lnTo>
                <a:lnTo>
                  <a:pt x="1529639" y="62093"/>
                </a:lnTo>
                <a:lnTo>
                  <a:pt x="1499540" y="62008"/>
                </a:lnTo>
                <a:lnTo>
                  <a:pt x="1469431" y="61884"/>
                </a:lnTo>
                <a:lnTo>
                  <a:pt x="1439332" y="61770"/>
                </a:lnTo>
                <a:lnTo>
                  <a:pt x="1409224" y="61617"/>
                </a:lnTo>
                <a:lnTo>
                  <a:pt x="1379125" y="61446"/>
                </a:lnTo>
                <a:lnTo>
                  <a:pt x="1349026" y="61274"/>
                </a:lnTo>
                <a:lnTo>
                  <a:pt x="1318927" y="61055"/>
                </a:lnTo>
                <a:lnTo>
                  <a:pt x="1288818" y="60836"/>
                </a:lnTo>
                <a:lnTo>
                  <a:pt x="1258719" y="60589"/>
                </a:lnTo>
                <a:lnTo>
                  <a:pt x="1228620" y="60322"/>
                </a:lnTo>
                <a:lnTo>
                  <a:pt x="1198512" y="60055"/>
                </a:lnTo>
                <a:lnTo>
                  <a:pt x="1168413" y="59750"/>
                </a:lnTo>
                <a:lnTo>
                  <a:pt x="1138314" y="59417"/>
                </a:lnTo>
                <a:lnTo>
                  <a:pt x="1108215" y="59074"/>
                </a:lnTo>
                <a:lnTo>
                  <a:pt x="1078116" y="58703"/>
                </a:lnTo>
                <a:lnTo>
                  <a:pt x="1048007" y="58303"/>
                </a:lnTo>
                <a:lnTo>
                  <a:pt x="1017908" y="57893"/>
                </a:lnTo>
                <a:lnTo>
                  <a:pt x="987809" y="57445"/>
                </a:lnTo>
                <a:lnTo>
                  <a:pt x="957710" y="56979"/>
                </a:lnTo>
                <a:lnTo>
                  <a:pt x="927611" y="56493"/>
                </a:lnTo>
                <a:lnTo>
                  <a:pt x="897512" y="55969"/>
                </a:lnTo>
                <a:lnTo>
                  <a:pt x="867413" y="55426"/>
                </a:lnTo>
                <a:lnTo>
                  <a:pt x="837324" y="54854"/>
                </a:lnTo>
                <a:lnTo>
                  <a:pt x="807225" y="54254"/>
                </a:lnTo>
                <a:lnTo>
                  <a:pt x="777126" y="53616"/>
                </a:lnTo>
                <a:lnTo>
                  <a:pt x="747036" y="52949"/>
                </a:lnTo>
                <a:lnTo>
                  <a:pt x="716937" y="52245"/>
                </a:lnTo>
                <a:lnTo>
                  <a:pt x="686848" y="51511"/>
                </a:lnTo>
                <a:lnTo>
                  <a:pt x="656749" y="50740"/>
                </a:lnTo>
                <a:lnTo>
                  <a:pt x="626659" y="49921"/>
                </a:lnTo>
                <a:lnTo>
                  <a:pt x="596570" y="49073"/>
                </a:lnTo>
                <a:lnTo>
                  <a:pt x="566480" y="48168"/>
                </a:lnTo>
                <a:lnTo>
                  <a:pt x="536391" y="47225"/>
                </a:lnTo>
                <a:lnTo>
                  <a:pt x="506301" y="46225"/>
                </a:lnTo>
                <a:lnTo>
                  <a:pt x="476221" y="45168"/>
                </a:lnTo>
                <a:lnTo>
                  <a:pt x="446141" y="44053"/>
                </a:lnTo>
                <a:lnTo>
                  <a:pt x="416062" y="42872"/>
                </a:lnTo>
                <a:lnTo>
                  <a:pt x="385982" y="41624"/>
                </a:lnTo>
                <a:lnTo>
                  <a:pt x="355911" y="40291"/>
                </a:lnTo>
                <a:lnTo>
                  <a:pt x="325841" y="38862"/>
                </a:lnTo>
                <a:lnTo>
                  <a:pt x="295780" y="37338"/>
                </a:lnTo>
                <a:lnTo>
                  <a:pt x="265719" y="35700"/>
                </a:lnTo>
                <a:lnTo>
                  <a:pt x="235668" y="33919"/>
                </a:lnTo>
                <a:lnTo>
                  <a:pt x="205626" y="31975"/>
                </a:lnTo>
                <a:lnTo>
                  <a:pt x="175603" y="29842"/>
                </a:lnTo>
                <a:lnTo>
                  <a:pt x="145590" y="27451"/>
                </a:lnTo>
                <a:lnTo>
                  <a:pt x="115614" y="24736"/>
                </a:lnTo>
                <a:lnTo>
                  <a:pt x="85677" y="21555"/>
                </a:lnTo>
                <a:lnTo>
                  <a:pt x="55836" y="17650"/>
                </a:lnTo>
                <a:lnTo>
                  <a:pt x="26213" y="12306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34" name="funnel-step-cap-0">
            <a:extLst xmlns:a="http://schemas.openxmlformats.org/drawingml/2006/main">
              <a:ext uri="{FF2B5EF4-FFF2-40B4-BE49-F238E27FC236}">
                <a16:creationId xmlns:a16="http://schemas.microsoft.com/office/drawing/2014/main" id="{DD140F5A-C8A5-4C92-A763-83C5B221B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52750" y="2425951"/>
            <a:ext cx="3333750" cy="17728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35" name="funnel-step-body-1">
            <a:extLst xmlns:a="http://schemas.openxmlformats.org/drawingml/2006/main">
              <a:ext uri="{FF2B5EF4-FFF2-40B4-BE49-F238E27FC236}">
                <a16:creationId xmlns:a16="http://schemas.microsoft.com/office/drawing/2014/main" id="{E0D072C4-A0FB-419E-ABAC-E91E309D6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235452" y="3116294"/>
            <a:ext cx="2765384" cy="533210"/>
          </a:xfrm>
          <a:custGeom xmlns:a="http://schemas.openxmlformats.org/drawingml/2006/main">
            <a:pathLst>
              <a:path w="2765384" h="533210">
                <a:moveTo>
                  <a:pt x="0" y="0"/>
                </a:moveTo>
                <a:lnTo>
                  <a:pt x="10735" y="23355"/>
                </a:lnTo>
                <a:lnTo>
                  <a:pt x="21460" y="46701"/>
                </a:lnTo>
                <a:lnTo>
                  <a:pt x="32195" y="70056"/>
                </a:lnTo>
                <a:lnTo>
                  <a:pt x="42920" y="93402"/>
                </a:lnTo>
                <a:lnTo>
                  <a:pt x="53654" y="116757"/>
                </a:lnTo>
                <a:lnTo>
                  <a:pt x="64389" y="140103"/>
                </a:lnTo>
                <a:lnTo>
                  <a:pt x="75114" y="163459"/>
                </a:lnTo>
                <a:lnTo>
                  <a:pt x="85849" y="186804"/>
                </a:lnTo>
                <a:lnTo>
                  <a:pt x="96574" y="210160"/>
                </a:lnTo>
                <a:lnTo>
                  <a:pt x="107309" y="233515"/>
                </a:lnTo>
                <a:lnTo>
                  <a:pt x="118043" y="256861"/>
                </a:lnTo>
                <a:lnTo>
                  <a:pt x="128768" y="280216"/>
                </a:lnTo>
                <a:lnTo>
                  <a:pt x="139503" y="303562"/>
                </a:lnTo>
                <a:lnTo>
                  <a:pt x="150228" y="326917"/>
                </a:lnTo>
                <a:lnTo>
                  <a:pt x="160963" y="350263"/>
                </a:lnTo>
                <a:lnTo>
                  <a:pt x="171698" y="373618"/>
                </a:lnTo>
                <a:lnTo>
                  <a:pt x="182423" y="396973"/>
                </a:lnTo>
                <a:lnTo>
                  <a:pt x="193157" y="420319"/>
                </a:lnTo>
                <a:lnTo>
                  <a:pt x="203892" y="443675"/>
                </a:lnTo>
                <a:lnTo>
                  <a:pt x="214617" y="467020"/>
                </a:lnTo>
                <a:lnTo>
                  <a:pt x="233105" y="482670"/>
                </a:lnTo>
                <a:lnTo>
                  <a:pt x="257985" y="489071"/>
                </a:lnTo>
                <a:lnTo>
                  <a:pt x="283283" y="493576"/>
                </a:lnTo>
                <a:lnTo>
                  <a:pt x="308724" y="497157"/>
                </a:lnTo>
                <a:lnTo>
                  <a:pt x="334242" y="500196"/>
                </a:lnTo>
                <a:lnTo>
                  <a:pt x="359807" y="502834"/>
                </a:lnTo>
                <a:lnTo>
                  <a:pt x="385401" y="505177"/>
                </a:lnTo>
                <a:lnTo>
                  <a:pt x="411013" y="507292"/>
                </a:lnTo>
                <a:lnTo>
                  <a:pt x="436636" y="509207"/>
                </a:lnTo>
                <a:lnTo>
                  <a:pt x="462277" y="510978"/>
                </a:lnTo>
                <a:lnTo>
                  <a:pt x="487928" y="512607"/>
                </a:lnTo>
                <a:lnTo>
                  <a:pt x="513578" y="514112"/>
                </a:lnTo>
                <a:lnTo>
                  <a:pt x="539239" y="515522"/>
                </a:lnTo>
                <a:lnTo>
                  <a:pt x="564899" y="516836"/>
                </a:lnTo>
                <a:lnTo>
                  <a:pt x="590569" y="518065"/>
                </a:lnTo>
                <a:lnTo>
                  <a:pt x="616248" y="519217"/>
                </a:lnTo>
                <a:lnTo>
                  <a:pt x="641918" y="520303"/>
                </a:lnTo>
                <a:lnTo>
                  <a:pt x="667598" y="521322"/>
                </a:lnTo>
                <a:lnTo>
                  <a:pt x="693277" y="522275"/>
                </a:lnTo>
                <a:lnTo>
                  <a:pt x="718966" y="523170"/>
                </a:lnTo>
                <a:lnTo>
                  <a:pt x="744645" y="524018"/>
                </a:lnTo>
                <a:lnTo>
                  <a:pt x="770334" y="524818"/>
                </a:lnTo>
                <a:lnTo>
                  <a:pt x="796023" y="525570"/>
                </a:lnTo>
                <a:lnTo>
                  <a:pt x="821712" y="526275"/>
                </a:lnTo>
                <a:lnTo>
                  <a:pt x="847401" y="526942"/>
                </a:lnTo>
                <a:lnTo>
                  <a:pt x="873090" y="527571"/>
                </a:lnTo>
                <a:lnTo>
                  <a:pt x="898789" y="528152"/>
                </a:lnTo>
                <a:lnTo>
                  <a:pt x="924477" y="528704"/>
                </a:lnTo>
                <a:lnTo>
                  <a:pt x="950176" y="529219"/>
                </a:lnTo>
                <a:lnTo>
                  <a:pt x="975865" y="529695"/>
                </a:lnTo>
                <a:lnTo>
                  <a:pt x="1001563" y="530133"/>
                </a:lnTo>
                <a:lnTo>
                  <a:pt x="1027262" y="530543"/>
                </a:lnTo>
                <a:lnTo>
                  <a:pt x="1052951" y="530924"/>
                </a:lnTo>
                <a:lnTo>
                  <a:pt x="1078649" y="531276"/>
                </a:lnTo>
                <a:lnTo>
                  <a:pt x="1104348" y="531590"/>
                </a:lnTo>
                <a:lnTo>
                  <a:pt x="1130046" y="531876"/>
                </a:lnTo>
                <a:lnTo>
                  <a:pt x="1155744" y="532133"/>
                </a:lnTo>
                <a:lnTo>
                  <a:pt x="1181443" y="532352"/>
                </a:lnTo>
                <a:lnTo>
                  <a:pt x="1207141" y="532562"/>
                </a:lnTo>
                <a:lnTo>
                  <a:pt x="1232830" y="532733"/>
                </a:lnTo>
                <a:lnTo>
                  <a:pt x="1258529" y="532876"/>
                </a:lnTo>
                <a:lnTo>
                  <a:pt x="1284227" y="533000"/>
                </a:lnTo>
                <a:lnTo>
                  <a:pt x="1309926" y="533086"/>
                </a:lnTo>
                <a:lnTo>
                  <a:pt x="1335634" y="533152"/>
                </a:lnTo>
                <a:lnTo>
                  <a:pt x="1361332" y="533181"/>
                </a:lnTo>
                <a:lnTo>
                  <a:pt x="1387031" y="533210"/>
                </a:lnTo>
                <a:lnTo>
                  <a:pt x="1412729" y="533181"/>
                </a:lnTo>
                <a:lnTo>
                  <a:pt x="1438427" y="533152"/>
                </a:lnTo>
                <a:lnTo>
                  <a:pt x="1464126" y="533067"/>
                </a:lnTo>
                <a:lnTo>
                  <a:pt x="1489824" y="532981"/>
                </a:lnTo>
                <a:lnTo>
                  <a:pt x="1515523" y="532848"/>
                </a:lnTo>
                <a:lnTo>
                  <a:pt x="1541221" y="532695"/>
                </a:lnTo>
                <a:lnTo>
                  <a:pt x="1566920" y="532514"/>
                </a:lnTo>
                <a:lnTo>
                  <a:pt x="1592618" y="532314"/>
                </a:lnTo>
                <a:lnTo>
                  <a:pt x="1618307" y="532067"/>
                </a:lnTo>
                <a:lnTo>
                  <a:pt x="1644005" y="531809"/>
                </a:lnTo>
                <a:lnTo>
                  <a:pt x="1669704" y="531524"/>
                </a:lnTo>
                <a:lnTo>
                  <a:pt x="1695402" y="531200"/>
                </a:lnTo>
                <a:lnTo>
                  <a:pt x="1721101" y="530838"/>
                </a:lnTo>
                <a:lnTo>
                  <a:pt x="1746799" y="530457"/>
                </a:lnTo>
                <a:lnTo>
                  <a:pt x="1772488" y="530038"/>
                </a:lnTo>
                <a:lnTo>
                  <a:pt x="1798187" y="529590"/>
                </a:lnTo>
                <a:lnTo>
                  <a:pt x="1823876" y="529104"/>
                </a:lnTo>
                <a:lnTo>
                  <a:pt x="1849574" y="528580"/>
                </a:lnTo>
                <a:lnTo>
                  <a:pt x="1875263" y="528028"/>
                </a:lnTo>
                <a:lnTo>
                  <a:pt x="1900961" y="527428"/>
                </a:lnTo>
                <a:lnTo>
                  <a:pt x="1926650" y="526799"/>
                </a:lnTo>
                <a:lnTo>
                  <a:pt x="1952339" y="526123"/>
                </a:lnTo>
                <a:lnTo>
                  <a:pt x="1978028" y="525409"/>
                </a:lnTo>
                <a:lnTo>
                  <a:pt x="2003717" y="524647"/>
                </a:lnTo>
                <a:lnTo>
                  <a:pt x="2029397" y="523837"/>
                </a:lnTo>
                <a:lnTo>
                  <a:pt x="2055085" y="522980"/>
                </a:lnTo>
                <a:lnTo>
                  <a:pt x="2080765" y="522065"/>
                </a:lnTo>
                <a:lnTo>
                  <a:pt x="2106444" y="521094"/>
                </a:lnTo>
                <a:lnTo>
                  <a:pt x="2132124" y="520065"/>
                </a:lnTo>
                <a:lnTo>
                  <a:pt x="2157803" y="518970"/>
                </a:lnTo>
                <a:lnTo>
                  <a:pt x="2183473" y="517798"/>
                </a:lnTo>
                <a:lnTo>
                  <a:pt x="2209143" y="516550"/>
                </a:lnTo>
                <a:lnTo>
                  <a:pt x="2234803" y="515217"/>
                </a:lnTo>
                <a:lnTo>
                  <a:pt x="2260463" y="513788"/>
                </a:lnTo>
                <a:lnTo>
                  <a:pt x="2286114" y="512255"/>
                </a:lnTo>
                <a:lnTo>
                  <a:pt x="2311765" y="510597"/>
                </a:lnTo>
                <a:lnTo>
                  <a:pt x="2337397" y="508806"/>
                </a:lnTo>
                <a:lnTo>
                  <a:pt x="2363019" y="506835"/>
                </a:lnTo>
                <a:lnTo>
                  <a:pt x="2388632" y="504673"/>
                </a:lnTo>
                <a:lnTo>
                  <a:pt x="2414216" y="502272"/>
                </a:lnTo>
                <a:lnTo>
                  <a:pt x="2439772" y="499558"/>
                </a:lnTo>
                <a:lnTo>
                  <a:pt x="2465280" y="496424"/>
                </a:lnTo>
                <a:lnTo>
                  <a:pt x="2490702" y="492671"/>
                </a:lnTo>
                <a:lnTo>
                  <a:pt x="2515943" y="487880"/>
                </a:lnTo>
                <a:lnTo>
                  <a:pt x="2540575" y="480670"/>
                </a:lnTo>
                <a:lnTo>
                  <a:pt x="2556110" y="461839"/>
                </a:lnTo>
                <a:lnTo>
                  <a:pt x="2566845" y="438483"/>
                </a:lnTo>
                <a:lnTo>
                  <a:pt x="2577570" y="415138"/>
                </a:lnTo>
                <a:lnTo>
                  <a:pt x="2588304" y="391782"/>
                </a:lnTo>
                <a:lnTo>
                  <a:pt x="2599030" y="368437"/>
                </a:lnTo>
                <a:lnTo>
                  <a:pt x="2609764" y="345081"/>
                </a:lnTo>
                <a:lnTo>
                  <a:pt x="2620499" y="321735"/>
                </a:lnTo>
                <a:lnTo>
                  <a:pt x="2631224" y="298380"/>
                </a:lnTo>
                <a:lnTo>
                  <a:pt x="2641959" y="275025"/>
                </a:lnTo>
                <a:lnTo>
                  <a:pt x="2652684" y="251679"/>
                </a:lnTo>
                <a:lnTo>
                  <a:pt x="2663419" y="228324"/>
                </a:lnTo>
                <a:lnTo>
                  <a:pt x="2674153" y="204978"/>
                </a:lnTo>
                <a:lnTo>
                  <a:pt x="2684878" y="181623"/>
                </a:lnTo>
                <a:lnTo>
                  <a:pt x="2695613" y="158277"/>
                </a:lnTo>
                <a:lnTo>
                  <a:pt x="2706338" y="134922"/>
                </a:lnTo>
                <a:lnTo>
                  <a:pt x="2717073" y="111566"/>
                </a:lnTo>
                <a:lnTo>
                  <a:pt x="2727808" y="88221"/>
                </a:lnTo>
                <a:lnTo>
                  <a:pt x="2738533" y="64865"/>
                </a:lnTo>
                <a:lnTo>
                  <a:pt x="2749267" y="41519"/>
                </a:lnTo>
                <a:lnTo>
                  <a:pt x="2760002" y="18164"/>
                </a:lnTo>
                <a:lnTo>
                  <a:pt x="2765384" y="4648"/>
                </a:lnTo>
                <a:lnTo>
                  <a:pt x="2741457" y="13621"/>
                </a:lnTo>
                <a:lnTo>
                  <a:pt x="2716263" y="18640"/>
                </a:lnTo>
                <a:lnTo>
                  <a:pt x="2690841" y="22422"/>
                </a:lnTo>
                <a:lnTo>
                  <a:pt x="2665333" y="25537"/>
                </a:lnTo>
                <a:lnTo>
                  <a:pt x="2639778" y="28213"/>
                </a:lnTo>
                <a:lnTo>
                  <a:pt x="2614184" y="30575"/>
                </a:lnTo>
                <a:lnTo>
                  <a:pt x="2588571" y="32699"/>
                </a:lnTo>
                <a:lnTo>
                  <a:pt x="2562949" y="34633"/>
                </a:lnTo>
                <a:lnTo>
                  <a:pt x="2537308" y="36395"/>
                </a:lnTo>
                <a:lnTo>
                  <a:pt x="2511666" y="38033"/>
                </a:lnTo>
                <a:lnTo>
                  <a:pt x="2486006" y="39548"/>
                </a:lnTo>
                <a:lnTo>
                  <a:pt x="2460346" y="40958"/>
                </a:lnTo>
                <a:lnTo>
                  <a:pt x="2434685" y="42291"/>
                </a:lnTo>
                <a:lnTo>
                  <a:pt x="2409015" y="43539"/>
                </a:lnTo>
                <a:lnTo>
                  <a:pt x="2383346" y="44720"/>
                </a:lnTo>
                <a:lnTo>
                  <a:pt x="2357666" y="45825"/>
                </a:lnTo>
                <a:lnTo>
                  <a:pt x="2331996" y="46873"/>
                </a:lnTo>
                <a:lnTo>
                  <a:pt x="2306317" y="47863"/>
                </a:lnTo>
                <a:lnTo>
                  <a:pt x="2280628" y="48797"/>
                </a:lnTo>
                <a:lnTo>
                  <a:pt x="2254949" y="49692"/>
                </a:lnTo>
                <a:lnTo>
                  <a:pt x="2229260" y="50540"/>
                </a:lnTo>
                <a:lnTo>
                  <a:pt x="2203580" y="51340"/>
                </a:lnTo>
                <a:lnTo>
                  <a:pt x="2177891" y="52111"/>
                </a:lnTo>
                <a:lnTo>
                  <a:pt x="2152202" y="52835"/>
                </a:lnTo>
                <a:lnTo>
                  <a:pt x="2126513" y="53531"/>
                </a:lnTo>
                <a:lnTo>
                  <a:pt x="2100824" y="54178"/>
                </a:lnTo>
                <a:lnTo>
                  <a:pt x="2075126" y="54807"/>
                </a:lnTo>
                <a:lnTo>
                  <a:pt x="2049437" y="55397"/>
                </a:lnTo>
                <a:lnTo>
                  <a:pt x="2023748" y="55959"/>
                </a:lnTo>
                <a:lnTo>
                  <a:pt x="1998050" y="56493"/>
                </a:lnTo>
                <a:lnTo>
                  <a:pt x="1972361" y="56998"/>
                </a:lnTo>
                <a:lnTo>
                  <a:pt x="1946662" y="57474"/>
                </a:lnTo>
                <a:lnTo>
                  <a:pt x="1920973" y="57912"/>
                </a:lnTo>
                <a:lnTo>
                  <a:pt x="1895275" y="58350"/>
                </a:lnTo>
                <a:lnTo>
                  <a:pt x="1869577" y="58741"/>
                </a:lnTo>
                <a:lnTo>
                  <a:pt x="1843878" y="59122"/>
                </a:lnTo>
                <a:lnTo>
                  <a:pt x="1818189" y="59474"/>
                </a:lnTo>
                <a:lnTo>
                  <a:pt x="1792491" y="59807"/>
                </a:lnTo>
                <a:lnTo>
                  <a:pt x="1766792" y="60122"/>
                </a:lnTo>
                <a:lnTo>
                  <a:pt x="1741094" y="60398"/>
                </a:lnTo>
                <a:lnTo>
                  <a:pt x="1715395" y="60674"/>
                </a:lnTo>
                <a:lnTo>
                  <a:pt x="1689697" y="60912"/>
                </a:lnTo>
                <a:lnTo>
                  <a:pt x="1663998" y="61131"/>
                </a:lnTo>
                <a:lnTo>
                  <a:pt x="1638300" y="61351"/>
                </a:lnTo>
                <a:lnTo>
                  <a:pt x="1612611" y="61522"/>
                </a:lnTo>
                <a:lnTo>
                  <a:pt x="1586913" y="61684"/>
                </a:lnTo>
                <a:lnTo>
                  <a:pt x="1561214" y="61827"/>
                </a:lnTo>
                <a:lnTo>
                  <a:pt x="1535516" y="61951"/>
                </a:lnTo>
                <a:lnTo>
                  <a:pt x="1509817" y="62065"/>
                </a:lnTo>
                <a:lnTo>
                  <a:pt x="1484119" y="62132"/>
                </a:lnTo>
                <a:lnTo>
                  <a:pt x="1458420" y="62208"/>
                </a:lnTo>
                <a:lnTo>
                  <a:pt x="1432712" y="62246"/>
                </a:lnTo>
                <a:lnTo>
                  <a:pt x="1407014" y="62274"/>
                </a:lnTo>
                <a:lnTo>
                  <a:pt x="1381316" y="62294"/>
                </a:lnTo>
                <a:lnTo>
                  <a:pt x="1355617" y="62265"/>
                </a:lnTo>
                <a:lnTo>
                  <a:pt x="1329919" y="62246"/>
                </a:lnTo>
                <a:lnTo>
                  <a:pt x="1304220" y="62189"/>
                </a:lnTo>
                <a:lnTo>
                  <a:pt x="1278522" y="62122"/>
                </a:lnTo>
                <a:lnTo>
                  <a:pt x="1252823" y="62046"/>
                </a:lnTo>
                <a:lnTo>
                  <a:pt x="1227125" y="61922"/>
                </a:lnTo>
                <a:lnTo>
                  <a:pt x="1201426" y="61798"/>
                </a:lnTo>
                <a:lnTo>
                  <a:pt x="1175728" y="61655"/>
                </a:lnTo>
                <a:lnTo>
                  <a:pt x="1150029" y="61484"/>
                </a:lnTo>
                <a:lnTo>
                  <a:pt x="1124331" y="61303"/>
                </a:lnTo>
                <a:lnTo>
                  <a:pt x="1098633" y="61084"/>
                </a:lnTo>
                <a:lnTo>
                  <a:pt x="1072934" y="60865"/>
                </a:lnTo>
                <a:lnTo>
                  <a:pt x="1047245" y="60608"/>
                </a:lnTo>
                <a:lnTo>
                  <a:pt x="1021547" y="60341"/>
                </a:lnTo>
                <a:lnTo>
                  <a:pt x="995848" y="60055"/>
                </a:lnTo>
                <a:lnTo>
                  <a:pt x="970150" y="59750"/>
                </a:lnTo>
                <a:lnTo>
                  <a:pt x="944451" y="59407"/>
                </a:lnTo>
                <a:lnTo>
                  <a:pt x="918753" y="59036"/>
                </a:lnTo>
                <a:lnTo>
                  <a:pt x="893064" y="58655"/>
                </a:lnTo>
                <a:lnTo>
                  <a:pt x="867366" y="58255"/>
                </a:lnTo>
                <a:lnTo>
                  <a:pt x="841667" y="57817"/>
                </a:lnTo>
                <a:lnTo>
                  <a:pt x="815978" y="57369"/>
                </a:lnTo>
                <a:lnTo>
                  <a:pt x="790280" y="56883"/>
                </a:lnTo>
                <a:lnTo>
                  <a:pt x="764591" y="56378"/>
                </a:lnTo>
                <a:lnTo>
                  <a:pt x="738892" y="55836"/>
                </a:lnTo>
                <a:lnTo>
                  <a:pt x="713203" y="55264"/>
                </a:lnTo>
                <a:lnTo>
                  <a:pt x="687515" y="54664"/>
                </a:lnTo>
                <a:lnTo>
                  <a:pt x="661816" y="54035"/>
                </a:lnTo>
                <a:lnTo>
                  <a:pt x="636127" y="53378"/>
                </a:lnTo>
                <a:lnTo>
                  <a:pt x="610438" y="52673"/>
                </a:lnTo>
                <a:lnTo>
                  <a:pt x="584749" y="51940"/>
                </a:lnTo>
                <a:lnTo>
                  <a:pt x="559060" y="51168"/>
                </a:lnTo>
                <a:lnTo>
                  <a:pt x="533381" y="50359"/>
                </a:lnTo>
                <a:lnTo>
                  <a:pt x="507692" y="49501"/>
                </a:lnTo>
                <a:lnTo>
                  <a:pt x="482013" y="48597"/>
                </a:lnTo>
                <a:lnTo>
                  <a:pt x="456333" y="47644"/>
                </a:lnTo>
                <a:lnTo>
                  <a:pt x="430654" y="46644"/>
                </a:lnTo>
                <a:lnTo>
                  <a:pt x="404974" y="45577"/>
                </a:lnTo>
                <a:lnTo>
                  <a:pt x="379295" y="44453"/>
                </a:lnTo>
                <a:lnTo>
                  <a:pt x="353625" y="43263"/>
                </a:lnTo>
                <a:lnTo>
                  <a:pt x="327965" y="42005"/>
                </a:lnTo>
                <a:lnTo>
                  <a:pt x="302295" y="40653"/>
                </a:lnTo>
                <a:lnTo>
                  <a:pt x="276635" y="39224"/>
                </a:lnTo>
                <a:lnTo>
                  <a:pt x="250984" y="37671"/>
                </a:lnTo>
                <a:lnTo>
                  <a:pt x="225342" y="36024"/>
                </a:lnTo>
                <a:lnTo>
                  <a:pt x="199701" y="34214"/>
                </a:lnTo>
                <a:lnTo>
                  <a:pt x="174079" y="32252"/>
                </a:lnTo>
                <a:lnTo>
                  <a:pt x="148476" y="30080"/>
                </a:lnTo>
                <a:lnTo>
                  <a:pt x="122892" y="27651"/>
                </a:lnTo>
                <a:lnTo>
                  <a:pt x="97346" y="24889"/>
                </a:lnTo>
                <a:lnTo>
                  <a:pt x="71847" y="21650"/>
                </a:lnTo>
                <a:lnTo>
                  <a:pt x="46463" y="17659"/>
                </a:lnTo>
                <a:lnTo>
                  <a:pt x="21365" y="12192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36" name="funnel-step-cap-1">
            <a:extLst xmlns:a="http://schemas.openxmlformats.org/drawingml/2006/main">
              <a:ext uri="{FF2B5EF4-FFF2-40B4-BE49-F238E27FC236}">
                <a16:creationId xmlns:a16="http://schemas.microsoft.com/office/drawing/2014/main" id="{0764BC17-C113-46EB-9271-7FA02ED19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235481" y="3027617"/>
            <a:ext cx="2768289" cy="17728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37" name="funnel-step-body-2">
            <a:extLst xmlns:a="http://schemas.openxmlformats.org/drawingml/2006/main">
              <a:ext uri="{FF2B5EF4-FFF2-40B4-BE49-F238E27FC236}">
                <a16:creationId xmlns:a16="http://schemas.microsoft.com/office/drawing/2014/main" id="{EA363873-5F83-477A-9675-7C811986A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451860" y="3717893"/>
            <a:ext cx="2334111" cy="533276"/>
          </a:xfrm>
          <a:custGeom xmlns:a="http://schemas.openxmlformats.org/drawingml/2006/main">
            <a:pathLst>
              <a:path w="2334111" h="533276">
                <a:moveTo>
                  <a:pt x="0" y="0"/>
                </a:moveTo>
                <a:lnTo>
                  <a:pt x="8563" y="20488"/>
                </a:lnTo>
                <a:lnTo>
                  <a:pt x="17126" y="40977"/>
                </a:lnTo>
                <a:lnTo>
                  <a:pt x="25698" y="61455"/>
                </a:lnTo>
                <a:lnTo>
                  <a:pt x="34261" y="81944"/>
                </a:lnTo>
                <a:lnTo>
                  <a:pt x="42824" y="102432"/>
                </a:lnTo>
                <a:lnTo>
                  <a:pt x="51387" y="122920"/>
                </a:lnTo>
                <a:lnTo>
                  <a:pt x="59950" y="143408"/>
                </a:lnTo>
                <a:lnTo>
                  <a:pt x="68523" y="163887"/>
                </a:lnTo>
                <a:lnTo>
                  <a:pt x="77086" y="184375"/>
                </a:lnTo>
                <a:lnTo>
                  <a:pt x="85649" y="204864"/>
                </a:lnTo>
                <a:lnTo>
                  <a:pt x="94212" y="225352"/>
                </a:lnTo>
                <a:lnTo>
                  <a:pt x="102784" y="245840"/>
                </a:lnTo>
                <a:lnTo>
                  <a:pt x="111347" y="266319"/>
                </a:lnTo>
                <a:lnTo>
                  <a:pt x="119910" y="286807"/>
                </a:lnTo>
                <a:lnTo>
                  <a:pt x="128473" y="307296"/>
                </a:lnTo>
                <a:lnTo>
                  <a:pt x="137036" y="327784"/>
                </a:lnTo>
                <a:lnTo>
                  <a:pt x="145609" y="348272"/>
                </a:lnTo>
                <a:lnTo>
                  <a:pt x="154172" y="368751"/>
                </a:lnTo>
                <a:lnTo>
                  <a:pt x="162735" y="389239"/>
                </a:lnTo>
                <a:lnTo>
                  <a:pt x="171298" y="409727"/>
                </a:lnTo>
                <a:lnTo>
                  <a:pt x="179870" y="430216"/>
                </a:lnTo>
                <a:lnTo>
                  <a:pt x="188433" y="450704"/>
                </a:lnTo>
                <a:lnTo>
                  <a:pt x="196891" y="471211"/>
                </a:lnTo>
                <a:lnTo>
                  <a:pt x="213932" y="483908"/>
                </a:lnTo>
                <a:lnTo>
                  <a:pt x="235268" y="490014"/>
                </a:lnTo>
                <a:lnTo>
                  <a:pt x="257023" y="494433"/>
                </a:lnTo>
                <a:lnTo>
                  <a:pt x="278940" y="497996"/>
                </a:lnTo>
                <a:lnTo>
                  <a:pt x="300942" y="501015"/>
                </a:lnTo>
                <a:lnTo>
                  <a:pt x="322993" y="503653"/>
                </a:lnTo>
                <a:lnTo>
                  <a:pt x="345072" y="506006"/>
                </a:lnTo>
                <a:lnTo>
                  <a:pt x="367170" y="508121"/>
                </a:lnTo>
                <a:lnTo>
                  <a:pt x="389296" y="510045"/>
                </a:lnTo>
                <a:lnTo>
                  <a:pt x="411423" y="511807"/>
                </a:lnTo>
                <a:lnTo>
                  <a:pt x="433568" y="513445"/>
                </a:lnTo>
                <a:lnTo>
                  <a:pt x="455724" y="514950"/>
                </a:lnTo>
                <a:lnTo>
                  <a:pt x="477888" y="516360"/>
                </a:lnTo>
                <a:lnTo>
                  <a:pt x="500053" y="517674"/>
                </a:lnTo>
                <a:lnTo>
                  <a:pt x="522227" y="518893"/>
                </a:lnTo>
                <a:lnTo>
                  <a:pt x="544401" y="520046"/>
                </a:lnTo>
                <a:lnTo>
                  <a:pt x="566576" y="521122"/>
                </a:lnTo>
                <a:lnTo>
                  <a:pt x="588759" y="522132"/>
                </a:lnTo>
                <a:lnTo>
                  <a:pt x="610943" y="523084"/>
                </a:lnTo>
                <a:lnTo>
                  <a:pt x="633127" y="523970"/>
                </a:lnTo>
                <a:lnTo>
                  <a:pt x="655320" y="524808"/>
                </a:lnTo>
                <a:lnTo>
                  <a:pt x="677513" y="525590"/>
                </a:lnTo>
                <a:lnTo>
                  <a:pt x="699706" y="526323"/>
                </a:lnTo>
                <a:lnTo>
                  <a:pt x="721900" y="527018"/>
                </a:lnTo>
                <a:lnTo>
                  <a:pt x="744093" y="527666"/>
                </a:lnTo>
                <a:lnTo>
                  <a:pt x="766286" y="528276"/>
                </a:lnTo>
                <a:lnTo>
                  <a:pt x="788489" y="528838"/>
                </a:lnTo>
                <a:lnTo>
                  <a:pt x="810682" y="529371"/>
                </a:lnTo>
                <a:lnTo>
                  <a:pt x="832885" y="529857"/>
                </a:lnTo>
                <a:lnTo>
                  <a:pt x="855078" y="530314"/>
                </a:lnTo>
                <a:lnTo>
                  <a:pt x="877281" y="530733"/>
                </a:lnTo>
                <a:lnTo>
                  <a:pt x="899484" y="531114"/>
                </a:lnTo>
                <a:lnTo>
                  <a:pt x="921687" y="531466"/>
                </a:lnTo>
                <a:lnTo>
                  <a:pt x="943889" y="531781"/>
                </a:lnTo>
                <a:lnTo>
                  <a:pt x="966092" y="532067"/>
                </a:lnTo>
                <a:lnTo>
                  <a:pt x="988295" y="532324"/>
                </a:lnTo>
                <a:lnTo>
                  <a:pt x="1010498" y="532543"/>
                </a:lnTo>
                <a:lnTo>
                  <a:pt x="1032701" y="532743"/>
                </a:lnTo>
                <a:lnTo>
                  <a:pt x="1054903" y="532905"/>
                </a:lnTo>
                <a:lnTo>
                  <a:pt x="1077116" y="533038"/>
                </a:lnTo>
                <a:lnTo>
                  <a:pt x="1099318" y="533143"/>
                </a:lnTo>
                <a:lnTo>
                  <a:pt x="1121521" y="533219"/>
                </a:lnTo>
                <a:lnTo>
                  <a:pt x="1143724" y="533267"/>
                </a:lnTo>
                <a:lnTo>
                  <a:pt x="1165927" y="533276"/>
                </a:lnTo>
                <a:lnTo>
                  <a:pt x="1188139" y="533267"/>
                </a:lnTo>
                <a:lnTo>
                  <a:pt x="1210342" y="533229"/>
                </a:lnTo>
                <a:lnTo>
                  <a:pt x="1232545" y="533152"/>
                </a:lnTo>
                <a:lnTo>
                  <a:pt x="1254747" y="533057"/>
                </a:lnTo>
                <a:lnTo>
                  <a:pt x="1276950" y="532924"/>
                </a:lnTo>
                <a:lnTo>
                  <a:pt x="1299162" y="532771"/>
                </a:lnTo>
                <a:lnTo>
                  <a:pt x="1321365" y="532581"/>
                </a:lnTo>
                <a:lnTo>
                  <a:pt x="1343568" y="532362"/>
                </a:lnTo>
                <a:lnTo>
                  <a:pt x="1365771" y="532114"/>
                </a:lnTo>
                <a:lnTo>
                  <a:pt x="1387973" y="531828"/>
                </a:lnTo>
                <a:lnTo>
                  <a:pt x="1410176" y="531514"/>
                </a:lnTo>
                <a:lnTo>
                  <a:pt x="1432379" y="531171"/>
                </a:lnTo>
                <a:lnTo>
                  <a:pt x="1454582" y="530790"/>
                </a:lnTo>
                <a:lnTo>
                  <a:pt x="1476775" y="530381"/>
                </a:lnTo>
                <a:lnTo>
                  <a:pt x="1498978" y="529933"/>
                </a:lnTo>
                <a:lnTo>
                  <a:pt x="1521181" y="529447"/>
                </a:lnTo>
                <a:lnTo>
                  <a:pt x="1543374" y="528933"/>
                </a:lnTo>
                <a:lnTo>
                  <a:pt x="1565577" y="528371"/>
                </a:lnTo>
                <a:lnTo>
                  <a:pt x="1587770" y="527771"/>
                </a:lnTo>
                <a:lnTo>
                  <a:pt x="1609963" y="527133"/>
                </a:lnTo>
                <a:lnTo>
                  <a:pt x="1632166" y="526447"/>
                </a:lnTo>
                <a:lnTo>
                  <a:pt x="1654359" y="525713"/>
                </a:lnTo>
                <a:lnTo>
                  <a:pt x="1676543" y="524942"/>
                </a:lnTo>
                <a:lnTo>
                  <a:pt x="1698736" y="524113"/>
                </a:lnTo>
                <a:lnTo>
                  <a:pt x="1720920" y="523227"/>
                </a:lnTo>
                <a:lnTo>
                  <a:pt x="1743104" y="522294"/>
                </a:lnTo>
                <a:lnTo>
                  <a:pt x="1765287" y="521294"/>
                </a:lnTo>
                <a:lnTo>
                  <a:pt x="1787471" y="520227"/>
                </a:lnTo>
                <a:lnTo>
                  <a:pt x="1809645" y="519093"/>
                </a:lnTo>
                <a:lnTo>
                  <a:pt x="1831819" y="517884"/>
                </a:lnTo>
                <a:lnTo>
                  <a:pt x="1853984" y="516588"/>
                </a:lnTo>
                <a:lnTo>
                  <a:pt x="1876149" y="515188"/>
                </a:lnTo>
                <a:lnTo>
                  <a:pt x="1898294" y="513702"/>
                </a:lnTo>
                <a:lnTo>
                  <a:pt x="1920450" y="512093"/>
                </a:lnTo>
                <a:lnTo>
                  <a:pt x="1942586" y="510350"/>
                </a:lnTo>
                <a:lnTo>
                  <a:pt x="1964703" y="508454"/>
                </a:lnTo>
                <a:lnTo>
                  <a:pt x="1986810" y="506368"/>
                </a:lnTo>
                <a:lnTo>
                  <a:pt x="2008899" y="504063"/>
                </a:lnTo>
                <a:lnTo>
                  <a:pt x="2030949" y="501472"/>
                </a:lnTo>
                <a:lnTo>
                  <a:pt x="2052961" y="498529"/>
                </a:lnTo>
                <a:lnTo>
                  <a:pt x="2074888" y="495071"/>
                </a:lnTo>
                <a:lnTo>
                  <a:pt x="2096681" y="490823"/>
                </a:lnTo>
                <a:lnTo>
                  <a:pt x="2118131" y="485108"/>
                </a:lnTo>
                <a:lnTo>
                  <a:pt x="2137353" y="474593"/>
                </a:lnTo>
                <a:lnTo>
                  <a:pt x="2145687" y="454085"/>
                </a:lnTo>
                <a:lnTo>
                  <a:pt x="2154250" y="433597"/>
                </a:lnTo>
                <a:lnTo>
                  <a:pt x="2162813" y="413109"/>
                </a:lnTo>
                <a:lnTo>
                  <a:pt x="2171376" y="392630"/>
                </a:lnTo>
                <a:lnTo>
                  <a:pt x="2179949" y="372142"/>
                </a:lnTo>
                <a:lnTo>
                  <a:pt x="2188512" y="351653"/>
                </a:lnTo>
                <a:lnTo>
                  <a:pt x="2197075" y="331165"/>
                </a:lnTo>
                <a:lnTo>
                  <a:pt x="2205638" y="310677"/>
                </a:lnTo>
                <a:lnTo>
                  <a:pt x="2214201" y="290198"/>
                </a:lnTo>
                <a:lnTo>
                  <a:pt x="2222773" y="269710"/>
                </a:lnTo>
                <a:lnTo>
                  <a:pt x="2231336" y="249222"/>
                </a:lnTo>
                <a:lnTo>
                  <a:pt x="2239899" y="228733"/>
                </a:lnTo>
                <a:lnTo>
                  <a:pt x="2248462" y="208245"/>
                </a:lnTo>
                <a:lnTo>
                  <a:pt x="2257034" y="187766"/>
                </a:lnTo>
                <a:lnTo>
                  <a:pt x="2265597" y="167278"/>
                </a:lnTo>
                <a:lnTo>
                  <a:pt x="2274160" y="146790"/>
                </a:lnTo>
                <a:lnTo>
                  <a:pt x="2282723" y="126302"/>
                </a:lnTo>
                <a:lnTo>
                  <a:pt x="2291286" y="105813"/>
                </a:lnTo>
                <a:lnTo>
                  <a:pt x="2299859" y="85334"/>
                </a:lnTo>
                <a:lnTo>
                  <a:pt x="2308422" y="64846"/>
                </a:lnTo>
                <a:lnTo>
                  <a:pt x="2316985" y="44358"/>
                </a:lnTo>
                <a:lnTo>
                  <a:pt x="2325548" y="23870"/>
                </a:lnTo>
                <a:lnTo>
                  <a:pt x="2334111" y="3381"/>
                </a:lnTo>
                <a:lnTo>
                  <a:pt x="2321547" y="10801"/>
                </a:lnTo>
                <a:lnTo>
                  <a:pt x="2300192" y="16840"/>
                </a:lnTo>
                <a:lnTo>
                  <a:pt x="2278399" y="21088"/>
                </a:lnTo>
                <a:lnTo>
                  <a:pt x="2256463" y="24489"/>
                </a:lnTo>
                <a:lnTo>
                  <a:pt x="2234441" y="27375"/>
                </a:lnTo>
                <a:lnTo>
                  <a:pt x="2212381" y="29889"/>
                </a:lnTo>
                <a:lnTo>
                  <a:pt x="2190293" y="32128"/>
                </a:lnTo>
                <a:lnTo>
                  <a:pt x="2168176" y="34157"/>
                </a:lnTo>
                <a:lnTo>
                  <a:pt x="2146049" y="36005"/>
                </a:lnTo>
                <a:lnTo>
                  <a:pt x="2123913" y="37709"/>
                </a:lnTo>
                <a:lnTo>
                  <a:pt x="2101767" y="39291"/>
                </a:lnTo>
                <a:lnTo>
                  <a:pt x="2079612" y="40757"/>
                </a:lnTo>
                <a:lnTo>
                  <a:pt x="2057448" y="42129"/>
                </a:lnTo>
                <a:lnTo>
                  <a:pt x="2035283" y="43424"/>
                </a:lnTo>
                <a:lnTo>
                  <a:pt x="2013109" y="44634"/>
                </a:lnTo>
                <a:lnTo>
                  <a:pt x="1990935" y="45787"/>
                </a:lnTo>
                <a:lnTo>
                  <a:pt x="1968751" y="46863"/>
                </a:lnTo>
                <a:lnTo>
                  <a:pt x="1946577" y="47882"/>
                </a:lnTo>
                <a:lnTo>
                  <a:pt x="1924393" y="48844"/>
                </a:lnTo>
                <a:lnTo>
                  <a:pt x="1902200" y="49759"/>
                </a:lnTo>
                <a:lnTo>
                  <a:pt x="1880016" y="50625"/>
                </a:lnTo>
                <a:lnTo>
                  <a:pt x="1857823" y="51445"/>
                </a:lnTo>
                <a:lnTo>
                  <a:pt x="1835639" y="52226"/>
                </a:lnTo>
                <a:lnTo>
                  <a:pt x="1813446" y="52969"/>
                </a:lnTo>
                <a:lnTo>
                  <a:pt x="1791252" y="53673"/>
                </a:lnTo>
                <a:lnTo>
                  <a:pt x="1769050" y="54340"/>
                </a:lnTo>
                <a:lnTo>
                  <a:pt x="1746856" y="54978"/>
                </a:lnTo>
                <a:lnTo>
                  <a:pt x="1724663" y="55578"/>
                </a:lnTo>
                <a:lnTo>
                  <a:pt x="1702460" y="56140"/>
                </a:lnTo>
                <a:lnTo>
                  <a:pt x="1680267" y="56683"/>
                </a:lnTo>
                <a:lnTo>
                  <a:pt x="1658064" y="57198"/>
                </a:lnTo>
                <a:lnTo>
                  <a:pt x="1635871" y="57674"/>
                </a:lnTo>
                <a:lnTo>
                  <a:pt x="1613668" y="58131"/>
                </a:lnTo>
                <a:lnTo>
                  <a:pt x="1591466" y="58560"/>
                </a:lnTo>
                <a:lnTo>
                  <a:pt x="1569263" y="58969"/>
                </a:lnTo>
                <a:lnTo>
                  <a:pt x="1547060" y="59341"/>
                </a:lnTo>
                <a:lnTo>
                  <a:pt x="1524857" y="59693"/>
                </a:lnTo>
                <a:lnTo>
                  <a:pt x="1502664" y="60027"/>
                </a:lnTo>
                <a:lnTo>
                  <a:pt x="1480461" y="60331"/>
                </a:lnTo>
                <a:lnTo>
                  <a:pt x="1458258" y="60617"/>
                </a:lnTo>
                <a:lnTo>
                  <a:pt x="1436056" y="60874"/>
                </a:lnTo>
                <a:lnTo>
                  <a:pt x="1413843" y="61103"/>
                </a:lnTo>
                <a:lnTo>
                  <a:pt x="1391641" y="61331"/>
                </a:lnTo>
                <a:lnTo>
                  <a:pt x="1369438" y="61522"/>
                </a:lnTo>
                <a:lnTo>
                  <a:pt x="1347235" y="61693"/>
                </a:lnTo>
                <a:lnTo>
                  <a:pt x="1325032" y="61855"/>
                </a:lnTo>
                <a:lnTo>
                  <a:pt x="1302830" y="61979"/>
                </a:lnTo>
                <a:lnTo>
                  <a:pt x="1280627" y="62103"/>
                </a:lnTo>
                <a:lnTo>
                  <a:pt x="1258414" y="62179"/>
                </a:lnTo>
                <a:lnTo>
                  <a:pt x="1236212" y="62255"/>
                </a:lnTo>
                <a:lnTo>
                  <a:pt x="1214009" y="62313"/>
                </a:lnTo>
                <a:lnTo>
                  <a:pt x="1191806" y="62341"/>
                </a:lnTo>
                <a:lnTo>
                  <a:pt x="1169603" y="62360"/>
                </a:lnTo>
                <a:lnTo>
                  <a:pt x="1147391" y="62341"/>
                </a:lnTo>
                <a:lnTo>
                  <a:pt x="1125188" y="62322"/>
                </a:lnTo>
                <a:lnTo>
                  <a:pt x="1102985" y="62274"/>
                </a:lnTo>
                <a:lnTo>
                  <a:pt x="1080783" y="62198"/>
                </a:lnTo>
                <a:lnTo>
                  <a:pt x="1058580" y="62122"/>
                </a:lnTo>
                <a:lnTo>
                  <a:pt x="1036368" y="61998"/>
                </a:lnTo>
                <a:lnTo>
                  <a:pt x="1014165" y="61874"/>
                </a:lnTo>
                <a:lnTo>
                  <a:pt x="991962" y="61722"/>
                </a:lnTo>
                <a:lnTo>
                  <a:pt x="969759" y="61551"/>
                </a:lnTo>
                <a:lnTo>
                  <a:pt x="947557" y="61370"/>
                </a:lnTo>
                <a:lnTo>
                  <a:pt x="925354" y="61141"/>
                </a:lnTo>
                <a:lnTo>
                  <a:pt x="903151" y="60912"/>
                </a:lnTo>
                <a:lnTo>
                  <a:pt x="880948" y="60655"/>
                </a:lnTo>
                <a:lnTo>
                  <a:pt x="858745" y="60379"/>
                </a:lnTo>
                <a:lnTo>
                  <a:pt x="836543" y="60074"/>
                </a:lnTo>
                <a:lnTo>
                  <a:pt x="814340" y="59750"/>
                </a:lnTo>
                <a:lnTo>
                  <a:pt x="792137" y="59407"/>
                </a:lnTo>
                <a:lnTo>
                  <a:pt x="769934" y="59026"/>
                </a:lnTo>
                <a:lnTo>
                  <a:pt x="747732" y="58626"/>
                </a:lnTo>
                <a:lnTo>
                  <a:pt x="725529" y="58207"/>
                </a:lnTo>
                <a:lnTo>
                  <a:pt x="703326" y="57750"/>
                </a:lnTo>
                <a:lnTo>
                  <a:pt x="681133" y="57274"/>
                </a:lnTo>
                <a:lnTo>
                  <a:pt x="658930" y="56769"/>
                </a:lnTo>
                <a:lnTo>
                  <a:pt x="636737" y="56236"/>
                </a:lnTo>
                <a:lnTo>
                  <a:pt x="614534" y="55674"/>
                </a:lnTo>
                <a:lnTo>
                  <a:pt x="592341" y="55074"/>
                </a:lnTo>
                <a:lnTo>
                  <a:pt x="570147" y="54445"/>
                </a:lnTo>
                <a:lnTo>
                  <a:pt x="547945" y="53788"/>
                </a:lnTo>
                <a:lnTo>
                  <a:pt x="525751" y="53083"/>
                </a:lnTo>
                <a:lnTo>
                  <a:pt x="503558" y="52349"/>
                </a:lnTo>
                <a:lnTo>
                  <a:pt x="481374" y="51578"/>
                </a:lnTo>
                <a:lnTo>
                  <a:pt x="459181" y="50759"/>
                </a:lnTo>
                <a:lnTo>
                  <a:pt x="436988" y="49901"/>
                </a:lnTo>
                <a:lnTo>
                  <a:pt x="414804" y="48997"/>
                </a:lnTo>
                <a:lnTo>
                  <a:pt x="392621" y="48035"/>
                </a:lnTo>
                <a:lnTo>
                  <a:pt x="370437" y="47025"/>
                </a:lnTo>
                <a:lnTo>
                  <a:pt x="348263" y="45958"/>
                </a:lnTo>
                <a:lnTo>
                  <a:pt x="326088" y="44834"/>
                </a:lnTo>
                <a:lnTo>
                  <a:pt x="303914" y="43634"/>
                </a:lnTo>
                <a:lnTo>
                  <a:pt x="281740" y="42358"/>
                </a:lnTo>
                <a:lnTo>
                  <a:pt x="259585" y="40996"/>
                </a:lnTo>
                <a:lnTo>
                  <a:pt x="237420" y="39538"/>
                </a:lnTo>
                <a:lnTo>
                  <a:pt x="215275" y="37986"/>
                </a:lnTo>
                <a:lnTo>
                  <a:pt x="193129" y="36300"/>
                </a:lnTo>
                <a:lnTo>
                  <a:pt x="171002" y="34471"/>
                </a:lnTo>
                <a:lnTo>
                  <a:pt x="148885" y="32480"/>
                </a:lnTo>
                <a:lnTo>
                  <a:pt x="126797" y="30270"/>
                </a:lnTo>
                <a:lnTo>
                  <a:pt x="104727" y="27813"/>
                </a:lnTo>
                <a:lnTo>
                  <a:pt x="82706" y="25003"/>
                </a:lnTo>
                <a:lnTo>
                  <a:pt x="60741" y="21698"/>
                </a:lnTo>
                <a:lnTo>
                  <a:pt x="38919" y="17621"/>
                </a:lnTo>
                <a:lnTo>
                  <a:pt x="17440" y="12021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38" name="funnel-step-cap-2">
            <a:extLst xmlns:a="http://schemas.openxmlformats.org/drawingml/2006/main">
              <a:ext uri="{FF2B5EF4-FFF2-40B4-BE49-F238E27FC236}">
                <a16:creationId xmlns:a16="http://schemas.microsoft.com/office/drawing/2014/main" id="{003BAA27-9729-4DDF-92AE-FAF5C76E3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451879" y="3629282"/>
            <a:ext cx="2335482" cy="17728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39" name="funnel-step-body-3">
            <a:extLst xmlns:a="http://schemas.openxmlformats.org/drawingml/2006/main">
              <a:ext uri="{FF2B5EF4-FFF2-40B4-BE49-F238E27FC236}">
                <a16:creationId xmlns:a16="http://schemas.microsoft.com/office/drawing/2014/main" id="{8BE4393E-5647-476D-9571-14FD7A718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648742" y="4319588"/>
            <a:ext cx="1941690" cy="533276"/>
          </a:xfrm>
          <a:custGeom xmlns:a="http://schemas.openxmlformats.org/drawingml/2006/main">
            <a:pathLst>
              <a:path w="1941690" h="533276">
                <a:moveTo>
                  <a:pt x="0" y="0"/>
                </a:moveTo>
                <a:lnTo>
                  <a:pt x="6953" y="17688"/>
                </a:lnTo>
                <a:lnTo>
                  <a:pt x="13907" y="35366"/>
                </a:lnTo>
                <a:lnTo>
                  <a:pt x="20860" y="53054"/>
                </a:lnTo>
                <a:lnTo>
                  <a:pt x="27813" y="70742"/>
                </a:lnTo>
                <a:lnTo>
                  <a:pt x="34766" y="88430"/>
                </a:lnTo>
                <a:lnTo>
                  <a:pt x="41720" y="106109"/>
                </a:lnTo>
                <a:lnTo>
                  <a:pt x="48682" y="123796"/>
                </a:lnTo>
                <a:lnTo>
                  <a:pt x="55636" y="141484"/>
                </a:lnTo>
                <a:lnTo>
                  <a:pt x="62589" y="159172"/>
                </a:lnTo>
                <a:lnTo>
                  <a:pt x="69542" y="176851"/>
                </a:lnTo>
                <a:lnTo>
                  <a:pt x="76495" y="194539"/>
                </a:lnTo>
                <a:lnTo>
                  <a:pt x="83449" y="212227"/>
                </a:lnTo>
                <a:lnTo>
                  <a:pt x="90402" y="229914"/>
                </a:lnTo>
                <a:lnTo>
                  <a:pt x="97355" y="247593"/>
                </a:lnTo>
                <a:lnTo>
                  <a:pt x="104308" y="265281"/>
                </a:lnTo>
                <a:lnTo>
                  <a:pt x="111262" y="282969"/>
                </a:lnTo>
                <a:lnTo>
                  <a:pt x="118215" y="300647"/>
                </a:lnTo>
                <a:lnTo>
                  <a:pt x="125168" y="318335"/>
                </a:lnTo>
                <a:lnTo>
                  <a:pt x="132121" y="336023"/>
                </a:lnTo>
                <a:lnTo>
                  <a:pt x="139084" y="353711"/>
                </a:lnTo>
                <a:lnTo>
                  <a:pt x="146037" y="371389"/>
                </a:lnTo>
                <a:lnTo>
                  <a:pt x="152991" y="389077"/>
                </a:lnTo>
                <a:lnTo>
                  <a:pt x="159944" y="406765"/>
                </a:lnTo>
                <a:lnTo>
                  <a:pt x="166897" y="424453"/>
                </a:lnTo>
                <a:lnTo>
                  <a:pt x="173850" y="442131"/>
                </a:lnTo>
                <a:lnTo>
                  <a:pt x="180804" y="459819"/>
                </a:lnTo>
                <a:lnTo>
                  <a:pt x="188185" y="477117"/>
                </a:lnTo>
                <a:lnTo>
                  <a:pt x="204702" y="486251"/>
                </a:lnTo>
                <a:lnTo>
                  <a:pt x="222856" y="491814"/>
                </a:lnTo>
                <a:lnTo>
                  <a:pt x="241383" y="496033"/>
                </a:lnTo>
                <a:lnTo>
                  <a:pt x="260071" y="499491"/>
                </a:lnTo>
                <a:lnTo>
                  <a:pt x="278844" y="502463"/>
                </a:lnTo>
                <a:lnTo>
                  <a:pt x="297666" y="505063"/>
                </a:lnTo>
                <a:lnTo>
                  <a:pt x="316525" y="507378"/>
                </a:lnTo>
                <a:lnTo>
                  <a:pt x="335413" y="509483"/>
                </a:lnTo>
                <a:lnTo>
                  <a:pt x="354320" y="511388"/>
                </a:lnTo>
                <a:lnTo>
                  <a:pt x="373247" y="513140"/>
                </a:lnTo>
                <a:lnTo>
                  <a:pt x="392182" y="514760"/>
                </a:lnTo>
                <a:lnTo>
                  <a:pt x="411128" y="516245"/>
                </a:lnTo>
                <a:lnTo>
                  <a:pt x="430073" y="517646"/>
                </a:lnTo>
                <a:lnTo>
                  <a:pt x="449037" y="518932"/>
                </a:lnTo>
                <a:lnTo>
                  <a:pt x="468001" y="520141"/>
                </a:lnTo>
                <a:lnTo>
                  <a:pt x="486966" y="521275"/>
                </a:lnTo>
                <a:lnTo>
                  <a:pt x="505939" y="522332"/>
                </a:lnTo>
                <a:lnTo>
                  <a:pt x="524923" y="523313"/>
                </a:lnTo>
                <a:lnTo>
                  <a:pt x="543906" y="524237"/>
                </a:lnTo>
                <a:lnTo>
                  <a:pt x="562889" y="525104"/>
                </a:lnTo>
                <a:lnTo>
                  <a:pt x="581873" y="525913"/>
                </a:lnTo>
                <a:lnTo>
                  <a:pt x="600856" y="526675"/>
                </a:lnTo>
                <a:lnTo>
                  <a:pt x="619849" y="527380"/>
                </a:lnTo>
                <a:lnTo>
                  <a:pt x="638842" y="528037"/>
                </a:lnTo>
                <a:lnTo>
                  <a:pt x="657835" y="528647"/>
                </a:lnTo>
                <a:lnTo>
                  <a:pt x="676827" y="529219"/>
                </a:lnTo>
                <a:lnTo>
                  <a:pt x="695830" y="529752"/>
                </a:lnTo>
                <a:lnTo>
                  <a:pt x="714823" y="530238"/>
                </a:lnTo>
                <a:lnTo>
                  <a:pt x="733825" y="530685"/>
                </a:lnTo>
                <a:lnTo>
                  <a:pt x="752818" y="531095"/>
                </a:lnTo>
                <a:lnTo>
                  <a:pt x="771820" y="531466"/>
                </a:lnTo>
                <a:lnTo>
                  <a:pt x="790823" y="531800"/>
                </a:lnTo>
                <a:lnTo>
                  <a:pt x="809825" y="532095"/>
                </a:lnTo>
                <a:lnTo>
                  <a:pt x="828827" y="532362"/>
                </a:lnTo>
                <a:lnTo>
                  <a:pt x="847830" y="532590"/>
                </a:lnTo>
                <a:lnTo>
                  <a:pt x="866832" y="532790"/>
                </a:lnTo>
                <a:lnTo>
                  <a:pt x="885835" y="532952"/>
                </a:lnTo>
                <a:lnTo>
                  <a:pt x="904837" y="533076"/>
                </a:lnTo>
                <a:lnTo>
                  <a:pt x="923839" y="533181"/>
                </a:lnTo>
                <a:lnTo>
                  <a:pt x="942842" y="533238"/>
                </a:lnTo>
                <a:lnTo>
                  <a:pt x="961844" y="533276"/>
                </a:lnTo>
                <a:lnTo>
                  <a:pt x="980846" y="533276"/>
                </a:lnTo>
                <a:lnTo>
                  <a:pt x="999849" y="533238"/>
                </a:lnTo>
                <a:lnTo>
                  <a:pt x="1018851" y="533171"/>
                </a:lnTo>
                <a:lnTo>
                  <a:pt x="1037854" y="533076"/>
                </a:lnTo>
                <a:lnTo>
                  <a:pt x="1056856" y="532943"/>
                </a:lnTo>
                <a:lnTo>
                  <a:pt x="1075868" y="532781"/>
                </a:lnTo>
                <a:lnTo>
                  <a:pt x="1094870" y="532581"/>
                </a:lnTo>
                <a:lnTo>
                  <a:pt x="1113863" y="532352"/>
                </a:lnTo>
                <a:lnTo>
                  <a:pt x="1132865" y="532086"/>
                </a:lnTo>
                <a:lnTo>
                  <a:pt x="1151868" y="531781"/>
                </a:lnTo>
                <a:lnTo>
                  <a:pt x="1170870" y="531447"/>
                </a:lnTo>
                <a:lnTo>
                  <a:pt x="1189873" y="531076"/>
                </a:lnTo>
                <a:lnTo>
                  <a:pt x="1208865" y="530666"/>
                </a:lnTo>
                <a:lnTo>
                  <a:pt x="1227868" y="530209"/>
                </a:lnTo>
                <a:lnTo>
                  <a:pt x="1246861" y="529723"/>
                </a:lnTo>
                <a:lnTo>
                  <a:pt x="1265863" y="529190"/>
                </a:lnTo>
                <a:lnTo>
                  <a:pt x="1284856" y="528618"/>
                </a:lnTo>
                <a:lnTo>
                  <a:pt x="1303849" y="528009"/>
                </a:lnTo>
                <a:lnTo>
                  <a:pt x="1322842" y="527342"/>
                </a:lnTo>
                <a:lnTo>
                  <a:pt x="1341834" y="526637"/>
                </a:lnTo>
                <a:lnTo>
                  <a:pt x="1360818" y="525875"/>
                </a:lnTo>
                <a:lnTo>
                  <a:pt x="1379801" y="525066"/>
                </a:lnTo>
                <a:lnTo>
                  <a:pt x="1398784" y="524199"/>
                </a:lnTo>
                <a:lnTo>
                  <a:pt x="1417768" y="523265"/>
                </a:lnTo>
                <a:lnTo>
                  <a:pt x="1436751" y="522275"/>
                </a:lnTo>
                <a:lnTo>
                  <a:pt x="1455725" y="521218"/>
                </a:lnTo>
                <a:lnTo>
                  <a:pt x="1474689" y="520084"/>
                </a:lnTo>
                <a:lnTo>
                  <a:pt x="1493653" y="518874"/>
                </a:lnTo>
                <a:lnTo>
                  <a:pt x="1512618" y="517579"/>
                </a:lnTo>
                <a:lnTo>
                  <a:pt x="1531563" y="516179"/>
                </a:lnTo>
                <a:lnTo>
                  <a:pt x="1550508" y="514683"/>
                </a:lnTo>
                <a:lnTo>
                  <a:pt x="1569444" y="513055"/>
                </a:lnTo>
                <a:lnTo>
                  <a:pt x="1588370" y="511302"/>
                </a:lnTo>
                <a:lnTo>
                  <a:pt x="1607268" y="509378"/>
                </a:lnTo>
                <a:lnTo>
                  <a:pt x="1626156" y="507273"/>
                </a:lnTo>
                <a:lnTo>
                  <a:pt x="1645015" y="504939"/>
                </a:lnTo>
                <a:lnTo>
                  <a:pt x="1663837" y="502320"/>
                </a:lnTo>
                <a:lnTo>
                  <a:pt x="1682610" y="499339"/>
                </a:lnTo>
                <a:lnTo>
                  <a:pt x="1701289" y="495843"/>
                </a:lnTo>
                <a:lnTo>
                  <a:pt x="1719805" y="491585"/>
                </a:lnTo>
                <a:lnTo>
                  <a:pt x="1737932" y="485927"/>
                </a:lnTo>
                <a:lnTo>
                  <a:pt x="1754210" y="476441"/>
                </a:lnTo>
                <a:lnTo>
                  <a:pt x="1761306" y="458962"/>
                </a:lnTo>
                <a:lnTo>
                  <a:pt x="1768259" y="441274"/>
                </a:lnTo>
                <a:lnTo>
                  <a:pt x="1775212" y="423586"/>
                </a:lnTo>
                <a:lnTo>
                  <a:pt x="1782166" y="405898"/>
                </a:lnTo>
                <a:lnTo>
                  <a:pt x="1789119" y="388220"/>
                </a:lnTo>
                <a:lnTo>
                  <a:pt x="1796072" y="370532"/>
                </a:lnTo>
                <a:lnTo>
                  <a:pt x="1803025" y="352844"/>
                </a:lnTo>
                <a:lnTo>
                  <a:pt x="1809979" y="335166"/>
                </a:lnTo>
                <a:lnTo>
                  <a:pt x="1816932" y="317478"/>
                </a:lnTo>
                <a:lnTo>
                  <a:pt x="1823885" y="299790"/>
                </a:lnTo>
                <a:lnTo>
                  <a:pt x="1830838" y="282102"/>
                </a:lnTo>
                <a:lnTo>
                  <a:pt x="1837792" y="264424"/>
                </a:lnTo>
                <a:lnTo>
                  <a:pt x="1844745" y="246736"/>
                </a:lnTo>
                <a:lnTo>
                  <a:pt x="1851708" y="229048"/>
                </a:lnTo>
                <a:lnTo>
                  <a:pt x="1858661" y="211360"/>
                </a:lnTo>
                <a:lnTo>
                  <a:pt x="1865614" y="193681"/>
                </a:lnTo>
                <a:lnTo>
                  <a:pt x="1872567" y="175993"/>
                </a:lnTo>
                <a:lnTo>
                  <a:pt x="1879521" y="158306"/>
                </a:lnTo>
                <a:lnTo>
                  <a:pt x="1886474" y="140627"/>
                </a:lnTo>
                <a:lnTo>
                  <a:pt x="1893427" y="122939"/>
                </a:lnTo>
                <a:lnTo>
                  <a:pt x="1900380" y="105251"/>
                </a:lnTo>
                <a:lnTo>
                  <a:pt x="1907334" y="87563"/>
                </a:lnTo>
                <a:lnTo>
                  <a:pt x="1914287" y="69885"/>
                </a:lnTo>
                <a:lnTo>
                  <a:pt x="1921240" y="52197"/>
                </a:lnTo>
                <a:lnTo>
                  <a:pt x="1928193" y="34509"/>
                </a:lnTo>
                <a:lnTo>
                  <a:pt x="1935147" y="16821"/>
                </a:lnTo>
                <a:lnTo>
                  <a:pt x="1941690" y="924"/>
                </a:lnTo>
                <a:lnTo>
                  <a:pt x="1927117" y="12078"/>
                </a:lnTo>
                <a:lnTo>
                  <a:pt x="1908991" y="17736"/>
                </a:lnTo>
                <a:lnTo>
                  <a:pt x="1890436" y="21860"/>
                </a:lnTo>
                <a:lnTo>
                  <a:pt x="1871739" y="25203"/>
                </a:lnTo>
                <a:lnTo>
                  <a:pt x="1852946" y="28061"/>
                </a:lnTo>
                <a:lnTo>
                  <a:pt x="1834105" y="30556"/>
                </a:lnTo>
                <a:lnTo>
                  <a:pt x="1815236" y="32785"/>
                </a:lnTo>
                <a:lnTo>
                  <a:pt x="1796339" y="34804"/>
                </a:lnTo>
                <a:lnTo>
                  <a:pt x="1777432" y="36652"/>
                </a:lnTo>
                <a:lnTo>
                  <a:pt x="1758506" y="38357"/>
                </a:lnTo>
                <a:lnTo>
                  <a:pt x="1739560" y="39929"/>
                </a:lnTo>
                <a:lnTo>
                  <a:pt x="1720615" y="41396"/>
                </a:lnTo>
                <a:lnTo>
                  <a:pt x="1701660" y="42767"/>
                </a:lnTo>
                <a:lnTo>
                  <a:pt x="1682706" y="44053"/>
                </a:lnTo>
                <a:lnTo>
                  <a:pt x="1663741" y="45263"/>
                </a:lnTo>
                <a:lnTo>
                  <a:pt x="1644767" y="46396"/>
                </a:lnTo>
                <a:lnTo>
                  <a:pt x="1625794" y="47473"/>
                </a:lnTo>
                <a:lnTo>
                  <a:pt x="1606820" y="48492"/>
                </a:lnTo>
                <a:lnTo>
                  <a:pt x="1587837" y="49444"/>
                </a:lnTo>
                <a:lnTo>
                  <a:pt x="1568863" y="50359"/>
                </a:lnTo>
                <a:lnTo>
                  <a:pt x="1549870" y="51216"/>
                </a:lnTo>
                <a:lnTo>
                  <a:pt x="1530887" y="52035"/>
                </a:lnTo>
                <a:lnTo>
                  <a:pt x="1511903" y="52807"/>
                </a:lnTo>
                <a:lnTo>
                  <a:pt x="1492910" y="53540"/>
                </a:lnTo>
                <a:lnTo>
                  <a:pt x="1473918" y="54226"/>
                </a:lnTo>
                <a:lnTo>
                  <a:pt x="1454925" y="54883"/>
                </a:lnTo>
                <a:lnTo>
                  <a:pt x="1435932" y="55512"/>
                </a:lnTo>
                <a:lnTo>
                  <a:pt x="1416939" y="56093"/>
                </a:lnTo>
                <a:lnTo>
                  <a:pt x="1397946" y="56655"/>
                </a:lnTo>
                <a:lnTo>
                  <a:pt x="1378953" y="57179"/>
                </a:lnTo>
                <a:lnTo>
                  <a:pt x="1359951" y="57674"/>
                </a:lnTo>
                <a:lnTo>
                  <a:pt x="1340958" y="58141"/>
                </a:lnTo>
                <a:lnTo>
                  <a:pt x="1321956" y="58588"/>
                </a:lnTo>
                <a:lnTo>
                  <a:pt x="1302963" y="58998"/>
                </a:lnTo>
                <a:lnTo>
                  <a:pt x="1283960" y="59388"/>
                </a:lnTo>
                <a:lnTo>
                  <a:pt x="1264958" y="59750"/>
                </a:lnTo>
                <a:lnTo>
                  <a:pt x="1245956" y="60084"/>
                </a:lnTo>
                <a:lnTo>
                  <a:pt x="1226953" y="60389"/>
                </a:lnTo>
                <a:lnTo>
                  <a:pt x="1207961" y="60674"/>
                </a:lnTo>
                <a:lnTo>
                  <a:pt x="1188958" y="60941"/>
                </a:lnTo>
                <a:lnTo>
                  <a:pt x="1169956" y="61179"/>
                </a:lnTo>
                <a:lnTo>
                  <a:pt x="1150953" y="61398"/>
                </a:lnTo>
                <a:lnTo>
                  <a:pt x="1131951" y="61598"/>
                </a:lnTo>
                <a:lnTo>
                  <a:pt x="1112949" y="61760"/>
                </a:lnTo>
                <a:lnTo>
                  <a:pt x="1093946" y="61913"/>
                </a:lnTo>
                <a:lnTo>
                  <a:pt x="1074934" y="62046"/>
                </a:lnTo>
                <a:lnTo>
                  <a:pt x="1055932" y="62151"/>
                </a:lnTo>
                <a:lnTo>
                  <a:pt x="1036930" y="62236"/>
                </a:lnTo>
                <a:lnTo>
                  <a:pt x="1017927" y="62303"/>
                </a:lnTo>
                <a:lnTo>
                  <a:pt x="998925" y="62341"/>
                </a:lnTo>
                <a:lnTo>
                  <a:pt x="979922" y="62360"/>
                </a:lnTo>
                <a:lnTo>
                  <a:pt x="960920" y="62360"/>
                </a:lnTo>
                <a:lnTo>
                  <a:pt x="941918" y="62341"/>
                </a:lnTo>
                <a:lnTo>
                  <a:pt x="922915" y="62294"/>
                </a:lnTo>
                <a:lnTo>
                  <a:pt x="903913" y="62227"/>
                </a:lnTo>
                <a:lnTo>
                  <a:pt x="884911" y="62141"/>
                </a:lnTo>
                <a:lnTo>
                  <a:pt x="865899" y="62036"/>
                </a:lnTo>
                <a:lnTo>
                  <a:pt x="846896" y="61903"/>
                </a:lnTo>
                <a:lnTo>
                  <a:pt x="827894" y="61760"/>
                </a:lnTo>
                <a:lnTo>
                  <a:pt x="808892" y="61589"/>
                </a:lnTo>
                <a:lnTo>
                  <a:pt x="789889" y="61389"/>
                </a:lnTo>
                <a:lnTo>
                  <a:pt x="770887" y="61170"/>
                </a:lnTo>
                <a:lnTo>
                  <a:pt x="751884" y="60931"/>
                </a:lnTo>
                <a:lnTo>
                  <a:pt x="732882" y="60665"/>
                </a:lnTo>
                <a:lnTo>
                  <a:pt x="713889" y="60379"/>
                </a:lnTo>
                <a:lnTo>
                  <a:pt x="694887" y="60065"/>
                </a:lnTo>
                <a:lnTo>
                  <a:pt x="675884" y="59731"/>
                </a:lnTo>
                <a:lnTo>
                  <a:pt x="656882" y="59369"/>
                </a:lnTo>
                <a:lnTo>
                  <a:pt x="637889" y="58979"/>
                </a:lnTo>
                <a:lnTo>
                  <a:pt x="618887" y="58569"/>
                </a:lnTo>
                <a:lnTo>
                  <a:pt x="599885" y="58122"/>
                </a:lnTo>
                <a:lnTo>
                  <a:pt x="580892" y="57655"/>
                </a:lnTo>
                <a:lnTo>
                  <a:pt x="561889" y="57160"/>
                </a:lnTo>
                <a:lnTo>
                  <a:pt x="542896" y="56626"/>
                </a:lnTo>
                <a:lnTo>
                  <a:pt x="523904" y="56074"/>
                </a:lnTo>
                <a:lnTo>
                  <a:pt x="504911" y="55483"/>
                </a:lnTo>
                <a:lnTo>
                  <a:pt x="485918" y="54854"/>
                </a:lnTo>
                <a:lnTo>
                  <a:pt x="466925" y="54197"/>
                </a:lnTo>
                <a:lnTo>
                  <a:pt x="447932" y="53502"/>
                </a:lnTo>
                <a:lnTo>
                  <a:pt x="428939" y="52769"/>
                </a:lnTo>
                <a:lnTo>
                  <a:pt x="409956" y="51997"/>
                </a:lnTo>
                <a:lnTo>
                  <a:pt x="390973" y="51178"/>
                </a:lnTo>
                <a:lnTo>
                  <a:pt x="371989" y="50311"/>
                </a:lnTo>
                <a:lnTo>
                  <a:pt x="353006" y="49406"/>
                </a:lnTo>
                <a:lnTo>
                  <a:pt x="334023" y="48435"/>
                </a:lnTo>
                <a:lnTo>
                  <a:pt x="315049" y="47425"/>
                </a:lnTo>
                <a:lnTo>
                  <a:pt x="296075" y="46349"/>
                </a:lnTo>
                <a:lnTo>
                  <a:pt x="277111" y="45206"/>
                </a:lnTo>
                <a:lnTo>
                  <a:pt x="258147" y="43996"/>
                </a:lnTo>
                <a:lnTo>
                  <a:pt x="239182" y="42710"/>
                </a:lnTo>
                <a:lnTo>
                  <a:pt x="220228" y="41329"/>
                </a:lnTo>
                <a:lnTo>
                  <a:pt x="201282" y="39853"/>
                </a:lnTo>
                <a:lnTo>
                  <a:pt x="182347" y="38271"/>
                </a:lnTo>
                <a:lnTo>
                  <a:pt x="163420" y="36566"/>
                </a:lnTo>
                <a:lnTo>
                  <a:pt x="144504" y="34719"/>
                </a:lnTo>
                <a:lnTo>
                  <a:pt x="125616" y="32680"/>
                </a:lnTo>
                <a:lnTo>
                  <a:pt x="106737" y="30442"/>
                </a:lnTo>
                <a:lnTo>
                  <a:pt x="87906" y="27927"/>
                </a:lnTo>
                <a:lnTo>
                  <a:pt x="69123" y="25060"/>
                </a:lnTo>
                <a:lnTo>
                  <a:pt x="50416" y="21679"/>
                </a:lnTo>
                <a:lnTo>
                  <a:pt x="31880" y="17497"/>
                </a:lnTo>
                <a:lnTo>
                  <a:pt x="13792" y="11735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40" name="funnel-step-cap-3">
            <a:extLst xmlns:a="http://schemas.openxmlformats.org/drawingml/2006/main">
              <a:ext uri="{FF2B5EF4-FFF2-40B4-BE49-F238E27FC236}">
                <a16:creationId xmlns:a16="http://schemas.microsoft.com/office/drawing/2014/main" id="{9E9CB57C-85DA-4F44-A057-B6962690C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648751" y="4230938"/>
            <a:ext cx="1941747" cy="17728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7EAC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41" name="funnel-step-body-4">
            <a:extLst xmlns:a="http://schemas.openxmlformats.org/drawingml/2006/main">
              <a:ext uri="{FF2B5EF4-FFF2-40B4-BE49-F238E27FC236}">
                <a16:creationId xmlns:a16="http://schemas.microsoft.com/office/drawing/2014/main" id="{97D1A493-4E5E-4D3F-A0EA-DE2DDE1A9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833908" y="4921282"/>
            <a:ext cx="1569682" cy="533210"/>
          </a:xfrm>
          <a:custGeom xmlns:a="http://schemas.openxmlformats.org/drawingml/2006/main">
            <a:pathLst>
              <a:path w="1569682" h="533210">
                <a:moveTo>
                  <a:pt x="0" y="0"/>
                </a:moveTo>
                <a:lnTo>
                  <a:pt x="6677" y="17783"/>
                </a:lnTo>
                <a:lnTo>
                  <a:pt x="13364" y="35557"/>
                </a:lnTo>
                <a:lnTo>
                  <a:pt x="20041" y="53340"/>
                </a:lnTo>
                <a:lnTo>
                  <a:pt x="26727" y="71114"/>
                </a:lnTo>
                <a:lnTo>
                  <a:pt x="33404" y="88897"/>
                </a:lnTo>
                <a:lnTo>
                  <a:pt x="40091" y="106680"/>
                </a:lnTo>
                <a:lnTo>
                  <a:pt x="46768" y="124454"/>
                </a:lnTo>
                <a:lnTo>
                  <a:pt x="53454" y="142237"/>
                </a:lnTo>
                <a:lnTo>
                  <a:pt x="60131" y="160010"/>
                </a:lnTo>
                <a:lnTo>
                  <a:pt x="66818" y="177794"/>
                </a:lnTo>
                <a:lnTo>
                  <a:pt x="73495" y="195577"/>
                </a:lnTo>
                <a:lnTo>
                  <a:pt x="80181" y="213350"/>
                </a:lnTo>
                <a:lnTo>
                  <a:pt x="86858" y="231134"/>
                </a:lnTo>
                <a:lnTo>
                  <a:pt x="93545" y="248907"/>
                </a:lnTo>
                <a:lnTo>
                  <a:pt x="100222" y="266690"/>
                </a:lnTo>
                <a:lnTo>
                  <a:pt x="106909" y="284474"/>
                </a:lnTo>
                <a:lnTo>
                  <a:pt x="113586" y="302247"/>
                </a:lnTo>
                <a:lnTo>
                  <a:pt x="120272" y="320030"/>
                </a:lnTo>
                <a:lnTo>
                  <a:pt x="126949" y="337814"/>
                </a:lnTo>
                <a:lnTo>
                  <a:pt x="133636" y="355587"/>
                </a:lnTo>
                <a:lnTo>
                  <a:pt x="140313" y="373370"/>
                </a:lnTo>
                <a:lnTo>
                  <a:pt x="146999" y="391144"/>
                </a:lnTo>
                <a:lnTo>
                  <a:pt x="153676" y="408927"/>
                </a:lnTo>
                <a:lnTo>
                  <a:pt x="160363" y="426710"/>
                </a:lnTo>
                <a:lnTo>
                  <a:pt x="167040" y="444484"/>
                </a:lnTo>
                <a:lnTo>
                  <a:pt x="173726" y="462267"/>
                </a:lnTo>
                <a:lnTo>
                  <a:pt x="181337" y="479327"/>
                </a:lnTo>
                <a:lnTo>
                  <a:pt x="197739" y="488709"/>
                </a:lnTo>
                <a:lnTo>
                  <a:pt x="215751" y="494709"/>
                </a:lnTo>
                <a:lnTo>
                  <a:pt x="234182" y="499281"/>
                </a:lnTo>
                <a:lnTo>
                  <a:pt x="252803" y="503034"/>
                </a:lnTo>
                <a:lnTo>
                  <a:pt x="271520" y="506225"/>
                </a:lnTo>
                <a:lnTo>
                  <a:pt x="290312" y="509006"/>
                </a:lnTo>
                <a:lnTo>
                  <a:pt x="309143" y="511483"/>
                </a:lnTo>
                <a:lnTo>
                  <a:pt x="328003" y="513693"/>
                </a:lnTo>
                <a:lnTo>
                  <a:pt x="346891" y="515693"/>
                </a:lnTo>
                <a:lnTo>
                  <a:pt x="365798" y="517503"/>
                </a:lnTo>
                <a:lnTo>
                  <a:pt x="384724" y="519160"/>
                </a:lnTo>
                <a:lnTo>
                  <a:pt x="403650" y="520675"/>
                </a:lnTo>
                <a:lnTo>
                  <a:pt x="422596" y="522065"/>
                </a:lnTo>
                <a:lnTo>
                  <a:pt x="441550" y="523342"/>
                </a:lnTo>
                <a:lnTo>
                  <a:pt x="460505" y="524513"/>
                </a:lnTo>
                <a:lnTo>
                  <a:pt x="479469" y="525590"/>
                </a:lnTo>
                <a:lnTo>
                  <a:pt x="498434" y="526580"/>
                </a:lnTo>
                <a:lnTo>
                  <a:pt x="517408" y="527485"/>
                </a:lnTo>
                <a:lnTo>
                  <a:pt x="536381" y="528314"/>
                </a:lnTo>
                <a:lnTo>
                  <a:pt x="555365" y="529057"/>
                </a:lnTo>
                <a:lnTo>
                  <a:pt x="574338" y="529742"/>
                </a:lnTo>
                <a:lnTo>
                  <a:pt x="593331" y="530352"/>
                </a:lnTo>
                <a:lnTo>
                  <a:pt x="612315" y="530904"/>
                </a:lnTo>
                <a:lnTo>
                  <a:pt x="631298" y="531390"/>
                </a:lnTo>
                <a:lnTo>
                  <a:pt x="650291" y="531809"/>
                </a:lnTo>
                <a:lnTo>
                  <a:pt x="669274" y="532181"/>
                </a:lnTo>
                <a:lnTo>
                  <a:pt x="688267" y="532495"/>
                </a:lnTo>
                <a:lnTo>
                  <a:pt x="707260" y="532743"/>
                </a:lnTo>
                <a:lnTo>
                  <a:pt x="726253" y="532943"/>
                </a:lnTo>
                <a:lnTo>
                  <a:pt x="745246" y="533086"/>
                </a:lnTo>
                <a:lnTo>
                  <a:pt x="764238" y="533171"/>
                </a:lnTo>
                <a:lnTo>
                  <a:pt x="783231" y="533210"/>
                </a:lnTo>
                <a:lnTo>
                  <a:pt x="802224" y="533190"/>
                </a:lnTo>
                <a:lnTo>
                  <a:pt x="821217" y="533114"/>
                </a:lnTo>
                <a:lnTo>
                  <a:pt x="840210" y="532981"/>
                </a:lnTo>
                <a:lnTo>
                  <a:pt x="859203" y="532800"/>
                </a:lnTo>
                <a:lnTo>
                  <a:pt x="878195" y="532562"/>
                </a:lnTo>
                <a:lnTo>
                  <a:pt x="897188" y="532267"/>
                </a:lnTo>
                <a:lnTo>
                  <a:pt x="916181" y="531914"/>
                </a:lnTo>
                <a:lnTo>
                  <a:pt x="935165" y="531505"/>
                </a:lnTo>
                <a:lnTo>
                  <a:pt x="954157" y="531038"/>
                </a:lnTo>
                <a:lnTo>
                  <a:pt x="973141" y="530504"/>
                </a:lnTo>
                <a:lnTo>
                  <a:pt x="992124" y="529904"/>
                </a:lnTo>
                <a:lnTo>
                  <a:pt x="1011107" y="529247"/>
                </a:lnTo>
                <a:lnTo>
                  <a:pt x="1030091" y="528514"/>
                </a:lnTo>
                <a:lnTo>
                  <a:pt x="1049064" y="527704"/>
                </a:lnTo>
                <a:lnTo>
                  <a:pt x="1068038" y="526818"/>
                </a:lnTo>
                <a:lnTo>
                  <a:pt x="1087003" y="525856"/>
                </a:lnTo>
                <a:lnTo>
                  <a:pt x="1105967" y="524799"/>
                </a:lnTo>
                <a:lnTo>
                  <a:pt x="1124931" y="523665"/>
                </a:lnTo>
                <a:lnTo>
                  <a:pt x="1143876" y="522408"/>
                </a:lnTo>
                <a:lnTo>
                  <a:pt x="1162822" y="521046"/>
                </a:lnTo>
                <a:lnTo>
                  <a:pt x="1181757" y="519570"/>
                </a:lnTo>
                <a:lnTo>
                  <a:pt x="1200683" y="517950"/>
                </a:lnTo>
                <a:lnTo>
                  <a:pt x="1219591" y="516179"/>
                </a:lnTo>
                <a:lnTo>
                  <a:pt x="1238488" y="514236"/>
                </a:lnTo>
                <a:lnTo>
                  <a:pt x="1257357" y="512083"/>
                </a:lnTo>
                <a:lnTo>
                  <a:pt x="1276198" y="509683"/>
                </a:lnTo>
                <a:lnTo>
                  <a:pt x="1295000" y="506987"/>
                </a:lnTo>
                <a:lnTo>
                  <a:pt x="1313745" y="503911"/>
                </a:lnTo>
                <a:lnTo>
                  <a:pt x="1332395" y="500329"/>
                </a:lnTo>
                <a:lnTo>
                  <a:pt x="1350893" y="496005"/>
                </a:lnTo>
                <a:lnTo>
                  <a:pt x="1369057" y="490480"/>
                </a:lnTo>
                <a:lnTo>
                  <a:pt x="1386183" y="482384"/>
                </a:lnTo>
                <a:lnTo>
                  <a:pt x="1395965" y="466916"/>
                </a:lnTo>
                <a:lnTo>
                  <a:pt x="1402642" y="449132"/>
                </a:lnTo>
                <a:lnTo>
                  <a:pt x="1409329" y="431359"/>
                </a:lnTo>
                <a:lnTo>
                  <a:pt x="1416006" y="413576"/>
                </a:lnTo>
                <a:lnTo>
                  <a:pt x="1422692" y="395802"/>
                </a:lnTo>
                <a:lnTo>
                  <a:pt x="1429369" y="378019"/>
                </a:lnTo>
                <a:lnTo>
                  <a:pt x="1436056" y="360236"/>
                </a:lnTo>
                <a:lnTo>
                  <a:pt x="1442733" y="342462"/>
                </a:lnTo>
                <a:lnTo>
                  <a:pt x="1449419" y="324679"/>
                </a:lnTo>
                <a:lnTo>
                  <a:pt x="1456096" y="306905"/>
                </a:lnTo>
                <a:lnTo>
                  <a:pt x="1462783" y="289122"/>
                </a:lnTo>
                <a:lnTo>
                  <a:pt x="1469460" y="271339"/>
                </a:lnTo>
                <a:lnTo>
                  <a:pt x="1476146" y="253565"/>
                </a:lnTo>
                <a:lnTo>
                  <a:pt x="1482823" y="235782"/>
                </a:lnTo>
                <a:lnTo>
                  <a:pt x="1489510" y="218008"/>
                </a:lnTo>
                <a:lnTo>
                  <a:pt x="1496187" y="200225"/>
                </a:lnTo>
                <a:lnTo>
                  <a:pt x="1502874" y="182442"/>
                </a:lnTo>
                <a:lnTo>
                  <a:pt x="1509551" y="164668"/>
                </a:lnTo>
                <a:lnTo>
                  <a:pt x="1516237" y="146885"/>
                </a:lnTo>
                <a:lnTo>
                  <a:pt x="1522914" y="129111"/>
                </a:lnTo>
                <a:lnTo>
                  <a:pt x="1529601" y="111328"/>
                </a:lnTo>
                <a:lnTo>
                  <a:pt x="1536278" y="93545"/>
                </a:lnTo>
                <a:lnTo>
                  <a:pt x="1542964" y="75771"/>
                </a:lnTo>
                <a:lnTo>
                  <a:pt x="1549641" y="57988"/>
                </a:lnTo>
                <a:lnTo>
                  <a:pt x="1556318" y="40215"/>
                </a:lnTo>
                <a:lnTo>
                  <a:pt x="1563005" y="22431"/>
                </a:lnTo>
                <a:lnTo>
                  <a:pt x="1569682" y="4648"/>
                </a:lnTo>
                <a:lnTo>
                  <a:pt x="1562852" y="10325"/>
                </a:lnTo>
                <a:lnTo>
                  <a:pt x="1545336" y="17574"/>
                </a:lnTo>
                <a:lnTo>
                  <a:pt x="1527000" y="22527"/>
                </a:lnTo>
                <a:lnTo>
                  <a:pt x="1508417" y="26422"/>
                </a:lnTo>
                <a:lnTo>
                  <a:pt x="1489700" y="29670"/>
                </a:lnTo>
                <a:lnTo>
                  <a:pt x="1470917" y="32490"/>
                </a:lnTo>
                <a:lnTo>
                  <a:pt x="1452086" y="34976"/>
                </a:lnTo>
                <a:lnTo>
                  <a:pt x="1433227" y="37205"/>
                </a:lnTo>
                <a:lnTo>
                  <a:pt x="1414339" y="39233"/>
                </a:lnTo>
                <a:lnTo>
                  <a:pt x="1395441" y="41081"/>
                </a:lnTo>
                <a:lnTo>
                  <a:pt x="1376524" y="42777"/>
                </a:lnTo>
                <a:lnTo>
                  <a:pt x="1357589" y="44339"/>
                </a:lnTo>
                <a:lnTo>
                  <a:pt x="1338653" y="45796"/>
                </a:lnTo>
                <a:lnTo>
                  <a:pt x="1319708" y="47149"/>
                </a:lnTo>
                <a:lnTo>
                  <a:pt x="1300753" y="48406"/>
                </a:lnTo>
                <a:lnTo>
                  <a:pt x="1281798" y="49587"/>
                </a:lnTo>
                <a:lnTo>
                  <a:pt x="1262844" y="50683"/>
                </a:lnTo>
                <a:lnTo>
                  <a:pt x="1243870" y="51711"/>
                </a:lnTo>
                <a:lnTo>
                  <a:pt x="1224905" y="52673"/>
                </a:lnTo>
                <a:lnTo>
                  <a:pt x="1205932" y="53578"/>
                </a:lnTo>
                <a:lnTo>
                  <a:pt x="1186958" y="54426"/>
                </a:lnTo>
                <a:lnTo>
                  <a:pt x="1167984" y="55207"/>
                </a:lnTo>
                <a:lnTo>
                  <a:pt x="1149001" y="55950"/>
                </a:lnTo>
                <a:lnTo>
                  <a:pt x="1130017" y="56636"/>
                </a:lnTo>
                <a:lnTo>
                  <a:pt x="1111034" y="57283"/>
                </a:lnTo>
                <a:lnTo>
                  <a:pt x="1092051" y="57874"/>
                </a:lnTo>
                <a:lnTo>
                  <a:pt x="1073067" y="58436"/>
                </a:lnTo>
                <a:lnTo>
                  <a:pt x="1054084" y="58941"/>
                </a:lnTo>
                <a:lnTo>
                  <a:pt x="1035091" y="59417"/>
                </a:lnTo>
                <a:lnTo>
                  <a:pt x="1016108" y="59846"/>
                </a:lnTo>
                <a:lnTo>
                  <a:pt x="997115" y="60246"/>
                </a:lnTo>
                <a:lnTo>
                  <a:pt x="978122" y="60598"/>
                </a:lnTo>
                <a:lnTo>
                  <a:pt x="959139" y="60922"/>
                </a:lnTo>
                <a:lnTo>
                  <a:pt x="940146" y="61208"/>
                </a:lnTo>
                <a:lnTo>
                  <a:pt x="921153" y="61455"/>
                </a:lnTo>
                <a:lnTo>
                  <a:pt x="902160" y="61674"/>
                </a:lnTo>
                <a:lnTo>
                  <a:pt x="883168" y="61865"/>
                </a:lnTo>
                <a:lnTo>
                  <a:pt x="864175" y="62017"/>
                </a:lnTo>
                <a:lnTo>
                  <a:pt x="845182" y="62132"/>
                </a:lnTo>
                <a:lnTo>
                  <a:pt x="826189" y="62217"/>
                </a:lnTo>
                <a:lnTo>
                  <a:pt x="807196" y="62274"/>
                </a:lnTo>
                <a:lnTo>
                  <a:pt x="788203" y="62294"/>
                </a:lnTo>
                <a:lnTo>
                  <a:pt x="769210" y="62284"/>
                </a:lnTo>
                <a:lnTo>
                  <a:pt x="750218" y="62236"/>
                </a:lnTo>
                <a:lnTo>
                  <a:pt x="731225" y="62160"/>
                </a:lnTo>
                <a:lnTo>
                  <a:pt x="712232" y="62055"/>
                </a:lnTo>
                <a:lnTo>
                  <a:pt x="693239" y="61913"/>
                </a:lnTo>
                <a:lnTo>
                  <a:pt x="674246" y="61732"/>
                </a:lnTo>
                <a:lnTo>
                  <a:pt x="655253" y="61522"/>
                </a:lnTo>
                <a:lnTo>
                  <a:pt x="636260" y="61274"/>
                </a:lnTo>
                <a:lnTo>
                  <a:pt x="617268" y="60998"/>
                </a:lnTo>
                <a:lnTo>
                  <a:pt x="598275" y="60684"/>
                </a:lnTo>
                <a:lnTo>
                  <a:pt x="579282" y="60341"/>
                </a:lnTo>
                <a:lnTo>
                  <a:pt x="560299" y="59950"/>
                </a:lnTo>
                <a:lnTo>
                  <a:pt x="541306" y="59531"/>
                </a:lnTo>
                <a:lnTo>
                  <a:pt x="522322" y="59065"/>
                </a:lnTo>
                <a:lnTo>
                  <a:pt x="503330" y="58569"/>
                </a:lnTo>
                <a:lnTo>
                  <a:pt x="484346" y="58026"/>
                </a:lnTo>
                <a:lnTo>
                  <a:pt x="465363" y="57436"/>
                </a:lnTo>
                <a:lnTo>
                  <a:pt x="446380" y="56817"/>
                </a:lnTo>
                <a:lnTo>
                  <a:pt x="427396" y="56131"/>
                </a:lnTo>
                <a:lnTo>
                  <a:pt x="408422" y="55407"/>
                </a:lnTo>
                <a:lnTo>
                  <a:pt x="389439" y="54635"/>
                </a:lnTo>
                <a:lnTo>
                  <a:pt x="370465" y="53807"/>
                </a:lnTo>
                <a:lnTo>
                  <a:pt x="351492" y="52921"/>
                </a:lnTo>
                <a:lnTo>
                  <a:pt x="332527" y="51978"/>
                </a:lnTo>
                <a:lnTo>
                  <a:pt x="313553" y="50959"/>
                </a:lnTo>
                <a:lnTo>
                  <a:pt x="294589" y="49873"/>
                </a:lnTo>
                <a:lnTo>
                  <a:pt x="275634" y="48720"/>
                </a:lnTo>
                <a:lnTo>
                  <a:pt x="256680" y="47482"/>
                </a:lnTo>
                <a:lnTo>
                  <a:pt x="237734" y="46158"/>
                </a:lnTo>
                <a:lnTo>
                  <a:pt x="218799" y="44739"/>
                </a:lnTo>
                <a:lnTo>
                  <a:pt x="199863" y="43196"/>
                </a:lnTo>
                <a:lnTo>
                  <a:pt x="180946" y="41539"/>
                </a:lnTo>
                <a:lnTo>
                  <a:pt x="162039" y="39729"/>
                </a:lnTo>
                <a:lnTo>
                  <a:pt x="143142" y="37757"/>
                </a:lnTo>
                <a:lnTo>
                  <a:pt x="124273" y="35585"/>
                </a:lnTo>
                <a:lnTo>
                  <a:pt x="105442" y="33166"/>
                </a:lnTo>
                <a:lnTo>
                  <a:pt x="86639" y="30442"/>
                </a:lnTo>
                <a:lnTo>
                  <a:pt x="67904" y="27318"/>
                </a:lnTo>
                <a:lnTo>
                  <a:pt x="49282" y="23622"/>
                </a:lnTo>
                <a:lnTo>
                  <a:pt x="30851" y="19012"/>
                </a:lnTo>
                <a:lnTo>
                  <a:pt x="12992" y="12611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42" name="funnel-step-cap-4">
            <a:extLst xmlns:a="http://schemas.openxmlformats.org/drawingml/2006/main">
              <a:ext uri="{FF2B5EF4-FFF2-40B4-BE49-F238E27FC236}">
                <a16:creationId xmlns:a16="http://schemas.microsoft.com/office/drawing/2014/main" id="{9A1F5A4D-CA51-4350-810B-E4277C20B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833917" y="4832604"/>
            <a:ext cx="1571406" cy="17728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7EAC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43" name="funnel-step-body-5">
            <a:extLst xmlns:a="http://schemas.openxmlformats.org/drawingml/2006/main">
              <a:ext uri="{FF2B5EF4-FFF2-40B4-BE49-F238E27FC236}">
                <a16:creationId xmlns:a16="http://schemas.microsoft.com/office/drawing/2014/main" id="{8397A3CA-7858-4631-BA49-242836EE4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10882" y="5522881"/>
            <a:ext cx="1214199" cy="533276"/>
          </a:xfrm>
          <a:custGeom xmlns:a="http://schemas.openxmlformats.org/drawingml/2006/main">
            <a:pathLst>
              <a:path w="1214199" h="533276">
                <a:moveTo>
                  <a:pt x="0" y="0"/>
                </a:moveTo>
                <a:lnTo>
                  <a:pt x="6458" y="17821"/>
                </a:lnTo>
                <a:lnTo>
                  <a:pt x="12906" y="35633"/>
                </a:lnTo>
                <a:lnTo>
                  <a:pt x="19364" y="53454"/>
                </a:lnTo>
                <a:lnTo>
                  <a:pt x="25822" y="71276"/>
                </a:lnTo>
                <a:lnTo>
                  <a:pt x="32271" y="89097"/>
                </a:lnTo>
                <a:lnTo>
                  <a:pt x="38729" y="106909"/>
                </a:lnTo>
                <a:lnTo>
                  <a:pt x="45187" y="124730"/>
                </a:lnTo>
                <a:lnTo>
                  <a:pt x="51635" y="142551"/>
                </a:lnTo>
                <a:lnTo>
                  <a:pt x="58093" y="160372"/>
                </a:lnTo>
                <a:lnTo>
                  <a:pt x="64551" y="178184"/>
                </a:lnTo>
                <a:lnTo>
                  <a:pt x="71009" y="196005"/>
                </a:lnTo>
                <a:lnTo>
                  <a:pt x="77457" y="213827"/>
                </a:lnTo>
                <a:lnTo>
                  <a:pt x="83915" y="231638"/>
                </a:lnTo>
                <a:lnTo>
                  <a:pt x="90373" y="249460"/>
                </a:lnTo>
                <a:lnTo>
                  <a:pt x="96822" y="267281"/>
                </a:lnTo>
                <a:lnTo>
                  <a:pt x="103280" y="285102"/>
                </a:lnTo>
                <a:lnTo>
                  <a:pt x="109738" y="302914"/>
                </a:lnTo>
                <a:lnTo>
                  <a:pt x="116186" y="320735"/>
                </a:lnTo>
                <a:lnTo>
                  <a:pt x="122644" y="338557"/>
                </a:lnTo>
                <a:lnTo>
                  <a:pt x="129102" y="356378"/>
                </a:lnTo>
                <a:lnTo>
                  <a:pt x="135550" y="374190"/>
                </a:lnTo>
                <a:lnTo>
                  <a:pt x="142008" y="392011"/>
                </a:lnTo>
                <a:lnTo>
                  <a:pt x="148466" y="409832"/>
                </a:lnTo>
                <a:lnTo>
                  <a:pt x="154915" y="427644"/>
                </a:lnTo>
                <a:lnTo>
                  <a:pt x="161373" y="445465"/>
                </a:lnTo>
                <a:lnTo>
                  <a:pt x="167831" y="463286"/>
                </a:lnTo>
                <a:lnTo>
                  <a:pt x="174812" y="480632"/>
                </a:lnTo>
                <a:lnTo>
                  <a:pt x="190376" y="491233"/>
                </a:lnTo>
                <a:lnTo>
                  <a:pt x="208016" y="498129"/>
                </a:lnTo>
                <a:lnTo>
                  <a:pt x="226228" y="503339"/>
                </a:lnTo>
                <a:lnTo>
                  <a:pt x="244707" y="507559"/>
                </a:lnTo>
                <a:lnTo>
                  <a:pt x="263319" y="511111"/>
                </a:lnTo>
                <a:lnTo>
                  <a:pt x="282026" y="514159"/>
                </a:lnTo>
                <a:lnTo>
                  <a:pt x="300790" y="516817"/>
                </a:lnTo>
                <a:lnTo>
                  <a:pt x="319602" y="519151"/>
                </a:lnTo>
                <a:lnTo>
                  <a:pt x="338433" y="521227"/>
                </a:lnTo>
                <a:lnTo>
                  <a:pt x="357302" y="523065"/>
                </a:lnTo>
                <a:lnTo>
                  <a:pt x="376180" y="524704"/>
                </a:lnTo>
                <a:lnTo>
                  <a:pt x="395078" y="526151"/>
                </a:lnTo>
                <a:lnTo>
                  <a:pt x="413985" y="527437"/>
                </a:lnTo>
                <a:lnTo>
                  <a:pt x="432902" y="528580"/>
                </a:lnTo>
                <a:lnTo>
                  <a:pt x="451828" y="529580"/>
                </a:lnTo>
                <a:lnTo>
                  <a:pt x="470754" y="530447"/>
                </a:lnTo>
                <a:lnTo>
                  <a:pt x="489699" y="531181"/>
                </a:lnTo>
                <a:lnTo>
                  <a:pt x="508635" y="531809"/>
                </a:lnTo>
                <a:lnTo>
                  <a:pt x="527580" y="532324"/>
                </a:lnTo>
                <a:lnTo>
                  <a:pt x="546525" y="532714"/>
                </a:lnTo>
                <a:lnTo>
                  <a:pt x="565480" y="533009"/>
                </a:lnTo>
                <a:lnTo>
                  <a:pt x="584425" y="533190"/>
                </a:lnTo>
                <a:lnTo>
                  <a:pt x="603380" y="533276"/>
                </a:lnTo>
                <a:lnTo>
                  <a:pt x="622335" y="533248"/>
                </a:lnTo>
                <a:lnTo>
                  <a:pt x="641280" y="533124"/>
                </a:lnTo>
                <a:lnTo>
                  <a:pt x="660235" y="532895"/>
                </a:lnTo>
                <a:lnTo>
                  <a:pt x="679180" y="532562"/>
                </a:lnTo>
                <a:lnTo>
                  <a:pt x="698125" y="532114"/>
                </a:lnTo>
                <a:lnTo>
                  <a:pt x="717071" y="531552"/>
                </a:lnTo>
                <a:lnTo>
                  <a:pt x="736016" y="530876"/>
                </a:lnTo>
                <a:lnTo>
                  <a:pt x="754952" y="530085"/>
                </a:lnTo>
                <a:lnTo>
                  <a:pt x="773878" y="529161"/>
                </a:lnTo>
                <a:lnTo>
                  <a:pt x="792804" y="528104"/>
                </a:lnTo>
                <a:lnTo>
                  <a:pt x="811711" y="526904"/>
                </a:lnTo>
                <a:lnTo>
                  <a:pt x="830618" y="525542"/>
                </a:lnTo>
                <a:lnTo>
                  <a:pt x="849506" y="524008"/>
                </a:lnTo>
                <a:lnTo>
                  <a:pt x="868375" y="522294"/>
                </a:lnTo>
                <a:lnTo>
                  <a:pt x="887235" y="520360"/>
                </a:lnTo>
                <a:lnTo>
                  <a:pt x="906056" y="518170"/>
                </a:lnTo>
                <a:lnTo>
                  <a:pt x="924849" y="515712"/>
                </a:lnTo>
                <a:lnTo>
                  <a:pt x="943585" y="512893"/>
                </a:lnTo>
                <a:lnTo>
                  <a:pt x="962263" y="509635"/>
                </a:lnTo>
                <a:lnTo>
                  <a:pt x="980818" y="505825"/>
                </a:lnTo>
                <a:lnTo>
                  <a:pt x="999201" y="501225"/>
                </a:lnTo>
                <a:lnTo>
                  <a:pt x="1017232" y="495405"/>
                </a:lnTo>
                <a:lnTo>
                  <a:pt x="1034348" y="487318"/>
                </a:lnTo>
                <a:lnTo>
                  <a:pt x="1046607" y="473507"/>
                </a:lnTo>
                <a:lnTo>
                  <a:pt x="1052455" y="455552"/>
                </a:lnTo>
                <a:lnTo>
                  <a:pt x="1058913" y="437731"/>
                </a:lnTo>
                <a:lnTo>
                  <a:pt x="1065371" y="419910"/>
                </a:lnTo>
                <a:lnTo>
                  <a:pt x="1071820" y="402098"/>
                </a:lnTo>
                <a:lnTo>
                  <a:pt x="1078278" y="384277"/>
                </a:lnTo>
                <a:lnTo>
                  <a:pt x="1084736" y="366455"/>
                </a:lnTo>
                <a:lnTo>
                  <a:pt x="1091194" y="348634"/>
                </a:lnTo>
                <a:lnTo>
                  <a:pt x="1097642" y="330822"/>
                </a:lnTo>
                <a:lnTo>
                  <a:pt x="1104100" y="313001"/>
                </a:lnTo>
                <a:lnTo>
                  <a:pt x="1110558" y="295180"/>
                </a:lnTo>
                <a:lnTo>
                  <a:pt x="1117006" y="277358"/>
                </a:lnTo>
                <a:lnTo>
                  <a:pt x="1123464" y="259547"/>
                </a:lnTo>
                <a:lnTo>
                  <a:pt x="1129922" y="241725"/>
                </a:lnTo>
                <a:lnTo>
                  <a:pt x="1136371" y="223904"/>
                </a:lnTo>
                <a:lnTo>
                  <a:pt x="1142829" y="206092"/>
                </a:lnTo>
                <a:lnTo>
                  <a:pt x="1149287" y="188271"/>
                </a:lnTo>
                <a:lnTo>
                  <a:pt x="1155735" y="170450"/>
                </a:lnTo>
                <a:lnTo>
                  <a:pt x="1162193" y="152629"/>
                </a:lnTo>
                <a:lnTo>
                  <a:pt x="1168651" y="134817"/>
                </a:lnTo>
                <a:lnTo>
                  <a:pt x="1175099" y="116996"/>
                </a:lnTo>
                <a:lnTo>
                  <a:pt x="1181557" y="99174"/>
                </a:lnTo>
                <a:lnTo>
                  <a:pt x="1188015" y="81353"/>
                </a:lnTo>
                <a:lnTo>
                  <a:pt x="1194473" y="63541"/>
                </a:lnTo>
                <a:lnTo>
                  <a:pt x="1200922" y="45720"/>
                </a:lnTo>
                <a:lnTo>
                  <a:pt x="1207379" y="27899"/>
                </a:lnTo>
                <a:lnTo>
                  <a:pt x="1213837" y="10077"/>
                </a:lnTo>
                <a:lnTo>
                  <a:pt x="1214199" y="7334"/>
                </a:lnTo>
                <a:lnTo>
                  <a:pt x="1198178" y="17212"/>
                </a:lnTo>
                <a:lnTo>
                  <a:pt x="1180271" y="23374"/>
                </a:lnTo>
                <a:lnTo>
                  <a:pt x="1161907" y="28032"/>
                </a:lnTo>
                <a:lnTo>
                  <a:pt x="1143343" y="31842"/>
                </a:lnTo>
                <a:lnTo>
                  <a:pt x="1124664" y="35071"/>
                </a:lnTo>
                <a:lnTo>
                  <a:pt x="1105929" y="37890"/>
                </a:lnTo>
                <a:lnTo>
                  <a:pt x="1087136" y="40386"/>
                </a:lnTo>
                <a:lnTo>
                  <a:pt x="1068314" y="42615"/>
                </a:lnTo>
                <a:lnTo>
                  <a:pt x="1049474" y="44634"/>
                </a:lnTo>
                <a:lnTo>
                  <a:pt x="1030615" y="46463"/>
                </a:lnTo>
                <a:lnTo>
                  <a:pt x="1011736" y="48130"/>
                </a:lnTo>
                <a:lnTo>
                  <a:pt x="992838" y="49663"/>
                </a:lnTo>
                <a:lnTo>
                  <a:pt x="973941" y="51064"/>
                </a:lnTo>
                <a:lnTo>
                  <a:pt x="955034" y="52349"/>
                </a:lnTo>
                <a:lnTo>
                  <a:pt x="936117" y="53531"/>
                </a:lnTo>
                <a:lnTo>
                  <a:pt x="917200" y="54616"/>
                </a:lnTo>
                <a:lnTo>
                  <a:pt x="898274" y="55616"/>
                </a:lnTo>
                <a:lnTo>
                  <a:pt x="879348" y="56521"/>
                </a:lnTo>
                <a:lnTo>
                  <a:pt x="860412" y="57360"/>
                </a:lnTo>
                <a:lnTo>
                  <a:pt x="841477" y="58122"/>
                </a:lnTo>
                <a:lnTo>
                  <a:pt x="822531" y="58807"/>
                </a:lnTo>
                <a:lnTo>
                  <a:pt x="803596" y="59436"/>
                </a:lnTo>
                <a:lnTo>
                  <a:pt x="784650" y="59988"/>
                </a:lnTo>
                <a:lnTo>
                  <a:pt x="765705" y="60484"/>
                </a:lnTo>
                <a:lnTo>
                  <a:pt x="746760" y="60912"/>
                </a:lnTo>
                <a:lnTo>
                  <a:pt x="727805" y="61284"/>
                </a:lnTo>
                <a:lnTo>
                  <a:pt x="708860" y="61608"/>
                </a:lnTo>
                <a:lnTo>
                  <a:pt x="689915" y="61865"/>
                </a:lnTo>
                <a:lnTo>
                  <a:pt x="670960" y="62074"/>
                </a:lnTo>
                <a:lnTo>
                  <a:pt x="652005" y="62227"/>
                </a:lnTo>
                <a:lnTo>
                  <a:pt x="633060" y="62322"/>
                </a:lnTo>
                <a:lnTo>
                  <a:pt x="614105" y="62360"/>
                </a:lnTo>
                <a:lnTo>
                  <a:pt x="595151" y="62351"/>
                </a:lnTo>
                <a:lnTo>
                  <a:pt x="576205" y="62284"/>
                </a:lnTo>
                <a:lnTo>
                  <a:pt x="557251" y="62160"/>
                </a:lnTo>
                <a:lnTo>
                  <a:pt x="538296" y="61989"/>
                </a:lnTo>
                <a:lnTo>
                  <a:pt x="519351" y="61760"/>
                </a:lnTo>
                <a:lnTo>
                  <a:pt x="500396" y="61474"/>
                </a:lnTo>
                <a:lnTo>
                  <a:pt x="481451" y="61141"/>
                </a:lnTo>
                <a:lnTo>
                  <a:pt x="462505" y="60731"/>
                </a:lnTo>
                <a:lnTo>
                  <a:pt x="443560" y="60274"/>
                </a:lnTo>
                <a:lnTo>
                  <a:pt x="424615" y="59750"/>
                </a:lnTo>
                <a:lnTo>
                  <a:pt x="405670" y="59169"/>
                </a:lnTo>
                <a:lnTo>
                  <a:pt x="386725" y="58522"/>
                </a:lnTo>
                <a:lnTo>
                  <a:pt x="367789" y="57798"/>
                </a:lnTo>
                <a:lnTo>
                  <a:pt x="348853" y="57007"/>
                </a:lnTo>
                <a:lnTo>
                  <a:pt x="329927" y="56140"/>
                </a:lnTo>
                <a:lnTo>
                  <a:pt x="310991" y="55188"/>
                </a:lnTo>
                <a:lnTo>
                  <a:pt x="292075" y="54159"/>
                </a:lnTo>
                <a:lnTo>
                  <a:pt x="273148" y="53026"/>
                </a:lnTo>
                <a:lnTo>
                  <a:pt x="254241" y="51806"/>
                </a:lnTo>
                <a:lnTo>
                  <a:pt x="235334" y="50473"/>
                </a:lnTo>
                <a:lnTo>
                  <a:pt x="216437" y="49016"/>
                </a:lnTo>
                <a:lnTo>
                  <a:pt x="197558" y="47425"/>
                </a:lnTo>
                <a:lnTo>
                  <a:pt x="178679" y="45691"/>
                </a:lnTo>
                <a:lnTo>
                  <a:pt x="159830" y="43786"/>
                </a:lnTo>
                <a:lnTo>
                  <a:pt x="140989" y="41681"/>
                </a:lnTo>
                <a:lnTo>
                  <a:pt x="122187" y="39338"/>
                </a:lnTo>
                <a:lnTo>
                  <a:pt x="103413" y="36709"/>
                </a:lnTo>
                <a:lnTo>
                  <a:pt x="84706" y="33728"/>
                </a:lnTo>
                <a:lnTo>
                  <a:pt x="66065" y="30270"/>
                </a:lnTo>
                <a:lnTo>
                  <a:pt x="47577" y="26137"/>
                </a:lnTo>
                <a:lnTo>
                  <a:pt x="29356" y="20945"/>
                </a:lnTo>
                <a:lnTo>
                  <a:pt x="11887" y="13668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44" name="funnel-step-cap-5">
            <a:extLst xmlns:a="http://schemas.openxmlformats.org/drawingml/2006/main">
              <a:ext uri="{FF2B5EF4-FFF2-40B4-BE49-F238E27FC236}">
                <a16:creationId xmlns:a16="http://schemas.microsoft.com/office/drawing/2014/main" id="{B11992B0-302B-4BCC-8221-A31704A86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10844" y="5434270"/>
            <a:ext cx="1217552" cy="17728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7EAC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45" name="funnel-flow-arrow">
            <a:extLst xmlns:a="http://schemas.openxmlformats.org/drawingml/2006/main">
              <a:ext uri="{FF2B5EF4-FFF2-40B4-BE49-F238E27FC236}">
                <a16:creationId xmlns:a16="http://schemas.microsoft.com/office/drawing/2014/main" id="{BE34F523-EF2B-4055-A39D-8CD3BCF77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52850" y="2466975"/>
            <a:ext cx="1733550" cy="3631178"/>
          </a:xfrm>
          <a:custGeom xmlns:a="http://schemas.openxmlformats.org/drawingml/2006/main">
            <a:pathLst>
              <a:path w="1733550" h="3631178">
                <a:moveTo>
                  <a:pt x="0" y="0"/>
                </a:moveTo>
                <a:lnTo>
                  <a:pt x="0" y="42834"/>
                </a:lnTo>
                <a:lnTo>
                  <a:pt x="9249" y="84525"/>
                </a:lnTo>
                <a:lnTo>
                  <a:pt x="19660" y="126063"/>
                </a:lnTo>
                <a:lnTo>
                  <a:pt x="30070" y="167611"/>
                </a:lnTo>
                <a:lnTo>
                  <a:pt x="40491" y="209159"/>
                </a:lnTo>
                <a:lnTo>
                  <a:pt x="50902" y="250708"/>
                </a:lnTo>
                <a:lnTo>
                  <a:pt x="61312" y="292256"/>
                </a:lnTo>
                <a:lnTo>
                  <a:pt x="71723" y="333794"/>
                </a:lnTo>
                <a:lnTo>
                  <a:pt x="82144" y="375342"/>
                </a:lnTo>
                <a:lnTo>
                  <a:pt x="92554" y="416890"/>
                </a:lnTo>
                <a:lnTo>
                  <a:pt x="102965" y="458438"/>
                </a:lnTo>
                <a:lnTo>
                  <a:pt x="113376" y="499977"/>
                </a:lnTo>
                <a:lnTo>
                  <a:pt x="123796" y="541525"/>
                </a:lnTo>
                <a:lnTo>
                  <a:pt x="134207" y="583073"/>
                </a:lnTo>
                <a:lnTo>
                  <a:pt x="143599" y="624850"/>
                </a:lnTo>
                <a:lnTo>
                  <a:pt x="151924" y="666864"/>
                </a:lnTo>
                <a:lnTo>
                  <a:pt x="159915" y="708946"/>
                </a:lnTo>
                <a:lnTo>
                  <a:pt x="167916" y="751018"/>
                </a:lnTo>
                <a:lnTo>
                  <a:pt x="175908" y="793099"/>
                </a:lnTo>
                <a:lnTo>
                  <a:pt x="183899" y="835181"/>
                </a:lnTo>
                <a:lnTo>
                  <a:pt x="191900" y="877253"/>
                </a:lnTo>
                <a:lnTo>
                  <a:pt x="199892" y="919334"/>
                </a:lnTo>
                <a:lnTo>
                  <a:pt x="207883" y="961415"/>
                </a:lnTo>
                <a:lnTo>
                  <a:pt x="215884" y="1003487"/>
                </a:lnTo>
                <a:lnTo>
                  <a:pt x="223876" y="1045569"/>
                </a:lnTo>
                <a:lnTo>
                  <a:pt x="231867" y="1087650"/>
                </a:lnTo>
                <a:lnTo>
                  <a:pt x="239868" y="1129722"/>
                </a:lnTo>
                <a:lnTo>
                  <a:pt x="247860" y="1171804"/>
                </a:lnTo>
                <a:lnTo>
                  <a:pt x="255746" y="1213904"/>
                </a:lnTo>
                <a:lnTo>
                  <a:pt x="263300" y="1256062"/>
                </a:lnTo>
                <a:lnTo>
                  <a:pt x="270577" y="1298267"/>
                </a:lnTo>
                <a:lnTo>
                  <a:pt x="277854" y="1340482"/>
                </a:lnTo>
                <a:lnTo>
                  <a:pt x="285131" y="1382687"/>
                </a:lnTo>
                <a:lnTo>
                  <a:pt x="292408" y="1424892"/>
                </a:lnTo>
                <a:lnTo>
                  <a:pt x="299685" y="1467107"/>
                </a:lnTo>
                <a:lnTo>
                  <a:pt x="306972" y="1509312"/>
                </a:lnTo>
                <a:lnTo>
                  <a:pt x="314249" y="1551518"/>
                </a:lnTo>
                <a:lnTo>
                  <a:pt x="321526" y="1593733"/>
                </a:lnTo>
                <a:lnTo>
                  <a:pt x="328803" y="1635938"/>
                </a:lnTo>
                <a:lnTo>
                  <a:pt x="336080" y="1678143"/>
                </a:lnTo>
                <a:lnTo>
                  <a:pt x="343357" y="1720358"/>
                </a:lnTo>
                <a:lnTo>
                  <a:pt x="350634" y="1762563"/>
                </a:lnTo>
                <a:lnTo>
                  <a:pt x="357911" y="1804768"/>
                </a:lnTo>
                <a:lnTo>
                  <a:pt x="364931" y="1847021"/>
                </a:lnTo>
                <a:lnTo>
                  <a:pt x="371799" y="1889303"/>
                </a:lnTo>
                <a:lnTo>
                  <a:pt x="378657" y="1931575"/>
                </a:lnTo>
                <a:lnTo>
                  <a:pt x="385515" y="1973856"/>
                </a:lnTo>
                <a:lnTo>
                  <a:pt x="392363" y="2016138"/>
                </a:lnTo>
                <a:lnTo>
                  <a:pt x="399221" y="2058419"/>
                </a:lnTo>
                <a:lnTo>
                  <a:pt x="406070" y="2100691"/>
                </a:lnTo>
                <a:lnTo>
                  <a:pt x="412928" y="2142973"/>
                </a:lnTo>
                <a:lnTo>
                  <a:pt x="419776" y="2185254"/>
                </a:lnTo>
                <a:lnTo>
                  <a:pt x="426634" y="2227536"/>
                </a:lnTo>
                <a:lnTo>
                  <a:pt x="433492" y="2269808"/>
                </a:lnTo>
                <a:lnTo>
                  <a:pt x="440341" y="2312089"/>
                </a:lnTo>
                <a:lnTo>
                  <a:pt x="447199" y="2354370"/>
                </a:lnTo>
                <a:lnTo>
                  <a:pt x="454047" y="2396652"/>
                </a:lnTo>
                <a:lnTo>
                  <a:pt x="460772" y="2438952"/>
                </a:lnTo>
                <a:lnTo>
                  <a:pt x="467382" y="2481263"/>
                </a:lnTo>
                <a:lnTo>
                  <a:pt x="473954" y="2523592"/>
                </a:lnTo>
                <a:lnTo>
                  <a:pt x="480517" y="2565921"/>
                </a:lnTo>
                <a:lnTo>
                  <a:pt x="487089" y="2608240"/>
                </a:lnTo>
                <a:lnTo>
                  <a:pt x="493652" y="2650569"/>
                </a:lnTo>
                <a:lnTo>
                  <a:pt x="500224" y="2692889"/>
                </a:lnTo>
                <a:lnTo>
                  <a:pt x="506787" y="2735218"/>
                </a:lnTo>
                <a:lnTo>
                  <a:pt x="513359" y="2777538"/>
                </a:lnTo>
                <a:lnTo>
                  <a:pt x="519922" y="2819867"/>
                </a:lnTo>
                <a:lnTo>
                  <a:pt x="526494" y="2862186"/>
                </a:lnTo>
                <a:lnTo>
                  <a:pt x="533057" y="2904515"/>
                </a:lnTo>
                <a:lnTo>
                  <a:pt x="539629" y="2946835"/>
                </a:lnTo>
                <a:lnTo>
                  <a:pt x="503692" y="2952750"/>
                </a:lnTo>
                <a:lnTo>
                  <a:pt x="460867" y="2952750"/>
                </a:lnTo>
                <a:lnTo>
                  <a:pt x="418033" y="2952750"/>
                </a:lnTo>
                <a:lnTo>
                  <a:pt x="375199" y="2952750"/>
                </a:lnTo>
                <a:lnTo>
                  <a:pt x="332375" y="2952750"/>
                </a:lnTo>
                <a:lnTo>
                  <a:pt x="289541" y="2952750"/>
                </a:lnTo>
                <a:lnTo>
                  <a:pt x="246707" y="2952750"/>
                </a:lnTo>
                <a:lnTo>
                  <a:pt x="225514" y="2962056"/>
                </a:lnTo>
                <a:lnTo>
                  <a:pt x="254975" y="2993136"/>
                </a:lnTo>
                <a:lnTo>
                  <a:pt x="284445" y="3024226"/>
                </a:lnTo>
                <a:lnTo>
                  <a:pt x="313906" y="3055306"/>
                </a:lnTo>
                <a:lnTo>
                  <a:pt x="343376" y="3086395"/>
                </a:lnTo>
                <a:lnTo>
                  <a:pt x="372837" y="3117475"/>
                </a:lnTo>
                <a:lnTo>
                  <a:pt x="402307" y="3148565"/>
                </a:lnTo>
                <a:lnTo>
                  <a:pt x="431768" y="3179645"/>
                </a:lnTo>
                <a:lnTo>
                  <a:pt x="461239" y="3210735"/>
                </a:lnTo>
                <a:lnTo>
                  <a:pt x="490699" y="3241815"/>
                </a:lnTo>
                <a:lnTo>
                  <a:pt x="520170" y="3272904"/>
                </a:lnTo>
                <a:lnTo>
                  <a:pt x="549631" y="3303984"/>
                </a:lnTo>
                <a:lnTo>
                  <a:pt x="579101" y="3335074"/>
                </a:lnTo>
                <a:lnTo>
                  <a:pt x="608571" y="3366154"/>
                </a:lnTo>
                <a:lnTo>
                  <a:pt x="638032" y="3397244"/>
                </a:lnTo>
                <a:lnTo>
                  <a:pt x="667502" y="3428324"/>
                </a:lnTo>
                <a:lnTo>
                  <a:pt x="696963" y="3459413"/>
                </a:lnTo>
                <a:lnTo>
                  <a:pt x="726434" y="3490493"/>
                </a:lnTo>
                <a:lnTo>
                  <a:pt x="755894" y="3521583"/>
                </a:lnTo>
                <a:lnTo>
                  <a:pt x="785365" y="3552663"/>
                </a:lnTo>
                <a:lnTo>
                  <a:pt x="814826" y="3583753"/>
                </a:lnTo>
                <a:lnTo>
                  <a:pt x="844296" y="3614833"/>
                </a:lnTo>
                <a:lnTo>
                  <a:pt x="873757" y="3631178"/>
                </a:lnTo>
                <a:lnTo>
                  <a:pt x="903227" y="3600098"/>
                </a:lnTo>
                <a:lnTo>
                  <a:pt x="932688" y="3569008"/>
                </a:lnTo>
                <a:lnTo>
                  <a:pt x="962158" y="3537928"/>
                </a:lnTo>
                <a:lnTo>
                  <a:pt x="991619" y="3506838"/>
                </a:lnTo>
                <a:lnTo>
                  <a:pt x="1021090" y="3475758"/>
                </a:lnTo>
                <a:lnTo>
                  <a:pt x="1050550" y="3444669"/>
                </a:lnTo>
                <a:lnTo>
                  <a:pt x="1080021" y="3413589"/>
                </a:lnTo>
                <a:lnTo>
                  <a:pt x="1109491" y="3382499"/>
                </a:lnTo>
                <a:lnTo>
                  <a:pt x="1138952" y="3351419"/>
                </a:lnTo>
                <a:lnTo>
                  <a:pt x="1168422" y="3320329"/>
                </a:lnTo>
                <a:lnTo>
                  <a:pt x="1197883" y="3289249"/>
                </a:lnTo>
                <a:lnTo>
                  <a:pt x="1227353" y="3258160"/>
                </a:lnTo>
                <a:lnTo>
                  <a:pt x="1256814" y="3227080"/>
                </a:lnTo>
                <a:lnTo>
                  <a:pt x="1286285" y="3195990"/>
                </a:lnTo>
                <a:lnTo>
                  <a:pt x="1315745" y="3164910"/>
                </a:lnTo>
                <a:lnTo>
                  <a:pt x="1345216" y="3133820"/>
                </a:lnTo>
                <a:lnTo>
                  <a:pt x="1374677" y="3102740"/>
                </a:lnTo>
                <a:lnTo>
                  <a:pt x="1404147" y="3071651"/>
                </a:lnTo>
                <a:lnTo>
                  <a:pt x="1433608" y="3040571"/>
                </a:lnTo>
                <a:lnTo>
                  <a:pt x="1463078" y="3009481"/>
                </a:lnTo>
                <a:lnTo>
                  <a:pt x="1492539" y="2978401"/>
                </a:lnTo>
                <a:lnTo>
                  <a:pt x="1509370" y="2952750"/>
                </a:lnTo>
                <a:lnTo>
                  <a:pt x="1466536" y="2952750"/>
                </a:lnTo>
                <a:lnTo>
                  <a:pt x="1423702" y="2952750"/>
                </a:lnTo>
                <a:lnTo>
                  <a:pt x="1380877" y="2952750"/>
                </a:lnTo>
                <a:lnTo>
                  <a:pt x="1338043" y="2952750"/>
                </a:lnTo>
                <a:lnTo>
                  <a:pt x="1295210" y="2952750"/>
                </a:lnTo>
                <a:lnTo>
                  <a:pt x="1252385" y="2952750"/>
                </a:lnTo>
                <a:lnTo>
                  <a:pt x="1209551" y="2952750"/>
                </a:lnTo>
                <a:lnTo>
                  <a:pt x="1197035" y="2926775"/>
                </a:lnTo>
                <a:lnTo>
                  <a:pt x="1203608" y="2884446"/>
                </a:lnTo>
                <a:lnTo>
                  <a:pt x="1210170" y="2842127"/>
                </a:lnTo>
                <a:lnTo>
                  <a:pt x="1216743" y="2799798"/>
                </a:lnTo>
                <a:lnTo>
                  <a:pt x="1223305" y="2757478"/>
                </a:lnTo>
                <a:lnTo>
                  <a:pt x="1229878" y="2715149"/>
                </a:lnTo>
                <a:lnTo>
                  <a:pt x="1236440" y="2672829"/>
                </a:lnTo>
                <a:lnTo>
                  <a:pt x="1243013" y="2630500"/>
                </a:lnTo>
                <a:lnTo>
                  <a:pt x="1249575" y="2588171"/>
                </a:lnTo>
                <a:lnTo>
                  <a:pt x="1256147" y="2545852"/>
                </a:lnTo>
                <a:lnTo>
                  <a:pt x="1262710" y="2503522"/>
                </a:lnTo>
                <a:lnTo>
                  <a:pt x="1269282" y="2461203"/>
                </a:lnTo>
                <a:lnTo>
                  <a:pt x="1275940" y="2418893"/>
                </a:lnTo>
                <a:lnTo>
                  <a:pt x="1282751" y="2376602"/>
                </a:lnTo>
                <a:lnTo>
                  <a:pt x="1289599" y="2334330"/>
                </a:lnTo>
                <a:lnTo>
                  <a:pt x="1296457" y="2292048"/>
                </a:lnTo>
                <a:lnTo>
                  <a:pt x="1303315" y="2249767"/>
                </a:lnTo>
                <a:lnTo>
                  <a:pt x="1310164" y="2207485"/>
                </a:lnTo>
                <a:lnTo>
                  <a:pt x="1317022" y="2165213"/>
                </a:lnTo>
                <a:lnTo>
                  <a:pt x="1323870" y="2122932"/>
                </a:lnTo>
                <a:lnTo>
                  <a:pt x="1330728" y="2080651"/>
                </a:lnTo>
                <a:lnTo>
                  <a:pt x="1337577" y="2038369"/>
                </a:lnTo>
                <a:lnTo>
                  <a:pt x="1344435" y="1996097"/>
                </a:lnTo>
                <a:lnTo>
                  <a:pt x="1351293" y="1953816"/>
                </a:lnTo>
                <a:lnTo>
                  <a:pt x="1358141" y="1911534"/>
                </a:lnTo>
                <a:lnTo>
                  <a:pt x="1364999" y="1869253"/>
                </a:lnTo>
                <a:lnTo>
                  <a:pt x="1371952" y="1826990"/>
                </a:lnTo>
                <a:lnTo>
                  <a:pt x="1379087" y="1784756"/>
                </a:lnTo>
                <a:lnTo>
                  <a:pt x="1386364" y="1742551"/>
                </a:lnTo>
                <a:lnTo>
                  <a:pt x="1393641" y="1700346"/>
                </a:lnTo>
                <a:lnTo>
                  <a:pt x="1400918" y="1658131"/>
                </a:lnTo>
                <a:lnTo>
                  <a:pt x="1408195" y="1615926"/>
                </a:lnTo>
                <a:lnTo>
                  <a:pt x="1415482" y="1573721"/>
                </a:lnTo>
                <a:lnTo>
                  <a:pt x="1422759" y="1531515"/>
                </a:lnTo>
                <a:lnTo>
                  <a:pt x="1430036" y="1489300"/>
                </a:lnTo>
                <a:lnTo>
                  <a:pt x="1437313" y="1447095"/>
                </a:lnTo>
                <a:lnTo>
                  <a:pt x="1444590" y="1404890"/>
                </a:lnTo>
                <a:lnTo>
                  <a:pt x="1451867" y="1362675"/>
                </a:lnTo>
                <a:lnTo>
                  <a:pt x="1459144" y="1320470"/>
                </a:lnTo>
                <a:lnTo>
                  <a:pt x="1466421" y="1278265"/>
                </a:lnTo>
                <a:lnTo>
                  <a:pt x="1473813" y="1236069"/>
                </a:lnTo>
                <a:lnTo>
                  <a:pt x="1481490" y="1193930"/>
                </a:lnTo>
                <a:lnTo>
                  <a:pt x="1489481" y="1151858"/>
                </a:lnTo>
                <a:lnTo>
                  <a:pt x="1497473" y="1109777"/>
                </a:lnTo>
                <a:lnTo>
                  <a:pt x="1505474" y="1067695"/>
                </a:lnTo>
                <a:lnTo>
                  <a:pt x="1513465" y="1025623"/>
                </a:lnTo>
                <a:lnTo>
                  <a:pt x="1521457" y="983542"/>
                </a:lnTo>
                <a:lnTo>
                  <a:pt x="1529458" y="941461"/>
                </a:lnTo>
                <a:lnTo>
                  <a:pt x="1537449" y="899389"/>
                </a:lnTo>
                <a:lnTo>
                  <a:pt x="1545441" y="857307"/>
                </a:lnTo>
                <a:lnTo>
                  <a:pt x="1553442" y="815226"/>
                </a:lnTo>
                <a:lnTo>
                  <a:pt x="1561433" y="773154"/>
                </a:lnTo>
                <a:lnTo>
                  <a:pt x="1569425" y="731072"/>
                </a:lnTo>
                <a:lnTo>
                  <a:pt x="1577426" y="688991"/>
                </a:lnTo>
                <a:lnTo>
                  <a:pt x="1585446" y="646919"/>
                </a:lnTo>
                <a:lnTo>
                  <a:pt x="1594009" y="604952"/>
                </a:lnTo>
                <a:lnTo>
                  <a:pt x="1604277" y="563375"/>
                </a:lnTo>
                <a:lnTo>
                  <a:pt x="1614697" y="521827"/>
                </a:lnTo>
                <a:lnTo>
                  <a:pt x="1625108" y="480289"/>
                </a:lnTo>
                <a:lnTo>
                  <a:pt x="1635519" y="438741"/>
                </a:lnTo>
                <a:lnTo>
                  <a:pt x="1645930" y="397193"/>
                </a:lnTo>
                <a:lnTo>
                  <a:pt x="1656350" y="355644"/>
                </a:lnTo>
                <a:lnTo>
                  <a:pt x="1666761" y="314096"/>
                </a:lnTo>
                <a:lnTo>
                  <a:pt x="1677172" y="272558"/>
                </a:lnTo>
                <a:lnTo>
                  <a:pt x="1687582" y="231010"/>
                </a:lnTo>
                <a:lnTo>
                  <a:pt x="1698003" y="189462"/>
                </a:lnTo>
                <a:lnTo>
                  <a:pt x="1708414" y="147914"/>
                </a:lnTo>
                <a:lnTo>
                  <a:pt x="1718824" y="106366"/>
                </a:lnTo>
                <a:lnTo>
                  <a:pt x="1729235" y="64827"/>
                </a:lnTo>
                <a:lnTo>
                  <a:pt x="1733550" y="22527"/>
                </a:lnTo>
                <a:lnTo>
                  <a:pt x="1713243" y="0"/>
                </a:lnTo>
                <a:lnTo>
                  <a:pt x="1670418" y="0"/>
                </a:lnTo>
                <a:lnTo>
                  <a:pt x="1627584" y="0"/>
                </a:lnTo>
                <a:lnTo>
                  <a:pt x="1584750" y="0"/>
                </a:lnTo>
                <a:lnTo>
                  <a:pt x="1541917" y="0"/>
                </a:lnTo>
                <a:lnTo>
                  <a:pt x="1499092" y="0"/>
                </a:lnTo>
                <a:lnTo>
                  <a:pt x="1456258" y="0"/>
                </a:lnTo>
                <a:lnTo>
                  <a:pt x="1413424" y="0"/>
                </a:lnTo>
                <a:lnTo>
                  <a:pt x="1370600" y="0"/>
                </a:lnTo>
                <a:lnTo>
                  <a:pt x="1327766" y="0"/>
                </a:lnTo>
                <a:lnTo>
                  <a:pt x="1284932" y="0"/>
                </a:lnTo>
                <a:lnTo>
                  <a:pt x="1242098" y="0"/>
                </a:lnTo>
                <a:lnTo>
                  <a:pt x="1199274" y="0"/>
                </a:lnTo>
                <a:lnTo>
                  <a:pt x="1156440" y="0"/>
                </a:lnTo>
                <a:lnTo>
                  <a:pt x="1113606" y="0"/>
                </a:lnTo>
                <a:lnTo>
                  <a:pt x="1070781" y="0"/>
                </a:lnTo>
                <a:lnTo>
                  <a:pt x="1027948" y="0"/>
                </a:lnTo>
                <a:lnTo>
                  <a:pt x="985114" y="0"/>
                </a:lnTo>
                <a:lnTo>
                  <a:pt x="942289" y="0"/>
                </a:lnTo>
                <a:lnTo>
                  <a:pt x="899455" y="0"/>
                </a:lnTo>
                <a:lnTo>
                  <a:pt x="856621" y="0"/>
                </a:lnTo>
                <a:lnTo>
                  <a:pt x="813787" y="0"/>
                </a:lnTo>
                <a:lnTo>
                  <a:pt x="770963" y="0"/>
                </a:lnTo>
                <a:lnTo>
                  <a:pt x="728129" y="0"/>
                </a:lnTo>
                <a:lnTo>
                  <a:pt x="685295" y="0"/>
                </a:lnTo>
                <a:lnTo>
                  <a:pt x="642471" y="0"/>
                </a:lnTo>
                <a:lnTo>
                  <a:pt x="599637" y="0"/>
                </a:lnTo>
                <a:lnTo>
                  <a:pt x="556803" y="0"/>
                </a:lnTo>
                <a:lnTo>
                  <a:pt x="513969" y="0"/>
                </a:lnTo>
                <a:lnTo>
                  <a:pt x="471145" y="0"/>
                </a:lnTo>
                <a:lnTo>
                  <a:pt x="428311" y="0"/>
                </a:lnTo>
                <a:lnTo>
                  <a:pt x="385477" y="0"/>
                </a:lnTo>
                <a:lnTo>
                  <a:pt x="342652" y="0"/>
                </a:lnTo>
                <a:lnTo>
                  <a:pt x="299818" y="0"/>
                </a:lnTo>
                <a:lnTo>
                  <a:pt x="256985" y="0"/>
                </a:lnTo>
                <a:lnTo>
                  <a:pt x="214160" y="0"/>
                </a:lnTo>
                <a:lnTo>
                  <a:pt x="171326" y="0"/>
                </a:lnTo>
                <a:lnTo>
                  <a:pt x="128492" y="0"/>
                </a:lnTo>
                <a:lnTo>
                  <a:pt x="85658" y="0"/>
                </a:lnTo>
                <a:lnTo>
                  <a:pt x="42834" y="0"/>
                </a:lnTo>
                <a:lnTo>
                  <a:pt x="0" y="0"/>
                </a:lnTo>
                <a:close/>
              </a:path>
            </a:pathLst>
          </a:custGeom>
          <a:gradFill xmlns:a="http://schemas.openxmlformats.org/drawingml/2006/main">
            <a:gsLst>
              <a:gs pos="0">
                <a:srgbClr val="000000"/>
              </a:gs>
              <a:gs pos="42">
                <a:srgbClr val="B8D8F2">
                  <a:alpha val="16000"/>
                </a:srgbClr>
              </a:gs>
              <a:gs pos="76">
                <a:srgbClr val="8FC4EE">
                  <a:alpha val="32000"/>
                </a:srgbClr>
              </a:gs>
              <a:gs pos="100">
                <a:srgbClr val="72B3E8">
                  <a:alpha val="52000"/>
                </a:srgbClr>
              </a:gs>
            </a:gsLst>
            <a:lin ang="10800000"/>
          </a:gradFill>
          <a:ln xmlns:a="http://schemas.openxmlformats.org/drawingml/2006/main" w="9525">
            <a:noFill/>
            <a:prstDash val="solid"/>
          </a:ln>
        </p:spPr>
      </p:sp>
      <p:sp>
        <p:nvSpPr>
          <p:cNvPr id="46" name="phase-label-0">
            <a:extLst xmlns:a="http://schemas.openxmlformats.org/drawingml/2006/main">
              <a:ext uri="{FF2B5EF4-FFF2-40B4-BE49-F238E27FC236}">
                <a16:creationId xmlns:a16="http://schemas.microsoft.com/office/drawing/2014/main" id="{6B0C2AA3-28CE-455F-AB2C-5B82557D2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1638300"/>
            <a:ext cx="228600" cy="2657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阶段一</a:t>
            </a:r>
          </a:p>
        </p:txBody>
      </p:sp>
      <p:sp>
        <p:nvSpPr>
          <p:cNvPr id="47" name="phase-label-1">
            <a:extLst xmlns:a="http://schemas.openxmlformats.org/drawingml/2006/main">
              <a:ext uri="{FF2B5EF4-FFF2-40B4-BE49-F238E27FC236}">
                <a16:creationId xmlns:a16="http://schemas.microsoft.com/office/drawing/2014/main" id="{C7325F00-CB17-4836-9E4B-11D9D619F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4295775"/>
            <a:ext cx="228600" cy="1914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阶段二</a:t>
            </a:r>
          </a:p>
        </p:txBody>
      </p:sp>
      <p:sp>
        <p:nvSpPr>
          <p:cNvPr id="48" name="funnel-step-title-0">
            <a:extLst xmlns:a="http://schemas.openxmlformats.org/drawingml/2006/main">
              <a:ext uri="{FF2B5EF4-FFF2-40B4-BE49-F238E27FC236}">
                <a16:creationId xmlns:a16="http://schemas.microsoft.com/office/drawing/2014/main" id="{0BBB87CA-F6A2-4529-901F-DCD3E8A3E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311728" y="2653455"/>
            <a:ext cx="2615803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广泛触达</a:t>
            </a:r>
          </a:p>
        </p:txBody>
      </p:sp>
      <p:sp>
        <p:nvSpPr>
          <p:cNvPr id="49" name="funnel-step-title-1">
            <a:extLst xmlns:a="http://schemas.openxmlformats.org/drawingml/2006/main">
              <a:ext uri="{FF2B5EF4-FFF2-40B4-BE49-F238E27FC236}">
                <a16:creationId xmlns:a16="http://schemas.microsoft.com/office/drawing/2014/main" id="{79DF0C9A-67A5-4956-AEFD-0970C42BD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528117" y="3255169"/>
            <a:ext cx="2183016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兴趣识别</a:t>
            </a:r>
          </a:p>
        </p:txBody>
      </p:sp>
      <p:sp>
        <p:nvSpPr>
          <p:cNvPr id="50" name="funnel-step-title-2">
            <a:extLst xmlns:a="http://schemas.openxmlformats.org/drawingml/2006/main">
              <a:ext uri="{FF2B5EF4-FFF2-40B4-BE49-F238E27FC236}">
                <a16:creationId xmlns:a16="http://schemas.microsoft.com/office/drawing/2014/main" id="{A4A759F9-59AF-44F8-BD05-9F01E5ECE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25018" y="3856730"/>
            <a:ext cx="1789214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意向培育</a:t>
            </a:r>
          </a:p>
        </p:txBody>
      </p:sp>
      <p:sp>
        <p:nvSpPr>
          <p:cNvPr id="51" name="funnel-step-title-3">
            <a:extLst xmlns:a="http://schemas.openxmlformats.org/drawingml/2006/main">
              <a:ext uri="{FF2B5EF4-FFF2-40B4-BE49-F238E27FC236}">
                <a16:creationId xmlns:a16="http://schemas.microsoft.com/office/drawing/2014/main" id="{CE5A6615-5078-41DE-953A-142A4FFF5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10165" y="4458443"/>
            <a:ext cx="141893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行动转化</a:t>
            </a:r>
          </a:p>
        </p:txBody>
      </p:sp>
      <p:sp>
        <p:nvSpPr>
          <p:cNvPr id="52" name="funnel-step-title-4">
            <a:extLst xmlns:a="http://schemas.openxmlformats.org/drawingml/2006/main">
              <a:ext uri="{FF2B5EF4-FFF2-40B4-BE49-F238E27FC236}">
                <a16:creationId xmlns:a16="http://schemas.microsoft.com/office/drawing/2014/main" id="{24B399E5-AC50-465F-B148-209C85A22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87120" y="5060156"/>
            <a:ext cx="1065019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持续留存</a:t>
            </a:r>
          </a:p>
        </p:txBody>
      </p:sp>
      <p:sp>
        <p:nvSpPr>
          <p:cNvPr id="53" name="funnel-step-title-5">
            <a:extLst xmlns:a="http://schemas.openxmlformats.org/drawingml/2006/main">
              <a:ext uri="{FF2B5EF4-FFF2-40B4-BE49-F238E27FC236}">
                <a16:creationId xmlns:a16="http://schemas.microsoft.com/office/drawing/2014/main" id="{B84B92D9-F147-40D6-B750-AA685AF3E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200525" y="5661717"/>
            <a:ext cx="8382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价值增长</a:t>
            </a:r>
          </a:p>
        </p:txBody>
      </p:sp>
      <p:sp>
        <p:nvSpPr>
          <p:cNvPr id="54" name="input-core-0">
            <a:extLst xmlns:a="http://schemas.openxmlformats.org/drawingml/2006/main">
              <a:ext uri="{FF2B5EF4-FFF2-40B4-BE49-F238E27FC236}">
                <a16:creationId xmlns:a16="http://schemas.microsoft.com/office/drawing/2014/main" id="{1BAD72DF-80D0-4032-A788-AF41EB233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890838" y="194310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23"/>
          <a:fontRef xmlns:a="http://schemas.openxmlformats.org/drawingml/2006/main" idx="major"/>
        </p:style>
      </p:sp>
      <p:pic>
        <p:nvPicPr>
          <p:cNvPr id="1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2127db666e249d0">
            <a:extLst>
              <a:ext uri="{96DAC541-7B7A-43D3-8B79-37D633B846F1}">
                <asvg:svgBlip xmlns:asvg="http://schemas.microsoft.com/office/drawing/2016/SVG/main" r:embed="R29ca1856a9194719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2986088" y="2038350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56" name="input-core-1">
            <a:extLst xmlns:a="http://schemas.openxmlformats.org/drawingml/2006/main">
              <a:ext uri="{FF2B5EF4-FFF2-40B4-BE49-F238E27FC236}">
                <a16:creationId xmlns:a16="http://schemas.microsoft.com/office/drawing/2014/main" id="{C2B368ED-498C-4CB7-90D3-7002A2993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419475" y="1781175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23"/>
          <a:fontRef xmlns:a="http://schemas.openxmlformats.org/drawingml/2006/main" idx="major"/>
        </p:style>
      </p:sp>
      <p:pic>
        <p:nvPicPr>
          <p:cNvPr id="1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848fedbdf3f45b6">
            <a:extLst>
              <a:ext uri="{96DAC541-7B7A-43D3-8B79-37D633B846F1}">
                <asvg:svgBlip xmlns:asvg="http://schemas.microsoft.com/office/drawing/2016/SVG/main" r:embed="Reddf947f71354556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3514725" y="1876425"/>
            <a:ext cx="209550" cy="209550"/>
          </a:xfrm>
          <a:prstGeom xmlns:a="http://schemas.openxmlformats.org/drawingml/2006/main" prst="rect">
            <a:avLst/>
          </a:prstGeom>
        </p:spPr>
      </p:pic>
      <p:sp>
        <p:nvSpPr>
          <p:cNvPr id="58" name="input-core-2">
            <a:extLst xmlns:a="http://schemas.openxmlformats.org/drawingml/2006/main">
              <a:ext uri="{FF2B5EF4-FFF2-40B4-BE49-F238E27FC236}">
                <a16:creationId xmlns:a16="http://schemas.microsoft.com/office/drawing/2014/main" id="{4A861E75-F3E7-444F-90A5-48608DFB4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890963" y="163830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23"/>
          <a:fontRef xmlns:a="http://schemas.openxmlformats.org/drawingml/2006/main" idx="major"/>
        </p:style>
      </p:sp>
      <p:pic>
        <p:nvPicPr>
          <p:cNvPr id="1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3f4ef92cea347d1">
            <a:extLst>
              <a:ext uri="{96DAC541-7B7A-43D3-8B79-37D633B846F1}">
                <asvg:svgBlip xmlns:asvg="http://schemas.microsoft.com/office/drawing/2016/SVG/main" r:embed="R2ecb43ad23344da9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3986213" y="1733550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60" name="input-core-3">
            <a:extLst xmlns:a="http://schemas.openxmlformats.org/drawingml/2006/main">
              <a:ext uri="{FF2B5EF4-FFF2-40B4-BE49-F238E27FC236}">
                <a16:creationId xmlns:a16="http://schemas.microsoft.com/office/drawing/2014/main" id="{45DFA697-F3EE-4E9D-A316-E090EC420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419600" y="1628775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23"/>
          <a:fontRef xmlns:a="http://schemas.openxmlformats.org/drawingml/2006/main" idx="major"/>
        </p:style>
      </p:sp>
      <p:pic>
        <p:nvPicPr>
          <p:cNvPr id="12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9ccc3031c8b44a7">
            <a:extLst>
              <a:ext uri="{96DAC541-7B7A-43D3-8B79-37D633B846F1}">
                <asvg:svgBlip xmlns:asvg="http://schemas.microsoft.com/office/drawing/2016/SVG/main" r:embed="R9800eb2514d7451a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4514850" y="1724025"/>
            <a:ext cx="209550" cy="209550"/>
          </a:xfrm>
          <a:prstGeom xmlns:a="http://schemas.openxmlformats.org/drawingml/2006/main" prst="rect">
            <a:avLst/>
          </a:prstGeom>
        </p:spPr>
      </p:pic>
      <p:sp>
        <p:nvSpPr>
          <p:cNvPr id="62" name="input-core-4">
            <a:extLst xmlns:a="http://schemas.openxmlformats.org/drawingml/2006/main">
              <a:ext uri="{FF2B5EF4-FFF2-40B4-BE49-F238E27FC236}">
                <a16:creationId xmlns:a16="http://schemas.microsoft.com/office/drawing/2014/main" id="{FEA4C194-5FE6-4D91-80B7-1C8443ED8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891088" y="168592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23"/>
          <a:fontRef xmlns:a="http://schemas.openxmlformats.org/drawingml/2006/main" idx="major"/>
        </p:style>
      </p:sp>
      <p:pic>
        <p:nvPicPr>
          <p:cNvPr id="13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290c1044ec3451d">
            <a:extLst>
              <a:ext uri="{96DAC541-7B7A-43D3-8B79-37D633B846F1}">
                <asvg:svgBlip xmlns:asvg="http://schemas.microsoft.com/office/drawing/2016/SVG/main" r:embed="R67870480114a412c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4986338" y="1781175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64" name="input-core-5">
            <a:extLst xmlns:a="http://schemas.openxmlformats.org/drawingml/2006/main">
              <a:ext uri="{FF2B5EF4-FFF2-40B4-BE49-F238E27FC236}">
                <a16:creationId xmlns:a16="http://schemas.microsoft.com/office/drawing/2014/main" id="{602208B7-A4AA-4D37-9746-0E4662357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419725" y="1857375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23"/>
          <a:fontRef xmlns:a="http://schemas.openxmlformats.org/drawingml/2006/main" idx="major"/>
        </p:style>
      </p:sp>
      <p:pic>
        <p:nvPicPr>
          <p:cNvPr id="13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33cb2488ab74bd7">
            <a:extLst>
              <a:ext uri="{96DAC541-7B7A-43D3-8B79-37D633B846F1}">
                <asvg:svgBlip xmlns:asvg="http://schemas.microsoft.com/office/drawing/2016/SVG/main" r:embed="Reebb75f2c1a546ff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5514975" y="1952625"/>
            <a:ext cx="209550" cy="209550"/>
          </a:xfrm>
          <a:prstGeom xmlns:a="http://schemas.openxmlformats.org/drawingml/2006/main" prst="rect">
            <a:avLst/>
          </a:prstGeom>
        </p:spPr>
      </p:pic>
      <p:sp>
        <p:nvSpPr>
          <p:cNvPr id="66" name="input-core-6">
            <a:extLst xmlns:a="http://schemas.openxmlformats.org/drawingml/2006/main">
              <a:ext uri="{FF2B5EF4-FFF2-40B4-BE49-F238E27FC236}">
                <a16:creationId xmlns:a16="http://schemas.microsoft.com/office/drawing/2014/main" id="{6BAA501B-0B7A-4AC6-80B2-E1AFEDB6D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891213" y="193357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23"/>
          <a:fontRef xmlns:a="http://schemas.openxmlformats.org/drawingml/2006/main" idx="major"/>
        </p:style>
      </p:sp>
      <p:pic>
        <p:nvPicPr>
          <p:cNvPr id="13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1963eb6f0fb464b">
            <a:extLst>
              <a:ext uri="{96DAC541-7B7A-43D3-8B79-37D633B846F1}">
                <asvg:svgBlip xmlns:asvg="http://schemas.microsoft.com/office/drawing/2016/SVG/main" r:embed="R30162ce8efb8419e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5986463" y="2028825"/>
            <a:ext cx="266700" cy="2667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7628924"/>
      </p:ext>
    </p:extLst>
  </p:cSld>
</p:sld>
</file>

<file path=ppt/slides/slide5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4" name="phase-band-0">
            <a:extLst xmlns:a="http://schemas.openxmlformats.org/drawingml/2006/main">
              <a:ext uri="{FF2B5EF4-FFF2-40B4-BE49-F238E27FC236}">
                <a16:creationId xmlns:a16="http://schemas.microsoft.com/office/drawing/2014/main" id="{92542936-C643-4674-978A-B7E68B027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1638300"/>
            <a:ext cx="11144250" cy="159856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phase-band-1">
            <a:extLst xmlns:a="http://schemas.openxmlformats.org/drawingml/2006/main">
              <a:ext uri="{FF2B5EF4-FFF2-40B4-BE49-F238E27FC236}">
                <a16:creationId xmlns:a16="http://schemas.microsoft.com/office/drawing/2014/main" id="{63C71C3C-0FBF-43BB-B748-33D092B40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3236862"/>
            <a:ext cx="11144250" cy="141282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38100">
            <a:solidFill>
              <a:srgbClr val="FFFFFF"/>
            </a:solidFill>
            <a:prstDash val="solid"/>
          </a:ln>
        </p:spPr>
      </p:sp>
      <p:sp>
        <p:nvSpPr>
          <p:cNvPr id="3" name="phase-band-2">
            <a:extLst xmlns:a="http://schemas.openxmlformats.org/drawingml/2006/main">
              <a:ext uri="{FF2B5EF4-FFF2-40B4-BE49-F238E27FC236}">
                <a16:creationId xmlns:a16="http://schemas.microsoft.com/office/drawing/2014/main" id="{D1A59BE1-EF7A-4C9E-85C2-A767A3A1C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4649686"/>
            <a:ext cx="11144250" cy="156046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38100">
            <a:solidFill>
              <a:srgbClr val="FFFFFF"/>
            </a:solidFill>
            <a:prstDash val="solid"/>
          </a:ln>
        </p:spPr>
      </p:sp>
      <p:sp>
        <p:nvSpPr>
          <p:cNvPr id="4" name="phase-rail-0">
            <a:extLst xmlns:a="http://schemas.openxmlformats.org/drawingml/2006/main">
              <a:ext uri="{FF2B5EF4-FFF2-40B4-BE49-F238E27FC236}">
                <a16:creationId xmlns:a16="http://schemas.microsoft.com/office/drawing/2014/main" id="{AF1F0570-D93F-40AC-BC78-B1950AE98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1638300"/>
            <a:ext cx="514350" cy="1598400"/>
          </a:xfrm>
          <a:custGeom xmlns:a="http://schemas.openxmlformats.org/drawingml/2006/main">
            <a:pathLst>
              <a:path w="514350" h="1598400">
                <a:moveTo>
                  <a:pt x="0" y="0"/>
                </a:moveTo>
                <a:lnTo>
                  <a:pt x="19021" y="0"/>
                </a:lnTo>
                <a:lnTo>
                  <a:pt x="38052" y="0"/>
                </a:lnTo>
                <a:lnTo>
                  <a:pt x="57074" y="0"/>
                </a:lnTo>
                <a:lnTo>
                  <a:pt x="76095" y="0"/>
                </a:lnTo>
                <a:lnTo>
                  <a:pt x="95126" y="0"/>
                </a:lnTo>
                <a:lnTo>
                  <a:pt x="114148" y="0"/>
                </a:lnTo>
                <a:lnTo>
                  <a:pt x="133169" y="0"/>
                </a:lnTo>
                <a:lnTo>
                  <a:pt x="152200" y="0"/>
                </a:lnTo>
                <a:lnTo>
                  <a:pt x="171221" y="0"/>
                </a:lnTo>
                <a:lnTo>
                  <a:pt x="190243" y="0"/>
                </a:lnTo>
                <a:lnTo>
                  <a:pt x="209274" y="0"/>
                </a:lnTo>
                <a:lnTo>
                  <a:pt x="228295" y="0"/>
                </a:lnTo>
                <a:lnTo>
                  <a:pt x="247326" y="0"/>
                </a:lnTo>
                <a:lnTo>
                  <a:pt x="266348" y="0"/>
                </a:lnTo>
                <a:lnTo>
                  <a:pt x="285369" y="0"/>
                </a:lnTo>
                <a:lnTo>
                  <a:pt x="304400" y="0"/>
                </a:lnTo>
                <a:lnTo>
                  <a:pt x="323421" y="0"/>
                </a:lnTo>
                <a:lnTo>
                  <a:pt x="342443" y="0"/>
                </a:lnTo>
                <a:lnTo>
                  <a:pt x="361474" y="0"/>
                </a:lnTo>
                <a:lnTo>
                  <a:pt x="380495" y="0"/>
                </a:lnTo>
                <a:lnTo>
                  <a:pt x="399517" y="0"/>
                </a:lnTo>
                <a:lnTo>
                  <a:pt x="418548" y="0"/>
                </a:lnTo>
                <a:lnTo>
                  <a:pt x="437569" y="0"/>
                </a:lnTo>
                <a:lnTo>
                  <a:pt x="456590" y="0"/>
                </a:lnTo>
                <a:lnTo>
                  <a:pt x="475621" y="0"/>
                </a:lnTo>
                <a:lnTo>
                  <a:pt x="494643" y="0"/>
                </a:lnTo>
                <a:lnTo>
                  <a:pt x="513664" y="0"/>
                </a:lnTo>
                <a:lnTo>
                  <a:pt x="514350" y="18345"/>
                </a:lnTo>
                <a:lnTo>
                  <a:pt x="514350" y="37367"/>
                </a:lnTo>
                <a:lnTo>
                  <a:pt x="514350" y="56388"/>
                </a:lnTo>
                <a:lnTo>
                  <a:pt x="514350" y="75419"/>
                </a:lnTo>
                <a:lnTo>
                  <a:pt x="514350" y="94440"/>
                </a:lnTo>
                <a:lnTo>
                  <a:pt x="514350" y="113462"/>
                </a:lnTo>
                <a:lnTo>
                  <a:pt x="514350" y="132483"/>
                </a:lnTo>
                <a:lnTo>
                  <a:pt x="514350" y="151514"/>
                </a:lnTo>
                <a:lnTo>
                  <a:pt x="514350" y="170536"/>
                </a:lnTo>
                <a:lnTo>
                  <a:pt x="514350" y="189557"/>
                </a:lnTo>
                <a:lnTo>
                  <a:pt x="514350" y="208588"/>
                </a:lnTo>
                <a:lnTo>
                  <a:pt x="514350" y="227609"/>
                </a:lnTo>
                <a:lnTo>
                  <a:pt x="514350" y="246631"/>
                </a:lnTo>
                <a:lnTo>
                  <a:pt x="514350" y="265652"/>
                </a:lnTo>
                <a:lnTo>
                  <a:pt x="514350" y="284683"/>
                </a:lnTo>
                <a:lnTo>
                  <a:pt x="514350" y="303705"/>
                </a:lnTo>
                <a:lnTo>
                  <a:pt x="514350" y="322726"/>
                </a:lnTo>
                <a:lnTo>
                  <a:pt x="514350" y="341757"/>
                </a:lnTo>
                <a:lnTo>
                  <a:pt x="514350" y="360778"/>
                </a:lnTo>
                <a:lnTo>
                  <a:pt x="514350" y="379800"/>
                </a:lnTo>
                <a:lnTo>
                  <a:pt x="514350" y="398821"/>
                </a:lnTo>
                <a:lnTo>
                  <a:pt x="514350" y="417852"/>
                </a:lnTo>
                <a:lnTo>
                  <a:pt x="514350" y="436874"/>
                </a:lnTo>
                <a:lnTo>
                  <a:pt x="514350" y="455895"/>
                </a:lnTo>
                <a:lnTo>
                  <a:pt x="514350" y="474926"/>
                </a:lnTo>
                <a:lnTo>
                  <a:pt x="514350" y="493947"/>
                </a:lnTo>
                <a:lnTo>
                  <a:pt x="514350" y="512969"/>
                </a:lnTo>
                <a:lnTo>
                  <a:pt x="514350" y="531990"/>
                </a:lnTo>
                <a:lnTo>
                  <a:pt x="514350" y="551021"/>
                </a:lnTo>
                <a:lnTo>
                  <a:pt x="514350" y="570043"/>
                </a:lnTo>
                <a:lnTo>
                  <a:pt x="514350" y="589064"/>
                </a:lnTo>
                <a:lnTo>
                  <a:pt x="514350" y="608095"/>
                </a:lnTo>
                <a:lnTo>
                  <a:pt x="514350" y="627116"/>
                </a:lnTo>
                <a:lnTo>
                  <a:pt x="514350" y="646138"/>
                </a:lnTo>
                <a:lnTo>
                  <a:pt x="514350" y="665159"/>
                </a:lnTo>
                <a:lnTo>
                  <a:pt x="514350" y="684190"/>
                </a:lnTo>
                <a:lnTo>
                  <a:pt x="514350" y="703212"/>
                </a:lnTo>
                <a:lnTo>
                  <a:pt x="514350" y="722233"/>
                </a:lnTo>
                <a:lnTo>
                  <a:pt x="514350" y="741264"/>
                </a:lnTo>
                <a:lnTo>
                  <a:pt x="514350" y="760285"/>
                </a:lnTo>
                <a:lnTo>
                  <a:pt x="514350" y="779307"/>
                </a:lnTo>
                <a:lnTo>
                  <a:pt x="514350" y="798328"/>
                </a:lnTo>
                <a:lnTo>
                  <a:pt x="514350" y="817359"/>
                </a:lnTo>
                <a:lnTo>
                  <a:pt x="514350" y="836381"/>
                </a:lnTo>
                <a:lnTo>
                  <a:pt x="514350" y="855402"/>
                </a:lnTo>
                <a:lnTo>
                  <a:pt x="514350" y="874433"/>
                </a:lnTo>
                <a:lnTo>
                  <a:pt x="514350" y="893455"/>
                </a:lnTo>
                <a:lnTo>
                  <a:pt x="514350" y="912476"/>
                </a:lnTo>
                <a:lnTo>
                  <a:pt x="514350" y="931497"/>
                </a:lnTo>
                <a:lnTo>
                  <a:pt x="514350" y="950528"/>
                </a:lnTo>
                <a:lnTo>
                  <a:pt x="514350" y="969550"/>
                </a:lnTo>
                <a:lnTo>
                  <a:pt x="514350" y="988571"/>
                </a:lnTo>
                <a:lnTo>
                  <a:pt x="514350" y="1007602"/>
                </a:lnTo>
                <a:lnTo>
                  <a:pt x="514350" y="1026624"/>
                </a:lnTo>
                <a:lnTo>
                  <a:pt x="514350" y="1045645"/>
                </a:lnTo>
                <a:lnTo>
                  <a:pt x="514350" y="1064666"/>
                </a:lnTo>
                <a:lnTo>
                  <a:pt x="514350" y="1083697"/>
                </a:lnTo>
                <a:lnTo>
                  <a:pt x="514350" y="1102719"/>
                </a:lnTo>
                <a:lnTo>
                  <a:pt x="514350" y="1121740"/>
                </a:lnTo>
                <a:lnTo>
                  <a:pt x="514350" y="1140771"/>
                </a:lnTo>
                <a:lnTo>
                  <a:pt x="514350" y="1159793"/>
                </a:lnTo>
                <a:lnTo>
                  <a:pt x="514350" y="1178814"/>
                </a:lnTo>
                <a:lnTo>
                  <a:pt x="514350" y="1197835"/>
                </a:lnTo>
                <a:lnTo>
                  <a:pt x="514350" y="1216866"/>
                </a:lnTo>
                <a:lnTo>
                  <a:pt x="514350" y="1235888"/>
                </a:lnTo>
                <a:lnTo>
                  <a:pt x="514350" y="1254909"/>
                </a:lnTo>
                <a:lnTo>
                  <a:pt x="514350" y="1273940"/>
                </a:lnTo>
                <a:lnTo>
                  <a:pt x="514350" y="1292962"/>
                </a:lnTo>
                <a:lnTo>
                  <a:pt x="514350" y="1311983"/>
                </a:lnTo>
                <a:lnTo>
                  <a:pt x="514350" y="1331004"/>
                </a:lnTo>
                <a:lnTo>
                  <a:pt x="514350" y="1350035"/>
                </a:lnTo>
                <a:lnTo>
                  <a:pt x="514350" y="1369057"/>
                </a:lnTo>
                <a:lnTo>
                  <a:pt x="514350" y="1388078"/>
                </a:lnTo>
                <a:lnTo>
                  <a:pt x="514350" y="1407109"/>
                </a:lnTo>
                <a:lnTo>
                  <a:pt x="514350" y="1426131"/>
                </a:lnTo>
                <a:lnTo>
                  <a:pt x="514350" y="1445152"/>
                </a:lnTo>
                <a:lnTo>
                  <a:pt x="506930" y="1459811"/>
                </a:lnTo>
                <a:lnTo>
                  <a:pt x="490299" y="1469050"/>
                </a:lnTo>
                <a:lnTo>
                  <a:pt x="473669" y="1478290"/>
                </a:lnTo>
                <a:lnTo>
                  <a:pt x="457038" y="1487529"/>
                </a:lnTo>
                <a:lnTo>
                  <a:pt x="440407" y="1496768"/>
                </a:lnTo>
                <a:lnTo>
                  <a:pt x="423777" y="1506007"/>
                </a:lnTo>
                <a:lnTo>
                  <a:pt x="407146" y="1515247"/>
                </a:lnTo>
                <a:lnTo>
                  <a:pt x="390515" y="1524486"/>
                </a:lnTo>
                <a:lnTo>
                  <a:pt x="373885" y="1533725"/>
                </a:lnTo>
                <a:lnTo>
                  <a:pt x="357254" y="1542964"/>
                </a:lnTo>
                <a:lnTo>
                  <a:pt x="340624" y="1552204"/>
                </a:lnTo>
                <a:lnTo>
                  <a:pt x="323993" y="1561443"/>
                </a:lnTo>
                <a:lnTo>
                  <a:pt x="307362" y="1570682"/>
                </a:lnTo>
                <a:lnTo>
                  <a:pt x="290732" y="1579921"/>
                </a:lnTo>
                <a:lnTo>
                  <a:pt x="274101" y="1589161"/>
                </a:lnTo>
                <a:lnTo>
                  <a:pt x="257470" y="1598400"/>
                </a:lnTo>
                <a:lnTo>
                  <a:pt x="240840" y="1589494"/>
                </a:lnTo>
                <a:lnTo>
                  <a:pt x="224209" y="1580255"/>
                </a:lnTo>
                <a:lnTo>
                  <a:pt x="207578" y="1571015"/>
                </a:lnTo>
                <a:lnTo>
                  <a:pt x="190948" y="1561776"/>
                </a:lnTo>
                <a:lnTo>
                  <a:pt x="174317" y="1552537"/>
                </a:lnTo>
                <a:lnTo>
                  <a:pt x="157686" y="1543298"/>
                </a:lnTo>
                <a:lnTo>
                  <a:pt x="141056" y="1534058"/>
                </a:lnTo>
                <a:lnTo>
                  <a:pt x="124425" y="1524819"/>
                </a:lnTo>
                <a:lnTo>
                  <a:pt x="107794" y="1515580"/>
                </a:lnTo>
                <a:lnTo>
                  <a:pt x="91164" y="1506341"/>
                </a:lnTo>
                <a:lnTo>
                  <a:pt x="74533" y="1497101"/>
                </a:lnTo>
                <a:lnTo>
                  <a:pt x="57902" y="1487862"/>
                </a:lnTo>
                <a:lnTo>
                  <a:pt x="41272" y="1478623"/>
                </a:lnTo>
                <a:lnTo>
                  <a:pt x="24641" y="1469384"/>
                </a:lnTo>
                <a:lnTo>
                  <a:pt x="8011" y="1460144"/>
                </a:lnTo>
                <a:lnTo>
                  <a:pt x="0" y="1445838"/>
                </a:lnTo>
                <a:lnTo>
                  <a:pt x="0" y="1426807"/>
                </a:lnTo>
                <a:lnTo>
                  <a:pt x="0" y="1407785"/>
                </a:lnTo>
                <a:lnTo>
                  <a:pt x="0" y="1388764"/>
                </a:lnTo>
                <a:lnTo>
                  <a:pt x="0" y="1369743"/>
                </a:lnTo>
                <a:lnTo>
                  <a:pt x="0" y="1350712"/>
                </a:lnTo>
                <a:lnTo>
                  <a:pt x="0" y="1331690"/>
                </a:lnTo>
                <a:lnTo>
                  <a:pt x="0" y="1312669"/>
                </a:lnTo>
                <a:lnTo>
                  <a:pt x="0" y="1293638"/>
                </a:lnTo>
                <a:lnTo>
                  <a:pt x="0" y="1274616"/>
                </a:lnTo>
                <a:lnTo>
                  <a:pt x="0" y="1255595"/>
                </a:lnTo>
                <a:lnTo>
                  <a:pt x="0" y="1236574"/>
                </a:lnTo>
                <a:lnTo>
                  <a:pt x="0" y="1217543"/>
                </a:lnTo>
                <a:lnTo>
                  <a:pt x="0" y="1198521"/>
                </a:lnTo>
                <a:lnTo>
                  <a:pt x="0" y="1179500"/>
                </a:lnTo>
                <a:lnTo>
                  <a:pt x="0" y="1160469"/>
                </a:lnTo>
                <a:lnTo>
                  <a:pt x="0" y="1141447"/>
                </a:lnTo>
                <a:lnTo>
                  <a:pt x="0" y="1122426"/>
                </a:lnTo>
                <a:lnTo>
                  <a:pt x="0" y="1103405"/>
                </a:lnTo>
                <a:lnTo>
                  <a:pt x="0" y="1084374"/>
                </a:lnTo>
                <a:lnTo>
                  <a:pt x="0" y="1065352"/>
                </a:lnTo>
                <a:lnTo>
                  <a:pt x="0" y="1046331"/>
                </a:lnTo>
                <a:lnTo>
                  <a:pt x="0" y="1027300"/>
                </a:lnTo>
                <a:lnTo>
                  <a:pt x="0" y="1008278"/>
                </a:lnTo>
                <a:lnTo>
                  <a:pt x="0" y="989257"/>
                </a:lnTo>
                <a:lnTo>
                  <a:pt x="0" y="970236"/>
                </a:lnTo>
                <a:lnTo>
                  <a:pt x="0" y="951205"/>
                </a:lnTo>
                <a:lnTo>
                  <a:pt x="0" y="932183"/>
                </a:lnTo>
                <a:lnTo>
                  <a:pt x="0" y="913162"/>
                </a:lnTo>
                <a:lnTo>
                  <a:pt x="0" y="894131"/>
                </a:lnTo>
                <a:lnTo>
                  <a:pt x="0" y="875109"/>
                </a:lnTo>
                <a:lnTo>
                  <a:pt x="0" y="856088"/>
                </a:lnTo>
                <a:lnTo>
                  <a:pt x="0" y="837067"/>
                </a:lnTo>
                <a:lnTo>
                  <a:pt x="0" y="818036"/>
                </a:lnTo>
                <a:lnTo>
                  <a:pt x="0" y="799014"/>
                </a:lnTo>
                <a:lnTo>
                  <a:pt x="0" y="779993"/>
                </a:lnTo>
                <a:lnTo>
                  <a:pt x="0" y="760962"/>
                </a:lnTo>
                <a:lnTo>
                  <a:pt x="0" y="741940"/>
                </a:lnTo>
                <a:lnTo>
                  <a:pt x="0" y="722919"/>
                </a:lnTo>
                <a:lnTo>
                  <a:pt x="0" y="703898"/>
                </a:lnTo>
                <a:lnTo>
                  <a:pt x="0" y="684867"/>
                </a:lnTo>
                <a:lnTo>
                  <a:pt x="0" y="665845"/>
                </a:lnTo>
                <a:lnTo>
                  <a:pt x="0" y="646824"/>
                </a:lnTo>
                <a:lnTo>
                  <a:pt x="0" y="627793"/>
                </a:lnTo>
                <a:lnTo>
                  <a:pt x="0" y="608771"/>
                </a:lnTo>
                <a:lnTo>
                  <a:pt x="0" y="589750"/>
                </a:lnTo>
                <a:lnTo>
                  <a:pt x="0" y="570728"/>
                </a:lnTo>
                <a:lnTo>
                  <a:pt x="0" y="551698"/>
                </a:lnTo>
                <a:lnTo>
                  <a:pt x="0" y="532676"/>
                </a:lnTo>
                <a:lnTo>
                  <a:pt x="0" y="513655"/>
                </a:lnTo>
                <a:lnTo>
                  <a:pt x="0" y="494624"/>
                </a:lnTo>
                <a:lnTo>
                  <a:pt x="0" y="475602"/>
                </a:lnTo>
                <a:lnTo>
                  <a:pt x="0" y="456581"/>
                </a:lnTo>
                <a:lnTo>
                  <a:pt x="0" y="437559"/>
                </a:lnTo>
                <a:lnTo>
                  <a:pt x="0" y="418529"/>
                </a:lnTo>
                <a:lnTo>
                  <a:pt x="0" y="399507"/>
                </a:lnTo>
                <a:lnTo>
                  <a:pt x="0" y="380486"/>
                </a:lnTo>
                <a:lnTo>
                  <a:pt x="0" y="361455"/>
                </a:lnTo>
                <a:lnTo>
                  <a:pt x="0" y="342433"/>
                </a:lnTo>
                <a:lnTo>
                  <a:pt x="0" y="323412"/>
                </a:lnTo>
                <a:lnTo>
                  <a:pt x="0" y="304390"/>
                </a:lnTo>
                <a:lnTo>
                  <a:pt x="0" y="285359"/>
                </a:lnTo>
                <a:lnTo>
                  <a:pt x="0" y="266338"/>
                </a:lnTo>
                <a:lnTo>
                  <a:pt x="0" y="247317"/>
                </a:lnTo>
                <a:lnTo>
                  <a:pt x="0" y="228286"/>
                </a:lnTo>
                <a:lnTo>
                  <a:pt x="0" y="209264"/>
                </a:lnTo>
                <a:lnTo>
                  <a:pt x="0" y="190243"/>
                </a:lnTo>
                <a:lnTo>
                  <a:pt x="0" y="171221"/>
                </a:lnTo>
                <a:lnTo>
                  <a:pt x="0" y="152190"/>
                </a:lnTo>
                <a:lnTo>
                  <a:pt x="0" y="133169"/>
                </a:lnTo>
                <a:lnTo>
                  <a:pt x="0" y="114148"/>
                </a:lnTo>
                <a:lnTo>
                  <a:pt x="0" y="95117"/>
                </a:lnTo>
                <a:lnTo>
                  <a:pt x="0" y="76095"/>
                </a:lnTo>
                <a:lnTo>
                  <a:pt x="0" y="57074"/>
                </a:lnTo>
                <a:lnTo>
                  <a:pt x="0" y="38052"/>
                </a:lnTo>
                <a:lnTo>
                  <a:pt x="0" y="19021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5" name="phase-rail-1">
            <a:extLst xmlns:a="http://schemas.openxmlformats.org/drawingml/2006/main">
              <a:ext uri="{FF2B5EF4-FFF2-40B4-BE49-F238E27FC236}">
                <a16:creationId xmlns:a16="http://schemas.microsoft.com/office/drawing/2014/main" id="{FEC1E619-4DE5-4203-83CF-E6A7DF521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3236862"/>
            <a:ext cx="514350" cy="1408347"/>
          </a:xfrm>
          <a:custGeom xmlns:a="http://schemas.openxmlformats.org/drawingml/2006/main">
            <a:pathLst>
              <a:path w="514350" h="1408347">
                <a:moveTo>
                  <a:pt x="0" y="0"/>
                </a:moveTo>
                <a:lnTo>
                  <a:pt x="16574" y="9211"/>
                </a:lnTo>
                <a:lnTo>
                  <a:pt x="33157" y="18421"/>
                </a:lnTo>
                <a:lnTo>
                  <a:pt x="49730" y="27623"/>
                </a:lnTo>
                <a:lnTo>
                  <a:pt x="66304" y="36833"/>
                </a:lnTo>
                <a:lnTo>
                  <a:pt x="82887" y="46044"/>
                </a:lnTo>
                <a:lnTo>
                  <a:pt x="99460" y="55255"/>
                </a:lnTo>
                <a:lnTo>
                  <a:pt x="116034" y="64465"/>
                </a:lnTo>
                <a:lnTo>
                  <a:pt x="132617" y="73676"/>
                </a:lnTo>
                <a:lnTo>
                  <a:pt x="149190" y="82877"/>
                </a:lnTo>
                <a:lnTo>
                  <a:pt x="165764" y="92088"/>
                </a:lnTo>
                <a:lnTo>
                  <a:pt x="182347" y="101298"/>
                </a:lnTo>
                <a:lnTo>
                  <a:pt x="198920" y="110509"/>
                </a:lnTo>
                <a:lnTo>
                  <a:pt x="215503" y="119720"/>
                </a:lnTo>
                <a:lnTo>
                  <a:pt x="232077" y="128930"/>
                </a:lnTo>
                <a:lnTo>
                  <a:pt x="248650" y="138132"/>
                </a:lnTo>
                <a:lnTo>
                  <a:pt x="265233" y="138398"/>
                </a:lnTo>
                <a:lnTo>
                  <a:pt x="281807" y="129188"/>
                </a:lnTo>
                <a:lnTo>
                  <a:pt x="298380" y="119977"/>
                </a:lnTo>
                <a:lnTo>
                  <a:pt x="314963" y="110766"/>
                </a:lnTo>
                <a:lnTo>
                  <a:pt x="331537" y="101556"/>
                </a:lnTo>
                <a:lnTo>
                  <a:pt x="348110" y="92354"/>
                </a:lnTo>
                <a:lnTo>
                  <a:pt x="364693" y="83144"/>
                </a:lnTo>
                <a:lnTo>
                  <a:pt x="381267" y="73933"/>
                </a:lnTo>
                <a:lnTo>
                  <a:pt x="397840" y="64722"/>
                </a:lnTo>
                <a:lnTo>
                  <a:pt x="414423" y="55512"/>
                </a:lnTo>
                <a:lnTo>
                  <a:pt x="430997" y="46301"/>
                </a:lnTo>
                <a:lnTo>
                  <a:pt x="447570" y="37100"/>
                </a:lnTo>
                <a:lnTo>
                  <a:pt x="464153" y="27889"/>
                </a:lnTo>
                <a:lnTo>
                  <a:pt x="480727" y="18679"/>
                </a:lnTo>
                <a:lnTo>
                  <a:pt x="497310" y="9468"/>
                </a:lnTo>
                <a:lnTo>
                  <a:pt x="513883" y="257"/>
                </a:lnTo>
                <a:lnTo>
                  <a:pt x="514350" y="18431"/>
                </a:lnTo>
                <a:lnTo>
                  <a:pt x="514350" y="37386"/>
                </a:lnTo>
                <a:lnTo>
                  <a:pt x="514350" y="56350"/>
                </a:lnTo>
                <a:lnTo>
                  <a:pt x="514350" y="75314"/>
                </a:lnTo>
                <a:lnTo>
                  <a:pt x="514350" y="94278"/>
                </a:lnTo>
                <a:lnTo>
                  <a:pt x="514350" y="113243"/>
                </a:lnTo>
                <a:lnTo>
                  <a:pt x="514350" y="132207"/>
                </a:lnTo>
                <a:lnTo>
                  <a:pt x="514350" y="151162"/>
                </a:lnTo>
                <a:lnTo>
                  <a:pt x="514350" y="170126"/>
                </a:lnTo>
                <a:lnTo>
                  <a:pt x="514350" y="189090"/>
                </a:lnTo>
                <a:lnTo>
                  <a:pt x="514350" y="208055"/>
                </a:lnTo>
                <a:lnTo>
                  <a:pt x="514350" y="227019"/>
                </a:lnTo>
                <a:lnTo>
                  <a:pt x="514350" y="245974"/>
                </a:lnTo>
                <a:lnTo>
                  <a:pt x="514350" y="264938"/>
                </a:lnTo>
                <a:lnTo>
                  <a:pt x="514350" y="283902"/>
                </a:lnTo>
                <a:lnTo>
                  <a:pt x="514350" y="302866"/>
                </a:lnTo>
                <a:lnTo>
                  <a:pt x="514350" y="321831"/>
                </a:lnTo>
                <a:lnTo>
                  <a:pt x="514350" y="340795"/>
                </a:lnTo>
                <a:lnTo>
                  <a:pt x="514350" y="359750"/>
                </a:lnTo>
                <a:lnTo>
                  <a:pt x="514350" y="378714"/>
                </a:lnTo>
                <a:lnTo>
                  <a:pt x="514350" y="397678"/>
                </a:lnTo>
                <a:lnTo>
                  <a:pt x="514350" y="416643"/>
                </a:lnTo>
                <a:lnTo>
                  <a:pt x="514350" y="435607"/>
                </a:lnTo>
                <a:lnTo>
                  <a:pt x="514350" y="454562"/>
                </a:lnTo>
                <a:lnTo>
                  <a:pt x="514350" y="473526"/>
                </a:lnTo>
                <a:lnTo>
                  <a:pt x="514350" y="492490"/>
                </a:lnTo>
                <a:lnTo>
                  <a:pt x="514350" y="511454"/>
                </a:lnTo>
                <a:lnTo>
                  <a:pt x="514350" y="530419"/>
                </a:lnTo>
                <a:lnTo>
                  <a:pt x="514350" y="549383"/>
                </a:lnTo>
                <a:lnTo>
                  <a:pt x="514350" y="568338"/>
                </a:lnTo>
                <a:lnTo>
                  <a:pt x="514350" y="587302"/>
                </a:lnTo>
                <a:lnTo>
                  <a:pt x="514350" y="606266"/>
                </a:lnTo>
                <a:lnTo>
                  <a:pt x="514350" y="625231"/>
                </a:lnTo>
                <a:lnTo>
                  <a:pt x="514350" y="644195"/>
                </a:lnTo>
                <a:lnTo>
                  <a:pt x="514350" y="663150"/>
                </a:lnTo>
                <a:lnTo>
                  <a:pt x="514350" y="682114"/>
                </a:lnTo>
                <a:lnTo>
                  <a:pt x="514350" y="701078"/>
                </a:lnTo>
                <a:lnTo>
                  <a:pt x="514350" y="720042"/>
                </a:lnTo>
                <a:lnTo>
                  <a:pt x="514350" y="739007"/>
                </a:lnTo>
                <a:lnTo>
                  <a:pt x="514350" y="757971"/>
                </a:lnTo>
                <a:lnTo>
                  <a:pt x="514350" y="776926"/>
                </a:lnTo>
                <a:lnTo>
                  <a:pt x="514350" y="795890"/>
                </a:lnTo>
                <a:lnTo>
                  <a:pt x="514350" y="814854"/>
                </a:lnTo>
                <a:lnTo>
                  <a:pt x="514350" y="833819"/>
                </a:lnTo>
                <a:lnTo>
                  <a:pt x="514350" y="852783"/>
                </a:lnTo>
                <a:lnTo>
                  <a:pt x="514350" y="871738"/>
                </a:lnTo>
                <a:lnTo>
                  <a:pt x="514350" y="890702"/>
                </a:lnTo>
                <a:lnTo>
                  <a:pt x="514350" y="909666"/>
                </a:lnTo>
                <a:lnTo>
                  <a:pt x="514350" y="928630"/>
                </a:lnTo>
                <a:lnTo>
                  <a:pt x="514350" y="947595"/>
                </a:lnTo>
                <a:lnTo>
                  <a:pt x="514350" y="966559"/>
                </a:lnTo>
                <a:lnTo>
                  <a:pt x="514350" y="985514"/>
                </a:lnTo>
                <a:lnTo>
                  <a:pt x="514350" y="1004478"/>
                </a:lnTo>
                <a:lnTo>
                  <a:pt x="514350" y="1023442"/>
                </a:lnTo>
                <a:lnTo>
                  <a:pt x="514350" y="1042406"/>
                </a:lnTo>
                <a:lnTo>
                  <a:pt x="514350" y="1061371"/>
                </a:lnTo>
                <a:lnTo>
                  <a:pt x="514350" y="1080326"/>
                </a:lnTo>
                <a:lnTo>
                  <a:pt x="514350" y="1099290"/>
                </a:lnTo>
                <a:lnTo>
                  <a:pt x="514350" y="1118254"/>
                </a:lnTo>
                <a:lnTo>
                  <a:pt x="514350" y="1137218"/>
                </a:lnTo>
                <a:lnTo>
                  <a:pt x="514350" y="1156183"/>
                </a:lnTo>
                <a:lnTo>
                  <a:pt x="514350" y="1175147"/>
                </a:lnTo>
                <a:lnTo>
                  <a:pt x="514350" y="1194102"/>
                </a:lnTo>
                <a:lnTo>
                  <a:pt x="514350" y="1213066"/>
                </a:lnTo>
                <a:lnTo>
                  <a:pt x="514350" y="1232030"/>
                </a:lnTo>
                <a:lnTo>
                  <a:pt x="514350" y="1250994"/>
                </a:lnTo>
                <a:lnTo>
                  <a:pt x="514350" y="1269959"/>
                </a:lnTo>
                <a:lnTo>
                  <a:pt x="497777" y="1279160"/>
                </a:lnTo>
                <a:lnTo>
                  <a:pt x="481193" y="1288371"/>
                </a:lnTo>
                <a:lnTo>
                  <a:pt x="464620" y="1297581"/>
                </a:lnTo>
                <a:lnTo>
                  <a:pt x="448046" y="1306792"/>
                </a:lnTo>
                <a:lnTo>
                  <a:pt x="431463" y="1316003"/>
                </a:lnTo>
                <a:lnTo>
                  <a:pt x="414890" y="1325213"/>
                </a:lnTo>
                <a:lnTo>
                  <a:pt x="398316" y="1334414"/>
                </a:lnTo>
                <a:lnTo>
                  <a:pt x="381733" y="1343625"/>
                </a:lnTo>
                <a:lnTo>
                  <a:pt x="365160" y="1352836"/>
                </a:lnTo>
                <a:lnTo>
                  <a:pt x="348577" y="1362046"/>
                </a:lnTo>
                <a:lnTo>
                  <a:pt x="332003" y="1371257"/>
                </a:lnTo>
                <a:lnTo>
                  <a:pt x="315430" y="1380468"/>
                </a:lnTo>
                <a:lnTo>
                  <a:pt x="298847" y="1389669"/>
                </a:lnTo>
                <a:lnTo>
                  <a:pt x="282273" y="1398880"/>
                </a:lnTo>
                <a:lnTo>
                  <a:pt x="265700" y="1408090"/>
                </a:lnTo>
                <a:lnTo>
                  <a:pt x="249117" y="1408347"/>
                </a:lnTo>
                <a:lnTo>
                  <a:pt x="232543" y="1399146"/>
                </a:lnTo>
                <a:lnTo>
                  <a:pt x="215970" y="1389936"/>
                </a:lnTo>
                <a:lnTo>
                  <a:pt x="199387" y="1380725"/>
                </a:lnTo>
                <a:lnTo>
                  <a:pt x="182813" y="1371514"/>
                </a:lnTo>
                <a:lnTo>
                  <a:pt x="166240" y="1362304"/>
                </a:lnTo>
                <a:lnTo>
                  <a:pt x="149657" y="1353093"/>
                </a:lnTo>
                <a:lnTo>
                  <a:pt x="133083" y="1343892"/>
                </a:lnTo>
                <a:lnTo>
                  <a:pt x="116510" y="1334681"/>
                </a:lnTo>
                <a:lnTo>
                  <a:pt x="99927" y="1325470"/>
                </a:lnTo>
                <a:lnTo>
                  <a:pt x="83353" y="1316260"/>
                </a:lnTo>
                <a:lnTo>
                  <a:pt x="66780" y="1307049"/>
                </a:lnTo>
                <a:lnTo>
                  <a:pt x="50197" y="1297838"/>
                </a:lnTo>
                <a:lnTo>
                  <a:pt x="33623" y="1288637"/>
                </a:lnTo>
                <a:lnTo>
                  <a:pt x="17040" y="1279427"/>
                </a:lnTo>
                <a:lnTo>
                  <a:pt x="467" y="1270216"/>
                </a:lnTo>
                <a:lnTo>
                  <a:pt x="0" y="1251528"/>
                </a:lnTo>
                <a:lnTo>
                  <a:pt x="0" y="1232564"/>
                </a:lnTo>
                <a:lnTo>
                  <a:pt x="0" y="1213599"/>
                </a:lnTo>
                <a:lnTo>
                  <a:pt x="0" y="1194645"/>
                </a:lnTo>
                <a:lnTo>
                  <a:pt x="0" y="1175680"/>
                </a:lnTo>
                <a:lnTo>
                  <a:pt x="0" y="1156716"/>
                </a:lnTo>
                <a:lnTo>
                  <a:pt x="0" y="1137752"/>
                </a:lnTo>
                <a:lnTo>
                  <a:pt x="0" y="1118787"/>
                </a:lnTo>
                <a:lnTo>
                  <a:pt x="0" y="1099833"/>
                </a:lnTo>
                <a:lnTo>
                  <a:pt x="0" y="1080868"/>
                </a:lnTo>
                <a:lnTo>
                  <a:pt x="0" y="1061904"/>
                </a:lnTo>
                <a:lnTo>
                  <a:pt x="0" y="1042940"/>
                </a:lnTo>
                <a:lnTo>
                  <a:pt x="0" y="1023976"/>
                </a:lnTo>
                <a:lnTo>
                  <a:pt x="0" y="1005011"/>
                </a:lnTo>
                <a:lnTo>
                  <a:pt x="0" y="986057"/>
                </a:lnTo>
                <a:lnTo>
                  <a:pt x="0" y="967092"/>
                </a:lnTo>
                <a:lnTo>
                  <a:pt x="0" y="948128"/>
                </a:lnTo>
                <a:lnTo>
                  <a:pt x="0" y="929164"/>
                </a:lnTo>
                <a:lnTo>
                  <a:pt x="0" y="910199"/>
                </a:lnTo>
                <a:lnTo>
                  <a:pt x="0" y="891235"/>
                </a:lnTo>
                <a:lnTo>
                  <a:pt x="0" y="872280"/>
                </a:lnTo>
                <a:lnTo>
                  <a:pt x="0" y="853316"/>
                </a:lnTo>
                <a:lnTo>
                  <a:pt x="0" y="834352"/>
                </a:lnTo>
                <a:lnTo>
                  <a:pt x="0" y="815388"/>
                </a:lnTo>
                <a:lnTo>
                  <a:pt x="0" y="796423"/>
                </a:lnTo>
                <a:lnTo>
                  <a:pt x="0" y="777469"/>
                </a:lnTo>
                <a:lnTo>
                  <a:pt x="0" y="758504"/>
                </a:lnTo>
                <a:lnTo>
                  <a:pt x="0" y="739540"/>
                </a:lnTo>
                <a:lnTo>
                  <a:pt x="0" y="720576"/>
                </a:lnTo>
                <a:lnTo>
                  <a:pt x="0" y="701612"/>
                </a:lnTo>
                <a:lnTo>
                  <a:pt x="0" y="682647"/>
                </a:lnTo>
                <a:lnTo>
                  <a:pt x="0" y="663692"/>
                </a:lnTo>
                <a:lnTo>
                  <a:pt x="0" y="644728"/>
                </a:lnTo>
                <a:lnTo>
                  <a:pt x="0" y="625764"/>
                </a:lnTo>
                <a:lnTo>
                  <a:pt x="0" y="606800"/>
                </a:lnTo>
                <a:lnTo>
                  <a:pt x="0" y="587835"/>
                </a:lnTo>
                <a:lnTo>
                  <a:pt x="0" y="568881"/>
                </a:lnTo>
                <a:lnTo>
                  <a:pt x="0" y="549916"/>
                </a:lnTo>
                <a:lnTo>
                  <a:pt x="0" y="530952"/>
                </a:lnTo>
                <a:lnTo>
                  <a:pt x="0" y="511988"/>
                </a:lnTo>
                <a:lnTo>
                  <a:pt x="0" y="493024"/>
                </a:lnTo>
                <a:lnTo>
                  <a:pt x="0" y="474059"/>
                </a:lnTo>
                <a:lnTo>
                  <a:pt x="0" y="455105"/>
                </a:lnTo>
                <a:lnTo>
                  <a:pt x="0" y="436140"/>
                </a:lnTo>
                <a:lnTo>
                  <a:pt x="0" y="417176"/>
                </a:lnTo>
                <a:lnTo>
                  <a:pt x="0" y="398212"/>
                </a:lnTo>
                <a:lnTo>
                  <a:pt x="0" y="379247"/>
                </a:lnTo>
                <a:lnTo>
                  <a:pt x="0" y="360293"/>
                </a:lnTo>
                <a:lnTo>
                  <a:pt x="0" y="341328"/>
                </a:lnTo>
                <a:lnTo>
                  <a:pt x="0" y="322364"/>
                </a:lnTo>
                <a:lnTo>
                  <a:pt x="0" y="303400"/>
                </a:lnTo>
                <a:lnTo>
                  <a:pt x="0" y="284436"/>
                </a:lnTo>
                <a:lnTo>
                  <a:pt x="0" y="265471"/>
                </a:lnTo>
                <a:lnTo>
                  <a:pt x="0" y="246517"/>
                </a:lnTo>
                <a:lnTo>
                  <a:pt x="0" y="227552"/>
                </a:lnTo>
                <a:lnTo>
                  <a:pt x="0" y="208588"/>
                </a:lnTo>
                <a:lnTo>
                  <a:pt x="0" y="189624"/>
                </a:lnTo>
                <a:lnTo>
                  <a:pt x="0" y="170659"/>
                </a:lnTo>
                <a:lnTo>
                  <a:pt x="0" y="151705"/>
                </a:lnTo>
                <a:lnTo>
                  <a:pt x="0" y="132740"/>
                </a:lnTo>
                <a:lnTo>
                  <a:pt x="0" y="113776"/>
                </a:lnTo>
                <a:lnTo>
                  <a:pt x="0" y="94812"/>
                </a:lnTo>
                <a:lnTo>
                  <a:pt x="0" y="75848"/>
                </a:lnTo>
                <a:lnTo>
                  <a:pt x="0" y="56883"/>
                </a:lnTo>
                <a:lnTo>
                  <a:pt x="0" y="37929"/>
                </a:lnTo>
                <a:lnTo>
                  <a:pt x="0" y="18964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6" name="phase-rail-2">
            <a:extLst xmlns:a="http://schemas.openxmlformats.org/drawingml/2006/main">
              <a:ext uri="{FF2B5EF4-FFF2-40B4-BE49-F238E27FC236}">
                <a16:creationId xmlns:a16="http://schemas.microsoft.com/office/drawing/2014/main" id="{373864EB-3625-4C22-A5A0-13210FC3C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4649686"/>
            <a:ext cx="514350" cy="1560205"/>
          </a:xfrm>
          <a:custGeom xmlns:a="http://schemas.openxmlformats.org/drawingml/2006/main">
            <a:pathLst>
              <a:path w="514350" h="1560205">
                <a:moveTo>
                  <a:pt x="0" y="0"/>
                </a:moveTo>
                <a:lnTo>
                  <a:pt x="16621" y="9230"/>
                </a:lnTo>
                <a:lnTo>
                  <a:pt x="33242" y="18469"/>
                </a:lnTo>
                <a:lnTo>
                  <a:pt x="49863" y="27699"/>
                </a:lnTo>
                <a:lnTo>
                  <a:pt x="66485" y="36938"/>
                </a:lnTo>
                <a:lnTo>
                  <a:pt x="83106" y="46168"/>
                </a:lnTo>
                <a:lnTo>
                  <a:pt x="99727" y="55407"/>
                </a:lnTo>
                <a:lnTo>
                  <a:pt x="116348" y="64637"/>
                </a:lnTo>
                <a:lnTo>
                  <a:pt x="132969" y="73876"/>
                </a:lnTo>
                <a:lnTo>
                  <a:pt x="149600" y="83106"/>
                </a:lnTo>
                <a:lnTo>
                  <a:pt x="166221" y="92335"/>
                </a:lnTo>
                <a:lnTo>
                  <a:pt x="182842" y="101575"/>
                </a:lnTo>
                <a:lnTo>
                  <a:pt x="199463" y="110804"/>
                </a:lnTo>
                <a:lnTo>
                  <a:pt x="216084" y="120044"/>
                </a:lnTo>
                <a:lnTo>
                  <a:pt x="232705" y="129273"/>
                </a:lnTo>
                <a:lnTo>
                  <a:pt x="249326" y="138513"/>
                </a:lnTo>
                <a:lnTo>
                  <a:pt x="265948" y="137998"/>
                </a:lnTo>
                <a:lnTo>
                  <a:pt x="282569" y="128759"/>
                </a:lnTo>
                <a:lnTo>
                  <a:pt x="299190" y="119529"/>
                </a:lnTo>
                <a:lnTo>
                  <a:pt x="315811" y="110300"/>
                </a:lnTo>
                <a:lnTo>
                  <a:pt x="332432" y="101060"/>
                </a:lnTo>
                <a:lnTo>
                  <a:pt x="349053" y="91831"/>
                </a:lnTo>
                <a:lnTo>
                  <a:pt x="365674" y="82591"/>
                </a:lnTo>
                <a:lnTo>
                  <a:pt x="382295" y="73362"/>
                </a:lnTo>
                <a:lnTo>
                  <a:pt x="398917" y="64122"/>
                </a:lnTo>
                <a:lnTo>
                  <a:pt x="415538" y="54893"/>
                </a:lnTo>
                <a:lnTo>
                  <a:pt x="432168" y="45653"/>
                </a:lnTo>
                <a:lnTo>
                  <a:pt x="448789" y="36424"/>
                </a:lnTo>
                <a:lnTo>
                  <a:pt x="465411" y="27194"/>
                </a:lnTo>
                <a:lnTo>
                  <a:pt x="482032" y="17955"/>
                </a:lnTo>
                <a:lnTo>
                  <a:pt x="498653" y="8725"/>
                </a:lnTo>
                <a:lnTo>
                  <a:pt x="514350" y="1057"/>
                </a:lnTo>
                <a:lnTo>
                  <a:pt x="514350" y="20069"/>
                </a:lnTo>
                <a:lnTo>
                  <a:pt x="514350" y="39081"/>
                </a:lnTo>
                <a:lnTo>
                  <a:pt x="514350" y="58093"/>
                </a:lnTo>
                <a:lnTo>
                  <a:pt x="514350" y="77114"/>
                </a:lnTo>
                <a:lnTo>
                  <a:pt x="514350" y="96126"/>
                </a:lnTo>
                <a:lnTo>
                  <a:pt x="514350" y="115138"/>
                </a:lnTo>
                <a:lnTo>
                  <a:pt x="514350" y="134150"/>
                </a:lnTo>
                <a:lnTo>
                  <a:pt x="514350" y="153162"/>
                </a:lnTo>
                <a:lnTo>
                  <a:pt x="514350" y="172183"/>
                </a:lnTo>
                <a:lnTo>
                  <a:pt x="514350" y="191195"/>
                </a:lnTo>
                <a:lnTo>
                  <a:pt x="514350" y="210207"/>
                </a:lnTo>
                <a:lnTo>
                  <a:pt x="514350" y="229219"/>
                </a:lnTo>
                <a:lnTo>
                  <a:pt x="514350" y="248241"/>
                </a:lnTo>
                <a:lnTo>
                  <a:pt x="514350" y="267252"/>
                </a:lnTo>
                <a:lnTo>
                  <a:pt x="514350" y="286264"/>
                </a:lnTo>
                <a:lnTo>
                  <a:pt x="514350" y="305276"/>
                </a:lnTo>
                <a:lnTo>
                  <a:pt x="514350" y="324288"/>
                </a:lnTo>
                <a:lnTo>
                  <a:pt x="514350" y="343310"/>
                </a:lnTo>
                <a:lnTo>
                  <a:pt x="514350" y="362321"/>
                </a:lnTo>
                <a:lnTo>
                  <a:pt x="514350" y="381333"/>
                </a:lnTo>
                <a:lnTo>
                  <a:pt x="514350" y="400345"/>
                </a:lnTo>
                <a:lnTo>
                  <a:pt x="514350" y="419357"/>
                </a:lnTo>
                <a:lnTo>
                  <a:pt x="514350" y="438379"/>
                </a:lnTo>
                <a:lnTo>
                  <a:pt x="514350" y="457391"/>
                </a:lnTo>
                <a:lnTo>
                  <a:pt x="514350" y="476402"/>
                </a:lnTo>
                <a:lnTo>
                  <a:pt x="514350" y="495414"/>
                </a:lnTo>
                <a:lnTo>
                  <a:pt x="514350" y="514436"/>
                </a:lnTo>
                <a:lnTo>
                  <a:pt x="514350" y="533448"/>
                </a:lnTo>
                <a:lnTo>
                  <a:pt x="514350" y="552460"/>
                </a:lnTo>
                <a:lnTo>
                  <a:pt x="514350" y="571471"/>
                </a:lnTo>
                <a:lnTo>
                  <a:pt x="514350" y="590483"/>
                </a:lnTo>
                <a:lnTo>
                  <a:pt x="514350" y="609505"/>
                </a:lnTo>
                <a:lnTo>
                  <a:pt x="514350" y="628517"/>
                </a:lnTo>
                <a:lnTo>
                  <a:pt x="514350" y="647529"/>
                </a:lnTo>
                <a:lnTo>
                  <a:pt x="514350" y="666540"/>
                </a:lnTo>
                <a:lnTo>
                  <a:pt x="514350" y="685552"/>
                </a:lnTo>
                <a:lnTo>
                  <a:pt x="514350" y="704574"/>
                </a:lnTo>
                <a:lnTo>
                  <a:pt x="514350" y="723586"/>
                </a:lnTo>
                <a:lnTo>
                  <a:pt x="514350" y="742598"/>
                </a:lnTo>
                <a:lnTo>
                  <a:pt x="514350" y="761609"/>
                </a:lnTo>
                <a:lnTo>
                  <a:pt x="514350" y="780621"/>
                </a:lnTo>
                <a:lnTo>
                  <a:pt x="514350" y="799643"/>
                </a:lnTo>
                <a:lnTo>
                  <a:pt x="514350" y="818655"/>
                </a:lnTo>
                <a:lnTo>
                  <a:pt x="514350" y="837667"/>
                </a:lnTo>
                <a:lnTo>
                  <a:pt x="514350" y="856679"/>
                </a:lnTo>
                <a:lnTo>
                  <a:pt x="514350" y="875700"/>
                </a:lnTo>
                <a:lnTo>
                  <a:pt x="514350" y="894712"/>
                </a:lnTo>
                <a:lnTo>
                  <a:pt x="514350" y="913724"/>
                </a:lnTo>
                <a:lnTo>
                  <a:pt x="514350" y="932736"/>
                </a:lnTo>
                <a:lnTo>
                  <a:pt x="514350" y="951748"/>
                </a:lnTo>
                <a:lnTo>
                  <a:pt x="514350" y="970769"/>
                </a:lnTo>
                <a:lnTo>
                  <a:pt x="514350" y="989781"/>
                </a:lnTo>
                <a:lnTo>
                  <a:pt x="514350" y="1008793"/>
                </a:lnTo>
                <a:lnTo>
                  <a:pt x="514350" y="1027805"/>
                </a:lnTo>
                <a:lnTo>
                  <a:pt x="514350" y="1046817"/>
                </a:lnTo>
                <a:lnTo>
                  <a:pt x="514350" y="1065838"/>
                </a:lnTo>
                <a:lnTo>
                  <a:pt x="514350" y="1084850"/>
                </a:lnTo>
                <a:lnTo>
                  <a:pt x="514350" y="1103862"/>
                </a:lnTo>
                <a:lnTo>
                  <a:pt x="514350" y="1122874"/>
                </a:lnTo>
                <a:lnTo>
                  <a:pt x="514350" y="1141895"/>
                </a:lnTo>
                <a:lnTo>
                  <a:pt x="514350" y="1160907"/>
                </a:lnTo>
                <a:lnTo>
                  <a:pt x="514350" y="1179919"/>
                </a:lnTo>
                <a:lnTo>
                  <a:pt x="514350" y="1198931"/>
                </a:lnTo>
                <a:lnTo>
                  <a:pt x="514350" y="1217943"/>
                </a:lnTo>
                <a:lnTo>
                  <a:pt x="514350" y="1236964"/>
                </a:lnTo>
                <a:lnTo>
                  <a:pt x="514350" y="1255976"/>
                </a:lnTo>
                <a:lnTo>
                  <a:pt x="514350" y="1274988"/>
                </a:lnTo>
                <a:lnTo>
                  <a:pt x="514350" y="1294000"/>
                </a:lnTo>
                <a:lnTo>
                  <a:pt x="514350" y="1313012"/>
                </a:lnTo>
                <a:lnTo>
                  <a:pt x="514350" y="1332033"/>
                </a:lnTo>
                <a:lnTo>
                  <a:pt x="514350" y="1351045"/>
                </a:lnTo>
                <a:lnTo>
                  <a:pt x="514350" y="1370057"/>
                </a:lnTo>
                <a:lnTo>
                  <a:pt x="514350" y="1389069"/>
                </a:lnTo>
                <a:lnTo>
                  <a:pt x="514350" y="1408081"/>
                </a:lnTo>
                <a:lnTo>
                  <a:pt x="506035" y="1422206"/>
                </a:lnTo>
                <a:lnTo>
                  <a:pt x="489414" y="1431446"/>
                </a:lnTo>
                <a:lnTo>
                  <a:pt x="472792" y="1440675"/>
                </a:lnTo>
                <a:lnTo>
                  <a:pt x="456171" y="1449915"/>
                </a:lnTo>
                <a:lnTo>
                  <a:pt x="439550" y="1459144"/>
                </a:lnTo>
                <a:lnTo>
                  <a:pt x="422929" y="1468384"/>
                </a:lnTo>
                <a:lnTo>
                  <a:pt x="406308" y="1477613"/>
                </a:lnTo>
                <a:lnTo>
                  <a:pt x="389687" y="1486843"/>
                </a:lnTo>
                <a:lnTo>
                  <a:pt x="373066" y="1496082"/>
                </a:lnTo>
                <a:lnTo>
                  <a:pt x="356445" y="1505312"/>
                </a:lnTo>
                <a:lnTo>
                  <a:pt x="339823" y="1514551"/>
                </a:lnTo>
                <a:lnTo>
                  <a:pt x="323202" y="1523781"/>
                </a:lnTo>
                <a:lnTo>
                  <a:pt x="306581" y="1533020"/>
                </a:lnTo>
                <a:lnTo>
                  <a:pt x="289960" y="1542250"/>
                </a:lnTo>
                <a:lnTo>
                  <a:pt x="273339" y="1551489"/>
                </a:lnTo>
                <a:lnTo>
                  <a:pt x="256718" y="1560205"/>
                </a:lnTo>
                <a:lnTo>
                  <a:pt x="240097" y="1550975"/>
                </a:lnTo>
                <a:lnTo>
                  <a:pt x="223466" y="1541736"/>
                </a:lnTo>
                <a:lnTo>
                  <a:pt x="206845" y="1532506"/>
                </a:lnTo>
                <a:lnTo>
                  <a:pt x="190224" y="1523267"/>
                </a:lnTo>
                <a:lnTo>
                  <a:pt x="173603" y="1514037"/>
                </a:lnTo>
                <a:lnTo>
                  <a:pt x="156982" y="1504807"/>
                </a:lnTo>
                <a:lnTo>
                  <a:pt x="140360" y="1495568"/>
                </a:lnTo>
                <a:lnTo>
                  <a:pt x="123739" y="1486338"/>
                </a:lnTo>
                <a:lnTo>
                  <a:pt x="107118" y="1477099"/>
                </a:lnTo>
                <a:lnTo>
                  <a:pt x="90497" y="1467869"/>
                </a:lnTo>
                <a:lnTo>
                  <a:pt x="73876" y="1458630"/>
                </a:lnTo>
                <a:lnTo>
                  <a:pt x="57255" y="1449400"/>
                </a:lnTo>
                <a:lnTo>
                  <a:pt x="40634" y="1440161"/>
                </a:lnTo>
                <a:lnTo>
                  <a:pt x="24013" y="1430931"/>
                </a:lnTo>
                <a:lnTo>
                  <a:pt x="7391" y="1421702"/>
                </a:lnTo>
                <a:lnTo>
                  <a:pt x="0" y="1407033"/>
                </a:lnTo>
                <a:lnTo>
                  <a:pt x="0" y="1388021"/>
                </a:lnTo>
                <a:lnTo>
                  <a:pt x="0" y="1369000"/>
                </a:lnTo>
                <a:lnTo>
                  <a:pt x="0" y="1349988"/>
                </a:lnTo>
                <a:lnTo>
                  <a:pt x="0" y="1330976"/>
                </a:lnTo>
                <a:lnTo>
                  <a:pt x="0" y="1311964"/>
                </a:lnTo>
                <a:lnTo>
                  <a:pt x="0" y="1292943"/>
                </a:lnTo>
                <a:lnTo>
                  <a:pt x="0" y="1273931"/>
                </a:lnTo>
                <a:lnTo>
                  <a:pt x="0" y="1254919"/>
                </a:lnTo>
                <a:lnTo>
                  <a:pt x="0" y="1235907"/>
                </a:lnTo>
                <a:lnTo>
                  <a:pt x="0" y="1216895"/>
                </a:lnTo>
                <a:lnTo>
                  <a:pt x="0" y="1197874"/>
                </a:lnTo>
                <a:lnTo>
                  <a:pt x="0" y="1178862"/>
                </a:lnTo>
                <a:lnTo>
                  <a:pt x="0" y="1159850"/>
                </a:lnTo>
                <a:lnTo>
                  <a:pt x="0" y="1140838"/>
                </a:lnTo>
                <a:lnTo>
                  <a:pt x="0" y="1121826"/>
                </a:lnTo>
                <a:lnTo>
                  <a:pt x="0" y="1102805"/>
                </a:lnTo>
                <a:lnTo>
                  <a:pt x="0" y="1083793"/>
                </a:lnTo>
                <a:lnTo>
                  <a:pt x="0" y="1064781"/>
                </a:lnTo>
                <a:lnTo>
                  <a:pt x="0" y="1045769"/>
                </a:lnTo>
                <a:lnTo>
                  <a:pt x="0" y="1026747"/>
                </a:lnTo>
                <a:lnTo>
                  <a:pt x="0" y="1007735"/>
                </a:lnTo>
                <a:lnTo>
                  <a:pt x="0" y="988724"/>
                </a:lnTo>
                <a:lnTo>
                  <a:pt x="0" y="969712"/>
                </a:lnTo>
                <a:lnTo>
                  <a:pt x="0" y="950700"/>
                </a:lnTo>
                <a:lnTo>
                  <a:pt x="0" y="931678"/>
                </a:lnTo>
                <a:lnTo>
                  <a:pt x="0" y="912666"/>
                </a:lnTo>
                <a:lnTo>
                  <a:pt x="0" y="893655"/>
                </a:lnTo>
                <a:lnTo>
                  <a:pt x="0" y="874643"/>
                </a:lnTo>
                <a:lnTo>
                  <a:pt x="0" y="855631"/>
                </a:lnTo>
                <a:lnTo>
                  <a:pt x="0" y="836609"/>
                </a:lnTo>
                <a:lnTo>
                  <a:pt x="0" y="817597"/>
                </a:lnTo>
                <a:lnTo>
                  <a:pt x="0" y="798586"/>
                </a:lnTo>
                <a:lnTo>
                  <a:pt x="0" y="779574"/>
                </a:lnTo>
                <a:lnTo>
                  <a:pt x="0" y="760562"/>
                </a:lnTo>
                <a:lnTo>
                  <a:pt x="0" y="741540"/>
                </a:lnTo>
                <a:lnTo>
                  <a:pt x="0" y="722528"/>
                </a:lnTo>
                <a:lnTo>
                  <a:pt x="0" y="703517"/>
                </a:lnTo>
                <a:lnTo>
                  <a:pt x="0" y="684505"/>
                </a:lnTo>
                <a:lnTo>
                  <a:pt x="0" y="665483"/>
                </a:lnTo>
                <a:lnTo>
                  <a:pt x="0" y="646471"/>
                </a:lnTo>
                <a:lnTo>
                  <a:pt x="0" y="627459"/>
                </a:lnTo>
                <a:lnTo>
                  <a:pt x="0" y="608447"/>
                </a:lnTo>
                <a:lnTo>
                  <a:pt x="0" y="589436"/>
                </a:lnTo>
                <a:lnTo>
                  <a:pt x="0" y="570414"/>
                </a:lnTo>
                <a:lnTo>
                  <a:pt x="0" y="551402"/>
                </a:lnTo>
                <a:lnTo>
                  <a:pt x="0" y="532390"/>
                </a:lnTo>
                <a:lnTo>
                  <a:pt x="0" y="513378"/>
                </a:lnTo>
                <a:lnTo>
                  <a:pt x="0" y="494367"/>
                </a:lnTo>
                <a:lnTo>
                  <a:pt x="0" y="475345"/>
                </a:lnTo>
                <a:lnTo>
                  <a:pt x="0" y="456333"/>
                </a:lnTo>
                <a:lnTo>
                  <a:pt x="0" y="437321"/>
                </a:lnTo>
                <a:lnTo>
                  <a:pt x="0" y="418309"/>
                </a:lnTo>
                <a:lnTo>
                  <a:pt x="0" y="399288"/>
                </a:lnTo>
                <a:lnTo>
                  <a:pt x="0" y="380276"/>
                </a:lnTo>
                <a:lnTo>
                  <a:pt x="0" y="361264"/>
                </a:lnTo>
                <a:lnTo>
                  <a:pt x="0" y="342252"/>
                </a:lnTo>
                <a:lnTo>
                  <a:pt x="0" y="323240"/>
                </a:lnTo>
                <a:lnTo>
                  <a:pt x="0" y="304219"/>
                </a:lnTo>
                <a:lnTo>
                  <a:pt x="0" y="285207"/>
                </a:lnTo>
                <a:lnTo>
                  <a:pt x="0" y="266195"/>
                </a:lnTo>
                <a:lnTo>
                  <a:pt x="0" y="247183"/>
                </a:lnTo>
                <a:lnTo>
                  <a:pt x="0" y="228171"/>
                </a:lnTo>
                <a:lnTo>
                  <a:pt x="0" y="209150"/>
                </a:lnTo>
                <a:lnTo>
                  <a:pt x="0" y="190138"/>
                </a:lnTo>
                <a:lnTo>
                  <a:pt x="0" y="171126"/>
                </a:lnTo>
                <a:lnTo>
                  <a:pt x="0" y="152114"/>
                </a:lnTo>
                <a:lnTo>
                  <a:pt x="0" y="133093"/>
                </a:lnTo>
                <a:lnTo>
                  <a:pt x="0" y="114081"/>
                </a:lnTo>
                <a:lnTo>
                  <a:pt x="0" y="95069"/>
                </a:lnTo>
                <a:lnTo>
                  <a:pt x="0" y="76057"/>
                </a:lnTo>
                <a:lnTo>
                  <a:pt x="0" y="57045"/>
                </a:lnTo>
                <a:lnTo>
                  <a:pt x="0" y="38024"/>
                </a:lnTo>
                <a:lnTo>
                  <a:pt x="0" y="19012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78A8D5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7" name="funnel-step-body-0">
            <a:extLst xmlns:a="http://schemas.openxmlformats.org/drawingml/2006/main">
              <a:ext uri="{FF2B5EF4-FFF2-40B4-BE49-F238E27FC236}">
                <a16:creationId xmlns:a16="http://schemas.microsoft.com/office/drawing/2014/main" id="{01C7504C-48E2-4628-9301-F219BB424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714625" y="1847850"/>
            <a:ext cx="3330597" cy="634117"/>
          </a:xfrm>
          <a:custGeom xmlns:a="http://schemas.openxmlformats.org/drawingml/2006/main">
            <a:pathLst>
              <a:path w="3330597" h="634117">
                <a:moveTo>
                  <a:pt x="0" y="0"/>
                </a:moveTo>
                <a:lnTo>
                  <a:pt x="13878" y="27480"/>
                </a:lnTo>
                <a:lnTo>
                  <a:pt x="27746" y="54969"/>
                </a:lnTo>
                <a:lnTo>
                  <a:pt x="41624" y="82448"/>
                </a:lnTo>
                <a:lnTo>
                  <a:pt x="55502" y="109938"/>
                </a:lnTo>
                <a:lnTo>
                  <a:pt x="69380" y="137417"/>
                </a:lnTo>
                <a:lnTo>
                  <a:pt x="83249" y="164906"/>
                </a:lnTo>
                <a:lnTo>
                  <a:pt x="97126" y="192386"/>
                </a:lnTo>
                <a:lnTo>
                  <a:pt x="111004" y="219875"/>
                </a:lnTo>
                <a:lnTo>
                  <a:pt x="124873" y="247355"/>
                </a:lnTo>
                <a:lnTo>
                  <a:pt x="138751" y="274844"/>
                </a:lnTo>
                <a:lnTo>
                  <a:pt x="152629" y="302324"/>
                </a:lnTo>
                <a:lnTo>
                  <a:pt x="166507" y="329813"/>
                </a:lnTo>
                <a:lnTo>
                  <a:pt x="180375" y="357292"/>
                </a:lnTo>
                <a:lnTo>
                  <a:pt x="194253" y="384781"/>
                </a:lnTo>
                <a:lnTo>
                  <a:pt x="208131" y="412261"/>
                </a:lnTo>
                <a:lnTo>
                  <a:pt x="222009" y="439741"/>
                </a:lnTo>
                <a:lnTo>
                  <a:pt x="235877" y="467230"/>
                </a:lnTo>
                <a:lnTo>
                  <a:pt x="249755" y="494709"/>
                </a:lnTo>
                <a:lnTo>
                  <a:pt x="263633" y="522199"/>
                </a:lnTo>
                <a:lnTo>
                  <a:pt x="277501" y="549678"/>
                </a:lnTo>
                <a:lnTo>
                  <a:pt x="296723" y="571824"/>
                </a:lnTo>
                <a:lnTo>
                  <a:pt x="326269" y="580368"/>
                </a:lnTo>
                <a:lnTo>
                  <a:pt x="356521" y="586073"/>
                </a:lnTo>
                <a:lnTo>
                  <a:pt x="386972" y="590540"/>
                </a:lnTo>
                <a:lnTo>
                  <a:pt x="417538" y="594284"/>
                </a:lnTo>
                <a:lnTo>
                  <a:pt x="448151" y="597522"/>
                </a:lnTo>
                <a:lnTo>
                  <a:pt x="478803" y="600389"/>
                </a:lnTo>
                <a:lnTo>
                  <a:pt x="509483" y="602971"/>
                </a:lnTo>
                <a:lnTo>
                  <a:pt x="540182" y="605304"/>
                </a:lnTo>
                <a:lnTo>
                  <a:pt x="570900" y="607447"/>
                </a:lnTo>
                <a:lnTo>
                  <a:pt x="601628" y="609429"/>
                </a:lnTo>
                <a:lnTo>
                  <a:pt x="632355" y="611248"/>
                </a:lnTo>
                <a:lnTo>
                  <a:pt x="663102" y="612953"/>
                </a:lnTo>
                <a:lnTo>
                  <a:pt x="693849" y="614543"/>
                </a:lnTo>
                <a:lnTo>
                  <a:pt x="724595" y="616020"/>
                </a:lnTo>
                <a:lnTo>
                  <a:pt x="755352" y="617410"/>
                </a:lnTo>
                <a:lnTo>
                  <a:pt x="786117" y="618715"/>
                </a:lnTo>
                <a:lnTo>
                  <a:pt x="816874" y="619954"/>
                </a:lnTo>
                <a:lnTo>
                  <a:pt x="847639" y="621097"/>
                </a:lnTo>
                <a:lnTo>
                  <a:pt x="878415" y="622183"/>
                </a:lnTo>
                <a:lnTo>
                  <a:pt x="909180" y="623202"/>
                </a:lnTo>
                <a:lnTo>
                  <a:pt x="939956" y="624164"/>
                </a:lnTo>
                <a:lnTo>
                  <a:pt x="970731" y="625059"/>
                </a:lnTo>
                <a:lnTo>
                  <a:pt x="1001506" y="625916"/>
                </a:lnTo>
                <a:lnTo>
                  <a:pt x="1032281" y="626707"/>
                </a:lnTo>
                <a:lnTo>
                  <a:pt x="1063066" y="627459"/>
                </a:lnTo>
                <a:lnTo>
                  <a:pt x="1093841" y="628164"/>
                </a:lnTo>
                <a:lnTo>
                  <a:pt x="1124626" y="628812"/>
                </a:lnTo>
                <a:lnTo>
                  <a:pt x="1155402" y="629431"/>
                </a:lnTo>
                <a:lnTo>
                  <a:pt x="1186186" y="630003"/>
                </a:lnTo>
                <a:lnTo>
                  <a:pt x="1216971" y="630526"/>
                </a:lnTo>
                <a:lnTo>
                  <a:pt x="1247756" y="631022"/>
                </a:lnTo>
                <a:lnTo>
                  <a:pt x="1278541" y="631469"/>
                </a:lnTo>
                <a:lnTo>
                  <a:pt x="1309326" y="631879"/>
                </a:lnTo>
                <a:lnTo>
                  <a:pt x="1340110" y="632260"/>
                </a:lnTo>
                <a:lnTo>
                  <a:pt x="1370895" y="632593"/>
                </a:lnTo>
                <a:lnTo>
                  <a:pt x="1401680" y="632898"/>
                </a:lnTo>
                <a:lnTo>
                  <a:pt x="1432474" y="633174"/>
                </a:lnTo>
                <a:lnTo>
                  <a:pt x="1463259" y="633403"/>
                </a:lnTo>
                <a:lnTo>
                  <a:pt x="1494044" y="633603"/>
                </a:lnTo>
                <a:lnTo>
                  <a:pt x="1524829" y="633774"/>
                </a:lnTo>
                <a:lnTo>
                  <a:pt x="1555623" y="633908"/>
                </a:lnTo>
                <a:lnTo>
                  <a:pt x="1586408" y="634013"/>
                </a:lnTo>
                <a:lnTo>
                  <a:pt x="1617193" y="634079"/>
                </a:lnTo>
                <a:lnTo>
                  <a:pt x="1647987" y="634117"/>
                </a:lnTo>
                <a:lnTo>
                  <a:pt x="1678772" y="634117"/>
                </a:lnTo>
                <a:lnTo>
                  <a:pt x="1709557" y="634089"/>
                </a:lnTo>
                <a:lnTo>
                  <a:pt x="1740351" y="634032"/>
                </a:lnTo>
                <a:lnTo>
                  <a:pt x="1771136" y="633936"/>
                </a:lnTo>
                <a:lnTo>
                  <a:pt x="1801920" y="633813"/>
                </a:lnTo>
                <a:lnTo>
                  <a:pt x="1832715" y="633651"/>
                </a:lnTo>
                <a:lnTo>
                  <a:pt x="1863500" y="633460"/>
                </a:lnTo>
                <a:lnTo>
                  <a:pt x="1894284" y="633232"/>
                </a:lnTo>
                <a:lnTo>
                  <a:pt x="1925069" y="632965"/>
                </a:lnTo>
                <a:lnTo>
                  <a:pt x="1955854" y="632670"/>
                </a:lnTo>
                <a:lnTo>
                  <a:pt x="1986648" y="632336"/>
                </a:lnTo>
                <a:lnTo>
                  <a:pt x="2017433" y="631974"/>
                </a:lnTo>
                <a:lnTo>
                  <a:pt x="2048218" y="631565"/>
                </a:lnTo>
                <a:lnTo>
                  <a:pt x="2079003" y="631127"/>
                </a:lnTo>
                <a:lnTo>
                  <a:pt x="2109788" y="630641"/>
                </a:lnTo>
                <a:lnTo>
                  <a:pt x="2140572" y="630126"/>
                </a:lnTo>
                <a:lnTo>
                  <a:pt x="2171348" y="629564"/>
                </a:lnTo>
                <a:lnTo>
                  <a:pt x="2202132" y="628964"/>
                </a:lnTo>
                <a:lnTo>
                  <a:pt x="2232917" y="628317"/>
                </a:lnTo>
                <a:lnTo>
                  <a:pt x="2263692" y="627621"/>
                </a:lnTo>
                <a:lnTo>
                  <a:pt x="2294477" y="626888"/>
                </a:lnTo>
                <a:lnTo>
                  <a:pt x="2325253" y="626097"/>
                </a:lnTo>
                <a:lnTo>
                  <a:pt x="2356028" y="625259"/>
                </a:lnTo>
                <a:lnTo>
                  <a:pt x="2386803" y="624373"/>
                </a:lnTo>
                <a:lnTo>
                  <a:pt x="2417578" y="623421"/>
                </a:lnTo>
                <a:lnTo>
                  <a:pt x="2448344" y="622421"/>
                </a:lnTo>
                <a:lnTo>
                  <a:pt x="2479119" y="621344"/>
                </a:lnTo>
                <a:lnTo>
                  <a:pt x="2509885" y="620211"/>
                </a:lnTo>
                <a:lnTo>
                  <a:pt x="2540651" y="619011"/>
                </a:lnTo>
                <a:lnTo>
                  <a:pt x="2571407" y="617725"/>
                </a:lnTo>
                <a:lnTo>
                  <a:pt x="2602163" y="616344"/>
                </a:lnTo>
                <a:lnTo>
                  <a:pt x="2632920" y="614886"/>
                </a:lnTo>
                <a:lnTo>
                  <a:pt x="2663666" y="613324"/>
                </a:lnTo>
                <a:lnTo>
                  <a:pt x="2694413" y="611648"/>
                </a:lnTo>
                <a:lnTo>
                  <a:pt x="2725141" y="609848"/>
                </a:lnTo>
                <a:lnTo>
                  <a:pt x="2755868" y="607914"/>
                </a:lnTo>
                <a:lnTo>
                  <a:pt x="2786586" y="605809"/>
                </a:lnTo>
                <a:lnTo>
                  <a:pt x="2817295" y="603514"/>
                </a:lnTo>
                <a:lnTo>
                  <a:pt x="2847975" y="600999"/>
                </a:lnTo>
                <a:lnTo>
                  <a:pt x="2878636" y="598199"/>
                </a:lnTo>
                <a:lnTo>
                  <a:pt x="2909259" y="595055"/>
                </a:lnTo>
                <a:lnTo>
                  <a:pt x="2939834" y="591445"/>
                </a:lnTo>
                <a:lnTo>
                  <a:pt x="2970324" y="587169"/>
                </a:lnTo>
                <a:lnTo>
                  <a:pt x="3000642" y="581825"/>
                </a:lnTo>
                <a:lnTo>
                  <a:pt x="3030464" y="574234"/>
                </a:lnTo>
                <a:lnTo>
                  <a:pt x="3053096" y="555927"/>
                </a:lnTo>
                <a:lnTo>
                  <a:pt x="3066964" y="528437"/>
                </a:lnTo>
                <a:lnTo>
                  <a:pt x="3080842" y="500958"/>
                </a:lnTo>
                <a:lnTo>
                  <a:pt x="3094720" y="473469"/>
                </a:lnTo>
                <a:lnTo>
                  <a:pt x="3108598" y="445989"/>
                </a:lnTo>
                <a:lnTo>
                  <a:pt x="3122466" y="418500"/>
                </a:lnTo>
                <a:lnTo>
                  <a:pt x="3136344" y="391020"/>
                </a:lnTo>
                <a:lnTo>
                  <a:pt x="3150222" y="363541"/>
                </a:lnTo>
                <a:lnTo>
                  <a:pt x="3164091" y="336052"/>
                </a:lnTo>
                <a:lnTo>
                  <a:pt x="3177969" y="308572"/>
                </a:lnTo>
                <a:lnTo>
                  <a:pt x="3191847" y="281083"/>
                </a:lnTo>
                <a:lnTo>
                  <a:pt x="3205724" y="253603"/>
                </a:lnTo>
                <a:lnTo>
                  <a:pt x="3219593" y="226114"/>
                </a:lnTo>
                <a:lnTo>
                  <a:pt x="3233471" y="198634"/>
                </a:lnTo>
                <a:lnTo>
                  <a:pt x="3247349" y="171145"/>
                </a:lnTo>
                <a:lnTo>
                  <a:pt x="3261217" y="143666"/>
                </a:lnTo>
                <a:lnTo>
                  <a:pt x="3275095" y="116176"/>
                </a:lnTo>
                <a:lnTo>
                  <a:pt x="3288973" y="88697"/>
                </a:lnTo>
                <a:lnTo>
                  <a:pt x="3302851" y="61208"/>
                </a:lnTo>
                <a:lnTo>
                  <a:pt x="3316719" y="33728"/>
                </a:lnTo>
                <a:lnTo>
                  <a:pt x="3330597" y="6239"/>
                </a:lnTo>
                <a:lnTo>
                  <a:pt x="3314795" y="12525"/>
                </a:lnTo>
                <a:lnTo>
                  <a:pt x="3284877" y="19726"/>
                </a:lnTo>
                <a:lnTo>
                  <a:pt x="3254502" y="24746"/>
                </a:lnTo>
                <a:lnTo>
                  <a:pt x="3223984" y="28756"/>
                </a:lnTo>
                <a:lnTo>
                  <a:pt x="3193380" y="32147"/>
                </a:lnTo>
                <a:lnTo>
                  <a:pt x="3162738" y="35109"/>
                </a:lnTo>
                <a:lnTo>
                  <a:pt x="3132058" y="37748"/>
                </a:lnTo>
                <a:lnTo>
                  <a:pt x="3101369" y="40138"/>
                </a:lnTo>
                <a:lnTo>
                  <a:pt x="3070650" y="42320"/>
                </a:lnTo>
                <a:lnTo>
                  <a:pt x="3039932" y="44329"/>
                </a:lnTo>
                <a:lnTo>
                  <a:pt x="3009205" y="46187"/>
                </a:lnTo>
                <a:lnTo>
                  <a:pt x="2978458" y="47930"/>
                </a:lnTo>
                <a:lnTo>
                  <a:pt x="2947721" y="49549"/>
                </a:lnTo>
                <a:lnTo>
                  <a:pt x="2916965" y="51073"/>
                </a:lnTo>
                <a:lnTo>
                  <a:pt x="2886208" y="52502"/>
                </a:lnTo>
                <a:lnTo>
                  <a:pt x="2855452" y="53854"/>
                </a:lnTo>
                <a:lnTo>
                  <a:pt x="2824696" y="55131"/>
                </a:lnTo>
                <a:lnTo>
                  <a:pt x="2793930" y="56340"/>
                </a:lnTo>
                <a:lnTo>
                  <a:pt x="2763164" y="57493"/>
                </a:lnTo>
                <a:lnTo>
                  <a:pt x="2732389" y="58579"/>
                </a:lnTo>
                <a:lnTo>
                  <a:pt x="2701623" y="59607"/>
                </a:lnTo>
                <a:lnTo>
                  <a:pt x="2670848" y="60589"/>
                </a:lnTo>
                <a:lnTo>
                  <a:pt x="2640073" y="61522"/>
                </a:lnTo>
                <a:lnTo>
                  <a:pt x="2609298" y="62408"/>
                </a:lnTo>
                <a:lnTo>
                  <a:pt x="2578522" y="63246"/>
                </a:lnTo>
                <a:lnTo>
                  <a:pt x="2547747" y="64046"/>
                </a:lnTo>
                <a:lnTo>
                  <a:pt x="2516972" y="64808"/>
                </a:lnTo>
                <a:lnTo>
                  <a:pt x="2486187" y="65532"/>
                </a:lnTo>
                <a:lnTo>
                  <a:pt x="2455412" y="66218"/>
                </a:lnTo>
                <a:lnTo>
                  <a:pt x="2424627" y="66875"/>
                </a:lnTo>
                <a:lnTo>
                  <a:pt x="2393852" y="67485"/>
                </a:lnTo>
                <a:lnTo>
                  <a:pt x="2363067" y="68075"/>
                </a:lnTo>
                <a:lnTo>
                  <a:pt x="2332282" y="68628"/>
                </a:lnTo>
                <a:lnTo>
                  <a:pt x="2301497" y="69152"/>
                </a:lnTo>
                <a:lnTo>
                  <a:pt x="2270712" y="69647"/>
                </a:lnTo>
                <a:lnTo>
                  <a:pt x="2239928" y="70114"/>
                </a:lnTo>
                <a:lnTo>
                  <a:pt x="2209143" y="70542"/>
                </a:lnTo>
                <a:lnTo>
                  <a:pt x="2178358" y="70952"/>
                </a:lnTo>
                <a:lnTo>
                  <a:pt x="2147573" y="71333"/>
                </a:lnTo>
                <a:lnTo>
                  <a:pt x="2116788" y="71695"/>
                </a:lnTo>
                <a:lnTo>
                  <a:pt x="2086004" y="72028"/>
                </a:lnTo>
                <a:lnTo>
                  <a:pt x="2055219" y="72333"/>
                </a:lnTo>
                <a:lnTo>
                  <a:pt x="2024424" y="72609"/>
                </a:lnTo>
                <a:lnTo>
                  <a:pt x="1993640" y="72866"/>
                </a:lnTo>
                <a:lnTo>
                  <a:pt x="1962855" y="73095"/>
                </a:lnTo>
                <a:lnTo>
                  <a:pt x="1932070" y="73304"/>
                </a:lnTo>
                <a:lnTo>
                  <a:pt x="1901276" y="73495"/>
                </a:lnTo>
                <a:lnTo>
                  <a:pt x="1870491" y="73657"/>
                </a:lnTo>
                <a:lnTo>
                  <a:pt x="1839706" y="73790"/>
                </a:lnTo>
                <a:lnTo>
                  <a:pt x="1808921" y="73904"/>
                </a:lnTo>
                <a:lnTo>
                  <a:pt x="1778127" y="74000"/>
                </a:lnTo>
                <a:lnTo>
                  <a:pt x="1747342" y="74076"/>
                </a:lnTo>
                <a:lnTo>
                  <a:pt x="1716557" y="74105"/>
                </a:lnTo>
                <a:lnTo>
                  <a:pt x="1685763" y="74133"/>
                </a:lnTo>
                <a:lnTo>
                  <a:pt x="1654978" y="74143"/>
                </a:lnTo>
                <a:lnTo>
                  <a:pt x="1624193" y="74114"/>
                </a:lnTo>
                <a:lnTo>
                  <a:pt x="1593399" y="74085"/>
                </a:lnTo>
                <a:lnTo>
                  <a:pt x="1562614" y="74019"/>
                </a:lnTo>
                <a:lnTo>
                  <a:pt x="1531830" y="73933"/>
                </a:lnTo>
                <a:lnTo>
                  <a:pt x="1501035" y="73819"/>
                </a:lnTo>
                <a:lnTo>
                  <a:pt x="1470250" y="73695"/>
                </a:lnTo>
                <a:lnTo>
                  <a:pt x="1439466" y="73533"/>
                </a:lnTo>
                <a:lnTo>
                  <a:pt x="1408671" y="73352"/>
                </a:lnTo>
                <a:lnTo>
                  <a:pt x="1377887" y="73152"/>
                </a:lnTo>
                <a:lnTo>
                  <a:pt x="1347102" y="72923"/>
                </a:lnTo>
                <a:lnTo>
                  <a:pt x="1316317" y="72676"/>
                </a:lnTo>
                <a:lnTo>
                  <a:pt x="1285532" y="72400"/>
                </a:lnTo>
                <a:lnTo>
                  <a:pt x="1254738" y="72095"/>
                </a:lnTo>
                <a:lnTo>
                  <a:pt x="1223953" y="71771"/>
                </a:lnTo>
                <a:lnTo>
                  <a:pt x="1193168" y="71418"/>
                </a:lnTo>
                <a:lnTo>
                  <a:pt x="1162383" y="71047"/>
                </a:lnTo>
                <a:lnTo>
                  <a:pt x="1131599" y="70647"/>
                </a:lnTo>
                <a:lnTo>
                  <a:pt x="1100814" y="70209"/>
                </a:lnTo>
                <a:lnTo>
                  <a:pt x="1070029" y="69752"/>
                </a:lnTo>
                <a:lnTo>
                  <a:pt x="1039244" y="69266"/>
                </a:lnTo>
                <a:lnTo>
                  <a:pt x="1008459" y="68751"/>
                </a:lnTo>
                <a:lnTo>
                  <a:pt x="977675" y="68199"/>
                </a:lnTo>
                <a:lnTo>
                  <a:pt x="946899" y="67628"/>
                </a:lnTo>
                <a:lnTo>
                  <a:pt x="916115" y="67018"/>
                </a:lnTo>
                <a:lnTo>
                  <a:pt x="885330" y="66370"/>
                </a:lnTo>
                <a:lnTo>
                  <a:pt x="854554" y="65684"/>
                </a:lnTo>
                <a:lnTo>
                  <a:pt x="823770" y="64970"/>
                </a:lnTo>
                <a:lnTo>
                  <a:pt x="792994" y="64227"/>
                </a:lnTo>
                <a:lnTo>
                  <a:pt x="762219" y="63437"/>
                </a:lnTo>
                <a:lnTo>
                  <a:pt x="731444" y="62598"/>
                </a:lnTo>
                <a:lnTo>
                  <a:pt x="700669" y="61722"/>
                </a:lnTo>
                <a:lnTo>
                  <a:pt x="669893" y="60808"/>
                </a:lnTo>
                <a:lnTo>
                  <a:pt x="639118" y="59836"/>
                </a:lnTo>
                <a:lnTo>
                  <a:pt x="608343" y="58817"/>
                </a:lnTo>
                <a:lnTo>
                  <a:pt x="577577" y="57741"/>
                </a:lnTo>
                <a:lnTo>
                  <a:pt x="546811" y="56617"/>
                </a:lnTo>
                <a:lnTo>
                  <a:pt x="516045" y="55416"/>
                </a:lnTo>
                <a:lnTo>
                  <a:pt x="485280" y="54150"/>
                </a:lnTo>
                <a:lnTo>
                  <a:pt x="454523" y="52816"/>
                </a:lnTo>
                <a:lnTo>
                  <a:pt x="423767" y="51406"/>
                </a:lnTo>
                <a:lnTo>
                  <a:pt x="393021" y="49901"/>
                </a:lnTo>
                <a:lnTo>
                  <a:pt x="362274" y="48301"/>
                </a:lnTo>
                <a:lnTo>
                  <a:pt x="331527" y="46596"/>
                </a:lnTo>
                <a:lnTo>
                  <a:pt x="300800" y="44768"/>
                </a:lnTo>
                <a:lnTo>
                  <a:pt x="270072" y="42786"/>
                </a:lnTo>
                <a:lnTo>
                  <a:pt x="239363" y="40653"/>
                </a:lnTo>
                <a:lnTo>
                  <a:pt x="208664" y="38310"/>
                </a:lnTo>
                <a:lnTo>
                  <a:pt x="177984" y="35728"/>
                </a:lnTo>
                <a:lnTo>
                  <a:pt x="147333" y="32852"/>
                </a:lnTo>
                <a:lnTo>
                  <a:pt x="116719" y="29566"/>
                </a:lnTo>
                <a:lnTo>
                  <a:pt x="86173" y="25727"/>
                </a:lnTo>
                <a:lnTo>
                  <a:pt x="55750" y="20993"/>
                </a:lnTo>
                <a:lnTo>
                  <a:pt x="25660" y="14497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8" name="funnel-step-cap-0">
            <a:extLst xmlns:a="http://schemas.openxmlformats.org/drawingml/2006/main">
              <a:ext uri="{FF2B5EF4-FFF2-40B4-BE49-F238E27FC236}">
                <a16:creationId xmlns:a16="http://schemas.microsoft.com/office/drawing/2014/main" id="{27C235A9-90A3-4BAF-A4AE-FC433D83E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714625" y="1742437"/>
            <a:ext cx="3333750" cy="21081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9" name="funnel-step-body-1">
            <a:extLst xmlns:a="http://schemas.openxmlformats.org/drawingml/2006/main">
              <a:ext uri="{FF2B5EF4-FFF2-40B4-BE49-F238E27FC236}">
                <a16:creationId xmlns:a16="http://schemas.microsoft.com/office/drawing/2014/main" id="{E8CCC000-1902-428E-930C-ACFDC6CF6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97327" y="2554319"/>
            <a:ext cx="2762898" cy="634051"/>
          </a:xfrm>
          <a:custGeom xmlns:a="http://schemas.openxmlformats.org/drawingml/2006/main">
            <a:pathLst>
              <a:path w="2762898" h="634051">
                <a:moveTo>
                  <a:pt x="0" y="0"/>
                </a:moveTo>
                <a:lnTo>
                  <a:pt x="9525" y="24641"/>
                </a:lnTo>
                <a:lnTo>
                  <a:pt x="19050" y="49292"/>
                </a:lnTo>
                <a:lnTo>
                  <a:pt x="28575" y="73933"/>
                </a:lnTo>
                <a:lnTo>
                  <a:pt x="38100" y="98584"/>
                </a:lnTo>
                <a:lnTo>
                  <a:pt x="47625" y="123225"/>
                </a:lnTo>
                <a:lnTo>
                  <a:pt x="57150" y="147876"/>
                </a:lnTo>
                <a:lnTo>
                  <a:pt x="66675" y="172517"/>
                </a:lnTo>
                <a:lnTo>
                  <a:pt x="76200" y="197168"/>
                </a:lnTo>
                <a:lnTo>
                  <a:pt x="85725" y="221809"/>
                </a:lnTo>
                <a:lnTo>
                  <a:pt x="95240" y="246459"/>
                </a:lnTo>
                <a:lnTo>
                  <a:pt x="104765" y="271101"/>
                </a:lnTo>
                <a:lnTo>
                  <a:pt x="114290" y="295742"/>
                </a:lnTo>
                <a:lnTo>
                  <a:pt x="123815" y="320392"/>
                </a:lnTo>
                <a:lnTo>
                  <a:pt x="133340" y="345034"/>
                </a:lnTo>
                <a:lnTo>
                  <a:pt x="142865" y="369684"/>
                </a:lnTo>
                <a:lnTo>
                  <a:pt x="152390" y="394325"/>
                </a:lnTo>
                <a:lnTo>
                  <a:pt x="161915" y="418976"/>
                </a:lnTo>
                <a:lnTo>
                  <a:pt x="171440" y="443617"/>
                </a:lnTo>
                <a:lnTo>
                  <a:pt x="180965" y="468268"/>
                </a:lnTo>
                <a:lnTo>
                  <a:pt x="190490" y="492909"/>
                </a:lnTo>
                <a:lnTo>
                  <a:pt x="200015" y="517560"/>
                </a:lnTo>
                <a:lnTo>
                  <a:pt x="209540" y="542201"/>
                </a:lnTo>
                <a:lnTo>
                  <a:pt x="219723" y="566318"/>
                </a:lnTo>
                <a:lnTo>
                  <a:pt x="243421" y="577577"/>
                </a:lnTo>
                <a:lnTo>
                  <a:pt x="269015" y="584083"/>
                </a:lnTo>
                <a:lnTo>
                  <a:pt x="294980" y="588988"/>
                </a:lnTo>
                <a:lnTo>
                  <a:pt x="321088" y="592998"/>
                </a:lnTo>
                <a:lnTo>
                  <a:pt x="347291" y="596446"/>
                </a:lnTo>
                <a:lnTo>
                  <a:pt x="373532" y="599465"/>
                </a:lnTo>
                <a:lnTo>
                  <a:pt x="399821" y="602161"/>
                </a:lnTo>
                <a:lnTo>
                  <a:pt x="426129" y="604609"/>
                </a:lnTo>
                <a:lnTo>
                  <a:pt x="452457" y="606838"/>
                </a:lnTo>
                <a:lnTo>
                  <a:pt x="478793" y="608886"/>
                </a:lnTo>
                <a:lnTo>
                  <a:pt x="505149" y="610772"/>
                </a:lnTo>
                <a:lnTo>
                  <a:pt x="531514" y="612524"/>
                </a:lnTo>
                <a:lnTo>
                  <a:pt x="557889" y="614172"/>
                </a:lnTo>
                <a:lnTo>
                  <a:pt x="584264" y="615696"/>
                </a:lnTo>
                <a:lnTo>
                  <a:pt x="610648" y="617125"/>
                </a:lnTo>
                <a:lnTo>
                  <a:pt x="637032" y="618458"/>
                </a:lnTo>
                <a:lnTo>
                  <a:pt x="663426" y="619725"/>
                </a:lnTo>
                <a:lnTo>
                  <a:pt x="689820" y="620906"/>
                </a:lnTo>
                <a:lnTo>
                  <a:pt x="716223" y="622011"/>
                </a:lnTo>
                <a:lnTo>
                  <a:pt x="742626" y="623049"/>
                </a:lnTo>
                <a:lnTo>
                  <a:pt x="769029" y="624030"/>
                </a:lnTo>
                <a:lnTo>
                  <a:pt x="795433" y="624954"/>
                </a:lnTo>
                <a:lnTo>
                  <a:pt x="821836" y="625821"/>
                </a:lnTo>
                <a:lnTo>
                  <a:pt x="848249" y="626631"/>
                </a:lnTo>
                <a:lnTo>
                  <a:pt x="874662" y="627393"/>
                </a:lnTo>
                <a:lnTo>
                  <a:pt x="901075" y="628107"/>
                </a:lnTo>
                <a:lnTo>
                  <a:pt x="927487" y="628774"/>
                </a:lnTo>
                <a:lnTo>
                  <a:pt x="953900" y="629393"/>
                </a:lnTo>
                <a:lnTo>
                  <a:pt x="980313" y="629964"/>
                </a:lnTo>
                <a:lnTo>
                  <a:pt x="1006735" y="630507"/>
                </a:lnTo>
                <a:lnTo>
                  <a:pt x="1033148" y="630993"/>
                </a:lnTo>
                <a:lnTo>
                  <a:pt x="1059571" y="631450"/>
                </a:lnTo>
                <a:lnTo>
                  <a:pt x="1085983" y="631869"/>
                </a:lnTo>
                <a:lnTo>
                  <a:pt x="1112406" y="632241"/>
                </a:lnTo>
                <a:lnTo>
                  <a:pt x="1138828" y="632584"/>
                </a:lnTo>
                <a:lnTo>
                  <a:pt x="1165241" y="632889"/>
                </a:lnTo>
                <a:lnTo>
                  <a:pt x="1191663" y="633155"/>
                </a:lnTo>
                <a:lnTo>
                  <a:pt x="1218086" y="633384"/>
                </a:lnTo>
                <a:lnTo>
                  <a:pt x="1244508" y="633584"/>
                </a:lnTo>
                <a:lnTo>
                  <a:pt x="1270930" y="633746"/>
                </a:lnTo>
                <a:lnTo>
                  <a:pt x="1297353" y="633870"/>
                </a:lnTo>
                <a:lnTo>
                  <a:pt x="1323775" y="633965"/>
                </a:lnTo>
                <a:lnTo>
                  <a:pt x="1350197" y="634022"/>
                </a:lnTo>
                <a:lnTo>
                  <a:pt x="1376620" y="634051"/>
                </a:lnTo>
                <a:lnTo>
                  <a:pt x="1403042" y="634041"/>
                </a:lnTo>
                <a:lnTo>
                  <a:pt x="1429464" y="634003"/>
                </a:lnTo>
                <a:lnTo>
                  <a:pt x="1455877" y="633927"/>
                </a:lnTo>
                <a:lnTo>
                  <a:pt x="1482300" y="633822"/>
                </a:lnTo>
                <a:lnTo>
                  <a:pt x="1508722" y="633679"/>
                </a:lnTo>
                <a:lnTo>
                  <a:pt x="1535144" y="633498"/>
                </a:lnTo>
                <a:lnTo>
                  <a:pt x="1561567" y="633289"/>
                </a:lnTo>
                <a:lnTo>
                  <a:pt x="1587989" y="633041"/>
                </a:lnTo>
                <a:lnTo>
                  <a:pt x="1614411" y="632755"/>
                </a:lnTo>
                <a:lnTo>
                  <a:pt x="1640824" y="632441"/>
                </a:lnTo>
                <a:lnTo>
                  <a:pt x="1667246" y="632079"/>
                </a:lnTo>
                <a:lnTo>
                  <a:pt x="1693669" y="631688"/>
                </a:lnTo>
                <a:lnTo>
                  <a:pt x="1720082" y="631260"/>
                </a:lnTo>
                <a:lnTo>
                  <a:pt x="1746504" y="630784"/>
                </a:lnTo>
                <a:lnTo>
                  <a:pt x="1772917" y="630279"/>
                </a:lnTo>
                <a:lnTo>
                  <a:pt x="1799339" y="629726"/>
                </a:lnTo>
                <a:lnTo>
                  <a:pt x="1825752" y="629126"/>
                </a:lnTo>
                <a:lnTo>
                  <a:pt x="1852165" y="628488"/>
                </a:lnTo>
                <a:lnTo>
                  <a:pt x="1878578" y="627802"/>
                </a:lnTo>
                <a:lnTo>
                  <a:pt x="1904990" y="627069"/>
                </a:lnTo>
                <a:lnTo>
                  <a:pt x="1931403" y="626288"/>
                </a:lnTo>
                <a:lnTo>
                  <a:pt x="1957807" y="625459"/>
                </a:lnTo>
                <a:lnTo>
                  <a:pt x="1984219" y="624564"/>
                </a:lnTo>
                <a:lnTo>
                  <a:pt x="2010623" y="623621"/>
                </a:lnTo>
                <a:lnTo>
                  <a:pt x="2037026" y="622611"/>
                </a:lnTo>
                <a:lnTo>
                  <a:pt x="2063420" y="621544"/>
                </a:lnTo>
                <a:lnTo>
                  <a:pt x="2089823" y="620401"/>
                </a:lnTo>
                <a:lnTo>
                  <a:pt x="2116217" y="619192"/>
                </a:lnTo>
                <a:lnTo>
                  <a:pt x="2142601" y="617906"/>
                </a:lnTo>
                <a:lnTo>
                  <a:pt x="2168995" y="616525"/>
                </a:lnTo>
                <a:lnTo>
                  <a:pt x="2195370" y="615048"/>
                </a:lnTo>
                <a:lnTo>
                  <a:pt x="2221744" y="613477"/>
                </a:lnTo>
                <a:lnTo>
                  <a:pt x="2248119" y="611800"/>
                </a:lnTo>
                <a:lnTo>
                  <a:pt x="2274475" y="609991"/>
                </a:lnTo>
                <a:lnTo>
                  <a:pt x="2300821" y="608028"/>
                </a:lnTo>
                <a:lnTo>
                  <a:pt x="2327158" y="605904"/>
                </a:lnTo>
                <a:lnTo>
                  <a:pt x="2353485" y="603590"/>
                </a:lnTo>
                <a:lnTo>
                  <a:pt x="2379783" y="601047"/>
                </a:lnTo>
                <a:lnTo>
                  <a:pt x="2406053" y="598218"/>
                </a:lnTo>
                <a:lnTo>
                  <a:pt x="2432275" y="595027"/>
                </a:lnTo>
                <a:lnTo>
                  <a:pt x="2458441" y="591369"/>
                </a:lnTo>
                <a:lnTo>
                  <a:pt x="2484501" y="587026"/>
                </a:lnTo>
                <a:lnTo>
                  <a:pt x="2510352" y="581568"/>
                </a:lnTo>
                <a:lnTo>
                  <a:pt x="2535584" y="573815"/>
                </a:lnTo>
                <a:lnTo>
                  <a:pt x="2553357" y="556298"/>
                </a:lnTo>
                <a:lnTo>
                  <a:pt x="2562882" y="531657"/>
                </a:lnTo>
                <a:lnTo>
                  <a:pt x="2572407" y="507006"/>
                </a:lnTo>
                <a:lnTo>
                  <a:pt x="2581932" y="482365"/>
                </a:lnTo>
                <a:lnTo>
                  <a:pt x="2591457" y="457714"/>
                </a:lnTo>
                <a:lnTo>
                  <a:pt x="2600982" y="433073"/>
                </a:lnTo>
                <a:lnTo>
                  <a:pt x="2610507" y="408422"/>
                </a:lnTo>
                <a:lnTo>
                  <a:pt x="2620032" y="383781"/>
                </a:lnTo>
                <a:lnTo>
                  <a:pt x="2629557" y="359131"/>
                </a:lnTo>
                <a:lnTo>
                  <a:pt x="2639082" y="334489"/>
                </a:lnTo>
                <a:lnTo>
                  <a:pt x="2648607" y="309848"/>
                </a:lnTo>
                <a:lnTo>
                  <a:pt x="2658132" y="285198"/>
                </a:lnTo>
                <a:lnTo>
                  <a:pt x="2667648" y="260556"/>
                </a:lnTo>
                <a:lnTo>
                  <a:pt x="2677173" y="235906"/>
                </a:lnTo>
                <a:lnTo>
                  <a:pt x="2686698" y="211265"/>
                </a:lnTo>
                <a:lnTo>
                  <a:pt x="2696223" y="186614"/>
                </a:lnTo>
                <a:lnTo>
                  <a:pt x="2705748" y="161973"/>
                </a:lnTo>
                <a:lnTo>
                  <a:pt x="2715273" y="137322"/>
                </a:lnTo>
                <a:lnTo>
                  <a:pt x="2724798" y="112681"/>
                </a:lnTo>
                <a:lnTo>
                  <a:pt x="2734323" y="88040"/>
                </a:lnTo>
                <a:lnTo>
                  <a:pt x="2743848" y="63389"/>
                </a:lnTo>
                <a:lnTo>
                  <a:pt x="2753373" y="38748"/>
                </a:lnTo>
                <a:lnTo>
                  <a:pt x="2762898" y="14097"/>
                </a:lnTo>
                <a:lnTo>
                  <a:pt x="2761459" y="8363"/>
                </a:lnTo>
                <a:lnTo>
                  <a:pt x="2736742" y="17497"/>
                </a:lnTo>
                <a:lnTo>
                  <a:pt x="2710948" y="23193"/>
                </a:lnTo>
                <a:lnTo>
                  <a:pt x="2684897" y="27584"/>
                </a:lnTo>
                <a:lnTo>
                  <a:pt x="2658732" y="31232"/>
                </a:lnTo>
                <a:lnTo>
                  <a:pt x="2632500" y="34385"/>
                </a:lnTo>
                <a:lnTo>
                  <a:pt x="2606221" y="37176"/>
                </a:lnTo>
                <a:lnTo>
                  <a:pt x="2579922" y="39691"/>
                </a:lnTo>
                <a:lnTo>
                  <a:pt x="2553595" y="41967"/>
                </a:lnTo>
                <a:lnTo>
                  <a:pt x="2527259" y="44063"/>
                </a:lnTo>
                <a:lnTo>
                  <a:pt x="2500913" y="46006"/>
                </a:lnTo>
                <a:lnTo>
                  <a:pt x="2474547" y="47796"/>
                </a:lnTo>
                <a:lnTo>
                  <a:pt x="2448182" y="49482"/>
                </a:lnTo>
                <a:lnTo>
                  <a:pt x="2421807" y="51044"/>
                </a:lnTo>
                <a:lnTo>
                  <a:pt x="2395423" y="52521"/>
                </a:lnTo>
                <a:lnTo>
                  <a:pt x="2369039" y="53912"/>
                </a:lnTo>
                <a:lnTo>
                  <a:pt x="2342645" y="55226"/>
                </a:lnTo>
                <a:lnTo>
                  <a:pt x="2316261" y="56464"/>
                </a:lnTo>
                <a:lnTo>
                  <a:pt x="2289858" y="57636"/>
                </a:lnTo>
                <a:lnTo>
                  <a:pt x="2263464" y="58750"/>
                </a:lnTo>
                <a:lnTo>
                  <a:pt x="2237061" y="59807"/>
                </a:lnTo>
                <a:lnTo>
                  <a:pt x="2210657" y="60798"/>
                </a:lnTo>
                <a:lnTo>
                  <a:pt x="2184254" y="61751"/>
                </a:lnTo>
                <a:lnTo>
                  <a:pt x="2157851" y="62646"/>
                </a:lnTo>
                <a:lnTo>
                  <a:pt x="2131438" y="63494"/>
                </a:lnTo>
                <a:lnTo>
                  <a:pt x="2105025" y="64303"/>
                </a:lnTo>
                <a:lnTo>
                  <a:pt x="2078622" y="65075"/>
                </a:lnTo>
                <a:lnTo>
                  <a:pt x="2052209" y="65799"/>
                </a:lnTo>
                <a:lnTo>
                  <a:pt x="2025796" y="66494"/>
                </a:lnTo>
                <a:lnTo>
                  <a:pt x="1999383" y="67142"/>
                </a:lnTo>
                <a:lnTo>
                  <a:pt x="1972961" y="67761"/>
                </a:lnTo>
                <a:lnTo>
                  <a:pt x="1946548" y="68351"/>
                </a:lnTo>
                <a:lnTo>
                  <a:pt x="1920135" y="68904"/>
                </a:lnTo>
                <a:lnTo>
                  <a:pt x="1893713" y="69428"/>
                </a:lnTo>
                <a:lnTo>
                  <a:pt x="1867300" y="69914"/>
                </a:lnTo>
                <a:lnTo>
                  <a:pt x="1840878" y="70371"/>
                </a:lnTo>
                <a:lnTo>
                  <a:pt x="1814465" y="70799"/>
                </a:lnTo>
                <a:lnTo>
                  <a:pt x="1788043" y="71199"/>
                </a:lnTo>
                <a:lnTo>
                  <a:pt x="1761630" y="71571"/>
                </a:lnTo>
                <a:lnTo>
                  <a:pt x="1735207" y="71923"/>
                </a:lnTo>
                <a:lnTo>
                  <a:pt x="1708785" y="72238"/>
                </a:lnTo>
                <a:lnTo>
                  <a:pt x="1682363" y="72523"/>
                </a:lnTo>
                <a:lnTo>
                  <a:pt x="1655950" y="72790"/>
                </a:lnTo>
                <a:lnTo>
                  <a:pt x="1629527" y="73028"/>
                </a:lnTo>
                <a:lnTo>
                  <a:pt x="1603105" y="73247"/>
                </a:lnTo>
                <a:lnTo>
                  <a:pt x="1576683" y="73438"/>
                </a:lnTo>
                <a:lnTo>
                  <a:pt x="1550260" y="73600"/>
                </a:lnTo>
                <a:lnTo>
                  <a:pt x="1523838" y="73743"/>
                </a:lnTo>
                <a:lnTo>
                  <a:pt x="1497416" y="73857"/>
                </a:lnTo>
                <a:lnTo>
                  <a:pt x="1470993" y="73943"/>
                </a:lnTo>
                <a:lnTo>
                  <a:pt x="1444571" y="74019"/>
                </a:lnTo>
                <a:lnTo>
                  <a:pt x="1418149" y="74057"/>
                </a:lnTo>
                <a:lnTo>
                  <a:pt x="1391726" y="74076"/>
                </a:lnTo>
                <a:lnTo>
                  <a:pt x="1365314" y="74066"/>
                </a:lnTo>
                <a:lnTo>
                  <a:pt x="1338891" y="74038"/>
                </a:lnTo>
                <a:lnTo>
                  <a:pt x="1312469" y="73990"/>
                </a:lnTo>
                <a:lnTo>
                  <a:pt x="1286046" y="73914"/>
                </a:lnTo>
                <a:lnTo>
                  <a:pt x="1259624" y="73809"/>
                </a:lnTo>
                <a:lnTo>
                  <a:pt x="1233202" y="73685"/>
                </a:lnTo>
                <a:lnTo>
                  <a:pt x="1206779" y="73533"/>
                </a:lnTo>
                <a:lnTo>
                  <a:pt x="1180357" y="73362"/>
                </a:lnTo>
                <a:lnTo>
                  <a:pt x="1153935" y="73162"/>
                </a:lnTo>
                <a:lnTo>
                  <a:pt x="1127512" y="72933"/>
                </a:lnTo>
                <a:lnTo>
                  <a:pt x="1101090" y="72685"/>
                </a:lnTo>
                <a:lnTo>
                  <a:pt x="1074677" y="72409"/>
                </a:lnTo>
                <a:lnTo>
                  <a:pt x="1048255" y="72104"/>
                </a:lnTo>
                <a:lnTo>
                  <a:pt x="1021832" y="71771"/>
                </a:lnTo>
                <a:lnTo>
                  <a:pt x="995410" y="71418"/>
                </a:lnTo>
                <a:lnTo>
                  <a:pt x="968997" y="71037"/>
                </a:lnTo>
                <a:lnTo>
                  <a:pt x="942575" y="70618"/>
                </a:lnTo>
                <a:lnTo>
                  <a:pt x="916162" y="70180"/>
                </a:lnTo>
                <a:lnTo>
                  <a:pt x="889740" y="69704"/>
                </a:lnTo>
                <a:lnTo>
                  <a:pt x="863327" y="69199"/>
                </a:lnTo>
                <a:lnTo>
                  <a:pt x="836905" y="68666"/>
                </a:lnTo>
                <a:lnTo>
                  <a:pt x="810492" y="68104"/>
                </a:lnTo>
                <a:lnTo>
                  <a:pt x="784079" y="67504"/>
                </a:lnTo>
                <a:lnTo>
                  <a:pt x="757666" y="66875"/>
                </a:lnTo>
                <a:lnTo>
                  <a:pt x="731253" y="66208"/>
                </a:lnTo>
                <a:lnTo>
                  <a:pt x="704840" y="65494"/>
                </a:lnTo>
                <a:lnTo>
                  <a:pt x="678428" y="64751"/>
                </a:lnTo>
                <a:lnTo>
                  <a:pt x="652015" y="63960"/>
                </a:lnTo>
                <a:lnTo>
                  <a:pt x="625602" y="63132"/>
                </a:lnTo>
                <a:lnTo>
                  <a:pt x="599199" y="62265"/>
                </a:lnTo>
                <a:lnTo>
                  <a:pt x="572795" y="61341"/>
                </a:lnTo>
                <a:lnTo>
                  <a:pt x="546392" y="60379"/>
                </a:lnTo>
                <a:lnTo>
                  <a:pt x="519989" y="59350"/>
                </a:lnTo>
                <a:lnTo>
                  <a:pt x="493586" y="58274"/>
                </a:lnTo>
                <a:lnTo>
                  <a:pt x="467192" y="57140"/>
                </a:lnTo>
                <a:lnTo>
                  <a:pt x="440798" y="55940"/>
                </a:lnTo>
                <a:lnTo>
                  <a:pt x="414404" y="54674"/>
                </a:lnTo>
                <a:lnTo>
                  <a:pt x="388010" y="53330"/>
                </a:lnTo>
                <a:lnTo>
                  <a:pt x="361636" y="51911"/>
                </a:lnTo>
                <a:lnTo>
                  <a:pt x="335251" y="50387"/>
                </a:lnTo>
                <a:lnTo>
                  <a:pt x="308877" y="48768"/>
                </a:lnTo>
                <a:lnTo>
                  <a:pt x="282512" y="47044"/>
                </a:lnTo>
                <a:lnTo>
                  <a:pt x="256156" y="45196"/>
                </a:lnTo>
                <a:lnTo>
                  <a:pt x="229810" y="43186"/>
                </a:lnTo>
                <a:lnTo>
                  <a:pt x="203483" y="41015"/>
                </a:lnTo>
                <a:lnTo>
                  <a:pt x="177165" y="38643"/>
                </a:lnTo>
                <a:lnTo>
                  <a:pt x="150876" y="36024"/>
                </a:lnTo>
                <a:lnTo>
                  <a:pt x="124616" y="33090"/>
                </a:lnTo>
                <a:lnTo>
                  <a:pt x="98403" y="29747"/>
                </a:lnTo>
                <a:lnTo>
                  <a:pt x="72276" y="25822"/>
                </a:lnTo>
                <a:lnTo>
                  <a:pt x="46311" y="20974"/>
                </a:lnTo>
                <a:lnTo>
                  <a:pt x="20755" y="14307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10" name="funnel-step-cap-1">
            <a:extLst xmlns:a="http://schemas.openxmlformats.org/drawingml/2006/main">
              <a:ext uri="{FF2B5EF4-FFF2-40B4-BE49-F238E27FC236}">
                <a16:creationId xmlns:a16="http://schemas.microsoft.com/office/drawing/2014/main" id="{887079D6-F00E-4FF6-A451-4BB345B11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97356" y="2448878"/>
            <a:ext cx="2768289" cy="21081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11" name="funnel-step-body-2">
            <a:extLst xmlns:a="http://schemas.openxmlformats.org/drawingml/2006/main">
              <a:ext uri="{FF2B5EF4-FFF2-40B4-BE49-F238E27FC236}">
                <a16:creationId xmlns:a16="http://schemas.microsoft.com/office/drawing/2014/main" id="{A84E9095-3395-4166-9606-A9EFB6F68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213735" y="3260693"/>
            <a:ext cx="2332853" cy="634146"/>
          </a:xfrm>
          <a:custGeom xmlns:a="http://schemas.openxmlformats.org/drawingml/2006/main">
            <a:pathLst>
              <a:path w="2332853" h="634146">
                <a:moveTo>
                  <a:pt x="0" y="0"/>
                </a:moveTo>
                <a:lnTo>
                  <a:pt x="7610" y="21641"/>
                </a:lnTo>
                <a:lnTo>
                  <a:pt x="15221" y="43291"/>
                </a:lnTo>
                <a:lnTo>
                  <a:pt x="22822" y="64932"/>
                </a:lnTo>
                <a:lnTo>
                  <a:pt x="30432" y="86573"/>
                </a:lnTo>
                <a:lnTo>
                  <a:pt x="38043" y="108223"/>
                </a:lnTo>
                <a:lnTo>
                  <a:pt x="45653" y="129864"/>
                </a:lnTo>
                <a:lnTo>
                  <a:pt x="53264" y="151505"/>
                </a:lnTo>
                <a:lnTo>
                  <a:pt x="60865" y="173155"/>
                </a:lnTo>
                <a:lnTo>
                  <a:pt x="68475" y="194796"/>
                </a:lnTo>
                <a:lnTo>
                  <a:pt x="76086" y="216437"/>
                </a:lnTo>
                <a:lnTo>
                  <a:pt x="83696" y="238087"/>
                </a:lnTo>
                <a:lnTo>
                  <a:pt x="91307" y="259728"/>
                </a:lnTo>
                <a:lnTo>
                  <a:pt x="98908" y="281369"/>
                </a:lnTo>
                <a:lnTo>
                  <a:pt x="106518" y="303019"/>
                </a:lnTo>
                <a:lnTo>
                  <a:pt x="114129" y="324660"/>
                </a:lnTo>
                <a:lnTo>
                  <a:pt x="121739" y="346300"/>
                </a:lnTo>
                <a:lnTo>
                  <a:pt x="129350" y="367951"/>
                </a:lnTo>
                <a:lnTo>
                  <a:pt x="136950" y="389592"/>
                </a:lnTo>
                <a:lnTo>
                  <a:pt x="144561" y="411232"/>
                </a:lnTo>
                <a:lnTo>
                  <a:pt x="152171" y="432883"/>
                </a:lnTo>
                <a:lnTo>
                  <a:pt x="159782" y="454523"/>
                </a:lnTo>
                <a:lnTo>
                  <a:pt x="167392" y="476164"/>
                </a:lnTo>
                <a:lnTo>
                  <a:pt x="174993" y="497815"/>
                </a:lnTo>
                <a:lnTo>
                  <a:pt x="182604" y="519455"/>
                </a:lnTo>
                <a:lnTo>
                  <a:pt x="190214" y="541096"/>
                </a:lnTo>
                <a:lnTo>
                  <a:pt x="197396" y="562842"/>
                </a:lnTo>
                <a:lnTo>
                  <a:pt x="215436" y="576139"/>
                </a:lnTo>
                <a:lnTo>
                  <a:pt x="237220" y="583292"/>
                </a:lnTo>
                <a:lnTo>
                  <a:pt x="259556" y="588540"/>
                </a:lnTo>
                <a:lnTo>
                  <a:pt x="282102" y="592788"/>
                </a:lnTo>
                <a:lnTo>
                  <a:pt x="304752" y="596398"/>
                </a:lnTo>
                <a:lnTo>
                  <a:pt x="327479" y="599551"/>
                </a:lnTo>
                <a:lnTo>
                  <a:pt x="350253" y="602361"/>
                </a:lnTo>
                <a:lnTo>
                  <a:pt x="373047" y="604895"/>
                </a:lnTo>
                <a:lnTo>
                  <a:pt x="395878" y="607200"/>
                </a:lnTo>
                <a:lnTo>
                  <a:pt x="418719" y="609314"/>
                </a:lnTo>
                <a:lnTo>
                  <a:pt x="441579" y="611257"/>
                </a:lnTo>
                <a:lnTo>
                  <a:pt x="464458" y="613058"/>
                </a:lnTo>
                <a:lnTo>
                  <a:pt x="487337" y="614724"/>
                </a:lnTo>
                <a:lnTo>
                  <a:pt x="510226" y="616287"/>
                </a:lnTo>
                <a:lnTo>
                  <a:pt x="533124" y="617744"/>
                </a:lnTo>
                <a:lnTo>
                  <a:pt x="556022" y="619106"/>
                </a:lnTo>
                <a:lnTo>
                  <a:pt x="578930" y="620382"/>
                </a:lnTo>
                <a:lnTo>
                  <a:pt x="601837" y="621573"/>
                </a:lnTo>
                <a:lnTo>
                  <a:pt x="624754" y="622697"/>
                </a:lnTo>
                <a:lnTo>
                  <a:pt x="647671" y="623754"/>
                </a:lnTo>
                <a:lnTo>
                  <a:pt x="670598" y="624735"/>
                </a:lnTo>
                <a:lnTo>
                  <a:pt x="693515" y="625650"/>
                </a:lnTo>
                <a:lnTo>
                  <a:pt x="716442" y="626516"/>
                </a:lnTo>
                <a:lnTo>
                  <a:pt x="739378" y="627326"/>
                </a:lnTo>
                <a:lnTo>
                  <a:pt x="762305" y="628079"/>
                </a:lnTo>
                <a:lnTo>
                  <a:pt x="785231" y="628783"/>
                </a:lnTo>
                <a:lnTo>
                  <a:pt x="808168" y="629431"/>
                </a:lnTo>
                <a:lnTo>
                  <a:pt x="831104" y="630041"/>
                </a:lnTo>
                <a:lnTo>
                  <a:pt x="854040" y="630603"/>
                </a:lnTo>
                <a:lnTo>
                  <a:pt x="876976" y="631117"/>
                </a:lnTo>
                <a:lnTo>
                  <a:pt x="899912" y="631584"/>
                </a:lnTo>
                <a:lnTo>
                  <a:pt x="922849" y="632012"/>
                </a:lnTo>
                <a:lnTo>
                  <a:pt x="945794" y="632403"/>
                </a:lnTo>
                <a:lnTo>
                  <a:pt x="968731" y="632746"/>
                </a:lnTo>
                <a:lnTo>
                  <a:pt x="991667" y="633051"/>
                </a:lnTo>
                <a:lnTo>
                  <a:pt x="1014613" y="633317"/>
                </a:lnTo>
                <a:lnTo>
                  <a:pt x="1037549" y="633555"/>
                </a:lnTo>
                <a:lnTo>
                  <a:pt x="1060494" y="633746"/>
                </a:lnTo>
                <a:lnTo>
                  <a:pt x="1083431" y="633898"/>
                </a:lnTo>
                <a:lnTo>
                  <a:pt x="1106376" y="634013"/>
                </a:lnTo>
                <a:lnTo>
                  <a:pt x="1129322" y="634098"/>
                </a:lnTo>
                <a:lnTo>
                  <a:pt x="1152258" y="634136"/>
                </a:lnTo>
                <a:lnTo>
                  <a:pt x="1175204" y="634146"/>
                </a:lnTo>
                <a:lnTo>
                  <a:pt x="1198150" y="634117"/>
                </a:lnTo>
                <a:lnTo>
                  <a:pt x="1221086" y="634051"/>
                </a:lnTo>
                <a:lnTo>
                  <a:pt x="1244032" y="633946"/>
                </a:lnTo>
                <a:lnTo>
                  <a:pt x="1266977" y="633803"/>
                </a:lnTo>
                <a:lnTo>
                  <a:pt x="1289914" y="633622"/>
                </a:lnTo>
                <a:lnTo>
                  <a:pt x="1312859" y="633403"/>
                </a:lnTo>
                <a:lnTo>
                  <a:pt x="1335796" y="633155"/>
                </a:lnTo>
                <a:lnTo>
                  <a:pt x="1358741" y="632860"/>
                </a:lnTo>
                <a:lnTo>
                  <a:pt x="1381677" y="632527"/>
                </a:lnTo>
                <a:lnTo>
                  <a:pt x="1404614" y="632155"/>
                </a:lnTo>
                <a:lnTo>
                  <a:pt x="1427559" y="631736"/>
                </a:lnTo>
                <a:lnTo>
                  <a:pt x="1450496" y="631279"/>
                </a:lnTo>
                <a:lnTo>
                  <a:pt x="1473432" y="630784"/>
                </a:lnTo>
                <a:lnTo>
                  <a:pt x="1496368" y="630241"/>
                </a:lnTo>
                <a:lnTo>
                  <a:pt x="1519304" y="629650"/>
                </a:lnTo>
                <a:lnTo>
                  <a:pt x="1542231" y="629012"/>
                </a:lnTo>
                <a:lnTo>
                  <a:pt x="1565167" y="628336"/>
                </a:lnTo>
                <a:lnTo>
                  <a:pt x="1588094" y="627602"/>
                </a:lnTo>
                <a:lnTo>
                  <a:pt x="1611030" y="626812"/>
                </a:lnTo>
                <a:lnTo>
                  <a:pt x="1633957" y="625964"/>
                </a:lnTo>
                <a:lnTo>
                  <a:pt x="1656874" y="625059"/>
                </a:lnTo>
                <a:lnTo>
                  <a:pt x="1679800" y="624097"/>
                </a:lnTo>
                <a:lnTo>
                  <a:pt x="1702718" y="623078"/>
                </a:lnTo>
                <a:lnTo>
                  <a:pt x="1725635" y="621983"/>
                </a:lnTo>
                <a:lnTo>
                  <a:pt x="1748552" y="620811"/>
                </a:lnTo>
                <a:lnTo>
                  <a:pt x="1771460" y="619563"/>
                </a:lnTo>
                <a:lnTo>
                  <a:pt x="1794358" y="618230"/>
                </a:lnTo>
                <a:lnTo>
                  <a:pt x="1817256" y="616820"/>
                </a:lnTo>
                <a:lnTo>
                  <a:pt x="1840154" y="615286"/>
                </a:lnTo>
                <a:lnTo>
                  <a:pt x="1863033" y="613658"/>
                </a:lnTo>
                <a:lnTo>
                  <a:pt x="1885912" y="611905"/>
                </a:lnTo>
                <a:lnTo>
                  <a:pt x="1908772" y="610010"/>
                </a:lnTo>
                <a:lnTo>
                  <a:pt x="1931622" y="607962"/>
                </a:lnTo>
                <a:lnTo>
                  <a:pt x="1954454" y="605723"/>
                </a:lnTo>
                <a:lnTo>
                  <a:pt x="1977266" y="603275"/>
                </a:lnTo>
                <a:lnTo>
                  <a:pt x="2000050" y="600580"/>
                </a:lnTo>
                <a:lnTo>
                  <a:pt x="2022796" y="597551"/>
                </a:lnTo>
                <a:lnTo>
                  <a:pt x="2045475" y="594122"/>
                </a:lnTo>
                <a:lnTo>
                  <a:pt x="2068068" y="590121"/>
                </a:lnTo>
                <a:lnTo>
                  <a:pt x="2090490" y="585283"/>
                </a:lnTo>
                <a:lnTo>
                  <a:pt x="2112540" y="578987"/>
                </a:lnTo>
                <a:lnTo>
                  <a:pt x="2133105" y="569024"/>
                </a:lnTo>
                <a:lnTo>
                  <a:pt x="2142639" y="548707"/>
                </a:lnTo>
                <a:lnTo>
                  <a:pt x="2150250" y="527066"/>
                </a:lnTo>
                <a:lnTo>
                  <a:pt x="2157860" y="505416"/>
                </a:lnTo>
                <a:lnTo>
                  <a:pt x="2165471" y="483775"/>
                </a:lnTo>
                <a:lnTo>
                  <a:pt x="2173081" y="462134"/>
                </a:lnTo>
                <a:lnTo>
                  <a:pt x="2180682" y="440484"/>
                </a:lnTo>
                <a:lnTo>
                  <a:pt x="2188293" y="418843"/>
                </a:lnTo>
                <a:lnTo>
                  <a:pt x="2195903" y="397202"/>
                </a:lnTo>
                <a:lnTo>
                  <a:pt x="2203514" y="375552"/>
                </a:lnTo>
                <a:lnTo>
                  <a:pt x="2211124" y="353911"/>
                </a:lnTo>
                <a:lnTo>
                  <a:pt x="2218725" y="332270"/>
                </a:lnTo>
                <a:lnTo>
                  <a:pt x="2226335" y="310620"/>
                </a:lnTo>
                <a:lnTo>
                  <a:pt x="2233946" y="288979"/>
                </a:lnTo>
                <a:lnTo>
                  <a:pt x="2241556" y="267338"/>
                </a:lnTo>
                <a:lnTo>
                  <a:pt x="2249157" y="245688"/>
                </a:lnTo>
                <a:lnTo>
                  <a:pt x="2256768" y="224047"/>
                </a:lnTo>
                <a:lnTo>
                  <a:pt x="2264378" y="202406"/>
                </a:lnTo>
                <a:lnTo>
                  <a:pt x="2271989" y="180756"/>
                </a:lnTo>
                <a:lnTo>
                  <a:pt x="2279599" y="159115"/>
                </a:lnTo>
                <a:lnTo>
                  <a:pt x="2287200" y="137474"/>
                </a:lnTo>
                <a:lnTo>
                  <a:pt x="2294811" y="115824"/>
                </a:lnTo>
                <a:lnTo>
                  <a:pt x="2302421" y="94183"/>
                </a:lnTo>
                <a:lnTo>
                  <a:pt x="2310032" y="72542"/>
                </a:lnTo>
                <a:lnTo>
                  <a:pt x="2317642" y="50892"/>
                </a:lnTo>
                <a:lnTo>
                  <a:pt x="2325243" y="29251"/>
                </a:lnTo>
                <a:lnTo>
                  <a:pt x="2332853" y="7610"/>
                </a:lnTo>
                <a:lnTo>
                  <a:pt x="2326072" y="10630"/>
                </a:lnTo>
                <a:lnTo>
                  <a:pt x="2304669" y="18774"/>
                </a:lnTo>
                <a:lnTo>
                  <a:pt x="2282390" y="24251"/>
                </a:lnTo>
                <a:lnTo>
                  <a:pt x="2259854" y="28546"/>
                </a:lnTo>
                <a:lnTo>
                  <a:pt x="2237203" y="32137"/>
                </a:lnTo>
                <a:lnTo>
                  <a:pt x="2214467" y="35271"/>
                </a:lnTo>
                <a:lnTo>
                  <a:pt x="2191693" y="38043"/>
                </a:lnTo>
                <a:lnTo>
                  <a:pt x="2168890" y="40538"/>
                </a:lnTo>
                <a:lnTo>
                  <a:pt x="2146059" y="42815"/>
                </a:lnTo>
                <a:lnTo>
                  <a:pt x="2123218" y="44901"/>
                </a:lnTo>
                <a:lnTo>
                  <a:pt x="2100358" y="46834"/>
                </a:lnTo>
                <a:lnTo>
                  <a:pt x="2077479" y="48635"/>
                </a:lnTo>
                <a:lnTo>
                  <a:pt x="2054600" y="50302"/>
                </a:lnTo>
                <a:lnTo>
                  <a:pt x="2031711" y="51873"/>
                </a:lnTo>
                <a:lnTo>
                  <a:pt x="2008813" y="53340"/>
                </a:lnTo>
                <a:lnTo>
                  <a:pt x="1985915" y="54731"/>
                </a:lnTo>
                <a:lnTo>
                  <a:pt x="1963007" y="56036"/>
                </a:lnTo>
                <a:lnTo>
                  <a:pt x="1940100" y="57264"/>
                </a:lnTo>
                <a:lnTo>
                  <a:pt x="1917192" y="58426"/>
                </a:lnTo>
                <a:lnTo>
                  <a:pt x="1894275" y="59531"/>
                </a:lnTo>
                <a:lnTo>
                  <a:pt x="1871358" y="60579"/>
                </a:lnTo>
                <a:lnTo>
                  <a:pt x="1848431" y="61570"/>
                </a:lnTo>
                <a:lnTo>
                  <a:pt x="1825514" y="62503"/>
                </a:lnTo>
                <a:lnTo>
                  <a:pt x="1802587" y="63389"/>
                </a:lnTo>
                <a:lnTo>
                  <a:pt x="1779661" y="64237"/>
                </a:lnTo>
                <a:lnTo>
                  <a:pt x="1756734" y="65027"/>
                </a:lnTo>
                <a:lnTo>
                  <a:pt x="1733798" y="65789"/>
                </a:lnTo>
                <a:lnTo>
                  <a:pt x="1710871" y="66504"/>
                </a:lnTo>
                <a:lnTo>
                  <a:pt x="1687935" y="67180"/>
                </a:lnTo>
                <a:lnTo>
                  <a:pt x="1664999" y="67818"/>
                </a:lnTo>
                <a:lnTo>
                  <a:pt x="1642072" y="68418"/>
                </a:lnTo>
                <a:lnTo>
                  <a:pt x="1619136" y="68990"/>
                </a:lnTo>
                <a:lnTo>
                  <a:pt x="1596200" y="69523"/>
                </a:lnTo>
                <a:lnTo>
                  <a:pt x="1573263" y="70028"/>
                </a:lnTo>
                <a:lnTo>
                  <a:pt x="1550327" y="70495"/>
                </a:lnTo>
                <a:lnTo>
                  <a:pt x="1527381" y="70933"/>
                </a:lnTo>
                <a:lnTo>
                  <a:pt x="1504445" y="71333"/>
                </a:lnTo>
                <a:lnTo>
                  <a:pt x="1481509" y="71714"/>
                </a:lnTo>
                <a:lnTo>
                  <a:pt x="1458563" y="72066"/>
                </a:lnTo>
                <a:lnTo>
                  <a:pt x="1435627" y="72390"/>
                </a:lnTo>
                <a:lnTo>
                  <a:pt x="1412681" y="72685"/>
                </a:lnTo>
                <a:lnTo>
                  <a:pt x="1389745" y="72942"/>
                </a:lnTo>
                <a:lnTo>
                  <a:pt x="1366799" y="73181"/>
                </a:lnTo>
                <a:lnTo>
                  <a:pt x="1343863" y="73390"/>
                </a:lnTo>
                <a:lnTo>
                  <a:pt x="1320917" y="73581"/>
                </a:lnTo>
                <a:lnTo>
                  <a:pt x="1297981" y="73733"/>
                </a:lnTo>
                <a:lnTo>
                  <a:pt x="1275036" y="73876"/>
                </a:lnTo>
                <a:lnTo>
                  <a:pt x="1252090" y="73981"/>
                </a:lnTo>
                <a:lnTo>
                  <a:pt x="1229154" y="74057"/>
                </a:lnTo>
                <a:lnTo>
                  <a:pt x="1206208" y="74114"/>
                </a:lnTo>
                <a:lnTo>
                  <a:pt x="1183272" y="74143"/>
                </a:lnTo>
                <a:lnTo>
                  <a:pt x="1160326" y="74143"/>
                </a:lnTo>
                <a:lnTo>
                  <a:pt x="1137380" y="74124"/>
                </a:lnTo>
                <a:lnTo>
                  <a:pt x="1114444" y="74085"/>
                </a:lnTo>
                <a:lnTo>
                  <a:pt x="1091498" y="74009"/>
                </a:lnTo>
                <a:lnTo>
                  <a:pt x="1068553" y="73914"/>
                </a:lnTo>
                <a:lnTo>
                  <a:pt x="1045616" y="73790"/>
                </a:lnTo>
                <a:lnTo>
                  <a:pt x="1022671" y="73638"/>
                </a:lnTo>
                <a:lnTo>
                  <a:pt x="999734" y="73466"/>
                </a:lnTo>
                <a:lnTo>
                  <a:pt x="976789" y="73266"/>
                </a:lnTo>
                <a:lnTo>
                  <a:pt x="953843" y="73028"/>
                </a:lnTo>
                <a:lnTo>
                  <a:pt x="930907" y="72771"/>
                </a:lnTo>
                <a:lnTo>
                  <a:pt x="907961" y="72495"/>
                </a:lnTo>
                <a:lnTo>
                  <a:pt x="885025" y="72180"/>
                </a:lnTo>
                <a:lnTo>
                  <a:pt x="862089" y="71838"/>
                </a:lnTo>
                <a:lnTo>
                  <a:pt x="839143" y="71476"/>
                </a:lnTo>
                <a:lnTo>
                  <a:pt x="816207" y="71085"/>
                </a:lnTo>
                <a:lnTo>
                  <a:pt x="793271" y="70656"/>
                </a:lnTo>
                <a:lnTo>
                  <a:pt x="770334" y="70190"/>
                </a:lnTo>
                <a:lnTo>
                  <a:pt x="747398" y="69704"/>
                </a:lnTo>
                <a:lnTo>
                  <a:pt x="724462" y="69180"/>
                </a:lnTo>
                <a:lnTo>
                  <a:pt x="701526" y="68618"/>
                </a:lnTo>
                <a:lnTo>
                  <a:pt x="678590" y="68037"/>
                </a:lnTo>
                <a:lnTo>
                  <a:pt x="655653" y="67408"/>
                </a:lnTo>
                <a:lnTo>
                  <a:pt x="632717" y="66742"/>
                </a:lnTo>
                <a:lnTo>
                  <a:pt x="609791" y="66046"/>
                </a:lnTo>
                <a:lnTo>
                  <a:pt x="586854" y="65303"/>
                </a:lnTo>
                <a:lnTo>
                  <a:pt x="563928" y="64522"/>
                </a:lnTo>
                <a:lnTo>
                  <a:pt x="541001" y="63694"/>
                </a:lnTo>
                <a:lnTo>
                  <a:pt x="518074" y="62827"/>
                </a:lnTo>
                <a:lnTo>
                  <a:pt x="495148" y="61903"/>
                </a:lnTo>
                <a:lnTo>
                  <a:pt x="472230" y="60941"/>
                </a:lnTo>
                <a:lnTo>
                  <a:pt x="449313" y="59912"/>
                </a:lnTo>
                <a:lnTo>
                  <a:pt x="426396" y="58826"/>
                </a:lnTo>
                <a:lnTo>
                  <a:pt x="403479" y="57683"/>
                </a:lnTo>
                <a:lnTo>
                  <a:pt x="380571" y="56474"/>
                </a:lnTo>
                <a:lnTo>
                  <a:pt x="357664" y="55197"/>
                </a:lnTo>
                <a:lnTo>
                  <a:pt x="334756" y="53835"/>
                </a:lnTo>
                <a:lnTo>
                  <a:pt x="311868" y="52397"/>
                </a:lnTo>
                <a:lnTo>
                  <a:pt x="288969" y="50864"/>
                </a:lnTo>
                <a:lnTo>
                  <a:pt x="266090" y="49235"/>
                </a:lnTo>
                <a:lnTo>
                  <a:pt x="243211" y="47482"/>
                </a:lnTo>
                <a:lnTo>
                  <a:pt x="220351" y="45596"/>
                </a:lnTo>
                <a:lnTo>
                  <a:pt x="197491" y="43567"/>
                </a:lnTo>
                <a:lnTo>
                  <a:pt x="174660" y="41358"/>
                </a:lnTo>
                <a:lnTo>
                  <a:pt x="151848" y="38948"/>
                </a:lnTo>
                <a:lnTo>
                  <a:pt x="129054" y="36281"/>
                </a:lnTo>
                <a:lnTo>
                  <a:pt x="106309" y="33290"/>
                </a:lnTo>
                <a:lnTo>
                  <a:pt x="83620" y="29870"/>
                </a:lnTo>
                <a:lnTo>
                  <a:pt x="61036" y="25860"/>
                </a:lnTo>
                <a:lnTo>
                  <a:pt x="38643" y="20888"/>
                </a:lnTo>
                <a:lnTo>
                  <a:pt x="16764" y="14021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12" name="funnel-step-cap-2">
            <a:extLst xmlns:a="http://schemas.openxmlformats.org/drawingml/2006/main">
              <a:ext uri="{FF2B5EF4-FFF2-40B4-BE49-F238E27FC236}">
                <a16:creationId xmlns:a16="http://schemas.microsoft.com/office/drawing/2014/main" id="{CC488C3E-8572-49D8-8BE7-6AF728924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213754" y="3155318"/>
            <a:ext cx="2335482" cy="21081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7EAC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13" name="funnel-step-body-3">
            <a:extLst xmlns:a="http://schemas.openxmlformats.org/drawingml/2006/main">
              <a:ext uri="{FF2B5EF4-FFF2-40B4-BE49-F238E27FC236}">
                <a16:creationId xmlns:a16="http://schemas.microsoft.com/office/drawing/2014/main" id="{6152F8CD-7204-4B16-8AD9-9CC43D7EE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410617" y="3967163"/>
            <a:ext cx="1938223" cy="634117"/>
          </a:xfrm>
          <a:custGeom xmlns:a="http://schemas.openxmlformats.org/drawingml/2006/main">
            <a:pathLst>
              <a:path w="1938223" h="634117">
                <a:moveTo>
                  <a:pt x="0" y="0"/>
                </a:moveTo>
                <a:lnTo>
                  <a:pt x="6201" y="18755"/>
                </a:lnTo>
                <a:lnTo>
                  <a:pt x="12402" y="37509"/>
                </a:lnTo>
                <a:lnTo>
                  <a:pt x="18602" y="56255"/>
                </a:lnTo>
                <a:lnTo>
                  <a:pt x="24803" y="75009"/>
                </a:lnTo>
                <a:lnTo>
                  <a:pt x="31004" y="93764"/>
                </a:lnTo>
                <a:lnTo>
                  <a:pt x="37205" y="112519"/>
                </a:lnTo>
                <a:lnTo>
                  <a:pt x="43405" y="131274"/>
                </a:lnTo>
                <a:lnTo>
                  <a:pt x="49606" y="150019"/>
                </a:lnTo>
                <a:lnTo>
                  <a:pt x="55807" y="168773"/>
                </a:lnTo>
                <a:lnTo>
                  <a:pt x="62008" y="187528"/>
                </a:lnTo>
                <a:lnTo>
                  <a:pt x="68209" y="206283"/>
                </a:lnTo>
                <a:lnTo>
                  <a:pt x="74409" y="225038"/>
                </a:lnTo>
                <a:lnTo>
                  <a:pt x="80610" y="243792"/>
                </a:lnTo>
                <a:lnTo>
                  <a:pt x="86811" y="262538"/>
                </a:lnTo>
                <a:lnTo>
                  <a:pt x="93012" y="281292"/>
                </a:lnTo>
                <a:lnTo>
                  <a:pt x="99212" y="300047"/>
                </a:lnTo>
                <a:lnTo>
                  <a:pt x="105413" y="318802"/>
                </a:lnTo>
                <a:lnTo>
                  <a:pt x="111614" y="337556"/>
                </a:lnTo>
                <a:lnTo>
                  <a:pt x="117815" y="356302"/>
                </a:lnTo>
                <a:lnTo>
                  <a:pt x="124016" y="375056"/>
                </a:lnTo>
                <a:lnTo>
                  <a:pt x="130216" y="393811"/>
                </a:lnTo>
                <a:lnTo>
                  <a:pt x="136427" y="412566"/>
                </a:lnTo>
                <a:lnTo>
                  <a:pt x="142627" y="431321"/>
                </a:lnTo>
                <a:lnTo>
                  <a:pt x="148828" y="450066"/>
                </a:lnTo>
                <a:lnTo>
                  <a:pt x="155029" y="468821"/>
                </a:lnTo>
                <a:lnTo>
                  <a:pt x="161230" y="487575"/>
                </a:lnTo>
                <a:lnTo>
                  <a:pt x="167430" y="506330"/>
                </a:lnTo>
                <a:lnTo>
                  <a:pt x="173631" y="525085"/>
                </a:lnTo>
                <a:lnTo>
                  <a:pt x="179832" y="543830"/>
                </a:lnTo>
                <a:lnTo>
                  <a:pt x="185566" y="562689"/>
                </a:lnTo>
                <a:lnTo>
                  <a:pt x="199692" y="575805"/>
                </a:lnTo>
                <a:lnTo>
                  <a:pt x="217961" y="583263"/>
                </a:lnTo>
                <a:lnTo>
                  <a:pt x="236934" y="588740"/>
                </a:lnTo>
                <a:lnTo>
                  <a:pt x="256175" y="593160"/>
                </a:lnTo>
                <a:lnTo>
                  <a:pt x="275568" y="596903"/>
                </a:lnTo>
                <a:lnTo>
                  <a:pt x="295056" y="600161"/>
                </a:lnTo>
                <a:lnTo>
                  <a:pt x="314592" y="603066"/>
                </a:lnTo>
                <a:lnTo>
                  <a:pt x="334166" y="605666"/>
                </a:lnTo>
                <a:lnTo>
                  <a:pt x="353778" y="608038"/>
                </a:lnTo>
                <a:lnTo>
                  <a:pt x="373409" y="610200"/>
                </a:lnTo>
                <a:lnTo>
                  <a:pt x="393059" y="612191"/>
                </a:lnTo>
                <a:lnTo>
                  <a:pt x="412728" y="614020"/>
                </a:lnTo>
                <a:lnTo>
                  <a:pt x="432406" y="615725"/>
                </a:lnTo>
                <a:lnTo>
                  <a:pt x="452095" y="617306"/>
                </a:lnTo>
                <a:lnTo>
                  <a:pt x="471792" y="618782"/>
                </a:lnTo>
                <a:lnTo>
                  <a:pt x="491490" y="620154"/>
                </a:lnTo>
                <a:lnTo>
                  <a:pt x="511207" y="621440"/>
                </a:lnTo>
                <a:lnTo>
                  <a:pt x="530914" y="622630"/>
                </a:lnTo>
                <a:lnTo>
                  <a:pt x="550640" y="623754"/>
                </a:lnTo>
                <a:lnTo>
                  <a:pt x="570357" y="624792"/>
                </a:lnTo>
                <a:lnTo>
                  <a:pt x="590093" y="625764"/>
                </a:lnTo>
                <a:lnTo>
                  <a:pt x="609819" y="626669"/>
                </a:lnTo>
                <a:lnTo>
                  <a:pt x="629555" y="627517"/>
                </a:lnTo>
                <a:lnTo>
                  <a:pt x="649291" y="628307"/>
                </a:lnTo>
                <a:lnTo>
                  <a:pt x="669026" y="629031"/>
                </a:lnTo>
                <a:lnTo>
                  <a:pt x="688772" y="629698"/>
                </a:lnTo>
                <a:lnTo>
                  <a:pt x="708508" y="630317"/>
                </a:lnTo>
                <a:lnTo>
                  <a:pt x="728253" y="630888"/>
                </a:lnTo>
                <a:lnTo>
                  <a:pt x="747998" y="631403"/>
                </a:lnTo>
                <a:lnTo>
                  <a:pt x="767744" y="631879"/>
                </a:lnTo>
                <a:lnTo>
                  <a:pt x="787489" y="632298"/>
                </a:lnTo>
                <a:lnTo>
                  <a:pt x="807234" y="632679"/>
                </a:lnTo>
                <a:lnTo>
                  <a:pt x="826989" y="633012"/>
                </a:lnTo>
                <a:lnTo>
                  <a:pt x="846734" y="633298"/>
                </a:lnTo>
                <a:lnTo>
                  <a:pt x="866489" y="633536"/>
                </a:lnTo>
                <a:lnTo>
                  <a:pt x="886235" y="633736"/>
                </a:lnTo>
                <a:lnTo>
                  <a:pt x="905989" y="633898"/>
                </a:lnTo>
                <a:lnTo>
                  <a:pt x="925735" y="634013"/>
                </a:lnTo>
                <a:lnTo>
                  <a:pt x="945490" y="634089"/>
                </a:lnTo>
                <a:lnTo>
                  <a:pt x="965244" y="634117"/>
                </a:lnTo>
                <a:lnTo>
                  <a:pt x="984990" y="634117"/>
                </a:lnTo>
                <a:lnTo>
                  <a:pt x="1004745" y="634060"/>
                </a:lnTo>
                <a:lnTo>
                  <a:pt x="1024499" y="633974"/>
                </a:lnTo>
                <a:lnTo>
                  <a:pt x="1044245" y="633841"/>
                </a:lnTo>
                <a:lnTo>
                  <a:pt x="1064000" y="633660"/>
                </a:lnTo>
                <a:lnTo>
                  <a:pt x="1083745" y="633441"/>
                </a:lnTo>
                <a:lnTo>
                  <a:pt x="1103500" y="633174"/>
                </a:lnTo>
                <a:lnTo>
                  <a:pt x="1123245" y="632870"/>
                </a:lnTo>
                <a:lnTo>
                  <a:pt x="1143000" y="632517"/>
                </a:lnTo>
                <a:lnTo>
                  <a:pt x="1162745" y="632117"/>
                </a:lnTo>
                <a:lnTo>
                  <a:pt x="1182491" y="631679"/>
                </a:lnTo>
                <a:lnTo>
                  <a:pt x="1202236" y="631193"/>
                </a:lnTo>
                <a:lnTo>
                  <a:pt x="1221981" y="630650"/>
                </a:lnTo>
                <a:lnTo>
                  <a:pt x="1241727" y="630060"/>
                </a:lnTo>
                <a:lnTo>
                  <a:pt x="1261462" y="629422"/>
                </a:lnTo>
                <a:lnTo>
                  <a:pt x="1281208" y="628726"/>
                </a:lnTo>
                <a:lnTo>
                  <a:pt x="1300944" y="627974"/>
                </a:lnTo>
                <a:lnTo>
                  <a:pt x="1320679" y="627164"/>
                </a:lnTo>
                <a:lnTo>
                  <a:pt x="1340406" y="626288"/>
                </a:lnTo>
                <a:lnTo>
                  <a:pt x="1360141" y="625364"/>
                </a:lnTo>
                <a:lnTo>
                  <a:pt x="1379868" y="624354"/>
                </a:lnTo>
                <a:lnTo>
                  <a:pt x="1399584" y="623278"/>
                </a:lnTo>
                <a:lnTo>
                  <a:pt x="1419301" y="622125"/>
                </a:lnTo>
                <a:lnTo>
                  <a:pt x="1439018" y="620906"/>
                </a:lnTo>
                <a:lnTo>
                  <a:pt x="1458725" y="619573"/>
                </a:lnTo>
                <a:lnTo>
                  <a:pt x="1478423" y="618163"/>
                </a:lnTo>
                <a:lnTo>
                  <a:pt x="1498121" y="616649"/>
                </a:lnTo>
                <a:lnTo>
                  <a:pt x="1517799" y="615010"/>
                </a:lnTo>
                <a:lnTo>
                  <a:pt x="1537478" y="613258"/>
                </a:lnTo>
                <a:lnTo>
                  <a:pt x="1557137" y="611353"/>
                </a:lnTo>
                <a:lnTo>
                  <a:pt x="1576778" y="609295"/>
                </a:lnTo>
                <a:lnTo>
                  <a:pt x="1596400" y="607047"/>
                </a:lnTo>
                <a:lnTo>
                  <a:pt x="1616002" y="604580"/>
                </a:lnTo>
                <a:lnTo>
                  <a:pt x="1635557" y="601856"/>
                </a:lnTo>
                <a:lnTo>
                  <a:pt x="1655074" y="598818"/>
                </a:lnTo>
                <a:lnTo>
                  <a:pt x="1674524" y="595360"/>
                </a:lnTo>
                <a:lnTo>
                  <a:pt x="1693859" y="591360"/>
                </a:lnTo>
                <a:lnTo>
                  <a:pt x="1713024" y="586550"/>
                </a:lnTo>
                <a:lnTo>
                  <a:pt x="1731778" y="580406"/>
                </a:lnTo>
                <a:lnTo>
                  <a:pt x="1749276" y="571357"/>
                </a:lnTo>
                <a:lnTo>
                  <a:pt x="1758391" y="554546"/>
                </a:lnTo>
                <a:lnTo>
                  <a:pt x="1764592" y="535791"/>
                </a:lnTo>
                <a:lnTo>
                  <a:pt x="1770793" y="517036"/>
                </a:lnTo>
                <a:lnTo>
                  <a:pt x="1777003" y="498291"/>
                </a:lnTo>
                <a:lnTo>
                  <a:pt x="1783204" y="479536"/>
                </a:lnTo>
                <a:lnTo>
                  <a:pt x="1789405" y="460781"/>
                </a:lnTo>
                <a:lnTo>
                  <a:pt x="1795605" y="442027"/>
                </a:lnTo>
                <a:lnTo>
                  <a:pt x="1801806" y="423272"/>
                </a:lnTo>
                <a:lnTo>
                  <a:pt x="1808007" y="404527"/>
                </a:lnTo>
                <a:lnTo>
                  <a:pt x="1814208" y="385772"/>
                </a:lnTo>
                <a:lnTo>
                  <a:pt x="1820408" y="367017"/>
                </a:lnTo>
                <a:lnTo>
                  <a:pt x="1826609" y="348263"/>
                </a:lnTo>
                <a:lnTo>
                  <a:pt x="1832810" y="329508"/>
                </a:lnTo>
                <a:lnTo>
                  <a:pt x="1839011" y="310763"/>
                </a:lnTo>
                <a:lnTo>
                  <a:pt x="1845212" y="292008"/>
                </a:lnTo>
                <a:lnTo>
                  <a:pt x="1851412" y="273253"/>
                </a:lnTo>
                <a:lnTo>
                  <a:pt x="1857613" y="254498"/>
                </a:lnTo>
                <a:lnTo>
                  <a:pt x="1863814" y="235744"/>
                </a:lnTo>
                <a:lnTo>
                  <a:pt x="1870015" y="216989"/>
                </a:lnTo>
                <a:lnTo>
                  <a:pt x="1876215" y="198244"/>
                </a:lnTo>
                <a:lnTo>
                  <a:pt x="1882416" y="179489"/>
                </a:lnTo>
                <a:lnTo>
                  <a:pt x="1888617" y="160734"/>
                </a:lnTo>
                <a:lnTo>
                  <a:pt x="1894818" y="141980"/>
                </a:lnTo>
                <a:lnTo>
                  <a:pt x="1901019" y="123225"/>
                </a:lnTo>
                <a:lnTo>
                  <a:pt x="1907219" y="104480"/>
                </a:lnTo>
                <a:lnTo>
                  <a:pt x="1913420" y="85725"/>
                </a:lnTo>
                <a:lnTo>
                  <a:pt x="1919621" y="66970"/>
                </a:lnTo>
                <a:lnTo>
                  <a:pt x="1925822" y="48216"/>
                </a:lnTo>
                <a:lnTo>
                  <a:pt x="1932022" y="29461"/>
                </a:lnTo>
                <a:lnTo>
                  <a:pt x="1938223" y="10716"/>
                </a:lnTo>
                <a:lnTo>
                  <a:pt x="1938052" y="7353"/>
                </a:lnTo>
                <a:lnTo>
                  <a:pt x="1920954" y="16993"/>
                </a:lnTo>
                <a:lnTo>
                  <a:pt x="1902162" y="23041"/>
                </a:lnTo>
                <a:lnTo>
                  <a:pt x="1882959" y="27680"/>
                </a:lnTo>
                <a:lnTo>
                  <a:pt x="1863585" y="31509"/>
                </a:lnTo>
                <a:lnTo>
                  <a:pt x="1844107" y="34795"/>
                </a:lnTo>
                <a:lnTo>
                  <a:pt x="1824571" y="37709"/>
                </a:lnTo>
                <a:lnTo>
                  <a:pt x="1804997" y="40310"/>
                </a:lnTo>
                <a:lnTo>
                  <a:pt x="1785385" y="42682"/>
                </a:lnTo>
                <a:lnTo>
                  <a:pt x="1765754" y="44853"/>
                </a:lnTo>
                <a:lnTo>
                  <a:pt x="1746104" y="46844"/>
                </a:lnTo>
                <a:lnTo>
                  <a:pt x="1726435" y="48701"/>
                </a:lnTo>
                <a:lnTo>
                  <a:pt x="1706766" y="50425"/>
                </a:lnTo>
                <a:lnTo>
                  <a:pt x="1687078" y="52045"/>
                </a:lnTo>
                <a:lnTo>
                  <a:pt x="1667380" y="53550"/>
                </a:lnTo>
                <a:lnTo>
                  <a:pt x="1647682" y="54969"/>
                </a:lnTo>
                <a:lnTo>
                  <a:pt x="1627975" y="56302"/>
                </a:lnTo>
                <a:lnTo>
                  <a:pt x="1608268" y="57560"/>
                </a:lnTo>
                <a:lnTo>
                  <a:pt x="1588551" y="58750"/>
                </a:lnTo>
                <a:lnTo>
                  <a:pt x="1568834" y="59874"/>
                </a:lnTo>
                <a:lnTo>
                  <a:pt x="1549108" y="60941"/>
                </a:lnTo>
                <a:lnTo>
                  <a:pt x="1529382" y="61941"/>
                </a:lnTo>
                <a:lnTo>
                  <a:pt x="1509655" y="62894"/>
                </a:lnTo>
                <a:lnTo>
                  <a:pt x="1489920" y="63789"/>
                </a:lnTo>
                <a:lnTo>
                  <a:pt x="1470184" y="64637"/>
                </a:lnTo>
                <a:lnTo>
                  <a:pt x="1450448" y="65437"/>
                </a:lnTo>
                <a:lnTo>
                  <a:pt x="1430712" y="66199"/>
                </a:lnTo>
                <a:lnTo>
                  <a:pt x="1410976" y="66913"/>
                </a:lnTo>
                <a:lnTo>
                  <a:pt x="1391241" y="67589"/>
                </a:lnTo>
                <a:lnTo>
                  <a:pt x="1371495" y="68228"/>
                </a:lnTo>
                <a:lnTo>
                  <a:pt x="1351750" y="68828"/>
                </a:lnTo>
                <a:lnTo>
                  <a:pt x="1332014" y="69390"/>
                </a:lnTo>
                <a:lnTo>
                  <a:pt x="1312269" y="69914"/>
                </a:lnTo>
                <a:lnTo>
                  <a:pt x="1292523" y="70409"/>
                </a:lnTo>
                <a:lnTo>
                  <a:pt x="1272778" y="70866"/>
                </a:lnTo>
                <a:lnTo>
                  <a:pt x="1253023" y="71295"/>
                </a:lnTo>
                <a:lnTo>
                  <a:pt x="1233278" y="71685"/>
                </a:lnTo>
                <a:lnTo>
                  <a:pt x="1213533" y="72047"/>
                </a:lnTo>
                <a:lnTo>
                  <a:pt x="1193778" y="72380"/>
                </a:lnTo>
                <a:lnTo>
                  <a:pt x="1174032" y="72685"/>
                </a:lnTo>
                <a:lnTo>
                  <a:pt x="1154287" y="72962"/>
                </a:lnTo>
                <a:lnTo>
                  <a:pt x="1134532" y="73209"/>
                </a:lnTo>
                <a:lnTo>
                  <a:pt x="1114787" y="73419"/>
                </a:lnTo>
                <a:lnTo>
                  <a:pt x="1095032" y="73609"/>
                </a:lnTo>
                <a:lnTo>
                  <a:pt x="1075277" y="73762"/>
                </a:lnTo>
                <a:lnTo>
                  <a:pt x="1055532" y="73895"/>
                </a:lnTo>
                <a:lnTo>
                  <a:pt x="1035777" y="74000"/>
                </a:lnTo>
                <a:lnTo>
                  <a:pt x="1016032" y="74076"/>
                </a:lnTo>
                <a:lnTo>
                  <a:pt x="996277" y="74124"/>
                </a:lnTo>
                <a:lnTo>
                  <a:pt x="976522" y="74152"/>
                </a:lnTo>
                <a:lnTo>
                  <a:pt x="956777" y="74143"/>
                </a:lnTo>
                <a:lnTo>
                  <a:pt x="937022" y="74105"/>
                </a:lnTo>
                <a:lnTo>
                  <a:pt x="917267" y="74047"/>
                </a:lnTo>
                <a:lnTo>
                  <a:pt x="897522" y="73962"/>
                </a:lnTo>
                <a:lnTo>
                  <a:pt x="877767" y="73847"/>
                </a:lnTo>
                <a:lnTo>
                  <a:pt x="858012" y="73704"/>
                </a:lnTo>
                <a:lnTo>
                  <a:pt x="838267" y="73533"/>
                </a:lnTo>
                <a:lnTo>
                  <a:pt x="818512" y="73333"/>
                </a:lnTo>
                <a:lnTo>
                  <a:pt x="798767" y="73104"/>
                </a:lnTo>
                <a:lnTo>
                  <a:pt x="779012" y="72847"/>
                </a:lnTo>
                <a:lnTo>
                  <a:pt x="759266" y="72561"/>
                </a:lnTo>
                <a:lnTo>
                  <a:pt x="739521" y="72247"/>
                </a:lnTo>
                <a:lnTo>
                  <a:pt x="719766" y="71904"/>
                </a:lnTo>
                <a:lnTo>
                  <a:pt x="700021" y="71523"/>
                </a:lnTo>
                <a:lnTo>
                  <a:pt x="680276" y="71114"/>
                </a:lnTo>
                <a:lnTo>
                  <a:pt x="660530" y="70676"/>
                </a:lnTo>
                <a:lnTo>
                  <a:pt x="640775" y="70199"/>
                </a:lnTo>
                <a:lnTo>
                  <a:pt x="621040" y="69694"/>
                </a:lnTo>
                <a:lnTo>
                  <a:pt x="601294" y="69152"/>
                </a:lnTo>
                <a:lnTo>
                  <a:pt x="581549" y="68570"/>
                </a:lnTo>
                <a:lnTo>
                  <a:pt x="561804" y="67951"/>
                </a:lnTo>
                <a:lnTo>
                  <a:pt x="542068" y="67304"/>
                </a:lnTo>
                <a:lnTo>
                  <a:pt x="522322" y="66608"/>
                </a:lnTo>
                <a:lnTo>
                  <a:pt x="502587" y="65875"/>
                </a:lnTo>
                <a:lnTo>
                  <a:pt x="482851" y="65094"/>
                </a:lnTo>
                <a:lnTo>
                  <a:pt x="463115" y="64275"/>
                </a:lnTo>
                <a:lnTo>
                  <a:pt x="443389" y="63408"/>
                </a:lnTo>
                <a:lnTo>
                  <a:pt x="423653" y="62484"/>
                </a:lnTo>
                <a:lnTo>
                  <a:pt x="403927" y="61512"/>
                </a:lnTo>
                <a:lnTo>
                  <a:pt x="384200" y="60484"/>
                </a:lnTo>
                <a:lnTo>
                  <a:pt x="364484" y="59398"/>
                </a:lnTo>
                <a:lnTo>
                  <a:pt x="344767" y="58245"/>
                </a:lnTo>
                <a:lnTo>
                  <a:pt x="325050" y="57036"/>
                </a:lnTo>
                <a:lnTo>
                  <a:pt x="305343" y="55740"/>
                </a:lnTo>
                <a:lnTo>
                  <a:pt x="285636" y="54369"/>
                </a:lnTo>
                <a:lnTo>
                  <a:pt x="265938" y="52911"/>
                </a:lnTo>
                <a:lnTo>
                  <a:pt x="246250" y="51359"/>
                </a:lnTo>
                <a:lnTo>
                  <a:pt x="226562" y="49701"/>
                </a:lnTo>
                <a:lnTo>
                  <a:pt x="206893" y="47920"/>
                </a:lnTo>
                <a:lnTo>
                  <a:pt x="187233" y="46015"/>
                </a:lnTo>
                <a:lnTo>
                  <a:pt x="167592" y="43939"/>
                </a:lnTo>
                <a:lnTo>
                  <a:pt x="147971" y="41691"/>
                </a:lnTo>
                <a:lnTo>
                  <a:pt x="128368" y="39233"/>
                </a:lnTo>
                <a:lnTo>
                  <a:pt x="108814" y="36500"/>
                </a:lnTo>
                <a:lnTo>
                  <a:pt x="89297" y="33442"/>
                </a:lnTo>
                <a:lnTo>
                  <a:pt x="69856" y="29937"/>
                </a:lnTo>
                <a:lnTo>
                  <a:pt x="50549" y="25813"/>
                </a:lnTo>
                <a:lnTo>
                  <a:pt x="31480" y="20679"/>
                </a:lnTo>
                <a:lnTo>
                  <a:pt x="13068" y="13592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14" name="funnel-step-cap-3">
            <a:extLst xmlns:a="http://schemas.openxmlformats.org/drawingml/2006/main">
              <a:ext uri="{FF2B5EF4-FFF2-40B4-BE49-F238E27FC236}">
                <a16:creationId xmlns:a16="http://schemas.microsoft.com/office/drawing/2014/main" id="{F1A72D32-0DCF-4486-832A-0128445DA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410626" y="3861749"/>
            <a:ext cx="1941747" cy="21081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7EAC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15" name="funnel-step-body-4">
            <a:extLst xmlns:a="http://schemas.openxmlformats.org/drawingml/2006/main">
              <a:ext uri="{FF2B5EF4-FFF2-40B4-BE49-F238E27FC236}">
                <a16:creationId xmlns:a16="http://schemas.microsoft.com/office/drawing/2014/main" id="{F07BF029-8A2B-4511-8E90-4CB0055B1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595783" y="4673632"/>
            <a:ext cx="1570511" cy="634041"/>
          </a:xfrm>
          <a:custGeom xmlns:a="http://schemas.openxmlformats.org/drawingml/2006/main">
            <a:pathLst>
              <a:path w="1570511" h="634041">
                <a:moveTo>
                  <a:pt x="0" y="0"/>
                </a:moveTo>
                <a:lnTo>
                  <a:pt x="5744" y="18164"/>
                </a:lnTo>
                <a:lnTo>
                  <a:pt x="11478" y="36319"/>
                </a:lnTo>
                <a:lnTo>
                  <a:pt x="17221" y="54483"/>
                </a:lnTo>
                <a:lnTo>
                  <a:pt x="22955" y="72647"/>
                </a:lnTo>
                <a:lnTo>
                  <a:pt x="28699" y="90811"/>
                </a:lnTo>
                <a:lnTo>
                  <a:pt x="34442" y="108966"/>
                </a:lnTo>
                <a:lnTo>
                  <a:pt x="40176" y="127130"/>
                </a:lnTo>
                <a:lnTo>
                  <a:pt x="45920" y="145294"/>
                </a:lnTo>
                <a:lnTo>
                  <a:pt x="51654" y="163459"/>
                </a:lnTo>
                <a:lnTo>
                  <a:pt x="57398" y="181613"/>
                </a:lnTo>
                <a:lnTo>
                  <a:pt x="63141" y="199777"/>
                </a:lnTo>
                <a:lnTo>
                  <a:pt x="68875" y="217942"/>
                </a:lnTo>
                <a:lnTo>
                  <a:pt x="74619" y="236096"/>
                </a:lnTo>
                <a:lnTo>
                  <a:pt x="80353" y="254260"/>
                </a:lnTo>
                <a:lnTo>
                  <a:pt x="86096" y="272425"/>
                </a:lnTo>
                <a:lnTo>
                  <a:pt x="91840" y="290589"/>
                </a:lnTo>
                <a:lnTo>
                  <a:pt x="97574" y="308743"/>
                </a:lnTo>
                <a:lnTo>
                  <a:pt x="103318" y="326908"/>
                </a:lnTo>
                <a:lnTo>
                  <a:pt x="109052" y="345072"/>
                </a:lnTo>
                <a:lnTo>
                  <a:pt x="114795" y="363236"/>
                </a:lnTo>
                <a:lnTo>
                  <a:pt x="120539" y="381391"/>
                </a:lnTo>
                <a:lnTo>
                  <a:pt x="126273" y="399555"/>
                </a:lnTo>
                <a:lnTo>
                  <a:pt x="132017" y="417719"/>
                </a:lnTo>
                <a:lnTo>
                  <a:pt x="137751" y="435874"/>
                </a:lnTo>
                <a:lnTo>
                  <a:pt x="143494" y="454038"/>
                </a:lnTo>
                <a:lnTo>
                  <a:pt x="149238" y="472202"/>
                </a:lnTo>
                <a:lnTo>
                  <a:pt x="154972" y="490366"/>
                </a:lnTo>
                <a:lnTo>
                  <a:pt x="160715" y="508521"/>
                </a:lnTo>
                <a:lnTo>
                  <a:pt x="166449" y="526685"/>
                </a:lnTo>
                <a:lnTo>
                  <a:pt x="172193" y="544849"/>
                </a:lnTo>
                <a:lnTo>
                  <a:pt x="177394" y="563118"/>
                </a:lnTo>
                <a:lnTo>
                  <a:pt x="189929" y="576891"/>
                </a:lnTo>
                <a:lnTo>
                  <a:pt x="207064" y="585149"/>
                </a:lnTo>
                <a:lnTo>
                  <a:pt x="225114" y="591198"/>
                </a:lnTo>
                <a:lnTo>
                  <a:pt x="243535" y="596046"/>
                </a:lnTo>
                <a:lnTo>
                  <a:pt x="262138" y="600132"/>
                </a:lnTo>
                <a:lnTo>
                  <a:pt x="280854" y="603666"/>
                </a:lnTo>
                <a:lnTo>
                  <a:pt x="299647" y="606771"/>
                </a:lnTo>
                <a:lnTo>
                  <a:pt x="318487" y="609552"/>
                </a:lnTo>
                <a:lnTo>
                  <a:pt x="337366" y="612057"/>
                </a:lnTo>
                <a:lnTo>
                  <a:pt x="356283" y="614324"/>
                </a:lnTo>
                <a:lnTo>
                  <a:pt x="375218" y="616382"/>
                </a:lnTo>
                <a:lnTo>
                  <a:pt x="394164" y="618268"/>
                </a:lnTo>
                <a:lnTo>
                  <a:pt x="413137" y="619992"/>
                </a:lnTo>
                <a:lnTo>
                  <a:pt x="432121" y="621582"/>
                </a:lnTo>
                <a:lnTo>
                  <a:pt x="451104" y="623040"/>
                </a:lnTo>
                <a:lnTo>
                  <a:pt x="470106" y="624383"/>
                </a:lnTo>
                <a:lnTo>
                  <a:pt x="489118" y="625602"/>
                </a:lnTo>
                <a:lnTo>
                  <a:pt x="508130" y="626735"/>
                </a:lnTo>
                <a:lnTo>
                  <a:pt x="527152" y="627755"/>
                </a:lnTo>
                <a:lnTo>
                  <a:pt x="546173" y="628698"/>
                </a:lnTo>
                <a:lnTo>
                  <a:pt x="565204" y="629555"/>
                </a:lnTo>
                <a:lnTo>
                  <a:pt x="584235" y="630317"/>
                </a:lnTo>
                <a:lnTo>
                  <a:pt x="603266" y="631012"/>
                </a:lnTo>
                <a:lnTo>
                  <a:pt x="622306" y="631622"/>
                </a:lnTo>
                <a:lnTo>
                  <a:pt x="641337" y="632165"/>
                </a:lnTo>
                <a:lnTo>
                  <a:pt x="660387" y="632641"/>
                </a:lnTo>
                <a:lnTo>
                  <a:pt x="679428" y="633041"/>
                </a:lnTo>
                <a:lnTo>
                  <a:pt x="698468" y="633374"/>
                </a:lnTo>
                <a:lnTo>
                  <a:pt x="717518" y="633641"/>
                </a:lnTo>
                <a:lnTo>
                  <a:pt x="736559" y="633832"/>
                </a:lnTo>
                <a:lnTo>
                  <a:pt x="755609" y="633974"/>
                </a:lnTo>
                <a:lnTo>
                  <a:pt x="774659" y="634041"/>
                </a:lnTo>
                <a:lnTo>
                  <a:pt x="793699" y="634041"/>
                </a:lnTo>
                <a:lnTo>
                  <a:pt x="812749" y="633984"/>
                </a:lnTo>
                <a:lnTo>
                  <a:pt x="831790" y="633860"/>
                </a:lnTo>
                <a:lnTo>
                  <a:pt x="850840" y="633670"/>
                </a:lnTo>
                <a:lnTo>
                  <a:pt x="869890" y="633422"/>
                </a:lnTo>
                <a:lnTo>
                  <a:pt x="888930" y="633098"/>
                </a:lnTo>
                <a:lnTo>
                  <a:pt x="907971" y="632708"/>
                </a:lnTo>
                <a:lnTo>
                  <a:pt x="927011" y="632250"/>
                </a:lnTo>
                <a:lnTo>
                  <a:pt x="946052" y="631717"/>
                </a:lnTo>
                <a:lnTo>
                  <a:pt x="965092" y="631117"/>
                </a:lnTo>
                <a:lnTo>
                  <a:pt x="984123" y="630441"/>
                </a:lnTo>
                <a:lnTo>
                  <a:pt x="1003154" y="629679"/>
                </a:lnTo>
                <a:lnTo>
                  <a:pt x="1022185" y="628841"/>
                </a:lnTo>
                <a:lnTo>
                  <a:pt x="1041216" y="627917"/>
                </a:lnTo>
                <a:lnTo>
                  <a:pt x="1060228" y="626907"/>
                </a:lnTo>
                <a:lnTo>
                  <a:pt x="1079249" y="625793"/>
                </a:lnTo>
                <a:lnTo>
                  <a:pt x="1098252" y="624583"/>
                </a:lnTo>
                <a:lnTo>
                  <a:pt x="1117254" y="623259"/>
                </a:lnTo>
                <a:lnTo>
                  <a:pt x="1136247" y="621830"/>
                </a:lnTo>
                <a:lnTo>
                  <a:pt x="1155230" y="620258"/>
                </a:lnTo>
                <a:lnTo>
                  <a:pt x="1174204" y="618554"/>
                </a:lnTo>
                <a:lnTo>
                  <a:pt x="1193159" y="616696"/>
                </a:lnTo>
                <a:lnTo>
                  <a:pt x="1212094" y="614667"/>
                </a:lnTo>
                <a:lnTo>
                  <a:pt x="1231011" y="612438"/>
                </a:lnTo>
                <a:lnTo>
                  <a:pt x="1249899" y="609971"/>
                </a:lnTo>
                <a:lnTo>
                  <a:pt x="1268749" y="607247"/>
                </a:lnTo>
                <a:lnTo>
                  <a:pt x="1287551" y="604190"/>
                </a:lnTo>
                <a:lnTo>
                  <a:pt x="1306278" y="600732"/>
                </a:lnTo>
                <a:lnTo>
                  <a:pt x="1324908" y="596751"/>
                </a:lnTo>
                <a:lnTo>
                  <a:pt x="1343358" y="592045"/>
                </a:lnTo>
                <a:lnTo>
                  <a:pt x="1361494" y="586235"/>
                </a:lnTo>
                <a:lnTo>
                  <a:pt x="1378858" y="578463"/>
                </a:lnTo>
                <a:lnTo>
                  <a:pt x="1392917" y="565976"/>
                </a:lnTo>
                <a:lnTo>
                  <a:pt x="1398318" y="547783"/>
                </a:lnTo>
                <a:lnTo>
                  <a:pt x="1404052" y="529619"/>
                </a:lnTo>
                <a:lnTo>
                  <a:pt x="1409795" y="511464"/>
                </a:lnTo>
                <a:lnTo>
                  <a:pt x="1415529" y="493300"/>
                </a:lnTo>
                <a:lnTo>
                  <a:pt x="1421273" y="475136"/>
                </a:lnTo>
                <a:lnTo>
                  <a:pt x="1427016" y="456971"/>
                </a:lnTo>
                <a:lnTo>
                  <a:pt x="1432750" y="438817"/>
                </a:lnTo>
                <a:lnTo>
                  <a:pt x="1438494" y="420653"/>
                </a:lnTo>
                <a:lnTo>
                  <a:pt x="1444228" y="402488"/>
                </a:lnTo>
                <a:lnTo>
                  <a:pt x="1449972" y="384324"/>
                </a:lnTo>
                <a:lnTo>
                  <a:pt x="1455715" y="366170"/>
                </a:lnTo>
                <a:lnTo>
                  <a:pt x="1461449" y="348005"/>
                </a:lnTo>
                <a:lnTo>
                  <a:pt x="1467193" y="329841"/>
                </a:lnTo>
                <a:lnTo>
                  <a:pt x="1472927" y="311687"/>
                </a:lnTo>
                <a:lnTo>
                  <a:pt x="1478671" y="293522"/>
                </a:lnTo>
                <a:lnTo>
                  <a:pt x="1484414" y="275358"/>
                </a:lnTo>
                <a:lnTo>
                  <a:pt x="1490148" y="257194"/>
                </a:lnTo>
                <a:lnTo>
                  <a:pt x="1495892" y="239039"/>
                </a:lnTo>
                <a:lnTo>
                  <a:pt x="1501626" y="220875"/>
                </a:lnTo>
                <a:lnTo>
                  <a:pt x="1507369" y="202711"/>
                </a:lnTo>
                <a:lnTo>
                  <a:pt x="1513113" y="184547"/>
                </a:lnTo>
                <a:lnTo>
                  <a:pt x="1518847" y="166392"/>
                </a:lnTo>
                <a:lnTo>
                  <a:pt x="1524591" y="148228"/>
                </a:lnTo>
                <a:lnTo>
                  <a:pt x="1530325" y="130064"/>
                </a:lnTo>
                <a:lnTo>
                  <a:pt x="1536068" y="111909"/>
                </a:lnTo>
                <a:lnTo>
                  <a:pt x="1541812" y="93745"/>
                </a:lnTo>
                <a:lnTo>
                  <a:pt x="1547546" y="75581"/>
                </a:lnTo>
                <a:lnTo>
                  <a:pt x="1553289" y="57417"/>
                </a:lnTo>
                <a:lnTo>
                  <a:pt x="1559023" y="39262"/>
                </a:lnTo>
                <a:lnTo>
                  <a:pt x="1564767" y="21098"/>
                </a:lnTo>
                <a:lnTo>
                  <a:pt x="1570511" y="2934"/>
                </a:lnTo>
                <a:lnTo>
                  <a:pt x="1562519" y="12497"/>
                </a:lnTo>
                <a:lnTo>
                  <a:pt x="1545460" y="20860"/>
                </a:lnTo>
                <a:lnTo>
                  <a:pt x="1527334" y="26699"/>
                </a:lnTo>
                <a:lnTo>
                  <a:pt x="1508855" y="31318"/>
                </a:lnTo>
                <a:lnTo>
                  <a:pt x="1490205" y="35185"/>
                </a:lnTo>
                <a:lnTo>
                  <a:pt x="1471460" y="38548"/>
                </a:lnTo>
                <a:lnTo>
                  <a:pt x="1452648" y="41510"/>
                </a:lnTo>
                <a:lnTo>
                  <a:pt x="1433789" y="44167"/>
                </a:lnTo>
                <a:lnTo>
                  <a:pt x="1414891" y="46587"/>
                </a:lnTo>
                <a:lnTo>
                  <a:pt x="1395974" y="48787"/>
                </a:lnTo>
                <a:lnTo>
                  <a:pt x="1377029" y="50816"/>
                </a:lnTo>
                <a:lnTo>
                  <a:pt x="1358075" y="52692"/>
                </a:lnTo>
                <a:lnTo>
                  <a:pt x="1339110" y="54426"/>
                </a:lnTo>
                <a:lnTo>
                  <a:pt x="1320136" y="56036"/>
                </a:lnTo>
                <a:lnTo>
                  <a:pt x="1301144" y="57541"/>
                </a:lnTo>
                <a:lnTo>
                  <a:pt x="1282151" y="58941"/>
                </a:lnTo>
                <a:lnTo>
                  <a:pt x="1263148" y="60255"/>
                </a:lnTo>
                <a:lnTo>
                  <a:pt x="1244136" y="61474"/>
                </a:lnTo>
                <a:lnTo>
                  <a:pt x="1225125" y="62627"/>
                </a:lnTo>
                <a:lnTo>
                  <a:pt x="1206113" y="63713"/>
                </a:lnTo>
                <a:lnTo>
                  <a:pt x="1187091" y="64713"/>
                </a:lnTo>
                <a:lnTo>
                  <a:pt x="1168070" y="65656"/>
                </a:lnTo>
                <a:lnTo>
                  <a:pt x="1149039" y="66532"/>
                </a:lnTo>
                <a:lnTo>
                  <a:pt x="1130017" y="67351"/>
                </a:lnTo>
                <a:lnTo>
                  <a:pt x="1110977" y="68123"/>
                </a:lnTo>
                <a:lnTo>
                  <a:pt x="1091946" y="68837"/>
                </a:lnTo>
                <a:lnTo>
                  <a:pt x="1072915" y="69494"/>
                </a:lnTo>
                <a:lnTo>
                  <a:pt x="1053875" y="70104"/>
                </a:lnTo>
                <a:lnTo>
                  <a:pt x="1034834" y="70666"/>
                </a:lnTo>
                <a:lnTo>
                  <a:pt x="1015794" y="71180"/>
                </a:lnTo>
                <a:lnTo>
                  <a:pt x="996753" y="71647"/>
                </a:lnTo>
                <a:lnTo>
                  <a:pt x="977713" y="72076"/>
                </a:lnTo>
                <a:lnTo>
                  <a:pt x="958672" y="72457"/>
                </a:lnTo>
                <a:lnTo>
                  <a:pt x="939622" y="72800"/>
                </a:lnTo>
                <a:lnTo>
                  <a:pt x="920582" y="73095"/>
                </a:lnTo>
                <a:lnTo>
                  <a:pt x="901532" y="73352"/>
                </a:lnTo>
                <a:lnTo>
                  <a:pt x="882491" y="73571"/>
                </a:lnTo>
                <a:lnTo>
                  <a:pt x="863441" y="73752"/>
                </a:lnTo>
                <a:lnTo>
                  <a:pt x="844401" y="73895"/>
                </a:lnTo>
                <a:lnTo>
                  <a:pt x="825351" y="73990"/>
                </a:lnTo>
                <a:lnTo>
                  <a:pt x="806301" y="74057"/>
                </a:lnTo>
                <a:lnTo>
                  <a:pt x="787260" y="74076"/>
                </a:lnTo>
                <a:lnTo>
                  <a:pt x="768210" y="74066"/>
                </a:lnTo>
                <a:lnTo>
                  <a:pt x="749160" y="74009"/>
                </a:lnTo>
                <a:lnTo>
                  <a:pt x="730120" y="73914"/>
                </a:lnTo>
                <a:lnTo>
                  <a:pt x="711070" y="73781"/>
                </a:lnTo>
                <a:lnTo>
                  <a:pt x="692020" y="73609"/>
                </a:lnTo>
                <a:lnTo>
                  <a:pt x="672979" y="73400"/>
                </a:lnTo>
                <a:lnTo>
                  <a:pt x="653929" y="73142"/>
                </a:lnTo>
                <a:lnTo>
                  <a:pt x="634889" y="72847"/>
                </a:lnTo>
                <a:lnTo>
                  <a:pt x="615839" y="72514"/>
                </a:lnTo>
                <a:lnTo>
                  <a:pt x="596798" y="72142"/>
                </a:lnTo>
                <a:lnTo>
                  <a:pt x="577758" y="71723"/>
                </a:lnTo>
                <a:lnTo>
                  <a:pt x="558717" y="71257"/>
                </a:lnTo>
                <a:lnTo>
                  <a:pt x="539677" y="70752"/>
                </a:lnTo>
                <a:lnTo>
                  <a:pt x="520636" y="70190"/>
                </a:lnTo>
                <a:lnTo>
                  <a:pt x="501596" y="69590"/>
                </a:lnTo>
                <a:lnTo>
                  <a:pt x="482565" y="68942"/>
                </a:lnTo>
                <a:lnTo>
                  <a:pt x="463534" y="68237"/>
                </a:lnTo>
                <a:lnTo>
                  <a:pt x="444494" y="67485"/>
                </a:lnTo>
                <a:lnTo>
                  <a:pt x="425472" y="66665"/>
                </a:lnTo>
                <a:lnTo>
                  <a:pt x="406441" y="65799"/>
                </a:lnTo>
                <a:lnTo>
                  <a:pt x="387420" y="64865"/>
                </a:lnTo>
                <a:lnTo>
                  <a:pt x="368398" y="63875"/>
                </a:lnTo>
                <a:lnTo>
                  <a:pt x="349377" y="62808"/>
                </a:lnTo>
                <a:lnTo>
                  <a:pt x="330365" y="61674"/>
                </a:lnTo>
                <a:lnTo>
                  <a:pt x="311363" y="60455"/>
                </a:lnTo>
                <a:lnTo>
                  <a:pt x="292351" y="59160"/>
                </a:lnTo>
                <a:lnTo>
                  <a:pt x="273358" y="57779"/>
                </a:lnTo>
                <a:lnTo>
                  <a:pt x="254375" y="56283"/>
                </a:lnTo>
                <a:lnTo>
                  <a:pt x="235391" y="54683"/>
                </a:lnTo>
                <a:lnTo>
                  <a:pt x="216418" y="52978"/>
                </a:lnTo>
                <a:lnTo>
                  <a:pt x="197463" y="51130"/>
                </a:lnTo>
                <a:lnTo>
                  <a:pt x="178518" y="49130"/>
                </a:lnTo>
                <a:lnTo>
                  <a:pt x="159601" y="46949"/>
                </a:lnTo>
                <a:lnTo>
                  <a:pt x="140703" y="44577"/>
                </a:lnTo>
                <a:lnTo>
                  <a:pt x="121834" y="41958"/>
                </a:lnTo>
                <a:lnTo>
                  <a:pt x="103013" y="39053"/>
                </a:lnTo>
                <a:lnTo>
                  <a:pt x="84249" y="35766"/>
                </a:lnTo>
                <a:lnTo>
                  <a:pt x="65580" y="31985"/>
                </a:lnTo>
                <a:lnTo>
                  <a:pt x="47073" y="27508"/>
                </a:lnTo>
                <a:lnTo>
                  <a:pt x="28870" y="21917"/>
                </a:lnTo>
                <a:lnTo>
                  <a:pt x="11516" y="14145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78A8D5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16" name="funnel-step-cap-4">
            <a:extLst xmlns:a="http://schemas.openxmlformats.org/drawingml/2006/main">
              <a:ext uri="{FF2B5EF4-FFF2-40B4-BE49-F238E27FC236}">
                <a16:creationId xmlns:a16="http://schemas.microsoft.com/office/drawing/2014/main" id="{55DC559A-1484-4C8E-AAE1-A603BDB29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595792" y="4568190"/>
            <a:ext cx="1571406" cy="21081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8A8D5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17" name="funnel-step-body-5">
            <a:extLst xmlns:a="http://schemas.openxmlformats.org/drawingml/2006/main">
              <a:ext uri="{FF2B5EF4-FFF2-40B4-BE49-F238E27FC236}">
                <a16:creationId xmlns:a16="http://schemas.microsoft.com/office/drawing/2014/main" id="{6E2CD99F-0D95-4772-A6C6-8F7C94A0A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72757" y="5380006"/>
            <a:ext cx="1214885" cy="634146"/>
          </a:xfrm>
          <a:custGeom xmlns:a="http://schemas.openxmlformats.org/drawingml/2006/main">
            <a:pathLst>
              <a:path w="1214885" h="634146">
                <a:moveTo>
                  <a:pt x="0" y="0"/>
                </a:moveTo>
                <a:lnTo>
                  <a:pt x="5544" y="18212"/>
                </a:lnTo>
                <a:lnTo>
                  <a:pt x="11097" y="36424"/>
                </a:lnTo>
                <a:lnTo>
                  <a:pt x="16640" y="54635"/>
                </a:lnTo>
                <a:lnTo>
                  <a:pt x="22184" y="72847"/>
                </a:lnTo>
                <a:lnTo>
                  <a:pt x="27737" y="91059"/>
                </a:lnTo>
                <a:lnTo>
                  <a:pt x="33280" y="109271"/>
                </a:lnTo>
                <a:lnTo>
                  <a:pt x="38833" y="127483"/>
                </a:lnTo>
                <a:lnTo>
                  <a:pt x="44377" y="145694"/>
                </a:lnTo>
                <a:lnTo>
                  <a:pt x="49921" y="163906"/>
                </a:lnTo>
                <a:lnTo>
                  <a:pt x="55474" y="182118"/>
                </a:lnTo>
                <a:lnTo>
                  <a:pt x="61017" y="200330"/>
                </a:lnTo>
                <a:lnTo>
                  <a:pt x="66561" y="218542"/>
                </a:lnTo>
                <a:lnTo>
                  <a:pt x="72114" y="236753"/>
                </a:lnTo>
                <a:lnTo>
                  <a:pt x="77657" y="254965"/>
                </a:lnTo>
                <a:lnTo>
                  <a:pt x="83210" y="273177"/>
                </a:lnTo>
                <a:lnTo>
                  <a:pt x="88754" y="291389"/>
                </a:lnTo>
                <a:lnTo>
                  <a:pt x="94298" y="309601"/>
                </a:lnTo>
                <a:lnTo>
                  <a:pt x="99851" y="327812"/>
                </a:lnTo>
                <a:lnTo>
                  <a:pt x="105394" y="346024"/>
                </a:lnTo>
                <a:lnTo>
                  <a:pt x="110938" y="364236"/>
                </a:lnTo>
                <a:lnTo>
                  <a:pt x="116491" y="382438"/>
                </a:lnTo>
                <a:lnTo>
                  <a:pt x="122034" y="400650"/>
                </a:lnTo>
                <a:lnTo>
                  <a:pt x="127587" y="418862"/>
                </a:lnTo>
                <a:lnTo>
                  <a:pt x="133131" y="437074"/>
                </a:lnTo>
                <a:lnTo>
                  <a:pt x="138674" y="455285"/>
                </a:lnTo>
                <a:lnTo>
                  <a:pt x="144228" y="473497"/>
                </a:lnTo>
                <a:lnTo>
                  <a:pt x="149771" y="491709"/>
                </a:lnTo>
                <a:lnTo>
                  <a:pt x="155315" y="509921"/>
                </a:lnTo>
                <a:lnTo>
                  <a:pt x="160868" y="528133"/>
                </a:lnTo>
                <a:lnTo>
                  <a:pt x="166411" y="546344"/>
                </a:lnTo>
                <a:lnTo>
                  <a:pt x="171250" y="564699"/>
                </a:lnTo>
                <a:lnTo>
                  <a:pt x="182870" y="579358"/>
                </a:lnTo>
                <a:lnTo>
                  <a:pt x="199377" y="588769"/>
                </a:lnTo>
                <a:lnTo>
                  <a:pt x="217113" y="595674"/>
                </a:lnTo>
                <a:lnTo>
                  <a:pt x="235334" y="601180"/>
                </a:lnTo>
                <a:lnTo>
                  <a:pt x="253813" y="605752"/>
                </a:lnTo>
                <a:lnTo>
                  <a:pt x="272444" y="609648"/>
                </a:lnTo>
                <a:lnTo>
                  <a:pt x="291179" y="613029"/>
                </a:lnTo>
                <a:lnTo>
                  <a:pt x="309982" y="616001"/>
                </a:lnTo>
                <a:lnTo>
                  <a:pt x="328841" y="618620"/>
                </a:lnTo>
                <a:lnTo>
                  <a:pt x="347739" y="620944"/>
                </a:lnTo>
                <a:lnTo>
                  <a:pt x="366665" y="623011"/>
                </a:lnTo>
                <a:lnTo>
                  <a:pt x="385610" y="624840"/>
                </a:lnTo>
                <a:lnTo>
                  <a:pt x="404574" y="626478"/>
                </a:lnTo>
                <a:lnTo>
                  <a:pt x="423558" y="627917"/>
                </a:lnTo>
                <a:lnTo>
                  <a:pt x="442551" y="629193"/>
                </a:lnTo>
                <a:lnTo>
                  <a:pt x="461562" y="630298"/>
                </a:lnTo>
                <a:lnTo>
                  <a:pt x="480574" y="631250"/>
                </a:lnTo>
                <a:lnTo>
                  <a:pt x="499596" y="632069"/>
                </a:lnTo>
                <a:lnTo>
                  <a:pt x="518617" y="632736"/>
                </a:lnTo>
                <a:lnTo>
                  <a:pt x="537648" y="633279"/>
                </a:lnTo>
                <a:lnTo>
                  <a:pt x="556679" y="633679"/>
                </a:lnTo>
                <a:lnTo>
                  <a:pt x="575720" y="633965"/>
                </a:lnTo>
                <a:lnTo>
                  <a:pt x="594760" y="634117"/>
                </a:lnTo>
                <a:lnTo>
                  <a:pt x="613791" y="634146"/>
                </a:lnTo>
                <a:lnTo>
                  <a:pt x="632831" y="634051"/>
                </a:lnTo>
                <a:lnTo>
                  <a:pt x="651862" y="633832"/>
                </a:lnTo>
                <a:lnTo>
                  <a:pt x="670903" y="633479"/>
                </a:lnTo>
                <a:lnTo>
                  <a:pt x="689934" y="633003"/>
                </a:lnTo>
                <a:lnTo>
                  <a:pt x="708965" y="632403"/>
                </a:lnTo>
                <a:lnTo>
                  <a:pt x="727986" y="631650"/>
                </a:lnTo>
                <a:lnTo>
                  <a:pt x="746998" y="630765"/>
                </a:lnTo>
                <a:lnTo>
                  <a:pt x="766010" y="629726"/>
                </a:lnTo>
                <a:lnTo>
                  <a:pt x="785012" y="628536"/>
                </a:lnTo>
                <a:lnTo>
                  <a:pt x="803996" y="627174"/>
                </a:lnTo>
                <a:lnTo>
                  <a:pt x="822970" y="625640"/>
                </a:lnTo>
                <a:lnTo>
                  <a:pt x="841934" y="623897"/>
                </a:lnTo>
                <a:lnTo>
                  <a:pt x="860870" y="621944"/>
                </a:lnTo>
                <a:lnTo>
                  <a:pt x="879777" y="619744"/>
                </a:lnTo>
                <a:lnTo>
                  <a:pt x="898655" y="617268"/>
                </a:lnTo>
                <a:lnTo>
                  <a:pt x="917486" y="614467"/>
                </a:lnTo>
                <a:lnTo>
                  <a:pt x="936250" y="611295"/>
                </a:lnTo>
                <a:lnTo>
                  <a:pt x="954938" y="607647"/>
                </a:lnTo>
                <a:lnTo>
                  <a:pt x="973503" y="603418"/>
                </a:lnTo>
                <a:lnTo>
                  <a:pt x="991867" y="598399"/>
                </a:lnTo>
                <a:lnTo>
                  <a:pt x="1009869" y="592236"/>
                </a:lnTo>
                <a:lnTo>
                  <a:pt x="1027109" y="584206"/>
                </a:lnTo>
                <a:lnTo>
                  <a:pt x="1041987" y="572491"/>
                </a:lnTo>
                <a:lnTo>
                  <a:pt x="1048464" y="554898"/>
                </a:lnTo>
                <a:lnTo>
                  <a:pt x="1054017" y="536686"/>
                </a:lnTo>
                <a:lnTo>
                  <a:pt x="1059561" y="518474"/>
                </a:lnTo>
                <a:lnTo>
                  <a:pt x="1065114" y="500263"/>
                </a:lnTo>
                <a:lnTo>
                  <a:pt x="1070658" y="482051"/>
                </a:lnTo>
                <a:lnTo>
                  <a:pt x="1076201" y="463839"/>
                </a:lnTo>
                <a:lnTo>
                  <a:pt x="1081754" y="445627"/>
                </a:lnTo>
                <a:lnTo>
                  <a:pt x="1087298" y="427415"/>
                </a:lnTo>
                <a:lnTo>
                  <a:pt x="1092841" y="409204"/>
                </a:lnTo>
                <a:lnTo>
                  <a:pt x="1098394" y="390992"/>
                </a:lnTo>
                <a:lnTo>
                  <a:pt x="1103938" y="372780"/>
                </a:lnTo>
                <a:lnTo>
                  <a:pt x="1109491" y="354568"/>
                </a:lnTo>
                <a:lnTo>
                  <a:pt x="1115035" y="336356"/>
                </a:lnTo>
                <a:lnTo>
                  <a:pt x="1120578" y="318145"/>
                </a:lnTo>
                <a:lnTo>
                  <a:pt x="1126131" y="299933"/>
                </a:lnTo>
                <a:lnTo>
                  <a:pt x="1131675" y="281721"/>
                </a:lnTo>
                <a:lnTo>
                  <a:pt x="1137218" y="263509"/>
                </a:lnTo>
                <a:lnTo>
                  <a:pt x="1142771" y="245297"/>
                </a:lnTo>
                <a:lnTo>
                  <a:pt x="1148315" y="227086"/>
                </a:lnTo>
                <a:lnTo>
                  <a:pt x="1153868" y="208874"/>
                </a:lnTo>
                <a:lnTo>
                  <a:pt x="1159412" y="190662"/>
                </a:lnTo>
                <a:lnTo>
                  <a:pt x="1164955" y="172450"/>
                </a:lnTo>
                <a:lnTo>
                  <a:pt x="1170508" y="154238"/>
                </a:lnTo>
                <a:lnTo>
                  <a:pt x="1176052" y="136027"/>
                </a:lnTo>
                <a:lnTo>
                  <a:pt x="1181595" y="117815"/>
                </a:lnTo>
                <a:lnTo>
                  <a:pt x="1187148" y="99603"/>
                </a:lnTo>
                <a:lnTo>
                  <a:pt x="1192692" y="81391"/>
                </a:lnTo>
                <a:lnTo>
                  <a:pt x="1198235" y="63179"/>
                </a:lnTo>
                <a:lnTo>
                  <a:pt x="1203789" y="44968"/>
                </a:lnTo>
                <a:lnTo>
                  <a:pt x="1209332" y="26765"/>
                </a:lnTo>
                <a:lnTo>
                  <a:pt x="1214885" y="8553"/>
                </a:lnTo>
                <a:lnTo>
                  <a:pt x="1213818" y="9192"/>
                </a:lnTo>
                <a:lnTo>
                  <a:pt x="1198521" y="20298"/>
                </a:lnTo>
                <a:lnTo>
                  <a:pt x="1180938" y="27565"/>
                </a:lnTo>
                <a:lnTo>
                  <a:pt x="1162726" y="33109"/>
                </a:lnTo>
                <a:lnTo>
                  <a:pt x="1144238" y="37652"/>
                </a:lnTo>
                <a:lnTo>
                  <a:pt x="1125607" y="41519"/>
                </a:lnTo>
                <a:lnTo>
                  <a:pt x="1106862" y="44891"/>
                </a:lnTo>
                <a:lnTo>
                  <a:pt x="1088069" y="47882"/>
                </a:lnTo>
                <a:lnTo>
                  <a:pt x="1069219" y="50549"/>
                </a:lnTo>
                <a:lnTo>
                  <a:pt x="1050331" y="52969"/>
                </a:lnTo>
                <a:lnTo>
                  <a:pt x="1031424" y="55159"/>
                </a:lnTo>
                <a:lnTo>
                  <a:pt x="1012488" y="57150"/>
                </a:lnTo>
                <a:lnTo>
                  <a:pt x="993543" y="58988"/>
                </a:lnTo>
                <a:lnTo>
                  <a:pt x="974579" y="60655"/>
                </a:lnTo>
                <a:lnTo>
                  <a:pt x="955605" y="62198"/>
                </a:lnTo>
                <a:lnTo>
                  <a:pt x="936612" y="63617"/>
                </a:lnTo>
                <a:lnTo>
                  <a:pt x="917619" y="64913"/>
                </a:lnTo>
                <a:lnTo>
                  <a:pt x="898627" y="66104"/>
                </a:lnTo>
                <a:lnTo>
                  <a:pt x="879615" y="67189"/>
                </a:lnTo>
                <a:lnTo>
                  <a:pt x="860603" y="68189"/>
                </a:lnTo>
                <a:lnTo>
                  <a:pt x="841591" y="69104"/>
                </a:lnTo>
                <a:lnTo>
                  <a:pt x="822569" y="69923"/>
                </a:lnTo>
                <a:lnTo>
                  <a:pt x="803548" y="70666"/>
                </a:lnTo>
                <a:lnTo>
                  <a:pt x="784517" y="71333"/>
                </a:lnTo>
                <a:lnTo>
                  <a:pt x="765496" y="71923"/>
                </a:lnTo>
                <a:lnTo>
                  <a:pt x="746465" y="72438"/>
                </a:lnTo>
                <a:lnTo>
                  <a:pt x="727424" y="72885"/>
                </a:lnTo>
                <a:lnTo>
                  <a:pt x="708393" y="73266"/>
                </a:lnTo>
                <a:lnTo>
                  <a:pt x="689362" y="73571"/>
                </a:lnTo>
                <a:lnTo>
                  <a:pt x="670322" y="73809"/>
                </a:lnTo>
                <a:lnTo>
                  <a:pt x="651281" y="73990"/>
                </a:lnTo>
                <a:lnTo>
                  <a:pt x="632250" y="74095"/>
                </a:lnTo>
                <a:lnTo>
                  <a:pt x="613210" y="74143"/>
                </a:lnTo>
                <a:lnTo>
                  <a:pt x="594170" y="74133"/>
                </a:lnTo>
                <a:lnTo>
                  <a:pt x="575139" y="74047"/>
                </a:lnTo>
                <a:lnTo>
                  <a:pt x="556098" y="73904"/>
                </a:lnTo>
                <a:lnTo>
                  <a:pt x="537067" y="73695"/>
                </a:lnTo>
                <a:lnTo>
                  <a:pt x="518027" y="73409"/>
                </a:lnTo>
                <a:lnTo>
                  <a:pt x="498996" y="73066"/>
                </a:lnTo>
                <a:lnTo>
                  <a:pt x="479955" y="72657"/>
                </a:lnTo>
                <a:lnTo>
                  <a:pt x="460924" y="72171"/>
                </a:lnTo>
                <a:lnTo>
                  <a:pt x="441903" y="71618"/>
                </a:lnTo>
                <a:lnTo>
                  <a:pt x="422872" y="70990"/>
                </a:lnTo>
                <a:lnTo>
                  <a:pt x="403850" y="70285"/>
                </a:lnTo>
                <a:lnTo>
                  <a:pt x="384829" y="69504"/>
                </a:lnTo>
                <a:lnTo>
                  <a:pt x="365808" y="68628"/>
                </a:lnTo>
                <a:lnTo>
                  <a:pt x="346796" y="67675"/>
                </a:lnTo>
                <a:lnTo>
                  <a:pt x="327784" y="66627"/>
                </a:lnTo>
                <a:lnTo>
                  <a:pt x="308781" y="65484"/>
                </a:lnTo>
                <a:lnTo>
                  <a:pt x="289789" y="64237"/>
                </a:lnTo>
                <a:lnTo>
                  <a:pt x="270796" y="62884"/>
                </a:lnTo>
                <a:lnTo>
                  <a:pt x="251812" y="61398"/>
                </a:lnTo>
                <a:lnTo>
                  <a:pt x="232848" y="59788"/>
                </a:lnTo>
                <a:lnTo>
                  <a:pt x="213893" y="58036"/>
                </a:lnTo>
                <a:lnTo>
                  <a:pt x="194948" y="56112"/>
                </a:lnTo>
                <a:lnTo>
                  <a:pt x="176032" y="54016"/>
                </a:lnTo>
                <a:lnTo>
                  <a:pt x="157134" y="51711"/>
                </a:lnTo>
                <a:lnTo>
                  <a:pt x="138265" y="49168"/>
                </a:lnTo>
                <a:lnTo>
                  <a:pt x="119434" y="46339"/>
                </a:lnTo>
                <a:lnTo>
                  <a:pt x="100670" y="43158"/>
                </a:lnTo>
                <a:lnTo>
                  <a:pt x="81982" y="39538"/>
                </a:lnTo>
                <a:lnTo>
                  <a:pt x="63408" y="35347"/>
                </a:lnTo>
                <a:lnTo>
                  <a:pt x="45053" y="30328"/>
                </a:lnTo>
                <a:lnTo>
                  <a:pt x="27099" y="24003"/>
                </a:lnTo>
                <a:lnTo>
                  <a:pt x="10287" y="15164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78A8D5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18" name="funnel-step-cap-5">
            <a:extLst xmlns:a="http://schemas.openxmlformats.org/drawingml/2006/main">
              <a:ext uri="{FF2B5EF4-FFF2-40B4-BE49-F238E27FC236}">
                <a16:creationId xmlns:a16="http://schemas.microsoft.com/office/drawing/2014/main" id="{75684859-C736-4C04-AC67-7CC551C9D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72719" y="5274631"/>
            <a:ext cx="1217552" cy="21081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8A8D5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19" name="funnel-flow-arrow">
            <a:extLst xmlns:a="http://schemas.openxmlformats.org/drawingml/2006/main">
              <a:ext uri="{FF2B5EF4-FFF2-40B4-BE49-F238E27FC236}">
                <a16:creationId xmlns:a16="http://schemas.microsoft.com/office/drawing/2014/main" id="{AA7E7973-C794-4B7D-8944-FFAF2048E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514725" y="1800225"/>
            <a:ext cx="1733550" cy="4264228"/>
          </a:xfrm>
          <a:custGeom xmlns:a="http://schemas.openxmlformats.org/drawingml/2006/main">
            <a:pathLst>
              <a:path w="1733550" h="4264228">
                <a:moveTo>
                  <a:pt x="0" y="0"/>
                </a:moveTo>
                <a:lnTo>
                  <a:pt x="67" y="47920"/>
                </a:lnTo>
                <a:lnTo>
                  <a:pt x="10030" y="94802"/>
                </a:lnTo>
                <a:lnTo>
                  <a:pt x="20003" y="141684"/>
                </a:lnTo>
                <a:lnTo>
                  <a:pt x="29975" y="188566"/>
                </a:lnTo>
                <a:lnTo>
                  <a:pt x="39938" y="235448"/>
                </a:lnTo>
                <a:lnTo>
                  <a:pt x="49911" y="282331"/>
                </a:lnTo>
                <a:lnTo>
                  <a:pt x="59884" y="329213"/>
                </a:lnTo>
                <a:lnTo>
                  <a:pt x="69856" y="376085"/>
                </a:lnTo>
                <a:lnTo>
                  <a:pt x="79820" y="422967"/>
                </a:lnTo>
                <a:lnTo>
                  <a:pt x="89792" y="469849"/>
                </a:lnTo>
                <a:lnTo>
                  <a:pt x="99765" y="516731"/>
                </a:lnTo>
                <a:lnTo>
                  <a:pt x="109728" y="563613"/>
                </a:lnTo>
                <a:lnTo>
                  <a:pt x="119701" y="610495"/>
                </a:lnTo>
                <a:lnTo>
                  <a:pt x="129673" y="657377"/>
                </a:lnTo>
                <a:lnTo>
                  <a:pt x="139646" y="704259"/>
                </a:lnTo>
                <a:lnTo>
                  <a:pt x="147942" y="751456"/>
                </a:lnTo>
                <a:lnTo>
                  <a:pt x="155610" y="798776"/>
                </a:lnTo>
                <a:lnTo>
                  <a:pt x="163239" y="846087"/>
                </a:lnTo>
                <a:lnTo>
                  <a:pt x="170879" y="893407"/>
                </a:lnTo>
                <a:lnTo>
                  <a:pt x="178518" y="940727"/>
                </a:lnTo>
                <a:lnTo>
                  <a:pt x="186147" y="988038"/>
                </a:lnTo>
                <a:lnTo>
                  <a:pt x="193786" y="1035358"/>
                </a:lnTo>
                <a:lnTo>
                  <a:pt x="201425" y="1082678"/>
                </a:lnTo>
                <a:lnTo>
                  <a:pt x="209055" y="1129989"/>
                </a:lnTo>
                <a:lnTo>
                  <a:pt x="216694" y="1177309"/>
                </a:lnTo>
                <a:lnTo>
                  <a:pt x="224323" y="1224629"/>
                </a:lnTo>
                <a:lnTo>
                  <a:pt x="231962" y="1271949"/>
                </a:lnTo>
                <a:lnTo>
                  <a:pt x="239601" y="1319260"/>
                </a:lnTo>
                <a:lnTo>
                  <a:pt x="247231" y="1366580"/>
                </a:lnTo>
                <a:lnTo>
                  <a:pt x="254860" y="1413901"/>
                </a:lnTo>
                <a:lnTo>
                  <a:pt x="262061" y="1461287"/>
                </a:lnTo>
                <a:lnTo>
                  <a:pt x="269005" y="1508703"/>
                </a:lnTo>
                <a:lnTo>
                  <a:pt x="275958" y="1556128"/>
                </a:lnTo>
                <a:lnTo>
                  <a:pt x="282912" y="1603553"/>
                </a:lnTo>
                <a:lnTo>
                  <a:pt x="289865" y="1650978"/>
                </a:lnTo>
                <a:lnTo>
                  <a:pt x="296818" y="1698393"/>
                </a:lnTo>
                <a:lnTo>
                  <a:pt x="303771" y="1745818"/>
                </a:lnTo>
                <a:lnTo>
                  <a:pt x="310725" y="1793243"/>
                </a:lnTo>
                <a:lnTo>
                  <a:pt x="317668" y="1840668"/>
                </a:lnTo>
                <a:lnTo>
                  <a:pt x="324622" y="1888084"/>
                </a:lnTo>
                <a:lnTo>
                  <a:pt x="331575" y="1935509"/>
                </a:lnTo>
                <a:lnTo>
                  <a:pt x="338528" y="1982934"/>
                </a:lnTo>
                <a:lnTo>
                  <a:pt x="345481" y="2030359"/>
                </a:lnTo>
                <a:lnTo>
                  <a:pt x="352435" y="2077774"/>
                </a:lnTo>
                <a:lnTo>
                  <a:pt x="359359" y="2125199"/>
                </a:lnTo>
                <a:lnTo>
                  <a:pt x="366074" y="2172662"/>
                </a:lnTo>
                <a:lnTo>
                  <a:pt x="372618" y="2220144"/>
                </a:lnTo>
                <a:lnTo>
                  <a:pt x="379152" y="2267626"/>
                </a:lnTo>
                <a:lnTo>
                  <a:pt x="385696" y="2315099"/>
                </a:lnTo>
                <a:lnTo>
                  <a:pt x="392240" y="2362581"/>
                </a:lnTo>
                <a:lnTo>
                  <a:pt x="398783" y="2410063"/>
                </a:lnTo>
                <a:lnTo>
                  <a:pt x="405327" y="2457545"/>
                </a:lnTo>
                <a:lnTo>
                  <a:pt x="411861" y="2505027"/>
                </a:lnTo>
                <a:lnTo>
                  <a:pt x="418405" y="2552510"/>
                </a:lnTo>
                <a:lnTo>
                  <a:pt x="424948" y="2599992"/>
                </a:lnTo>
                <a:lnTo>
                  <a:pt x="431492" y="2647464"/>
                </a:lnTo>
                <a:lnTo>
                  <a:pt x="438036" y="2694946"/>
                </a:lnTo>
                <a:lnTo>
                  <a:pt x="444570" y="2742428"/>
                </a:lnTo>
                <a:lnTo>
                  <a:pt x="451114" y="2789911"/>
                </a:lnTo>
                <a:lnTo>
                  <a:pt x="457610" y="2837402"/>
                </a:lnTo>
                <a:lnTo>
                  <a:pt x="463953" y="2884903"/>
                </a:lnTo>
                <a:lnTo>
                  <a:pt x="470211" y="2932424"/>
                </a:lnTo>
                <a:lnTo>
                  <a:pt x="476469" y="2979944"/>
                </a:lnTo>
                <a:lnTo>
                  <a:pt x="482727" y="3027464"/>
                </a:lnTo>
                <a:lnTo>
                  <a:pt x="488994" y="3074984"/>
                </a:lnTo>
                <a:lnTo>
                  <a:pt x="495252" y="3122505"/>
                </a:lnTo>
                <a:lnTo>
                  <a:pt x="501510" y="3170015"/>
                </a:lnTo>
                <a:lnTo>
                  <a:pt x="507768" y="3217535"/>
                </a:lnTo>
                <a:lnTo>
                  <a:pt x="514026" y="3265056"/>
                </a:lnTo>
                <a:lnTo>
                  <a:pt x="520284" y="3312576"/>
                </a:lnTo>
                <a:lnTo>
                  <a:pt x="526552" y="3360096"/>
                </a:lnTo>
                <a:lnTo>
                  <a:pt x="532809" y="3407616"/>
                </a:lnTo>
                <a:lnTo>
                  <a:pt x="539067" y="3455137"/>
                </a:lnTo>
                <a:lnTo>
                  <a:pt x="545325" y="3502647"/>
                </a:lnTo>
                <a:lnTo>
                  <a:pt x="551517" y="3550177"/>
                </a:lnTo>
                <a:lnTo>
                  <a:pt x="539039" y="3581400"/>
                </a:lnTo>
                <a:lnTo>
                  <a:pt x="491109" y="3581400"/>
                </a:lnTo>
                <a:lnTo>
                  <a:pt x="443179" y="3581400"/>
                </a:lnTo>
                <a:lnTo>
                  <a:pt x="395249" y="3581400"/>
                </a:lnTo>
                <a:lnTo>
                  <a:pt x="347329" y="3581400"/>
                </a:lnTo>
                <a:lnTo>
                  <a:pt x="299399" y="3581400"/>
                </a:lnTo>
                <a:lnTo>
                  <a:pt x="251470" y="3581400"/>
                </a:lnTo>
                <a:lnTo>
                  <a:pt x="250746" y="3602022"/>
                </a:lnTo>
                <a:lnTo>
                  <a:pt x="283321" y="3637188"/>
                </a:lnTo>
                <a:lnTo>
                  <a:pt x="315887" y="3672354"/>
                </a:lnTo>
                <a:lnTo>
                  <a:pt x="348453" y="3707521"/>
                </a:lnTo>
                <a:lnTo>
                  <a:pt x="381019" y="3742687"/>
                </a:lnTo>
                <a:lnTo>
                  <a:pt x="413585" y="3777853"/>
                </a:lnTo>
                <a:lnTo>
                  <a:pt x="446151" y="3813019"/>
                </a:lnTo>
                <a:lnTo>
                  <a:pt x="478717" y="3848186"/>
                </a:lnTo>
                <a:lnTo>
                  <a:pt x="511283" y="3883352"/>
                </a:lnTo>
                <a:lnTo>
                  <a:pt x="543849" y="3918518"/>
                </a:lnTo>
                <a:lnTo>
                  <a:pt x="576424" y="3953675"/>
                </a:lnTo>
                <a:lnTo>
                  <a:pt x="608990" y="3988841"/>
                </a:lnTo>
                <a:lnTo>
                  <a:pt x="641556" y="4024008"/>
                </a:lnTo>
                <a:lnTo>
                  <a:pt x="674122" y="4059174"/>
                </a:lnTo>
                <a:lnTo>
                  <a:pt x="706688" y="4094340"/>
                </a:lnTo>
                <a:lnTo>
                  <a:pt x="739254" y="4129507"/>
                </a:lnTo>
                <a:lnTo>
                  <a:pt x="771820" y="4164673"/>
                </a:lnTo>
                <a:lnTo>
                  <a:pt x="804386" y="4199839"/>
                </a:lnTo>
                <a:lnTo>
                  <a:pt x="836962" y="4235006"/>
                </a:lnTo>
                <a:lnTo>
                  <a:pt x="869528" y="4264228"/>
                </a:lnTo>
                <a:lnTo>
                  <a:pt x="902094" y="4229062"/>
                </a:lnTo>
                <a:lnTo>
                  <a:pt x="934660" y="4193905"/>
                </a:lnTo>
                <a:lnTo>
                  <a:pt x="967226" y="4158739"/>
                </a:lnTo>
                <a:lnTo>
                  <a:pt x="999792" y="4123573"/>
                </a:lnTo>
                <a:lnTo>
                  <a:pt x="1032358" y="4088406"/>
                </a:lnTo>
                <a:lnTo>
                  <a:pt x="1064924" y="4053240"/>
                </a:lnTo>
                <a:lnTo>
                  <a:pt x="1097499" y="4018074"/>
                </a:lnTo>
                <a:lnTo>
                  <a:pt x="1130065" y="3982907"/>
                </a:lnTo>
                <a:lnTo>
                  <a:pt x="1162631" y="3947741"/>
                </a:lnTo>
                <a:lnTo>
                  <a:pt x="1195197" y="3912575"/>
                </a:lnTo>
                <a:lnTo>
                  <a:pt x="1227763" y="3877408"/>
                </a:lnTo>
                <a:lnTo>
                  <a:pt x="1260329" y="3842242"/>
                </a:lnTo>
                <a:lnTo>
                  <a:pt x="1292895" y="3807076"/>
                </a:lnTo>
                <a:lnTo>
                  <a:pt x="1325461" y="3771919"/>
                </a:lnTo>
                <a:lnTo>
                  <a:pt x="1358027" y="3736753"/>
                </a:lnTo>
                <a:lnTo>
                  <a:pt x="1390602" y="3701586"/>
                </a:lnTo>
                <a:lnTo>
                  <a:pt x="1423168" y="3666420"/>
                </a:lnTo>
                <a:lnTo>
                  <a:pt x="1455734" y="3631254"/>
                </a:lnTo>
                <a:lnTo>
                  <a:pt x="1488300" y="3596088"/>
                </a:lnTo>
                <a:lnTo>
                  <a:pt x="1473994" y="3581400"/>
                </a:lnTo>
                <a:lnTo>
                  <a:pt x="1426064" y="3581400"/>
                </a:lnTo>
                <a:lnTo>
                  <a:pt x="1378134" y="3581400"/>
                </a:lnTo>
                <a:lnTo>
                  <a:pt x="1330204" y="3581400"/>
                </a:lnTo>
                <a:lnTo>
                  <a:pt x="1282275" y="3581400"/>
                </a:lnTo>
                <a:lnTo>
                  <a:pt x="1234345" y="3581400"/>
                </a:lnTo>
                <a:lnTo>
                  <a:pt x="1186415" y="3581400"/>
                </a:lnTo>
                <a:lnTo>
                  <a:pt x="1183062" y="3542147"/>
                </a:lnTo>
                <a:lnTo>
                  <a:pt x="1189282" y="3494627"/>
                </a:lnTo>
                <a:lnTo>
                  <a:pt x="1195540" y="3447107"/>
                </a:lnTo>
                <a:lnTo>
                  <a:pt x="1201798" y="3399587"/>
                </a:lnTo>
                <a:lnTo>
                  <a:pt x="1208056" y="3352076"/>
                </a:lnTo>
                <a:lnTo>
                  <a:pt x="1214323" y="3304556"/>
                </a:lnTo>
                <a:lnTo>
                  <a:pt x="1220581" y="3257036"/>
                </a:lnTo>
                <a:lnTo>
                  <a:pt x="1226839" y="3209515"/>
                </a:lnTo>
                <a:lnTo>
                  <a:pt x="1233097" y="3161995"/>
                </a:lnTo>
                <a:lnTo>
                  <a:pt x="1239355" y="3114475"/>
                </a:lnTo>
                <a:lnTo>
                  <a:pt x="1245613" y="3066955"/>
                </a:lnTo>
                <a:lnTo>
                  <a:pt x="1251871" y="3019435"/>
                </a:lnTo>
                <a:lnTo>
                  <a:pt x="1258138" y="2971924"/>
                </a:lnTo>
                <a:lnTo>
                  <a:pt x="1264396" y="2924404"/>
                </a:lnTo>
                <a:lnTo>
                  <a:pt x="1270654" y="2876883"/>
                </a:lnTo>
                <a:lnTo>
                  <a:pt x="1277007" y="2829373"/>
                </a:lnTo>
                <a:lnTo>
                  <a:pt x="1283541" y="2781891"/>
                </a:lnTo>
                <a:lnTo>
                  <a:pt x="1290085" y="2734408"/>
                </a:lnTo>
                <a:lnTo>
                  <a:pt x="1296619" y="2686936"/>
                </a:lnTo>
                <a:lnTo>
                  <a:pt x="1303163" y="2639454"/>
                </a:lnTo>
                <a:lnTo>
                  <a:pt x="1309707" y="2591972"/>
                </a:lnTo>
                <a:lnTo>
                  <a:pt x="1316250" y="2544489"/>
                </a:lnTo>
                <a:lnTo>
                  <a:pt x="1322794" y="2497007"/>
                </a:lnTo>
                <a:lnTo>
                  <a:pt x="1329328" y="2449525"/>
                </a:lnTo>
                <a:lnTo>
                  <a:pt x="1335872" y="2402043"/>
                </a:lnTo>
                <a:lnTo>
                  <a:pt x="1342415" y="2354570"/>
                </a:lnTo>
                <a:lnTo>
                  <a:pt x="1348959" y="2307088"/>
                </a:lnTo>
                <a:lnTo>
                  <a:pt x="1355503" y="2259606"/>
                </a:lnTo>
                <a:lnTo>
                  <a:pt x="1362037" y="2212124"/>
                </a:lnTo>
                <a:lnTo>
                  <a:pt x="1368590" y="2164642"/>
                </a:lnTo>
                <a:lnTo>
                  <a:pt x="1375343" y="2117188"/>
                </a:lnTo>
                <a:lnTo>
                  <a:pt x="1382287" y="2069773"/>
                </a:lnTo>
                <a:lnTo>
                  <a:pt x="1389240" y="2022348"/>
                </a:lnTo>
                <a:lnTo>
                  <a:pt x="1396194" y="1974923"/>
                </a:lnTo>
                <a:lnTo>
                  <a:pt x="1403147" y="1927498"/>
                </a:lnTo>
                <a:lnTo>
                  <a:pt x="1410100" y="1880083"/>
                </a:lnTo>
                <a:lnTo>
                  <a:pt x="1417053" y="1832658"/>
                </a:lnTo>
                <a:lnTo>
                  <a:pt x="1424007" y="1785233"/>
                </a:lnTo>
                <a:lnTo>
                  <a:pt x="1430960" y="1737817"/>
                </a:lnTo>
                <a:lnTo>
                  <a:pt x="1437904" y="1690392"/>
                </a:lnTo>
                <a:lnTo>
                  <a:pt x="1444857" y="1642967"/>
                </a:lnTo>
                <a:lnTo>
                  <a:pt x="1451810" y="1595542"/>
                </a:lnTo>
                <a:lnTo>
                  <a:pt x="1458763" y="1548127"/>
                </a:lnTo>
                <a:lnTo>
                  <a:pt x="1465717" y="1500702"/>
                </a:lnTo>
                <a:lnTo>
                  <a:pt x="1472708" y="1453286"/>
                </a:lnTo>
                <a:lnTo>
                  <a:pt x="1479975" y="1405909"/>
                </a:lnTo>
                <a:lnTo>
                  <a:pt x="1487605" y="1358589"/>
                </a:lnTo>
                <a:lnTo>
                  <a:pt x="1495244" y="1311269"/>
                </a:lnTo>
                <a:lnTo>
                  <a:pt x="1502874" y="1263958"/>
                </a:lnTo>
                <a:lnTo>
                  <a:pt x="1510513" y="1216638"/>
                </a:lnTo>
                <a:lnTo>
                  <a:pt x="1518152" y="1169318"/>
                </a:lnTo>
                <a:lnTo>
                  <a:pt x="1525781" y="1122007"/>
                </a:lnTo>
                <a:lnTo>
                  <a:pt x="1533420" y="1074687"/>
                </a:lnTo>
                <a:lnTo>
                  <a:pt x="1541050" y="1027367"/>
                </a:lnTo>
                <a:lnTo>
                  <a:pt x="1548689" y="980056"/>
                </a:lnTo>
                <a:lnTo>
                  <a:pt x="1556328" y="932736"/>
                </a:lnTo>
                <a:lnTo>
                  <a:pt x="1563957" y="885415"/>
                </a:lnTo>
                <a:lnTo>
                  <a:pt x="1571596" y="838105"/>
                </a:lnTo>
                <a:lnTo>
                  <a:pt x="1579226" y="790785"/>
                </a:lnTo>
                <a:lnTo>
                  <a:pt x="1586998" y="743483"/>
                </a:lnTo>
                <a:lnTo>
                  <a:pt x="1595590" y="696344"/>
                </a:lnTo>
                <a:lnTo>
                  <a:pt x="1605563" y="649462"/>
                </a:lnTo>
                <a:lnTo>
                  <a:pt x="1615535" y="602580"/>
                </a:lnTo>
                <a:lnTo>
                  <a:pt x="1625498" y="555698"/>
                </a:lnTo>
                <a:lnTo>
                  <a:pt x="1635471" y="508816"/>
                </a:lnTo>
                <a:lnTo>
                  <a:pt x="1645444" y="461934"/>
                </a:lnTo>
                <a:lnTo>
                  <a:pt x="1655407" y="415052"/>
                </a:lnTo>
                <a:lnTo>
                  <a:pt x="1665380" y="368170"/>
                </a:lnTo>
                <a:lnTo>
                  <a:pt x="1675352" y="321297"/>
                </a:lnTo>
                <a:lnTo>
                  <a:pt x="1685325" y="274415"/>
                </a:lnTo>
                <a:lnTo>
                  <a:pt x="1695288" y="227533"/>
                </a:lnTo>
                <a:lnTo>
                  <a:pt x="1705261" y="180651"/>
                </a:lnTo>
                <a:lnTo>
                  <a:pt x="1715233" y="133769"/>
                </a:lnTo>
                <a:lnTo>
                  <a:pt x="1725197" y="86887"/>
                </a:lnTo>
                <a:lnTo>
                  <a:pt x="1733550" y="39834"/>
                </a:lnTo>
                <a:lnTo>
                  <a:pt x="1725454" y="0"/>
                </a:lnTo>
                <a:lnTo>
                  <a:pt x="1677524" y="0"/>
                </a:lnTo>
                <a:lnTo>
                  <a:pt x="1629594" y="0"/>
                </a:lnTo>
                <a:lnTo>
                  <a:pt x="1581674" y="0"/>
                </a:lnTo>
                <a:lnTo>
                  <a:pt x="1533744" y="0"/>
                </a:lnTo>
                <a:lnTo>
                  <a:pt x="1485814" y="0"/>
                </a:lnTo>
                <a:lnTo>
                  <a:pt x="1437884" y="0"/>
                </a:lnTo>
                <a:lnTo>
                  <a:pt x="1389955" y="0"/>
                </a:lnTo>
                <a:lnTo>
                  <a:pt x="1342025" y="0"/>
                </a:lnTo>
                <a:lnTo>
                  <a:pt x="1294095" y="0"/>
                </a:lnTo>
                <a:lnTo>
                  <a:pt x="1246165" y="0"/>
                </a:lnTo>
                <a:lnTo>
                  <a:pt x="1198235" y="0"/>
                </a:lnTo>
                <a:lnTo>
                  <a:pt x="1150306" y="0"/>
                </a:lnTo>
                <a:lnTo>
                  <a:pt x="1102376" y="0"/>
                </a:lnTo>
                <a:lnTo>
                  <a:pt x="1054446" y="0"/>
                </a:lnTo>
                <a:lnTo>
                  <a:pt x="1006516" y="0"/>
                </a:lnTo>
                <a:lnTo>
                  <a:pt x="958586" y="0"/>
                </a:lnTo>
                <a:lnTo>
                  <a:pt x="910657" y="0"/>
                </a:lnTo>
                <a:lnTo>
                  <a:pt x="862727" y="0"/>
                </a:lnTo>
                <a:lnTo>
                  <a:pt x="814797" y="0"/>
                </a:lnTo>
                <a:lnTo>
                  <a:pt x="766867" y="0"/>
                </a:lnTo>
                <a:lnTo>
                  <a:pt x="718937" y="0"/>
                </a:lnTo>
                <a:lnTo>
                  <a:pt x="671008" y="0"/>
                </a:lnTo>
                <a:lnTo>
                  <a:pt x="623078" y="0"/>
                </a:lnTo>
                <a:lnTo>
                  <a:pt x="575148" y="0"/>
                </a:lnTo>
                <a:lnTo>
                  <a:pt x="527228" y="0"/>
                </a:lnTo>
                <a:lnTo>
                  <a:pt x="479298" y="0"/>
                </a:lnTo>
                <a:lnTo>
                  <a:pt x="431368" y="0"/>
                </a:lnTo>
                <a:lnTo>
                  <a:pt x="383438" y="0"/>
                </a:lnTo>
                <a:lnTo>
                  <a:pt x="335509" y="0"/>
                </a:lnTo>
                <a:lnTo>
                  <a:pt x="287579" y="0"/>
                </a:lnTo>
                <a:lnTo>
                  <a:pt x="239649" y="0"/>
                </a:lnTo>
                <a:lnTo>
                  <a:pt x="191719" y="0"/>
                </a:lnTo>
                <a:lnTo>
                  <a:pt x="143789" y="0"/>
                </a:lnTo>
                <a:lnTo>
                  <a:pt x="95860" y="0"/>
                </a:lnTo>
                <a:lnTo>
                  <a:pt x="47930" y="0"/>
                </a:lnTo>
                <a:lnTo>
                  <a:pt x="0" y="0"/>
                </a:lnTo>
                <a:close/>
              </a:path>
            </a:pathLst>
          </a:custGeom>
          <a:gradFill xmlns:a="http://schemas.openxmlformats.org/drawingml/2006/main">
            <a:gsLst>
              <a:gs pos="0">
                <a:srgbClr val="000000"/>
              </a:gs>
              <a:gs pos="42">
                <a:srgbClr val="B8D8F2">
                  <a:alpha val="16000"/>
                </a:srgbClr>
              </a:gs>
              <a:gs pos="76">
                <a:srgbClr val="8FC4EE">
                  <a:alpha val="32000"/>
                </a:srgbClr>
              </a:gs>
              <a:gs pos="100">
                <a:srgbClr val="72B3E8">
                  <a:alpha val="52000"/>
                </a:srgbClr>
              </a:gs>
            </a:gsLst>
            <a:lin ang="10800000"/>
          </a:gradFill>
          <a:ln xmlns:a="http://schemas.openxmlformats.org/drawingml/2006/main" w="9525">
            <a:noFill/>
            <a:prstDash val="solid"/>
          </a:ln>
        </p:spPr>
      </p:sp>
      <p:sp>
        <p:nvSpPr>
          <p:cNvPr id="20" name="phase-label-0">
            <a:extLst xmlns:a="http://schemas.openxmlformats.org/drawingml/2006/main">
              <a:ext uri="{FF2B5EF4-FFF2-40B4-BE49-F238E27FC236}">
                <a16:creationId xmlns:a16="http://schemas.microsoft.com/office/drawing/2014/main" id="{B174A5DD-D25C-4D19-88BB-896B4904C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1638300"/>
            <a:ext cx="228600" cy="159856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阶段一</a:t>
            </a:r>
          </a:p>
        </p:txBody>
      </p:sp>
      <p:sp>
        <p:nvSpPr>
          <p:cNvPr id="21" name="phase-guide-0">
            <a:extLst xmlns:a="http://schemas.openxmlformats.org/drawingml/2006/main">
              <a:ext uri="{FF2B5EF4-FFF2-40B4-BE49-F238E27FC236}">
                <a16:creationId xmlns:a16="http://schemas.microsoft.com/office/drawing/2014/main" id="{855EBF2C-8123-452F-A3CE-D17F60F07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476875" y="2437505"/>
            <a:ext cx="1123950" cy="9525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78A8D5">
                  <a:alpha val="8000"/>
                </a:srgbClr>
              </a:gs>
              <a:gs pos="100000">
                <a:srgbClr val="78A8D5">
                  <a:alpha val="75000"/>
                </a:srgbClr>
              </a:gs>
            </a:gsLst>
            <a:lin ang="5400000"/>
          </a:gradFill>
          <a:ln xmlns:a="http://schemas.openxmlformats.org/drawingml/2006/main" w="0">
            <a:noFill/>
            <a:prstDash val="solid"/>
          </a:ln>
        </p:spPr>
      </p:sp>
      <p:sp>
        <p:nvSpPr>
          <p:cNvPr id="22" name="phase-divider-0">
            <a:extLst xmlns:a="http://schemas.openxmlformats.org/drawingml/2006/main">
              <a:ext uri="{FF2B5EF4-FFF2-40B4-BE49-F238E27FC236}">
                <a16:creationId xmlns:a16="http://schemas.microsoft.com/office/drawing/2014/main" id="{E3491864-6039-4294-B64E-EB309B4CB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753350" y="1878063"/>
            <a:ext cx="28575" cy="11188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phase-index-0">
            <a:extLst xmlns:a="http://schemas.openxmlformats.org/drawingml/2006/main">
              <a:ext uri="{FF2B5EF4-FFF2-40B4-BE49-F238E27FC236}">
                <a16:creationId xmlns:a16="http://schemas.microsoft.com/office/drawing/2014/main" id="{65417D8D-3B73-4171-9368-21B4C4A22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58000" y="2132705"/>
            <a:ext cx="8953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800" b="1" i="0">
                <a:solidFill>
                  <a:srgbClr val="2F5EA8">
                    <a:alpha val="18000"/>
                  </a:srgbClr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800" b="1" i="0">
                <a:solidFill>
                  <a:srgbClr val="2F5EA8">
                    <a:alpha val="18000"/>
                  </a:srgbClr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24" name="phase-content-title-0">
            <a:extLst xmlns:a="http://schemas.openxmlformats.org/drawingml/2006/main">
              <a:ext uri="{FF2B5EF4-FFF2-40B4-BE49-F238E27FC236}">
                <a16:creationId xmlns:a16="http://schemas.microsoft.com/office/drawing/2014/main" id="{6875EB8C-6CE0-4279-9B54-D171C703A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867650" y="2122294"/>
            <a:ext cx="34004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900"/>
              </a:lnSpc>
              <a:buNone/>
              <a:defRPr sz="23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精准触达</a:t>
            </a:r>
          </a:p>
        </p:txBody>
      </p:sp>
      <p:sp>
        <p:nvSpPr>
          <p:cNvPr id="25" name="phase-content-body-0">
            <a:extLst xmlns:a="http://schemas.openxmlformats.org/drawingml/2006/main">
              <a:ext uri="{FF2B5EF4-FFF2-40B4-BE49-F238E27FC236}">
                <a16:creationId xmlns:a16="http://schemas.microsoft.com/office/drawing/2014/main" id="{A5568446-C0E0-4344-B511-6989131FD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867650" y="2446144"/>
            <a:ext cx="3400425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42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让目标对象进入体系</a:t>
            </a:r>
          </a:p>
        </p:txBody>
      </p:sp>
      <p:sp>
        <p:nvSpPr>
          <p:cNvPr id="26" name="phase-label-1">
            <a:extLst xmlns:a="http://schemas.openxmlformats.org/drawingml/2006/main">
              <a:ext uri="{FF2B5EF4-FFF2-40B4-BE49-F238E27FC236}">
                <a16:creationId xmlns:a16="http://schemas.microsoft.com/office/drawing/2014/main" id="{B8386BA1-3A05-404E-8346-0FB39FEA4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3236862"/>
            <a:ext cx="228600" cy="14128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阶段二</a:t>
            </a:r>
          </a:p>
        </p:txBody>
      </p:sp>
      <p:sp>
        <p:nvSpPr>
          <p:cNvPr id="27" name="phase-guide-1">
            <a:extLst xmlns:a="http://schemas.openxmlformats.org/drawingml/2006/main">
              <a:ext uri="{FF2B5EF4-FFF2-40B4-BE49-F238E27FC236}">
                <a16:creationId xmlns:a16="http://schemas.microsoft.com/office/drawing/2014/main" id="{10DD04B9-84F9-4A76-9797-CF9345164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476875" y="3943198"/>
            <a:ext cx="1123950" cy="9525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78A8D5">
                  <a:alpha val="8000"/>
                </a:srgbClr>
              </a:gs>
              <a:gs pos="100000">
                <a:srgbClr val="78A8D5">
                  <a:alpha val="75000"/>
                </a:srgbClr>
              </a:gs>
            </a:gsLst>
            <a:lin ang="5400000"/>
          </a:gradFill>
          <a:ln xmlns:a="http://schemas.openxmlformats.org/drawingml/2006/main" w="0">
            <a:noFill/>
            <a:prstDash val="solid"/>
          </a:ln>
        </p:spPr>
      </p:sp>
      <p:sp>
        <p:nvSpPr>
          <p:cNvPr id="28" name="phase-divider-1">
            <a:extLst xmlns:a="http://schemas.openxmlformats.org/drawingml/2006/main">
              <a:ext uri="{FF2B5EF4-FFF2-40B4-BE49-F238E27FC236}">
                <a16:creationId xmlns:a16="http://schemas.microsoft.com/office/drawing/2014/main" id="{24B21AB6-2D2E-45D7-B667-9A2D97C6C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753350" y="3448650"/>
            <a:ext cx="28575" cy="98896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F7EA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phase-index-1">
            <a:extLst xmlns:a="http://schemas.openxmlformats.org/drawingml/2006/main">
              <a:ext uri="{FF2B5EF4-FFF2-40B4-BE49-F238E27FC236}">
                <a16:creationId xmlns:a16="http://schemas.microsoft.com/office/drawing/2014/main" id="{E1DE8ECC-6EF0-4FB0-AA79-7EAEB141B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58000" y="3638398"/>
            <a:ext cx="8953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800" b="1" i="0">
                <a:solidFill>
                  <a:srgbClr val="2F5EA8">
                    <a:alpha val="18000"/>
                  </a:srgbClr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800" b="1" i="0">
                <a:solidFill>
                  <a:srgbClr val="2F5EA8">
                    <a:alpha val="18000"/>
                  </a:srgbClr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30" name="phase-content-title-1">
            <a:extLst xmlns:a="http://schemas.openxmlformats.org/drawingml/2006/main">
              <a:ext uri="{FF2B5EF4-FFF2-40B4-BE49-F238E27FC236}">
                <a16:creationId xmlns:a16="http://schemas.microsoft.com/office/drawing/2014/main" id="{30CE1FFA-1596-40DC-8D53-26F494AAF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867650" y="3627987"/>
            <a:ext cx="34004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900"/>
              </a:lnSpc>
              <a:buNone/>
              <a:defRPr sz="23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意向培育</a:t>
            </a:r>
          </a:p>
        </p:txBody>
      </p:sp>
      <p:sp>
        <p:nvSpPr>
          <p:cNvPr id="31" name="phase-content-body-1">
            <a:extLst xmlns:a="http://schemas.openxmlformats.org/drawingml/2006/main">
              <a:ext uri="{FF2B5EF4-FFF2-40B4-BE49-F238E27FC236}">
                <a16:creationId xmlns:a16="http://schemas.microsoft.com/office/drawing/2014/main" id="{82E87BD9-0D41-478B-90C8-2C69359A3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867650" y="3951837"/>
            <a:ext cx="3400425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42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让有效关注形成意向</a:t>
            </a:r>
          </a:p>
        </p:txBody>
      </p:sp>
      <p:sp>
        <p:nvSpPr>
          <p:cNvPr id="32" name="phase-label-2">
            <a:extLst xmlns:a="http://schemas.openxmlformats.org/drawingml/2006/main">
              <a:ext uri="{FF2B5EF4-FFF2-40B4-BE49-F238E27FC236}">
                <a16:creationId xmlns:a16="http://schemas.microsoft.com/office/drawing/2014/main" id="{DCB9A9B1-DF7D-4E9A-862F-4A0298C1E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4649686"/>
            <a:ext cx="228600" cy="156046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阶段三</a:t>
            </a:r>
          </a:p>
        </p:txBody>
      </p:sp>
      <p:sp>
        <p:nvSpPr>
          <p:cNvPr id="33" name="phase-guide-2">
            <a:extLst xmlns:a="http://schemas.openxmlformats.org/drawingml/2006/main">
              <a:ext uri="{FF2B5EF4-FFF2-40B4-BE49-F238E27FC236}">
                <a16:creationId xmlns:a16="http://schemas.microsoft.com/office/drawing/2014/main" id="{C29FA746-0EB2-4581-8F09-50320EAC2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476875" y="5429850"/>
            <a:ext cx="1123950" cy="9525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78A8D5">
                  <a:alpha val="8000"/>
                </a:srgbClr>
              </a:gs>
              <a:gs pos="100000">
                <a:srgbClr val="78A8D5">
                  <a:alpha val="75000"/>
                </a:srgbClr>
              </a:gs>
            </a:gsLst>
            <a:lin ang="5400000"/>
          </a:gradFill>
          <a:ln xmlns:a="http://schemas.openxmlformats.org/drawingml/2006/main" w="0">
            <a:noFill/>
            <a:prstDash val="solid"/>
          </a:ln>
        </p:spPr>
      </p:sp>
      <p:sp>
        <p:nvSpPr>
          <p:cNvPr id="34" name="phase-divider-2">
            <a:extLst xmlns:a="http://schemas.openxmlformats.org/drawingml/2006/main">
              <a:ext uri="{FF2B5EF4-FFF2-40B4-BE49-F238E27FC236}">
                <a16:creationId xmlns:a16="http://schemas.microsoft.com/office/drawing/2014/main" id="{B0D2DAD1-3D4F-4455-9E2C-8E25EFC20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753350" y="4883648"/>
            <a:ext cx="28575" cy="109225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8A8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phase-index-2">
            <a:extLst xmlns:a="http://schemas.openxmlformats.org/drawingml/2006/main">
              <a:ext uri="{FF2B5EF4-FFF2-40B4-BE49-F238E27FC236}">
                <a16:creationId xmlns:a16="http://schemas.microsoft.com/office/drawing/2014/main" id="{F6D5116D-B440-4413-9EC7-A8AE41B7E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58000" y="5125050"/>
            <a:ext cx="8953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800" b="1" i="0">
                <a:solidFill>
                  <a:srgbClr val="2F5EA8">
                    <a:alpha val="18000"/>
                  </a:srgbClr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800" b="1" i="0">
                <a:solidFill>
                  <a:srgbClr val="2F5EA8">
                    <a:alpha val="18000"/>
                  </a:srgbClr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36" name="phase-content-title-2">
            <a:extLst xmlns:a="http://schemas.openxmlformats.org/drawingml/2006/main">
              <a:ext uri="{FF2B5EF4-FFF2-40B4-BE49-F238E27FC236}">
                <a16:creationId xmlns:a16="http://schemas.microsoft.com/office/drawing/2014/main" id="{875DB57F-A7A3-43C7-A513-01C594727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867650" y="5114630"/>
            <a:ext cx="34004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900"/>
              </a:lnSpc>
              <a:buNone/>
              <a:defRPr sz="23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持续转化</a:t>
            </a:r>
          </a:p>
        </p:txBody>
      </p:sp>
      <p:sp>
        <p:nvSpPr>
          <p:cNvPr id="37" name="phase-content-body-2">
            <a:extLst xmlns:a="http://schemas.openxmlformats.org/drawingml/2006/main">
              <a:ext uri="{FF2B5EF4-FFF2-40B4-BE49-F238E27FC236}">
                <a16:creationId xmlns:a16="http://schemas.microsoft.com/office/drawing/2014/main" id="{FBC3EB84-A03F-4AF6-8FDE-498AB6646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867650" y="5438480"/>
            <a:ext cx="3400425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42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让行动沉淀为长期价值</a:t>
            </a:r>
          </a:p>
        </p:txBody>
      </p:sp>
      <p:sp>
        <p:nvSpPr>
          <p:cNvPr id="38" name="funnel-step-title-0">
            <a:extLst xmlns:a="http://schemas.openxmlformats.org/drawingml/2006/main">
              <a:ext uri="{FF2B5EF4-FFF2-40B4-BE49-F238E27FC236}">
                <a16:creationId xmlns:a16="http://schemas.microsoft.com/office/drawing/2014/main" id="{565A6666-BD56-4BE5-A4C0-D84CEF037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311728" y="2039093"/>
            <a:ext cx="2615803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广泛触达</a:t>
            </a:r>
          </a:p>
        </p:txBody>
      </p:sp>
      <p:sp>
        <p:nvSpPr>
          <p:cNvPr id="39" name="funnel-step-title-1">
            <a:extLst xmlns:a="http://schemas.openxmlformats.org/drawingml/2006/main">
              <a:ext uri="{FF2B5EF4-FFF2-40B4-BE49-F238E27FC236}">
                <a16:creationId xmlns:a16="http://schemas.microsoft.com/office/drawing/2014/main" id="{AF83088A-F252-4F8E-A079-E9F37D89E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528117" y="2745581"/>
            <a:ext cx="2183016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兴趣识别</a:t>
            </a:r>
          </a:p>
        </p:txBody>
      </p:sp>
      <p:sp>
        <p:nvSpPr>
          <p:cNvPr id="40" name="funnel-step-title-2">
            <a:extLst xmlns:a="http://schemas.openxmlformats.org/drawingml/2006/main">
              <a:ext uri="{FF2B5EF4-FFF2-40B4-BE49-F238E27FC236}">
                <a16:creationId xmlns:a16="http://schemas.microsoft.com/office/drawing/2014/main" id="{1D6F2FBA-64C4-4E4D-8668-0D531217F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25018" y="3451917"/>
            <a:ext cx="1789214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意向培育</a:t>
            </a:r>
          </a:p>
        </p:txBody>
      </p:sp>
      <p:sp>
        <p:nvSpPr>
          <p:cNvPr id="41" name="funnel-step-title-3">
            <a:extLst xmlns:a="http://schemas.openxmlformats.org/drawingml/2006/main">
              <a:ext uri="{FF2B5EF4-FFF2-40B4-BE49-F238E27FC236}">
                <a16:creationId xmlns:a16="http://schemas.microsoft.com/office/drawing/2014/main" id="{6C86953A-5638-47E1-B638-0C0009989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10165" y="4158405"/>
            <a:ext cx="141893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行动转化</a:t>
            </a:r>
          </a:p>
        </p:txBody>
      </p:sp>
      <p:sp>
        <p:nvSpPr>
          <p:cNvPr id="42" name="funnel-step-title-4">
            <a:extLst xmlns:a="http://schemas.openxmlformats.org/drawingml/2006/main">
              <a:ext uri="{FF2B5EF4-FFF2-40B4-BE49-F238E27FC236}">
                <a16:creationId xmlns:a16="http://schemas.microsoft.com/office/drawing/2014/main" id="{E0E97192-8780-4BF9-9D3C-A97E044E7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87120" y="4864894"/>
            <a:ext cx="1065019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持续留存</a:t>
            </a:r>
          </a:p>
        </p:txBody>
      </p:sp>
      <p:sp>
        <p:nvSpPr>
          <p:cNvPr id="43" name="funnel-step-title-5">
            <a:extLst xmlns:a="http://schemas.openxmlformats.org/drawingml/2006/main">
              <a:ext uri="{FF2B5EF4-FFF2-40B4-BE49-F238E27FC236}">
                <a16:creationId xmlns:a16="http://schemas.microsoft.com/office/drawing/2014/main" id="{CC790D05-8833-4F72-91D9-688AE6B83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200525" y="5571230"/>
            <a:ext cx="8382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价值增长</a:t>
            </a:r>
          </a:p>
        </p:txBody>
      </p:sp>
    </p:spTree>
    <p:extLst>
      <p:ext uri="{BB962C8B-B14F-4D97-AF65-F5344CB8AC3E}">
        <p14:creationId xmlns:p14="http://schemas.microsoft.com/office/powerpoint/2010/main" val="279424343"/>
      </p:ext>
    </p:extLst>
  </p:cSld>
</p:sld>
</file>

<file path=ppt/slides/slide5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9" name="phase-band-0">
            <a:extLst xmlns:a="http://schemas.openxmlformats.org/drawingml/2006/main">
              <a:ext uri="{FF2B5EF4-FFF2-40B4-BE49-F238E27FC236}">
                <a16:creationId xmlns:a16="http://schemas.microsoft.com/office/drawing/2014/main" id="{DEB7B7A7-6F51-4B1B-8FA1-DA6C33195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1638300"/>
            <a:ext cx="11144250" cy="205576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phase-band-1">
            <a:extLst xmlns:a="http://schemas.openxmlformats.org/drawingml/2006/main">
              <a:ext uri="{FF2B5EF4-FFF2-40B4-BE49-F238E27FC236}">
                <a16:creationId xmlns:a16="http://schemas.microsoft.com/office/drawing/2014/main" id="{58F82E96-55B0-4BE3-9221-AC1135833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3694062"/>
            <a:ext cx="11144250" cy="120327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38100">
            <a:solidFill>
              <a:srgbClr val="FFFFFF"/>
            </a:solidFill>
            <a:prstDash val="solid"/>
          </a:ln>
        </p:spPr>
      </p:sp>
      <p:sp>
        <p:nvSpPr>
          <p:cNvPr id="3" name="phase-band-2">
            <a:extLst xmlns:a="http://schemas.openxmlformats.org/drawingml/2006/main">
              <a:ext uri="{FF2B5EF4-FFF2-40B4-BE49-F238E27FC236}">
                <a16:creationId xmlns:a16="http://schemas.microsoft.com/office/drawing/2014/main" id="{CB31F8E6-9CDD-4846-B2F2-5A212D3B9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4897336"/>
            <a:ext cx="11144250" cy="131281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38100">
            <a:solidFill>
              <a:srgbClr val="FFFFFF"/>
            </a:solidFill>
            <a:prstDash val="solid"/>
          </a:ln>
        </p:spPr>
      </p:sp>
      <p:sp>
        <p:nvSpPr>
          <p:cNvPr id="4" name="phase-rail-0">
            <a:extLst xmlns:a="http://schemas.openxmlformats.org/drawingml/2006/main">
              <a:ext uri="{FF2B5EF4-FFF2-40B4-BE49-F238E27FC236}">
                <a16:creationId xmlns:a16="http://schemas.microsoft.com/office/drawing/2014/main" id="{DDDB8391-FA6A-48CE-9DC0-F86ABD8F2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1638300"/>
            <a:ext cx="514350" cy="2051009"/>
          </a:xfrm>
          <a:custGeom xmlns:a="http://schemas.openxmlformats.org/drawingml/2006/main">
            <a:pathLst>
              <a:path w="514350" h="2051009">
                <a:moveTo>
                  <a:pt x="0" y="0"/>
                </a:moveTo>
                <a:lnTo>
                  <a:pt x="20536" y="0"/>
                </a:lnTo>
                <a:lnTo>
                  <a:pt x="41072" y="0"/>
                </a:lnTo>
                <a:lnTo>
                  <a:pt x="61608" y="0"/>
                </a:lnTo>
                <a:lnTo>
                  <a:pt x="82144" y="0"/>
                </a:lnTo>
                <a:lnTo>
                  <a:pt x="102680" y="0"/>
                </a:lnTo>
                <a:lnTo>
                  <a:pt x="123215" y="0"/>
                </a:lnTo>
                <a:lnTo>
                  <a:pt x="143751" y="0"/>
                </a:lnTo>
                <a:lnTo>
                  <a:pt x="164287" y="0"/>
                </a:lnTo>
                <a:lnTo>
                  <a:pt x="184823" y="0"/>
                </a:lnTo>
                <a:lnTo>
                  <a:pt x="205359" y="0"/>
                </a:lnTo>
                <a:lnTo>
                  <a:pt x="225895" y="0"/>
                </a:lnTo>
                <a:lnTo>
                  <a:pt x="246431" y="0"/>
                </a:lnTo>
                <a:lnTo>
                  <a:pt x="266967" y="0"/>
                </a:lnTo>
                <a:lnTo>
                  <a:pt x="287503" y="0"/>
                </a:lnTo>
                <a:lnTo>
                  <a:pt x="308039" y="0"/>
                </a:lnTo>
                <a:lnTo>
                  <a:pt x="328574" y="0"/>
                </a:lnTo>
                <a:lnTo>
                  <a:pt x="349110" y="0"/>
                </a:lnTo>
                <a:lnTo>
                  <a:pt x="369646" y="0"/>
                </a:lnTo>
                <a:lnTo>
                  <a:pt x="390182" y="0"/>
                </a:lnTo>
                <a:lnTo>
                  <a:pt x="410718" y="0"/>
                </a:lnTo>
                <a:lnTo>
                  <a:pt x="431254" y="0"/>
                </a:lnTo>
                <a:lnTo>
                  <a:pt x="451790" y="0"/>
                </a:lnTo>
                <a:lnTo>
                  <a:pt x="472326" y="0"/>
                </a:lnTo>
                <a:lnTo>
                  <a:pt x="492862" y="0"/>
                </a:lnTo>
                <a:lnTo>
                  <a:pt x="513398" y="0"/>
                </a:lnTo>
                <a:lnTo>
                  <a:pt x="514350" y="19583"/>
                </a:lnTo>
                <a:lnTo>
                  <a:pt x="514350" y="40119"/>
                </a:lnTo>
                <a:lnTo>
                  <a:pt x="514350" y="60655"/>
                </a:lnTo>
                <a:lnTo>
                  <a:pt x="514350" y="81191"/>
                </a:lnTo>
                <a:lnTo>
                  <a:pt x="514350" y="101727"/>
                </a:lnTo>
                <a:lnTo>
                  <a:pt x="514350" y="122263"/>
                </a:lnTo>
                <a:lnTo>
                  <a:pt x="514350" y="142799"/>
                </a:lnTo>
                <a:lnTo>
                  <a:pt x="514350" y="163335"/>
                </a:lnTo>
                <a:lnTo>
                  <a:pt x="514350" y="183871"/>
                </a:lnTo>
                <a:lnTo>
                  <a:pt x="514350" y="204407"/>
                </a:lnTo>
                <a:lnTo>
                  <a:pt x="514350" y="224942"/>
                </a:lnTo>
                <a:lnTo>
                  <a:pt x="514350" y="245469"/>
                </a:lnTo>
                <a:lnTo>
                  <a:pt x="514350" y="266005"/>
                </a:lnTo>
                <a:lnTo>
                  <a:pt x="514350" y="286541"/>
                </a:lnTo>
                <a:lnTo>
                  <a:pt x="514350" y="307076"/>
                </a:lnTo>
                <a:lnTo>
                  <a:pt x="514350" y="327612"/>
                </a:lnTo>
                <a:lnTo>
                  <a:pt x="514350" y="348148"/>
                </a:lnTo>
                <a:lnTo>
                  <a:pt x="514350" y="368684"/>
                </a:lnTo>
                <a:lnTo>
                  <a:pt x="514350" y="389220"/>
                </a:lnTo>
                <a:lnTo>
                  <a:pt x="514350" y="409756"/>
                </a:lnTo>
                <a:lnTo>
                  <a:pt x="514350" y="430292"/>
                </a:lnTo>
                <a:lnTo>
                  <a:pt x="514350" y="450828"/>
                </a:lnTo>
                <a:lnTo>
                  <a:pt x="514350" y="471364"/>
                </a:lnTo>
                <a:lnTo>
                  <a:pt x="514350" y="491900"/>
                </a:lnTo>
                <a:lnTo>
                  <a:pt x="514350" y="512435"/>
                </a:lnTo>
                <a:lnTo>
                  <a:pt x="514350" y="532971"/>
                </a:lnTo>
                <a:lnTo>
                  <a:pt x="514350" y="553507"/>
                </a:lnTo>
                <a:lnTo>
                  <a:pt x="514350" y="574043"/>
                </a:lnTo>
                <a:lnTo>
                  <a:pt x="514350" y="594579"/>
                </a:lnTo>
                <a:lnTo>
                  <a:pt x="514350" y="615115"/>
                </a:lnTo>
                <a:lnTo>
                  <a:pt x="514350" y="635641"/>
                </a:lnTo>
                <a:lnTo>
                  <a:pt x="514350" y="656177"/>
                </a:lnTo>
                <a:lnTo>
                  <a:pt x="514350" y="676713"/>
                </a:lnTo>
                <a:lnTo>
                  <a:pt x="514350" y="697249"/>
                </a:lnTo>
                <a:lnTo>
                  <a:pt x="514350" y="717785"/>
                </a:lnTo>
                <a:lnTo>
                  <a:pt x="514350" y="738321"/>
                </a:lnTo>
                <a:lnTo>
                  <a:pt x="514350" y="758857"/>
                </a:lnTo>
                <a:lnTo>
                  <a:pt x="514350" y="779393"/>
                </a:lnTo>
                <a:lnTo>
                  <a:pt x="514350" y="799929"/>
                </a:lnTo>
                <a:lnTo>
                  <a:pt x="514350" y="820464"/>
                </a:lnTo>
                <a:lnTo>
                  <a:pt x="514350" y="841000"/>
                </a:lnTo>
                <a:lnTo>
                  <a:pt x="514350" y="861536"/>
                </a:lnTo>
                <a:lnTo>
                  <a:pt x="514350" y="882072"/>
                </a:lnTo>
                <a:lnTo>
                  <a:pt x="514350" y="902608"/>
                </a:lnTo>
                <a:lnTo>
                  <a:pt x="514350" y="923144"/>
                </a:lnTo>
                <a:lnTo>
                  <a:pt x="514350" y="943680"/>
                </a:lnTo>
                <a:lnTo>
                  <a:pt x="514350" y="964216"/>
                </a:lnTo>
                <a:lnTo>
                  <a:pt x="514350" y="984752"/>
                </a:lnTo>
                <a:lnTo>
                  <a:pt x="514350" y="1005288"/>
                </a:lnTo>
                <a:lnTo>
                  <a:pt x="514350" y="1025823"/>
                </a:lnTo>
                <a:lnTo>
                  <a:pt x="514350" y="1046350"/>
                </a:lnTo>
                <a:lnTo>
                  <a:pt x="514350" y="1066886"/>
                </a:lnTo>
                <a:lnTo>
                  <a:pt x="514350" y="1087422"/>
                </a:lnTo>
                <a:lnTo>
                  <a:pt x="514350" y="1107958"/>
                </a:lnTo>
                <a:lnTo>
                  <a:pt x="514350" y="1128493"/>
                </a:lnTo>
                <a:lnTo>
                  <a:pt x="514350" y="1149029"/>
                </a:lnTo>
                <a:lnTo>
                  <a:pt x="514350" y="1169565"/>
                </a:lnTo>
                <a:lnTo>
                  <a:pt x="514350" y="1190101"/>
                </a:lnTo>
                <a:lnTo>
                  <a:pt x="514350" y="1210637"/>
                </a:lnTo>
                <a:lnTo>
                  <a:pt x="514350" y="1231173"/>
                </a:lnTo>
                <a:lnTo>
                  <a:pt x="514350" y="1251709"/>
                </a:lnTo>
                <a:lnTo>
                  <a:pt x="514350" y="1272245"/>
                </a:lnTo>
                <a:lnTo>
                  <a:pt x="514350" y="1292781"/>
                </a:lnTo>
                <a:lnTo>
                  <a:pt x="514350" y="1313317"/>
                </a:lnTo>
                <a:lnTo>
                  <a:pt x="514350" y="1333852"/>
                </a:lnTo>
                <a:lnTo>
                  <a:pt x="514350" y="1354388"/>
                </a:lnTo>
                <a:lnTo>
                  <a:pt x="514350" y="1374924"/>
                </a:lnTo>
                <a:lnTo>
                  <a:pt x="514350" y="1395460"/>
                </a:lnTo>
                <a:lnTo>
                  <a:pt x="514350" y="1415996"/>
                </a:lnTo>
                <a:lnTo>
                  <a:pt x="514350" y="1436532"/>
                </a:lnTo>
                <a:lnTo>
                  <a:pt x="514350" y="1457058"/>
                </a:lnTo>
                <a:lnTo>
                  <a:pt x="514350" y="1477594"/>
                </a:lnTo>
                <a:lnTo>
                  <a:pt x="514350" y="1498130"/>
                </a:lnTo>
                <a:lnTo>
                  <a:pt x="514350" y="1518666"/>
                </a:lnTo>
                <a:lnTo>
                  <a:pt x="514350" y="1539202"/>
                </a:lnTo>
                <a:lnTo>
                  <a:pt x="514350" y="1559738"/>
                </a:lnTo>
                <a:lnTo>
                  <a:pt x="514350" y="1580274"/>
                </a:lnTo>
                <a:lnTo>
                  <a:pt x="514350" y="1600810"/>
                </a:lnTo>
                <a:lnTo>
                  <a:pt x="514350" y="1621346"/>
                </a:lnTo>
                <a:lnTo>
                  <a:pt x="514350" y="1641881"/>
                </a:lnTo>
                <a:lnTo>
                  <a:pt x="514350" y="1662417"/>
                </a:lnTo>
                <a:lnTo>
                  <a:pt x="514350" y="1682953"/>
                </a:lnTo>
                <a:lnTo>
                  <a:pt x="514350" y="1703489"/>
                </a:lnTo>
                <a:lnTo>
                  <a:pt x="514350" y="1724025"/>
                </a:lnTo>
                <a:lnTo>
                  <a:pt x="514350" y="1744561"/>
                </a:lnTo>
                <a:lnTo>
                  <a:pt x="514350" y="1765097"/>
                </a:lnTo>
                <a:lnTo>
                  <a:pt x="514350" y="1785633"/>
                </a:lnTo>
                <a:lnTo>
                  <a:pt x="514350" y="1806169"/>
                </a:lnTo>
                <a:lnTo>
                  <a:pt x="514350" y="1826705"/>
                </a:lnTo>
                <a:lnTo>
                  <a:pt x="514350" y="1847240"/>
                </a:lnTo>
                <a:lnTo>
                  <a:pt x="514350" y="1867767"/>
                </a:lnTo>
                <a:lnTo>
                  <a:pt x="514350" y="1888303"/>
                </a:lnTo>
                <a:lnTo>
                  <a:pt x="514350" y="1908839"/>
                </a:lnTo>
                <a:lnTo>
                  <a:pt x="499939" y="1920897"/>
                </a:lnTo>
                <a:lnTo>
                  <a:pt x="481984" y="1930870"/>
                </a:lnTo>
                <a:lnTo>
                  <a:pt x="464039" y="1940843"/>
                </a:lnTo>
                <a:lnTo>
                  <a:pt x="446084" y="1950815"/>
                </a:lnTo>
                <a:lnTo>
                  <a:pt x="428130" y="1960788"/>
                </a:lnTo>
                <a:lnTo>
                  <a:pt x="410185" y="1970761"/>
                </a:lnTo>
                <a:lnTo>
                  <a:pt x="392230" y="1980733"/>
                </a:lnTo>
                <a:lnTo>
                  <a:pt x="374275" y="1990706"/>
                </a:lnTo>
                <a:lnTo>
                  <a:pt x="356321" y="2000679"/>
                </a:lnTo>
                <a:lnTo>
                  <a:pt x="338376" y="2010651"/>
                </a:lnTo>
                <a:lnTo>
                  <a:pt x="320421" y="2020624"/>
                </a:lnTo>
                <a:lnTo>
                  <a:pt x="302466" y="2030597"/>
                </a:lnTo>
                <a:lnTo>
                  <a:pt x="284521" y="2040569"/>
                </a:lnTo>
                <a:lnTo>
                  <a:pt x="266567" y="2050542"/>
                </a:lnTo>
                <a:lnTo>
                  <a:pt x="248612" y="2051009"/>
                </a:lnTo>
                <a:lnTo>
                  <a:pt x="230667" y="2041036"/>
                </a:lnTo>
                <a:lnTo>
                  <a:pt x="212712" y="2031063"/>
                </a:lnTo>
                <a:lnTo>
                  <a:pt x="194758" y="2021091"/>
                </a:lnTo>
                <a:lnTo>
                  <a:pt x="176813" y="2011118"/>
                </a:lnTo>
                <a:lnTo>
                  <a:pt x="158858" y="2001145"/>
                </a:lnTo>
                <a:lnTo>
                  <a:pt x="140903" y="1991173"/>
                </a:lnTo>
                <a:lnTo>
                  <a:pt x="122958" y="1981200"/>
                </a:lnTo>
                <a:lnTo>
                  <a:pt x="105004" y="1971227"/>
                </a:lnTo>
                <a:lnTo>
                  <a:pt x="87049" y="1961255"/>
                </a:lnTo>
                <a:lnTo>
                  <a:pt x="69104" y="1951282"/>
                </a:lnTo>
                <a:lnTo>
                  <a:pt x="51149" y="1941309"/>
                </a:lnTo>
                <a:lnTo>
                  <a:pt x="33195" y="1931337"/>
                </a:lnTo>
                <a:lnTo>
                  <a:pt x="15240" y="1921364"/>
                </a:lnTo>
                <a:lnTo>
                  <a:pt x="0" y="1909791"/>
                </a:lnTo>
                <a:lnTo>
                  <a:pt x="0" y="1889255"/>
                </a:lnTo>
                <a:lnTo>
                  <a:pt x="0" y="1868719"/>
                </a:lnTo>
                <a:lnTo>
                  <a:pt x="0" y="1848183"/>
                </a:lnTo>
                <a:lnTo>
                  <a:pt x="0" y="1827657"/>
                </a:lnTo>
                <a:lnTo>
                  <a:pt x="0" y="1807121"/>
                </a:lnTo>
                <a:lnTo>
                  <a:pt x="0" y="1786585"/>
                </a:lnTo>
                <a:lnTo>
                  <a:pt x="0" y="1766049"/>
                </a:lnTo>
                <a:lnTo>
                  <a:pt x="0" y="1745513"/>
                </a:lnTo>
                <a:lnTo>
                  <a:pt x="0" y="1724978"/>
                </a:lnTo>
                <a:lnTo>
                  <a:pt x="0" y="1704442"/>
                </a:lnTo>
                <a:lnTo>
                  <a:pt x="0" y="1683906"/>
                </a:lnTo>
                <a:lnTo>
                  <a:pt x="0" y="1663370"/>
                </a:lnTo>
                <a:lnTo>
                  <a:pt x="0" y="1642834"/>
                </a:lnTo>
                <a:lnTo>
                  <a:pt x="0" y="1622298"/>
                </a:lnTo>
                <a:lnTo>
                  <a:pt x="0" y="1601762"/>
                </a:lnTo>
                <a:lnTo>
                  <a:pt x="0" y="1581226"/>
                </a:lnTo>
                <a:lnTo>
                  <a:pt x="0" y="1560690"/>
                </a:lnTo>
                <a:lnTo>
                  <a:pt x="0" y="1540154"/>
                </a:lnTo>
                <a:lnTo>
                  <a:pt x="0" y="1519619"/>
                </a:lnTo>
                <a:lnTo>
                  <a:pt x="0" y="1499083"/>
                </a:lnTo>
                <a:lnTo>
                  <a:pt x="0" y="1478547"/>
                </a:lnTo>
                <a:lnTo>
                  <a:pt x="0" y="1458011"/>
                </a:lnTo>
                <a:lnTo>
                  <a:pt x="0" y="1437475"/>
                </a:lnTo>
                <a:lnTo>
                  <a:pt x="0" y="1416949"/>
                </a:lnTo>
                <a:lnTo>
                  <a:pt x="0" y="1396413"/>
                </a:lnTo>
                <a:lnTo>
                  <a:pt x="0" y="1375877"/>
                </a:lnTo>
                <a:lnTo>
                  <a:pt x="0" y="1355341"/>
                </a:lnTo>
                <a:lnTo>
                  <a:pt x="0" y="1334805"/>
                </a:lnTo>
                <a:lnTo>
                  <a:pt x="0" y="1314269"/>
                </a:lnTo>
                <a:lnTo>
                  <a:pt x="0" y="1293733"/>
                </a:lnTo>
                <a:lnTo>
                  <a:pt x="0" y="1273197"/>
                </a:lnTo>
                <a:lnTo>
                  <a:pt x="0" y="1252661"/>
                </a:lnTo>
                <a:lnTo>
                  <a:pt x="0" y="1232125"/>
                </a:lnTo>
                <a:lnTo>
                  <a:pt x="0" y="1211590"/>
                </a:lnTo>
                <a:lnTo>
                  <a:pt x="0" y="1191054"/>
                </a:lnTo>
                <a:lnTo>
                  <a:pt x="0" y="1170518"/>
                </a:lnTo>
                <a:lnTo>
                  <a:pt x="0" y="1149982"/>
                </a:lnTo>
                <a:lnTo>
                  <a:pt x="0" y="1129446"/>
                </a:lnTo>
                <a:lnTo>
                  <a:pt x="0" y="1108910"/>
                </a:lnTo>
                <a:lnTo>
                  <a:pt x="0" y="1088374"/>
                </a:lnTo>
                <a:lnTo>
                  <a:pt x="0" y="1067838"/>
                </a:lnTo>
                <a:lnTo>
                  <a:pt x="0" y="1047302"/>
                </a:lnTo>
                <a:lnTo>
                  <a:pt x="0" y="1026766"/>
                </a:lnTo>
                <a:lnTo>
                  <a:pt x="0" y="1006240"/>
                </a:lnTo>
                <a:lnTo>
                  <a:pt x="0" y="985704"/>
                </a:lnTo>
                <a:lnTo>
                  <a:pt x="0" y="965168"/>
                </a:lnTo>
                <a:lnTo>
                  <a:pt x="0" y="944632"/>
                </a:lnTo>
                <a:lnTo>
                  <a:pt x="0" y="924096"/>
                </a:lnTo>
                <a:lnTo>
                  <a:pt x="0" y="903561"/>
                </a:lnTo>
                <a:lnTo>
                  <a:pt x="0" y="883025"/>
                </a:lnTo>
                <a:lnTo>
                  <a:pt x="0" y="862489"/>
                </a:lnTo>
                <a:lnTo>
                  <a:pt x="0" y="841953"/>
                </a:lnTo>
                <a:lnTo>
                  <a:pt x="0" y="821417"/>
                </a:lnTo>
                <a:lnTo>
                  <a:pt x="0" y="800881"/>
                </a:lnTo>
                <a:lnTo>
                  <a:pt x="0" y="780345"/>
                </a:lnTo>
                <a:lnTo>
                  <a:pt x="0" y="759809"/>
                </a:lnTo>
                <a:lnTo>
                  <a:pt x="0" y="739273"/>
                </a:lnTo>
                <a:lnTo>
                  <a:pt x="0" y="718737"/>
                </a:lnTo>
                <a:lnTo>
                  <a:pt x="0" y="698202"/>
                </a:lnTo>
                <a:lnTo>
                  <a:pt x="0" y="677666"/>
                </a:lnTo>
                <a:lnTo>
                  <a:pt x="0" y="657130"/>
                </a:lnTo>
                <a:lnTo>
                  <a:pt x="0" y="636594"/>
                </a:lnTo>
                <a:lnTo>
                  <a:pt x="0" y="616058"/>
                </a:lnTo>
                <a:lnTo>
                  <a:pt x="0" y="595532"/>
                </a:lnTo>
                <a:lnTo>
                  <a:pt x="0" y="574996"/>
                </a:lnTo>
                <a:lnTo>
                  <a:pt x="0" y="554460"/>
                </a:lnTo>
                <a:lnTo>
                  <a:pt x="0" y="533924"/>
                </a:lnTo>
                <a:lnTo>
                  <a:pt x="0" y="513388"/>
                </a:lnTo>
                <a:lnTo>
                  <a:pt x="0" y="492852"/>
                </a:lnTo>
                <a:lnTo>
                  <a:pt x="0" y="472316"/>
                </a:lnTo>
                <a:lnTo>
                  <a:pt x="0" y="451780"/>
                </a:lnTo>
                <a:lnTo>
                  <a:pt x="0" y="431244"/>
                </a:lnTo>
                <a:lnTo>
                  <a:pt x="0" y="410708"/>
                </a:lnTo>
                <a:lnTo>
                  <a:pt x="0" y="390173"/>
                </a:lnTo>
                <a:lnTo>
                  <a:pt x="0" y="369637"/>
                </a:lnTo>
                <a:lnTo>
                  <a:pt x="0" y="349101"/>
                </a:lnTo>
                <a:lnTo>
                  <a:pt x="0" y="328565"/>
                </a:lnTo>
                <a:lnTo>
                  <a:pt x="0" y="308029"/>
                </a:lnTo>
                <a:lnTo>
                  <a:pt x="0" y="287493"/>
                </a:lnTo>
                <a:lnTo>
                  <a:pt x="0" y="266957"/>
                </a:lnTo>
                <a:lnTo>
                  <a:pt x="0" y="246421"/>
                </a:lnTo>
                <a:lnTo>
                  <a:pt x="0" y="225885"/>
                </a:lnTo>
                <a:lnTo>
                  <a:pt x="0" y="205359"/>
                </a:lnTo>
                <a:lnTo>
                  <a:pt x="0" y="184823"/>
                </a:lnTo>
                <a:lnTo>
                  <a:pt x="0" y="164287"/>
                </a:lnTo>
                <a:lnTo>
                  <a:pt x="0" y="143751"/>
                </a:lnTo>
                <a:lnTo>
                  <a:pt x="0" y="123215"/>
                </a:lnTo>
                <a:lnTo>
                  <a:pt x="0" y="102680"/>
                </a:lnTo>
                <a:lnTo>
                  <a:pt x="0" y="82144"/>
                </a:lnTo>
                <a:lnTo>
                  <a:pt x="0" y="61608"/>
                </a:lnTo>
                <a:lnTo>
                  <a:pt x="0" y="41072"/>
                </a:lnTo>
                <a:lnTo>
                  <a:pt x="0" y="20536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5" name="phase-title-0">
            <a:extLst xmlns:a="http://schemas.openxmlformats.org/drawingml/2006/main">
              <a:ext uri="{FF2B5EF4-FFF2-40B4-BE49-F238E27FC236}">
                <a16:creationId xmlns:a16="http://schemas.microsoft.com/office/drawing/2014/main" id="{5612F8E4-1D69-42D3-A999-406D8142E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2195360"/>
            <a:ext cx="1428750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精准触达</a:t>
            </a:r>
          </a:p>
        </p:txBody>
      </p:sp>
      <p:sp>
        <p:nvSpPr>
          <p:cNvPr id="6" name="phase-body-0">
            <a:extLst xmlns:a="http://schemas.openxmlformats.org/drawingml/2006/main">
              <a:ext uri="{FF2B5EF4-FFF2-40B4-BE49-F238E27FC236}">
                <a16:creationId xmlns:a16="http://schemas.microsoft.com/office/drawing/2014/main" id="{B255109C-9CF6-4A5F-95B4-0A879D3ED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2549576"/>
            <a:ext cx="1428750" cy="587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让目标对象进</a:t>
            </a:r>
          </a:p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入体系</a:t>
            </a:r>
          </a:p>
        </p:txBody>
      </p:sp>
      <p:sp>
        <p:nvSpPr>
          <p:cNvPr id="7" name="action-icon-shell-0-0">
            <a:extLst xmlns:a="http://schemas.openxmlformats.org/drawingml/2006/main">
              <a:ext uri="{FF2B5EF4-FFF2-40B4-BE49-F238E27FC236}">
                <a16:creationId xmlns:a16="http://schemas.microsoft.com/office/drawing/2014/main" id="{A44AC2DA-A265-460E-AF50-70C67C9FE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2189855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7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23a69a4321a472b">
            <a:extLst>
              <a:ext uri="{96DAC541-7B7A-43D3-8B79-37D633B846F1}">
                <asvg:svgBlip xmlns:asvg="http://schemas.microsoft.com/office/drawing/2016/SVG/main" r:embed="R9831396ac5ce47ad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2266055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9" name="action-title-0-0">
            <a:extLst xmlns:a="http://schemas.openxmlformats.org/drawingml/2006/main">
              <a:ext uri="{FF2B5EF4-FFF2-40B4-BE49-F238E27FC236}">
                <a16:creationId xmlns:a16="http://schemas.microsoft.com/office/drawing/2014/main" id="{848A80BE-6884-4E07-B6F6-1ACECC7BD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128838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标签体系</a:t>
            </a:r>
          </a:p>
        </p:txBody>
      </p:sp>
      <p:sp>
        <p:nvSpPr>
          <p:cNvPr id="10" name="action-body-0-0">
            <a:extLst xmlns:a="http://schemas.openxmlformats.org/drawingml/2006/main">
              <a:ext uri="{FF2B5EF4-FFF2-40B4-BE49-F238E27FC236}">
                <a16:creationId xmlns:a16="http://schemas.microsoft.com/office/drawing/2014/main" id="{D5671FD1-60BA-4769-8D23-EBE0100FD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357438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形成可识别对象</a:t>
            </a:r>
          </a:p>
        </p:txBody>
      </p:sp>
      <p:sp>
        <p:nvSpPr>
          <p:cNvPr id="11" name="action-icon-shell-0-1">
            <a:extLst xmlns:a="http://schemas.openxmlformats.org/drawingml/2006/main">
              <a:ext uri="{FF2B5EF4-FFF2-40B4-BE49-F238E27FC236}">
                <a16:creationId xmlns:a16="http://schemas.microsoft.com/office/drawing/2014/main" id="{9CB9EEA6-7A30-4A9A-9A9D-8D3C7930F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2189855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8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1c082f8206f424e">
            <a:extLst>
              <a:ext uri="{96DAC541-7B7A-43D3-8B79-37D633B846F1}">
                <asvg:svgBlip xmlns:asvg="http://schemas.microsoft.com/office/drawing/2016/SVG/main" r:embed="R5e69800fbbf24198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2266055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13" name="action-title-0-1">
            <a:extLst xmlns:a="http://schemas.openxmlformats.org/drawingml/2006/main">
              <a:ext uri="{FF2B5EF4-FFF2-40B4-BE49-F238E27FC236}">
                <a16:creationId xmlns:a16="http://schemas.microsoft.com/office/drawing/2014/main" id="{9ACF5F80-5547-4893-8A0E-71D81CB49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128838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渠道连接</a:t>
            </a:r>
          </a:p>
        </p:txBody>
      </p:sp>
      <p:sp>
        <p:nvSpPr>
          <p:cNvPr id="14" name="action-body-0-1">
            <a:extLst xmlns:a="http://schemas.openxmlformats.org/drawingml/2006/main">
              <a:ext uri="{FF2B5EF4-FFF2-40B4-BE49-F238E27FC236}">
                <a16:creationId xmlns:a16="http://schemas.microsoft.com/office/drawing/2014/main" id="{EFD9BAD0-F450-4F51-B4B3-09FAE4661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357438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连接主要触点</a:t>
            </a:r>
          </a:p>
        </p:txBody>
      </p:sp>
      <p:sp>
        <p:nvSpPr>
          <p:cNvPr id="15" name="action-icon-shell-0-2">
            <a:extLst xmlns:a="http://schemas.openxmlformats.org/drawingml/2006/main">
              <a:ext uri="{FF2B5EF4-FFF2-40B4-BE49-F238E27FC236}">
                <a16:creationId xmlns:a16="http://schemas.microsoft.com/office/drawing/2014/main" id="{ABC1659A-1D03-4E60-92E1-2B3AF2C12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2799455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8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3db2f4b7ddd47b0">
            <a:extLst>
              <a:ext uri="{96DAC541-7B7A-43D3-8B79-37D633B846F1}">
                <asvg:svgBlip xmlns:asvg="http://schemas.microsoft.com/office/drawing/2016/SVG/main" r:embed="R84887888e05b4b16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2875655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17" name="action-title-0-2">
            <a:extLst xmlns:a="http://schemas.openxmlformats.org/drawingml/2006/main">
              <a:ext uri="{FF2B5EF4-FFF2-40B4-BE49-F238E27FC236}">
                <a16:creationId xmlns:a16="http://schemas.microsoft.com/office/drawing/2014/main" id="{7D4FB272-192D-4601-93B7-AC75D7EEC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738438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内容优化</a:t>
            </a:r>
          </a:p>
        </p:txBody>
      </p:sp>
      <p:sp>
        <p:nvSpPr>
          <p:cNvPr id="18" name="action-body-0-2">
            <a:extLst xmlns:a="http://schemas.openxmlformats.org/drawingml/2006/main">
              <a:ext uri="{FF2B5EF4-FFF2-40B4-BE49-F238E27FC236}">
                <a16:creationId xmlns:a16="http://schemas.microsoft.com/office/drawing/2014/main" id="{9E097761-0E1C-41FB-8FAC-5FD356D18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967038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提高触达质量</a:t>
            </a:r>
          </a:p>
        </p:txBody>
      </p:sp>
      <p:sp>
        <p:nvSpPr>
          <p:cNvPr id="19" name="action-icon-shell-0-3">
            <a:extLst xmlns:a="http://schemas.openxmlformats.org/drawingml/2006/main">
              <a:ext uri="{FF2B5EF4-FFF2-40B4-BE49-F238E27FC236}">
                <a16:creationId xmlns:a16="http://schemas.microsoft.com/office/drawing/2014/main" id="{ABAC837E-4D25-4E17-A8B3-D6D9CBF3A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2799455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8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f4f2c05222d46e3">
            <a:extLst>
              <a:ext uri="{96DAC541-7B7A-43D3-8B79-37D633B846F1}">
                <asvg:svgBlip xmlns:asvg="http://schemas.microsoft.com/office/drawing/2016/SVG/main" r:embed="R42913a85e9644338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2875655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21" name="action-title-0-3">
            <a:extLst xmlns:a="http://schemas.openxmlformats.org/drawingml/2006/main">
              <a:ext uri="{FF2B5EF4-FFF2-40B4-BE49-F238E27FC236}">
                <a16:creationId xmlns:a16="http://schemas.microsoft.com/office/drawing/2014/main" id="{899DD4A3-9CA8-4B32-9D93-A3B4AA917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738438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行为追踪</a:t>
            </a:r>
          </a:p>
        </p:txBody>
      </p:sp>
      <p:sp>
        <p:nvSpPr>
          <p:cNvPr id="22" name="action-body-0-3">
            <a:extLst xmlns:a="http://schemas.openxmlformats.org/drawingml/2006/main">
              <a:ext uri="{FF2B5EF4-FFF2-40B4-BE49-F238E27FC236}">
                <a16:creationId xmlns:a16="http://schemas.microsoft.com/office/drawing/2014/main" id="{B5AF9E65-41C1-4FD6-8886-1C73933E9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967038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记录关键反馈</a:t>
            </a:r>
          </a:p>
        </p:txBody>
      </p:sp>
      <p:sp>
        <p:nvSpPr>
          <p:cNvPr id="23" name="phase-rail-1">
            <a:extLst xmlns:a="http://schemas.openxmlformats.org/drawingml/2006/main">
              <a:ext uri="{FF2B5EF4-FFF2-40B4-BE49-F238E27FC236}">
                <a16:creationId xmlns:a16="http://schemas.microsoft.com/office/drawing/2014/main" id="{6907501D-F0FB-4FDD-82C8-87865403F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3694062"/>
            <a:ext cx="514350" cy="1198883"/>
          </a:xfrm>
          <a:custGeom xmlns:a="http://schemas.openxmlformats.org/drawingml/2006/main">
            <a:pathLst>
              <a:path w="514350" h="1198883">
                <a:moveTo>
                  <a:pt x="0" y="0"/>
                </a:moveTo>
                <a:lnTo>
                  <a:pt x="16564" y="9201"/>
                </a:lnTo>
                <a:lnTo>
                  <a:pt x="33137" y="18412"/>
                </a:lnTo>
                <a:lnTo>
                  <a:pt x="49701" y="27613"/>
                </a:lnTo>
                <a:lnTo>
                  <a:pt x="66265" y="36814"/>
                </a:lnTo>
                <a:lnTo>
                  <a:pt x="82839" y="46015"/>
                </a:lnTo>
                <a:lnTo>
                  <a:pt x="99403" y="55226"/>
                </a:lnTo>
                <a:lnTo>
                  <a:pt x="115967" y="64427"/>
                </a:lnTo>
                <a:lnTo>
                  <a:pt x="132540" y="73628"/>
                </a:lnTo>
                <a:lnTo>
                  <a:pt x="149104" y="82829"/>
                </a:lnTo>
                <a:lnTo>
                  <a:pt x="165668" y="92040"/>
                </a:lnTo>
                <a:lnTo>
                  <a:pt x="182242" y="101241"/>
                </a:lnTo>
                <a:lnTo>
                  <a:pt x="198806" y="110442"/>
                </a:lnTo>
                <a:lnTo>
                  <a:pt x="215370" y="119644"/>
                </a:lnTo>
                <a:lnTo>
                  <a:pt x="231943" y="128854"/>
                </a:lnTo>
                <a:lnTo>
                  <a:pt x="248507" y="138055"/>
                </a:lnTo>
                <a:lnTo>
                  <a:pt x="265071" y="138484"/>
                </a:lnTo>
                <a:lnTo>
                  <a:pt x="281645" y="129273"/>
                </a:lnTo>
                <a:lnTo>
                  <a:pt x="298209" y="120072"/>
                </a:lnTo>
                <a:lnTo>
                  <a:pt x="314782" y="110871"/>
                </a:lnTo>
                <a:lnTo>
                  <a:pt x="331346" y="101670"/>
                </a:lnTo>
                <a:lnTo>
                  <a:pt x="347910" y="92459"/>
                </a:lnTo>
                <a:lnTo>
                  <a:pt x="364484" y="83258"/>
                </a:lnTo>
                <a:lnTo>
                  <a:pt x="381048" y="74057"/>
                </a:lnTo>
                <a:lnTo>
                  <a:pt x="397612" y="64846"/>
                </a:lnTo>
                <a:lnTo>
                  <a:pt x="414185" y="55645"/>
                </a:lnTo>
                <a:lnTo>
                  <a:pt x="430749" y="46444"/>
                </a:lnTo>
                <a:lnTo>
                  <a:pt x="447313" y="37243"/>
                </a:lnTo>
                <a:lnTo>
                  <a:pt x="463887" y="28032"/>
                </a:lnTo>
                <a:lnTo>
                  <a:pt x="480451" y="18831"/>
                </a:lnTo>
                <a:lnTo>
                  <a:pt x="497015" y="9630"/>
                </a:lnTo>
                <a:lnTo>
                  <a:pt x="513588" y="429"/>
                </a:lnTo>
                <a:lnTo>
                  <a:pt x="514350" y="18078"/>
                </a:lnTo>
                <a:lnTo>
                  <a:pt x="514350" y="37024"/>
                </a:lnTo>
                <a:lnTo>
                  <a:pt x="514350" y="55978"/>
                </a:lnTo>
                <a:lnTo>
                  <a:pt x="514350" y="74933"/>
                </a:lnTo>
                <a:lnTo>
                  <a:pt x="514350" y="93878"/>
                </a:lnTo>
                <a:lnTo>
                  <a:pt x="514350" y="112833"/>
                </a:lnTo>
                <a:lnTo>
                  <a:pt x="514350" y="131788"/>
                </a:lnTo>
                <a:lnTo>
                  <a:pt x="514350" y="150733"/>
                </a:lnTo>
                <a:lnTo>
                  <a:pt x="514350" y="169688"/>
                </a:lnTo>
                <a:lnTo>
                  <a:pt x="514350" y="188643"/>
                </a:lnTo>
                <a:lnTo>
                  <a:pt x="514350" y="207588"/>
                </a:lnTo>
                <a:lnTo>
                  <a:pt x="514350" y="226543"/>
                </a:lnTo>
                <a:lnTo>
                  <a:pt x="514350" y="245497"/>
                </a:lnTo>
                <a:lnTo>
                  <a:pt x="514350" y="264443"/>
                </a:lnTo>
                <a:lnTo>
                  <a:pt x="514350" y="283397"/>
                </a:lnTo>
                <a:lnTo>
                  <a:pt x="514350" y="302352"/>
                </a:lnTo>
                <a:lnTo>
                  <a:pt x="514350" y="321297"/>
                </a:lnTo>
                <a:lnTo>
                  <a:pt x="514350" y="340252"/>
                </a:lnTo>
                <a:lnTo>
                  <a:pt x="514350" y="359207"/>
                </a:lnTo>
                <a:lnTo>
                  <a:pt x="514350" y="378152"/>
                </a:lnTo>
                <a:lnTo>
                  <a:pt x="514350" y="397107"/>
                </a:lnTo>
                <a:lnTo>
                  <a:pt x="514350" y="416052"/>
                </a:lnTo>
                <a:lnTo>
                  <a:pt x="514350" y="435007"/>
                </a:lnTo>
                <a:lnTo>
                  <a:pt x="514350" y="453961"/>
                </a:lnTo>
                <a:lnTo>
                  <a:pt x="514350" y="472907"/>
                </a:lnTo>
                <a:lnTo>
                  <a:pt x="514350" y="491861"/>
                </a:lnTo>
                <a:lnTo>
                  <a:pt x="514350" y="510816"/>
                </a:lnTo>
                <a:lnTo>
                  <a:pt x="514350" y="529761"/>
                </a:lnTo>
                <a:lnTo>
                  <a:pt x="514350" y="548716"/>
                </a:lnTo>
                <a:lnTo>
                  <a:pt x="514350" y="567671"/>
                </a:lnTo>
                <a:lnTo>
                  <a:pt x="514350" y="586616"/>
                </a:lnTo>
                <a:lnTo>
                  <a:pt x="514350" y="605571"/>
                </a:lnTo>
                <a:lnTo>
                  <a:pt x="514350" y="624526"/>
                </a:lnTo>
                <a:lnTo>
                  <a:pt x="514350" y="643471"/>
                </a:lnTo>
                <a:lnTo>
                  <a:pt x="514350" y="662426"/>
                </a:lnTo>
                <a:lnTo>
                  <a:pt x="514350" y="681380"/>
                </a:lnTo>
                <a:lnTo>
                  <a:pt x="514350" y="700326"/>
                </a:lnTo>
                <a:lnTo>
                  <a:pt x="514350" y="719280"/>
                </a:lnTo>
                <a:lnTo>
                  <a:pt x="514350" y="738235"/>
                </a:lnTo>
                <a:lnTo>
                  <a:pt x="514350" y="757180"/>
                </a:lnTo>
                <a:lnTo>
                  <a:pt x="514350" y="776135"/>
                </a:lnTo>
                <a:lnTo>
                  <a:pt x="514350" y="795090"/>
                </a:lnTo>
                <a:lnTo>
                  <a:pt x="514350" y="814035"/>
                </a:lnTo>
                <a:lnTo>
                  <a:pt x="514350" y="832990"/>
                </a:lnTo>
                <a:lnTo>
                  <a:pt x="514350" y="851945"/>
                </a:lnTo>
                <a:lnTo>
                  <a:pt x="514350" y="870890"/>
                </a:lnTo>
                <a:lnTo>
                  <a:pt x="514350" y="889845"/>
                </a:lnTo>
                <a:lnTo>
                  <a:pt x="514350" y="908799"/>
                </a:lnTo>
                <a:lnTo>
                  <a:pt x="514350" y="927745"/>
                </a:lnTo>
                <a:lnTo>
                  <a:pt x="514350" y="946699"/>
                </a:lnTo>
                <a:lnTo>
                  <a:pt x="514350" y="965645"/>
                </a:lnTo>
                <a:lnTo>
                  <a:pt x="514350" y="984599"/>
                </a:lnTo>
                <a:lnTo>
                  <a:pt x="514350" y="1003554"/>
                </a:lnTo>
                <a:lnTo>
                  <a:pt x="514350" y="1022499"/>
                </a:lnTo>
                <a:lnTo>
                  <a:pt x="514350" y="1041454"/>
                </a:lnTo>
                <a:lnTo>
                  <a:pt x="514350" y="1060409"/>
                </a:lnTo>
                <a:lnTo>
                  <a:pt x="497786" y="1069610"/>
                </a:lnTo>
                <a:lnTo>
                  <a:pt x="481213" y="1078811"/>
                </a:lnTo>
                <a:lnTo>
                  <a:pt x="464649" y="1088022"/>
                </a:lnTo>
                <a:lnTo>
                  <a:pt x="448085" y="1097223"/>
                </a:lnTo>
                <a:lnTo>
                  <a:pt x="431511" y="1106424"/>
                </a:lnTo>
                <a:lnTo>
                  <a:pt x="414947" y="1115625"/>
                </a:lnTo>
                <a:lnTo>
                  <a:pt x="398383" y="1124836"/>
                </a:lnTo>
                <a:lnTo>
                  <a:pt x="381810" y="1134037"/>
                </a:lnTo>
                <a:lnTo>
                  <a:pt x="365246" y="1143238"/>
                </a:lnTo>
                <a:lnTo>
                  <a:pt x="348682" y="1152439"/>
                </a:lnTo>
                <a:lnTo>
                  <a:pt x="332108" y="1161650"/>
                </a:lnTo>
                <a:lnTo>
                  <a:pt x="315544" y="1170851"/>
                </a:lnTo>
                <a:lnTo>
                  <a:pt x="298980" y="1180052"/>
                </a:lnTo>
                <a:lnTo>
                  <a:pt x="282407" y="1189253"/>
                </a:lnTo>
                <a:lnTo>
                  <a:pt x="265843" y="1198464"/>
                </a:lnTo>
                <a:lnTo>
                  <a:pt x="249279" y="1198883"/>
                </a:lnTo>
                <a:lnTo>
                  <a:pt x="232705" y="1189682"/>
                </a:lnTo>
                <a:lnTo>
                  <a:pt x="216141" y="1180481"/>
                </a:lnTo>
                <a:lnTo>
                  <a:pt x="199568" y="1171280"/>
                </a:lnTo>
                <a:lnTo>
                  <a:pt x="183004" y="1162069"/>
                </a:lnTo>
                <a:lnTo>
                  <a:pt x="166440" y="1152868"/>
                </a:lnTo>
                <a:lnTo>
                  <a:pt x="149866" y="1143667"/>
                </a:lnTo>
                <a:lnTo>
                  <a:pt x="133302" y="1134456"/>
                </a:lnTo>
                <a:lnTo>
                  <a:pt x="116738" y="1125255"/>
                </a:lnTo>
                <a:lnTo>
                  <a:pt x="100165" y="1116054"/>
                </a:lnTo>
                <a:lnTo>
                  <a:pt x="83601" y="1106853"/>
                </a:lnTo>
                <a:lnTo>
                  <a:pt x="67037" y="1097642"/>
                </a:lnTo>
                <a:lnTo>
                  <a:pt x="50463" y="1088441"/>
                </a:lnTo>
                <a:lnTo>
                  <a:pt x="33899" y="1079240"/>
                </a:lnTo>
                <a:lnTo>
                  <a:pt x="17336" y="1070039"/>
                </a:lnTo>
                <a:lnTo>
                  <a:pt x="762" y="1060828"/>
                </a:lnTo>
                <a:lnTo>
                  <a:pt x="0" y="1042330"/>
                </a:lnTo>
                <a:lnTo>
                  <a:pt x="0" y="1023376"/>
                </a:lnTo>
                <a:lnTo>
                  <a:pt x="0" y="1004430"/>
                </a:lnTo>
                <a:lnTo>
                  <a:pt x="0" y="985476"/>
                </a:lnTo>
                <a:lnTo>
                  <a:pt x="0" y="966521"/>
                </a:lnTo>
                <a:lnTo>
                  <a:pt x="0" y="947576"/>
                </a:lnTo>
                <a:lnTo>
                  <a:pt x="0" y="928621"/>
                </a:lnTo>
                <a:lnTo>
                  <a:pt x="0" y="909666"/>
                </a:lnTo>
                <a:lnTo>
                  <a:pt x="0" y="890721"/>
                </a:lnTo>
                <a:lnTo>
                  <a:pt x="0" y="871766"/>
                </a:lnTo>
                <a:lnTo>
                  <a:pt x="0" y="852811"/>
                </a:lnTo>
                <a:lnTo>
                  <a:pt x="0" y="833866"/>
                </a:lnTo>
                <a:lnTo>
                  <a:pt x="0" y="814911"/>
                </a:lnTo>
                <a:lnTo>
                  <a:pt x="0" y="795957"/>
                </a:lnTo>
                <a:lnTo>
                  <a:pt x="0" y="777011"/>
                </a:lnTo>
                <a:lnTo>
                  <a:pt x="0" y="758057"/>
                </a:lnTo>
                <a:lnTo>
                  <a:pt x="0" y="739111"/>
                </a:lnTo>
                <a:lnTo>
                  <a:pt x="0" y="720157"/>
                </a:lnTo>
                <a:lnTo>
                  <a:pt x="0" y="701202"/>
                </a:lnTo>
                <a:lnTo>
                  <a:pt x="0" y="682257"/>
                </a:lnTo>
                <a:lnTo>
                  <a:pt x="0" y="663302"/>
                </a:lnTo>
                <a:lnTo>
                  <a:pt x="0" y="644347"/>
                </a:lnTo>
                <a:lnTo>
                  <a:pt x="0" y="625402"/>
                </a:lnTo>
                <a:lnTo>
                  <a:pt x="0" y="606447"/>
                </a:lnTo>
                <a:lnTo>
                  <a:pt x="0" y="587492"/>
                </a:lnTo>
                <a:lnTo>
                  <a:pt x="0" y="568547"/>
                </a:lnTo>
                <a:lnTo>
                  <a:pt x="0" y="549593"/>
                </a:lnTo>
                <a:lnTo>
                  <a:pt x="0" y="530638"/>
                </a:lnTo>
                <a:lnTo>
                  <a:pt x="0" y="511693"/>
                </a:lnTo>
                <a:lnTo>
                  <a:pt x="0" y="492738"/>
                </a:lnTo>
                <a:lnTo>
                  <a:pt x="0" y="473783"/>
                </a:lnTo>
                <a:lnTo>
                  <a:pt x="0" y="454838"/>
                </a:lnTo>
                <a:lnTo>
                  <a:pt x="0" y="435883"/>
                </a:lnTo>
                <a:lnTo>
                  <a:pt x="0" y="416928"/>
                </a:lnTo>
                <a:lnTo>
                  <a:pt x="0" y="397983"/>
                </a:lnTo>
                <a:lnTo>
                  <a:pt x="0" y="379028"/>
                </a:lnTo>
                <a:lnTo>
                  <a:pt x="0" y="360074"/>
                </a:lnTo>
                <a:lnTo>
                  <a:pt x="0" y="341128"/>
                </a:lnTo>
                <a:lnTo>
                  <a:pt x="0" y="322174"/>
                </a:lnTo>
                <a:lnTo>
                  <a:pt x="0" y="303219"/>
                </a:lnTo>
                <a:lnTo>
                  <a:pt x="0" y="284274"/>
                </a:lnTo>
                <a:lnTo>
                  <a:pt x="0" y="265319"/>
                </a:lnTo>
                <a:lnTo>
                  <a:pt x="0" y="246374"/>
                </a:lnTo>
                <a:lnTo>
                  <a:pt x="0" y="227419"/>
                </a:lnTo>
                <a:lnTo>
                  <a:pt x="0" y="208464"/>
                </a:lnTo>
                <a:lnTo>
                  <a:pt x="0" y="189519"/>
                </a:lnTo>
                <a:lnTo>
                  <a:pt x="0" y="170564"/>
                </a:lnTo>
                <a:lnTo>
                  <a:pt x="0" y="151609"/>
                </a:lnTo>
                <a:lnTo>
                  <a:pt x="0" y="132664"/>
                </a:lnTo>
                <a:lnTo>
                  <a:pt x="0" y="113709"/>
                </a:lnTo>
                <a:lnTo>
                  <a:pt x="0" y="94755"/>
                </a:lnTo>
                <a:lnTo>
                  <a:pt x="0" y="75809"/>
                </a:lnTo>
                <a:lnTo>
                  <a:pt x="0" y="56855"/>
                </a:lnTo>
                <a:lnTo>
                  <a:pt x="0" y="37900"/>
                </a:lnTo>
                <a:lnTo>
                  <a:pt x="0" y="18955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24" name="phase-title-1">
            <a:extLst xmlns:a="http://schemas.openxmlformats.org/drawingml/2006/main">
              <a:ext uri="{FF2B5EF4-FFF2-40B4-BE49-F238E27FC236}">
                <a16:creationId xmlns:a16="http://schemas.microsoft.com/office/drawing/2014/main" id="{30571EAE-FA8F-4673-91DB-7F6F75097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3824888"/>
            <a:ext cx="1428750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意向培育</a:t>
            </a:r>
          </a:p>
        </p:txBody>
      </p:sp>
      <p:sp>
        <p:nvSpPr>
          <p:cNvPr id="25" name="phase-body-1">
            <a:extLst xmlns:a="http://schemas.openxmlformats.org/drawingml/2006/main">
              <a:ext uri="{FF2B5EF4-FFF2-40B4-BE49-F238E27FC236}">
                <a16:creationId xmlns:a16="http://schemas.microsoft.com/office/drawing/2014/main" id="{2B4862FD-57AD-4AD8-BE23-1913E3E07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4179094"/>
            <a:ext cx="1428750" cy="587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让有效关注形</a:t>
            </a:r>
          </a:p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成意向</a:t>
            </a:r>
          </a:p>
        </p:txBody>
      </p:sp>
      <p:sp>
        <p:nvSpPr>
          <p:cNvPr id="26" name="action-icon-shell-1-0">
            <a:extLst xmlns:a="http://schemas.openxmlformats.org/drawingml/2006/main">
              <a:ext uri="{FF2B5EF4-FFF2-40B4-BE49-F238E27FC236}">
                <a16:creationId xmlns:a16="http://schemas.microsoft.com/office/drawing/2014/main" id="{69BFA9C2-18B5-4DD8-80C4-BD2269E34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4124173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9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7a0b9e6af8a49f5">
            <a:extLst>
              <a:ext uri="{96DAC541-7B7A-43D3-8B79-37D633B846F1}">
                <asvg:svgBlip xmlns:asvg="http://schemas.microsoft.com/office/drawing/2016/SVG/main" r:embed="R738ec9bb815f4627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4200373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28" name="action-title-1-0">
            <a:extLst xmlns:a="http://schemas.openxmlformats.org/drawingml/2006/main">
              <a:ext uri="{FF2B5EF4-FFF2-40B4-BE49-F238E27FC236}">
                <a16:creationId xmlns:a16="http://schemas.microsoft.com/office/drawing/2014/main" id="{2CED1A89-DE8C-45B0-A9E3-16875908A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4063155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规则触发</a:t>
            </a:r>
          </a:p>
        </p:txBody>
      </p:sp>
      <p:sp>
        <p:nvSpPr>
          <p:cNvPr id="29" name="action-body-1-0">
            <a:extLst xmlns:a="http://schemas.openxmlformats.org/drawingml/2006/main">
              <a:ext uri="{FF2B5EF4-FFF2-40B4-BE49-F238E27FC236}">
                <a16:creationId xmlns:a16="http://schemas.microsoft.com/office/drawing/2014/main" id="{696019A7-B995-4237-80CE-1D7F0E343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4291755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自动下发任务</a:t>
            </a:r>
          </a:p>
        </p:txBody>
      </p:sp>
      <p:sp>
        <p:nvSpPr>
          <p:cNvPr id="30" name="action-icon-shell-1-1">
            <a:extLst xmlns:a="http://schemas.openxmlformats.org/drawingml/2006/main">
              <a:ext uri="{FF2B5EF4-FFF2-40B4-BE49-F238E27FC236}">
                <a16:creationId xmlns:a16="http://schemas.microsoft.com/office/drawing/2014/main" id="{14F90966-2A7C-4B45-9EEB-BC5D8BE34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4124173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9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b45b5f68bc54d78">
            <a:extLst>
              <a:ext uri="{96DAC541-7B7A-43D3-8B79-37D633B846F1}">
                <asvg:svgBlip xmlns:asvg="http://schemas.microsoft.com/office/drawing/2016/SVG/main" r:embed="Rf616b502e6344c5c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4200373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32" name="action-title-1-1">
            <a:extLst xmlns:a="http://schemas.openxmlformats.org/drawingml/2006/main">
              <a:ext uri="{FF2B5EF4-FFF2-40B4-BE49-F238E27FC236}">
                <a16:creationId xmlns:a16="http://schemas.microsoft.com/office/drawing/2014/main" id="{E2524348-B597-47CA-AA4F-05A5C6E47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4063155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热度评估</a:t>
            </a:r>
          </a:p>
        </p:txBody>
      </p:sp>
      <p:sp>
        <p:nvSpPr>
          <p:cNvPr id="33" name="action-body-1-1">
            <a:extLst xmlns:a="http://schemas.openxmlformats.org/drawingml/2006/main">
              <a:ext uri="{FF2B5EF4-FFF2-40B4-BE49-F238E27FC236}">
                <a16:creationId xmlns:a16="http://schemas.microsoft.com/office/drawing/2014/main" id="{869FD184-92A9-4910-B497-35A11A556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4291755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识别优先对象</a:t>
            </a:r>
          </a:p>
        </p:txBody>
      </p:sp>
      <p:sp>
        <p:nvSpPr>
          <p:cNvPr id="34" name="phase-rail-2">
            <a:extLst xmlns:a="http://schemas.openxmlformats.org/drawingml/2006/main">
              <a:ext uri="{FF2B5EF4-FFF2-40B4-BE49-F238E27FC236}">
                <a16:creationId xmlns:a16="http://schemas.microsoft.com/office/drawing/2014/main" id="{B85AF2E3-163F-46D2-B8BA-E661201EE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4897336"/>
            <a:ext cx="514350" cy="1312593"/>
          </a:xfrm>
          <a:custGeom xmlns:a="http://schemas.openxmlformats.org/drawingml/2006/main">
            <a:pathLst>
              <a:path w="514350" h="1312593">
                <a:moveTo>
                  <a:pt x="0" y="0"/>
                </a:moveTo>
                <a:lnTo>
                  <a:pt x="16621" y="9230"/>
                </a:lnTo>
                <a:lnTo>
                  <a:pt x="33233" y="18459"/>
                </a:lnTo>
                <a:lnTo>
                  <a:pt x="49854" y="27699"/>
                </a:lnTo>
                <a:lnTo>
                  <a:pt x="66465" y="36928"/>
                </a:lnTo>
                <a:lnTo>
                  <a:pt x="83087" y="46158"/>
                </a:lnTo>
                <a:lnTo>
                  <a:pt x="99708" y="55388"/>
                </a:lnTo>
                <a:lnTo>
                  <a:pt x="116319" y="64618"/>
                </a:lnTo>
                <a:lnTo>
                  <a:pt x="132940" y="73847"/>
                </a:lnTo>
                <a:lnTo>
                  <a:pt x="149552" y="83087"/>
                </a:lnTo>
                <a:lnTo>
                  <a:pt x="166173" y="92316"/>
                </a:lnTo>
                <a:lnTo>
                  <a:pt x="182794" y="101546"/>
                </a:lnTo>
                <a:lnTo>
                  <a:pt x="199406" y="110776"/>
                </a:lnTo>
                <a:lnTo>
                  <a:pt x="216027" y="120005"/>
                </a:lnTo>
                <a:lnTo>
                  <a:pt x="232639" y="129245"/>
                </a:lnTo>
                <a:lnTo>
                  <a:pt x="249260" y="138474"/>
                </a:lnTo>
                <a:lnTo>
                  <a:pt x="265881" y="138036"/>
                </a:lnTo>
                <a:lnTo>
                  <a:pt x="282492" y="128807"/>
                </a:lnTo>
                <a:lnTo>
                  <a:pt x="299114" y="119577"/>
                </a:lnTo>
                <a:lnTo>
                  <a:pt x="315725" y="110338"/>
                </a:lnTo>
                <a:lnTo>
                  <a:pt x="332346" y="101108"/>
                </a:lnTo>
                <a:lnTo>
                  <a:pt x="348967" y="91878"/>
                </a:lnTo>
                <a:lnTo>
                  <a:pt x="365579" y="82648"/>
                </a:lnTo>
                <a:lnTo>
                  <a:pt x="382200" y="73419"/>
                </a:lnTo>
                <a:lnTo>
                  <a:pt x="398812" y="64179"/>
                </a:lnTo>
                <a:lnTo>
                  <a:pt x="415433" y="54950"/>
                </a:lnTo>
                <a:lnTo>
                  <a:pt x="432054" y="45720"/>
                </a:lnTo>
                <a:lnTo>
                  <a:pt x="448666" y="36490"/>
                </a:lnTo>
                <a:lnTo>
                  <a:pt x="465287" y="27261"/>
                </a:lnTo>
                <a:lnTo>
                  <a:pt x="481898" y="18021"/>
                </a:lnTo>
                <a:lnTo>
                  <a:pt x="498519" y="8792"/>
                </a:lnTo>
                <a:lnTo>
                  <a:pt x="514350" y="905"/>
                </a:lnTo>
                <a:lnTo>
                  <a:pt x="514350" y="19907"/>
                </a:lnTo>
                <a:lnTo>
                  <a:pt x="514350" y="38919"/>
                </a:lnTo>
                <a:lnTo>
                  <a:pt x="514350" y="57931"/>
                </a:lnTo>
                <a:lnTo>
                  <a:pt x="514350" y="76933"/>
                </a:lnTo>
                <a:lnTo>
                  <a:pt x="514350" y="95945"/>
                </a:lnTo>
                <a:lnTo>
                  <a:pt x="514350" y="114957"/>
                </a:lnTo>
                <a:lnTo>
                  <a:pt x="514350" y="133960"/>
                </a:lnTo>
                <a:lnTo>
                  <a:pt x="514350" y="152972"/>
                </a:lnTo>
                <a:lnTo>
                  <a:pt x="514350" y="171983"/>
                </a:lnTo>
                <a:lnTo>
                  <a:pt x="514350" y="190986"/>
                </a:lnTo>
                <a:lnTo>
                  <a:pt x="514350" y="209998"/>
                </a:lnTo>
                <a:lnTo>
                  <a:pt x="514350" y="229010"/>
                </a:lnTo>
                <a:lnTo>
                  <a:pt x="514350" y="248012"/>
                </a:lnTo>
                <a:lnTo>
                  <a:pt x="514350" y="267024"/>
                </a:lnTo>
                <a:lnTo>
                  <a:pt x="514350" y="286036"/>
                </a:lnTo>
                <a:lnTo>
                  <a:pt x="514350" y="305038"/>
                </a:lnTo>
                <a:lnTo>
                  <a:pt x="514350" y="324050"/>
                </a:lnTo>
                <a:lnTo>
                  <a:pt x="514350" y="343062"/>
                </a:lnTo>
                <a:lnTo>
                  <a:pt x="514350" y="362064"/>
                </a:lnTo>
                <a:lnTo>
                  <a:pt x="514350" y="381076"/>
                </a:lnTo>
                <a:lnTo>
                  <a:pt x="514350" y="400088"/>
                </a:lnTo>
                <a:lnTo>
                  <a:pt x="514350" y="419090"/>
                </a:lnTo>
                <a:lnTo>
                  <a:pt x="514350" y="438102"/>
                </a:lnTo>
                <a:lnTo>
                  <a:pt x="514350" y="457114"/>
                </a:lnTo>
                <a:lnTo>
                  <a:pt x="514350" y="476117"/>
                </a:lnTo>
                <a:lnTo>
                  <a:pt x="514350" y="495129"/>
                </a:lnTo>
                <a:lnTo>
                  <a:pt x="514350" y="514140"/>
                </a:lnTo>
                <a:lnTo>
                  <a:pt x="514350" y="533152"/>
                </a:lnTo>
                <a:lnTo>
                  <a:pt x="514350" y="552155"/>
                </a:lnTo>
                <a:lnTo>
                  <a:pt x="514350" y="571167"/>
                </a:lnTo>
                <a:lnTo>
                  <a:pt x="514350" y="590179"/>
                </a:lnTo>
                <a:lnTo>
                  <a:pt x="514350" y="609181"/>
                </a:lnTo>
                <a:lnTo>
                  <a:pt x="514350" y="628193"/>
                </a:lnTo>
                <a:lnTo>
                  <a:pt x="514350" y="647205"/>
                </a:lnTo>
                <a:lnTo>
                  <a:pt x="514350" y="666207"/>
                </a:lnTo>
                <a:lnTo>
                  <a:pt x="514350" y="685219"/>
                </a:lnTo>
                <a:lnTo>
                  <a:pt x="514350" y="704231"/>
                </a:lnTo>
                <a:lnTo>
                  <a:pt x="514350" y="723233"/>
                </a:lnTo>
                <a:lnTo>
                  <a:pt x="514350" y="742245"/>
                </a:lnTo>
                <a:lnTo>
                  <a:pt x="514350" y="761257"/>
                </a:lnTo>
                <a:lnTo>
                  <a:pt x="514350" y="780259"/>
                </a:lnTo>
                <a:lnTo>
                  <a:pt x="514350" y="799271"/>
                </a:lnTo>
                <a:lnTo>
                  <a:pt x="514350" y="818283"/>
                </a:lnTo>
                <a:lnTo>
                  <a:pt x="514350" y="837286"/>
                </a:lnTo>
                <a:lnTo>
                  <a:pt x="514350" y="856298"/>
                </a:lnTo>
                <a:lnTo>
                  <a:pt x="514350" y="875309"/>
                </a:lnTo>
                <a:lnTo>
                  <a:pt x="514350" y="894312"/>
                </a:lnTo>
                <a:lnTo>
                  <a:pt x="514350" y="913324"/>
                </a:lnTo>
                <a:lnTo>
                  <a:pt x="514350" y="932336"/>
                </a:lnTo>
                <a:lnTo>
                  <a:pt x="514350" y="951338"/>
                </a:lnTo>
                <a:lnTo>
                  <a:pt x="514350" y="970350"/>
                </a:lnTo>
                <a:lnTo>
                  <a:pt x="514350" y="989362"/>
                </a:lnTo>
                <a:lnTo>
                  <a:pt x="514350" y="1008364"/>
                </a:lnTo>
                <a:lnTo>
                  <a:pt x="514350" y="1027376"/>
                </a:lnTo>
                <a:lnTo>
                  <a:pt x="514350" y="1046388"/>
                </a:lnTo>
                <a:lnTo>
                  <a:pt x="514350" y="1065390"/>
                </a:lnTo>
                <a:lnTo>
                  <a:pt x="514350" y="1084402"/>
                </a:lnTo>
                <a:lnTo>
                  <a:pt x="514350" y="1103414"/>
                </a:lnTo>
                <a:lnTo>
                  <a:pt x="514350" y="1122426"/>
                </a:lnTo>
                <a:lnTo>
                  <a:pt x="514350" y="1141428"/>
                </a:lnTo>
                <a:lnTo>
                  <a:pt x="514350" y="1160440"/>
                </a:lnTo>
                <a:lnTo>
                  <a:pt x="506044" y="1174556"/>
                </a:lnTo>
                <a:lnTo>
                  <a:pt x="489423" y="1183786"/>
                </a:lnTo>
                <a:lnTo>
                  <a:pt x="472802" y="1193025"/>
                </a:lnTo>
                <a:lnTo>
                  <a:pt x="456190" y="1202255"/>
                </a:lnTo>
                <a:lnTo>
                  <a:pt x="439569" y="1211485"/>
                </a:lnTo>
                <a:lnTo>
                  <a:pt x="422958" y="1220714"/>
                </a:lnTo>
                <a:lnTo>
                  <a:pt x="406336" y="1229944"/>
                </a:lnTo>
                <a:lnTo>
                  <a:pt x="389715" y="1239183"/>
                </a:lnTo>
                <a:lnTo>
                  <a:pt x="373104" y="1248413"/>
                </a:lnTo>
                <a:lnTo>
                  <a:pt x="356483" y="1257643"/>
                </a:lnTo>
                <a:lnTo>
                  <a:pt x="339871" y="1266873"/>
                </a:lnTo>
                <a:lnTo>
                  <a:pt x="323250" y="1276102"/>
                </a:lnTo>
                <a:lnTo>
                  <a:pt x="306629" y="1285342"/>
                </a:lnTo>
                <a:lnTo>
                  <a:pt x="290017" y="1294571"/>
                </a:lnTo>
                <a:lnTo>
                  <a:pt x="273396" y="1303801"/>
                </a:lnTo>
                <a:lnTo>
                  <a:pt x="256784" y="1312593"/>
                </a:lnTo>
                <a:lnTo>
                  <a:pt x="240163" y="1303363"/>
                </a:lnTo>
                <a:lnTo>
                  <a:pt x="223542" y="1294133"/>
                </a:lnTo>
                <a:lnTo>
                  <a:pt x="206931" y="1284903"/>
                </a:lnTo>
                <a:lnTo>
                  <a:pt x="190310" y="1275664"/>
                </a:lnTo>
                <a:lnTo>
                  <a:pt x="173698" y="1266434"/>
                </a:lnTo>
                <a:lnTo>
                  <a:pt x="157077" y="1257205"/>
                </a:lnTo>
                <a:lnTo>
                  <a:pt x="140456" y="1247975"/>
                </a:lnTo>
                <a:lnTo>
                  <a:pt x="123844" y="1238745"/>
                </a:lnTo>
                <a:lnTo>
                  <a:pt x="107223" y="1229506"/>
                </a:lnTo>
                <a:lnTo>
                  <a:pt x="90611" y="1220276"/>
                </a:lnTo>
                <a:lnTo>
                  <a:pt x="73990" y="1211047"/>
                </a:lnTo>
                <a:lnTo>
                  <a:pt x="57369" y="1201817"/>
                </a:lnTo>
                <a:lnTo>
                  <a:pt x="40757" y="1192587"/>
                </a:lnTo>
                <a:lnTo>
                  <a:pt x="24136" y="1183357"/>
                </a:lnTo>
                <a:lnTo>
                  <a:pt x="7525" y="1174118"/>
                </a:lnTo>
                <a:lnTo>
                  <a:pt x="0" y="1159535"/>
                </a:lnTo>
                <a:lnTo>
                  <a:pt x="0" y="1140533"/>
                </a:lnTo>
                <a:lnTo>
                  <a:pt x="0" y="1121521"/>
                </a:lnTo>
                <a:lnTo>
                  <a:pt x="0" y="1102509"/>
                </a:lnTo>
                <a:lnTo>
                  <a:pt x="0" y="1083507"/>
                </a:lnTo>
                <a:lnTo>
                  <a:pt x="0" y="1064495"/>
                </a:lnTo>
                <a:lnTo>
                  <a:pt x="0" y="1045483"/>
                </a:lnTo>
                <a:lnTo>
                  <a:pt x="0" y="1026481"/>
                </a:lnTo>
                <a:lnTo>
                  <a:pt x="0" y="1007469"/>
                </a:lnTo>
                <a:lnTo>
                  <a:pt x="0" y="988457"/>
                </a:lnTo>
                <a:lnTo>
                  <a:pt x="0" y="969455"/>
                </a:lnTo>
                <a:lnTo>
                  <a:pt x="0" y="950443"/>
                </a:lnTo>
                <a:lnTo>
                  <a:pt x="0" y="931431"/>
                </a:lnTo>
                <a:lnTo>
                  <a:pt x="0" y="912419"/>
                </a:lnTo>
                <a:lnTo>
                  <a:pt x="0" y="893416"/>
                </a:lnTo>
                <a:lnTo>
                  <a:pt x="0" y="874405"/>
                </a:lnTo>
                <a:lnTo>
                  <a:pt x="0" y="855393"/>
                </a:lnTo>
                <a:lnTo>
                  <a:pt x="0" y="836390"/>
                </a:lnTo>
                <a:lnTo>
                  <a:pt x="0" y="817378"/>
                </a:lnTo>
                <a:lnTo>
                  <a:pt x="0" y="798366"/>
                </a:lnTo>
                <a:lnTo>
                  <a:pt x="0" y="779364"/>
                </a:lnTo>
                <a:lnTo>
                  <a:pt x="0" y="760352"/>
                </a:lnTo>
                <a:lnTo>
                  <a:pt x="0" y="741340"/>
                </a:lnTo>
                <a:lnTo>
                  <a:pt x="0" y="722338"/>
                </a:lnTo>
                <a:lnTo>
                  <a:pt x="0" y="703326"/>
                </a:lnTo>
                <a:lnTo>
                  <a:pt x="0" y="684314"/>
                </a:lnTo>
                <a:lnTo>
                  <a:pt x="0" y="665312"/>
                </a:lnTo>
                <a:lnTo>
                  <a:pt x="0" y="646300"/>
                </a:lnTo>
                <a:lnTo>
                  <a:pt x="0" y="627288"/>
                </a:lnTo>
                <a:lnTo>
                  <a:pt x="0" y="608286"/>
                </a:lnTo>
                <a:lnTo>
                  <a:pt x="0" y="589274"/>
                </a:lnTo>
                <a:lnTo>
                  <a:pt x="0" y="570262"/>
                </a:lnTo>
                <a:lnTo>
                  <a:pt x="0" y="551259"/>
                </a:lnTo>
                <a:lnTo>
                  <a:pt x="0" y="532247"/>
                </a:lnTo>
                <a:lnTo>
                  <a:pt x="0" y="513236"/>
                </a:lnTo>
                <a:lnTo>
                  <a:pt x="0" y="494233"/>
                </a:lnTo>
                <a:lnTo>
                  <a:pt x="0" y="475221"/>
                </a:lnTo>
                <a:lnTo>
                  <a:pt x="0" y="456209"/>
                </a:lnTo>
                <a:lnTo>
                  <a:pt x="0" y="437207"/>
                </a:lnTo>
                <a:lnTo>
                  <a:pt x="0" y="418195"/>
                </a:lnTo>
                <a:lnTo>
                  <a:pt x="0" y="399183"/>
                </a:lnTo>
                <a:lnTo>
                  <a:pt x="0" y="380181"/>
                </a:lnTo>
                <a:lnTo>
                  <a:pt x="0" y="361169"/>
                </a:lnTo>
                <a:lnTo>
                  <a:pt x="0" y="342157"/>
                </a:lnTo>
                <a:lnTo>
                  <a:pt x="0" y="323155"/>
                </a:lnTo>
                <a:lnTo>
                  <a:pt x="0" y="304143"/>
                </a:lnTo>
                <a:lnTo>
                  <a:pt x="0" y="285131"/>
                </a:lnTo>
                <a:lnTo>
                  <a:pt x="0" y="266119"/>
                </a:lnTo>
                <a:lnTo>
                  <a:pt x="0" y="247117"/>
                </a:lnTo>
                <a:lnTo>
                  <a:pt x="0" y="228105"/>
                </a:lnTo>
                <a:lnTo>
                  <a:pt x="0" y="209093"/>
                </a:lnTo>
                <a:lnTo>
                  <a:pt x="0" y="190090"/>
                </a:lnTo>
                <a:lnTo>
                  <a:pt x="0" y="171079"/>
                </a:lnTo>
                <a:lnTo>
                  <a:pt x="0" y="152067"/>
                </a:lnTo>
                <a:lnTo>
                  <a:pt x="0" y="133064"/>
                </a:lnTo>
                <a:lnTo>
                  <a:pt x="0" y="114052"/>
                </a:lnTo>
                <a:lnTo>
                  <a:pt x="0" y="95040"/>
                </a:lnTo>
                <a:lnTo>
                  <a:pt x="0" y="76038"/>
                </a:lnTo>
                <a:lnTo>
                  <a:pt x="0" y="57026"/>
                </a:lnTo>
                <a:lnTo>
                  <a:pt x="0" y="38014"/>
                </a:lnTo>
                <a:lnTo>
                  <a:pt x="0" y="19012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78A8D5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35" name="phase-title-2">
            <a:extLst xmlns:a="http://schemas.openxmlformats.org/drawingml/2006/main">
              <a:ext uri="{FF2B5EF4-FFF2-40B4-BE49-F238E27FC236}">
                <a16:creationId xmlns:a16="http://schemas.microsoft.com/office/drawing/2014/main" id="{2C9B27D8-A605-43B1-805B-E69144046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5082931"/>
            <a:ext cx="1428750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持续转化</a:t>
            </a:r>
          </a:p>
        </p:txBody>
      </p:sp>
      <p:sp>
        <p:nvSpPr>
          <p:cNvPr id="36" name="phase-body-2">
            <a:extLst xmlns:a="http://schemas.openxmlformats.org/drawingml/2006/main">
              <a:ext uri="{FF2B5EF4-FFF2-40B4-BE49-F238E27FC236}">
                <a16:creationId xmlns:a16="http://schemas.microsoft.com/office/drawing/2014/main" id="{0727132F-2A20-4CC4-8A97-FD50B1206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5437137"/>
            <a:ext cx="1428750" cy="587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让行动沉淀为</a:t>
            </a:r>
          </a:p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长期价值</a:t>
            </a:r>
          </a:p>
        </p:txBody>
      </p:sp>
      <p:sp>
        <p:nvSpPr>
          <p:cNvPr id="37" name="action-icon-shell-2-0">
            <a:extLst xmlns:a="http://schemas.openxmlformats.org/drawingml/2006/main">
              <a:ext uri="{FF2B5EF4-FFF2-40B4-BE49-F238E27FC236}">
                <a16:creationId xmlns:a16="http://schemas.microsoft.com/office/drawing/2014/main" id="{6361D25B-58E0-4825-B1EF-213215723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5382225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10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26aad1275474276">
            <a:extLst>
              <a:ext uri="{96DAC541-7B7A-43D3-8B79-37D633B846F1}">
                <asvg:svgBlip xmlns:asvg="http://schemas.microsoft.com/office/drawing/2016/SVG/main" r:embed="R25d692e808034aea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5458425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39" name="action-title-2-0">
            <a:extLst xmlns:a="http://schemas.openxmlformats.org/drawingml/2006/main">
              <a:ext uri="{FF2B5EF4-FFF2-40B4-BE49-F238E27FC236}">
                <a16:creationId xmlns:a16="http://schemas.microsoft.com/office/drawing/2014/main" id="{2EF7B840-5A85-4866-8950-C0AE8ACEE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5321198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数据打通</a:t>
            </a:r>
          </a:p>
        </p:txBody>
      </p:sp>
      <p:sp>
        <p:nvSpPr>
          <p:cNvPr id="40" name="action-body-2-0">
            <a:extLst xmlns:a="http://schemas.openxmlformats.org/drawingml/2006/main">
              <a:ext uri="{FF2B5EF4-FFF2-40B4-BE49-F238E27FC236}">
                <a16:creationId xmlns:a16="http://schemas.microsoft.com/office/drawing/2014/main" id="{F0F6B64B-CD07-48B1-ABCD-EDC417DF1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5549798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统一分析对象</a:t>
            </a:r>
          </a:p>
        </p:txBody>
      </p:sp>
      <p:sp>
        <p:nvSpPr>
          <p:cNvPr id="41" name="action-icon-shell-2-1">
            <a:extLst xmlns:a="http://schemas.openxmlformats.org/drawingml/2006/main">
              <a:ext uri="{FF2B5EF4-FFF2-40B4-BE49-F238E27FC236}">
                <a16:creationId xmlns:a16="http://schemas.microsoft.com/office/drawing/2014/main" id="{FCE3B2FD-CBDF-4E93-A3BE-7A604265D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5382225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1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b57f459c2544062">
            <a:extLst>
              <a:ext uri="{96DAC541-7B7A-43D3-8B79-37D633B846F1}">
                <asvg:svgBlip xmlns:asvg="http://schemas.microsoft.com/office/drawing/2016/SVG/main" r:embed="Re28575aef5f542d5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5458425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43" name="action-title-2-1">
            <a:extLst xmlns:a="http://schemas.openxmlformats.org/drawingml/2006/main">
              <a:ext uri="{FF2B5EF4-FFF2-40B4-BE49-F238E27FC236}">
                <a16:creationId xmlns:a16="http://schemas.microsoft.com/office/drawing/2014/main" id="{4AF0FD19-6C9E-499F-B94F-3C0BEE8E3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5321198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自动分群</a:t>
            </a:r>
          </a:p>
        </p:txBody>
      </p:sp>
      <p:sp>
        <p:nvSpPr>
          <p:cNvPr id="44" name="action-body-2-1">
            <a:extLst xmlns:a="http://schemas.openxmlformats.org/drawingml/2006/main">
              <a:ext uri="{FF2B5EF4-FFF2-40B4-BE49-F238E27FC236}">
                <a16:creationId xmlns:a16="http://schemas.microsoft.com/office/drawing/2014/main" id="{83DA7512-F765-4EBE-9419-3859E183F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5549798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指导持续运营</a:t>
            </a:r>
          </a:p>
        </p:txBody>
      </p:sp>
      <p:sp>
        <p:nvSpPr>
          <p:cNvPr id="45" name="funnel-step-body-0">
            <a:extLst xmlns:a="http://schemas.openxmlformats.org/drawingml/2006/main">
              <a:ext uri="{FF2B5EF4-FFF2-40B4-BE49-F238E27FC236}">
                <a16:creationId xmlns:a16="http://schemas.microsoft.com/office/drawing/2014/main" id="{770E7719-C08F-49C0-878F-7922BACA2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52750" y="2514600"/>
            <a:ext cx="3332188" cy="533267"/>
          </a:xfrm>
          <a:custGeom xmlns:a="http://schemas.openxmlformats.org/drawingml/2006/main">
            <a:pathLst>
              <a:path w="3332188" h="533267">
                <a:moveTo>
                  <a:pt x="0" y="0"/>
                </a:moveTo>
                <a:lnTo>
                  <a:pt x="15497" y="25813"/>
                </a:lnTo>
                <a:lnTo>
                  <a:pt x="30985" y="51616"/>
                </a:lnTo>
                <a:lnTo>
                  <a:pt x="46482" y="77429"/>
                </a:lnTo>
                <a:lnTo>
                  <a:pt x="61979" y="103241"/>
                </a:lnTo>
                <a:lnTo>
                  <a:pt x="77467" y="129045"/>
                </a:lnTo>
                <a:lnTo>
                  <a:pt x="92964" y="154857"/>
                </a:lnTo>
                <a:lnTo>
                  <a:pt x="108461" y="180661"/>
                </a:lnTo>
                <a:lnTo>
                  <a:pt x="123949" y="206473"/>
                </a:lnTo>
                <a:lnTo>
                  <a:pt x="139446" y="232286"/>
                </a:lnTo>
                <a:lnTo>
                  <a:pt x="154943" y="258089"/>
                </a:lnTo>
                <a:lnTo>
                  <a:pt x="170431" y="283902"/>
                </a:lnTo>
                <a:lnTo>
                  <a:pt x="185928" y="309715"/>
                </a:lnTo>
                <a:lnTo>
                  <a:pt x="201425" y="335518"/>
                </a:lnTo>
                <a:lnTo>
                  <a:pt x="216913" y="361331"/>
                </a:lnTo>
                <a:lnTo>
                  <a:pt x="232410" y="387134"/>
                </a:lnTo>
                <a:lnTo>
                  <a:pt x="247898" y="412947"/>
                </a:lnTo>
                <a:lnTo>
                  <a:pt x="263395" y="438760"/>
                </a:lnTo>
                <a:lnTo>
                  <a:pt x="278892" y="464563"/>
                </a:lnTo>
                <a:lnTo>
                  <a:pt x="301171" y="482298"/>
                </a:lnTo>
                <a:lnTo>
                  <a:pt x="330537" y="488842"/>
                </a:lnTo>
                <a:lnTo>
                  <a:pt x="360293" y="493376"/>
                </a:lnTo>
                <a:lnTo>
                  <a:pt x="390182" y="496976"/>
                </a:lnTo>
                <a:lnTo>
                  <a:pt x="420129" y="500015"/>
                </a:lnTo>
                <a:lnTo>
                  <a:pt x="450113" y="502653"/>
                </a:lnTo>
                <a:lnTo>
                  <a:pt x="480127" y="505006"/>
                </a:lnTo>
                <a:lnTo>
                  <a:pt x="510159" y="507121"/>
                </a:lnTo>
                <a:lnTo>
                  <a:pt x="540201" y="509045"/>
                </a:lnTo>
                <a:lnTo>
                  <a:pt x="570243" y="510797"/>
                </a:lnTo>
                <a:lnTo>
                  <a:pt x="600304" y="512435"/>
                </a:lnTo>
                <a:lnTo>
                  <a:pt x="630374" y="513940"/>
                </a:lnTo>
                <a:lnTo>
                  <a:pt x="660444" y="515350"/>
                </a:lnTo>
                <a:lnTo>
                  <a:pt x="690515" y="516674"/>
                </a:lnTo>
                <a:lnTo>
                  <a:pt x="720595" y="517893"/>
                </a:lnTo>
                <a:lnTo>
                  <a:pt x="750675" y="519046"/>
                </a:lnTo>
                <a:lnTo>
                  <a:pt x="780755" y="520132"/>
                </a:lnTo>
                <a:lnTo>
                  <a:pt x="810844" y="521160"/>
                </a:lnTo>
                <a:lnTo>
                  <a:pt x="840924" y="522122"/>
                </a:lnTo>
                <a:lnTo>
                  <a:pt x="871014" y="523027"/>
                </a:lnTo>
                <a:lnTo>
                  <a:pt x="901113" y="523875"/>
                </a:lnTo>
                <a:lnTo>
                  <a:pt x="931202" y="524675"/>
                </a:lnTo>
                <a:lnTo>
                  <a:pt x="961292" y="525428"/>
                </a:lnTo>
                <a:lnTo>
                  <a:pt x="991391" y="526142"/>
                </a:lnTo>
                <a:lnTo>
                  <a:pt x="1021480" y="526809"/>
                </a:lnTo>
                <a:lnTo>
                  <a:pt x="1051579" y="527437"/>
                </a:lnTo>
                <a:lnTo>
                  <a:pt x="1081678" y="528028"/>
                </a:lnTo>
                <a:lnTo>
                  <a:pt x="1111777" y="528590"/>
                </a:lnTo>
                <a:lnTo>
                  <a:pt x="1141876" y="529104"/>
                </a:lnTo>
                <a:lnTo>
                  <a:pt x="1171975" y="529590"/>
                </a:lnTo>
                <a:lnTo>
                  <a:pt x="1202074" y="530038"/>
                </a:lnTo>
                <a:lnTo>
                  <a:pt x="1232173" y="530457"/>
                </a:lnTo>
                <a:lnTo>
                  <a:pt x="1262272" y="530838"/>
                </a:lnTo>
                <a:lnTo>
                  <a:pt x="1292371" y="531200"/>
                </a:lnTo>
                <a:lnTo>
                  <a:pt x="1322470" y="531514"/>
                </a:lnTo>
                <a:lnTo>
                  <a:pt x="1352579" y="531819"/>
                </a:lnTo>
                <a:lnTo>
                  <a:pt x="1382678" y="532086"/>
                </a:lnTo>
                <a:lnTo>
                  <a:pt x="1412777" y="532333"/>
                </a:lnTo>
                <a:lnTo>
                  <a:pt x="1442876" y="532533"/>
                </a:lnTo>
                <a:lnTo>
                  <a:pt x="1472984" y="532733"/>
                </a:lnTo>
                <a:lnTo>
                  <a:pt x="1503083" y="532876"/>
                </a:lnTo>
                <a:lnTo>
                  <a:pt x="1533182" y="533019"/>
                </a:lnTo>
                <a:lnTo>
                  <a:pt x="1563291" y="533114"/>
                </a:lnTo>
                <a:lnTo>
                  <a:pt x="1593390" y="533200"/>
                </a:lnTo>
                <a:lnTo>
                  <a:pt x="1623498" y="533238"/>
                </a:lnTo>
                <a:lnTo>
                  <a:pt x="1653597" y="533267"/>
                </a:lnTo>
                <a:lnTo>
                  <a:pt x="1683696" y="533267"/>
                </a:lnTo>
                <a:lnTo>
                  <a:pt x="1713805" y="533238"/>
                </a:lnTo>
                <a:lnTo>
                  <a:pt x="1743904" y="533181"/>
                </a:lnTo>
                <a:lnTo>
                  <a:pt x="1774012" y="533105"/>
                </a:lnTo>
                <a:lnTo>
                  <a:pt x="1804111" y="533000"/>
                </a:lnTo>
                <a:lnTo>
                  <a:pt x="1834210" y="532857"/>
                </a:lnTo>
                <a:lnTo>
                  <a:pt x="1864319" y="532714"/>
                </a:lnTo>
                <a:lnTo>
                  <a:pt x="1894418" y="532514"/>
                </a:lnTo>
                <a:lnTo>
                  <a:pt x="1924517" y="532314"/>
                </a:lnTo>
                <a:lnTo>
                  <a:pt x="1954625" y="532047"/>
                </a:lnTo>
                <a:lnTo>
                  <a:pt x="1984724" y="531790"/>
                </a:lnTo>
                <a:lnTo>
                  <a:pt x="2014823" y="531476"/>
                </a:lnTo>
                <a:lnTo>
                  <a:pt x="2044922" y="531162"/>
                </a:lnTo>
                <a:lnTo>
                  <a:pt x="2075021" y="530790"/>
                </a:lnTo>
                <a:lnTo>
                  <a:pt x="2105130" y="530409"/>
                </a:lnTo>
                <a:lnTo>
                  <a:pt x="2135229" y="529981"/>
                </a:lnTo>
                <a:lnTo>
                  <a:pt x="2165328" y="529533"/>
                </a:lnTo>
                <a:lnTo>
                  <a:pt x="2195427" y="529047"/>
                </a:lnTo>
                <a:lnTo>
                  <a:pt x="2225526" y="528523"/>
                </a:lnTo>
                <a:lnTo>
                  <a:pt x="2255615" y="527961"/>
                </a:lnTo>
                <a:lnTo>
                  <a:pt x="2285714" y="527371"/>
                </a:lnTo>
                <a:lnTo>
                  <a:pt x="2315813" y="526733"/>
                </a:lnTo>
                <a:lnTo>
                  <a:pt x="2345912" y="526056"/>
                </a:lnTo>
                <a:lnTo>
                  <a:pt x="2376002" y="525342"/>
                </a:lnTo>
                <a:lnTo>
                  <a:pt x="2406091" y="524580"/>
                </a:lnTo>
                <a:lnTo>
                  <a:pt x="2436190" y="523780"/>
                </a:lnTo>
                <a:lnTo>
                  <a:pt x="2466280" y="522923"/>
                </a:lnTo>
                <a:lnTo>
                  <a:pt x="2496369" y="522008"/>
                </a:lnTo>
                <a:lnTo>
                  <a:pt x="2526459" y="521037"/>
                </a:lnTo>
                <a:lnTo>
                  <a:pt x="2556539" y="520008"/>
                </a:lnTo>
                <a:lnTo>
                  <a:pt x="2586619" y="518922"/>
                </a:lnTo>
                <a:lnTo>
                  <a:pt x="2616698" y="517760"/>
                </a:lnTo>
                <a:lnTo>
                  <a:pt x="2646778" y="516522"/>
                </a:lnTo>
                <a:lnTo>
                  <a:pt x="2676849" y="515188"/>
                </a:lnTo>
                <a:lnTo>
                  <a:pt x="2706919" y="513769"/>
                </a:lnTo>
                <a:lnTo>
                  <a:pt x="2736990" y="512245"/>
                </a:lnTo>
                <a:lnTo>
                  <a:pt x="2767041" y="510597"/>
                </a:lnTo>
                <a:lnTo>
                  <a:pt x="2797092" y="508826"/>
                </a:lnTo>
                <a:lnTo>
                  <a:pt x="2827134" y="506882"/>
                </a:lnTo>
                <a:lnTo>
                  <a:pt x="2857157" y="504739"/>
                </a:lnTo>
                <a:lnTo>
                  <a:pt x="2887170" y="502368"/>
                </a:lnTo>
                <a:lnTo>
                  <a:pt x="2917155" y="499682"/>
                </a:lnTo>
                <a:lnTo>
                  <a:pt x="2947092" y="496586"/>
                </a:lnTo>
                <a:lnTo>
                  <a:pt x="2976972" y="492900"/>
                </a:lnTo>
                <a:lnTo>
                  <a:pt x="3006700" y="488213"/>
                </a:lnTo>
                <a:lnTo>
                  <a:pt x="3035970" y="481241"/>
                </a:lnTo>
                <a:lnTo>
                  <a:pt x="3056687" y="461524"/>
                </a:lnTo>
                <a:lnTo>
                  <a:pt x="3072184" y="435712"/>
                </a:lnTo>
                <a:lnTo>
                  <a:pt x="3087672" y="409908"/>
                </a:lnTo>
                <a:lnTo>
                  <a:pt x="3103169" y="384096"/>
                </a:lnTo>
                <a:lnTo>
                  <a:pt x="3118666" y="358283"/>
                </a:lnTo>
                <a:lnTo>
                  <a:pt x="3134154" y="332480"/>
                </a:lnTo>
                <a:lnTo>
                  <a:pt x="3149651" y="306667"/>
                </a:lnTo>
                <a:lnTo>
                  <a:pt x="3165148" y="280854"/>
                </a:lnTo>
                <a:lnTo>
                  <a:pt x="3180636" y="255051"/>
                </a:lnTo>
                <a:lnTo>
                  <a:pt x="3196133" y="229238"/>
                </a:lnTo>
                <a:lnTo>
                  <a:pt x="3211630" y="203435"/>
                </a:lnTo>
                <a:lnTo>
                  <a:pt x="3227118" y="177622"/>
                </a:lnTo>
                <a:lnTo>
                  <a:pt x="3242615" y="151809"/>
                </a:lnTo>
                <a:lnTo>
                  <a:pt x="3258112" y="126006"/>
                </a:lnTo>
                <a:lnTo>
                  <a:pt x="3273600" y="100193"/>
                </a:lnTo>
                <a:lnTo>
                  <a:pt x="3289097" y="74381"/>
                </a:lnTo>
                <a:lnTo>
                  <a:pt x="3304584" y="48578"/>
                </a:lnTo>
                <a:lnTo>
                  <a:pt x="3320082" y="22765"/>
                </a:lnTo>
                <a:lnTo>
                  <a:pt x="3332188" y="3086"/>
                </a:lnTo>
                <a:lnTo>
                  <a:pt x="3304070" y="13059"/>
                </a:lnTo>
                <a:lnTo>
                  <a:pt x="3274409" y="18155"/>
                </a:lnTo>
                <a:lnTo>
                  <a:pt x="3244548" y="21965"/>
                </a:lnTo>
                <a:lnTo>
                  <a:pt x="3214602" y="25079"/>
                </a:lnTo>
                <a:lnTo>
                  <a:pt x="3184617" y="27746"/>
                </a:lnTo>
                <a:lnTo>
                  <a:pt x="3154613" y="30109"/>
                </a:lnTo>
                <a:lnTo>
                  <a:pt x="3124581" y="32223"/>
                </a:lnTo>
                <a:lnTo>
                  <a:pt x="3094539" y="34138"/>
                </a:lnTo>
                <a:lnTo>
                  <a:pt x="3064488" y="35890"/>
                </a:lnTo>
                <a:lnTo>
                  <a:pt x="3034427" y="37519"/>
                </a:lnTo>
                <a:lnTo>
                  <a:pt x="3004366" y="39043"/>
                </a:lnTo>
                <a:lnTo>
                  <a:pt x="2974296" y="40453"/>
                </a:lnTo>
                <a:lnTo>
                  <a:pt x="2944225" y="41777"/>
                </a:lnTo>
                <a:lnTo>
                  <a:pt x="2914145" y="43015"/>
                </a:lnTo>
                <a:lnTo>
                  <a:pt x="2884065" y="44186"/>
                </a:lnTo>
                <a:lnTo>
                  <a:pt x="2853985" y="45291"/>
                </a:lnTo>
                <a:lnTo>
                  <a:pt x="2823896" y="46339"/>
                </a:lnTo>
                <a:lnTo>
                  <a:pt x="2793816" y="47339"/>
                </a:lnTo>
                <a:lnTo>
                  <a:pt x="2763726" y="48282"/>
                </a:lnTo>
                <a:lnTo>
                  <a:pt x="2733637" y="49168"/>
                </a:lnTo>
                <a:lnTo>
                  <a:pt x="2703547" y="50025"/>
                </a:lnTo>
                <a:lnTo>
                  <a:pt x="2673448" y="50835"/>
                </a:lnTo>
                <a:lnTo>
                  <a:pt x="2643359" y="51597"/>
                </a:lnTo>
                <a:lnTo>
                  <a:pt x="2613269" y="52330"/>
                </a:lnTo>
                <a:lnTo>
                  <a:pt x="2583170" y="53026"/>
                </a:lnTo>
                <a:lnTo>
                  <a:pt x="2553071" y="53692"/>
                </a:lnTo>
                <a:lnTo>
                  <a:pt x="2522982" y="54321"/>
                </a:lnTo>
                <a:lnTo>
                  <a:pt x="2492883" y="54921"/>
                </a:lnTo>
                <a:lnTo>
                  <a:pt x="2462784" y="55493"/>
                </a:lnTo>
                <a:lnTo>
                  <a:pt x="2432685" y="56036"/>
                </a:lnTo>
                <a:lnTo>
                  <a:pt x="2402586" y="56550"/>
                </a:lnTo>
                <a:lnTo>
                  <a:pt x="2372487" y="57036"/>
                </a:lnTo>
                <a:lnTo>
                  <a:pt x="2342388" y="57502"/>
                </a:lnTo>
                <a:lnTo>
                  <a:pt x="2312289" y="57941"/>
                </a:lnTo>
                <a:lnTo>
                  <a:pt x="2282190" y="58360"/>
                </a:lnTo>
                <a:lnTo>
                  <a:pt x="2252091" y="58741"/>
                </a:lnTo>
                <a:lnTo>
                  <a:pt x="2221992" y="59112"/>
                </a:lnTo>
                <a:lnTo>
                  <a:pt x="2191893" y="59455"/>
                </a:lnTo>
                <a:lnTo>
                  <a:pt x="2161784" y="59788"/>
                </a:lnTo>
                <a:lnTo>
                  <a:pt x="2131685" y="60084"/>
                </a:lnTo>
                <a:lnTo>
                  <a:pt x="2101586" y="60360"/>
                </a:lnTo>
                <a:lnTo>
                  <a:pt x="2071487" y="60617"/>
                </a:lnTo>
                <a:lnTo>
                  <a:pt x="2041379" y="60874"/>
                </a:lnTo>
                <a:lnTo>
                  <a:pt x="2011280" y="61093"/>
                </a:lnTo>
                <a:lnTo>
                  <a:pt x="1981181" y="61293"/>
                </a:lnTo>
                <a:lnTo>
                  <a:pt x="1951072" y="61465"/>
                </a:lnTo>
                <a:lnTo>
                  <a:pt x="1920973" y="61636"/>
                </a:lnTo>
                <a:lnTo>
                  <a:pt x="1890874" y="61789"/>
                </a:lnTo>
                <a:lnTo>
                  <a:pt x="1860766" y="61903"/>
                </a:lnTo>
                <a:lnTo>
                  <a:pt x="1830667" y="62017"/>
                </a:lnTo>
                <a:lnTo>
                  <a:pt x="1800558" y="62103"/>
                </a:lnTo>
                <a:lnTo>
                  <a:pt x="1770459" y="62170"/>
                </a:lnTo>
                <a:lnTo>
                  <a:pt x="1740360" y="62236"/>
                </a:lnTo>
                <a:lnTo>
                  <a:pt x="1710252" y="62255"/>
                </a:lnTo>
                <a:lnTo>
                  <a:pt x="1680153" y="62284"/>
                </a:lnTo>
                <a:lnTo>
                  <a:pt x="1650054" y="62284"/>
                </a:lnTo>
                <a:lnTo>
                  <a:pt x="1619945" y="62255"/>
                </a:lnTo>
                <a:lnTo>
                  <a:pt x="1589846" y="62236"/>
                </a:lnTo>
                <a:lnTo>
                  <a:pt x="1559738" y="62160"/>
                </a:lnTo>
                <a:lnTo>
                  <a:pt x="1529639" y="62093"/>
                </a:lnTo>
                <a:lnTo>
                  <a:pt x="1499540" y="62008"/>
                </a:lnTo>
                <a:lnTo>
                  <a:pt x="1469431" y="61884"/>
                </a:lnTo>
                <a:lnTo>
                  <a:pt x="1439332" y="61770"/>
                </a:lnTo>
                <a:lnTo>
                  <a:pt x="1409224" y="61617"/>
                </a:lnTo>
                <a:lnTo>
                  <a:pt x="1379125" y="61446"/>
                </a:lnTo>
                <a:lnTo>
                  <a:pt x="1349026" y="61274"/>
                </a:lnTo>
                <a:lnTo>
                  <a:pt x="1318927" y="61055"/>
                </a:lnTo>
                <a:lnTo>
                  <a:pt x="1288818" y="60836"/>
                </a:lnTo>
                <a:lnTo>
                  <a:pt x="1258719" y="60589"/>
                </a:lnTo>
                <a:lnTo>
                  <a:pt x="1228620" y="60322"/>
                </a:lnTo>
                <a:lnTo>
                  <a:pt x="1198512" y="60055"/>
                </a:lnTo>
                <a:lnTo>
                  <a:pt x="1168413" y="59750"/>
                </a:lnTo>
                <a:lnTo>
                  <a:pt x="1138314" y="59417"/>
                </a:lnTo>
                <a:lnTo>
                  <a:pt x="1108215" y="59074"/>
                </a:lnTo>
                <a:lnTo>
                  <a:pt x="1078116" y="58703"/>
                </a:lnTo>
                <a:lnTo>
                  <a:pt x="1048007" y="58303"/>
                </a:lnTo>
                <a:lnTo>
                  <a:pt x="1017908" y="57893"/>
                </a:lnTo>
                <a:lnTo>
                  <a:pt x="987809" y="57445"/>
                </a:lnTo>
                <a:lnTo>
                  <a:pt x="957710" y="56979"/>
                </a:lnTo>
                <a:lnTo>
                  <a:pt x="927611" y="56493"/>
                </a:lnTo>
                <a:lnTo>
                  <a:pt x="897512" y="55969"/>
                </a:lnTo>
                <a:lnTo>
                  <a:pt x="867413" y="55426"/>
                </a:lnTo>
                <a:lnTo>
                  <a:pt x="837324" y="54854"/>
                </a:lnTo>
                <a:lnTo>
                  <a:pt x="807225" y="54254"/>
                </a:lnTo>
                <a:lnTo>
                  <a:pt x="777126" y="53616"/>
                </a:lnTo>
                <a:lnTo>
                  <a:pt x="747036" y="52949"/>
                </a:lnTo>
                <a:lnTo>
                  <a:pt x="716937" y="52245"/>
                </a:lnTo>
                <a:lnTo>
                  <a:pt x="686848" y="51511"/>
                </a:lnTo>
                <a:lnTo>
                  <a:pt x="656749" y="50740"/>
                </a:lnTo>
                <a:lnTo>
                  <a:pt x="626659" y="49921"/>
                </a:lnTo>
                <a:lnTo>
                  <a:pt x="596570" y="49073"/>
                </a:lnTo>
                <a:lnTo>
                  <a:pt x="566480" y="48168"/>
                </a:lnTo>
                <a:lnTo>
                  <a:pt x="536391" y="47225"/>
                </a:lnTo>
                <a:lnTo>
                  <a:pt x="506301" y="46225"/>
                </a:lnTo>
                <a:lnTo>
                  <a:pt x="476221" y="45168"/>
                </a:lnTo>
                <a:lnTo>
                  <a:pt x="446141" y="44053"/>
                </a:lnTo>
                <a:lnTo>
                  <a:pt x="416062" y="42872"/>
                </a:lnTo>
                <a:lnTo>
                  <a:pt x="385982" y="41624"/>
                </a:lnTo>
                <a:lnTo>
                  <a:pt x="355911" y="40291"/>
                </a:lnTo>
                <a:lnTo>
                  <a:pt x="325841" y="38862"/>
                </a:lnTo>
                <a:lnTo>
                  <a:pt x="295780" y="37338"/>
                </a:lnTo>
                <a:lnTo>
                  <a:pt x="265719" y="35700"/>
                </a:lnTo>
                <a:lnTo>
                  <a:pt x="235668" y="33919"/>
                </a:lnTo>
                <a:lnTo>
                  <a:pt x="205626" y="31975"/>
                </a:lnTo>
                <a:lnTo>
                  <a:pt x="175603" y="29842"/>
                </a:lnTo>
                <a:lnTo>
                  <a:pt x="145590" y="27451"/>
                </a:lnTo>
                <a:lnTo>
                  <a:pt x="115614" y="24736"/>
                </a:lnTo>
                <a:lnTo>
                  <a:pt x="85677" y="21555"/>
                </a:lnTo>
                <a:lnTo>
                  <a:pt x="55836" y="17650"/>
                </a:lnTo>
                <a:lnTo>
                  <a:pt x="26213" y="12306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46" name="funnel-step-cap-0">
            <a:extLst xmlns:a="http://schemas.openxmlformats.org/drawingml/2006/main">
              <a:ext uri="{FF2B5EF4-FFF2-40B4-BE49-F238E27FC236}">
                <a16:creationId xmlns:a16="http://schemas.microsoft.com/office/drawing/2014/main" id="{DEB925BC-DA47-45D0-BBFD-D55FF4A0E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52750" y="2425951"/>
            <a:ext cx="3333750" cy="17728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47" name="funnel-step-body-1">
            <a:extLst xmlns:a="http://schemas.openxmlformats.org/drawingml/2006/main">
              <a:ext uri="{FF2B5EF4-FFF2-40B4-BE49-F238E27FC236}">
                <a16:creationId xmlns:a16="http://schemas.microsoft.com/office/drawing/2014/main" id="{F991BBC3-3020-472B-BFEC-30B594388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235452" y="3116294"/>
            <a:ext cx="2765384" cy="533210"/>
          </a:xfrm>
          <a:custGeom xmlns:a="http://schemas.openxmlformats.org/drawingml/2006/main">
            <a:pathLst>
              <a:path w="2765384" h="533210">
                <a:moveTo>
                  <a:pt x="0" y="0"/>
                </a:moveTo>
                <a:lnTo>
                  <a:pt x="10735" y="23355"/>
                </a:lnTo>
                <a:lnTo>
                  <a:pt x="21460" y="46701"/>
                </a:lnTo>
                <a:lnTo>
                  <a:pt x="32195" y="70056"/>
                </a:lnTo>
                <a:lnTo>
                  <a:pt x="42920" y="93402"/>
                </a:lnTo>
                <a:lnTo>
                  <a:pt x="53654" y="116757"/>
                </a:lnTo>
                <a:lnTo>
                  <a:pt x="64389" y="140103"/>
                </a:lnTo>
                <a:lnTo>
                  <a:pt x="75114" y="163459"/>
                </a:lnTo>
                <a:lnTo>
                  <a:pt x="85849" y="186804"/>
                </a:lnTo>
                <a:lnTo>
                  <a:pt x="96574" y="210160"/>
                </a:lnTo>
                <a:lnTo>
                  <a:pt x="107309" y="233515"/>
                </a:lnTo>
                <a:lnTo>
                  <a:pt x="118043" y="256861"/>
                </a:lnTo>
                <a:lnTo>
                  <a:pt x="128768" y="280216"/>
                </a:lnTo>
                <a:lnTo>
                  <a:pt x="139503" y="303562"/>
                </a:lnTo>
                <a:lnTo>
                  <a:pt x="150228" y="326917"/>
                </a:lnTo>
                <a:lnTo>
                  <a:pt x="160963" y="350263"/>
                </a:lnTo>
                <a:lnTo>
                  <a:pt x="171698" y="373618"/>
                </a:lnTo>
                <a:lnTo>
                  <a:pt x="182423" y="396973"/>
                </a:lnTo>
                <a:lnTo>
                  <a:pt x="193157" y="420319"/>
                </a:lnTo>
                <a:lnTo>
                  <a:pt x="203892" y="443675"/>
                </a:lnTo>
                <a:lnTo>
                  <a:pt x="214617" y="467020"/>
                </a:lnTo>
                <a:lnTo>
                  <a:pt x="233105" y="482670"/>
                </a:lnTo>
                <a:lnTo>
                  <a:pt x="257985" y="489071"/>
                </a:lnTo>
                <a:lnTo>
                  <a:pt x="283283" y="493576"/>
                </a:lnTo>
                <a:lnTo>
                  <a:pt x="308724" y="497157"/>
                </a:lnTo>
                <a:lnTo>
                  <a:pt x="334242" y="500196"/>
                </a:lnTo>
                <a:lnTo>
                  <a:pt x="359807" y="502834"/>
                </a:lnTo>
                <a:lnTo>
                  <a:pt x="385401" y="505177"/>
                </a:lnTo>
                <a:lnTo>
                  <a:pt x="411013" y="507292"/>
                </a:lnTo>
                <a:lnTo>
                  <a:pt x="436636" y="509207"/>
                </a:lnTo>
                <a:lnTo>
                  <a:pt x="462277" y="510978"/>
                </a:lnTo>
                <a:lnTo>
                  <a:pt x="487928" y="512607"/>
                </a:lnTo>
                <a:lnTo>
                  <a:pt x="513578" y="514112"/>
                </a:lnTo>
                <a:lnTo>
                  <a:pt x="539239" y="515522"/>
                </a:lnTo>
                <a:lnTo>
                  <a:pt x="564899" y="516836"/>
                </a:lnTo>
                <a:lnTo>
                  <a:pt x="590569" y="518065"/>
                </a:lnTo>
                <a:lnTo>
                  <a:pt x="616248" y="519217"/>
                </a:lnTo>
                <a:lnTo>
                  <a:pt x="641918" y="520303"/>
                </a:lnTo>
                <a:lnTo>
                  <a:pt x="667598" y="521322"/>
                </a:lnTo>
                <a:lnTo>
                  <a:pt x="693277" y="522275"/>
                </a:lnTo>
                <a:lnTo>
                  <a:pt x="718966" y="523170"/>
                </a:lnTo>
                <a:lnTo>
                  <a:pt x="744645" y="524018"/>
                </a:lnTo>
                <a:lnTo>
                  <a:pt x="770334" y="524818"/>
                </a:lnTo>
                <a:lnTo>
                  <a:pt x="796023" y="525570"/>
                </a:lnTo>
                <a:lnTo>
                  <a:pt x="821712" y="526275"/>
                </a:lnTo>
                <a:lnTo>
                  <a:pt x="847401" y="526942"/>
                </a:lnTo>
                <a:lnTo>
                  <a:pt x="873090" y="527571"/>
                </a:lnTo>
                <a:lnTo>
                  <a:pt x="898789" y="528152"/>
                </a:lnTo>
                <a:lnTo>
                  <a:pt x="924477" y="528704"/>
                </a:lnTo>
                <a:lnTo>
                  <a:pt x="950176" y="529219"/>
                </a:lnTo>
                <a:lnTo>
                  <a:pt x="975865" y="529695"/>
                </a:lnTo>
                <a:lnTo>
                  <a:pt x="1001563" y="530133"/>
                </a:lnTo>
                <a:lnTo>
                  <a:pt x="1027262" y="530543"/>
                </a:lnTo>
                <a:lnTo>
                  <a:pt x="1052951" y="530924"/>
                </a:lnTo>
                <a:lnTo>
                  <a:pt x="1078649" y="531276"/>
                </a:lnTo>
                <a:lnTo>
                  <a:pt x="1104348" y="531590"/>
                </a:lnTo>
                <a:lnTo>
                  <a:pt x="1130046" y="531876"/>
                </a:lnTo>
                <a:lnTo>
                  <a:pt x="1155744" y="532133"/>
                </a:lnTo>
                <a:lnTo>
                  <a:pt x="1181443" y="532352"/>
                </a:lnTo>
                <a:lnTo>
                  <a:pt x="1207141" y="532562"/>
                </a:lnTo>
                <a:lnTo>
                  <a:pt x="1232830" y="532733"/>
                </a:lnTo>
                <a:lnTo>
                  <a:pt x="1258529" y="532876"/>
                </a:lnTo>
                <a:lnTo>
                  <a:pt x="1284227" y="533000"/>
                </a:lnTo>
                <a:lnTo>
                  <a:pt x="1309926" y="533086"/>
                </a:lnTo>
                <a:lnTo>
                  <a:pt x="1335634" y="533152"/>
                </a:lnTo>
                <a:lnTo>
                  <a:pt x="1361332" y="533181"/>
                </a:lnTo>
                <a:lnTo>
                  <a:pt x="1387031" y="533210"/>
                </a:lnTo>
                <a:lnTo>
                  <a:pt x="1412729" y="533181"/>
                </a:lnTo>
                <a:lnTo>
                  <a:pt x="1438427" y="533152"/>
                </a:lnTo>
                <a:lnTo>
                  <a:pt x="1464126" y="533067"/>
                </a:lnTo>
                <a:lnTo>
                  <a:pt x="1489824" y="532981"/>
                </a:lnTo>
                <a:lnTo>
                  <a:pt x="1515523" y="532848"/>
                </a:lnTo>
                <a:lnTo>
                  <a:pt x="1541221" y="532695"/>
                </a:lnTo>
                <a:lnTo>
                  <a:pt x="1566920" y="532514"/>
                </a:lnTo>
                <a:lnTo>
                  <a:pt x="1592618" y="532314"/>
                </a:lnTo>
                <a:lnTo>
                  <a:pt x="1618307" y="532067"/>
                </a:lnTo>
                <a:lnTo>
                  <a:pt x="1644005" y="531809"/>
                </a:lnTo>
                <a:lnTo>
                  <a:pt x="1669704" y="531524"/>
                </a:lnTo>
                <a:lnTo>
                  <a:pt x="1695402" y="531200"/>
                </a:lnTo>
                <a:lnTo>
                  <a:pt x="1721101" y="530838"/>
                </a:lnTo>
                <a:lnTo>
                  <a:pt x="1746799" y="530457"/>
                </a:lnTo>
                <a:lnTo>
                  <a:pt x="1772488" y="530038"/>
                </a:lnTo>
                <a:lnTo>
                  <a:pt x="1798187" y="529590"/>
                </a:lnTo>
                <a:lnTo>
                  <a:pt x="1823876" y="529104"/>
                </a:lnTo>
                <a:lnTo>
                  <a:pt x="1849574" y="528580"/>
                </a:lnTo>
                <a:lnTo>
                  <a:pt x="1875263" y="528028"/>
                </a:lnTo>
                <a:lnTo>
                  <a:pt x="1900961" y="527428"/>
                </a:lnTo>
                <a:lnTo>
                  <a:pt x="1926650" y="526799"/>
                </a:lnTo>
                <a:lnTo>
                  <a:pt x="1952339" y="526123"/>
                </a:lnTo>
                <a:lnTo>
                  <a:pt x="1978028" y="525409"/>
                </a:lnTo>
                <a:lnTo>
                  <a:pt x="2003717" y="524647"/>
                </a:lnTo>
                <a:lnTo>
                  <a:pt x="2029397" y="523837"/>
                </a:lnTo>
                <a:lnTo>
                  <a:pt x="2055085" y="522980"/>
                </a:lnTo>
                <a:lnTo>
                  <a:pt x="2080765" y="522065"/>
                </a:lnTo>
                <a:lnTo>
                  <a:pt x="2106444" y="521094"/>
                </a:lnTo>
                <a:lnTo>
                  <a:pt x="2132124" y="520065"/>
                </a:lnTo>
                <a:lnTo>
                  <a:pt x="2157803" y="518970"/>
                </a:lnTo>
                <a:lnTo>
                  <a:pt x="2183473" y="517798"/>
                </a:lnTo>
                <a:lnTo>
                  <a:pt x="2209143" y="516550"/>
                </a:lnTo>
                <a:lnTo>
                  <a:pt x="2234803" y="515217"/>
                </a:lnTo>
                <a:lnTo>
                  <a:pt x="2260463" y="513788"/>
                </a:lnTo>
                <a:lnTo>
                  <a:pt x="2286114" y="512255"/>
                </a:lnTo>
                <a:lnTo>
                  <a:pt x="2311765" y="510597"/>
                </a:lnTo>
                <a:lnTo>
                  <a:pt x="2337397" y="508806"/>
                </a:lnTo>
                <a:lnTo>
                  <a:pt x="2363019" y="506835"/>
                </a:lnTo>
                <a:lnTo>
                  <a:pt x="2388632" y="504673"/>
                </a:lnTo>
                <a:lnTo>
                  <a:pt x="2414216" y="502272"/>
                </a:lnTo>
                <a:lnTo>
                  <a:pt x="2439772" y="499558"/>
                </a:lnTo>
                <a:lnTo>
                  <a:pt x="2465280" y="496424"/>
                </a:lnTo>
                <a:lnTo>
                  <a:pt x="2490702" y="492671"/>
                </a:lnTo>
                <a:lnTo>
                  <a:pt x="2515943" y="487880"/>
                </a:lnTo>
                <a:lnTo>
                  <a:pt x="2540575" y="480670"/>
                </a:lnTo>
                <a:lnTo>
                  <a:pt x="2556110" y="461839"/>
                </a:lnTo>
                <a:lnTo>
                  <a:pt x="2566845" y="438483"/>
                </a:lnTo>
                <a:lnTo>
                  <a:pt x="2577570" y="415138"/>
                </a:lnTo>
                <a:lnTo>
                  <a:pt x="2588304" y="391782"/>
                </a:lnTo>
                <a:lnTo>
                  <a:pt x="2599030" y="368437"/>
                </a:lnTo>
                <a:lnTo>
                  <a:pt x="2609764" y="345081"/>
                </a:lnTo>
                <a:lnTo>
                  <a:pt x="2620499" y="321735"/>
                </a:lnTo>
                <a:lnTo>
                  <a:pt x="2631224" y="298380"/>
                </a:lnTo>
                <a:lnTo>
                  <a:pt x="2641959" y="275025"/>
                </a:lnTo>
                <a:lnTo>
                  <a:pt x="2652684" y="251679"/>
                </a:lnTo>
                <a:lnTo>
                  <a:pt x="2663419" y="228324"/>
                </a:lnTo>
                <a:lnTo>
                  <a:pt x="2674153" y="204978"/>
                </a:lnTo>
                <a:lnTo>
                  <a:pt x="2684878" y="181623"/>
                </a:lnTo>
                <a:lnTo>
                  <a:pt x="2695613" y="158277"/>
                </a:lnTo>
                <a:lnTo>
                  <a:pt x="2706338" y="134922"/>
                </a:lnTo>
                <a:lnTo>
                  <a:pt x="2717073" y="111566"/>
                </a:lnTo>
                <a:lnTo>
                  <a:pt x="2727808" y="88221"/>
                </a:lnTo>
                <a:lnTo>
                  <a:pt x="2738533" y="64865"/>
                </a:lnTo>
                <a:lnTo>
                  <a:pt x="2749267" y="41519"/>
                </a:lnTo>
                <a:lnTo>
                  <a:pt x="2760002" y="18164"/>
                </a:lnTo>
                <a:lnTo>
                  <a:pt x="2765384" y="4648"/>
                </a:lnTo>
                <a:lnTo>
                  <a:pt x="2741457" y="13621"/>
                </a:lnTo>
                <a:lnTo>
                  <a:pt x="2716263" y="18640"/>
                </a:lnTo>
                <a:lnTo>
                  <a:pt x="2690841" y="22422"/>
                </a:lnTo>
                <a:lnTo>
                  <a:pt x="2665333" y="25537"/>
                </a:lnTo>
                <a:lnTo>
                  <a:pt x="2639778" y="28213"/>
                </a:lnTo>
                <a:lnTo>
                  <a:pt x="2614184" y="30575"/>
                </a:lnTo>
                <a:lnTo>
                  <a:pt x="2588571" y="32699"/>
                </a:lnTo>
                <a:lnTo>
                  <a:pt x="2562949" y="34633"/>
                </a:lnTo>
                <a:lnTo>
                  <a:pt x="2537308" y="36395"/>
                </a:lnTo>
                <a:lnTo>
                  <a:pt x="2511666" y="38033"/>
                </a:lnTo>
                <a:lnTo>
                  <a:pt x="2486006" y="39548"/>
                </a:lnTo>
                <a:lnTo>
                  <a:pt x="2460346" y="40958"/>
                </a:lnTo>
                <a:lnTo>
                  <a:pt x="2434685" y="42291"/>
                </a:lnTo>
                <a:lnTo>
                  <a:pt x="2409015" y="43539"/>
                </a:lnTo>
                <a:lnTo>
                  <a:pt x="2383346" y="44720"/>
                </a:lnTo>
                <a:lnTo>
                  <a:pt x="2357666" y="45825"/>
                </a:lnTo>
                <a:lnTo>
                  <a:pt x="2331996" y="46873"/>
                </a:lnTo>
                <a:lnTo>
                  <a:pt x="2306317" y="47863"/>
                </a:lnTo>
                <a:lnTo>
                  <a:pt x="2280628" y="48797"/>
                </a:lnTo>
                <a:lnTo>
                  <a:pt x="2254949" y="49692"/>
                </a:lnTo>
                <a:lnTo>
                  <a:pt x="2229260" y="50540"/>
                </a:lnTo>
                <a:lnTo>
                  <a:pt x="2203580" y="51340"/>
                </a:lnTo>
                <a:lnTo>
                  <a:pt x="2177891" y="52111"/>
                </a:lnTo>
                <a:lnTo>
                  <a:pt x="2152202" y="52835"/>
                </a:lnTo>
                <a:lnTo>
                  <a:pt x="2126513" y="53531"/>
                </a:lnTo>
                <a:lnTo>
                  <a:pt x="2100824" y="54178"/>
                </a:lnTo>
                <a:lnTo>
                  <a:pt x="2075126" y="54807"/>
                </a:lnTo>
                <a:lnTo>
                  <a:pt x="2049437" y="55397"/>
                </a:lnTo>
                <a:lnTo>
                  <a:pt x="2023748" y="55959"/>
                </a:lnTo>
                <a:lnTo>
                  <a:pt x="1998050" y="56493"/>
                </a:lnTo>
                <a:lnTo>
                  <a:pt x="1972361" y="56998"/>
                </a:lnTo>
                <a:lnTo>
                  <a:pt x="1946662" y="57474"/>
                </a:lnTo>
                <a:lnTo>
                  <a:pt x="1920973" y="57912"/>
                </a:lnTo>
                <a:lnTo>
                  <a:pt x="1895275" y="58350"/>
                </a:lnTo>
                <a:lnTo>
                  <a:pt x="1869577" y="58741"/>
                </a:lnTo>
                <a:lnTo>
                  <a:pt x="1843878" y="59122"/>
                </a:lnTo>
                <a:lnTo>
                  <a:pt x="1818189" y="59474"/>
                </a:lnTo>
                <a:lnTo>
                  <a:pt x="1792491" y="59807"/>
                </a:lnTo>
                <a:lnTo>
                  <a:pt x="1766792" y="60122"/>
                </a:lnTo>
                <a:lnTo>
                  <a:pt x="1741094" y="60398"/>
                </a:lnTo>
                <a:lnTo>
                  <a:pt x="1715395" y="60674"/>
                </a:lnTo>
                <a:lnTo>
                  <a:pt x="1689697" y="60912"/>
                </a:lnTo>
                <a:lnTo>
                  <a:pt x="1663998" y="61131"/>
                </a:lnTo>
                <a:lnTo>
                  <a:pt x="1638300" y="61351"/>
                </a:lnTo>
                <a:lnTo>
                  <a:pt x="1612611" y="61522"/>
                </a:lnTo>
                <a:lnTo>
                  <a:pt x="1586913" y="61684"/>
                </a:lnTo>
                <a:lnTo>
                  <a:pt x="1561214" y="61827"/>
                </a:lnTo>
                <a:lnTo>
                  <a:pt x="1535516" y="61951"/>
                </a:lnTo>
                <a:lnTo>
                  <a:pt x="1509817" y="62065"/>
                </a:lnTo>
                <a:lnTo>
                  <a:pt x="1484119" y="62132"/>
                </a:lnTo>
                <a:lnTo>
                  <a:pt x="1458420" y="62208"/>
                </a:lnTo>
                <a:lnTo>
                  <a:pt x="1432712" y="62246"/>
                </a:lnTo>
                <a:lnTo>
                  <a:pt x="1407014" y="62274"/>
                </a:lnTo>
                <a:lnTo>
                  <a:pt x="1381316" y="62294"/>
                </a:lnTo>
                <a:lnTo>
                  <a:pt x="1355617" y="62265"/>
                </a:lnTo>
                <a:lnTo>
                  <a:pt x="1329919" y="62246"/>
                </a:lnTo>
                <a:lnTo>
                  <a:pt x="1304220" y="62189"/>
                </a:lnTo>
                <a:lnTo>
                  <a:pt x="1278522" y="62122"/>
                </a:lnTo>
                <a:lnTo>
                  <a:pt x="1252823" y="62046"/>
                </a:lnTo>
                <a:lnTo>
                  <a:pt x="1227125" y="61922"/>
                </a:lnTo>
                <a:lnTo>
                  <a:pt x="1201426" y="61798"/>
                </a:lnTo>
                <a:lnTo>
                  <a:pt x="1175728" y="61655"/>
                </a:lnTo>
                <a:lnTo>
                  <a:pt x="1150029" y="61484"/>
                </a:lnTo>
                <a:lnTo>
                  <a:pt x="1124331" y="61303"/>
                </a:lnTo>
                <a:lnTo>
                  <a:pt x="1098633" y="61084"/>
                </a:lnTo>
                <a:lnTo>
                  <a:pt x="1072934" y="60865"/>
                </a:lnTo>
                <a:lnTo>
                  <a:pt x="1047245" y="60608"/>
                </a:lnTo>
                <a:lnTo>
                  <a:pt x="1021547" y="60341"/>
                </a:lnTo>
                <a:lnTo>
                  <a:pt x="995848" y="60055"/>
                </a:lnTo>
                <a:lnTo>
                  <a:pt x="970150" y="59750"/>
                </a:lnTo>
                <a:lnTo>
                  <a:pt x="944451" y="59407"/>
                </a:lnTo>
                <a:lnTo>
                  <a:pt x="918753" y="59036"/>
                </a:lnTo>
                <a:lnTo>
                  <a:pt x="893064" y="58655"/>
                </a:lnTo>
                <a:lnTo>
                  <a:pt x="867366" y="58255"/>
                </a:lnTo>
                <a:lnTo>
                  <a:pt x="841667" y="57817"/>
                </a:lnTo>
                <a:lnTo>
                  <a:pt x="815978" y="57369"/>
                </a:lnTo>
                <a:lnTo>
                  <a:pt x="790280" y="56883"/>
                </a:lnTo>
                <a:lnTo>
                  <a:pt x="764591" y="56378"/>
                </a:lnTo>
                <a:lnTo>
                  <a:pt x="738892" y="55836"/>
                </a:lnTo>
                <a:lnTo>
                  <a:pt x="713203" y="55264"/>
                </a:lnTo>
                <a:lnTo>
                  <a:pt x="687515" y="54664"/>
                </a:lnTo>
                <a:lnTo>
                  <a:pt x="661816" y="54035"/>
                </a:lnTo>
                <a:lnTo>
                  <a:pt x="636127" y="53378"/>
                </a:lnTo>
                <a:lnTo>
                  <a:pt x="610438" y="52673"/>
                </a:lnTo>
                <a:lnTo>
                  <a:pt x="584749" y="51940"/>
                </a:lnTo>
                <a:lnTo>
                  <a:pt x="559060" y="51168"/>
                </a:lnTo>
                <a:lnTo>
                  <a:pt x="533381" y="50359"/>
                </a:lnTo>
                <a:lnTo>
                  <a:pt x="507692" y="49501"/>
                </a:lnTo>
                <a:lnTo>
                  <a:pt x="482013" y="48597"/>
                </a:lnTo>
                <a:lnTo>
                  <a:pt x="456333" y="47644"/>
                </a:lnTo>
                <a:lnTo>
                  <a:pt x="430654" y="46644"/>
                </a:lnTo>
                <a:lnTo>
                  <a:pt x="404974" y="45577"/>
                </a:lnTo>
                <a:lnTo>
                  <a:pt x="379295" y="44453"/>
                </a:lnTo>
                <a:lnTo>
                  <a:pt x="353625" y="43263"/>
                </a:lnTo>
                <a:lnTo>
                  <a:pt x="327965" y="42005"/>
                </a:lnTo>
                <a:lnTo>
                  <a:pt x="302295" y="40653"/>
                </a:lnTo>
                <a:lnTo>
                  <a:pt x="276635" y="39224"/>
                </a:lnTo>
                <a:lnTo>
                  <a:pt x="250984" y="37671"/>
                </a:lnTo>
                <a:lnTo>
                  <a:pt x="225342" y="36024"/>
                </a:lnTo>
                <a:lnTo>
                  <a:pt x="199701" y="34214"/>
                </a:lnTo>
                <a:lnTo>
                  <a:pt x="174079" y="32252"/>
                </a:lnTo>
                <a:lnTo>
                  <a:pt x="148476" y="30080"/>
                </a:lnTo>
                <a:lnTo>
                  <a:pt x="122892" y="27651"/>
                </a:lnTo>
                <a:lnTo>
                  <a:pt x="97346" y="24889"/>
                </a:lnTo>
                <a:lnTo>
                  <a:pt x="71847" y="21650"/>
                </a:lnTo>
                <a:lnTo>
                  <a:pt x="46463" y="17659"/>
                </a:lnTo>
                <a:lnTo>
                  <a:pt x="21365" y="12192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48" name="funnel-step-cap-1">
            <a:extLst xmlns:a="http://schemas.openxmlformats.org/drawingml/2006/main">
              <a:ext uri="{FF2B5EF4-FFF2-40B4-BE49-F238E27FC236}">
                <a16:creationId xmlns:a16="http://schemas.microsoft.com/office/drawing/2014/main" id="{7DBED936-CFFA-4F36-B36D-DF4CC0DF4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235481" y="3027617"/>
            <a:ext cx="2768289" cy="17728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49" name="funnel-step-body-2">
            <a:extLst xmlns:a="http://schemas.openxmlformats.org/drawingml/2006/main">
              <a:ext uri="{FF2B5EF4-FFF2-40B4-BE49-F238E27FC236}">
                <a16:creationId xmlns:a16="http://schemas.microsoft.com/office/drawing/2014/main" id="{F9A1FD29-29B8-4249-A8F2-DE3EF34D2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451860" y="3717893"/>
            <a:ext cx="2334111" cy="533276"/>
          </a:xfrm>
          <a:custGeom xmlns:a="http://schemas.openxmlformats.org/drawingml/2006/main">
            <a:pathLst>
              <a:path w="2334111" h="533276">
                <a:moveTo>
                  <a:pt x="0" y="0"/>
                </a:moveTo>
                <a:lnTo>
                  <a:pt x="8563" y="20488"/>
                </a:lnTo>
                <a:lnTo>
                  <a:pt x="17126" y="40977"/>
                </a:lnTo>
                <a:lnTo>
                  <a:pt x="25698" y="61455"/>
                </a:lnTo>
                <a:lnTo>
                  <a:pt x="34261" y="81944"/>
                </a:lnTo>
                <a:lnTo>
                  <a:pt x="42824" y="102432"/>
                </a:lnTo>
                <a:lnTo>
                  <a:pt x="51387" y="122920"/>
                </a:lnTo>
                <a:lnTo>
                  <a:pt x="59950" y="143408"/>
                </a:lnTo>
                <a:lnTo>
                  <a:pt x="68523" y="163887"/>
                </a:lnTo>
                <a:lnTo>
                  <a:pt x="77086" y="184375"/>
                </a:lnTo>
                <a:lnTo>
                  <a:pt x="85649" y="204864"/>
                </a:lnTo>
                <a:lnTo>
                  <a:pt x="94212" y="225352"/>
                </a:lnTo>
                <a:lnTo>
                  <a:pt x="102784" y="245840"/>
                </a:lnTo>
                <a:lnTo>
                  <a:pt x="111347" y="266319"/>
                </a:lnTo>
                <a:lnTo>
                  <a:pt x="119910" y="286807"/>
                </a:lnTo>
                <a:lnTo>
                  <a:pt x="128473" y="307296"/>
                </a:lnTo>
                <a:lnTo>
                  <a:pt x="137036" y="327784"/>
                </a:lnTo>
                <a:lnTo>
                  <a:pt x="145609" y="348272"/>
                </a:lnTo>
                <a:lnTo>
                  <a:pt x="154172" y="368751"/>
                </a:lnTo>
                <a:lnTo>
                  <a:pt x="162735" y="389239"/>
                </a:lnTo>
                <a:lnTo>
                  <a:pt x="171298" y="409727"/>
                </a:lnTo>
                <a:lnTo>
                  <a:pt x="179870" y="430216"/>
                </a:lnTo>
                <a:lnTo>
                  <a:pt x="188433" y="450704"/>
                </a:lnTo>
                <a:lnTo>
                  <a:pt x="196891" y="471211"/>
                </a:lnTo>
                <a:lnTo>
                  <a:pt x="213932" y="483908"/>
                </a:lnTo>
                <a:lnTo>
                  <a:pt x="235268" y="490014"/>
                </a:lnTo>
                <a:lnTo>
                  <a:pt x="257023" y="494433"/>
                </a:lnTo>
                <a:lnTo>
                  <a:pt x="278940" y="497996"/>
                </a:lnTo>
                <a:lnTo>
                  <a:pt x="300942" y="501015"/>
                </a:lnTo>
                <a:lnTo>
                  <a:pt x="322993" y="503653"/>
                </a:lnTo>
                <a:lnTo>
                  <a:pt x="345072" y="506006"/>
                </a:lnTo>
                <a:lnTo>
                  <a:pt x="367170" y="508121"/>
                </a:lnTo>
                <a:lnTo>
                  <a:pt x="389296" y="510045"/>
                </a:lnTo>
                <a:lnTo>
                  <a:pt x="411423" y="511807"/>
                </a:lnTo>
                <a:lnTo>
                  <a:pt x="433568" y="513445"/>
                </a:lnTo>
                <a:lnTo>
                  <a:pt x="455724" y="514950"/>
                </a:lnTo>
                <a:lnTo>
                  <a:pt x="477888" y="516360"/>
                </a:lnTo>
                <a:lnTo>
                  <a:pt x="500053" y="517674"/>
                </a:lnTo>
                <a:lnTo>
                  <a:pt x="522227" y="518893"/>
                </a:lnTo>
                <a:lnTo>
                  <a:pt x="544401" y="520046"/>
                </a:lnTo>
                <a:lnTo>
                  <a:pt x="566576" y="521122"/>
                </a:lnTo>
                <a:lnTo>
                  <a:pt x="588759" y="522132"/>
                </a:lnTo>
                <a:lnTo>
                  <a:pt x="610943" y="523084"/>
                </a:lnTo>
                <a:lnTo>
                  <a:pt x="633127" y="523970"/>
                </a:lnTo>
                <a:lnTo>
                  <a:pt x="655320" y="524808"/>
                </a:lnTo>
                <a:lnTo>
                  <a:pt x="677513" y="525590"/>
                </a:lnTo>
                <a:lnTo>
                  <a:pt x="699706" y="526323"/>
                </a:lnTo>
                <a:lnTo>
                  <a:pt x="721900" y="527018"/>
                </a:lnTo>
                <a:lnTo>
                  <a:pt x="744093" y="527666"/>
                </a:lnTo>
                <a:lnTo>
                  <a:pt x="766286" y="528276"/>
                </a:lnTo>
                <a:lnTo>
                  <a:pt x="788489" y="528838"/>
                </a:lnTo>
                <a:lnTo>
                  <a:pt x="810682" y="529371"/>
                </a:lnTo>
                <a:lnTo>
                  <a:pt x="832885" y="529857"/>
                </a:lnTo>
                <a:lnTo>
                  <a:pt x="855078" y="530314"/>
                </a:lnTo>
                <a:lnTo>
                  <a:pt x="877281" y="530733"/>
                </a:lnTo>
                <a:lnTo>
                  <a:pt x="899484" y="531114"/>
                </a:lnTo>
                <a:lnTo>
                  <a:pt x="921687" y="531466"/>
                </a:lnTo>
                <a:lnTo>
                  <a:pt x="943889" y="531781"/>
                </a:lnTo>
                <a:lnTo>
                  <a:pt x="966092" y="532067"/>
                </a:lnTo>
                <a:lnTo>
                  <a:pt x="988295" y="532324"/>
                </a:lnTo>
                <a:lnTo>
                  <a:pt x="1010498" y="532543"/>
                </a:lnTo>
                <a:lnTo>
                  <a:pt x="1032701" y="532743"/>
                </a:lnTo>
                <a:lnTo>
                  <a:pt x="1054903" y="532905"/>
                </a:lnTo>
                <a:lnTo>
                  <a:pt x="1077116" y="533038"/>
                </a:lnTo>
                <a:lnTo>
                  <a:pt x="1099318" y="533143"/>
                </a:lnTo>
                <a:lnTo>
                  <a:pt x="1121521" y="533219"/>
                </a:lnTo>
                <a:lnTo>
                  <a:pt x="1143724" y="533267"/>
                </a:lnTo>
                <a:lnTo>
                  <a:pt x="1165927" y="533276"/>
                </a:lnTo>
                <a:lnTo>
                  <a:pt x="1188139" y="533267"/>
                </a:lnTo>
                <a:lnTo>
                  <a:pt x="1210342" y="533229"/>
                </a:lnTo>
                <a:lnTo>
                  <a:pt x="1232545" y="533152"/>
                </a:lnTo>
                <a:lnTo>
                  <a:pt x="1254747" y="533057"/>
                </a:lnTo>
                <a:lnTo>
                  <a:pt x="1276950" y="532924"/>
                </a:lnTo>
                <a:lnTo>
                  <a:pt x="1299162" y="532771"/>
                </a:lnTo>
                <a:lnTo>
                  <a:pt x="1321365" y="532581"/>
                </a:lnTo>
                <a:lnTo>
                  <a:pt x="1343568" y="532362"/>
                </a:lnTo>
                <a:lnTo>
                  <a:pt x="1365771" y="532114"/>
                </a:lnTo>
                <a:lnTo>
                  <a:pt x="1387973" y="531828"/>
                </a:lnTo>
                <a:lnTo>
                  <a:pt x="1410176" y="531514"/>
                </a:lnTo>
                <a:lnTo>
                  <a:pt x="1432379" y="531171"/>
                </a:lnTo>
                <a:lnTo>
                  <a:pt x="1454582" y="530790"/>
                </a:lnTo>
                <a:lnTo>
                  <a:pt x="1476775" y="530381"/>
                </a:lnTo>
                <a:lnTo>
                  <a:pt x="1498978" y="529933"/>
                </a:lnTo>
                <a:lnTo>
                  <a:pt x="1521181" y="529447"/>
                </a:lnTo>
                <a:lnTo>
                  <a:pt x="1543374" y="528933"/>
                </a:lnTo>
                <a:lnTo>
                  <a:pt x="1565577" y="528371"/>
                </a:lnTo>
                <a:lnTo>
                  <a:pt x="1587770" y="527771"/>
                </a:lnTo>
                <a:lnTo>
                  <a:pt x="1609963" y="527133"/>
                </a:lnTo>
                <a:lnTo>
                  <a:pt x="1632166" y="526447"/>
                </a:lnTo>
                <a:lnTo>
                  <a:pt x="1654359" y="525713"/>
                </a:lnTo>
                <a:lnTo>
                  <a:pt x="1676543" y="524942"/>
                </a:lnTo>
                <a:lnTo>
                  <a:pt x="1698736" y="524113"/>
                </a:lnTo>
                <a:lnTo>
                  <a:pt x="1720920" y="523227"/>
                </a:lnTo>
                <a:lnTo>
                  <a:pt x="1743104" y="522294"/>
                </a:lnTo>
                <a:lnTo>
                  <a:pt x="1765287" y="521294"/>
                </a:lnTo>
                <a:lnTo>
                  <a:pt x="1787471" y="520227"/>
                </a:lnTo>
                <a:lnTo>
                  <a:pt x="1809645" y="519093"/>
                </a:lnTo>
                <a:lnTo>
                  <a:pt x="1831819" y="517884"/>
                </a:lnTo>
                <a:lnTo>
                  <a:pt x="1853984" y="516588"/>
                </a:lnTo>
                <a:lnTo>
                  <a:pt x="1876149" y="515188"/>
                </a:lnTo>
                <a:lnTo>
                  <a:pt x="1898294" y="513702"/>
                </a:lnTo>
                <a:lnTo>
                  <a:pt x="1920450" y="512093"/>
                </a:lnTo>
                <a:lnTo>
                  <a:pt x="1942586" y="510350"/>
                </a:lnTo>
                <a:lnTo>
                  <a:pt x="1964703" y="508454"/>
                </a:lnTo>
                <a:lnTo>
                  <a:pt x="1986810" y="506368"/>
                </a:lnTo>
                <a:lnTo>
                  <a:pt x="2008899" y="504063"/>
                </a:lnTo>
                <a:lnTo>
                  <a:pt x="2030949" y="501472"/>
                </a:lnTo>
                <a:lnTo>
                  <a:pt x="2052961" y="498529"/>
                </a:lnTo>
                <a:lnTo>
                  <a:pt x="2074888" y="495071"/>
                </a:lnTo>
                <a:lnTo>
                  <a:pt x="2096681" y="490823"/>
                </a:lnTo>
                <a:lnTo>
                  <a:pt x="2118131" y="485108"/>
                </a:lnTo>
                <a:lnTo>
                  <a:pt x="2137353" y="474593"/>
                </a:lnTo>
                <a:lnTo>
                  <a:pt x="2145687" y="454085"/>
                </a:lnTo>
                <a:lnTo>
                  <a:pt x="2154250" y="433597"/>
                </a:lnTo>
                <a:lnTo>
                  <a:pt x="2162813" y="413109"/>
                </a:lnTo>
                <a:lnTo>
                  <a:pt x="2171376" y="392630"/>
                </a:lnTo>
                <a:lnTo>
                  <a:pt x="2179949" y="372142"/>
                </a:lnTo>
                <a:lnTo>
                  <a:pt x="2188512" y="351653"/>
                </a:lnTo>
                <a:lnTo>
                  <a:pt x="2197075" y="331165"/>
                </a:lnTo>
                <a:lnTo>
                  <a:pt x="2205638" y="310677"/>
                </a:lnTo>
                <a:lnTo>
                  <a:pt x="2214201" y="290198"/>
                </a:lnTo>
                <a:lnTo>
                  <a:pt x="2222773" y="269710"/>
                </a:lnTo>
                <a:lnTo>
                  <a:pt x="2231336" y="249222"/>
                </a:lnTo>
                <a:lnTo>
                  <a:pt x="2239899" y="228733"/>
                </a:lnTo>
                <a:lnTo>
                  <a:pt x="2248462" y="208245"/>
                </a:lnTo>
                <a:lnTo>
                  <a:pt x="2257034" y="187766"/>
                </a:lnTo>
                <a:lnTo>
                  <a:pt x="2265597" y="167278"/>
                </a:lnTo>
                <a:lnTo>
                  <a:pt x="2274160" y="146790"/>
                </a:lnTo>
                <a:lnTo>
                  <a:pt x="2282723" y="126302"/>
                </a:lnTo>
                <a:lnTo>
                  <a:pt x="2291286" y="105813"/>
                </a:lnTo>
                <a:lnTo>
                  <a:pt x="2299859" y="85334"/>
                </a:lnTo>
                <a:lnTo>
                  <a:pt x="2308422" y="64846"/>
                </a:lnTo>
                <a:lnTo>
                  <a:pt x="2316985" y="44358"/>
                </a:lnTo>
                <a:lnTo>
                  <a:pt x="2325548" y="23870"/>
                </a:lnTo>
                <a:lnTo>
                  <a:pt x="2334111" y="3381"/>
                </a:lnTo>
                <a:lnTo>
                  <a:pt x="2321547" y="10801"/>
                </a:lnTo>
                <a:lnTo>
                  <a:pt x="2300192" y="16840"/>
                </a:lnTo>
                <a:lnTo>
                  <a:pt x="2278399" y="21088"/>
                </a:lnTo>
                <a:lnTo>
                  <a:pt x="2256463" y="24489"/>
                </a:lnTo>
                <a:lnTo>
                  <a:pt x="2234441" y="27375"/>
                </a:lnTo>
                <a:lnTo>
                  <a:pt x="2212381" y="29889"/>
                </a:lnTo>
                <a:lnTo>
                  <a:pt x="2190293" y="32128"/>
                </a:lnTo>
                <a:lnTo>
                  <a:pt x="2168176" y="34157"/>
                </a:lnTo>
                <a:lnTo>
                  <a:pt x="2146049" y="36005"/>
                </a:lnTo>
                <a:lnTo>
                  <a:pt x="2123913" y="37709"/>
                </a:lnTo>
                <a:lnTo>
                  <a:pt x="2101767" y="39291"/>
                </a:lnTo>
                <a:lnTo>
                  <a:pt x="2079612" y="40757"/>
                </a:lnTo>
                <a:lnTo>
                  <a:pt x="2057448" y="42129"/>
                </a:lnTo>
                <a:lnTo>
                  <a:pt x="2035283" y="43424"/>
                </a:lnTo>
                <a:lnTo>
                  <a:pt x="2013109" y="44634"/>
                </a:lnTo>
                <a:lnTo>
                  <a:pt x="1990935" y="45787"/>
                </a:lnTo>
                <a:lnTo>
                  <a:pt x="1968751" y="46863"/>
                </a:lnTo>
                <a:lnTo>
                  <a:pt x="1946577" y="47882"/>
                </a:lnTo>
                <a:lnTo>
                  <a:pt x="1924393" y="48844"/>
                </a:lnTo>
                <a:lnTo>
                  <a:pt x="1902200" y="49759"/>
                </a:lnTo>
                <a:lnTo>
                  <a:pt x="1880016" y="50625"/>
                </a:lnTo>
                <a:lnTo>
                  <a:pt x="1857823" y="51445"/>
                </a:lnTo>
                <a:lnTo>
                  <a:pt x="1835639" y="52226"/>
                </a:lnTo>
                <a:lnTo>
                  <a:pt x="1813446" y="52969"/>
                </a:lnTo>
                <a:lnTo>
                  <a:pt x="1791252" y="53673"/>
                </a:lnTo>
                <a:lnTo>
                  <a:pt x="1769050" y="54340"/>
                </a:lnTo>
                <a:lnTo>
                  <a:pt x="1746856" y="54978"/>
                </a:lnTo>
                <a:lnTo>
                  <a:pt x="1724663" y="55578"/>
                </a:lnTo>
                <a:lnTo>
                  <a:pt x="1702460" y="56140"/>
                </a:lnTo>
                <a:lnTo>
                  <a:pt x="1680267" y="56683"/>
                </a:lnTo>
                <a:lnTo>
                  <a:pt x="1658064" y="57198"/>
                </a:lnTo>
                <a:lnTo>
                  <a:pt x="1635871" y="57674"/>
                </a:lnTo>
                <a:lnTo>
                  <a:pt x="1613668" y="58131"/>
                </a:lnTo>
                <a:lnTo>
                  <a:pt x="1591466" y="58560"/>
                </a:lnTo>
                <a:lnTo>
                  <a:pt x="1569263" y="58969"/>
                </a:lnTo>
                <a:lnTo>
                  <a:pt x="1547060" y="59341"/>
                </a:lnTo>
                <a:lnTo>
                  <a:pt x="1524857" y="59693"/>
                </a:lnTo>
                <a:lnTo>
                  <a:pt x="1502664" y="60027"/>
                </a:lnTo>
                <a:lnTo>
                  <a:pt x="1480461" y="60331"/>
                </a:lnTo>
                <a:lnTo>
                  <a:pt x="1458258" y="60617"/>
                </a:lnTo>
                <a:lnTo>
                  <a:pt x="1436056" y="60874"/>
                </a:lnTo>
                <a:lnTo>
                  <a:pt x="1413843" y="61103"/>
                </a:lnTo>
                <a:lnTo>
                  <a:pt x="1391641" y="61331"/>
                </a:lnTo>
                <a:lnTo>
                  <a:pt x="1369438" y="61522"/>
                </a:lnTo>
                <a:lnTo>
                  <a:pt x="1347235" y="61693"/>
                </a:lnTo>
                <a:lnTo>
                  <a:pt x="1325032" y="61855"/>
                </a:lnTo>
                <a:lnTo>
                  <a:pt x="1302830" y="61979"/>
                </a:lnTo>
                <a:lnTo>
                  <a:pt x="1280627" y="62103"/>
                </a:lnTo>
                <a:lnTo>
                  <a:pt x="1258414" y="62179"/>
                </a:lnTo>
                <a:lnTo>
                  <a:pt x="1236212" y="62255"/>
                </a:lnTo>
                <a:lnTo>
                  <a:pt x="1214009" y="62313"/>
                </a:lnTo>
                <a:lnTo>
                  <a:pt x="1191806" y="62341"/>
                </a:lnTo>
                <a:lnTo>
                  <a:pt x="1169603" y="62360"/>
                </a:lnTo>
                <a:lnTo>
                  <a:pt x="1147391" y="62341"/>
                </a:lnTo>
                <a:lnTo>
                  <a:pt x="1125188" y="62322"/>
                </a:lnTo>
                <a:lnTo>
                  <a:pt x="1102985" y="62274"/>
                </a:lnTo>
                <a:lnTo>
                  <a:pt x="1080783" y="62198"/>
                </a:lnTo>
                <a:lnTo>
                  <a:pt x="1058580" y="62122"/>
                </a:lnTo>
                <a:lnTo>
                  <a:pt x="1036368" y="61998"/>
                </a:lnTo>
                <a:lnTo>
                  <a:pt x="1014165" y="61874"/>
                </a:lnTo>
                <a:lnTo>
                  <a:pt x="991962" y="61722"/>
                </a:lnTo>
                <a:lnTo>
                  <a:pt x="969759" y="61551"/>
                </a:lnTo>
                <a:lnTo>
                  <a:pt x="947557" y="61370"/>
                </a:lnTo>
                <a:lnTo>
                  <a:pt x="925354" y="61141"/>
                </a:lnTo>
                <a:lnTo>
                  <a:pt x="903151" y="60912"/>
                </a:lnTo>
                <a:lnTo>
                  <a:pt x="880948" y="60655"/>
                </a:lnTo>
                <a:lnTo>
                  <a:pt x="858745" y="60379"/>
                </a:lnTo>
                <a:lnTo>
                  <a:pt x="836543" y="60074"/>
                </a:lnTo>
                <a:lnTo>
                  <a:pt x="814340" y="59750"/>
                </a:lnTo>
                <a:lnTo>
                  <a:pt x="792137" y="59407"/>
                </a:lnTo>
                <a:lnTo>
                  <a:pt x="769934" y="59026"/>
                </a:lnTo>
                <a:lnTo>
                  <a:pt x="747732" y="58626"/>
                </a:lnTo>
                <a:lnTo>
                  <a:pt x="725529" y="58207"/>
                </a:lnTo>
                <a:lnTo>
                  <a:pt x="703326" y="57750"/>
                </a:lnTo>
                <a:lnTo>
                  <a:pt x="681133" y="57274"/>
                </a:lnTo>
                <a:lnTo>
                  <a:pt x="658930" y="56769"/>
                </a:lnTo>
                <a:lnTo>
                  <a:pt x="636737" y="56236"/>
                </a:lnTo>
                <a:lnTo>
                  <a:pt x="614534" y="55674"/>
                </a:lnTo>
                <a:lnTo>
                  <a:pt x="592341" y="55074"/>
                </a:lnTo>
                <a:lnTo>
                  <a:pt x="570147" y="54445"/>
                </a:lnTo>
                <a:lnTo>
                  <a:pt x="547945" y="53788"/>
                </a:lnTo>
                <a:lnTo>
                  <a:pt x="525751" y="53083"/>
                </a:lnTo>
                <a:lnTo>
                  <a:pt x="503558" y="52349"/>
                </a:lnTo>
                <a:lnTo>
                  <a:pt x="481374" y="51578"/>
                </a:lnTo>
                <a:lnTo>
                  <a:pt x="459181" y="50759"/>
                </a:lnTo>
                <a:lnTo>
                  <a:pt x="436988" y="49901"/>
                </a:lnTo>
                <a:lnTo>
                  <a:pt x="414804" y="48997"/>
                </a:lnTo>
                <a:lnTo>
                  <a:pt x="392621" y="48035"/>
                </a:lnTo>
                <a:lnTo>
                  <a:pt x="370437" y="47025"/>
                </a:lnTo>
                <a:lnTo>
                  <a:pt x="348263" y="45958"/>
                </a:lnTo>
                <a:lnTo>
                  <a:pt x="326088" y="44834"/>
                </a:lnTo>
                <a:lnTo>
                  <a:pt x="303914" y="43634"/>
                </a:lnTo>
                <a:lnTo>
                  <a:pt x="281740" y="42358"/>
                </a:lnTo>
                <a:lnTo>
                  <a:pt x="259585" y="40996"/>
                </a:lnTo>
                <a:lnTo>
                  <a:pt x="237420" y="39538"/>
                </a:lnTo>
                <a:lnTo>
                  <a:pt x="215275" y="37986"/>
                </a:lnTo>
                <a:lnTo>
                  <a:pt x="193129" y="36300"/>
                </a:lnTo>
                <a:lnTo>
                  <a:pt x="171002" y="34471"/>
                </a:lnTo>
                <a:lnTo>
                  <a:pt x="148885" y="32480"/>
                </a:lnTo>
                <a:lnTo>
                  <a:pt x="126797" y="30270"/>
                </a:lnTo>
                <a:lnTo>
                  <a:pt x="104727" y="27813"/>
                </a:lnTo>
                <a:lnTo>
                  <a:pt x="82706" y="25003"/>
                </a:lnTo>
                <a:lnTo>
                  <a:pt x="60741" y="21698"/>
                </a:lnTo>
                <a:lnTo>
                  <a:pt x="38919" y="17621"/>
                </a:lnTo>
                <a:lnTo>
                  <a:pt x="17440" y="12021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50" name="funnel-step-cap-2">
            <a:extLst xmlns:a="http://schemas.openxmlformats.org/drawingml/2006/main">
              <a:ext uri="{FF2B5EF4-FFF2-40B4-BE49-F238E27FC236}">
                <a16:creationId xmlns:a16="http://schemas.microsoft.com/office/drawing/2014/main" id="{F3A9F9B8-BA23-4F93-A34F-12D927FEC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451879" y="3629282"/>
            <a:ext cx="2335482" cy="17728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7EAC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51" name="funnel-step-body-3">
            <a:extLst xmlns:a="http://schemas.openxmlformats.org/drawingml/2006/main">
              <a:ext uri="{FF2B5EF4-FFF2-40B4-BE49-F238E27FC236}">
                <a16:creationId xmlns:a16="http://schemas.microsoft.com/office/drawing/2014/main" id="{9FEADB5B-6D7C-4F52-910C-13740A350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648742" y="4319588"/>
            <a:ext cx="1941690" cy="533276"/>
          </a:xfrm>
          <a:custGeom xmlns:a="http://schemas.openxmlformats.org/drawingml/2006/main">
            <a:pathLst>
              <a:path w="1941690" h="533276">
                <a:moveTo>
                  <a:pt x="0" y="0"/>
                </a:moveTo>
                <a:lnTo>
                  <a:pt x="6953" y="17688"/>
                </a:lnTo>
                <a:lnTo>
                  <a:pt x="13907" y="35366"/>
                </a:lnTo>
                <a:lnTo>
                  <a:pt x="20860" y="53054"/>
                </a:lnTo>
                <a:lnTo>
                  <a:pt x="27813" y="70742"/>
                </a:lnTo>
                <a:lnTo>
                  <a:pt x="34766" y="88430"/>
                </a:lnTo>
                <a:lnTo>
                  <a:pt x="41720" y="106109"/>
                </a:lnTo>
                <a:lnTo>
                  <a:pt x="48682" y="123796"/>
                </a:lnTo>
                <a:lnTo>
                  <a:pt x="55636" y="141484"/>
                </a:lnTo>
                <a:lnTo>
                  <a:pt x="62589" y="159172"/>
                </a:lnTo>
                <a:lnTo>
                  <a:pt x="69542" y="176851"/>
                </a:lnTo>
                <a:lnTo>
                  <a:pt x="76495" y="194539"/>
                </a:lnTo>
                <a:lnTo>
                  <a:pt x="83449" y="212227"/>
                </a:lnTo>
                <a:lnTo>
                  <a:pt x="90402" y="229914"/>
                </a:lnTo>
                <a:lnTo>
                  <a:pt x="97355" y="247593"/>
                </a:lnTo>
                <a:lnTo>
                  <a:pt x="104308" y="265281"/>
                </a:lnTo>
                <a:lnTo>
                  <a:pt x="111262" y="282969"/>
                </a:lnTo>
                <a:lnTo>
                  <a:pt x="118215" y="300647"/>
                </a:lnTo>
                <a:lnTo>
                  <a:pt x="125168" y="318335"/>
                </a:lnTo>
                <a:lnTo>
                  <a:pt x="132121" y="336023"/>
                </a:lnTo>
                <a:lnTo>
                  <a:pt x="139084" y="353711"/>
                </a:lnTo>
                <a:lnTo>
                  <a:pt x="146037" y="371389"/>
                </a:lnTo>
                <a:lnTo>
                  <a:pt x="152991" y="389077"/>
                </a:lnTo>
                <a:lnTo>
                  <a:pt x="159944" y="406765"/>
                </a:lnTo>
                <a:lnTo>
                  <a:pt x="166897" y="424453"/>
                </a:lnTo>
                <a:lnTo>
                  <a:pt x="173850" y="442131"/>
                </a:lnTo>
                <a:lnTo>
                  <a:pt x="180804" y="459819"/>
                </a:lnTo>
                <a:lnTo>
                  <a:pt x="188185" y="477117"/>
                </a:lnTo>
                <a:lnTo>
                  <a:pt x="204702" y="486251"/>
                </a:lnTo>
                <a:lnTo>
                  <a:pt x="222856" y="491814"/>
                </a:lnTo>
                <a:lnTo>
                  <a:pt x="241383" y="496033"/>
                </a:lnTo>
                <a:lnTo>
                  <a:pt x="260071" y="499491"/>
                </a:lnTo>
                <a:lnTo>
                  <a:pt x="278844" y="502463"/>
                </a:lnTo>
                <a:lnTo>
                  <a:pt x="297666" y="505063"/>
                </a:lnTo>
                <a:lnTo>
                  <a:pt x="316525" y="507378"/>
                </a:lnTo>
                <a:lnTo>
                  <a:pt x="335413" y="509483"/>
                </a:lnTo>
                <a:lnTo>
                  <a:pt x="354320" y="511388"/>
                </a:lnTo>
                <a:lnTo>
                  <a:pt x="373247" y="513140"/>
                </a:lnTo>
                <a:lnTo>
                  <a:pt x="392182" y="514760"/>
                </a:lnTo>
                <a:lnTo>
                  <a:pt x="411128" y="516245"/>
                </a:lnTo>
                <a:lnTo>
                  <a:pt x="430073" y="517646"/>
                </a:lnTo>
                <a:lnTo>
                  <a:pt x="449037" y="518932"/>
                </a:lnTo>
                <a:lnTo>
                  <a:pt x="468001" y="520141"/>
                </a:lnTo>
                <a:lnTo>
                  <a:pt x="486966" y="521275"/>
                </a:lnTo>
                <a:lnTo>
                  <a:pt x="505939" y="522332"/>
                </a:lnTo>
                <a:lnTo>
                  <a:pt x="524923" y="523313"/>
                </a:lnTo>
                <a:lnTo>
                  <a:pt x="543906" y="524237"/>
                </a:lnTo>
                <a:lnTo>
                  <a:pt x="562889" y="525104"/>
                </a:lnTo>
                <a:lnTo>
                  <a:pt x="581873" y="525913"/>
                </a:lnTo>
                <a:lnTo>
                  <a:pt x="600856" y="526675"/>
                </a:lnTo>
                <a:lnTo>
                  <a:pt x="619849" y="527380"/>
                </a:lnTo>
                <a:lnTo>
                  <a:pt x="638842" y="528037"/>
                </a:lnTo>
                <a:lnTo>
                  <a:pt x="657835" y="528647"/>
                </a:lnTo>
                <a:lnTo>
                  <a:pt x="676827" y="529219"/>
                </a:lnTo>
                <a:lnTo>
                  <a:pt x="695830" y="529752"/>
                </a:lnTo>
                <a:lnTo>
                  <a:pt x="714823" y="530238"/>
                </a:lnTo>
                <a:lnTo>
                  <a:pt x="733825" y="530685"/>
                </a:lnTo>
                <a:lnTo>
                  <a:pt x="752818" y="531095"/>
                </a:lnTo>
                <a:lnTo>
                  <a:pt x="771820" y="531466"/>
                </a:lnTo>
                <a:lnTo>
                  <a:pt x="790823" y="531800"/>
                </a:lnTo>
                <a:lnTo>
                  <a:pt x="809825" y="532095"/>
                </a:lnTo>
                <a:lnTo>
                  <a:pt x="828827" y="532362"/>
                </a:lnTo>
                <a:lnTo>
                  <a:pt x="847830" y="532590"/>
                </a:lnTo>
                <a:lnTo>
                  <a:pt x="866832" y="532790"/>
                </a:lnTo>
                <a:lnTo>
                  <a:pt x="885835" y="532952"/>
                </a:lnTo>
                <a:lnTo>
                  <a:pt x="904837" y="533076"/>
                </a:lnTo>
                <a:lnTo>
                  <a:pt x="923839" y="533181"/>
                </a:lnTo>
                <a:lnTo>
                  <a:pt x="942842" y="533238"/>
                </a:lnTo>
                <a:lnTo>
                  <a:pt x="961844" y="533276"/>
                </a:lnTo>
                <a:lnTo>
                  <a:pt x="980846" y="533276"/>
                </a:lnTo>
                <a:lnTo>
                  <a:pt x="999849" y="533238"/>
                </a:lnTo>
                <a:lnTo>
                  <a:pt x="1018851" y="533171"/>
                </a:lnTo>
                <a:lnTo>
                  <a:pt x="1037854" y="533076"/>
                </a:lnTo>
                <a:lnTo>
                  <a:pt x="1056856" y="532943"/>
                </a:lnTo>
                <a:lnTo>
                  <a:pt x="1075868" y="532781"/>
                </a:lnTo>
                <a:lnTo>
                  <a:pt x="1094870" y="532581"/>
                </a:lnTo>
                <a:lnTo>
                  <a:pt x="1113863" y="532352"/>
                </a:lnTo>
                <a:lnTo>
                  <a:pt x="1132865" y="532086"/>
                </a:lnTo>
                <a:lnTo>
                  <a:pt x="1151868" y="531781"/>
                </a:lnTo>
                <a:lnTo>
                  <a:pt x="1170870" y="531447"/>
                </a:lnTo>
                <a:lnTo>
                  <a:pt x="1189873" y="531076"/>
                </a:lnTo>
                <a:lnTo>
                  <a:pt x="1208865" y="530666"/>
                </a:lnTo>
                <a:lnTo>
                  <a:pt x="1227868" y="530209"/>
                </a:lnTo>
                <a:lnTo>
                  <a:pt x="1246861" y="529723"/>
                </a:lnTo>
                <a:lnTo>
                  <a:pt x="1265863" y="529190"/>
                </a:lnTo>
                <a:lnTo>
                  <a:pt x="1284856" y="528618"/>
                </a:lnTo>
                <a:lnTo>
                  <a:pt x="1303849" y="528009"/>
                </a:lnTo>
                <a:lnTo>
                  <a:pt x="1322842" y="527342"/>
                </a:lnTo>
                <a:lnTo>
                  <a:pt x="1341834" y="526637"/>
                </a:lnTo>
                <a:lnTo>
                  <a:pt x="1360818" y="525875"/>
                </a:lnTo>
                <a:lnTo>
                  <a:pt x="1379801" y="525066"/>
                </a:lnTo>
                <a:lnTo>
                  <a:pt x="1398784" y="524199"/>
                </a:lnTo>
                <a:lnTo>
                  <a:pt x="1417768" y="523265"/>
                </a:lnTo>
                <a:lnTo>
                  <a:pt x="1436751" y="522275"/>
                </a:lnTo>
                <a:lnTo>
                  <a:pt x="1455725" y="521218"/>
                </a:lnTo>
                <a:lnTo>
                  <a:pt x="1474689" y="520084"/>
                </a:lnTo>
                <a:lnTo>
                  <a:pt x="1493653" y="518874"/>
                </a:lnTo>
                <a:lnTo>
                  <a:pt x="1512618" y="517579"/>
                </a:lnTo>
                <a:lnTo>
                  <a:pt x="1531563" y="516179"/>
                </a:lnTo>
                <a:lnTo>
                  <a:pt x="1550508" y="514683"/>
                </a:lnTo>
                <a:lnTo>
                  <a:pt x="1569444" y="513055"/>
                </a:lnTo>
                <a:lnTo>
                  <a:pt x="1588370" y="511302"/>
                </a:lnTo>
                <a:lnTo>
                  <a:pt x="1607268" y="509378"/>
                </a:lnTo>
                <a:lnTo>
                  <a:pt x="1626156" y="507273"/>
                </a:lnTo>
                <a:lnTo>
                  <a:pt x="1645015" y="504939"/>
                </a:lnTo>
                <a:lnTo>
                  <a:pt x="1663837" y="502320"/>
                </a:lnTo>
                <a:lnTo>
                  <a:pt x="1682610" y="499339"/>
                </a:lnTo>
                <a:lnTo>
                  <a:pt x="1701289" y="495843"/>
                </a:lnTo>
                <a:lnTo>
                  <a:pt x="1719805" y="491585"/>
                </a:lnTo>
                <a:lnTo>
                  <a:pt x="1737932" y="485927"/>
                </a:lnTo>
                <a:lnTo>
                  <a:pt x="1754210" y="476441"/>
                </a:lnTo>
                <a:lnTo>
                  <a:pt x="1761306" y="458962"/>
                </a:lnTo>
                <a:lnTo>
                  <a:pt x="1768259" y="441274"/>
                </a:lnTo>
                <a:lnTo>
                  <a:pt x="1775212" y="423586"/>
                </a:lnTo>
                <a:lnTo>
                  <a:pt x="1782166" y="405898"/>
                </a:lnTo>
                <a:lnTo>
                  <a:pt x="1789119" y="388220"/>
                </a:lnTo>
                <a:lnTo>
                  <a:pt x="1796072" y="370532"/>
                </a:lnTo>
                <a:lnTo>
                  <a:pt x="1803025" y="352844"/>
                </a:lnTo>
                <a:lnTo>
                  <a:pt x="1809979" y="335166"/>
                </a:lnTo>
                <a:lnTo>
                  <a:pt x="1816932" y="317478"/>
                </a:lnTo>
                <a:lnTo>
                  <a:pt x="1823885" y="299790"/>
                </a:lnTo>
                <a:lnTo>
                  <a:pt x="1830838" y="282102"/>
                </a:lnTo>
                <a:lnTo>
                  <a:pt x="1837792" y="264424"/>
                </a:lnTo>
                <a:lnTo>
                  <a:pt x="1844745" y="246736"/>
                </a:lnTo>
                <a:lnTo>
                  <a:pt x="1851708" y="229048"/>
                </a:lnTo>
                <a:lnTo>
                  <a:pt x="1858661" y="211360"/>
                </a:lnTo>
                <a:lnTo>
                  <a:pt x="1865614" y="193681"/>
                </a:lnTo>
                <a:lnTo>
                  <a:pt x="1872567" y="175993"/>
                </a:lnTo>
                <a:lnTo>
                  <a:pt x="1879521" y="158306"/>
                </a:lnTo>
                <a:lnTo>
                  <a:pt x="1886474" y="140627"/>
                </a:lnTo>
                <a:lnTo>
                  <a:pt x="1893427" y="122939"/>
                </a:lnTo>
                <a:lnTo>
                  <a:pt x="1900380" y="105251"/>
                </a:lnTo>
                <a:lnTo>
                  <a:pt x="1907334" y="87563"/>
                </a:lnTo>
                <a:lnTo>
                  <a:pt x="1914287" y="69885"/>
                </a:lnTo>
                <a:lnTo>
                  <a:pt x="1921240" y="52197"/>
                </a:lnTo>
                <a:lnTo>
                  <a:pt x="1928193" y="34509"/>
                </a:lnTo>
                <a:lnTo>
                  <a:pt x="1935147" y="16821"/>
                </a:lnTo>
                <a:lnTo>
                  <a:pt x="1941690" y="924"/>
                </a:lnTo>
                <a:lnTo>
                  <a:pt x="1927117" y="12078"/>
                </a:lnTo>
                <a:lnTo>
                  <a:pt x="1908991" y="17736"/>
                </a:lnTo>
                <a:lnTo>
                  <a:pt x="1890436" y="21860"/>
                </a:lnTo>
                <a:lnTo>
                  <a:pt x="1871739" y="25203"/>
                </a:lnTo>
                <a:lnTo>
                  <a:pt x="1852946" y="28061"/>
                </a:lnTo>
                <a:lnTo>
                  <a:pt x="1834105" y="30556"/>
                </a:lnTo>
                <a:lnTo>
                  <a:pt x="1815236" y="32785"/>
                </a:lnTo>
                <a:lnTo>
                  <a:pt x="1796339" y="34804"/>
                </a:lnTo>
                <a:lnTo>
                  <a:pt x="1777432" y="36652"/>
                </a:lnTo>
                <a:lnTo>
                  <a:pt x="1758506" y="38357"/>
                </a:lnTo>
                <a:lnTo>
                  <a:pt x="1739560" y="39929"/>
                </a:lnTo>
                <a:lnTo>
                  <a:pt x="1720615" y="41396"/>
                </a:lnTo>
                <a:lnTo>
                  <a:pt x="1701660" y="42767"/>
                </a:lnTo>
                <a:lnTo>
                  <a:pt x="1682706" y="44053"/>
                </a:lnTo>
                <a:lnTo>
                  <a:pt x="1663741" y="45263"/>
                </a:lnTo>
                <a:lnTo>
                  <a:pt x="1644767" y="46396"/>
                </a:lnTo>
                <a:lnTo>
                  <a:pt x="1625794" y="47473"/>
                </a:lnTo>
                <a:lnTo>
                  <a:pt x="1606820" y="48492"/>
                </a:lnTo>
                <a:lnTo>
                  <a:pt x="1587837" y="49444"/>
                </a:lnTo>
                <a:lnTo>
                  <a:pt x="1568863" y="50359"/>
                </a:lnTo>
                <a:lnTo>
                  <a:pt x="1549870" y="51216"/>
                </a:lnTo>
                <a:lnTo>
                  <a:pt x="1530887" y="52035"/>
                </a:lnTo>
                <a:lnTo>
                  <a:pt x="1511903" y="52807"/>
                </a:lnTo>
                <a:lnTo>
                  <a:pt x="1492910" y="53540"/>
                </a:lnTo>
                <a:lnTo>
                  <a:pt x="1473918" y="54226"/>
                </a:lnTo>
                <a:lnTo>
                  <a:pt x="1454925" y="54883"/>
                </a:lnTo>
                <a:lnTo>
                  <a:pt x="1435932" y="55512"/>
                </a:lnTo>
                <a:lnTo>
                  <a:pt x="1416939" y="56093"/>
                </a:lnTo>
                <a:lnTo>
                  <a:pt x="1397946" y="56655"/>
                </a:lnTo>
                <a:lnTo>
                  <a:pt x="1378953" y="57179"/>
                </a:lnTo>
                <a:lnTo>
                  <a:pt x="1359951" y="57674"/>
                </a:lnTo>
                <a:lnTo>
                  <a:pt x="1340958" y="58141"/>
                </a:lnTo>
                <a:lnTo>
                  <a:pt x="1321956" y="58588"/>
                </a:lnTo>
                <a:lnTo>
                  <a:pt x="1302963" y="58998"/>
                </a:lnTo>
                <a:lnTo>
                  <a:pt x="1283960" y="59388"/>
                </a:lnTo>
                <a:lnTo>
                  <a:pt x="1264958" y="59750"/>
                </a:lnTo>
                <a:lnTo>
                  <a:pt x="1245956" y="60084"/>
                </a:lnTo>
                <a:lnTo>
                  <a:pt x="1226953" y="60389"/>
                </a:lnTo>
                <a:lnTo>
                  <a:pt x="1207961" y="60674"/>
                </a:lnTo>
                <a:lnTo>
                  <a:pt x="1188958" y="60941"/>
                </a:lnTo>
                <a:lnTo>
                  <a:pt x="1169956" y="61179"/>
                </a:lnTo>
                <a:lnTo>
                  <a:pt x="1150953" y="61398"/>
                </a:lnTo>
                <a:lnTo>
                  <a:pt x="1131951" y="61598"/>
                </a:lnTo>
                <a:lnTo>
                  <a:pt x="1112949" y="61760"/>
                </a:lnTo>
                <a:lnTo>
                  <a:pt x="1093946" y="61913"/>
                </a:lnTo>
                <a:lnTo>
                  <a:pt x="1074934" y="62046"/>
                </a:lnTo>
                <a:lnTo>
                  <a:pt x="1055932" y="62151"/>
                </a:lnTo>
                <a:lnTo>
                  <a:pt x="1036930" y="62236"/>
                </a:lnTo>
                <a:lnTo>
                  <a:pt x="1017927" y="62303"/>
                </a:lnTo>
                <a:lnTo>
                  <a:pt x="998925" y="62341"/>
                </a:lnTo>
                <a:lnTo>
                  <a:pt x="979922" y="62360"/>
                </a:lnTo>
                <a:lnTo>
                  <a:pt x="960920" y="62360"/>
                </a:lnTo>
                <a:lnTo>
                  <a:pt x="941918" y="62341"/>
                </a:lnTo>
                <a:lnTo>
                  <a:pt x="922915" y="62294"/>
                </a:lnTo>
                <a:lnTo>
                  <a:pt x="903913" y="62227"/>
                </a:lnTo>
                <a:lnTo>
                  <a:pt x="884911" y="62141"/>
                </a:lnTo>
                <a:lnTo>
                  <a:pt x="865899" y="62036"/>
                </a:lnTo>
                <a:lnTo>
                  <a:pt x="846896" y="61903"/>
                </a:lnTo>
                <a:lnTo>
                  <a:pt x="827894" y="61760"/>
                </a:lnTo>
                <a:lnTo>
                  <a:pt x="808892" y="61589"/>
                </a:lnTo>
                <a:lnTo>
                  <a:pt x="789889" y="61389"/>
                </a:lnTo>
                <a:lnTo>
                  <a:pt x="770887" y="61170"/>
                </a:lnTo>
                <a:lnTo>
                  <a:pt x="751884" y="60931"/>
                </a:lnTo>
                <a:lnTo>
                  <a:pt x="732882" y="60665"/>
                </a:lnTo>
                <a:lnTo>
                  <a:pt x="713889" y="60379"/>
                </a:lnTo>
                <a:lnTo>
                  <a:pt x="694887" y="60065"/>
                </a:lnTo>
                <a:lnTo>
                  <a:pt x="675884" y="59731"/>
                </a:lnTo>
                <a:lnTo>
                  <a:pt x="656882" y="59369"/>
                </a:lnTo>
                <a:lnTo>
                  <a:pt x="637889" y="58979"/>
                </a:lnTo>
                <a:lnTo>
                  <a:pt x="618887" y="58569"/>
                </a:lnTo>
                <a:lnTo>
                  <a:pt x="599885" y="58122"/>
                </a:lnTo>
                <a:lnTo>
                  <a:pt x="580892" y="57655"/>
                </a:lnTo>
                <a:lnTo>
                  <a:pt x="561889" y="57160"/>
                </a:lnTo>
                <a:lnTo>
                  <a:pt x="542896" y="56626"/>
                </a:lnTo>
                <a:lnTo>
                  <a:pt x="523904" y="56074"/>
                </a:lnTo>
                <a:lnTo>
                  <a:pt x="504911" y="55483"/>
                </a:lnTo>
                <a:lnTo>
                  <a:pt x="485918" y="54854"/>
                </a:lnTo>
                <a:lnTo>
                  <a:pt x="466925" y="54197"/>
                </a:lnTo>
                <a:lnTo>
                  <a:pt x="447932" y="53502"/>
                </a:lnTo>
                <a:lnTo>
                  <a:pt x="428939" y="52769"/>
                </a:lnTo>
                <a:lnTo>
                  <a:pt x="409956" y="51997"/>
                </a:lnTo>
                <a:lnTo>
                  <a:pt x="390973" y="51178"/>
                </a:lnTo>
                <a:lnTo>
                  <a:pt x="371989" y="50311"/>
                </a:lnTo>
                <a:lnTo>
                  <a:pt x="353006" y="49406"/>
                </a:lnTo>
                <a:lnTo>
                  <a:pt x="334023" y="48435"/>
                </a:lnTo>
                <a:lnTo>
                  <a:pt x="315049" y="47425"/>
                </a:lnTo>
                <a:lnTo>
                  <a:pt x="296075" y="46349"/>
                </a:lnTo>
                <a:lnTo>
                  <a:pt x="277111" y="45206"/>
                </a:lnTo>
                <a:lnTo>
                  <a:pt x="258147" y="43996"/>
                </a:lnTo>
                <a:lnTo>
                  <a:pt x="239182" y="42710"/>
                </a:lnTo>
                <a:lnTo>
                  <a:pt x="220228" y="41329"/>
                </a:lnTo>
                <a:lnTo>
                  <a:pt x="201282" y="39853"/>
                </a:lnTo>
                <a:lnTo>
                  <a:pt x="182347" y="38271"/>
                </a:lnTo>
                <a:lnTo>
                  <a:pt x="163420" y="36566"/>
                </a:lnTo>
                <a:lnTo>
                  <a:pt x="144504" y="34719"/>
                </a:lnTo>
                <a:lnTo>
                  <a:pt x="125616" y="32680"/>
                </a:lnTo>
                <a:lnTo>
                  <a:pt x="106737" y="30442"/>
                </a:lnTo>
                <a:lnTo>
                  <a:pt x="87906" y="27927"/>
                </a:lnTo>
                <a:lnTo>
                  <a:pt x="69123" y="25060"/>
                </a:lnTo>
                <a:lnTo>
                  <a:pt x="50416" y="21679"/>
                </a:lnTo>
                <a:lnTo>
                  <a:pt x="31880" y="17497"/>
                </a:lnTo>
                <a:lnTo>
                  <a:pt x="13792" y="11735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52" name="funnel-step-cap-3">
            <a:extLst xmlns:a="http://schemas.openxmlformats.org/drawingml/2006/main">
              <a:ext uri="{FF2B5EF4-FFF2-40B4-BE49-F238E27FC236}">
                <a16:creationId xmlns:a16="http://schemas.microsoft.com/office/drawing/2014/main" id="{E08349AC-FE0E-4010-A03A-B9C6F2784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648751" y="4230938"/>
            <a:ext cx="1941747" cy="17728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7EAC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53" name="funnel-step-body-4">
            <a:extLst xmlns:a="http://schemas.openxmlformats.org/drawingml/2006/main">
              <a:ext uri="{FF2B5EF4-FFF2-40B4-BE49-F238E27FC236}">
                <a16:creationId xmlns:a16="http://schemas.microsoft.com/office/drawing/2014/main" id="{8FD3D386-673F-44AA-B0B9-688D7E56D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833908" y="4921282"/>
            <a:ext cx="1569682" cy="533210"/>
          </a:xfrm>
          <a:custGeom xmlns:a="http://schemas.openxmlformats.org/drawingml/2006/main">
            <a:pathLst>
              <a:path w="1569682" h="533210">
                <a:moveTo>
                  <a:pt x="0" y="0"/>
                </a:moveTo>
                <a:lnTo>
                  <a:pt x="6677" y="17783"/>
                </a:lnTo>
                <a:lnTo>
                  <a:pt x="13364" y="35557"/>
                </a:lnTo>
                <a:lnTo>
                  <a:pt x="20041" y="53340"/>
                </a:lnTo>
                <a:lnTo>
                  <a:pt x="26727" y="71114"/>
                </a:lnTo>
                <a:lnTo>
                  <a:pt x="33404" y="88897"/>
                </a:lnTo>
                <a:lnTo>
                  <a:pt x="40091" y="106680"/>
                </a:lnTo>
                <a:lnTo>
                  <a:pt x="46768" y="124454"/>
                </a:lnTo>
                <a:lnTo>
                  <a:pt x="53454" y="142237"/>
                </a:lnTo>
                <a:lnTo>
                  <a:pt x="60131" y="160010"/>
                </a:lnTo>
                <a:lnTo>
                  <a:pt x="66818" y="177794"/>
                </a:lnTo>
                <a:lnTo>
                  <a:pt x="73495" y="195577"/>
                </a:lnTo>
                <a:lnTo>
                  <a:pt x="80181" y="213350"/>
                </a:lnTo>
                <a:lnTo>
                  <a:pt x="86858" y="231134"/>
                </a:lnTo>
                <a:lnTo>
                  <a:pt x="93545" y="248907"/>
                </a:lnTo>
                <a:lnTo>
                  <a:pt x="100222" y="266690"/>
                </a:lnTo>
                <a:lnTo>
                  <a:pt x="106909" y="284474"/>
                </a:lnTo>
                <a:lnTo>
                  <a:pt x="113586" y="302247"/>
                </a:lnTo>
                <a:lnTo>
                  <a:pt x="120272" y="320030"/>
                </a:lnTo>
                <a:lnTo>
                  <a:pt x="126949" y="337814"/>
                </a:lnTo>
                <a:lnTo>
                  <a:pt x="133636" y="355587"/>
                </a:lnTo>
                <a:lnTo>
                  <a:pt x="140313" y="373370"/>
                </a:lnTo>
                <a:lnTo>
                  <a:pt x="146999" y="391144"/>
                </a:lnTo>
                <a:lnTo>
                  <a:pt x="153676" y="408927"/>
                </a:lnTo>
                <a:lnTo>
                  <a:pt x="160363" y="426710"/>
                </a:lnTo>
                <a:lnTo>
                  <a:pt x="167040" y="444484"/>
                </a:lnTo>
                <a:lnTo>
                  <a:pt x="173726" y="462267"/>
                </a:lnTo>
                <a:lnTo>
                  <a:pt x="181337" y="479327"/>
                </a:lnTo>
                <a:lnTo>
                  <a:pt x="197739" y="488709"/>
                </a:lnTo>
                <a:lnTo>
                  <a:pt x="215751" y="494709"/>
                </a:lnTo>
                <a:lnTo>
                  <a:pt x="234182" y="499281"/>
                </a:lnTo>
                <a:lnTo>
                  <a:pt x="252803" y="503034"/>
                </a:lnTo>
                <a:lnTo>
                  <a:pt x="271520" y="506225"/>
                </a:lnTo>
                <a:lnTo>
                  <a:pt x="290312" y="509006"/>
                </a:lnTo>
                <a:lnTo>
                  <a:pt x="309143" y="511483"/>
                </a:lnTo>
                <a:lnTo>
                  <a:pt x="328003" y="513693"/>
                </a:lnTo>
                <a:lnTo>
                  <a:pt x="346891" y="515693"/>
                </a:lnTo>
                <a:lnTo>
                  <a:pt x="365798" y="517503"/>
                </a:lnTo>
                <a:lnTo>
                  <a:pt x="384724" y="519160"/>
                </a:lnTo>
                <a:lnTo>
                  <a:pt x="403650" y="520675"/>
                </a:lnTo>
                <a:lnTo>
                  <a:pt x="422596" y="522065"/>
                </a:lnTo>
                <a:lnTo>
                  <a:pt x="441550" y="523342"/>
                </a:lnTo>
                <a:lnTo>
                  <a:pt x="460505" y="524513"/>
                </a:lnTo>
                <a:lnTo>
                  <a:pt x="479469" y="525590"/>
                </a:lnTo>
                <a:lnTo>
                  <a:pt x="498434" y="526580"/>
                </a:lnTo>
                <a:lnTo>
                  <a:pt x="517408" y="527485"/>
                </a:lnTo>
                <a:lnTo>
                  <a:pt x="536381" y="528314"/>
                </a:lnTo>
                <a:lnTo>
                  <a:pt x="555365" y="529057"/>
                </a:lnTo>
                <a:lnTo>
                  <a:pt x="574338" y="529742"/>
                </a:lnTo>
                <a:lnTo>
                  <a:pt x="593331" y="530352"/>
                </a:lnTo>
                <a:lnTo>
                  <a:pt x="612315" y="530904"/>
                </a:lnTo>
                <a:lnTo>
                  <a:pt x="631298" y="531390"/>
                </a:lnTo>
                <a:lnTo>
                  <a:pt x="650291" y="531809"/>
                </a:lnTo>
                <a:lnTo>
                  <a:pt x="669274" y="532181"/>
                </a:lnTo>
                <a:lnTo>
                  <a:pt x="688267" y="532495"/>
                </a:lnTo>
                <a:lnTo>
                  <a:pt x="707260" y="532743"/>
                </a:lnTo>
                <a:lnTo>
                  <a:pt x="726253" y="532943"/>
                </a:lnTo>
                <a:lnTo>
                  <a:pt x="745246" y="533086"/>
                </a:lnTo>
                <a:lnTo>
                  <a:pt x="764238" y="533171"/>
                </a:lnTo>
                <a:lnTo>
                  <a:pt x="783231" y="533210"/>
                </a:lnTo>
                <a:lnTo>
                  <a:pt x="802224" y="533190"/>
                </a:lnTo>
                <a:lnTo>
                  <a:pt x="821217" y="533114"/>
                </a:lnTo>
                <a:lnTo>
                  <a:pt x="840210" y="532981"/>
                </a:lnTo>
                <a:lnTo>
                  <a:pt x="859203" y="532800"/>
                </a:lnTo>
                <a:lnTo>
                  <a:pt x="878195" y="532562"/>
                </a:lnTo>
                <a:lnTo>
                  <a:pt x="897188" y="532267"/>
                </a:lnTo>
                <a:lnTo>
                  <a:pt x="916181" y="531914"/>
                </a:lnTo>
                <a:lnTo>
                  <a:pt x="935165" y="531505"/>
                </a:lnTo>
                <a:lnTo>
                  <a:pt x="954157" y="531038"/>
                </a:lnTo>
                <a:lnTo>
                  <a:pt x="973141" y="530504"/>
                </a:lnTo>
                <a:lnTo>
                  <a:pt x="992124" y="529904"/>
                </a:lnTo>
                <a:lnTo>
                  <a:pt x="1011107" y="529247"/>
                </a:lnTo>
                <a:lnTo>
                  <a:pt x="1030091" y="528514"/>
                </a:lnTo>
                <a:lnTo>
                  <a:pt x="1049064" y="527704"/>
                </a:lnTo>
                <a:lnTo>
                  <a:pt x="1068038" y="526818"/>
                </a:lnTo>
                <a:lnTo>
                  <a:pt x="1087003" y="525856"/>
                </a:lnTo>
                <a:lnTo>
                  <a:pt x="1105967" y="524799"/>
                </a:lnTo>
                <a:lnTo>
                  <a:pt x="1124931" y="523665"/>
                </a:lnTo>
                <a:lnTo>
                  <a:pt x="1143876" y="522408"/>
                </a:lnTo>
                <a:lnTo>
                  <a:pt x="1162822" y="521046"/>
                </a:lnTo>
                <a:lnTo>
                  <a:pt x="1181757" y="519570"/>
                </a:lnTo>
                <a:lnTo>
                  <a:pt x="1200683" y="517950"/>
                </a:lnTo>
                <a:lnTo>
                  <a:pt x="1219591" y="516179"/>
                </a:lnTo>
                <a:lnTo>
                  <a:pt x="1238488" y="514236"/>
                </a:lnTo>
                <a:lnTo>
                  <a:pt x="1257357" y="512083"/>
                </a:lnTo>
                <a:lnTo>
                  <a:pt x="1276198" y="509683"/>
                </a:lnTo>
                <a:lnTo>
                  <a:pt x="1295000" y="506987"/>
                </a:lnTo>
                <a:lnTo>
                  <a:pt x="1313745" y="503911"/>
                </a:lnTo>
                <a:lnTo>
                  <a:pt x="1332395" y="500329"/>
                </a:lnTo>
                <a:lnTo>
                  <a:pt x="1350893" y="496005"/>
                </a:lnTo>
                <a:lnTo>
                  <a:pt x="1369057" y="490480"/>
                </a:lnTo>
                <a:lnTo>
                  <a:pt x="1386183" y="482384"/>
                </a:lnTo>
                <a:lnTo>
                  <a:pt x="1395965" y="466916"/>
                </a:lnTo>
                <a:lnTo>
                  <a:pt x="1402642" y="449132"/>
                </a:lnTo>
                <a:lnTo>
                  <a:pt x="1409329" y="431359"/>
                </a:lnTo>
                <a:lnTo>
                  <a:pt x="1416006" y="413576"/>
                </a:lnTo>
                <a:lnTo>
                  <a:pt x="1422692" y="395802"/>
                </a:lnTo>
                <a:lnTo>
                  <a:pt x="1429369" y="378019"/>
                </a:lnTo>
                <a:lnTo>
                  <a:pt x="1436056" y="360236"/>
                </a:lnTo>
                <a:lnTo>
                  <a:pt x="1442733" y="342462"/>
                </a:lnTo>
                <a:lnTo>
                  <a:pt x="1449419" y="324679"/>
                </a:lnTo>
                <a:lnTo>
                  <a:pt x="1456096" y="306905"/>
                </a:lnTo>
                <a:lnTo>
                  <a:pt x="1462783" y="289122"/>
                </a:lnTo>
                <a:lnTo>
                  <a:pt x="1469460" y="271339"/>
                </a:lnTo>
                <a:lnTo>
                  <a:pt x="1476146" y="253565"/>
                </a:lnTo>
                <a:lnTo>
                  <a:pt x="1482823" y="235782"/>
                </a:lnTo>
                <a:lnTo>
                  <a:pt x="1489510" y="218008"/>
                </a:lnTo>
                <a:lnTo>
                  <a:pt x="1496187" y="200225"/>
                </a:lnTo>
                <a:lnTo>
                  <a:pt x="1502874" y="182442"/>
                </a:lnTo>
                <a:lnTo>
                  <a:pt x="1509551" y="164668"/>
                </a:lnTo>
                <a:lnTo>
                  <a:pt x="1516237" y="146885"/>
                </a:lnTo>
                <a:lnTo>
                  <a:pt x="1522914" y="129111"/>
                </a:lnTo>
                <a:lnTo>
                  <a:pt x="1529601" y="111328"/>
                </a:lnTo>
                <a:lnTo>
                  <a:pt x="1536278" y="93545"/>
                </a:lnTo>
                <a:lnTo>
                  <a:pt x="1542964" y="75771"/>
                </a:lnTo>
                <a:lnTo>
                  <a:pt x="1549641" y="57988"/>
                </a:lnTo>
                <a:lnTo>
                  <a:pt x="1556318" y="40215"/>
                </a:lnTo>
                <a:lnTo>
                  <a:pt x="1563005" y="22431"/>
                </a:lnTo>
                <a:lnTo>
                  <a:pt x="1569682" y="4648"/>
                </a:lnTo>
                <a:lnTo>
                  <a:pt x="1562852" y="10325"/>
                </a:lnTo>
                <a:lnTo>
                  <a:pt x="1545336" y="17574"/>
                </a:lnTo>
                <a:lnTo>
                  <a:pt x="1527000" y="22527"/>
                </a:lnTo>
                <a:lnTo>
                  <a:pt x="1508417" y="26422"/>
                </a:lnTo>
                <a:lnTo>
                  <a:pt x="1489700" y="29670"/>
                </a:lnTo>
                <a:lnTo>
                  <a:pt x="1470917" y="32490"/>
                </a:lnTo>
                <a:lnTo>
                  <a:pt x="1452086" y="34976"/>
                </a:lnTo>
                <a:lnTo>
                  <a:pt x="1433227" y="37205"/>
                </a:lnTo>
                <a:lnTo>
                  <a:pt x="1414339" y="39233"/>
                </a:lnTo>
                <a:lnTo>
                  <a:pt x="1395441" y="41081"/>
                </a:lnTo>
                <a:lnTo>
                  <a:pt x="1376524" y="42777"/>
                </a:lnTo>
                <a:lnTo>
                  <a:pt x="1357589" y="44339"/>
                </a:lnTo>
                <a:lnTo>
                  <a:pt x="1338653" y="45796"/>
                </a:lnTo>
                <a:lnTo>
                  <a:pt x="1319708" y="47149"/>
                </a:lnTo>
                <a:lnTo>
                  <a:pt x="1300753" y="48406"/>
                </a:lnTo>
                <a:lnTo>
                  <a:pt x="1281798" y="49587"/>
                </a:lnTo>
                <a:lnTo>
                  <a:pt x="1262844" y="50683"/>
                </a:lnTo>
                <a:lnTo>
                  <a:pt x="1243870" y="51711"/>
                </a:lnTo>
                <a:lnTo>
                  <a:pt x="1224905" y="52673"/>
                </a:lnTo>
                <a:lnTo>
                  <a:pt x="1205932" y="53578"/>
                </a:lnTo>
                <a:lnTo>
                  <a:pt x="1186958" y="54426"/>
                </a:lnTo>
                <a:lnTo>
                  <a:pt x="1167984" y="55207"/>
                </a:lnTo>
                <a:lnTo>
                  <a:pt x="1149001" y="55950"/>
                </a:lnTo>
                <a:lnTo>
                  <a:pt x="1130017" y="56636"/>
                </a:lnTo>
                <a:lnTo>
                  <a:pt x="1111034" y="57283"/>
                </a:lnTo>
                <a:lnTo>
                  <a:pt x="1092051" y="57874"/>
                </a:lnTo>
                <a:lnTo>
                  <a:pt x="1073067" y="58436"/>
                </a:lnTo>
                <a:lnTo>
                  <a:pt x="1054084" y="58941"/>
                </a:lnTo>
                <a:lnTo>
                  <a:pt x="1035091" y="59417"/>
                </a:lnTo>
                <a:lnTo>
                  <a:pt x="1016108" y="59846"/>
                </a:lnTo>
                <a:lnTo>
                  <a:pt x="997115" y="60246"/>
                </a:lnTo>
                <a:lnTo>
                  <a:pt x="978122" y="60598"/>
                </a:lnTo>
                <a:lnTo>
                  <a:pt x="959139" y="60922"/>
                </a:lnTo>
                <a:lnTo>
                  <a:pt x="940146" y="61208"/>
                </a:lnTo>
                <a:lnTo>
                  <a:pt x="921153" y="61455"/>
                </a:lnTo>
                <a:lnTo>
                  <a:pt x="902160" y="61674"/>
                </a:lnTo>
                <a:lnTo>
                  <a:pt x="883168" y="61865"/>
                </a:lnTo>
                <a:lnTo>
                  <a:pt x="864175" y="62017"/>
                </a:lnTo>
                <a:lnTo>
                  <a:pt x="845182" y="62132"/>
                </a:lnTo>
                <a:lnTo>
                  <a:pt x="826189" y="62217"/>
                </a:lnTo>
                <a:lnTo>
                  <a:pt x="807196" y="62274"/>
                </a:lnTo>
                <a:lnTo>
                  <a:pt x="788203" y="62294"/>
                </a:lnTo>
                <a:lnTo>
                  <a:pt x="769210" y="62284"/>
                </a:lnTo>
                <a:lnTo>
                  <a:pt x="750218" y="62236"/>
                </a:lnTo>
                <a:lnTo>
                  <a:pt x="731225" y="62160"/>
                </a:lnTo>
                <a:lnTo>
                  <a:pt x="712232" y="62055"/>
                </a:lnTo>
                <a:lnTo>
                  <a:pt x="693239" y="61913"/>
                </a:lnTo>
                <a:lnTo>
                  <a:pt x="674246" y="61732"/>
                </a:lnTo>
                <a:lnTo>
                  <a:pt x="655253" y="61522"/>
                </a:lnTo>
                <a:lnTo>
                  <a:pt x="636260" y="61274"/>
                </a:lnTo>
                <a:lnTo>
                  <a:pt x="617268" y="60998"/>
                </a:lnTo>
                <a:lnTo>
                  <a:pt x="598275" y="60684"/>
                </a:lnTo>
                <a:lnTo>
                  <a:pt x="579282" y="60341"/>
                </a:lnTo>
                <a:lnTo>
                  <a:pt x="560299" y="59950"/>
                </a:lnTo>
                <a:lnTo>
                  <a:pt x="541306" y="59531"/>
                </a:lnTo>
                <a:lnTo>
                  <a:pt x="522322" y="59065"/>
                </a:lnTo>
                <a:lnTo>
                  <a:pt x="503330" y="58569"/>
                </a:lnTo>
                <a:lnTo>
                  <a:pt x="484346" y="58026"/>
                </a:lnTo>
                <a:lnTo>
                  <a:pt x="465363" y="57436"/>
                </a:lnTo>
                <a:lnTo>
                  <a:pt x="446380" y="56817"/>
                </a:lnTo>
                <a:lnTo>
                  <a:pt x="427396" y="56131"/>
                </a:lnTo>
                <a:lnTo>
                  <a:pt x="408422" y="55407"/>
                </a:lnTo>
                <a:lnTo>
                  <a:pt x="389439" y="54635"/>
                </a:lnTo>
                <a:lnTo>
                  <a:pt x="370465" y="53807"/>
                </a:lnTo>
                <a:lnTo>
                  <a:pt x="351492" y="52921"/>
                </a:lnTo>
                <a:lnTo>
                  <a:pt x="332527" y="51978"/>
                </a:lnTo>
                <a:lnTo>
                  <a:pt x="313553" y="50959"/>
                </a:lnTo>
                <a:lnTo>
                  <a:pt x="294589" y="49873"/>
                </a:lnTo>
                <a:lnTo>
                  <a:pt x="275634" y="48720"/>
                </a:lnTo>
                <a:lnTo>
                  <a:pt x="256680" y="47482"/>
                </a:lnTo>
                <a:lnTo>
                  <a:pt x="237734" y="46158"/>
                </a:lnTo>
                <a:lnTo>
                  <a:pt x="218799" y="44739"/>
                </a:lnTo>
                <a:lnTo>
                  <a:pt x="199863" y="43196"/>
                </a:lnTo>
                <a:lnTo>
                  <a:pt x="180946" y="41539"/>
                </a:lnTo>
                <a:lnTo>
                  <a:pt x="162039" y="39729"/>
                </a:lnTo>
                <a:lnTo>
                  <a:pt x="143142" y="37757"/>
                </a:lnTo>
                <a:lnTo>
                  <a:pt x="124273" y="35585"/>
                </a:lnTo>
                <a:lnTo>
                  <a:pt x="105442" y="33166"/>
                </a:lnTo>
                <a:lnTo>
                  <a:pt x="86639" y="30442"/>
                </a:lnTo>
                <a:lnTo>
                  <a:pt x="67904" y="27318"/>
                </a:lnTo>
                <a:lnTo>
                  <a:pt x="49282" y="23622"/>
                </a:lnTo>
                <a:lnTo>
                  <a:pt x="30851" y="19012"/>
                </a:lnTo>
                <a:lnTo>
                  <a:pt x="12992" y="12611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78A8D5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54" name="funnel-step-cap-4">
            <a:extLst xmlns:a="http://schemas.openxmlformats.org/drawingml/2006/main">
              <a:ext uri="{FF2B5EF4-FFF2-40B4-BE49-F238E27FC236}">
                <a16:creationId xmlns:a16="http://schemas.microsoft.com/office/drawing/2014/main" id="{40B06E3E-8BCB-4326-A6DD-02303D6FE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833917" y="4832604"/>
            <a:ext cx="1571406" cy="17728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8A8D5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55" name="funnel-step-body-5">
            <a:extLst xmlns:a="http://schemas.openxmlformats.org/drawingml/2006/main">
              <a:ext uri="{FF2B5EF4-FFF2-40B4-BE49-F238E27FC236}">
                <a16:creationId xmlns:a16="http://schemas.microsoft.com/office/drawing/2014/main" id="{98362908-D9E6-4CC9-B8F6-6A4256643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10882" y="5522881"/>
            <a:ext cx="1214199" cy="533276"/>
          </a:xfrm>
          <a:custGeom xmlns:a="http://schemas.openxmlformats.org/drawingml/2006/main">
            <a:pathLst>
              <a:path w="1214199" h="533276">
                <a:moveTo>
                  <a:pt x="0" y="0"/>
                </a:moveTo>
                <a:lnTo>
                  <a:pt x="6458" y="17821"/>
                </a:lnTo>
                <a:lnTo>
                  <a:pt x="12906" y="35633"/>
                </a:lnTo>
                <a:lnTo>
                  <a:pt x="19364" y="53454"/>
                </a:lnTo>
                <a:lnTo>
                  <a:pt x="25822" y="71276"/>
                </a:lnTo>
                <a:lnTo>
                  <a:pt x="32271" y="89097"/>
                </a:lnTo>
                <a:lnTo>
                  <a:pt x="38729" y="106909"/>
                </a:lnTo>
                <a:lnTo>
                  <a:pt x="45187" y="124730"/>
                </a:lnTo>
                <a:lnTo>
                  <a:pt x="51635" y="142551"/>
                </a:lnTo>
                <a:lnTo>
                  <a:pt x="58093" y="160372"/>
                </a:lnTo>
                <a:lnTo>
                  <a:pt x="64551" y="178184"/>
                </a:lnTo>
                <a:lnTo>
                  <a:pt x="71009" y="196005"/>
                </a:lnTo>
                <a:lnTo>
                  <a:pt x="77457" y="213827"/>
                </a:lnTo>
                <a:lnTo>
                  <a:pt x="83915" y="231638"/>
                </a:lnTo>
                <a:lnTo>
                  <a:pt x="90373" y="249460"/>
                </a:lnTo>
                <a:lnTo>
                  <a:pt x="96822" y="267281"/>
                </a:lnTo>
                <a:lnTo>
                  <a:pt x="103280" y="285102"/>
                </a:lnTo>
                <a:lnTo>
                  <a:pt x="109738" y="302914"/>
                </a:lnTo>
                <a:lnTo>
                  <a:pt x="116186" y="320735"/>
                </a:lnTo>
                <a:lnTo>
                  <a:pt x="122644" y="338557"/>
                </a:lnTo>
                <a:lnTo>
                  <a:pt x="129102" y="356378"/>
                </a:lnTo>
                <a:lnTo>
                  <a:pt x="135550" y="374190"/>
                </a:lnTo>
                <a:lnTo>
                  <a:pt x="142008" y="392011"/>
                </a:lnTo>
                <a:lnTo>
                  <a:pt x="148466" y="409832"/>
                </a:lnTo>
                <a:lnTo>
                  <a:pt x="154915" y="427644"/>
                </a:lnTo>
                <a:lnTo>
                  <a:pt x="161373" y="445465"/>
                </a:lnTo>
                <a:lnTo>
                  <a:pt x="167831" y="463286"/>
                </a:lnTo>
                <a:lnTo>
                  <a:pt x="174812" y="480632"/>
                </a:lnTo>
                <a:lnTo>
                  <a:pt x="190376" y="491233"/>
                </a:lnTo>
                <a:lnTo>
                  <a:pt x="208016" y="498129"/>
                </a:lnTo>
                <a:lnTo>
                  <a:pt x="226228" y="503339"/>
                </a:lnTo>
                <a:lnTo>
                  <a:pt x="244707" y="507559"/>
                </a:lnTo>
                <a:lnTo>
                  <a:pt x="263319" y="511111"/>
                </a:lnTo>
                <a:lnTo>
                  <a:pt x="282026" y="514159"/>
                </a:lnTo>
                <a:lnTo>
                  <a:pt x="300790" y="516817"/>
                </a:lnTo>
                <a:lnTo>
                  <a:pt x="319602" y="519151"/>
                </a:lnTo>
                <a:lnTo>
                  <a:pt x="338433" y="521227"/>
                </a:lnTo>
                <a:lnTo>
                  <a:pt x="357302" y="523065"/>
                </a:lnTo>
                <a:lnTo>
                  <a:pt x="376180" y="524704"/>
                </a:lnTo>
                <a:lnTo>
                  <a:pt x="395078" y="526151"/>
                </a:lnTo>
                <a:lnTo>
                  <a:pt x="413985" y="527437"/>
                </a:lnTo>
                <a:lnTo>
                  <a:pt x="432902" y="528580"/>
                </a:lnTo>
                <a:lnTo>
                  <a:pt x="451828" y="529580"/>
                </a:lnTo>
                <a:lnTo>
                  <a:pt x="470754" y="530447"/>
                </a:lnTo>
                <a:lnTo>
                  <a:pt x="489699" y="531181"/>
                </a:lnTo>
                <a:lnTo>
                  <a:pt x="508635" y="531809"/>
                </a:lnTo>
                <a:lnTo>
                  <a:pt x="527580" y="532324"/>
                </a:lnTo>
                <a:lnTo>
                  <a:pt x="546525" y="532714"/>
                </a:lnTo>
                <a:lnTo>
                  <a:pt x="565480" y="533009"/>
                </a:lnTo>
                <a:lnTo>
                  <a:pt x="584425" y="533190"/>
                </a:lnTo>
                <a:lnTo>
                  <a:pt x="603380" y="533276"/>
                </a:lnTo>
                <a:lnTo>
                  <a:pt x="622335" y="533248"/>
                </a:lnTo>
                <a:lnTo>
                  <a:pt x="641280" y="533124"/>
                </a:lnTo>
                <a:lnTo>
                  <a:pt x="660235" y="532895"/>
                </a:lnTo>
                <a:lnTo>
                  <a:pt x="679180" y="532562"/>
                </a:lnTo>
                <a:lnTo>
                  <a:pt x="698125" y="532114"/>
                </a:lnTo>
                <a:lnTo>
                  <a:pt x="717071" y="531552"/>
                </a:lnTo>
                <a:lnTo>
                  <a:pt x="736016" y="530876"/>
                </a:lnTo>
                <a:lnTo>
                  <a:pt x="754952" y="530085"/>
                </a:lnTo>
                <a:lnTo>
                  <a:pt x="773878" y="529161"/>
                </a:lnTo>
                <a:lnTo>
                  <a:pt x="792804" y="528104"/>
                </a:lnTo>
                <a:lnTo>
                  <a:pt x="811711" y="526904"/>
                </a:lnTo>
                <a:lnTo>
                  <a:pt x="830618" y="525542"/>
                </a:lnTo>
                <a:lnTo>
                  <a:pt x="849506" y="524008"/>
                </a:lnTo>
                <a:lnTo>
                  <a:pt x="868375" y="522294"/>
                </a:lnTo>
                <a:lnTo>
                  <a:pt x="887235" y="520360"/>
                </a:lnTo>
                <a:lnTo>
                  <a:pt x="906056" y="518170"/>
                </a:lnTo>
                <a:lnTo>
                  <a:pt x="924849" y="515712"/>
                </a:lnTo>
                <a:lnTo>
                  <a:pt x="943585" y="512893"/>
                </a:lnTo>
                <a:lnTo>
                  <a:pt x="962263" y="509635"/>
                </a:lnTo>
                <a:lnTo>
                  <a:pt x="980818" y="505825"/>
                </a:lnTo>
                <a:lnTo>
                  <a:pt x="999201" y="501225"/>
                </a:lnTo>
                <a:lnTo>
                  <a:pt x="1017232" y="495405"/>
                </a:lnTo>
                <a:lnTo>
                  <a:pt x="1034348" y="487318"/>
                </a:lnTo>
                <a:lnTo>
                  <a:pt x="1046607" y="473507"/>
                </a:lnTo>
                <a:lnTo>
                  <a:pt x="1052455" y="455552"/>
                </a:lnTo>
                <a:lnTo>
                  <a:pt x="1058913" y="437731"/>
                </a:lnTo>
                <a:lnTo>
                  <a:pt x="1065371" y="419910"/>
                </a:lnTo>
                <a:lnTo>
                  <a:pt x="1071820" y="402098"/>
                </a:lnTo>
                <a:lnTo>
                  <a:pt x="1078278" y="384277"/>
                </a:lnTo>
                <a:lnTo>
                  <a:pt x="1084736" y="366455"/>
                </a:lnTo>
                <a:lnTo>
                  <a:pt x="1091194" y="348634"/>
                </a:lnTo>
                <a:lnTo>
                  <a:pt x="1097642" y="330822"/>
                </a:lnTo>
                <a:lnTo>
                  <a:pt x="1104100" y="313001"/>
                </a:lnTo>
                <a:lnTo>
                  <a:pt x="1110558" y="295180"/>
                </a:lnTo>
                <a:lnTo>
                  <a:pt x="1117006" y="277358"/>
                </a:lnTo>
                <a:lnTo>
                  <a:pt x="1123464" y="259547"/>
                </a:lnTo>
                <a:lnTo>
                  <a:pt x="1129922" y="241725"/>
                </a:lnTo>
                <a:lnTo>
                  <a:pt x="1136371" y="223904"/>
                </a:lnTo>
                <a:lnTo>
                  <a:pt x="1142829" y="206092"/>
                </a:lnTo>
                <a:lnTo>
                  <a:pt x="1149287" y="188271"/>
                </a:lnTo>
                <a:lnTo>
                  <a:pt x="1155735" y="170450"/>
                </a:lnTo>
                <a:lnTo>
                  <a:pt x="1162193" y="152629"/>
                </a:lnTo>
                <a:lnTo>
                  <a:pt x="1168651" y="134817"/>
                </a:lnTo>
                <a:lnTo>
                  <a:pt x="1175099" y="116996"/>
                </a:lnTo>
                <a:lnTo>
                  <a:pt x="1181557" y="99174"/>
                </a:lnTo>
                <a:lnTo>
                  <a:pt x="1188015" y="81353"/>
                </a:lnTo>
                <a:lnTo>
                  <a:pt x="1194473" y="63541"/>
                </a:lnTo>
                <a:lnTo>
                  <a:pt x="1200922" y="45720"/>
                </a:lnTo>
                <a:lnTo>
                  <a:pt x="1207379" y="27899"/>
                </a:lnTo>
                <a:lnTo>
                  <a:pt x="1213837" y="10077"/>
                </a:lnTo>
                <a:lnTo>
                  <a:pt x="1214199" y="7334"/>
                </a:lnTo>
                <a:lnTo>
                  <a:pt x="1198178" y="17212"/>
                </a:lnTo>
                <a:lnTo>
                  <a:pt x="1180271" y="23374"/>
                </a:lnTo>
                <a:lnTo>
                  <a:pt x="1161907" y="28032"/>
                </a:lnTo>
                <a:lnTo>
                  <a:pt x="1143343" y="31842"/>
                </a:lnTo>
                <a:lnTo>
                  <a:pt x="1124664" y="35071"/>
                </a:lnTo>
                <a:lnTo>
                  <a:pt x="1105929" y="37890"/>
                </a:lnTo>
                <a:lnTo>
                  <a:pt x="1087136" y="40386"/>
                </a:lnTo>
                <a:lnTo>
                  <a:pt x="1068314" y="42615"/>
                </a:lnTo>
                <a:lnTo>
                  <a:pt x="1049474" y="44634"/>
                </a:lnTo>
                <a:lnTo>
                  <a:pt x="1030615" y="46463"/>
                </a:lnTo>
                <a:lnTo>
                  <a:pt x="1011736" y="48130"/>
                </a:lnTo>
                <a:lnTo>
                  <a:pt x="992838" y="49663"/>
                </a:lnTo>
                <a:lnTo>
                  <a:pt x="973941" y="51064"/>
                </a:lnTo>
                <a:lnTo>
                  <a:pt x="955034" y="52349"/>
                </a:lnTo>
                <a:lnTo>
                  <a:pt x="936117" y="53531"/>
                </a:lnTo>
                <a:lnTo>
                  <a:pt x="917200" y="54616"/>
                </a:lnTo>
                <a:lnTo>
                  <a:pt x="898274" y="55616"/>
                </a:lnTo>
                <a:lnTo>
                  <a:pt x="879348" y="56521"/>
                </a:lnTo>
                <a:lnTo>
                  <a:pt x="860412" y="57360"/>
                </a:lnTo>
                <a:lnTo>
                  <a:pt x="841477" y="58122"/>
                </a:lnTo>
                <a:lnTo>
                  <a:pt x="822531" y="58807"/>
                </a:lnTo>
                <a:lnTo>
                  <a:pt x="803596" y="59436"/>
                </a:lnTo>
                <a:lnTo>
                  <a:pt x="784650" y="59988"/>
                </a:lnTo>
                <a:lnTo>
                  <a:pt x="765705" y="60484"/>
                </a:lnTo>
                <a:lnTo>
                  <a:pt x="746760" y="60912"/>
                </a:lnTo>
                <a:lnTo>
                  <a:pt x="727805" y="61284"/>
                </a:lnTo>
                <a:lnTo>
                  <a:pt x="708860" y="61608"/>
                </a:lnTo>
                <a:lnTo>
                  <a:pt x="689915" y="61865"/>
                </a:lnTo>
                <a:lnTo>
                  <a:pt x="670960" y="62074"/>
                </a:lnTo>
                <a:lnTo>
                  <a:pt x="652005" y="62227"/>
                </a:lnTo>
                <a:lnTo>
                  <a:pt x="633060" y="62322"/>
                </a:lnTo>
                <a:lnTo>
                  <a:pt x="614105" y="62360"/>
                </a:lnTo>
                <a:lnTo>
                  <a:pt x="595151" y="62351"/>
                </a:lnTo>
                <a:lnTo>
                  <a:pt x="576205" y="62284"/>
                </a:lnTo>
                <a:lnTo>
                  <a:pt x="557251" y="62160"/>
                </a:lnTo>
                <a:lnTo>
                  <a:pt x="538296" y="61989"/>
                </a:lnTo>
                <a:lnTo>
                  <a:pt x="519351" y="61760"/>
                </a:lnTo>
                <a:lnTo>
                  <a:pt x="500396" y="61474"/>
                </a:lnTo>
                <a:lnTo>
                  <a:pt x="481451" y="61141"/>
                </a:lnTo>
                <a:lnTo>
                  <a:pt x="462505" y="60731"/>
                </a:lnTo>
                <a:lnTo>
                  <a:pt x="443560" y="60274"/>
                </a:lnTo>
                <a:lnTo>
                  <a:pt x="424615" y="59750"/>
                </a:lnTo>
                <a:lnTo>
                  <a:pt x="405670" y="59169"/>
                </a:lnTo>
                <a:lnTo>
                  <a:pt x="386725" y="58522"/>
                </a:lnTo>
                <a:lnTo>
                  <a:pt x="367789" y="57798"/>
                </a:lnTo>
                <a:lnTo>
                  <a:pt x="348853" y="57007"/>
                </a:lnTo>
                <a:lnTo>
                  <a:pt x="329927" y="56140"/>
                </a:lnTo>
                <a:lnTo>
                  <a:pt x="310991" y="55188"/>
                </a:lnTo>
                <a:lnTo>
                  <a:pt x="292075" y="54159"/>
                </a:lnTo>
                <a:lnTo>
                  <a:pt x="273148" y="53026"/>
                </a:lnTo>
                <a:lnTo>
                  <a:pt x="254241" y="51806"/>
                </a:lnTo>
                <a:lnTo>
                  <a:pt x="235334" y="50473"/>
                </a:lnTo>
                <a:lnTo>
                  <a:pt x="216437" y="49016"/>
                </a:lnTo>
                <a:lnTo>
                  <a:pt x="197558" y="47425"/>
                </a:lnTo>
                <a:lnTo>
                  <a:pt x="178679" y="45691"/>
                </a:lnTo>
                <a:lnTo>
                  <a:pt x="159830" y="43786"/>
                </a:lnTo>
                <a:lnTo>
                  <a:pt x="140989" y="41681"/>
                </a:lnTo>
                <a:lnTo>
                  <a:pt x="122187" y="39338"/>
                </a:lnTo>
                <a:lnTo>
                  <a:pt x="103413" y="36709"/>
                </a:lnTo>
                <a:lnTo>
                  <a:pt x="84706" y="33728"/>
                </a:lnTo>
                <a:lnTo>
                  <a:pt x="66065" y="30270"/>
                </a:lnTo>
                <a:lnTo>
                  <a:pt x="47577" y="26137"/>
                </a:lnTo>
                <a:lnTo>
                  <a:pt x="29356" y="20945"/>
                </a:lnTo>
                <a:lnTo>
                  <a:pt x="11887" y="13668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78A8D5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56" name="funnel-step-cap-5">
            <a:extLst xmlns:a="http://schemas.openxmlformats.org/drawingml/2006/main">
              <a:ext uri="{FF2B5EF4-FFF2-40B4-BE49-F238E27FC236}">
                <a16:creationId xmlns:a16="http://schemas.microsoft.com/office/drawing/2014/main" id="{297022DC-9602-418D-9D02-79889D747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10844" y="5434270"/>
            <a:ext cx="1217552" cy="17728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8A8D5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57" name="funnel-flow-arrow">
            <a:extLst xmlns:a="http://schemas.openxmlformats.org/drawingml/2006/main">
              <a:ext uri="{FF2B5EF4-FFF2-40B4-BE49-F238E27FC236}">
                <a16:creationId xmlns:a16="http://schemas.microsoft.com/office/drawing/2014/main" id="{1526BB87-B4E9-43D7-871D-8F99CCB1D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52850" y="2466975"/>
            <a:ext cx="1733550" cy="3631178"/>
          </a:xfrm>
          <a:custGeom xmlns:a="http://schemas.openxmlformats.org/drawingml/2006/main">
            <a:pathLst>
              <a:path w="1733550" h="3631178">
                <a:moveTo>
                  <a:pt x="0" y="0"/>
                </a:moveTo>
                <a:lnTo>
                  <a:pt x="0" y="42834"/>
                </a:lnTo>
                <a:lnTo>
                  <a:pt x="9249" y="84525"/>
                </a:lnTo>
                <a:lnTo>
                  <a:pt x="19660" y="126063"/>
                </a:lnTo>
                <a:lnTo>
                  <a:pt x="30070" y="167611"/>
                </a:lnTo>
                <a:lnTo>
                  <a:pt x="40491" y="209159"/>
                </a:lnTo>
                <a:lnTo>
                  <a:pt x="50902" y="250708"/>
                </a:lnTo>
                <a:lnTo>
                  <a:pt x="61312" y="292256"/>
                </a:lnTo>
                <a:lnTo>
                  <a:pt x="71723" y="333794"/>
                </a:lnTo>
                <a:lnTo>
                  <a:pt x="82144" y="375342"/>
                </a:lnTo>
                <a:lnTo>
                  <a:pt x="92554" y="416890"/>
                </a:lnTo>
                <a:lnTo>
                  <a:pt x="102965" y="458438"/>
                </a:lnTo>
                <a:lnTo>
                  <a:pt x="113376" y="499977"/>
                </a:lnTo>
                <a:lnTo>
                  <a:pt x="123796" y="541525"/>
                </a:lnTo>
                <a:lnTo>
                  <a:pt x="134207" y="583073"/>
                </a:lnTo>
                <a:lnTo>
                  <a:pt x="143599" y="624850"/>
                </a:lnTo>
                <a:lnTo>
                  <a:pt x="151924" y="666864"/>
                </a:lnTo>
                <a:lnTo>
                  <a:pt x="159915" y="708946"/>
                </a:lnTo>
                <a:lnTo>
                  <a:pt x="167916" y="751018"/>
                </a:lnTo>
                <a:lnTo>
                  <a:pt x="175908" y="793099"/>
                </a:lnTo>
                <a:lnTo>
                  <a:pt x="183899" y="835181"/>
                </a:lnTo>
                <a:lnTo>
                  <a:pt x="191900" y="877253"/>
                </a:lnTo>
                <a:lnTo>
                  <a:pt x="199892" y="919334"/>
                </a:lnTo>
                <a:lnTo>
                  <a:pt x="207883" y="961415"/>
                </a:lnTo>
                <a:lnTo>
                  <a:pt x="215884" y="1003487"/>
                </a:lnTo>
                <a:lnTo>
                  <a:pt x="223876" y="1045569"/>
                </a:lnTo>
                <a:lnTo>
                  <a:pt x="231867" y="1087650"/>
                </a:lnTo>
                <a:lnTo>
                  <a:pt x="239868" y="1129722"/>
                </a:lnTo>
                <a:lnTo>
                  <a:pt x="247860" y="1171804"/>
                </a:lnTo>
                <a:lnTo>
                  <a:pt x="255746" y="1213904"/>
                </a:lnTo>
                <a:lnTo>
                  <a:pt x="263300" y="1256062"/>
                </a:lnTo>
                <a:lnTo>
                  <a:pt x="270577" y="1298267"/>
                </a:lnTo>
                <a:lnTo>
                  <a:pt x="277854" y="1340482"/>
                </a:lnTo>
                <a:lnTo>
                  <a:pt x="285131" y="1382687"/>
                </a:lnTo>
                <a:lnTo>
                  <a:pt x="292408" y="1424892"/>
                </a:lnTo>
                <a:lnTo>
                  <a:pt x="299685" y="1467107"/>
                </a:lnTo>
                <a:lnTo>
                  <a:pt x="306972" y="1509312"/>
                </a:lnTo>
                <a:lnTo>
                  <a:pt x="314249" y="1551518"/>
                </a:lnTo>
                <a:lnTo>
                  <a:pt x="321526" y="1593733"/>
                </a:lnTo>
                <a:lnTo>
                  <a:pt x="328803" y="1635938"/>
                </a:lnTo>
                <a:lnTo>
                  <a:pt x="336080" y="1678143"/>
                </a:lnTo>
                <a:lnTo>
                  <a:pt x="343357" y="1720358"/>
                </a:lnTo>
                <a:lnTo>
                  <a:pt x="350634" y="1762563"/>
                </a:lnTo>
                <a:lnTo>
                  <a:pt x="357911" y="1804768"/>
                </a:lnTo>
                <a:lnTo>
                  <a:pt x="364931" y="1847021"/>
                </a:lnTo>
                <a:lnTo>
                  <a:pt x="371799" y="1889303"/>
                </a:lnTo>
                <a:lnTo>
                  <a:pt x="378657" y="1931575"/>
                </a:lnTo>
                <a:lnTo>
                  <a:pt x="385515" y="1973856"/>
                </a:lnTo>
                <a:lnTo>
                  <a:pt x="392363" y="2016138"/>
                </a:lnTo>
                <a:lnTo>
                  <a:pt x="399221" y="2058419"/>
                </a:lnTo>
                <a:lnTo>
                  <a:pt x="406070" y="2100691"/>
                </a:lnTo>
                <a:lnTo>
                  <a:pt x="412928" y="2142973"/>
                </a:lnTo>
                <a:lnTo>
                  <a:pt x="419776" y="2185254"/>
                </a:lnTo>
                <a:lnTo>
                  <a:pt x="426634" y="2227536"/>
                </a:lnTo>
                <a:lnTo>
                  <a:pt x="433492" y="2269808"/>
                </a:lnTo>
                <a:lnTo>
                  <a:pt x="440341" y="2312089"/>
                </a:lnTo>
                <a:lnTo>
                  <a:pt x="447199" y="2354370"/>
                </a:lnTo>
                <a:lnTo>
                  <a:pt x="454047" y="2396652"/>
                </a:lnTo>
                <a:lnTo>
                  <a:pt x="460772" y="2438952"/>
                </a:lnTo>
                <a:lnTo>
                  <a:pt x="467382" y="2481263"/>
                </a:lnTo>
                <a:lnTo>
                  <a:pt x="473954" y="2523592"/>
                </a:lnTo>
                <a:lnTo>
                  <a:pt x="480517" y="2565921"/>
                </a:lnTo>
                <a:lnTo>
                  <a:pt x="487089" y="2608240"/>
                </a:lnTo>
                <a:lnTo>
                  <a:pt x="493652" y="2650569"/>
                </a:lnTo>
                <a:lnTo>
                  <a:pt x="500224" y="2692889"/>
                </a:lnTo>
                <a:lnTo>
                  <a:pt x="506787" y="2735218"/>
                </a:lnTo>
                <a:lnTo>
                  <a:pt x="513359" y="2777538"/>
                </a:lnTo>
                <a:lnTo>
                  <a:pt x="519922" y="2819867"/>
                </a:lnTo>
                <a:lnTo>
                  <a:pt x="526494" y="2862186"/>
                </a:lnTo>
                <a:lnTo>
                  <a:pt x="533057" y="2904515"/>
                </a:lnTo>
                <a:lnTo>
                  <a:pt x="539629" y="2946835"/>
                </a:lnTo>
                <a:lnTo>
                  <a:pt x="503692" y="2952750"/>
                </a:lnTo>
                <a:lnTo>
                  <a:pt x="460867" y="2952750"/>
                </a:lnTo>
                <a:lnTo>
                  <a:pt x="418033" y="2952750"/>
                </a:lnTo>
                <a:lnTo>
                  <a:pt x="375199" y="2952750"/>
                </a:lnTo>
                <a:lnTo>
                  <a:pt x="332375" y="2952750"/>
                </a:lnTo>
                <a:lnTo>
                  <a:pt x="289541" y="2952750"/>
                </a:lnTo>
                <a:lnTo>
                  <a:pt x="246707" y="2952750"/>
                </a:lnTo>
                <a:lnTo>
                  <a:pt x="225514" y="2962056"/>
                </a:lnTo>
                <a:lnTo>
                  <a:pt x="254975" y="2993136"/>
                </a:lnTo>
                <a:lnTo>
                  <a:pt x="284445" y="3024226"/>
                </a:lnTo>
                <a:lnTo>
                  <a:pt x="313906" y="3055306"/>
                </a:lnTo>
                <a:lnTo>
                  <a:pt x="343376" y="3086395"/>
                </a:lnTo>
                <a:lnTo>
                  <a:pt x="372837" y="3117475"/>
                </a:lnTo>
                <a:lnTo>
                  <a:pt x="402307" y="3148565"/>
                </a:lnTo>
                <a:lnTo>
                  <a:pt x="431768" y="3179645"/>
                </a:lnTo>
                <a:lnTo>
                  <a:pt x="461239" y="3210735"/>
                </a:lnTo>
                <a:lnTo>
                  <a:pt x="490699" y="3241815"/>
                </a:lnTo>
                <a:lnTo>
                  <a:pt x="520170" y="3272904"/>
                </a:lnTo>
                <a:lnTo>
                  <a:pt x="549631" y="3303984"/>
                </a:lnTo>
                <a:lnTo>
                  <a:pt x="579101" y="3335074"/>
                </a:lnTo>
                <a:lnTo>
                  <a:pt x="608571" y="3366154"/>
                </a:lnTo>
                <a:lnTo>
                  <a:pt x="638032" y="3397244"/>
                </a:lnTo>
                <a:lnTo>
                  <a:pt x="667502" y="3428324"/>
                </a:lnTo>
                <a:lnTo>
                  <a:pt x="696963" y="3459413"/>
                </a:lnTo>
                <a:lnTo>
                  <a:pt x="726434" y="3490493"/>
                </a:lnTo>
                <a:lnTo>
                  <a:pt x="755894" y="3521583"/>
                </a:lnTo>
                <a:lnTo>
                  <a:pt x="785365" y="3552663"/>
                </a:lnTo>
                <a:lnTo>
                  <a:pt x="814826" y="3583753"/>
                </a:lnTo>
                <a:lnTo>
                  <a:pt x="844296" y="3614833"/>
                </a:lnTo>
                <a:lnTo>
                  <a:pt x="873757" y="3631178"/>
                </a:lnTo>
                <a:lnTo>
                  <a:pt x="903227" y="3600098"/>
                </a:lnTo>
                <a:lnTo>
                  <a:pt x="932688" y="3569008"/>
                </a:lnTo>
                <a:lnTo>
                  <a:pt x="962158" y="3537928"/>
                </a:lnTo>
                <a:lnTo>
                  <a:pt x="991619" y="3506838"/>
                </a:lnTo>
                <a:lnTo>
                  <a:pt x="1021090" y="3475758"/>
                </a:lnTo>
                <a:lnTo>
                  <a:pt x="1050550" y="3444669"/>
                </a:lnTo>
                <a:lnTo>
                  <a:pt x="1080021" y="3413589"/>
                </a:lnTo>
                <a:lnTo>
                  <a:pt x="1109491" y="3382499"/>
                </a:lnTo>
                <a:lnTo>
                  <a:pt x="1138952" y="3351419"/>
                </a:lnTo>
                <a:lnTo>
                  <a:pt x="1168422" y="3320329"/>
                </a:lnTo>
                <a:lnTo>
                  <a:pt x="1197883" y="3289249"/>
                </a:lnTo>
                <a:lnTo>
                  <a:pt x="1227353" y="3258160"/>
                </a:lnTo>
                <a:lnTo>
                  <a:pt x="1256814" y="3227080"/>
                </a:lnTo>
                <a:lnTo>
                  <a:pt x="1286285" y="3195990"/>
                </a:lnTo>
                <a:lnTo>
                  <a:pt x="1315745" y="3164910"/>
                </a:lnTo>
                <a:lnTo>
                  <a:pt x="1345216" y="3133820"/>
                </a:lnTo>
                <a:lnTo>
                  <a:pt x="1374677" y="3102740"/>
                </a:lnTo>
                <a:lnTo>
                  <a:pt x="1404147" y="3071651"/>
                </a:lnTo>
                <a:lnTo>
                  <a:pt x="1433608" y="3040571"/>
                </a:lnTo>
                <a:lnTo>
                  <a:pt x="1463078" y="3009481"/>
                </a:lnTo>
                <a:lnTo>
                  <a:pt x="1492539" y="2978401"/>
                </a:lnTo>
                <a:lnTo>
                  <a:pt x="1509370" y="2952750"/>
                </a:lnTo>
                <a:lnTo>
                  <a:pt x="1466536" y="2952750"/>
                </a:lnTo>
                <a:lnTo>
                  <a:pt x="1423702" y="2952750"/>
                </a:lnTo>
                <a:lnTo>
                  <a:pt x="1380877" y="2952750"/>
                </a:lnTo>
                <a:lnTo>
                  <a:pt x="1338043" y="2952750"/>
                </a:lnTo>
                <a:lnTo>
                  <a:pt x="1295210" y="2952750"/>
                </a:lnTo>
                <a:lnTo>
                  <a:pt x="1252385" y="2952750"/>
                </a:lnTo>
                <a:lnTo>
                  <a:pt x="1209551" y="2952750"/>
                </a:lnTo>
                <a:lnTo>
                  <a:pt x="1197035" y="2926775"/>
                </a:lnTo>
                <a:lnTo>
                  <a:pt x="1203608" y="2884446"/>
                </a:lnTo>
                <a:lnTo>
                  <a:pt x="1210170" y="2842127"/>
                </a:lnTo>
                <a:lnTo>
                  <a:pt x="1216743" y="2799798"/>
                </a:lnTo>
                <a:lnTo>
                  <a:pt x="1223305" y="2757478"/>
                </a:lnTo>
                <a:lnTo>
                  <a:pt x="1229878" y="2715149"/>
                </a:lnTo>
                <a:lnTo>
                  <a:pt x="1236440" y="2672829"/>
                </a:lnTo>
                <a:lnTo>
                  <a:pt x="1243013" y="2630500"/>
                </a:lnTo>
                <a:lnTo>
                  <a:pt x="1249575" y="2588171"/>
                </a:lnTo>
                <a:lnTo>
                  <a:pt x="1256147" y="2545852"/>
                </a:lnTo>
                <a:lnTo>
                  <a:pt x="1262710" y="2503522"/>
                </a:lnTo>
                <a:lnTo>
                  <a:pt x="1269282" y="2461203"/>
                </a:lnTo>
                <a:lnTo>
                  <a:pt x="1275940" y="2418893"/>
                </a:lnTo>
                <a:lnTo>
                  <a:pt x="1282751" y="2376602"/>
                </a:lnTo>
                <a:lnTo>
                  <a:pt x="1289599" y="2334330"/>
                </a:lnTo>
                <a:lnTo>
                  <a:pt x="1296457" y="2292048"/>
                </a:lnTo>
                <a:lnTo>
                  <a:pt x="1303315" y="2249767"/>
                </a:lnTo>
                <a:lnTo>
                  <a:pt x="1310164" y="2207485"/>
                </a:lnTo>
                <a:lnTo>
                  <a:pt x="1317022" y="2165213"/>
                </a:lnTo>
                <a:lnTo>
                  <a:pt x="1323870" y="2122932"/>
                </a:lnTo>
                <a:lnTo>
                  <a:pt x="1330728" y="2080651"/>
                </a:lnTo>
                <a:lnTo>
                  <a:pt x="1337577" y="2038369"/>
                </a:lnTo>
                <a:lnTo>
                  <a:pt x="1344435" y="1996097"/>
                </a:lnTo>
                <a:lnTo>
                  <a:pt x="1351293" y="1953816"/>
                </a:lnTo>
                <a:lnTo>
                  <a:pt x="1358141" y="1911534"/>
                </a:lnTo>
                <a:lnTo>
                  <a:pt x="1364999" y="1869253"/>
                </a:lnTo>
                <a:lnTo>
                  <a:pt x="1371952" y="1826990"/>
                </a:lnTo>
                <a:lnTo>
                  <a:pt x="1379087" y="1784756"/>
                </a:lnTo>
                <a:lnTo>
                  <a:pt x="1386364" y="1742551"/>
                </a:lnTo>
                <a:lnTo>
                  <a:pt x="1393641" y="1700346"/>
                </a:lnTo>
                <a:lnTo>
                  <a:pt x="1400918" y="1658131"/>
                </a:lnTo>
                <a:lnTo>
                  <a:pt x="1408195" y="1615926"/>
                </a:lnTo>
                <a:lnTo>
                  <a:pt x="1415482" y="1573721"/>
                </a:lnTo>
                <a:lnTo>
                  <a:pt x="1422759" y="1531515"/>
                </a:lnTo>
                <a:lnTo>
                  <a:pt x="1430036" y="1489300"/>
                </a:lnTo>
                <a:lnTo>
                  <a:pt x="1437313" y="1447095"/>
                </a:lnTo>
                <a:lnTo>
                  <a:pt x="1444590" y="1404890"/>
                </a:lnTo>
                <a:lnTo>
                  <a:pt x="1451867" y="1362675"/>
                </a:lnTo>
                <a:lnTo>
                  <a:pt x="1459144" y="1320470"/>
                </a:lnTo>
                <a:lnTo>
                  <a:pt x="1466421" y="1278265"/>
                </a:lnTo>
                <a:lnTo>
                  <a:pt x="1473813" y="1236069"/>
                </a:lnTo>
                <a:lnTo>
                  <a:pt x="1481490" y="1193930"/>
                </a:lnTo>
                <a:lnTo>
                  <a:pt x="1489481" y="1151858"/>
                </a:lnTo>
                <a:lnTo>
                  <a:pt x="1497473" y="1109777"/>
                </a:lnTo>
                <a:lnTo>
                  <a:pt x="1505474" y="1067695"/>
                </a:lnTo>
                <a:lnTo>
                  <a:pt x="1513465" y="1025623"/>
                </a:lnTo>
                <a:lnTo>
                  <a:pt x="1521457" y="983542"/>
                </a:lnTo>
                <a:lnTo>
                  <a:pt x="1529458" y="941461"/>
                </a:lnTo>
                <a:lnTo>
                  <a:pt x="1537449" y="899389"/>
                </a:lnTo>
                <a:lnTo>
                  <a:pt x="1545441" y="857307"/>
                </a:lnTo>
                <a:lnTo>
                  <a:pt x="1553442" y="815226"/>
                </a:lnTo>
                <a:lnTo>
                  <a:pt x="1561433" y="773154"/>
                </a:lnTo>
                <a:lnTo>
                  <a:pt x="1569425" y="731072"/>
                </a:lnTo>
                <a:lnTo>
                  <a:pt x="1577426" y="688991"/>
                </a:lnTo>
                <a:lnTo>
                  <a:pt x="1585446" y="646919"/>
                </a:lnTo>
                <a:lnTo>
                  <a:pt x="1594009" y="604952"/>
                </a:lnTo>
                <a:lnTo>
                  <a:pt x="1604277" y="563375"/>
                </a:lnTo>
                <a:lnTo>
                  <a:pt x="1614697" y="521827"/>
                </a:lnTo>
                <a:lnTo>
                  <a:pt x="1625108" y="480289"/>
                </a:lnTo>
                <a:lnTo>
                  <a:pt x="1635519" y="438741"/>
                </a:lnTo>
                <a:lnTo>
                  <a:pt x="1645930" y="397193"/>
                </a:lnTo>
                <a:lnTo>
                  <a:pt x="1656350" y="355644"/>
                </a:lnTo>
                <a:lnTo>
                  <a:pt x="1666761" y="314096"/>
                </a:lnTo>
                <a:lnTo>
                  <a:pt x="1677172" y="272558"/>
                </a:lnTo>
                <a:lnTo>
                  <a:pt x="1687582" y="231010"/>
                </a:lnTo>
                <a:lnTo>
                  <a:pt x="1698003" y="189462"/>
                </a:lnTo>
                <a:lnTo>
                  <a:pt x="1708414" y="147914"/>
                </a:lnTo>
                <a:lnTo>
                  <a:pt x="1718824" y="106366"/>
                </a:lnTo>
                <a:lnTo>
                  <a:pt x="1729235" y="64827"/>
                </a:lnTo>
                <a:lnTo>
                  <a:pt x="1733550" y="22527"/>
                </a:lnTo>
                <a:lnTo>
                  <a:pt x="1713243" y="0"/>
                </a:lnTo>
                <a:lnTo>
                  <a:pt x="1670418" y="0"/>
                </a:lnTo>
                <a:lnTo>
                  <a:pt x="1627584" y="0"/>
                </a:lnTo>
                <a:lnTo>
                  <a:pt x="1584750" y="0"/>
                </a:lnTo>
                <a:lnTo>
                  <a:pt x="1541917" y="0"/>
                </a:lnTo>
                <a:lnTo>
                  <a:pt x="1499092" y="0"/>
                </a:lnTo>
                <a:lnTo>
                  <a:pt x="1456258" y="0"/>
                </a:lnTo>
                <a:lnTo>
                  <a:pt x="1413424" y="0"/>
                </a:lnTo>
                <a:lnTo>
                  <a:pt x="1370600" y="0"/>
                </a:lnTo>
                <a:lnTo>
                  <a:pt x="1327766" y="0"/>
                </a:lnTo>
                <a:lnTo>
                  <a:pt x="1284932" y="0"/>
                </a:lnTo>
                <a:lnTo>
                  <a:pt x="1242098" y="0"/>
                </a:lnTo>
                <a:lnTo>
                  <a:pt x="1199274" y="0"/>
                </a:lnTo>
                <a:lnTo>
                  <a:pt x="1156440" y="0"/>
                </a:lnTo>
                <a:lnTo>
                  <a:pt x="1113606" y="0"/>
                </a:lnTo>
                <a:lnTo>
                  <a:pt x="1070781" y="0"/>
                </a:lnTo>
                <a:lnTo>
                  <a:pt x="1027948" y="0"/>
                </a:lnTo>
                <a:lnTo>
                  <a:pt x="985114" y="0"/>
                </a:lnTo>
                <a:lnTo>
                  <a:pt x="942289" y="0"/>
                </a:lnTo>
                <a:lnTo>
                  <a:pt x="899455" y="0"/>
                </a:lnTo>
                <a:lnTo>
                  <a:pt x="856621" y="0"/>
                </a:lnTo>
                <a:lnTo>
                  <a:pt x="813787" y="0"/>
                </a:lnTo>
                <a:lnTo>
                  <a:pt x="770963" y="0"/>
                </a:lnTo>
                <a:lnTo>
                  <a:pt x="728129" y="0"/>
                </a:lnTo>
                <a:lnTo>
                  <a:pt x="685295" y="0"/>
                </a:lnTo>
                <a:lnTo>
                  <a:pt x="642471" y="0"/>
                </a:lnTo>
                <a:lnTo>
                  <a:pt x="599637" y="0"/>
                </a:lnTo>
                <a:lnTo>
                  <a:pt x="556803" y="0"/>
                </a:lnTo>
                <a:lnTo>
                  <a:pt x="513969" y="0"/>
                </a:lnTo>
                <a:lnTo>
                  <a:pt x="471145" y="0"/>
                </a:lnTo>
                <a:lnTo>
                  <a:pt x="428311" y="0"/>
                </a:lnTo>
                <a:lnTo>
                  <a:pt x="385477" y="0"/>
                </a:lnTo>
                <a:lnTo>
                  <a:pt x="342652" y="0"/>
                </a:lnTo>
                <a:lnTo>
                  <a:pt x="299818" y="0"/>
                </a:lnTo>
                <a:lnTo>
                  <a:pt x="256985" y="0"/>
                </a:lnTo>
                <a:lnTo>
                  <a:pt x="214160" y="0"/>
                </a:lnTo>
                <a:lnTo>
                  <a:pt x="171326" y="0"/>
                </a:lnTo>
                <a:lnTo>
                  <a:pt x="128492" y="0"/>
                </a:lnTo>
                <a:lnTo>
                  <a:pt x="85658" y="0"/>
                </a:lnTo>
                <a:lnTo>
                  <a:pt x="42834" y="0"/>
                </a:lnTo>
                <a:lnTo>
                  <a:pt x="0" y="0"/>
                </a:lnTo>
                <a:close/>
              </a:path>
            </a:pathLst>
          </a:custGeom>
          <a:gradFill xmlns:a="http://schemas.openxmlformats.org/drawingml/2006/main">
            <a:gsLst>
              <a:gs pos="0">
                <a:srgbClr val="000000"/>
              </a:gs>
              <a:gs pos="42">
                <a:srgbClr val="B8D8F2">
                  <a:alpha val="16000"/>
                </a:srgbClr>
              </a:gs>
              <a:gs pos="76">
                <a:srgbClr val="8FC4EE">
                  <a:alpha val="32000"/>
                </a:srgbClr>
              </a:gs>
              <a:gs pos="100">
                <a:srgbClr val="72B3E8">
                  <a:alpha val="52000"/>
                </a:srgbClr>
              </a:gs>
            </a:gsLst>
            <a:lin ang="10800000"/>
          </a:gradFill>
          <a:ln xmlns:a="http://schemas.openxmlformats.org/drawingml/2006/main" w="9525">
            <a:noFill/>
            <a:prstDash val="solid"/>
          </a:ln>
        </p:spPr>
      </p:sp>
      <p:sp>
        <p:nvSpPr>
          <p:cNvPr id="58" name="phase-label-0">
            <a:extLst xmlns:a="http://schemas.openxmlformats.org/drawingml/2006/main">
              <a:ext uri="{FF2B5EF4-FFF2-40B4-BE49-F238E27FC236}">
                <a16:creationId xmlns:a16="http://schemas.microsoft.com/office/drawing/2014/main" id="{83E0E2C0-CCFE-41F2-85AF-4F07D4B71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1638300"/>
            <a:ext cx="228600" cy="205576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阶段一</a:t>
            </a:r>
          </a:p>
        </p:txBody>
      </p:sp>
      <p:sp>
        <p:nvSpPr>
          <p:cNvPr id="59" name="phase-label-1">
            <a:extLst xmlns:a="http://schemas.openxmlformats.org/drawingml/2006/main">
              <a:ext uri="{FF2B5EF4-FFF2-40B4-BE49-F238E27FC236}">
                <a16:creationId xmlns:a16="http://schemas.microsoft.com/office/drawing/2014/main" id="{E1C18E40-ECEE-4EEA-868F-1937A547D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3694062"/>
            <a:ext cx="228600" cy="120327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阶段二</a:t>
            </a:r>
          </a:p>
        </p:txBody>
      </p:sp>
      <p:sp>
        <p:nvSpPr>
          <p:cNvPr id="60" name="phase-label-2">
            <a:extLst xmlns:a="http://schemas.openxmlformats.org/drawingml/2006/main">
              <a:ext uri="{FF2B5EF4-FFF2-40B4-BE49-F238E27FC236}">
                <a16:creationId xmlns:a16="http://schemas.microsoft.com/office/drawing/2014/main" id="{C32ABAAB-142D-4136-8638-819D476D9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4897336"/>
            <a:ext cx="228600" cy="13128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阶段三</a:t>
            </a:r>
          </a:p>
        </p:txBody>
      </p:sp>
      <p:sp>
        <p:nvSpPr>
          <p:cNvPr id="61" name="funnel-step-title-0">
            <a:extLst xmlns:a="http://schemas.openxmlformats.org/drawingml/2006/main">
              <a:ext uri="{FF2B5EF4-FFF2-40B4-BE49-F238E27FC236}">
                <a16:creationId xmlns:a16="http://schemas.microsoft.com/office/drawing/2014/main" id="{47EB39A8-E568-4827-A45D-3C25B332D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311728" y="2653455"/>
            <a:ext cx="2615803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广泛触达</a:t>
            </a:r>
          </a:p>
        </p:txBody>
      </p:sp>
      <p:sp>
        <p:nvSpPr>
          <p:cNvPr id="62" name="funnel-step-title-1">
            <a:extLst xmlns:a="http://schemas.openxmlformats.org/drawingml/2006/main">
              <a:ext uri="{FF2B5EF4-FFF2-40B4-BE49-F238E27FC236}">
                <a16:creationId xmlns:a16="http://schemas.microsoft.com/office/drawing/2014/main" id="{A76F4774-1D6D-4215-8A6A-D4970B6F9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528117" y="3255169"/>
            <a:ext cx="2183016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兴趣识别</a:t>
            </a:r>
          </a:p>
        </p:txBody>
      </p:sp>
      <p:sp>
        <p:nvSpPr>
          <p:cNvPr id="63" name="funnel-step-title-2">
            <a:extLst xmlns:a="http://schemas.openxmlformats.org/drawingml/2006/main">
              <a:ext uri="{FF2B5EF4-FFF2-40B4-BE49-F238E27FC236}">
                <a16:creationId xmlns:a16="http://schemas.microsoft.com/office/drawing/2014/main" id="{881F31FC-60B1-4388-BD52-52885E30D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25018" y="3856730"/>
            <a:ext cx="1789214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意向培育</a:t>
            </a:r>
          </a:p>
        </p:txBody>
      </p:sp>
      <p:sp>
        <p:nvSpPr>
          <p:cNvPr id="64" name="funnel-step-title-3">
            <a:extLst xmlns:a="http://schemas.openxmlformats.org/drawingml/2006/main">
              <a:ext uri="{FF2B5EF4-FFF2-40B4-BE49-F238E27FC236}">
                <a16:creationId xmlns:a16="http://schemas.microsoft.com/office/drawing/2014/main" id="{00099C35-FED6-45B2-BBD3-42319CB03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10165" y="4458443"/>
            <a:ext cx="141893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行动转化</a:t>
            </a:r>
          </a:p>
        </p:txBody>
      </p:sp>
      <p:sp>
        <p:nvSpPr>
          <p:cNvPr id="65" name="funnel-step-title-4">
            <a:extLst xmlns:a="http://schemas.openxmlformats.org/drawingml/2006/main">
              <a:ext uri="{FF2B5EF4-FFF2-40B4-BE49-F238E27FC236}">
                <a16:creationId xmlns:a16="http://schemas.microsoft.com/office/drawing/2014/main" id="{1E24CDD6-8D27-4934-BFCE-CC00ADF1A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87120" y="5060156"/>
            <a:ext cx="1065019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持续留存</a:t>
            </a:r>
          </a:p>
        </p:txBody>
      </p:sp>
      <p:sp>
        <p:nvSpPr>
          <p:cNvPr id="66" name="funnel-step-title-5">
            <a:extLst xmlns:a="http://schemas.openxmlformats.org/drawingml/2006/main">
              <a:ext uri="{FF2B5EF4-FFF2-40B4-BE49-F238E27FC236}">
                <a16:creationId xmlns:a16="http://schemas.microsoft.com/office/drawing/2014/main" id="{41F8A167-6664-40F7-BDC3-84D578072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200525" y="5661717"/>
            <a:ext cx="8382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价值增长</a:t>
            </a:r>
          </a:p>
        </p:txBody>
      </p:sp>
      <p:sp>
        <p:nvSpPr>
          <p:cNvPr id="67" name="input-core-0">
            <a:extLst xmlns:a="http://schemas.openxmlformats.org/drawingml/2006/main">
              <a:ext uri="{FF2B5EF4-FFF2-40B4-BE49-F238E27FC236}">
                <a16:creationId xmlns:a16="http://schemas.microsoft.com/office/drawing/2014/main" id="{FC976FCA-E860-4224-B34D-998B429EE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391025" y="187642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23"/>
          <a:fontRef xmlns:a="http://schemas.openxmlformats.org/drawingml/2006/main" idx="major"/>
        </p:style>
      </p:sp>
      <p:pic>
        <p:nvPicPr>
          <p:cNvPr id="13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75b699211aa40c7">
            <a:extLst>
              <a:ext uri="{96DAC541-7B7A-43D3-8B79-37D633B846F1}">
                <asvg:svgBlip xmlns:asvg="http://schemas.microsoft.com/office/drawing/2016/SVG/main" r:embed="R4d10ba240d3b4ae0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4486275" y="1971675"/>
            <a:ext cx="266700" cy="2667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0539132"/>
      </p:ext>
    </p:extLst>
  </p:cSld>
</p:sld>
</file>

<file path=ppt/slides/slide5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1" name="phase-band-0">
            <a:extLst xmlns:a="http://schemas.openxmlformats.org/drawingml/2006/main">
              <a:ext uri="{FF2B5EF4-FFF2-40B4-BE49-F238E27FC236}">
                <a16:creationId xmlns:a16="http://schemas.microsoft.com/office/drawing/2014/main" id="{8D24632B-EE29-4E42-BC75-4D99EB190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1638300"/>
            <a:ext cx="11144250" cy="205576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phase-band-1">
            <a:extLst xmlns:a="http://schemas.openxmlformats.org/drawingml/2006/main">
              <a:ext uri="{FF2B5EF4-FFF2-40B4-BE49-F238E27FC236}">
                <a16:creationId xmlns:a16="http://schemas.microsoft.com/office/drawing/2014/main" id="{9D34B1BD-77E3-415D-A586-E7590F404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3694062"/>
            <a:ext cx="11144250" cy="120327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38100">
            <a:solidFill>
              <a:srgbClr val="FFFFFF"/>
            </a:solidFill>
            <a:prstDash val="solid"/>
          </a:ln>
        </p:spPr>
      </p:sp>
      <p:sp>
        <p:nvSpPr>
          <p:cNvPr id="3" name="phase-band-2">
            <a:extLst xmlns:a="http://schemas.openxmlformats.org/drawingml/2006/main">
              <a:ext uri="{FF2B5EF4-FFF2-40B4-BE49-F238E27FC236}">
                <a16:creationId xmlns:a16="http://schemas.microsoft.com/office/drawing/2014/main" id="{E543FED0-F6AA-4586-838B-B9635F65B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4897336"/>
            <a:ext cx="11144250" cy="131281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38100">
            <a:solidFill>
              <a:srgbClr val="FFFFFF"/>
            </a:solidFill>
            <a:prstDash val="solid"/>
          </a:ln>
        </p:spPr>
      </p:sp>
      <p:sp>
        <p:nvSpPr>
          <p:cNvPr id="4" name="phase-rail-0">
            <a:extLst xmlns:a="http://schemas.openxmlformats.org/drawingml/2006/main">
              <a:ext uri="{FF2B5EF4-FFF2-40B4-BE49-F238E27FC236}">
                <a16:creationId xmlns:a16="http://schemas.microsoft.com/office/drawing/2014/main" id="{7B4CDA6D-3F66-45E0-AB5E-A49A6A32E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1638300"/>
            <a:ext cx="514350" cy="2051009"/>
          </a:xfrm>
          <a:custGeom xmlns:a="http://schemas.openxmlformats.org/drawingml/2006/main">
            <a:pathLst>
              <a:path w="514350" h="2051009">
                <a:moveTo>
                  <a:pt x="0" y="0"/>
                </a:moveTo>
                <a:lnTo>
                  <a:pt x="20536" y="0"/>
                </a:lnTo>
                <a:lnTo>
                  <a:pt x="41072" y="0"/>
                </a:lnTo>
                <a:lnTo>
                  <a:pt x="61608" y="0"/>
                </a:lnTo>
                <a:lnTo>
                  <a:pt x="82144" y="0"/>
                </a:lnTo>
                <a:lnTo>
                  <a:pt x="102680" y="0"/>
                </a:lnTo>
                <a:lnTo>
                  <a:pt x="123215" y="0"/>
                </a:lnTo>
                <a:lnTo>
                  <a:pt x="143751" y="0"/>
                </a:lnTo>
                <a:lnTo>
                  <a:pt x="164287" y="0"/>
                </a:lnTo>
                <a:lnTo>
                  <a:pt x="184823" y="0"/>
                </a:lnTo>
                <a:lnTo>
                  <a:pt x="205359" y="0"/>
                </a:lnTo>
                <a:lnTo>
                  <a:pt x="225895" y="0"/>
                </a:lnTo>
                <a:lnTo>
                  <a:pt x="246431" y="0"/>
                </a:lnTo>
                <a:lnTo>
                  <a:pt x="266967" y="0"/>
                </a:lnTo>
                <a:lnTo>
                  <a:pt x="287503" y="0"/>
                </a:lnTo>
                <a:lnTo>
                  <a:pt x="308039" y="0"/>
                </a:lnTo>
                <a:lnTo>
                  <a:pt x="328574" y="0"/>
                </a:lnTo>
                <a:lnTo>
                  <a:pt x="349110" y="0"/>
                </a:lnTo>
                <a:lnTo>
                  <a:pt x="369646" y="0"/>
                </a:lnTo>
                <a:lnTo>
                  <a:pt x="390182" y="0"/>
                </a:lnTo>
                <a:lnTo>
                  <a:pt x="410718" y="0"/>
                </a:lnTo>
                <a:lnTo>
                  <a:pt x="431254" y="0"/>
                </a:lnTo>
                <a:lnTo>
                  <a:pt x="451790" y="0"/>
                </a:lnTo>
                <a:lnTo>
                  <a:pt x="472326" y="0"/>
                </a:lnTo>
                <a:lnTo>
                  <a:pt x="492862" y="0"/>
                </a:lnTo>
                <a:lnTo>
                  <a:pt x="513398" y="0"/>
                </a:lnTo>
                <a:lnTo>
                  <a:pt x="514350" y="19583"/>
                </a:lnTo>
                <a:lnTo>
                  <a:pt x="514350" y="40119"/>
                </a:lnTo>
                <a:lnTo>
                  <a:pt x="514350" y="60655"/>
                </a:lnTo>
                <a:lnTo>
                  <a:pt x="514350" y="81191"/>
                </a:lnTo>
                <a:lnTo>
                  <a:pt x="514350" y="101727"/>
                </a:lnTo>
                <a:lnTo>
                  <a:pt x="514350" y="122263"/>
                </a:lnTo>
                <a:lnTo>
                  <a:pt x="514350" y="142799"/>
                </a:lnTo>
                <a:lnTo>
                  <a:pt x="514350" y="163335"/>
                </a:lnTo>
                <a:lnTo>
                  <a:pt x="514350" y="183871"/>
                </a:lnTo>
                <a:lnTo>
                  <a:pt x="514350" y="204407"/>
                </a:lnTo>
                <a:lnTo>
                  <a:pt x="514350" y="224942"/>
                </a:lnTo>
                <a:lnTo>
                  <a:pt x="514350" y="245469"/>
                </a:lnTo>
                <a:lnTo>
                  <a:pt x="514350" y="266005"/>
                </a:lnTo>
                <a:lnTo>
                  <a:pt x="514350" y="286541"/>
                </a:lnTo>
                <a:lnTo>
                  <a:pt x="514350" y="307076"/>
                </a:lnTo>
                <a:lnTo>
                  <a:pt x="514350" y="327612"/>
                </a:lnTo>
                <a:lnTo>
                  <a:pt x="514350" y="348148"/>
                </a:lnTo>
                <a:lnTo>
                  <a:pt x="514350" y="368684"/>
                </a:lnTo>
                <a:lnTo>
                  <a:pt x="514350" y="389220"/>
                </a:lnTo>
                <a:lnTo>
                  <a:pt x="514350" y="409756"/>
                </a:lnTo>
                <a:lnTo>
                  <a:pt x="514350" y="430292"/>
                </a:lnTo>
                <a:lnTo>
                  <a:pt x="514350" y="450828"/>
                </a:lnTo>
                <a:lnTo>
                  <a:pt x="514350" y="471364"/>
                </a:lnTo>
                <a:lnTo>
                  <a:pt x="514350" y="491900"/>
                </a:lnTo>
                <a:lnTo>
                  <a:pt x="514350" y="512435"/>
                </a:lnTo>
                <a:lnTo>
                  <a:pt x="514350" y="532971"/>
                </a:lnTo>
                <a:lnTo>
                  <a:pt x="514350" y="553507"/>
                </a:lnTo>
                <a:lnTo>
                  <a:pt x="514350" y="574043"/>
                </a:lnTo>
                <a:lnTo>
                  <a:pt x="514350" y="594579"/>
                </a:lnTo>
                <a:lnTo>
                  <a:pt x="514350" y="615115"/>
                </a:lnTo>
                <a:lnTo>
                  <a:pt x="514350" y="635641"/>
                </a:lnTo>
                <a:lnTo>
                  <a:pt x="514350" y="656177"/>
                </a:lnTo>
                <a:lnTo>
                  <a:pt x="514350" y="676713"/>
                </a:lnTo>
                <a:lnTo>
                  <a:pt x="514350" y="697249"/>
                </a:lnTo>
                <a:lnTo>
                  <a:pt x="514350" y="717785"/>
                </a:lnTo>
                <a:lnTo>
                  <a:pt x="514350" y="738321"/>
                </a:lnTo>
                <a:lnTo>
                  <a:pt x="514350" y="758857"/>
                </a:lnTo>
                <a:lnTo>
                  <a:pt x="514350" y="779393"/>
                </a:lnTo>
                <a:lnTo>
                  <a:pt x="514350" y="799929"/>
                </a:lnTo>
                <a:lnTo>
                  <a:pt x="514350" y="820464"/>
                </a:lnTo>
                <a:lnTo>
                  <a:pt x="514350" y="841000"/>
                </a:lnTo>
                <a:lnTo>
                  <a:pt x="514350" y="861536"/>
                </a:lnTo>
                <a:lnTo>
                  <a:pt x="514350" y="882072"/>
                </a:lnTo>
                <a:lnTo>
                  <a:pt x="514350" y="902608"/>
                </a:lnTo>
                <a:lnTo>
                  <a:pt x="514350" y="923144"/>
                </a:lnTo>
                <a:lnTo>
                  <a:pt x="514350" y="943680"/>
                </a:lnTo>
                <a:lnTo>
                  <a:pt x="514350" y="964216"/>
                </a:lnTo>
                <a:lnTo>
                  <a:pt x="514350" y="984752"/>
                </a:lnTo>
                <a:lnTo>
                  <a:pt x="514350" y="1005288"/>
                </a:lnTo>
                <a:lnTo>
                  <a:pt x="514350" y="1025823"/>
                </a:lnTo>
                <a:lnTo>
                  <a:pt x="514350" y="1046350"/>
                </a:lnTo>
                <a:lnTo>
                  <a:pt x="514350" y="1066886"/>
                </a:lnTo>
                <a:lnTo>
                  <a:pt x="514350" y="1087422"/>
                </a:lnTo>
                <a:lnTo>
                  <a:pt x="514350" y="1107958"/>
                </a:lnTo>
                <a:lnTo>
                  <a:pt x="514350" y="1128493"/>
                </a:lnTo>
                <a:lnTo>
                  <a:pt x="514350" y="1149029"/>
                </a:lnTo>
                <a:lnTo>
                  <a:pt x="514350" y="1169565"/>
                </a:lnTo>
                <a:lnTo>
                  <a:pt x="514350" y="1190101"/>
                </a:lnTo>
                <a:lnTo>
                  <a:pt x="514350" y="1210637"/>
                </a:lnTo>
                <a:lnTo>
                  <a:pt x="514350" y="1231173"/>
                </a:lnTo>
                <a:lnTo>
                  <a:pt x="514350" y="1251709"/>
                </a:lnTo>
                <a:lnTo>
                  <a:pt x="514350" y="1272245"/>
                </a:lnTo>
                <a:lnTo>
                  <a:pt x="514350" y="1292781"/>
                </a:lnTo>
                <a:lnTo>
                  <a:pt x="514350" y="1313317"/>
                </a:lnTo>
                <a:lnTo>
                  <a:pt x="514350" y="1333852"/>
                </a:lnTo>
                <a:lnTo>
                  <a:pt x="514350" y="1354388"/>
                </a:lnTo>
                <a:lnTo>
                  <a:pt x="514350" y="1374924"/>
                </a:lnTo>
                <a:lnTo>
                  <a:pt x="514350" y="1395460"/>
                </a:lnTo>
                <a:lnTo>
                  <a:pt x="514350" y="1415996"/>
                </a:lnTo>
                <a:lnTo>
                  <a:pt x="514350" y="1436532"/>
                </a:lnTo>
                <a:lnTo>
                  <a:pt x="514350" y="1457058"/>
                </a:lnTo>
                <a:lnTo>
                  <a:pt x="514350" y="1477594"/>
                </a:lnTo>
                <a:lnTo>
                  <a:pt x="514350" y="1498130"/>
                </a:lnTo>
                <a:lnTo>
                  <a:pt x="514350" y="1518666"/>
                </a:lnTo>
                <a:lnTo>
                  <a:pt x="514350" y="1539202"/>
                </a:lnTo>
                <a:lnTo>
                  <a:pt x="514350" y="1559738"/>
                </a:lnTo>
                <a:lnTo>
                  <a:pt x="514350" y="1580274"/>
                </a:lnTo>
                <a:lnTo>
                  <a:pt x="514350" y="1600810"/>
                </a:lnTo>
                <a:lnTo>
                  <a:pt x="514350" y="1621346"/>
                </a:lnTo>
                <a:lnTo>
                  <a:pt x="514350" y="1641881"/>
                </a:lnTo>
                <a:lnTo>
                  <a:pt x="514350" y="1662417"/>
                </a:lnTo>
                <a:lnTo>
                  <a:pt x="514350" y="1682953"/>
                </a:lnTo>
                <a:lnTo>
                  <a:pt x="514350" y="1703489"/>
                </a:lnTo>
                <a:lnTo>
                  <a:pt x="514350" y="1724025"/>
                </a:lnTo>
                <a:lnTo>
                  <a:pt x="514350" y="1744561"/>
                </a:lnTo>
                <a:lnTo>
                  <a:pt x="514350" y="1765097"/>
                </a:lnTo>
                <a:lnTo>
                  <a:pt x="514350" y="1785633"/>
                </a:lnTo>
                <a:lnTo>
                  <a:pt x="514350" y="1806169"/>
                </a:lnTo>
                <a:lnTo>
                  <a:pt x="514350" y="1826705"/>
                </a:lnTo>
                <a:lnTo>
                  <a:pt x="514350" y="1847240"/>
                </a:lnTo>
                <a:lnTo>
                  <a:pt x="514350" y="1867767"/>
                </a:lnTo>
                <a:lnTo>
                  <a:pt x="514350" y="1888303"/>
                </a:lnTo>
                <a:lnTo>
                  <a:pt x="514350" y="1908839"/>
                </a:lnTo>
                <a:lnTo>
                  <a:pt x="499939" y="1920897"/>
                </a:lnTo>
                <a:lnTo>
                  <a:pt x="481984" y="1930870"/>
                </a:lnTo>
                <a:lnTo>
                  <a:pt x="464039" y="1940843"/>
                </a:lnTo>
                <a:lnTo>
                  <a:pt x="446084" y="1950815"/>
                </a:lnTo>
                <a:lnTo>
                  <a:pt x="428130" y="1960788"/>
                </a:lnTo>
                <a:lnTo>
                  <a:pt x="410185" y="1970761"/>
                </a:lnTo>
                <a:lnTo>
                  <a:pt x="392230" y="1980733"/>
                </a:lnTo>
                <a:lnTo>
                  <a:pt x="374275" y="1990706"/>
                </a:lnTo>
                <a:lnTo>
                  <a:pt x="356321" y="2000679"/>
                </a:lnTo>
                <a:lnTo>
                  <a:pt x="338376" y="2010651"/>
                </a:lnTo>
                <a:lnTo>
                  <a:pt x="320421" y="2020624"/>
                </a:lnTo>
                <a:lnTo>
                  <a:pt x="302466" y="2030597"/>
                </a:lnTo>
                <a:lnTo>
                  <a:pt x="284521" y="2040569"/>
                </a:lnTo>
                <a:lnTo>
                  <a:pt x="266567" y="2050542"/>
                </a:lnTo>
                <a:lnTo>
                  <a:pt x="248612" y="2051009"/>
                </a:lnTo>
                <a:lnTo>
                  <a:pt x="230667" y="2041036"/>
                </a:lnTo>
                <a:lnTo>
                  <a:pt x="212712" y="2031063"/>
                </a:lnTo>
                <a:lnTo>
                  <a:pt x="194758" y="2021091"/>
                </a:lnTo>
                <a:lnTo>
                  <a:pt x="176813" y="2011118"/>
                </a:lnTo>
                <a:lnTo>
                  <a:pt x="158858" y="2001145"/>
                </a:lnTo>
                <a:lnTo>
                  <a:pt x="140903" y="1991173"/>
                </a:lnTo>
                <a:lnTo>
                  <a:pt x="122958" y="1981200"/>
                </a:lnTo>
                <a:lnTo>
                  <a:pt x="105004" y="1971227"/>
                </a:lnTo>
                <a:lnTo>
                  <a:pt x="87049" y="1961255"/>
                </a:lnTo>
                <a:lnTo>
                  <a:pt x="69104" y="1951282"/>
                </a:lnTo>
                <a:lnTo>
                  <a:pt x="51149" y="1941309"/>
                </a:lnTo>
                <a:lnTo>
                  <a:pt x="33195" y="1931337"/>
                </a:lnTo>
                <a:lnTo>
                  <a:pt x="15240" y="1921364"/>
                </a:lnTo>
                <a:lnTo>
                  <a:pt x="0" y="1909791"/>
                </a:lnTo>
                <a:lnTo>
                  <a:pt x="0" y="1889255"/>
                </a:lnTo>
                <a:lnTo>
                  <a:pt x="0" y="1868719"/>
                </a:lnTo>
                <a:lnTo>
                  <a:pt x="0" y="1848183"/>
                </a:lnTo>
                <a:lnTo>
                  <a:pt x="0" y="1827657"/>
                </a:lnTo>
                <a:lnTo>
                  <a:pt x="0" y="1807121"/>
                </a:lnTo>
                <a:lnTo>
                  <a:pt x="0" y="1786585"/>
                </a:lnTo>
                <a:lnTo>
                  <a:pt x="0" y="1766049"/>
                </a:lnTo>
                <a:lnTo>
                  <a:pt x="0" y="1745513"/>
                </a:lnTo>
                <a:lnTo>
                  <a:pt x="0" y="1724978"/>
                </a:lnTo>
                <a:lnTo>
                  <a:pt x="0" y="1704442"/>
                </a:lnTo>
                <a:lnTo>
                  <a:pt x="0" y="1683906"/>
                </a:lnTo>
                <a:lnTo>
                  <a:pt x="0" y="1663370"/>
                </a:lnTo>
                <a:lnTo>
                  <a:pt x="0" y="1642834"/>
                </a:lnTo>
                <a:lnTo>
                  <a:pt x="0" y="1622298"/>
                </a:lnTo>
                <a:lnTo>
                  <a:pt x="0" y="1601762"/>
                </a:lnTo>
                <a:lnTo>
                  <a:pt x="0" y="1581226"/>
                </a:lnTo>
                <a:lnTo>
                  <a:pt x="0" y="1560690"/>
                </a:lnTo>
                <a:lnTo>
                  <a:pt x="0" y="1540154"/>
                </a:lnTo>
                <a:lnTo>
                  <a:pt x="0" y="1519619"/>
                </a:lnTo>
                <a:lnTo>
                  <a:pt x="0" y="1499083"/>
                </a:lnTo>
                <a:lnTo>
                  <a:pt x="0" y="1478547"/>
                </a:lnTo>
                <a:lnTo>
                  <a:pt x="0" y="1458011"/>
                </a:lnTo>
                <a:lnTo>
                  <a:pt x="0" y="1437475"/>
                </a:lnTo>
                <a:lnTo>
                  <a:pt x="0" y="1416949"/>
                </a:lnTo>
                <a:lnTo>
                  <a:pt x="0" y="1396413"/>
                </a:lnTo>
                <a:lnTo>
                  <a:pt x="0" y="1375877"/>
                </a:lnTo>
                <a:lnTo>
                  <a:pt x="0" y="1355341"/>
                </a:lnTo>
                <a:lnTo>
                  <a:pt x="0" y="1334805"/>
                </a:lnTo>
                <a:lnTo>
                  <a:pt x="0" y="1314269"/>
                </a:lnTo>
                <a:lnTo>
                  <a:pt x="0" y="1293733"/>
                </a:lnTo>
                <a:lnTo>
                  <a:pt x="0" y="1273197"/>
                </a:lnTo>
                <a:lnTo>
                  <a:pt x="0" y="1252661"/>
                </a:lnTo>
                <a:lnTo>
                  <a:pt x="0" y="1232125"/>
                </a:lnTo>
                <a:lnTo>
                  <a:pt x="0" y="1211590"/>
                </a:lnTo>
                <a:lnTo>
                  <a:pt x="0" y="1191054"/>
                </a:lnTo>
                <a:lnTo>
                  <a:pt x="0" y="1170518"/>
                </a:lnTo>
                <a:lnTo>
                  <a:pt x="0" y="1149982"/>
                </a:lnTo>
                <a:lnTo>
                  <a:pt x="0" y="1129446"/>
                </a:lnTo>
                <a:lnTo>
                  <a:pt x="0" y="1108910"/>
                </a:lnTo>
                <a:lnTo>
                  <a:pt x="0" y="1088374"/>
                </a:lnTo>
                <a:lnTo>
                  <a:pt x="0" y="1067838"/>
                </a:lnTo>
                <a:lnTo>
                  <a:pt x="0" y="1047302"/>
                </a:lnTo>
                <a:lnTo>
                  <a:pt x="0" y="1026766"/>
                </a:lnTo>
                <a:lnTo>
                  <a:pt x="0" y="1006240"/>
                </a:lnTo>
                <a:lnTo>
                  <a:pt x="0" y="985704"/>
                </a:lnTo>
                <a:lnTo>
                  <a:pt x="0" y="965168"/>
                </a:lnTo>
                <a:lnTo>
                  <a:pt x="0" y="944632"/>
                </a:lnTo>
                <a:lnTo>
                  <a:pt x="0" y="924096"/>
                </a:lnTo>
                <a:lnTo>
                  <a:pt x="0" y="903561"/>
                </a:lnTo>
                <a:lnTo>
                  <a:pt x="0" y="883025"/>
                </a:lnTo>
                <a:lnTo>
                  <a:pt x="0" y="862489"/>
                </a:lnTo>
                <a:lnTo>
                  <a:pt x="0" y="841953"/>
                </a:lnTo>
                <a:lnTo>
                  <a:pt x="0" y="821417"/>
                </a:lnTo>
                <a:lnTo>
                  <a:pt x="0" y="800881"/>
                </a:lnTo>
                <a:lnTo>
                  <a:pt x="0" y="780345"/>
                </a:lnTo>
                <a:lnTo>
                  <a:pt x="0" y="759809"/>
                </a:lnTo>
                <a:lnTo>
                  <a:pt x="0" y="739273"/>
                </a:lnTo>
                <a:lnTo>
                  <a:pt x="0" y="718737"/>
                </a:lnTo>
                <a:lnTo>
                  <a:pt x="0" y="698202"/>
                </a:lnTo>
                <a:lnTo>
                  <a:pt x="0" y="677666"/>
                </a:lnTo>
                <a:lnTo>
                  <a:pt x="0" y="657130"/>
                </a:lnTo>
                <a:lnTo>
                  <a:pt x="0" y="636594"/>
                </a:lnTo>
                <a:lnTo>
                  <a:pt x="0" y="616058"/>
                </a:lnTo>
                <a:lnTo>
                  <a:pt x="0" y="595532"/>
                </a:lnTo>
                <a:lnTo>
                  <a:pt x="0" y="574996"/>
                </a:lnTo>
                <a:lnTo>
                  <a:pt x="0" y="554460"/>
                </a:lnTo>
                <a:lnTo>
                  <a:pt x="0" y="533924"/>
                </a:lnTo>
                <a:lnTo>
                  <a:pt x="0" y="513388"/>
                </a:lnTo>
                <a:lnTo>
                  <a:pt x="0" y="492852"/>
                </a:lnTo>
                <a:lnTo>
                  <a:pt x="0" y="472316"/>
                </a:lnTo>
                <a:lnTo>
                  <a:pt x="0" y="451780"/>
                </a:lnTo>
                <a:lnTo>
                  <a:pt x="0" y="431244"/>
                </a:lnTo>
                <a:lnTo>
                  <a:pt x="0" y="410708"/>
                </a:lnTo>
                <a:lnTo>
                  <a:pt x="0" y="390173"/>
                </a:lnTo>
                <a:lnTo>
                  <a:pt x="0" y="369637"/>
                </a:lnTo>
                <a:lnTo>
                  <a:pt x="0" y="349101"/>
                </a:lnTo>
                <a:lnTo>
                  <a:pt x="0" y="328565"/>
                </a:lnTo>
                <a:lnTo>
                  <a:pt x="0" y="308029"/>
                </a:lnTo>
                <a:lnTo>
                  <a:pt x="0" y="287493"/>
                </a:lnTo>
                <a:lnTo>
                  <a:pt x="0" y="266957"/>
                </a:lnTo>
                <a:lnTo>
                  <a:pt x="0" y="246421"/>
                </a:lnTo>
                <a:lnTo>
                  <a:pt x="0" y="225885"/>
                </a:lnTo>
                <a:lnTo>
                  <a:pt x="0" y="205359"/>
                </a:lnTo>
                <a:lnTo>
                  <a:pt x="0" y="184823"/>
                </a:lnTo>
                <a:lnTo>
                  <a:pt x="0" y="164287"/>
                </a:lnTo>
                <a:lnTo>
                  <a:pt x="0" y="143751"/>
                </a:lnTo>
                <a:lnTo>
                  <a:pt x="0" y="123215"/>
                </a:lnTo>
                <a:lnTo>
                  <a:pt x="0" y="102680"/>
                </a:lnTo>
                <a:lnTo>
                  <a:pt x="0" y="82144"/>
                </a:lnTo>
                <a:lnTo>
                  <a:pt x="0" y="61608"/>
                </a:lnTo>
                <a:lnTo>
                  <a:pt x="0" y="41072"/>
                </a:lnTo>
                <a:lnTo>
                  <a:pt x="0" y="20536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5" name="phase-title-0">
            <a:extLst xmlns:a="http://schemas.openxmlformats.org/drawingml/2006/main">
              <a:ext uri="{FF2B5EF4-FFF2-40B4-BE49-F238E27FC236}">
                <a16:creationId xmlns:a16="http://schemas.microsoft.com/office/drawing/2014/main" id="{0C1BB43E-A32E-4D4A-932F-B0644963E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2195360"/>
            <a:ext cx="1428750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精准触达</a:t>
            </a:r>
          </a:p>
        </p:txBody>
      </p:sp>
      <p:sp>
        <p:nvSpPr>
          <p:cNvPr id="6" name="phase-body-0">
            <a:extLst xmlns:a="http://schemas.openxmlformats.org/drawingml/2006/main">
              <a:ext uri="{FF2B5EF4-FFF2-40B4-BE49-F238E27FC236}">
                <a16:creationId xmlns:a16="http://schemas.microsoft.com/office/drawing/2014/main" id="{3DFBBB7E-B8AB-4238-8742-8E6A32AD1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2549576"/>
            <a:ext cx="1428750" cy="587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让目标对象进</a:t>
            </a:r>
          </a:p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入体系</a:t>
            </a:r>
          </a:p>
        </p:txBody>
      </p:sp>
      <p:sp>
        <p:nvSpPr>
          <p:cNvPr id="7" name="action-icon-shell-0-0">
            <a:extLst xmlns:a="http://schemas.openxmlformats.org/drawingml/2006/main">
              <a:ext uri="{FF2B5EF4-FFF2-40B4-BE49-F238E27FC236}">
                <a16:creationId xmlns:a16="http://schemas.microsoft.com/office/drawing/2014/main" id="{C7F81801-E040-4D67-85E2-DD51856CF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2189855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7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0e268e205a04d93">
            <a:extLst>
              <a:ext uri="{96DAC541-7B7A-43D3-8B79-37D633B846F1}">
                <asvg:svgBlip xmlns:asvg="http://schemas.microsoft.com/office/drawing/2016/SVG/main" r:embed="Raf952fe913794d75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2266055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9" name="action-title-0-0">
            <a:extLst xmlns:a="http://schemas.openxmlformats.org/drawingml/2006/main">
              <a:ext uri="{FF2B5EF4-FFF2-40B4-BE49-F238E27FC236}">
                <a16:creationId xmlns:a16="http://schemas.microsoft.com/office/drawing/2014/main" id="{CB0B4841-45AA-4FD4-A0B6-69CDFDE92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128838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标签体系</a:t>
            </a:r>
          </a:p>
        </p:txBody>
      </p:sp>
      <p:sp>
        <p:nvSpPr>
          <p:cNvPr id="10" name="action-body-0-0">
            <a:extLst xmlns:a="http://schemas.openxmlformats.org/drawingml/2006/main">
              <a:ext uri="{FF2B5EF4-FFF2-40B4-BE49-F238E27FC236}">
                <a16:creationId xmlns:a16="http://schemas.microsoft.com/office/drawing/2014/main" id="{E686441D-84F0-4DE1-BFFD-3CACB8855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357438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形成可识别对象</a:t>
            </a:r>
          </a:p>
        </p:txBody>
      </p:sp>
      <p:sp>
        <p:nvSpPr>
          <p:cNvPr id="11" name="action-icon-shell-0-1">
            <a:extLst xmlns:a="http://schemas.openxmlformats.org/drawingml/2006/main">
              <a:ext uri="{FF2B5EF4-FFF2-40B4-BE49-F238E27FC236}">
                <a16:creationId xmlns:a16="http://schemas.microsoft.com/office/drawing/2014/main" id="{7DE175DE-4D91-4B28-8B70-C5A701CAE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2189855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8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8567070b9674f30">
            <a:extLst>
              <a:ext uri="{96DAC541-7B7A-43D3-8B79-37D633B846F1}">
                <asvg:svgBlip xmlns:asvg="http://schemas.microsoft.com/office/drawing/2016/SVG/main" r:embed="R55a990096aad4ae4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2266055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13" name="action-title-0-1">
            <a:extLst xmlns:a="http://schemas.openxmlformats.org/drawingml/2006/main">
              <a:ext uri="{FF2B5EF4-FFF2-40B4-BE49-F238E27FC236}">
                <a16:creationId xmlns:a16="http://schemas.microsoft.com/office/drawing/2014/main" id="{A0CBE604-14B5-4417-A7B1-A06BD6468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128838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渠道连接</a:t>
            </a:r>
          </a:p>
        </p:txBody>
      </p:sp>
      <p:sp>
        <p:nvSpPr>
          <p:cNvPr id="14" name="action-body-0-1">
            <a:extLst xmlns:a="http://schemas.openxmlformats.org/drawingml/2006/main">
              <a:ext uri="{FF2B5EF4-FFF2-40B4-BE49-F238E27FC236}">
                <a16:creationId xmlns:a16="http://schemas.microsoft.com/office/drawing/2014/main" id="{D01546B8-1F73-45A8-9AA0-817EFB8AA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357438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连接主要触点</a:t>
            </a:r>
          </a:p>
        </p:txBody>
      </p:sp>
      <p:sp>
        <p:nvSpPr>
          <p:cNvPr id="15" name="action-icon-shell-0-2">
            <a:extLst xmlns:a="http://schemas.openxmlformats.org/drawingml/2006/main">
              <a:ext uri="{FF2B5EF4-FFF2-40B4-BE49-F238E27FC236}">
                <a16:creationId xmlns:a16="http://schemas.microsoft.com/office/drawing/2014/main" id="{30AE87AA-5E96-4438-BF44-357AA1088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2799455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8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1be7b135189499e">
            <a:extLst>
              <a:ext uri="{96DAC541-7B7A-43D3-8B79-37D633B846F1}">
                <asvg:svgBlip xmlns:asvg="http://schemas.microsoft.com/office/drawing/2016/SVG/main" r:embed="Reaed0a5ee887451e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2875655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17" name="action-title-0-2">
            <a:extLst xmlns:a="http://schemas.openxmlformats.org/drawingml/2006/main">
              <a:ext uri="{FF2B5EF4-FFF2-40B4-BE49-F238E27FC236}">
                <a16:creationId xmlns:a16="http://schemas.microsoft.com/office/drawing/2014/main" id="{2FDBE07C-9B6D-4E5E-9D1C-415098449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738438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内容优化</a:t>
            </a:r>
          </a:p>
        </p:txBody>
      </p:sp>
      <p:sp>
        <p:nvSpPr>
          <p:cNvPr id="18" name="action-body-0-2">
            <a:extLst xmlns:a="http://schemas.openxmlformats.org/drawingml/2006/main">
              <a:ext uri="{FF2B5EF4-FFF2-40B4-BE49-F238E27FC236}">
                <a16:creationId xmlns:a16="http://schemas.microsoft.com/office/drawing/2014/main" id="{21534932-C448-4C2A-8782-2006B34E7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967038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提高触达质量</a:t>
            </a:r>
          </a:p>
        </p:txBody>
      </p:sp>
      <p:sp>
        <p:nvSpPr>
          <p:cNvPr id="19" name="action-icon-shell-0-3">
            <a:extLst xmlns:a="http://schemas.openxmlformats.org/drawingml/2006/main">
              <a:ext uri="{FF2B5EF4-FFF2-40B4-BE49-F238E27FC236}">
                <a16:creationId xmlns:a16="http://schemas.microsoft.com/office/drawing/2014/main" id="{CFDF828E-3E9E-4A93-BE31-F24EACC52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2799455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9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7488d285b3f4b45">
            <a:extLst>
              <a:ext uri="{96DAC541-7B7A-43D3-8B79-37D633B846F1}">
                <asvg:svgBlip xmlns:asvg="http://schemas.microsoft.com/office/drawing/2016/SVG/main" r:embed="R0021cbb124f74118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2875655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21" name="action-title-0-3">
            <a:extLst xmlns:a="http://schemas.openxmlformats.org/drawingml/2006/main">
              <a:ext uri="{FF2B5EF4-FFF2-40B4-BE49-F238E27FC236}">
                <a16:creationId xmlns:a16="http://schemas.microsoft.com/office/drawing/2014/main" id="{772C9923-CC11-4605-8F41-27C27D7CF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738438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行为追踪</a:t>
            </a:r>
          </a:p>
        </p:txBody>
      </p:sp>
      <p:sp>
        <p:nvSpPr>
          <p:cNvPr id="22" name="action-body-0-3">
            <a:extLst xmlns:a="http://schemas.openxmlformats.org/drawingml/2006/main">
              <a:ext uri="{FF2B5EF4-FFF2-40B4-BE49-F238E27FC236}">
                <a16:creationId xmlns:a16="http://schemas.microsoft.com/office/drawing/2014/main" id="{F7E0CDEA-6A0B-4F47-9A12-CE374DA55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967038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记录关键反馈</a:t>
            </a:r>
          </a:p>
        </p:txBody>
      </p:sp>
      <p:sp>
        <p:nvSpPr>
          <p:cNvPr id="23" name="phase-rail-1">
            <a:extLst xmlns:a="http://schemas.openxmlformats.org/drawingml/2006/main">
              <a:ext uri="{FF2B5EF4-FFF2-40B4-BE49-F238E27FC236}">
                <a16:creationId xmlns:a16="http://schemas.microsoft.com/office/drawing/2014/main" id="{E65BD71A-797A-4894-B09E-872D6EB78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3694062"/>
            <a:ext cx="514350" cy="1198883"/>
          </a:xfrm>
          <a:custGeom xmlns:a="http://schemas.openxmlformats.org/drawingml/2006/main">
            <a:pathLst>
              <a:path w="514350" h="1198883">
                <a:moveTo>
                  <a:pt x="0" y="0"/>
                </a:moveTo>
                <a:lnTo>
                  <a:pt x="16564" y="9201"/>
                </a:lnTo>
                <a:lnTo>
                  <a:pt x="33137" y="18412"/>
                </a:lnTo>
                <a:lnTo>
                  <a:pt x="49701" y="27613"/>
                </a:lnTo>
                <a:lnTo>
                  <a:pt x="66265" y="36814"/>
                </a:lnTo>
                <a:lnTo>
                  <a:pt x="82839" y="46015"/>
                </a:lnTo>
                <a:lnTo>
                  <a:pt x="99403" y="55226"/>
                </a:lnTo>
                <a:lnTo>
                  <a:pt x="115967" y="64427"/>
                </a:lnTo>
                <a:lnTo>
                  <a:pt x="132540" y="73628"/>
                </a:lnTo>
                <a:lnTo>
                  <a:pt x="149104" y="82829"/>
                </a:lnTo>
                <a:lnTo>
                  <a:pt x="165668" y="92040"/>
                </a:lnTo>
                <a:lnTo>
                  <a:pt x="182242" y="101241"/>
                </a:lnTo>
                <a:lnTo>
                  <a:pt x="198806" y="110442"/>
                </a:lnTo>
                <a:lnTo>
                  <a:pt x="215370" y="119644"/>
                </a:lnTo>
                <a:lnTo>
                  <a:pt x="231943" y="128854"/>
                </a:lnTo>
                <a:lnTo>
                  <a:pt x="248507" y="138055"/>
                </a:lnTo>
                <a:lnTo>
                  <a:pt x="265071" y="138484"/>
                </a:lnTo>
                <a:lnTo>
                  <a:pt x="281645" y="129273"/>
                </a:lnTo>
                <a:lnTo>
                  <a:pt x="298209" y="120072"/>
                </a:lnTo>
                <a:lnTo>
                  <a:pt x="314782" y="110871"/>
                </a:lnTo>
                <a:lnTo>
                  <a:pt x="331346" y="101670"/>
                </a:lnTo>
                <a:lnTo>
                  <a:pt x="347910" y="92459"/>
                </a:lnTo>
                <a:lnTo>
                  <a:pt x="364484" y="83258"/>
                </a:lnTo>
                <a:lnTo>
                  <a:pt x="381048" y="74057"/>
                </a:lnTo>
                <a:lnTo>
                  <a:pt x="397612" y="64846"/>
                </a:lnTo>
                <a:lnTo>
                  <a:pt x="414185" y="55645"/>
                </a:lnTo>
                <a:lnTo>
                  <a:pt x="430749" y="46444"/>
                </a:lnTo>
                <a:lnTo>
                  <a:pt x="447313" y="37243"/>
                </a:lnTo>
                <a:lnTo>
                  <a:pt x="463887" y="28032"/>
                </a:lnTo>
                <a:lnTo>
                  <a:pt x="480451" y="18831"/>
                </a:lnTo>
                <a:lnTo>
                  <a:pt x="497015" y="9630"/>
                </a:lnTo>
                <a:lnTo>
                  <a:pt x="513588" y="429"/>
                </a:lnTo>
                <a:lnTo>
                  <a:pt x="514350" y="18078"/>
                </a:lnTo>
                <a:lnTo>
                  <a:pt x="514350" y="37024"/>
                </a:lnTo>
                <a:lnTo>
                  <a:pt x="514350" y="55978"/>
                </a:lnTo>
                <a:lnTo>
                  <a:pt x="514350" y="74933"/>
                </a:lnTo>
                <a:lnTo>
                  <a:pt x="514350" y="93878"/>
                </a:lnTo>
                <a:lnTo>
                  <a:pt x="514350" y="112833"/>
                </a:lnTo>
                <a:lnTo>
                  <a:pt x="514350" y="131788"/>
                </a:lnTo>
                <a:lnTo>
                  <a:pt x="514350" y="150733"/>
                </a:lnTo>
                <a:lnTo>
                  <a:pt x="514350" y="169688"/>
                </a:lnTo>
                <a:lnTo>
                  <a:pt x="514350" y="188643"/>
                </a:lnTo>
                <a:lnTo>
                  <a:pt x="514350" y="207588"/>
                </a:lnTo>
                <a:lnTo>
                  <a:pt x="514350" y="226543"/>
                </a:lnTo>
                <a:lnTo>
                  <a:pt x="514350" y="245497"/>
                </a:lnTo>
                <a:lnTo>
                  <a:pt x="514350" y="264443"/>
                </a:lnTo>
                <a:lnTo>
                  <a:pt x="514350" y="283397"/>
                </a:lnTo>
                <a:lnTo>
                  <a:pt x="514350" y="302352"/>
                </a:lnTo>
                <a:lnTo>
                  <a:pt x="514350" y="321297"/>
                </a:lnTo>
                <a:lnTo>
                  <a:pt x="514350" y="340252"/>
                </a:lnTo>
                <a:lnTo>
                  <a:pt x="514350" y="359207"/>
                </a:lnTo>
                <a:lnTo>
                  <a:pt x="514350" y="378152"/>
                </a:lnTo>
                <a:lnTo>
                  <a:pt x="514350" y="397107"/>
                </a:lnTo>
                <a:lnTo>
                  <a:pt x="514350" y="416052"/>
                </a:lnTo>
                <a:lnTo>
                  <a:pt x="514350" y="435007"/>
                </a:lnTo>
                <a:lnTo>
                  <a:pt x="514350" y="453961"/>
                </a:lnTo>
                <a:lnTo>
                  <a:pt x="514350" y="472907"/>
                </a:lnTo>
                <a:lnTo>
                  <a:pt x="514350" y="491861"/>
                </a:lnTo>
                <a:lnTo>
                  <a:pt x="514350" y="510816"/>
                </a:lnTo>
                <a:lnTo>
                  <a:pt x="514350" y="529761"/>
                </a:lnTo>
                <a:lnTo>
                  <a:pt x="514350" y="548716"/>
                </a:lnTo>
                <a:lnTo>
                  <a:pt x="514350" y="567671"/>
                </a:lnTo>
                <a:lnTo>
                  <a:pt x="514350" y="586616"/>
                </a:lnTo>
                <a:lnTo>
                  <a:pt x="514350" y="605571"/>
                </a:lnTo>
                <a:lnTo>
                  <a:pt x="514350" y="624526"/>
                </a:lnTo>
                <a:lnTo>
                  <a:pt x="514350" y="643471"/>
                </a:lnTo>
                <a:lnTo>
                  <a:pt x="514350" y="662426"/>
                </a:lnTo>
                <a:lnTo>
                  <a:pt x="514350" y="681380"/>
                </a:lnTo>
                <a:lnTo>
                  <a:pt x="514350" y="700326"/>
                </a:lnTo>
                <a:lnTo>
                  <a:pt x="514350" y="719280"/>
                </a:lnTo>
                <a:lnTo>
                  <a:pt x="514350" y="738235"/>
                </a:lnTo>
                <a:lnTo>
                  <a:pt x="514350" y="757180"/>
                </a:lnTo>
                <a:lnTo>
                  <a:pt x="514350" y="776135"/>
                </a:lnTo>
                <a:lnTo>
                  <a:pt x="514350" y="795090"/>
                </a:lnTo>
                <a:lnTo>
                  <a:pt x="514350" y="814035"/>
                </a:lnTo>
                <a:lnTo>
                  <a:pt x="514350" y="832990"/>
                </a:lnTo>
                <a:lnTo>
                  <a:pt x="514350" y="851945"/>
                </a:lnTo>
                <a:lnTo>
                  <a:pt x="514350" y="870890"/>
                </a:lnTo>
                <a:lnTo>
                  <a:pt x="514350" y="889845"/>
                </a:lnTo>
                <a:lnTo>
                  <a:pt x="514350" y="908799"/>
                </a:lnTo>
                <a:lnTo>
                  <a:pt x="514350" y="927745"/>
                </a:lnTo>
                <a:lnTo>
                  <a:pt x="514350" y="946699"/>
                </a:lnTo>
                <a:lnTo>
                  <a:pt x="514350" y="965645"/>
                </a:lnTo>
                <a:lnTo>
                  <a:pt x="514350" y="984599"/>
                </a:lnTo>
                <a:lnTo>
                  <a:pt x="514350" y="1003554"/>
                </a:lnTo>
                <a:lnTo>
                  <a:pt x="514350" y="1022499"/>
                </a:lnTo>
                <a:lnTo>
                  <a:pt x="514350" y="1041454"/>
                </a:lnTo>
                <a:lnTo>
                  <a:pt x="514350" y="1060409"/>
                </a:lnTo>
                <a:lnTo>
                  <a:pt x="497786" y="1069610"/>
                </a:lnTo>
                <a:lnTo>
                  <a:pt x="481213" y="1078811"/>
                </a:lnTo>
                <a:lnTo>
                  <a:pt x="464649" y="1088022"/>
                </a:lnTo>
                <a:lnTo>
                  <a:pt x="448085" y="1097223"/>
                </a:lnTo>
                <a:lnTo>
                  <a:pt x="431511" y="1106424"/>
                </a:lnTo>
                <a:lnTo>
                  <a:pt x="414947" y="1115625"/>
                </a:lnTo>
                <a:lnTo>
                  <a:pt x="398383" y="1124836"/>
                </a:lnTo>
                <a:lnTo>
                  <a:pt x="381810" y="1134037"/>
                </a:lnTo>
                <a:lnTo>
                  <a:pt x="365246" y="1143238"/>
                </a:lnTo>
                <a:lnTo>
                  <a:pt x="348682" y="1152439"/>
                </a:lnTo>
                <a:lnTo>
                  <a:pt x="332108" y="1161650"/>
                </a:lnTo>
                <a:lnTo>
                  <a:pt x="315544" y="1170851"/>
                </a:lnTo>
                <a:lnTo>
                  <a:pt x="298980" y="1180052"/>
                </a:lnTo>
                <a:lnTo>
                  <a:pt x="282407" y="1189253"/>
                </a:lnTo>
                <a:lnTo>
                  <a:pt x="265843" y="1198464"/>
                </a:lnTo>
                <a:lnTo>
                  <a:pt x="249279" y="1198883"/>
                </a:lnTo>
                <a:lnTo>
                  <a:pt x="232705" y="1189682"/>
                </a:lnTo>
                <a:lnTo>
                  <a:pt x="216141" y="1180481"/>
                </a:lnTo>
                <a:lnTo>
                  <a:pt x="199568" y="1171280"/>
                </a:lnTo>
                <a:lnTo>
                  <a:pt x="183004" y="1162069"/>
                </a:lnTo>
                <a:lnTo>
                  <a:pt x="166440" y="1152868"/>
                </a:lnTo>
                <a:lnTo>
                  <a:pt x="149866" y="1143667"/>
                </a:lnTo>
                <a:lnTo>
                  <a:pt x="133302" y="1134456"/>
                </a:lnTo>
                <a:lnTo>
                  <a:pt x="116738" y="1125255"/>
                </a:lnTo>
                <a:lnTo>
                  <a:pt x="100165" y="1116054"/>
                </a:lnTo>
                <a:lnTo>
                  <a:pt x="83601" y="1106853"/>
                </a:lnTo>
                <a:lnTo>
                  <a:pt x="67037" y="1097642"/>
                </a:lnTo>
                <a:lnTo>
                  <a:pt x="50463" y="1088441"/>
                </a:lnTo>
                <a:lnTo>
                  <a:pt x="33899" y="1079240"/>
                </a:lnTo>
                <a:lnTo>
                  <a:pt x="17336" y="1070039"/>
                </a:lnTo>
                <a:lnTo>
                  <a:pt x="762" y="1060828"/>
                </a:lnTo>
                <a:lnTo>
                  <a:pt x="0" y="1042330"/>
                </a:lnTo>
                <a:lnTo>
                  <a:pt x="0" y="1023376"/>
                </a:lnTo>
                <a:lnTo>
                  <a:pt x="0" y="1004430"/>
                </a:lnTo>
                <a:lnTo>
                  <a:pt x="0" y="985476"/>
                </a:lnTo>
                <a:lnTo>
                  <a:pt x="0" y="966521"/>
                </a:lnTo>
                <a:lnTo>
                  <a:pt x="0" y="947576"/>
                </a:lnTo>
                <a:lnTo>
                  <a:pt x="0" y="928621"/>
                </a:lnTo>
                <a:lnTo>
                  <a:pt x="0" y="909666"/>
                </a:lnTo>
                <a:lnTo>
                  <a:pt x="0" y="890721"/>
                </a:lnTo>
                <a:lnTo>
                  <a:pt x="0" y="871766"/>
                </a:lnTo>
                <a:lnTo>
                  <a:pt x="0" y="852811"/>
                </a:lnTo>
                <a:lnTo>
                  <a:pt x="0" y="833866"/>
                </a:lnTo>
                <a:lnTo>
                  <a:pt x="0" y="814911"/>
                </a:lnTo>
                <a:lnTo>
                  <a:pt x="0" y="795957"/>
                </a:lnTo>
                <a:lnTo>
                  <a:pt x="0" y="777011"/>
                </a:lnTo>
                <a:lnTo>
                  <a:pt x="0" y="758057"/>
                </a:lnTo>
                <a:lnTo>
                  <a:pt x="0" y="739111"/>
                </a:lnTo>
                <a:lnTo>
                  <a:pt x="0" y="720157"/>
                </a:lnTo>
                <a:lnTo>
                  <a:pt x="0" y="701202"/>
                </a:lnTo>
                <a:lnTo>
                  <a:pt x="0" y="682257"/>
                </a:lnTo>
                <a:lnTo>
                  <a:pt x="0" y="663302"/>
                </a:lnTo>
                <a:lnTo>
                  <a:pt x="0" y="644347"/>
                </a:lnTo>
                <a:lnTo>
                  <a:pt x="0" y="625402"/>
                </a:lnTo>
                <a:lnTo>
                  <a:pt x="0" y="606447"/>
                </a:lnTo>
                <a:lnTo>
                  <a:pt x="0" y="587492"/>
                </a:lnTo>
                <a:lnTo>
                  <a:pt x="0" y="568547"/>
                </a:lnTo>
                <a:lnTo>
                  <a:pt x="0" y="549593"/>
                </a:lnTo>
                <a:lnTo>
                  <a:pt x="0" y="530638"/>
                </a:lnTo>
                <a:lnTo>
                  <a:pt x="0" y="511693"/>
                </a:lnTo>
                <a:lnTo>
                  <a:pt x="0" y="492738"/>
                </a:lnTo>
                <a:lnTo>
                  <a:pt x="0" y="473783"/>
                </a:lnTo>
                <a:lnTo>
                  <a:pt x="0" y="454838"/>
                </a:lnTo>
                <a:lnTo>
                  <a:pt x="0" y="435883"/>
                </a:lnTo>
                <a:lnTo>
                  <a:pt x="0" y="416928"/>
                </a:lnTo>
                <a:lnTo>
                  <a:pt x="0" y="397983"/>
                </a:lnTo>
                <a:lnTo>
                  <a:pt x="0" y="379028"/>
                </a:lnTo>
                <a:lnTo>
                  <a:pt x="0" y="360074"/>
                </a:lnTo>
                <a:lnTo>
                  <a:pt x="0" y="341128"/>
                </a:lnTo>
                <a:lnTo>
                  <a:pt x="0" y="322174"/>
                </a:lnTo>
                <a:lnTo>
                  <a:pt x="0" y="303219"/>
                </a:lnTo>
                <a:lnTo>
                  <a:pt x="0" y="284274"/>
                </a:lnTo>
                <a:lnTo>
                  <a:pt x="0" y="265319"/>
                </a:lnTo>
                <a:lnTo>
                  <a:pt x="0" y="246374"/>
                </a:lnTo>
                <a:lnTo>
                  <a:pt x="0" y="227419"/>
                </a:lnTo>
                <a:lnTo>
                  <a:pt x="0" y="208464"/>
                </a:lnTo>
                <a:lnTo>
                  <a:pt x="0" y="189519"/>
                </a:lnTo>
                <a:lnTo>
                  <a:pt x="0" y="170564"/>
                </a:lnTo>
                <a:lnTo>
                  <a:pt x="0" y="151609"/>
                </a:lnTo>
                <a:lnTo>
                  <a:pt x="0" y="132664"/>
                </a:lnTo>
                <a:lnTo>
                  <a:pt x="0" y="113709"/>
                </a:lnTo>
                <a:lnTo>
                  <a:pt x="0" y="94755"/>
                </a:lnTo>
                <a:lnTo>
                  <a:pt x="0" y="75809"/>
                </a:lnTo>
                <a:lnTo>
                  <a:pt x="0" y="56855"/>
                </a:lnTo>
                <a:lnTo>
                  <a:pt x="0" y="37900"/>
                </a:lnTo>
                <a:lnTo>
                  <a:pt x="0" y="18955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24" name="phase-title-1">
            <a:extLst xmlns:a="http://schemas.openxmlformats.org/drawingml/2006/main">
              <a:ext uri="{FF2B5EF4-FFF2-40B4-BE49-F238E27FC236}">
                <a16:creationId xmlns:a16="http://schemas.microsoft.com/office/drawing/2014/main" id="{B697E5C5-7FE1-491B-830F-C54B23D1A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3824888"/>
            <a:ext cx="1428750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意向培育</a:t>
            </a:r>
          </a:p>
        </p:txBody>
      </p:sp>
      <p:sp>
        <p:nvSpPr>
          <p:cNvPr id="25" name="phase-body-1">
            <a:extLst xmlns:a="http://schemas.openxmlformats.org/drawingml/2006/main">
              <a:ext uri="{FF2B5EF4-FFF2-40B4-BE49-F238E27FC236}">
                <a16:creationId xmlns:a16="http://schemas.microsoft.com/office/drawing/2014/main" id="{02A9EE17-2159-47E8-9394-5718EFC89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4179094"/>
            <a:ext cx="1428750" cy="587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让有效关注形</a:t>
            </a:r>
          </a:p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成意向</a:t>
            </a:r>
          </a:p>
        </p:txBody>
      </p:sp>
      <p:sp>
        <p:nvSpPr>
          <p:cNvPr id="26" name="action-icon-shell-1-0">
            <a:extLst xmlns:a="http://schemas.openxmlformats.org/drawingml/2006/main">
              <a:ext uri="{FF2B5EF4-FFF2-40B4-BE49-F238E27FC236}">
                <a16:creationId xmlns:a16="http://schemas.microsoft.com/office/drawing/2014/main" id="{71E29C58-F0A8-4269-8EC0-5B99CF9D5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4124173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9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45ef6c0906344d5">
            <a:extLst>
              <a:ext uri="{96DAC541-7B7A-43D3-8B79-37D633B846F1}">
                <asvg:svgBlip xmlns:asvg="http://schemas.microsoft.com/office/drawing/2016/SVG/main" r:embed="Rf5f03bd923304271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4200373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28" name="action-title-1-0">
            <a:extLst xmlns:a="http://schemas.openxmlformats.org/drawingml/2006/main">
              <a:ext uri="{FF2B5EF4-FFF2-40B4-BE49-F238E27FC236}">
                <a16:creationId xmlns:a16="http://schemas.microsoft.com/office/drawing/2014/main" id="{BD1E1FC4-B024-48C1-BFFE-E216319DB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4063155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规则触发</a:t>
            </a:r>
          </a:p>
        </p:txBody>
      </p:sp>
      <p:sp>
        <p:nvSpPr>
          <p:cNvPr id="29" name="action-body-1-0">
            <a:extLst xmlns:a="http://schemas.openxmlformats.org/drawingml/2006/main">
              <a:ext uri="{FF2B5EF4-FFF2-40B4-BE49-F238E27FC236}">
                <a16:creationId xmlns:a16="http://schemas.microsoft.com/office/drawing/2014/main" id="{3C2C5DC0-F8D7-4794-A7A5-81000B223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4291755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自动下发任务</a:t>
            </a:r>
          </a:p>
        </p:txBody>
      </p:sp>
      <p:sp>
        <p:nvSpPr>
          <p:cNvPr id="30" name="action-icon-shell-1-1">
            <a:extLst xmlns:a="http://schemas.openxmlformats.org/drawingml/2006/main">
              <a:ext uri="{FF2B5EF4-FFF2-40B4-BE49-F238E27FC236}">
                <a16:creationId xmlns:a16="http://schemas.microsoft.com/office/drawing/2014/main" id="{7472EAA6-8A4E-4A43-A053-B7BF08662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4124173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10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eb9e15e804840ec">
            <a:extLst>
              <a:ext uri="{96DAC541-7B7A-43D3-8B79-37D633B846F1}">
                <asvg:svgBlip xmlns:asvg="http://schemas.microsoft.com/office/drawing/2016/SVG/main" r:embed="R925a4570ddbd498c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4200373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32" name="action-title-1-1">
            <a:extLst xmlns:a="http://schemas.openxmlformats.org/drawingml/2006/main">
              <a:ext uri="{FF2B5EF4-FFF2-40B4-BE49-F238E27FC236}">
                <a16:creationId xmlns:a16="http://schemas.microsoft.com/office/drawing/2014/main" id="{7DAB49B9-2DA4-41BC-B297-31DDCE008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4063155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热度评估</a:t>
            </a:r>
          </a:p>
        </p:txBody>
      </p:sp>
      <p:sp>
        <p:nvSpPr>
          <p:cNvPr id="33" name="action-body-1-1">
            <a:extLst xmlns:a="http://schemas.openxmlformats.org/drawingml/2006/main">
              <a:ext uri="{FF2B5EF4-FFF2-40B4-BE49-F238E27FC236}">
                <a16:creationId xmlns:a16="http://schemas.microsoft.com/office/drawing/2014/main" id="{56582387-48FF-43F0-80C5-AECE134AC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4291755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识别优先对象</a:t>
            </a:r>
          </a:p>
        </p:txBody>
      </p:sp>
      <p:sp>
        <p:nvSpPr>
          <p:cNvPr id="34" name="phase-rail-2">
            <a:extLst xmlns:a="http://schemas.openxmlformats.org/drawingml/2006/main">
              <a:ext uri="{FF2B5EF4-FFF2-40B4-BE49-F238E27FC236}">
                <a16:creationId xmlns:a16="http://schemas.microsoft.com/office/drawing/2014/main" id="{25F51F14-A17B-40D5-A774-85D984E0E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4897336"/>
            <a:ext cx="514350" cy="1312593"/>
          </a:xfrm>
          <a:custGeom xmlns:a="http://schemas.openxmlformats.org/drawingml/2006/main">
            <a:pathLst>
              <a:path w="514350" h="1312593">
                <a:moveTo>
                  <a:pt x="0" y="0"/>
                </a:moveTo>
                <a:lnTo>
                  <a:pt x="16621" y="9230"/>
                </a:lnTo>
                <a:lnTo>
                  <a:pt x="33233" y="18459"/>
                </a:lnTo>
                <a:lnTo>
                  <a:pt x="49854" y="27699"/>
                </a:lnTo>
                <a:lnTo>
                  <a:pt x="66465" y="36928"/>
                </a:lnTo>
                <a:lnTo>
                  <a:pt x="83087" y="46158"/>
                </a:lnTo>
                <a:lnTo>
                  <a:pt x="99708" y="55388"/>
                </a:lnTo>
                <a:lnTo>
                  <a:pt x="116319" y="64618"/>
                </a:lnTo>
                <a:lnTo>
                  <a:pt x="132940" y="73847"/>
                </a:lnTo>
                <a:lnTo>
                  <a:pt x="149552" y="83087"/>
                </a:lnTo>
                <a:lnTo>
                  <a:pt x="166173" y="92316"/>
                </a:lnTo>
                <a:lnTo>
                  <a:pt x="182794" y="101546"/>
                </a:lnTo>
                <a:lnTo>
                  <a:pt x="199406" y="110776"/>
                </a:lnTo>
                <a:lnTo>
                  <a:pt x="216027" y="120005"/>
                </a:lnTo>
                <a:lnTo>
                  <a:pt x="232639" y="129245"/>
                </a:lnTo>
                <a:lnTo>
                  <a:pt x="249260" y="138474"/>
                </a:lnTo>
                <a:lnTo>
                  <a:pt x="265881" y="138036"/>
                </a:lnTo>
                <a:lnTo>
                  <a:pt x="282492" y="128807"/>
                </a:lnTo>
                <a:lnTo>
                  <a:pt x="299114" y="119577"/>
                </a:lnTo>
                <a:lnTo>
                  <a:pt x="315725" y="110338"/>
                </a:lnTo>
                <a:lnTo>
                  <a:pt x="332346" y="101108"/>
                </a:lnTo>
                <a:lnTo>
                  <a:pt x="348967" y="91878"/>
                </a:lnTo>
                <a:lnTo>
                  <a:pt x="365579" y="82648"/>
                </a:lnTo>
                <a:lnTo>
                  <a:pt x="382200" y="73419"/>
                </a:lnTo>
                <a:lnTo>
                  <a:pt x="398812" y="64179"/>
                </a:lnTo>
                <a:lnTo>
                  <a:pt x="415433" y="54950"/>
                </a:lnTo>
                <a:lnTo>
                  <a:pt x="432054" y="45720"/>
                </a:lnTo>
                <a:lnTo>
                  <a:pt x="448666" y="36490"/>
                </a:lnTo>
                <a:lnTo>
                  <a:pt x="465287" y="27261"/>
                </a:lnTo>
                <a:lnTo>
                  <a:pt x="481898" y="18021"/>
                </a:lnTo>
                <a:lnTo>
                  <a:pt x="498519" y="8792"/>
                </a:lnTo>
                <a:lnTo>
                  <a:pt x="514350" y="905"/>
                </a:lnTo>
                <a:lnTo>
                  <a:pt x="514350" y="19907"/>
                </a:lnTo>
                <a:lnTo>
                  <a:pt x="514350" y="38919"/>
                </a:lnTo>
                <a:lnTo>
                  <a:pt x="514350" y="57931"/>
                </a:lnTo>
                <a:lnTo>
                  <a:pt x="514350" y="76933"/>
                </a:lnTo>
                <a:lnTo>
                  <a:pt x="514350" y="95945"/>
                </a:lnTo>
                <a:lnTo>
                  <a:pt x="514350" y="114957"/>
                </a:lnTo>
                <a:lnTo>
                  <a:pt x="514350" y="133960"/>
                </a:lnTo>
                <a:lnTo>
                  <a:pt x="514350" y="152972"/>
                </a:lnTo>
                <a:lnTo>
                  <a:pt x="514350" y="171983"/>
                </a:lnTo>
                <a:lnTo>
                  <a:pt x="514350" y="190986"/>
                </a:lnTo>
                <a:lnTo>
                  <a:pt x="514350" y="209998"/>
                </a:lnTo>
                <a:lnTo>
                  <a:pt x="514350" y="229010"/>
                </a:lnTo>
                <a:lnTo>
                  <a:pt x="514350" y="248012"/>
                </a:lnTo>
                <a:lnTo>
                  <a:pt x="514350" y="267024"/>
                </a:lnTo>
                <a:lnTo>
                  <a:pt x="514350" y="286036"/>
                </a:lnTo>
                <a:lnTo>
                  <a:pt x="514350" y="305038"/>
                </a:lnTo>
                <a:lnTo>
                  <a:pt x="514350" y="324050"/>
                </a:lnTo>
                <a:lnTo>
                  <a:pt x="514350" y="343062"/>
                </a:lnTo>
                <a:lnTo>
                  <a:pt x="514350" y="362064"/>
                </a:lnTo>
                <a:lnTo>
                  <a:pt x="514350" y="381076"/>
                </a:lnTo>
                <a:lnTo>
                  <a:pt x="514350" y="400088"/>
                </a:lnTo>
                <a:lnTo>
                  <a:pt x="514350" y="419090"/>
                </a:lnTo>
                <a:lnTo>
                  <a:pt x="514350" y="438102"/>
                </a:lnTo>
                <a:lnTo>
                  <a:pt x="514350" y="457114"/>
                </a:lnTo>
                <a:lnTo>
                  <a:pt x="514350" y="476117"/>
                </a:lnTo>
                <a:lnTo>
                  <a:pt x="514350" y="495129"/>
                </a:lnTo>
                <a:lnTo>
                  <a:pt x="514350" y="514140"/>
                </a:lnTo>
                <a:lnTo>
                  <a:pt x="514350" y="533152"/>
                </a:lnTo>
                <a:lnTo>
                  <a:pt x="514350" y="552155"/>
                </a:lnTo>
                <a:lnTo>
                  <a:pt x="514350" y="571167"/>
                </a:lnTo>
                <a:lnTo>
                  <a:pt x="514350" y="590179"/>
                </a:lnTo>
                <a:lnTo>
                  <a:pt x="514350" y="609181"/>
                </a:lnTo>
                <a:lnTo>
                  <a:pt x="514350" y="628193"/>
                </a:lnTo>
                <a:lnTo>
                  <a:pt x="514350" y="647205"/>
                </a:lnTo>
                <a:lnTo>
                  <a:pt x="514350" y="666207"/>
                </a:lnTo>
                <a:lnTo>
                  <a:pt x="514350" y="685219"/>
                </a:lnTo>
                <a:lnTo>
                  <a:pt x="514350" y="704231"/>
                </a:lnTo>
                <a:lnTo>
                  <a:pt x="514350" y="723233"/>
                </a:lnTo>
                <a:lnTo>
                  <a:pt x="514350" y="742245"/>
                </a:lnTo>
                <a:lnTo>
                  <a:pt x="514350" y="761257"/>
                </a:lnTo>
                <a:lnTo>
                  <a:pt x="514350" y="780259"/>
                </a:lnTo>
                <a:lnTo>
                  <a:pt x="514350" y="799271"/>
                </a:lnTo>
                <a:lnTo>
                  <a:pt x="514350" y="818283"/>
                </a:lnTo>
                <a:lnTo>
                  <a:pt x="514350" y="837286"/>
                </a:lnTo>
                <a:lnTo>
                  <a:pt x="514350" y="856298"/>
                </a:lnTo>
                <a:lnTo>
                  <a:pt x="514350" y="875309"/>
                </a:lnTo>
                <a:lnTo>
                  <a:pt x="514350" y="894312"/>
                </a:lnTo>
                <a:lnTo>
                  <a:pt x="514350" y="913324"/>
                </a:lnTo>
                <a:lnTo>
                  <a:pt x="514350" y="932336"/>
                </a:lnTo>
                <a:lnTo>
                  <a:pt x="514350" y="951338"/>
                </a:lnTo>
                <a:lnTo>
                  <a:pt x="514350" y="970350"/>
                </a:lnTo>
                <a:lnTo>
                  <a:pt x="514350" y="989362"/>
                </a:lnTo>
                <a:lnTo>
                  <a:pt x="514350" y="1008364"/>
                </a:lnTo>
                <a:lnTo>
                  <a:pt x="514350" y="1027376"/>
                </a:lnTo>
                <a:lnTo>
                  <a:pt x="514350" y="1046388"/>
                </a:lnTo>
                <a:lnTo>
                  <a:pt x="514350" y="1065390"/>
                </a:lnTo>
                <a:lnTo>
                  <a:pt x="514350" y="1084402"/>
                </a:lnTo>
                <a:lnTo>
                  <a:pt x="514350" y="1103414"/>
                </a:lnTo>
                <a:lnTo>
                  <a:pt x="514350" y="1122426"/>
                </a:lnTo>
                <a:lnTo>
                  <a:pt x="514350" y="1141428"/>
                </a:lnTo>
                <a:lnTo>
                  <a:pt x="514350" y="1160440"/>
                </a:lnTo>
                <a:lnTo>
                  <a:pt x="506044" y="1174556"/>
                </a:lnTo>
                <a:lnTo>
                  <a:pt x="489423" y="1183786"/>
                </a:lnTo>
                <a:lnTo>
                  <a:pt x="472802" y="1193025"/>
                </a:lnTo>
                <a:lnTo>
                  <a:pt x="456190" y="1202255"/>
                </a:lnTo>
                <a:lnTo>
                  <a:pt x="439569" y="1211485"/>
                </a:lnTo>
                <a:lnTo>
                  <a:pt x="422958" y="1220714"/>
                </a:lnTo>
                <a:lnTo>
                  <a:pt x="406336" y="1229944"/>
                </a:lnTo>
                <a:lnTo>
                  <a:pt x="389715" y="1239183"/>
                </a:lnTo>
                <a:lnTo>
                  <a:pt x="373104" y="1248413"/>
                </a:lnTo>
                <a:lnTo>
                  <a:pt x="356483" y="1257643"/>
                </a:lnTo>
                <a:lnTo>
                  <a:pt x="339871" y="1266873"/>
                </a:lnTo>
                <a:lnTo>
                  <a:pt x="323250" y="1276102"/>
                </a:lnTo>
                <a:lnTo>
                  <a:pt x="306629" y="1285342"/>
                </a:lnTo>
                <a:lnTo>
                  <a:pt x="290017" y="1294571"/>
                </a:lnTo>
                <a:lnTo>
                  <a:pt x="273396" y="1303801"/>
                </a:lnTo>
                <a:lnTo>
                  <a:pt x="256784" y="1312593"/>
                </a:lnTo>
                <a:lnTo>
                  <a:pt x="240163" y="1303363"/>
                </a:lnTo>
                <a:lnTo>
                  <a:pt x="223542" y="1294133"/>
                </a:lnTo>
                <a:lnTo>
                  <a:pt x="206931" y="1284903"/>
                </a:lnTo>
                <a:lnTo>
                  <a:pt x="190310" y="1275664"/>
                </a:lnTo>
                <a:lnTo>
                  <a:pt x="173698" y="1266434"/>
                </a:lnTo>
                <a:lnTo>
                  <a:pt x="157077" y="1257205"/>
                </a:lnTo>
                <a:lnTo>
                  <a:pt x="140456" y="1247975"/>
                </a:lnTo>
                <a:lnTo>
                  <a:pt x="123844" y="1238745"/>
                </a:lnTo>
                <a:lnTo>
                  <a:pt x="107223" y="1229506"/>
                </a:lnTo>
                <a:lnTo>
                  <a:pt x="90611" y="1220276"/>
                </a:lnTo>
                <a:lnTo>
                  <a:pt x="73990" y="1211047"/>
                </a:lnTo>
                <a:lnTo>
                  <a:pt x="57369" y="1201817"/>
                </a:lnTo>
                <a:lnTo>
                  <a:pt x="40757" y="1192587"/>
                </a:lnTo>
                <a:lnTo>
                  <a:pt x="24136" y="1183357"/>
                </a:lnTo>
                <a:lnTo>
                  <a:pt x="7525" y="1174118"/>
                </a:lnTo>
                <a:lnTo>
                  <a:pt x="0" y="1159535"/>
                </a:lnTo>
                <a:lnTo>
                  <a:pt x="0" y="1140533"/>
                </a:lnTo>
                <a:lnTo>
                  <a:pt x="0" y="1121521"/>
                </a:lnTo>
                <a:lnTo>
                  <a:pt x="0" y="1102509"/>
                </a:lnTo>
                <a:lnTo>
                  <a:pt x="0" y="1083507"/>
                </a:lnTo>
                <a:lnTo>
                  <a:pt x="0" y="1064495"/>
                </a:lnTo>
                <a:lnTo>
                  <a:pt x="0" y="1045483"/>
                </a:lnTo>
                <a:lnTo>
                  <a:pt x="0" y="1026481"/>
                </a:lnTo>
                <a:lnTo>
                  <a:pt x="0" y="1007469"/>
                </a:lnTo>
                <a:lnTo>
                  <a:pt x="0" y="988457"/>
                </a:lnTo>
                <a:lnTo>
                  <a:pt x="0" y="969455"/>
                </a:lnTo>
                <a:lnTo>
                  <a:pt x="0" y="950443"/>
                </a:lnTo>
                <a:lnTo>
                  <a:pt x="0" y="931431"/>
                </a:lnTo>
                <a:lnTo>
                  <a:pt x="0" y="912419"/>
                </a:lnTo>
                <a:lnTo>
                  <a:pt x="0" y="893416"/>
                </a:lnTo>
                <a:lnTo>
                  <a:pt x="0" y="874405"/>
                </a:lnTo>
                <a:lnTo>
                  <a:pt x="0" y="855393"/>
                </a:lnTo>
                <a:lnTo>
                  <a:pt x="0" y="836390"/>
                </a:lnTo>
                <a:lnTo>
                  <a:pt x="0" y="817378"/>
                </a:lnTo>
                <a:lnTo>
                  <a:pt x="0" y="798366"/>
                </a:lnTo>
                <a:lnTo>
                  <a:pt x="0" y="779364"/>
                </a:lnTo>
                <a:lnTo>
                  <a:pt x="0" y="760352"/>
                </a:lnTo>
                <a:lnTo>
                  <a:pt x="0" y="741340"/>
                </a:lnTo>
                <a:lnTo>
                  <a:pt x="0" y="722338"/>
                </a:lnTo>
                <a:lnTo>
                  <a:pt x="0" y="703326"/>
                </a:lnTo>
                <a:lnTo>
                  <a:pt x="0" y="684314"/>
                </a:lnTo>
                <a:lnTo>
                  <a:pt x="0" y="665312"/>
                </a:lnTo>
                <a:lnTo>
                  <a:pt x="0" y="646300"/>
                </a:lnTo>
                <a:lnTo>
                  <a:pt x="0" y="627288"/>
                </a:lnTo>
                <a:lnTo>
                  <a:pt x="0" y="608286"/>
                </a:lnTo>
                <a:lnTo>
                  <a:pt x="0" y="589274"/>
                </a:lnTo>
                <a:lnTo>
                  <a:pt x="0" y="570262"/>
                </a:lnTo>
                <a:lnTo>
                  <a:pt x="0" y="551259"/>
                </a:lnTo>
                <a:lnTo>
                  <a:pt x="0" y="532247"/>
                </a:lnTo>
                <a:lnTo>
                  <a:pt x="0" y="513236"/>
                </a:lnTo>
                <a:lnTo>
                  <a:pt x="0" y="494233"/>
                </a:lnTo>
                <a:lnTo>
                  <a:pt x="0" y="475221"/>
                </a:lnTo>
                <a:lnTo>
                  <a:pt x="0" y="456209"/>
                </a:lnTo>
                <a:lnTo>
                  <a:pt x="0" y="437207"/>
                </a:lnTo>
                <a:lnTo>
                  <a:pt x="0" y="418195"/>
                </a:lnTo>
                <a:lnTo>
                  <a:pt x="0" y="399183"/>
                </a:lnTo>
                <a:lnTo>
                  <a:pt x="0" y="380181"/>
                </a:lnTo>
                <a:lnTo>
                  <a:pt x="0" y="361169"/>
                </a:lnTo>
                <a:lnTo>
                  <a:pt x="0" y="342157"/>
                </a:lnTo>
                <a:lnTo>
                  <a:pt x="0" y="323155"/>
                </a:lnTo>
                <a:lnTo>
                  <a:pt x="0" y="304143"/>
                </a:lnTo>
                <a:lnTo>
                  <a:pt x="0" y="285131"/>
                </a:lnTo>
                <a:lnTo>
                  <a:pt x="0" y="266119"/>
                </a:lnTo>
                <a:lnTo>
                  <a:pt x="0" y="247117"/>
                </a:lnTo>
                <a:lnTo>
                  <a:pt x="0" y="228105"/>
                </a:lnTo>
                <a:lnTo>
                  <a:pt x="0" y="209093"/>
                </a:lnTo>
                <a:lnTo>
                  <a:pt x="0" y="190090"/>
                </a:lnTo>
                <a:lnTo>
                  <a:pt x="0" y="171079"/>
                </a:lnTo>
                <a:lnTo>
                  <a:pt x="0" y="152067"/>
                </a:lnTo>
                <a:lnTo>
                  <a:pt x="0" y="133064"/>
                </a:lnTo>
                <a:lnTo>
                  <a:pt x="0" y="114052"/>
                </a:lnTo>
                <a:lnTo>
                  <a:pt x="0" y="95040"/>
                </a:lnTo>
                <a:lnTo>
                  <a:pt x="0" y="76038"/>
                </a:lnTo>
                <a:lnTo>
                  <a:pt x="0" y="57026"/>
                </a:lnTo>
                <a:lnTo>
                  <a:pt x="0" y="38014"/>
                </a:lnTo>
                <a:lnTo>
                  <a:pt x="0" y="19012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78A8D5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35" name="phase-title-2">
            <a:extLst xmlns:a="http://schemas.openxmlformats.org/drawingml/2006/main">
              <a:ext uri="{FF2B5EF4-FFF2-40B4-BE49-F238E27FC236}">
                <a16:creationId xmlns:a16="http://schemas.microsoft.com/office/drawing/2014/main" id="{1446BFA6-D140-4C7C-95FB-9B8847B11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5082931"/>
            <a:ext cx="1428750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持续转化</a:t>
            </a:r>
          </a:p>
        </p:txBody>
      </p:sp>
      <p:sp>
        <p:nvSpPr>
          <p:cNvPr id="36" name="phase-body-2">
            <a:extLst xmlns:a="http://schemas.openxmlformats.org/drawingml/2006/main">
              <a:ext uri="{FF2B5EF4-FFF2-40B4-BE49-F238E27FC236}">
                <a16:creationId xmlns:a16="http://schemas.microsoft.com/office/drawing/2014/main" id="{10FFD639-2321-41B5-95DE-2159EE8C1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5437137"/>
            <a:ext cx="1428750" cy="587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让行动沉淀为</a:t>
            </a:r>
          </a:p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长期价值</a:t>
            </a:r>
          </a:p>
        </p:txBody>
      </p:sp>
      <p:sp>
        <p:nvSpPr>
          <p:cNvPr id="37" name="action-icon-shell-2-0">
            <a:extLst xmlns:a="http://schemas.openxmlformats.org/drawingml/2006/main">
              <a:ext uri="{FF2B5EF4-FFF2-40B4-BE49-F238E27FC236}">
                <a16:creationId xmlns:a16="http://schemas.microsoft.com/office/drawing/2014/main" id="{C1775171-EA49-4F21-94B4-1A35EAD46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5382225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10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f8af6c970334c9f">
            <a:extLst>
              <a:ext uri="{96DAC541-7B7A-43D3-8B79-37D633B846F1}">
                <asvg:svgBlip xmlns:asvg="http://schemas.microsoft.com/office/drawing/2016/SVG/main" r:embed="R96ad341517cb44a9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5458425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39" name="action-title-2-0">
            <a:extLst xmlns:a="http://schemas.openxmlformats.org/drawingml/2006/main">
              <a:ext uri="{FF2B5EF4-FFF2-40B4-BE49-F238E27FC236}">
                <a16:creationId xmlns:a16="http://schemas.microsoft.com/office/drawing/2014/main" id="{8A88403A-CE2E-422F-9F3E-BD2EE1E01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5321198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数据打通</a:t>
            </a:r>
          </a:p>
        </p:txBody>
      </p:sp>
      <p:sp>
        <p:nvSpPr>
          <p:cNvPr id="40" name="action-body-2-0">
            <a:extLst xmlns:a="http://schemas.openxmlformats.org/drawingml/2006/main">
              <a:ext uri="{FF2B5EF4-FFF2-40B4-BE49-F238E27FC236}">
                <a16:creationId xmlns:a16="http://schemas.microsoft.com/office/drawing/2014/main" id="{A271FF53-4562-4F03-8628-CA5671A5A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5549798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统一分析对象</a:t>
            </a:r>
          </a:p>
        </p:txBody>
      </p:sp>
      <p:sp>
        <p:nvSpPr>
          <p:cNvPr id="41" name="action-icon-shell-2-1">
            <a:extLst xmlns:a="http://schemas.openxmlformats.org/drawingml/2006/main">
              <a:ext uri="{FF2B5EF4-FFF2-40B4-BE49-F238E27FC236}">
                <a16:creationId xmlns:a16="http://schemas.microsoft.com/office/drawing/2014/main" id="{BB824C46-5249-4342-81F7-BF0D30F5A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5382225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1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99180820ae14ae1">
            <a:extLst>
              <a:ext uri="{96DAC541-7B7A-43D3-8B79-37D633B846F1}">
                <asvg:svgBlip xmlns:asvg="http://schemas.microsoft.com/office/drawing/2016/SVG/main" r:embed="Rd0f6776072084e1a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5458425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43" name="action-title-2-1">
            <a:extLst xmlns:a="http://schemas.openxmlformats.org/drawingml/2006/main">
              <a:ext uri="{FF2B5EF4-FFF2-40B4-BE49-F238E27FC236}">
                <a16:creationId xmlns:a16="http://schemas.microsoft.com/office/drawing/2014/main" id="{F94E283A-DC9B-4299-9D15-CA958A25C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5321198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自动分群</a:t>
            </a:r>
          </a:p>
        </p:txBody>
      </p:sp>
      <p:sp>
        <p:nvSpPr>
          <p:cNvPr id="44" name="action-body-2-1">
            <a:extLst xmlns:a="http://schemas.openxmlformats.org/drawingml/2006/main">
              <a:ext uri="{FF2B5EF4-FFF2-40B4-BE49-F238E27FC236}">
                <a16:creationId xmlns:a16="http://schemas.microsoft.com/office/drawing/2014/main" id="{F08F2D08-5528-4083-A603-B2D4B1BD9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5549798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指导持续运营</a:t>
            </a:r>
          </a:p>
        </p:txBody>
      </p:sp>
      <p:sp>
        <p:nvSpPr>
          <p:cNvPr id="45" name="funnel-step-body-0">
            <a:extLst xmlns:a="http://schemas.openxmlformats.org/drawingml/2006/main">
              <a:ext uri="{FF2B5EF4-FFF2-40B4-BE49-F238E27FC236}">
                <a16:creationId xmlns:a16="http://schemas.microsoft.com/office/drawing/2014/main" id="{D8A29A59-C855-4DA4-B290-0E9AC77FB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52750" y="2514600"/>
            <a:ext cx="3332188" cy="533267"/>
          </a:xfrm>
          <a:custGeom xmlns:a="http://schemas.openxmlformats.org/drawingml/2006/main">
            <a:pathLst>
              <a:path w="3332188" h="533267">
                <a:moveTo>
                  <a:pt x="0" y="0"/>
                </a:moveTo>
                <a:lnTo>
                  <a:pt x="15497" y="25813"/>
                </a:lnTo>
                <a:lnTo>
                  <a:pt x="30985" y="51616"/>
                </a:lnTo>
                <a:lnTo>
                  <a:pt x="46482" y="77429"/>
                </a:lnTo>
                <a:lnTo>
                  <a:pt x="61979" y="103241"/>
                </a:lnTo>
                <a:lnTo>
                  <a:pt x="77467" y="129045"/>
                </a:lnTo>
                <a:lnTo>
                  <a:pt x="92964" y="154857"/>
                </a:lnTo>
                <a:lnTo>
                  <a:pt x="108461" y="180661"/>
                </a:lnTo>
                <a:lnTo>
                  <a:pt x="123949" y="206473"/>
                </a:lnTo>
                <a:lnTo>
                  <a:pt x="139446" y="232286"/>
                </a:lnTo>
                <a:lnTo>
                  <a:pt x="154943" y="258089"/>
                </a:lnTo>
                <a:lnTo>
                  <a:pt x="170431" y="283902"/>
                </a:lnTo>
                <a:lnTo>
                  <a:pt x="185928" y="309715"/>
                </a:lnTo>
                <a:lnTo>
                  <a:pt x="201425" y="335518"/>
                </a:lnTo>
                <a:lnTo>
                  <a:pt x="216913" y="361331"/>
                </a:lnTo>
                <a:lnTo>
                  <a:pt x="232410" y="387134"/>
                </a:lnTo>
                <a:lnTo>
                  <a:pt x="247898" y="412947"/>
                </a:lnTo>
                <a:lnTo>
                  <a:pt x="263395" y="438760"/>
                </a:lnTo>
                <a:lnTo>
                  <a:pt x="278892" y="464563"/>
                </a:lnTo>
                <a:lnTo>
                  <a:pt x="301171" y="482298"/>
                </a:lnTo>
                <a:lnTo>
                  <a:pt x="330537" y="488842"/>
                </a:lnTo>
                <a:lnTo>
                  <a:pt x="360293" y="493376"/>
                </a:lnTo>
                <a:lnTo>
                  <a:pt x="390182" y="496976"/>
                </a:lnTo>
                <a:lnTo>
                  <a:pt x="420129" y="500015"/>
                </a:lnTo>
                <a:lnTo>
                  <a:pt x="450113" y="502653"/>
                </a:lnTo>
                <a:lnTo>
                  <a:pt x="480127" y="505006"/>
                </a:lnTo>
                <a:lnTo>
                  <a:pt x="510159" y="507121"/>
                </a:lnTo>
                <a:lnTo>
                  <a:pt x="540201" y="509045"/>
                </a:lnTo>
                <a:lnTo>
                  <a:pt x="570243" y="510797"/>
                </a:lnTo>
                <a:lnTo>
                  <a:pt x="600304" y="512435"/>
                </a:lnTo>
                <a:lnTo>
                  <a:pt x="630374" y="513940"/>
                </a:lnTo>
                <a:lnTo>
                  <a:pt x="660444" y="515350"/>
                </a:lnTo>
                <a:lnTo>
                  <a:pt x="690515" y="516674"/>
                </a:lnTo>
                <a:lnTo>
                  <a:pt x="720595" y="517893"/>
                </a:lnTo>
                <a:lnTo>
                  <a:pt x="750675" y="519046"/>
                </a:lnTo>
                <a:lnTo>
                  <a:pt x="780755" y="520132"/>
                </a:lnTo>
                <a:lnTo>
                  <a:pt x="810844" y="521160"/>
                </a:lnTo>
                <a:lnTo>
                  <a:pt x="840924" y="522122"/>
                </a:lnTo>
                <a:lnTo>
                  <a:pt x="871014" y="523027"/>
                </a:lnTo>
                <a:lnTo>
                  <a:pt x="901113" y="523875"/>
                </a:lnTo>
                <a:lnTo>
                  <a:pt x="931202" y="524675"/>
                </a:lnTo>
                <a:lnTo>
                  <a:pt x="961292" y="525428"/>
                </a:lnTo>
                <a:lnTo>
                  <a:pt x="991391" y="526142"/>
                </a:lnTo>
                <a:lnTo>
                  <a:pt x="1021480" y="526809"/>
                </a:lnTo>
                <a:lnTo>
                  <a:pt x="1051579" y="527437"/>
                </a:lnTo>
                <a:lnTo>
                  <a:pt x="1081678" y="528028"/>
                </a:lnTo>
                <a:lnTo>
                  <a:pt x="1111777" y="528590"/>
                </a:lnTo>
                <a:lnTo>
                  <a:pt x="1141876" y="529104"/>
                </a:lnTo>
                <a:lnTo>
                  <a:pt x="1171975" y="529590"/>
                </a:lnTo>
                <a:lnTo>
                  <a:pt x="1202074" y="530038"/>
                </a:lnTo>
                <a:lnTo>
                  <a:pt x="1232173" y="530457"/>
                </a:lnTo>
                <a:lnTo>
                  <a:pt x="1262272" y="530838"/>
                </a:lnTo>
                <a:lnTo>
                  <a:pt x="1292371" y="531200"/>
                </a:lnTo>
                <a:lnTo>
                  <a:pt x="1322470" y="531514"/>
                </a:lnTo>
                <a:lnTo>
                  <a:pt x="1352579" y="531819"/>
                </a:lnTo>
                <a:lnTo>
                  <a:pt x="1382678" y="532086"/>
                </a:lnTo>
                <a:lnTo>
                  <a:pt x="1412777" y="532333"/>
                </a:lnTo>
                <a:lnTo>
                  <a:pt x="1442876" y="532533"/>
                </a:lnTo>
                <a:lnTo>
                  <a:pt x="1472984" y="532733"/>
                </a:lnTo>
                <a:lnTo>
                  <a:pt x="1503083" y="532876"/>
                </a:lnTo>
                <a:lnTo>
                  <a:pt x="1533182" y="533019"/>
                </a:lnTo>
                <a:lnTo>
                  <a:pt x="1563291" y="533114"/>
                </a:lnTo>
                <a:lnTo>
                  <a:pt x="1593390" y="533200"/>
                </a:lnTo>
                <a:lnTo>
                  <a:pt x="1623498" y="533238"/>
                </a:lnTo>
                <a:lnTo>
                  <a:pt x="1653597" y="533267"/>
                </a:lnTo>
                <a:lnTo>
                  <a:pt x="1683696" y="533267"/>
                </a:lnTo>
                <a:lnTo>
                  <a:pt x="1713805" y="533238"/>
                </a:lnTo>
                <a:lnTo>
                  <a:pt x="1743904" y="533181"/>
                </a:lnTo>
                <a:lnTo>
                  <a:pt x="1774012" y="533105"/>
                </a:lnTo>
                <a:lnTo>
                  <a:pt x="1804111" y="533000"/>
                </a:lnTo>
                <a:lnTo>
                  <a:pt x="1834210" y="532857"/>
                </a:lnTo>
                <a:lnTo>
                  <a:pt x="1864319" y="532714"/>
                </a:lnTo>
                <a:lnTo>
                  <a:pt x="1894418" y="532514"/>
                </a:lnTo>
                <a:lnTo>
                  <a:pt x="1924517" y="532314"/>
                </a:lnTo>
                <a:lnTo>
                  <a:pt x="1954625" y="532047"/>
                </a:lnTo>
                <a:lnTo>
                  <a:pt x="1984724" y="531790"/>
                </a:lnTo>
                <a:lnTo>
                  <a:pt x="2014823" y="531476"/>
                </a:lnTo>
                <a:lnTo>
                  <a:pt x="2044922" y="531162"/>
                </a:lnTo>
                <a:lnTo>
                  <a:pt x="2075021" y="530790"/>
                </a:lnTo>
                <a:lnTo>
                  <a:pt x="2105130" y="530409"/>
                </a:lnTo>
                <a:lnTo>
                  <a:pt x="2135229" y="529981"/>
                </a:lnTo>
                <a:lnTo>
                  <a:pt x="2165328" y="529533"/>
                </a:lnTo>
                <a:lnTo>
                  <a:pt x="2195427" y="529047"/>
                </a:lnTo>
                <a:lnTo>
                  <a:pt x="2225526" y="528523"/>
                </a:lnTo>
                <a:lnTo>
                  <a:pt x="2255615" y="527961"/>
                </a:lnTo>
                <a:lnTo>
                  <a:pt x="2285714" y="527371"/>
                </a:lnTo>
                <a:lnTo>
                  <a:pt x="2315813" y="526733"/>
                </a:lnTo>
                <a:lnTo>
                  <a:pt x="2345912" y="526056"/>
                </a:lnTo>
                <a:lnTo>
                  <a:pt x="2376002" y="525342"/>
                </a:lnTo>
                <a:lnTo>
                  <a:pt x="2406091" y="524580"/>
                </a:lnTo>
                <a:lnTo>
                  <a:pt x="2436190" y="523780"/>
                </a:lnTo>
                <a:lnTo>
                  <a:pt x="2466280" y="522923"/>
                </a:lnTo>
                <a:lnTo>
                  <a:pt x="2496369" y="522008"/>
                </a:lnTo>
                <a:lnTo>
                  <a:pt x="2526459" y="521037"/>
                </a:lnTo>
                <a:lnTo>
                  <a:pt x="2556539" y="520008"/>
                </a:lnTo>
                <a:lnTo>
                  <a:pt x="2586619" y="518922"/>
                </a:lnTo>
                <a:lnTo>
                  <a:pt x="2616698" y="517760"/>
                </a:lnTo>
                <a:lnTo>
                  <a:pt x="2646778" y="516522"/>
                </a:lnTo>
                <a:lnTo>
                  <a:pt x="2676849" y="515188"/>
                </a:lnTo>
                <a:lnTo>
                  <a:pt x="2706919" y="513769"/>
                </a:lnTo>
                <a:lnTo>
                  <a:pt x="2736990" y="512245"/>
                </a:lnTo>
                <a:lnTo>
                  <a:pt x="2767041" y="510597"/>
                </a:lnTo>
                <a:lnTo>
                  <a:pt x="2797092" y="508826"/>
                </a:lnTo>
                <a:lnTo>
                  <a:pt x="2827134" y="506882"/>
                </a:lnTo>
                <a:lnTo>
                  <a:pt x="2857157" y="504739"/>
                </a:lnTo>
                <a:lnTo>
                  <a:pt x="2887170" y="502368"/>
                </a:lnTo>
                <a:lnTo>
                  <a:pt x="2917155" y="499682"/>
                </a:lnTo>
                <a:lnTo>
                  <a:pt x="2947092" y="496586"/>
                </a:lnTo>
                <a:lnTo>
                  <a:pt x="2976972" y="492900"/>
                </a:lnTo>
                <a:lnTo>
                  <a:pt x="3006700" y="488213"/>
                </a:lnTo>
                <a:lnTo>
                  <a:pt x="3035970" y="481241"/>
                </a:lnTo>
                <a:lnTo>
                  <a:pt x="3056687" y="461524"/>
                </a:lnTo>
                <a:lnTo>
                  <a:pt x="3072184" y="435712"/>
                </a:lnTo>
                <a:lnTo>
                  <a:pt x="3087672" y="409908"/>
                </a:lnTo>
                <a:lnTo>
                  <a:pt x="3103169" y="384096"/>
                </a:lnTo>
                <a:lnTo>
                  <a:pt x="3118666" y="358283"/>
                </a:lnTo>
                <a:lnTo>
                  <a:pt x="3134154" y="332480"/>
                </a:lnTo>
                <a:lnTo>
                  <a:pt x="3149651" y="306667"/>
                </a:lnTo>
                <a:lnTo>
                  <a:pt x="3165148" y="280854"/>
                </a:lnTo>
                <a:lnTo>
                  <a:pt x="3180636" y="255051"/>
                </a:lnTo>
                <a:lnTo>
                  <a:pt x="3196133" y="229238"/>
                </a:lnTo>
                <a:lnTo>
                  <a:pt x="3211630" y="203435"/>
                </a:lnTo>
                <a:lnTo>
                  <a:pt x="3227118" y="177622"/>
                </a:lnTo>
                <a:lnTo>
                  <a:pt x="3242615" y="151809"/>
                </a:lnTo>
                <a:lnTo>
                  <a:pt x="3258112" y="126006"/>
                </a:lnTo>
                <a:lnTo>
                  <a:pt x="3273600" y="100193"/>
                </a:lnTo>
                <a:lnTo>
                  <a:pt x="3289097" y="74381"/>
                </a:lnTo>
                <a:lnTo>
                  <a:pt x="3304584" y="48578"/>
                </a:lnTo>
                <a:lnTo>
                  <a:pt x="3320082" y="22765"/>
                </a:lnTo>
                <a:lnTo>
                  <a:pt x="3332188" y="3086"/>
                </a:lnTo>
                <a:lnTo>
                  <a:pt x="3304070" y="13059"/>
                </a:lnTo>
                <a:lnTo>
                  <a:pt x="3274409" y="18155"/>
                </a:lnTo>
                <a:lnTo>
                  <a:pt x="3244548" y="21965"/>
                </a:lnTo>
                <a:lnTo>
                  <a:pt x="3214602" y="25079"/>
                </a:lnTo>
                <a:lnTo>
                  <a:pt x="3184617" y="27746"/>
                </a:lnTo>
                <a:lnTo>
                  <a:pt x="3154613" y="30109"/>
                </a:lnTo>
                <a:lnTo>
                  <a:pt x="3124581" y="32223"/>
                </a:lnTo>
                <a:lnTo>
                  <a:pt x="3094539" y="34138"/>
                </a:lnTo>
                <a:lnTo>
                  <a:pt x="3064488" y="35890"/>
                </a:lnTo>
                <a:lnTo>
                  <a:pt x="3034427" y="37519"/>
                </a:lnTo>
                <a:lnTo>
                  <a:pt x="3004366" y="39043"/>
                </a:lnTo>
                <a:lnTo>
                  <a:pt x="2974296" y="40453"/>
                </a:lnTo>
                <a:lnTo>
                  <a:pt x="2944225" y="41777"/>
                </a:lnTo>
                <a:lnTo>
                  <a:pt x="2914145" y="43015"/>
                </a:lnTo>
                <a:lnTo>
                  <a:pt x="2884065" y="44186"/>
                </a:lnTo>
                <a:lnTo>
                  <a:pt x="2853985" y="45291"/>
                </a:lnTo>
                <a:lnTo>
                  <a:pt x="2823896" y="46339"/>
                </a:lnTo>
                <a:lnTo>
                  <a:pt x="2793816" y="47339"/>
                </a:lnTo>
                <a:lnTo>
                  <a:pt x="2763726" y="48282"/>
                </a:lnTo>
                <a:lnTo>
                  <a:pt x="2733637" y="49168"/>
                </a:lnTo>
                <a:lnTo>
                  <a:pt x="2703547" y="50025"/>
                </a:lnTo>
                <a:lnTo>
                  <a:pt x="2673448" y="50835"/>
                </a:lnTo>
                <a:lnTo>
                  <a:pt x="2643359" y="51597"/>
                </a:lnTo>
                <a:lnTo>
                  <a:pt x="2613269" y="52330"/>
                </a:lnTo>
                <a:lnTo>
                  <a:pt x="2583170" y="53026"/>
                </a:lnTo>
                <a:lnTo>
                  <a:pt x="2553071" y="53692"/>
                </a:lnTo>
                <a:lnTo>
                  <a:pt x="2522982" y="54321"/>
                </a:lnTo>
                <a:lnTo>
                  <a:pt x="2492883" y="54921"/>
                </a:lnTo>
                <a:lnTo>
                  <a:pt x="2462784" y="55493"/>
                </a:lnTo>
                <a:lnTo>
                  <a:pt x="2432685" y="56036"/>
                </a:lnTo>
                <a:lnTo>
                  <a:pt x="2402586" y="56550"/>
                </a:lnTo>
                <a:lnTo>
                  <a:pt x="2372487" y="57036"/>
                </a:lnTo>
                <a:lnTo>
                  <a:pt x="2342388" y="57502"/>
                </a:lnTo>
                <a:lnTo>
                  <a:pt x="2312289" y="57941"/>
                </a:lnTo>
                <a:lnTo>
                  <a:pt x="2282190" y="58360"/>
                </a:lnTo>
                <a:lnTo>
                  <a:pt x="2252091" y="58741"/>
                </a:lnTo>
                <a:lnTo>
                  <a:pt x="2221992" y="59112"/>
                </a:lnTo>
                <a:lnTo>
                  <a:pt x="2191893" y="59455"/>
                </a:lnTo>
                <a:lnTo>
                  <a:pt x="2161784" y="59788"/>
                </a:lnTo>
                <a:lnTo>
                  <a:pt x="2131685" y="60084"/>
                </a:lnTo>
                <a:lnTo>
                  <a:pt x="2101586" y="60360"/>
                </a:lnTo>
                <a:lnTo>
                  <a:pt x="2071487" y="60617"/>
                </a:lnTo>
                <a:lnTo>
                  <a:pt x="2041379" y="60874"/>
                </a:lnTo>
                <a:lnTo>
                  <a:pt x="2011280" y="61093"/>
                </a:lnTo>
                <a:lnTo>
                  <a:pt x="1981181" y="61293"/>
                </a:lnTo>
                <a:lnTo>
                  <a:pt x="1951072" y="61465"/>
                </a:lnTo>
                <a:lnTo>
                  <a:pt x="1920973" y="61636"/>
                </a:lnTo>
                <a:lnTo>
                  <a:pt x="1890874" y="61789"/>
                </a:lnTo>
                <a:lnTo>
                  <a:pt x="1860766" y="61903"/>
                </a:lnTo>
                <a:lnTo>
                  <a:pt x="1830667" y="62017"/>
                </a:lnTo>
                <a:lnTo>
                  <a:pt x="1800558" y="62103"/>
                </a:lnTo>
                <a:lnTo>
                  <a:pt x="1770459" y="62170"/>
                </a:lnTo>
                <a:lnTo>
                  <a:pt x="1740360" y="62236"/>
                </a:lnTo>
                <a:lnTo>
                  <a:pt x="1710252" y="62255"/>
                </a:lnTo>
                <a:lnTo>
                  <a:pt x="1680153" y="62284"/>
                </a:lnTo>
                <a:lnTo>
                  <a:pt x="1650054" y="62284"/>
                </a:lnTo>
                <a:lnTo>
                  <a:pt x="1619945" y="62255"/>
                </a:lnTo>
                <a:lnTo>
                  <a:pt x="1589846" y="62236"/>
                </a:lnTo>
                <a:lnTo>
                  <a:pt x="1559738" y="62160"/>
                </a:lnTo>
                <a:lnTo>
                  <a:pt x="1529639" y="62093"/>
                </a:lnTo>
                <a:lnTo>
                  <a:pt x="1499540" y="62008"/>
                </a:lnTo>
                <a:lnTo>
                  <a:pt x="1469431" y="61884"/>
                </a:lnTo>
                <a:lnTo>
                  <a:pt x="1439332" y="61770"/>
                </a:lnTo>
                <a:lnTo>
                  <a:pt x="1409224" y="61617"/>
                </a:lnTo>
                <a:lnTo>
                  <a:pt x="1379125" y="61446"/>
                </a:lnTo>
                <a:lnTo>
                  <a:pt x="1349026" y="61274"/>
                </a:lnTo>
                <a:lnTo>
                  <a:pt x="1318927" y="61055"/>
                </a:lnTo>
                <a:lnTo>
                  <a:pt x="1288818" y="60836"/>
                </a:lnTo>
                <a:lnTo>
                  <a:pt x="1258719" y="60589"/>
                </a:lnTo>
                <a:lnTo>
                  <a:pt x="1228620" y="60322"/>
                </a:lnTo>
                <a:lnTo>
                  <a:pt x="1198512" y="60055"/>
                </a:lnTo>
                <a:lnTo>
                  <a:pt x="1168413" y="59750"/>
                </a:lnTo>
                <a:lnTo>
                  <a:pt x="1138314" y="59417"/>
                </a:lnTo>
                <a:lnTo>
                  <a:pt x="1108215" y="59074"/>
                </a:lnTo>
                <a:lnTo>
                  <a:pt x="1078116" y="58703"/>
                </a:lnTo>
                <a:lnTo>
                  <a:pt x="1048007" y="58303"/>
                </a:lnTo>
                <a:lnTo>
                  <a:pt x="1017908" y="57893"/>
                </a:lnTo>
                <a:lnTo>
                  <a:pt x="987809" y="57445"/>
                </a:lnTo>
                <a:lnTo>
                  <a:pt x="957710" y="56979"/>
                </a:lnTo>
                <a:lnTo>
                  <a:pt x="927611" y="56493"/>
                </a:lnTo>
                <a:lnTo>
                  <a:pt x="897512" y="55969"/>
                </a:lnTo>
                <a:lnTo>
                  <a:pt x="867413" y="55426"/>
                </a:lnTo>
                <a:lnTo>
                  <a:pt x="837324" y="54854"/>
                </a:lnTo>
                <a:lnTo>
                  <a:pt x="807225" y="54254"/>
                </a:lnTo>
                <a:lnTo>
                  <a:pt x="777126" y="53616"/>
                </a:lnTo>
                <a:lnTo>
                  <a:pt x="747036" y="52949"/>
                </a:lnTo>
                <a:lnTo>
                  <a:pt x="716937" y="52245"/>
                </a:lnTo>
                <a:lnTo>
                  <a:pt x="686848" y="51511"/>
                </a:lnTo>
                <a:lnTo>
                  <a:pt x="656749" y="50740"/>
                </a:lnTo>
                <a:lnTo>
                  <a:pt x="626659" y="49921"/>
                </a:lnTo>
                <a:lnTo>
                  <a:pt x="596570" y="49073"/>
                </a:lnTo>
                <a:lnTo>
                  <a:pt x="566480" y="48168"/>
                </a:lnTo>
                <a:lnTo>
                  <a:pt x="536391" y="47225"/>
                </a:lnTo>
                <a:lnTo>
                  <a:pt x="506301" y="46225"/>
                </a:lnTo>
                <a:lnTo>
                  <a:pt x="476221" y="45168"/>
                </a:lnTo>
                <a:lnTo>
                  <a:pt x="446141" y="44053"/>
                </a:lnTo>
                <a:lnTo>
                  <a:pt x="416062" y="42872"/>
                </a:lnTo>
                <a:lnTo>
                  <a:pt x="385982" y="41624"/>
                </a:lnTo>
                <a:lnTo>
                  <a:pt x="355911" y="40291"/>
                </a:lnTo>
                <a:lnTo>
                  <a:pt x="325841" y="38862"/>
                </a:lnTo>
                <a:lnTo>
                  <a:pt x="295780" y="37338"/>
                </a:lnTo>
                <a:lnTo>
                  <a:pt x="265719" y="35700"/>
                </a:lnTo>
                <a:lnTo>
                  <a:pt x="235668" y="33919"/>
                </a:lnTo>
                <a:lnTo>
                  <a:pt x="205626" y="31975"/>
                </a:lnTo>
                <a:lnTo>
                  <a:pt x="175603" y="29842"/>
                </a:lnTo>
                <a:lnTo>
                  <a:pt x="145590" y="27451"/>
                </a:lnTo>
                <a:lnTo>
                  <a:pt x="115614" y="24736"/>
                </a:lnTo>
                <a:lnTo>
                  <a:pt x="85677" y="21555"/>
                </a:lnTo>
                <a:lnTo>
                  <a:pt x="55836" y="17650"/>
                </a:lnTo>
                <a:lnTo>
                  <a:pt x="26213" y="12306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46" name="funnel-step-cap-0">
            <a:extLst xmlns:a="http://schemas.openxmlformats.org/drawingml/2006/main">
              <a:ext uri="{FF2B5EF4-FFF2-40B4-BE49-F238E27FC236}">
                <a16:creationId xmlns:a16="http://schemas.microsoft.com/office/drawing/2014/main" id="{144302A9-7AE2-473B-A5D2-B52BC05E2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52750" y="2425951"/>
            <a:ext cx="3333750" cy="17728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47" name="funnel-step-body-1">
            <a:extLst xmlns:a="http://schemas.openxmlformats.org/drawingml/2006/main">
              <a:ext uri="{FF2B5EF4-FFF2-40B4-BE49-F238E27FC236}">
                <a16:creationId xmlns:a16="http://schemas.microsoft.com/office/drawing/2014/main" id="{7CB92FA1-79FC-4BAA-A3ED-08890233B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235452" y="3116294"/>
            <a:ext cx="2765384" cy="533210"/>
          </a:xfrm>
          <a:custGeom xmlns:a="http://schemas.openxmlformats.org/drawingml/2006/main">
            <a:pathLst>
              <a:path w="2765384" h="533210">
                <a:moveTo>
                  <a:pt x="0" y="0"/>
                </a:moveTo>
                <a:lnTo>
                  <a:pt x="10735" y="23355"/>
                </a:lnTo>
                <a:lnTo>
                  <a:pt x="21460" y="46701"/>
                </a:lnTo>
                <a:lnTo>
                  <a:pt x="32195" y="70056"/>
                </a:lnTo>
                <a:lnTo>
                  <a:pt x="42920" y="93402"/>
                </a:lnTo>
                <a:lnTo>
                  <a:pt x="53654" y="116757"/>
                </a:lnTo>
                <a:lnTo>
                  <a:pt x="64389" y="140103"/>
                </a:lnTo>
                <a:lnTo>
                  <a:pt x="75114" y="163459"/>
                </a:lnTo>
                <a:lnTo>
                  <a:pt x="85849" y="186804"/>
                </a:lnTo>
                <a:lnTo>
                  <a:pt x="96574" y="210160"/>
                </a:lnTo>
                <a:lnTo>
                  <a:pt x="107309" y="233515"/>
                </a:lnTo>
                <a:lnTo>
                  <a:pt x="118043" y="256861"/>
                </a:lnTo>
                <a:lnTo>
                  <a:pt x="128768" y="280216"/>
                </a:lnTo>
                <a:lnTo>
                  <a:pt x="139503" y="303562"/>
                </a:lnTo>
                <a:lnTo>
                  <a:pt x="150228" y="326917"/>
                </a:lnTo>
                <a:lnTo>
                  <a:pt x="160963" y="350263"/>
                </a:lnTo>
                <a:lnTo>
                  <a:pt x="171698" y="373618"/>
                </a:lnTo>
                <a:lnTo>
                  <a:pt x="182423" y="396973"/>
                </a:lnTo>
                <a:lnTo>
                  <a:pt x="193157" y="420319"/>
                </a:lnTo>
                <a:lnTo>
                  <a:pt x="203892" y="443675"/>
                </a:lnTo>
                <a:lnTo>
                  <a:pt x="214617" y="467020"/>
                </a:lnTo>
                <a:lnTo>
                  <a:pt x="233105" y="482670"/>
                </a:lnTo>
                <a:lnTo>
                  <a:pt x="257985" y="489071"/>
                </a:lnTo>
                <a:lnTo>
                  <a:pt x="283283" y="493576"/>
                </a:lnTo>
                <a:lnTo>
                  <a:pt x="308724" y="497157"/>
                </a:lnTo>
                <a:lnTo>
                  <a:pt x="334242" y="500196"/>
                </a:lnTo>
                <a:lnTo>
                  <a:pt x="359807" y="502834"/>
                </a:lnTo>
                <a:lnTo>
                  <a:pt x="385401" y="505177"/>
                </a:lnTo>
                <a:lnTo>
                  <a:pt x="411013" y="507292"/>
                </a:lnTo>
                <a:lnTo>
                  <a:pt x="436636" y="509207"/>
                </a:lnTo>
                <a:lnTo>
                  <a:pt x="462277" y="510978"/>
                </a:lnTo>
                <a:lnTo>
                  <a:pt x="487928" y="512607"/>
                </a:lnTo>
                <a:lnTo>
                  <a:pt x="513578" y="514112"/>
                </a:lnTo>
                <a:lnTo>
                  <a:pt x="539239" y="515522"/>
                </a:lnTo>
                <a:lnTo>
                  <a:pt x="564899" y="516836"/>
                </a:lnTo>
                <a:lnTo>
                  <a:pt x="590569" y="518065"/>
                </a:lnTo>
                <a:lnTo>
                  <a:pt x="616248" y="519217"/>
                </a:lnTo>
                <a:lnTo>
                  <a:pt x="641918" y="520303"/>
                </a:lnTo>
                <a:lnTo>
                  <a:pt x="667598" y="521322"/>
                </a:lnTo>
                <a:lnTo>
                  <a:pt x="693277" y="522275"/>
                </a:lnTo>
                <a:lnTo>
                  <a:pt x="718966" y="523170"/>
                </a:lnTo>
                <a:lnTo>
                  <a:pt x="744645" y="524018"/>
                </a:lnTo>
                <a:lnTo>
                  <a:pt x="770334" y="524818"/>
                </a:lnTo>
                <a:lnTo>
                  <a:pt x="796023" y="525570"/>
                </a:lnTo>
                <a:lnTo>
                  <a:pt x="821712" y="526275"/>
                </a:lnTo>
                <a:lnTo>
                  <a:pt x="847401" y="526942"/>
                </a:lnTo>
                <a:lnTo>
                  <a:pt x="873090" y="527571"/>
                </a:lnTo>
                <a:lnTo>
                  <a:pt x="898789" y="528152"/>
                </a:lnTo>
                <a:lnTo>
                  <a:pt x="924477" y="528704"/>
                </a:lnTo>
                <a:lnTo>
                  <a:pt x="950176" y="529219"/>
                </a:lnTo>
                <a:lnTo>
                  <a:pt x="975865" y="529695"/>
                </a:lnTo>
                <a:lnTo>
                  <a:pt x="1001563" y="530133"/>
                </a:lnTo>
                <a:lnTo>
                  <a:pt x="1027262" y="530543"/>
                </a:lnTo>
                <a:lnTo>
                  <a:pt x="1052951" y="530924"/>
                </a:lnTo>
                <a:lnTo>
                  <a:pt x="1078649" y="531276"/>
                </a:lnTo>
                <a:lnTo>
                  <a:pt x="1104348" y="531590"/>
                </a:lnTo>
                <a:lnTo>
                  <a:pt x="1130046" y="531876"/>
                </a:lnTo>
                <a:lnTo>
                  <a:pt x="1155744" y="532133"/>
                </a:lnTo>
                <a:lnTo>
                  <a:pt x="1181443" y="532352"/>
                </a:lnTo>
                <a:lnTo>
                  <a:pt x="1207141" y="532562"/>
                </a:lnTo>
                <a:lnTo>
                  <a:pt x="1232830" y="532733"/>
                </a:lnTo>
                <a:lnTo>
                  <a:pt x="1258529" y="532876"/>
                </a:lnTo>
                <a:lnTo>
                  <a:pt x="1284227" y="533000"/>
                </a:lnTo>
                <a:lnTo>
                  <a:pt x="1309926" y="533086"/>
                </a:lnTo>
                <a:lnTo>
                  <a:pt x="1335634" y="533152"/>
                </a:lnTo>
                <a:lnTo>
                  <a:pt x="1361332" y="533181"/>
                </a:lnTo>
                <a:lnTo>
                  <a:pt x="1387031" y="533210"/>
                </a:lnTo>
                <a:lnTo>
                  <a:pt x="1412729" y="533181"/>
                </a:lnTo>
                <a:lnTo>
                  <a:pt x="1438427" y="533152"/>
                </a:lnTo>
                <a:lnTo>
                  <a:pt x="1464126" y="533067"/>
                </a:lnTo>
                <a:lnTo>
                  <a:pt x="1489824" y="532981"/>
                </a:lnTo>
                <a:lnTo>
                  <a:pt x="1515523" y="532848"/>
                </a:lnTo>
                <a:lnTo>
                  <a:pt x="1541221" y="532695"/>
                </a:lnTo>
                <a:lnTo>
                  <a:pt x="1566920" y="532514"/>
                </a:lnTo>
                <a:lnTo>
                  <a:pt x="1592618" y="532314"/>
                </a:lnTo>
                <a:lnTo>
                  <a:pt x="1618307" y="532067"/>
                </a:lnTo>
                <a:lnTo>
                  <a:pt x="1644005" y="531809"/>
                </a:lnTo>
                <a:lnTo>
                  <a:pt x="1669704" y="531524"/>
                </a:lnTo>
                <a:lnTo>
                  <a:pt x="1695402" y="531200"/>
                </a:lnTo>
                <a:lnTo>
                  <a:pt x="1721101" y="530838"/>
                </a:lnTo>
                <a:lnTo>
                  <a:pt x="1746799" y="530457"/>
                </a:lnTo>
                <a:lnTo>
                  <a:pt x="1772488" y="530038"/>
                </a:lnTo>
                <a:lnTo>
                  <a:pt x="1798187" y="529590"/>
                </a:lnTo>
                <a:lnTo>
                  <a:pt x="1823876" y="529104"/>
                </a:lnTo>
                <a:lnTo>
                  <a:pt x="1849574" y="528580"/>
                </a:lnTo>
                <a:lnTo>
                  <a:pt x="1875263" y="528028"/>
                </a:lnTo>
                <a:lnTo>
                  <a:pt x="1900961" y="527428"/>
                </a:lnTo>
                <a:lnTo>
                  <a:pt x="1926650" y="526799"/>
                </a:lnTo>
                <a:lnTo>
                  <a:pt x="1952339" y="526123"/>
                </a:lnTo>
                <a:lnTo>
                  <a:pt x="1978028" y="525409"/>
                </a:lnTo>
                <a:lnTo>
                  <a:pt x="2003717" y="524647"/>
                </a:lnTo>
                <a:lnTo>
                  <a:pt x="2029397" y="523837"/>
                </a:lnTo>
                <a:lnTo>
                  <a:pt x="2055085" y="522980"/>
                </a:lnTo>
                <a:lnTo>
                  <a:pt x="2080765" y="522065"/>
                </a:lnTo>
                <a:lnTo>
                  <a:pt x="2106444" y="521094"/>
                </a:lnTo>
                <a:lnTo>
                  <a:pt x="2132124" y="520065"/>
                </a:lnTo>
                <a:lnTo>
                  <a:pt x="2157803" y="518970"/>
                </a:lnTo>
                <a:lnTo>
                  <a:pt x="2183473" y="517798"/>
                </a:lnTo>
                <a:lnTo>
                  <a:pt x="2209143" y="516550"/>
                </a:lnTo>
                <a:lnTo>
                  <a:pt x="2234803" y="515217"/>
                </a:lnTo>
                <a:lnTo>
                  <a:pt x="2260463" y="513788"/>
                </a:lnTo>
                <a:lnTo>
                  <a:pt x="2286114" y="512255"/>
                </a:lnTo>
                <a:lnTo>
                  <a:pt x="2311765" y="510597"/>
                </a:lnTo>
                <a:lnTo>
                  <a:pt x="2337397" y="508806"/>
                </a:lnTo>
                <a:lnTo>
                  <a:pt x="2363019" y="506835"/>
                </a:lnTo>
                <a:lnTo>
                  <a:pt x="2388632" y="504673"/>
                </a:lnTo>
                <a:lnTo>
                  <a:pt x="2414216" y="502272"/>
                </a:lnTo>
                <a:lnTo>
                  <a:pt x="2439772" y="499558"/>
                </a:lnTo>
                <a:lnTo>
                  <a:pt x="2465280" y="496424"/>
                </a:lnTo>
                <a:lnTo>
                  <a:pt x="2490702" y="492671"/>
                </a:lnTo>
                <a:lnTo>
                  <a:pt x="2515943" y="487880"/>
                </a:lnTo>
                <a:lnTo>
                  <a:pt x="2540575" y="480670"/>
                </a:lnTo>
                <a:lnTo>
                  <a:pt x="2556110" y="461839"/>
                </a:lnTo>
                <a:lnTo>
                  <a:pt x="2566845" y="438483"/>
                </a:lnTo>
                <a:lnTo>
                  <a:pt x="2577570" y="415138"/>
                </a:lnTo>
                <a:lnTo>
                  <a:pt x="2588304" y="391782"/>
                </a:lnTo>
                <a:lnTo>
                  <a:pt x="2599030" y="368437"/>
                </a:lnTo>
                <a:lnTo>
                  <a:pt x="2609764" y="345081"/>
                </a:lnTo>
                <a:lnTo>
                  <a:pt x="2620499" y="321735"/>
                </a:lnTo>
                <a:lnTo>
                  <a:pt x="2631224" y="298380"/>
                </a:lnTo>
                <a:lnTo>
                  <a:pt x="2641959" y="275025"/>
                </a:lnTo>
                <a:lnTo>
                  <a:pt x="2652684" y="251679"/>
                </a:lnTo>
                <a:lnTo>
                  <a:pt x="2663419" y="228324"/>
                </a:lnTo>
                <a:lnTo>
                  <a:pt x="2674153" y="204978"/>
                </a:lnTo>
                <a:lnTo>
                  <a:pt x="2684878" y="181623"/>
                </a:lnTo>
                <a:lnTo>
                  <a:pt x="2695613" y="158277"/>
                </a:lnTo>
                <a:lnTo>
                  <a:pt x="2706338" y="134922"/>
                </a:lnTo>
                <a:lnTo>
                  <a:pt x="2717073" y="111566"/>
                </a:lnTo>
                <a:lnTo>
                  <a:pt x="2727808" y="88221"/>
                </a:lnTo>
                <a:lnTo>
                  <a:pt x="2738533" y="64865"/>
                </a:lnTo>
                <a:lnTo>
                  <a:pt x="2749267" y="41519"/>
                </a:lnTo>
                <a:lnTo>
                  <a:pt x="2760002" y="18164"/>
                </a:lnTo>
                <a:lnTo>
                  <a:pt x="2765384" y="4648"/>
                </a:lnTo>
                <a:lnTo>
                  <a:pt x="2741457" y="13621"/>
                </a:lnTo>
                <a:lnTo>
                  <a:pt x="2716263" y="18640"/>
                </a:lnTo>
                <a:lnTo>
                  <a:pt x="2690841" y="22422"/>
                </a:lnTo>
                <a:lnTo>
                  <a:pt x="2665333" y="25537"/>
                </a:lnTo>
                <a:lnTo>
                  <a:pt x="2639778" y="28213"/>
                </a:lnTo>
                <a:lnTo>
                  <a:pt x="2614184" y="30575"/>
                </a:lnTo>
                <a:lnTo>
                  <a:pt x="2588571" y="32699"/>
                </a:lnTo>
                <a:lnTo>
                  <a:pt x="2562949" y="34633"/>
                </a:lnTo>
                <a:lnTo>
                  <a:pt x="2537308" y="36395"/>
                </a:lnTo>
                <a:lnTo>
                  <a:pt x="2511666" y="38033"/>
                </a:lnTo>
                <a:lnTo>
                  <a:pt x="2486006" y="39548"/>
                </a:lnTo>
                <a:lnTo>
                  <a:pt x="2460346" y="40958"/>
                </a:lnTo>
                <a:lnTo>
                  <a:pt x="2434685" y="42291"/>
                </a:lnTo>
                <a:lnTo>
                  <a:pt x="2409015" y="43539"/>
                </a:lnTo>
                <a:lnTo>
                  <a:pt x="2383346" y="44720"/>
                </a:lnTo>
                <a:lnTo>
                  <a:pt x="2357666" y="45825"/>
                </a:lnTo>
                <a:lnTo>
                  <a:pt x="2331996" y="46873"/>
                </a:lnTo>
                <a:lnTo>
                  <a:pt x="2306317" y="47863"/>
                </a:lnTo>
                <a:lnTo>
                  <a:pt x="2280628" y="48797"/>
                </a:lnTo>
                <a:lnTo>
                  <a:pt x="2254949" y="49692"/>
                </a:lnTo>
                <a:lnTo>
                  <a:pt x="2229260" y="50540"/>
                </a:lnTo>
                <a:lnTo>
                  <a:pt x="2203580" y="51340"/>
                </a:lnTo>
                <a:lnTo>
                  <a:pt x="2177891" y="52111"/>
                </a:lnTo>
                <a:lnTo>
                  <a:pt x="2152202" y="52835"/>
                </a:lnTo>
                <a:lnTo>
                  <a:pt x="2126513" y="53531"/>
                </a:lnTo>
                <a:lnTo>
                  <a:pt x="2100824" y="54178"/>
                </a:lnTo>
                <a:lnTo>
                  <a:pt x="2075126" y="54807"/>
                </a:lnTo>
                <a:lnTo>
                  <a:pt x="2049437" y="55397"/>
                </a:lnTo>
                <a:lnTo>
                  <a:pt x="2023748" y="55959"/>
                </a:lnTo>
                <a:lnTo>
                  <a:pt x="1998050" y="56493"/>
                </a:lnTo>
                <a:lnTo>
                  <a:pt x="1972361" y="56998"/>
                </a:lnTo>
                <a:lnTo>
                  <a:pt x="1946662" y="57474"/>
                </a:lnTo>
                <a:lnTo>
                  <a:pt x="1920973" y="57912"/>
                </a:lnTo>
                <a:lnTo>
                  <a:pt x="1895275" y="58350"/>
                </a:lnTo>
                <a:lnTo>
                  <a:pt x="1869577" y="58741"/>
                </a:lnTo>
                <a:lnTo>
                  <a:pt x="1843878" y="59122"/>
                </a:lnTo>
                <a:lnTo>
                  <a:pt x="1818189" y="59474"/>
                </a:lnTo>
                <a:lnTo>
                  <a:pt x="1792491" y="59807"/>
                </a:lnTo>
                <a:lnTo>
                  <a:pt x="1766792" y="60122"/>
                </a:lnTo>
                <a:lnTo>
                  <a:pt x="1741094" y="60398"/>
                </a:lnTo>
                <a:lnTo>
                  <a:pt x="1715395" y="60674"/>
                </a:lnTo>
                <a:lnTo>
                  <a:pt x="1689697" y="60912"/>
                </a:lnTo>
                <a:lnTo>
                  <a:pt x="1663998" y="61131"/>
                </a:lnTo>
                <a:lnTo>
                  <a:pt x="1638300" y="61351"/>
                </a:lnTo>
                <a:lnTo>
                  <a:pt x="1612611" y="61522"/>
                </a:lnTo>
                <a:lnTo>
                  <a:pt x="1586913" y="61684"/>
                </a:lnTo>
                <a:lnTo>
                  <a:pt x="1561214" y="61827"/>
                </a:lnTo>
                <a:lnTo>
                  <a:pt x="1535516" y="61951"/>
                </a:lnTo>
                <a:lnTo>
                  <a:pt x="1509817" y="62065"/>
                </a:lnTo>
                <a:lnTo>
                  <a:pt x="1484119" y="62132"/>
                </a:lnTo>
                <a:lnTo>
                  <a:pt x="1458420" y="62208"/>
                </a:lnTo>
                <a:lnTo>
                  <a:pt x="1432712" y="62246"/>
                </a:lnTo>
                <a:lnTo>
                  <a:pt x="1407014" y="62274"/>
                </a:lnTo>
                <a:lnTo>
                  <a:pt x="1381316" y="62294"/>
                </a:lnTo>
                <a:lnTo>
                  <a:pt x="1355617" y="62265"/>
                </a:lnTo>
                <a:lnTo>
                  <a:pt x="1329919" y="62246"/>
                </a:lnTo>
                <a:lnTo>
                  <a:pt x="1304220" y="62189"/>
                </a:lnTo>
                <a:lnTo>
                  <a:pt x="1278522" y="62122"/>
                </a:lnTo>
                <a:lnTo>
                  <a:pt x="1252823" y="62046"/>
                </a:lnTo>
                <a:lnTo>
                  <a:pt x="1227125" y="61922"/>
                </a:lnTo>
                <a:lnTo>
                  <a:pt x="1201426" y="61798"/>
                </a:lnTo>
                <a:lnTo>
                  <a:pt x="1175728" y="61655"/>
                </a:lnTo>
                <a:lnTo>
                  <a:pt x="1150029" y="61484"/>
                </a:lnTo>
                <a:lnTo>
                  <a:pt x="1124331" y="61303"/>
                </a:lnTo>
                <a:lnTo>
                  <a:pt x="1098633" y="61084"/>
                </a:lnTo>
                <a:lnTo>
                  <a:pt x="1072934" y="60865"/>
                </a:lnTo>
                <a:lnTo>
                  <a:pt x="1047245" y="60608"/>
                </a:lnTo>
                <a:lnTo>
                  <a:pt x="1021547" y="60341"/>
                </a:lnTo>
                <a:lnTo>
                  <a:pt x="995848" y="60055"/>
                </a:lnTo>
                <a:lnTo>
                  <a:pt x="970150" y="59750"/>
                </a:lnTo>
                <a:lnTo>
                  <a:pt x="944451" y="59407"/>
                </a:lnTo>
                <a:lnTo>
                  <a:pt x="918753" y="59036"/>
                </a:lnTo>
                <a:lnTo>
                  <a:pt x="893064" y="58655"/>
                </a:lnTo>
                <a:lnTo>
                  <a:pt x="867366" y="58255"/>
                </a:lnTo>
                <a:lnTo>
                  <a:pt x="841667" y="57817"/>
                </a:lnTo>
                <a:lnTo>
                  <a:pt x="815978" y="57369"/>
                </a:lnTo>
                <a:lnTo>
                  <a:pt x="790280" y="56883"/>
                </a:lnTo>
                <a:lnTo>
                  <a:pt x="764591" y="56378"/>
                </a:lnTo>
                <a:lnTo>
                  <a:pt x="738892" y="55836"/>
                </a:lnTo>
                <a:lnTo>
                  <a:pt x="713203" y="55264"/>
                </a:lnTo>
                <a:lnTo>
                  <a:pt x="687515" y="54664"/>
                </a:lnTo>
                <a:lnTo>
                  <a:pt x="661816" y="54035"/>
                </a:lnTo>
                <a:lnTo>
                  <a:pt x="636127" y="53378"/>
                </a:lnTo>
                <a:lnTo>
                  <a:pt x="610438" y="52673"/>
                </a:lnTo>
                <a:lnTo>
                  <a:pt x="584749" y="51940"/>
                </a:lnTo>
                <a:lnTo>
                  <a:pt x="559060" y="51168"/>
                </a:lnTo>
                <a:lnTo>
                  <a:pt x="533381" y="50359"/>
                </a:lnTo>
                <a:lnTo>
                  <a:pt x="507692" y="49501"/>
                </a:lnTo>
                <a:lnTo>
                  <a:pt x="482013" y="48597"/>
                </a:lnTo>
                <a:lnTo>
                  <a:pt x="456333" y="47644"/>
                </a:lnTo>
                <a:lnTo>
                  <a:pt x="430654" y="46644"/>
                </a:lnTo>
                <a:lnTo>
                  <a:pt x="404974" y="45577"/>
                </a:lnTo>
                <a:lnTo>
                  <a:pt x="379295" y="44453"/>
                </a:lnTo>
                <a:lnTo>
                  <a:pt x="353625" y="43263"/>
                </a:lnTo>
                <a:lnTo>
                  <a:pt x="327965" y="42005"/>
                </a:lnTo>
                <a:lnTo>
                  <a:pt x="302295" y="40653"/>
                </a:lnTo>
                <a:lnTo>
                  <a:pt x="276635" y="39224"/>
                </a:lnTo>
                <a:lnTo>
                  <a:pt x="250984" y="37671"/>
                </a:lnTo>
                <a:lnTo>
                  <a:pt x="225342" y="36024"/>
                </a:lnTo>
                <a:lnTo>
                  <a:pt x="199701" y="34214"/>
                </a:lnTo>
                <a:lnTo>
                  <a:pt x="174079" y="32252"/>
                </a:lnTo>
                <a:lnTo>
                  <a:pt x="148476" y="30080"/>
                </a:lnTo>
                <a:lnTo>
                  <a:pt x="122892" y="27651"/>
                </a:lnTo>
                <a:lnTo>
                  <a:pt x="97346" y="24889"/>
                </a:lnTo>
                <a:lnTo>
                  <a:pt x="71847" y="21650"/>
                </a:lnTo>
                <a:lnTo>
                  <a:pt x="46463" y="17659"/>
                </a:lnTo>
                <a:lnTo>
                  <a:pt x="21365" y="12192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48" name="funnel-step-cap-1">
            <a:extLst xmlns:a="http://schemas.openxmlformats.org/drawingml/2006/main">
              <a:ext uri="{FF2B5EF4-FFF2-40B4-BE49-F238E27FC236}">
                <a16:creationId xmlns:a16="http://schemas.microsoft.com/office/drawing/2014/main" id="{C670667D-D088-4B75-8061-8E5AB3DD6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235481" y="3027617"/>
            <a:ext cx="2768289" cy="17728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49" name="funnel-step-body-2">
            <a:extLst xmlns:a="http://schemas.openxmlformats.org/drawingml/2006/main">
              <a:ext uri="{FF2B5EF4-FFF2-40B4-BE49-F238E27FC236}">
                <a16:creationId xmlns:a16="http://schemas.microsoft.com/office/drawing/2014/main" id="{298B6256-BC4A-46FD-BAA1-6B3174028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451860" y="3717893"/>
            <a:ext cx="2334111" cy="533276"/>
          </a:xfrm>
          <a:custGeom xmlns:a="http://schemas.openxmlformats.org/drawingml/2006/main">
            <a:pathLst>
              <a:path w="2334111" h="533276">
                <a:moveTo>
                  <a:pt x="0" y="0"/>
                </a:moveTo>
                <a:lnTo>
                  <a:pt x="8563" y="20488"/>
                </a:lnTo>
                <a:lnTo>
                  <a:pt x="17126" y="40977"/>
                </a:lnTo>
                <a:lnTo>
                  <a:pt x="25698" y="61455"/>
                </a:lnTo>
                <a:lnTo>
                  <a:pt x="34261" y="81944"/>
                </a:lnTo>
                <a:lnTo>
                  <a:pt x="42824" y="102432"/>
                </a:lnTo>
                <a:lnTo>
                  <a:pt x="51387" y="122920"/>
                </a:lnTo>
                <a:lnTo>
                  <a:pt x="59950" y="143408"/>
                </a:lnTo>
                <a:lnTo>
                  <a:pt x="68523" y="163887"/>
                </a:lnTo>
                <a:lnTo>
                  <a:pt x="77086" y="184375"/>
                </a:lnTo>
                <a:lnTo>
                  <a:pt x="85649" y="204864"/>
                </a:lnTo>
                <a:lnTo>
                  <a:pt x="94212" y="225352"/>
                </a:lnTo>
                <a:lnTo>
                  <a:pt x="102784" y="245840"/>
                </a:lnTo>
                <a:lnTo>
                  <a:pt x="111347" y="266319"/>
                </a:lnTo>
                <a:lnTo>
                  <a:pt x="119910" y="286807"/>
                </a:lnTo>
                <a:lnTo>
                  <a:pt x="128473" y="307296"/>
                </a:lnTo>
                <a:lnTo>
                  <a:pt x="137036" y="327784"/>
                </a:lnTo>
                <a:lnTo>
                  <a:pt x="145609" y="348272"/>
                </a:lnTo>
                <a:lnTo>
                  <a:pt x="154172" y="368751"/>
                </a:lnTo>
                <a:lnTo>
                  <a:pt x="162735" y="389239"/>
                </a:lnTo>
                <a:lnTo>
                  <a:pt x="171298" y="409727"/>
                </a:lnTo>
                <a:lnTo>
                  <a:pt x="179870" y="430216"/>
                </a:lnTo>
                <a:lnTo>
                  <a:pt x="188433" y="450704"/>
                </a:lnTo>
                <a:lnTo>
                  <a:pt x="196891" y="471211"/>
                </a:lnTo>
                <a:lnTo>
                  <a:pt x="213932" y="483908"/>
                </a:lnTo>
                <a:lnTo>
                  <a:pt x="235268" y="490014"/>
                </a:lnTo>
                <a:lnTo>
                  <a:pt x="257023" y="494433"/>
                </a:lnTo>
                <a:lnTo>
                  <a:pt x="278940" y="497996"/>
                </a:lnTo>
                <a:lnTo>
                  <a:pt x="300942" y="501015"/>
                </a:lnTo>
                <a:lnTo>
                  <a:pt x="322993" y="503653"/>
                </a:lnTo>
                <a:lnTo>
                  <a:pt x="345072" y="506006"/>
                </a:lnTo>
                <a:lnTo>
                  <a:pt x="367170" y="508121"/>
                </a:lnTo>
                <a:lnTo>
                  <a:pt x="389296" y="510045"/>
                </a:lnTo>
                <a:lnTo>
                  <a:pt x="411423" y="511807"/>
                </a:lnTo>
                <a:lnTo>
                  <a:pt x="433568" y="513445"/>
                </a:lnTo>
                <a:lnTo>
                  <a:pt x="455724" y="514950"/>
                </a:lnTo>
                <a:lnTo>
                  <a:pt x="477888" y="516360"/>
                </a:lnTo>
                <a:lnTo>
                  <a:pt x="500053" y="517674"/>
                </a:lnTo>
                <a:lnTo>
                  <a:pt x="522227" y="518893"/>
                </a:lnTo>
                <a:lnTo>
                  <a:pt x="544401" y="520046"/>
                </a:lnTo>
                <a:lnTo>
                  <a:pt x="566576" y="521122"/>
                </a:lnTo>
                <a:lnTo>
                  <a:pt x="588759" y="522132"/>
                </a:lnTo>
                <a:lnTo>
                  <a:pt x="610943" y="523084"/>
                </a:lnTo>
                <a:lnTo>
                  <a:pt x="633127" y="523970"/>
                </a:lnTo>
                <a:lnTo>
                  <a:pt x="655320" y="524808"/>
                </a:lnTo>
                <a:lnTo>
                  <a:pt x="677513" y="525590"/>
                </a:lnTo>
                <a:lnTo>
                  <a:pt x="699706" y="526323"/>
                </a:lnTo>
                <a:lnTo>
                  <a:pt x="721900" y="527018"/>
                </a:lnTo>
                <a:lnTo>
                  <a:pt x="744093" y="527666"/>
                </a:lnTo>
                <a:lnTo>
                  <a:pt x="766286" y="528276"/>
                </a:lnTo>
                <a:lnTo>
                  <a:pt x="788489" y="528838"/>
                </a:lnTo>
                <a:lnTo>
                  <a:pt x="810682" y="529371"/>
                </a:lnTo>
                <a:lnTo>
                  <a:pt x="832885" y="529857"/>
                </a:lnTo>
                <a:lnTo>
                  <a:pt x="855078" y="530314"/>
                </a:lnTo>
                <a:lnTo>
                  <a:pt x="877281" y="530733"/>
                </a:lnTo>
                <a:lnTo>
                  <a:pt x="899484" y="531114"/>
                </a:lnTo>
                <a:lnTo>
                  <a:pt x="921687" y="531466"/>
                </a:lnTo>
                <a:lnTo>
                  <a:pt x="943889" y="531781"/>
                </a:lnTo>
                <a:lnTo>
                  <a:pt x="966092" y="532067"/>
                </a:lnTo>
                <a:lnTo>
                  <a:pt x="988295" y="532324"/>
                </a:lnTo>
                <a:lnTo>
                  <a:pt x="1010498" y="532543"/>
                </a:lnTo>
                <a:lnTo>
                  <a:pt x="1032701" y="532743"/>
                </a:lnTo>
                <a:lnTo>
                  <a:pt x="1054903" y="532905"/>
                </a:lnTo>
                <a:lnTo>
                  <a:pt x="1077116" y="533038"/>
                </a:lnTo>
                <a:lnTo>
                  <a:pt x="1099318" y="533143"/>
                </a:lnTo>
                <a:lnTo>
                  <a:pt x="1121521" y="533219"/>
                </a:lnTo>
                <a:lnTo>
                  <a:pt x="1143724" y="533267"/>
                </a:lnTo>
                <a:lnTo>
                  <a:pt x="1165927" y="533276"/>
                </a:lnTo>
                <a:lnTo>
                  <a:pt x="1188139" y="533267"/>
                </a:lnTo>
                <a:lnTo>
                  <a:pt x="1210342" y="533229"/>
                </a:lnTo>
                <a:lnTo>
                  <a:pt x="1232545" y="533152"/>
                </a:lnTo>
                <a:lnTo>
                  <a:pt x="1254747" y="533057"/>
                </a:lnTo>
                <a:lnTo>
                  <a:pt x="1276950" y="532924"/>
                </a:lnTo>
                <a:lnTo>
                  <a:pt x="1299162" y="532771"/>
                </a:lnTo>
                <a:lnTo>
                  <a:pt x="1321365" y="532581"/>
                </a:lnTo>
                <a:lnTo>
                  <a:pt x="1343568" y="532362"/>
                </a:lnTo>
                <a:lnTo>
                  <a:pt x="1365771" y="532114"/>
                </a:lnTo>
                <a:lnTo>
                  <a:pt x="1387973" y="531828"/>
                </a:lnTo>
                <a:lnTo>
                  <a:pt x="1410176" y="531514"/>
                </a:lnTo>
                <a:lnTo>
                  <a:pt x="1432379" y="531171"/>
                </a:lnTo>
                <a:lnTo>
                  <a:pt x="1454582" y="530790"/>
                </a:lnTo>
                <a:lnTo>
                  <a:pt x="1476775" y="530381"/>
                </a:lnTo>
                <a:lnTo>
                  <a:pt x="1498978" y="529933"/>
                </a:lnTo>
                <a:lnTo>
                  <a:pt x="1521181" y="529447"/>
                </a:lnTo>
                <a:lnTo>
                  <a:pt x="1543374" y="528933"/>
                </a:lnTo>
                <a:lnTo>
                  <a:pt x="1565577" y="528371"/>
                </a:lnTo>
                <a:lnTo>
                  <a:pt x="1587770" y="527771"/>
                </a:lnTo>
                <a:lnTo>
                  <a:pt x="1609963" y="527133"/>
                </a:lnTo>
                <a:lnTo>
                  <a:pt x="1632166" y="526447"/>
                </a:lnTo>
                <a:lnTo>
                  <a:pt x="1654359" y="525713"/>
                </a:lnTo>
                <a:lnTo>
                  <a:pt x="1676543" y="524942"/>
                </a:lnTo>
                <a:lnTo>
                  <a:pt x="1698736" y="524113"/>
                </a:lnTo>
                <a:lnTo>
                  <a:pt x="1720920" y="523227"/>
                </a:lnTo>
                <a:lnTo>
                  <a:pt x="1743104" y="522294"/>
                </a:lnTo>
                <a:lnTo>
                  <a:pt x="1765287" y="521294"/>
                </a:lnTo>
                <a:lnTo>
                  <a:pt x="1787471" y="520227"/>
                </a:lnTo>
                <a:lnTo>
                  <a:pt x="1809645" y="519093"/>
                </a:lnTo>
                <a:lnTo>
                  <a:pt x="1831819" y="517884"/>
                </a:lnTo>
                <a:lnTo>
                  <a:pt x="1853984" y="516588"/>
                </a:lnTo>
                <a:lnTo>
                  <a:pt x="1876149" y="515188"/>
                </a:lnTo>
                <a:lnTo>
                  <a:pt x="1898294" y="513702"/>
                </a:lnTo>
                <a:lnTo>
                  <a:pt x="1920450" y="512093"/>
                </a:lnTo>
                <a:lnTo>
                  <a:pt x="1942586" y="510350"/>
                </a:lnTo>
                <a:lnTo>
                  <a:pt x="1964703" y="508454"/>
                </a:lnTo>
                <a:lnTo>
                  <a:pt x="1986810" y="506368"/>
                </a:lnTo>
                <a:lnTo>
                  <a:pt x="2008899" y="504063"/>
                </a:lnTo>
                <a:lnTo>
                  <a:pt x="2030949" y="501472"/>
                </a:lnTo>
                <a:lnTo>
                  <a:pt x="2052961" y="498529"/>
                </a:lnTo>
                <a:lnTo>
                  <a:pt x="2074888" y="495071"/>
                </a:lnTo>
                <a:lnTo>
                  <a:pt x="2096681" y="490823"/>
                </a:lnTo>
                <a:lnTo>
                  <a:pt x="2118131" y="485108"/>
                </a:lnTo>
                <a:lnTo>
                  <a:pt x="2137353" y="474593"/>
                </a:lnTo>
                <a:lnTo>
                  <a:pt x="2145687" y="454085"/>
                </a:lnTo>
                <a:lnTo>
                  <a:pt x="2154250" y="433597"/>
                </a:lnTo>
                <a:lnTo>
                  <a:pt x="2162813" y="413109"/>
                </a:lnTo>
                <a:lnTo>
                  <a:pt x="2171376" y="392630"/>
                </a:lnTo>
                <a:lnTo>
                  <a:pt x="2179949" y="372142"/>
                </a:lnTo>
                <a:lnTo>
                  <a:pt x="2188512" y="351653"/>
                </a:lnTo>
                <a:lnTo>
                  <a:pt x="2197075" y="331165"/>
                </a:lnTo>
                <a:lnTo>
                  <a:pt x="2205638" y="310677"/>
                </a:lnTo>
                <a:lnTo>
                  <a:pt x="2214201" y="290198"/>
                </a:lnTo>
                <a:lnTo>
                  <a:pt x="2222773" y="269710"/>
                </a:lnTo>
                <a:lnTo>
                  <a:pt x="2231336" y="249222"/>
                </a:lnTo>
                <a:lnTo>
                  <a:pt x="2239899" y="228733"/>
                </a:lnTo>
                <a:lnTo>
                  <a:pt x="2248462" y="208245"/>
                </a:lnTo>
                <a:lnTo>
                  <a:pt x="2257034" y="187766"/>
                </a:lnTo>
                <a:lnTo>
                  <a:pt x="2265597" y="167278"/>
                </a:lnTo>
                <a:lnTo>
                  <a:pt x="2274160" y="146790"/>
                </a:lnTo>
                <a:lnTo>
                  <a:pt x="2282723" y="126302"/>
                </a:lnTo>
                <a:lnTo>
                  <a:pt x="2291286" y="105813"/>
                </a:lnTo>
                <a:lnTo>
                  <a:pt x="2299859" y="85334"/>
                </a:lnTo>
                <a:lnTo>
                  <a:pt x="2308422" y="64846"/>
                </a:lnTo>
                <a:lnTo>
                  <a:pt x="2316985" y="44358"/>
                </a:lnTo>
                <a:lnTo>
                  <a:pt x="2325548" y="23870"/>
                </a:lnTo>
                <a:lnTo>
                  <a:pt x="2334111" y="3381"/>
                </a:lnTo>
                <a:lnTo>
                  <a:pt x="2321547" y="10801"/>
                </a:lnTo>
                <a:lnTo>
                  <a:pt x="2300192" y="16840"/>
                </a:lnTo>
                <a:lnTo>
                  <a:pt x="2278399" y="21088"/>
                </a:lnTo>
                <a:lnTo>
                  <a:pt x="2256463" y="24489"/>
                </a:lnTo>
                <a:lnTo>
                  <a:pt x="2234441" y="27375"/>
                </a:lnTo>
                <a:lnTo>
                  <a:pt x="2212381" y="29889"/>
                </a:lnTo>
                <a:lnTo>
                  <a:pt x="2190293" y="32128"/>
                </a:lnTo>
                <a:lnTo>
                  <a:pt x="2168176" y="34157"/>
                </a:lnTo>
                <a:lnTo>
                  <a:pt x="2146049" y="36005"/>
                </a:lnTo>
                <a:lnTo>
                  <a:pt x="2123913" y="37709"/>
                </a:lnTo>
                <a:lnTo>
                  <a:pt x="2101767" y="39291"/>
                </a:lnTo>
                <a:lnTo>
                  <a:pt x="2079612" y="40757"/>
                </a:lnTo>
                <a:lnTo>
                  <a:pt x="2057448" y="42129"/>
                </a:lnTo>
                <a:lnTo>
                  <a:pt x="2035283" y="43424"/>
                </a:lnTo>
                <a:lnTo>
                  <a:pt x="2013109" y="44634"/>
                </a:lnTo>
                <a:lnTo>
                  <a:pt x="1990935" y="45787"/>
                </a:lnTo>
                <a:lnTo>
                  <a:pt x="1968751" y="46863"/>
                </a:lnTo>
                <a:lnTo>
                  <a:pt x="1946577" y="47882"/>
                </a:lnTo>
                <a:lnTo>
                  <a:pt x="1924393" y="48844"/>
                </a:lnTo>
                <a:lnTo>
                  <a:pt x="1902200" y="49759"/>
                </a:lnTo>
                <a:lnTo>
                  <a:pt x="1880016" y="50625"/>
                </a:lnTo>
                <a:lnTo>
                  <a:pt x="1857823" y="51445"/>
                </a:lnTo>
                <a:lnTo>
                  <a:pt x="1835639" y="52226"/>
                </a:lnTo>
                <a:lnTo>
                  <a:pt x="1813446" y="52969"/>
                </a:lnTo>
                <a:lnTo>
                  <a:pt x="1791252" y="53673"/>
                </a:lnTo>
                <a:lnTo>
                  <a:pt x="1769050" y="54340"/>
                </a:lnTo>
                <a:lnTo>
                  <a:pt x="1746856" y="54978"/>
                </a:lnTo>
                <a:lnTo>
                  <a:pt x="1724663" y="55578"/>
                </a:lnTo>
                <a:lnTo>
                  <a:pt x="1702460" y="56140"/>
                </a:lnTo>
                <a:lnTo>
                  <a:pt x="1680267" y="56683"/>
                </a:lnTo>
                <a:lnTo>
                  <a:pt x="1658064" y="57198"/>
                </a:lnTo>
                <a:lnTo>
                  <a:pt x="1635871" y="57674"/>
                </a:lnTo>
                <a:lnTo>
                  <a:pt x="1613668" y="58131"/>
                </a:lnTo>
                <a:lnTo>
                  <a:pt x="1591466" y="58560"/>
                </a:lnTo>
                <a:lnTo>
                  <a:pt x="1569263" y="58969"/>
                </a:lnTo>
                <a:lnTo>
                  <a:pt x="1547060" y="59341"/>
                </a:lnTo>
                <a:lnTo>
                  <a:pt x="1524857" y="59693"/>
                </a:lnTo>
                <a:lnTo>
                  <a:pt x="1502664" y="60027"/>
                </a:lnTo>
                <a:lnTo>
                  <a:pt x="1480461" y="60331"/>
                </a:lnTo>
                <a:lnTo>
                  <a:pt x="1458258" y="60617"/>
                </a:lnTo>
                <a:lnTo>
                  <a:pt x="1436056" y="60874"/>
                </a:lnTo>
                <a:lnTo>
                  <a:pt x="1413843" y="61103"/>
                </a:lnTo>
                <a:lnTo>
                  <a:pt x="1391641" y="61331"/>
                </a:lnTo>
                <a:lnTo>
                  <a:pt x="1369438" y="61522"/>
                </a:lnTo>
                <a:lnTo>
                  <a:pt x="1347235" y="61693"/>
                </a:lnTo>
                <a:lnTo>
                  <a:pt x="1325032" y="61855"/>
                </a:lnTo>
                <a:lnTo>
                  <a:pt x="1302830" y="61979"/>
                </a:lnTo>
                <a:lnTo>
                  <a:pt x="1280627" y="62103"/>
                </a:lnTo>
                <a:lnTo>
                  <a:pt x="1258414" y="62179"/>
                </a:lnTo>
                <a:lnTo>
                  <a:pt x="1236212" y="62255"/>
                </a:lnTo>
                <a:lnTo>
                  <a:pt x="1214009" y="62313"/>
                </a:lnTo>
                <a:lnTo>
                  <a:pt x="1191806" y="62341"/>
                </a:lnTo>
                <a:lnTo>
                  <a:pt x="1169603" y="62360"/>
                </a:lnTo>
                <a:lnTo>
                  <a:pt x="1147391" y="62341"/>
                </a:lnTo>
                <a:lnTo>
                  <a:pt x="1125188" y="62322"/>
                </a:lnTo>
                <a:lnTo>
                  <a:pt x="1102985" y="62274"/>
                </a:lnTo>
                <a:lnTo>
                  <a:pt x="1080783" y="62198"/>
                </a:lnTo>
                <a:lnTo>
                  <a:pt x="1058580" y="62122"/>
                </a:lnTo>
                <a:lnTo>
                  <a:pt x="1036368" y="61998"/>
                </a:lnTo>
                <a:lnTo>
                  <a:pt x="1014165" y="61874"/>
                </a:lnTo>
                <a:lnTo>
                  <a:pt x="991962" y="61722"/>
                </a:lnTo>
                <a:lnTo>
                  <a:pt x="969759" y="61551"/>
                </a:lnTo>
                <a:lnTo>
                  <a:pt x="947557" y="61370"/>
                </a:lnTo>
                <a:lnTo>
                  <a:pt x="925354" y="61141"/>
                </a:lnTo>
                <a:lnTo>
                  <a:pt x="903151" y="60912"/>
                </a:lnTo>
                <a:lnTo>
                  <a:pt x="880948" y="60655"/>
                </a:lnTo>
                <a:lnTo>
                  <a:pt x="858745" y="60379"/>
                </a:lnTo>
                <a:lnTo>
                  <a:pt x="836543" y="60074"/>
                </a:lnTo>
                <a:lnTo>
                  <a:pt x="814340" y="59750"/>
                </a:lnTo>
                <a:lnTo>
                  <a:pt x="792137" y="59407"/>
                </a:lnTo>
                <a:lnTo>
                  <a:pt x="769934" y="59026"/>
                </a:lnTo>
                <a:lnTo>
                  <a:pt x="747732" y="58626"/>
                </a:lnTo>
                <a:lnTo>
                  <a:pt x="725529" y="58207"/>
                </a:lnTo>
                <a:lnTo>
                  <a:pt x="703326" y="57750"/>
                </a:lnTo>
                <a:lnTo>
                  <a:pt x="681133" y="57274"/>
                </a:lnTo>
                <a:lnTo>
                  <a:pt x="658930" y="56769"/>
                </a:lnTo>
                <a:lnTo>
                  <a:pt x="636737" y="56236"/>
                </a:lnTo>
                <a:lnTo>
                  <a:pt x="614534" y="55674"/>
                </a:lnTo>
                <a:lnTo>
                  <a:pt x="592341" y="55074"/>
                </a:lnTo>
                <a:lnTo>
                  <a:pt x="570147" y="54445"/>
                </a:lnTo>
                <a:lnTo>
                  <a:pt x="547945" y="53788"/>
                </a:lnTo>
                <a:lnTo>
                  <a:pt x="525751" y="53083"/>
                </a:lnTo>
                <a:lnTo>
                  <a:pt x="503558" y="52349"/>
                </a:lnTo>
                <a:lnTo>
                  <a:pt x="481374" y="51578"/>
                </a:lnTo>
                <a:lnTo>
                  <a:pt x="459181" y="50759"/>
                </a:lnTo>
                <a:lnTo>
                  <a:pt x="436988" y="49901"/>
                </a:lnTo>
                <a:lnTo>
                  <a:pt x="414804" y="48997"/>
                </a:lnTo>
                <a:lnTo>
                  <a:pt x="392621" y="48035"/>
                </a:lnTo>
                <a:lnTo>
                  <a:pt x="370437" y="47025"/>
                </a:lnTo>
                <a:lnTo>
                  <a:pt x="348263" y="45958"/>
                </a:lnTo>
                <a:lnTo>
                  <a:pt x="326088" y="44834"/>
                </a:lnTo>
                <a:lnTo>
                  <a:pt x="303914" y="43634"/>
                </a:lnTo>
                <a:lnTo>
                  <a:pt x="281740" y="42358"/>
                </a:lnTo>
                <a:lnTo>
                  <a:pt x="259585" y="40996"/>
                </a:lnTo>
                <a:lnTo>
                  <a:pt x="237420" y="39538"/>
                </a:lnTo>
                <a:lnTo>
                  <a:pt x="215275" y="37986"/>
                </a:lnTo>
                <a:lnTo>
                  <a:pt x="193129" y="36300"/>
                </a:lnTo>
                <a:lnTo>
                  <a:pt x="171002" y="34471"/>
                </a:lnTo>
                <a:lnTo>
                  <a:pt x="148885" y="32480"/>
                </a:lnTo>
                <a:lnTo>
                  <a:pt x="126797" y="30270"/>
                </a:lnTo>
                <a:lnTo>
                  <a:pt x="104727" y="27813"/>
                </a:lnTo>
                <a:lnTo>
                  <a:pt x="82706" y="25003"/>
                </a:lnTo>
                <a:lnTo>
                  <a:pt x="60741" y="21698"/>
                </a:lnTo>
                <a:lnTo>
                  <a:pt x="38919" y="17621"/>
                </a:lnTo>
                <a:lnTo>
                  <a:pt x="17440" y="12021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50" name="funnel-step-cap-2">
            <a:extLst xmlns:a="http://schemas.openxmlformats.org/drawingml/2006/main">
              <a:ext uri="{FF2B5EF4-FFF2-40B4-BE49-F238E27FC236}">
                <a16:creationId xmlns:a16="http://schemas.microsoft.com/office/drawing/2014/main" id="{1E61D6B7-CC22-4212-A1DA-69C4CF754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451879" y="3629282"/>
            <a:ext cx="2335482" cy="17728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7EAC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51" name="funnel-step-body-3">
            <a:extLst xmlns:a="http://schemas.openxmlformats.org/drawingml/2006/main">
              <a:ext uri="{FF2B5EF4-FFF2-40B4-BE49-F238E27FC236}">
                <a16:creationId xmlns:a16="http://schemas.microsoft.com/office/drawing/2014/main" id="{0DEC7340-B3EC-430E-9653-1FB6F2407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648742" y="4319588"/>
            <a:ext cx="1941690" cy="533276"/>
          </a:xfrm>
          <a:custGeom xmlns:a="http://schemas.openxmlformats.org/drawingml/2006/main">
            <a:pathLst>
              <a:path w="1941690" h="533276">
                <a:moveTo>
                  <a:pt x="0" y="0"/>
                </a:moveTo>
                <a:lnTo>
                  <a:pt x="6953" y="17688"/>
                </a:lnTo>
                <a:lnTo>
                  <a:pt x="13907" y="35366"/>
                </a:lnTo>
                <a:lnTo>
                  <a:pt x="20860" y="53054"/>
                </a:lnTo>
                <a:lnTo>
                  <a:pt x="27813" y="70742"/>
                </a:lnTo>
                <a:lnTo>
                  <a:pt x="34766" y="88430"/>
                </a:lnTo>
                <a:lnTo>
                  <a:pt x="41720" y="106109"/>
                </a:lnTo>
                <a:lnTo>
                  <a:pt x="48682" y="123796"/>
                </a:lnTo>
                <a:lnTo>
                  <a:pt x="55636" y="141484"/>
                </a:lnTo>
                <a:lnTo>
                  <a:pt x="62589" y="159172"/>
                </a:lnTo>
                <a:lnTo>
                  <a:pt x="69542" y="176851"/>
                </a:lnTo>
                <a:lnTo>
                  <a:pt x="76495" y="194539"/>
                </a:lnTo>
                <a:lnTo>
                  <a:pt x="83449" y="212227"/>
                </a:lnTo>
                <a:lnTo>
                  <a:pt x="90402" y="229914"/>
                </a:lnTo>
                <a:lnTo>
                  <a:pt x="97355" y="247593"/>
                </a:lnTo>
                <a:lnTo>
                  <a:pt x="104308" y="265281"/>
                </a:lnTo>
                <a:lnTo>
                  <a:pt x="111262" y="282969"/>
                </a:lnTo>
                <a:lnTo>
                  <a:pt x="118215" y="300647"/>
                </a:lnTo>
                <a:lnTo>
                  <a:pt x="125168" y="318335"/>
                </a:lnTo>
                <a:lnTo>
                  <a:pt x="132121" y="336023"/>
                </a:lnTo>
                <a:lnTo>
                  <a:pt x="139084" y="353711"/>
                </a:lnTo>
                <a:lnTo>
                  <a:pt x="146037" y="371389"/>
                </a:lnTo>
                <a:lnTo>
                  <a:pt x="152991" y="389077"/>
                </a:lnTo>
                <a:lnTo>
                  <a:pt x="159944" y="406765"/>
                </a:lnTo>
                <a:lnTo>
                  <a:pt x="166897" y="424453"/>
                </a:lnTo>
                <a:lnTo>
                  <a:pt x="173850" y="442131"/>
                </a:lnTo>
                <a:lnTo>
                  <a:pt x="180804" y="459819"/>
                </a:lnTo>
                <a:lnTo>
                  <a:pt x="188185" y="477117"/>
                </a:lnTo>
                <a:lnTo>
                  <a:pt x="204702" y="486251"/>
                </a:lnTo>
                <a:lnTo>
                  <a:pt x="222856" y="491814"/>
                </a:lnTo>
                <a:lnTo>
                  <a:pt x="241383" y="496033"/>
                </a:lnTo>
                <a:lnTo>
                  <a:pt x="260071" y="499491"/>
                </a:lnTo>
                <a:lnTo>
                  <a:pt x="278844" y="502463"/>
                </a:lnTo>
                <a:lnTo>
                  <a:pt x="297666" y="505063"/>
                </a:lnTo>
                <a:lnTo>
                  <a:pt x="316525" y="507378"/>
                </a:lnTo>
                <a:lnTo>
                  <a:pt x="335413" y="509483"/>
                </a:lnTo>
                <a:lnTo>
                  <a:pt x="354320" y="511388"/>
                </a:lnTo>
                <a:lnTo>
                  <a:pt x="373247" y="513140"/>
                </a:lnTo>
                <a:lnTo>
                  <a:pt x="392182" y="514760"/>
                </a:lnTo>
                <a:lnTo>
                  <a:pt x="411128" y="516245"/>
                </a:lnTo>
                <a:lnTo>
                  <a:pt x="430073" y="517646"/>
                </a:lnTo>
                <a:lnTo>
                  <a:pt x="449037" y="518932"/>
                </a:lnTo>
                <a:lnTo>
                  <a:pt x="468001" y="520141"/>
                </a:lnTo>
                <a:lnTo>
                  <a:pt x="486966" y="521275"/>
                </a:lnTo>
                <a:lnTo>
                  <a:pt x="505939" y="522332"/>
                </a:lnTo>
                <a:lnTo>
                  <a:pt x="524923" y="523313"/>
                </a:lnTo>
                <a:lnTo>
                  <a:pt x="543906" y="524237"/>
                </a:lnTo>
                <a:lnTo>
                  <a:pt x="562889" y="525104"/>
                </a:lnTo>
                <a:lnTo>
                  <a:pt x="581873" y="525913"/>
                </a:lnTo>
                <a:lnTo>
                  <a:pt x="600856" y="526675"/>
                </a:lnTo>
                <a:lnTo>
                  <a:pt x="619849" y="527380"/>
                </a:lnTo>
                <a:lnTo>
                  <a:pt x="638842" y="528037"/>
                </a:lnTo>
                <a:lnTo>
                  <a:pt x="657835" y="528647"/>
                </a:lnTo>
                <a:lnTo>
                  <a:pt x="676827" y="529219"/>
                </a:lnTo>
                <a:lnTo>
                  <a:pt x="695830" y="529752"/>
                </a:lnTo>
                <a:lnTo>
                  <a:pt x="714823" y="530238"/>
                </a:lnTo>
                <a:lnTo>
                  <a:pt x="733825" y="530685"/>
                </a:lnTo>
                <a:lnTo>
                  <a:pt x="752818" y="531095"/>
                </a:lnTo>
                <a:lnTo>
                  <a:pt x="771820" y="531466"/>
                </a:lnTo>
                <a:lnTo>
                  <a:pt x="790823" y="531800"/>
                </a:lnTo>
                <a:lnTo>
                  <a:pt x="809825" y="532095"/>
                </a:lnTo>
                <a:lnTo>
                  <a:pt x="828827" y="532362"/>
                </a:lnTo>
                <a:lnTo>
                  <a:pt x="847830" y="532590"/>
                </a:lnTo>
                <a:lnTo>
                  <a:pt x="866832" y="532790"/>
                </a:lnTo>
                <a:lnTo>
                  <a:pt x="885835" y="532952"/>
                </a:lnTo>
                <a:lnTo>
                  <a:pt x="904837" y="533076"/>
                </a:lnTo>
                <a:lnTo>
                  <a:pt x="923839" y="533181"/>
                </a:lnTo>
                <a:lnTo>
                  <a:pt x="942842" y="533238"/>
                </a:lnTo>
                <a:lnTo>
                  <a:pt x="961844" y="533276"/>
                </a:lnTo>
                <a:lnTo>
                  <a:pt x="980846" y="533276"/>
                </a:lnTo>
                <a:lnTo>
                  <a:pt x="999849" y="533238"/>
                </a:lnTo>
                <a:lnTo>
                  <a:pt x="1018851" y="533171"/>
                </a:lnTo>
                <a:lnTo>
                  <a:pt x="1037854" y="533076"/>
                </a:lnTo>
                <a:lnTo>
                  <a:pt x="1056856" y="532943"/>
                </a:lnTo>
                <a:lnTo>
                  <a:pt x="1075868" y="532781"/>
                </a:lnTo>
                <a:lnTo>
                  <a:pt x="1094870" y="532581"/>
                </a:lnTo>
                <a:lnTo>
                  <a:pt x="1113863" y="532352"/>
                </a:lnTo>
                <a:lnTo>
                  <a:pt x="1132865" y="532086"/>
                </a:lnTo>
                <a:lnTo>
                  <a:pt x="1151868" y="531781"/>
                </a:lnTo>
                <a:lnTo>
                  <a:pt x="1170870" y="531447"/>
                </a:lnTo>
                <a:lnTo>
                  <a:pt x="1189873" y="531076"/>
                </a:lnTo>
                <a:lnTo>
                  <a:pt x="1208865" y="530666"/>
                </a:lnTo>
                <a:lnTo>
                  <a:pt x="1227868" y="530209"/>
                </a:lnTo>
                <a:lnTo>
                  <a:pt x="1246861" y="529723"/>
                </a:lnTo>
                <a:lnTo>
                  <a:pt x="1265863" y="529190"/>
                </a:lnTo>
                <a:lnTo>
                  <a:pt x="1284856" y="528618"/>
                </a:lnTo>
                <a:lnTo>
                  <a:pt x="1303849" y="528009"/>
                </a:lnTo>
                <a:lnTo>
                  <a:pt x="1322842" y="527342"/>
                </a:lnTo>
                <a:lnTo>
                  <a:pt x="1341834" y="526637"/>
                </a:lnTo>
                <a:lnTo>
                  <a:pt x="1360818" y="525875"/>
                </a:lnTo>
                <a:lnTo>
                  <a:pt x="1379801" y="525066"/>
                </a:lnTo>
                <a:lnTo>
                  <a:pt x="1398784" y="524199"/>
                </a:lnTo>
                <a:lnTo>
                  <a:pt x="1417768" y="523265"/>
                </a:lnTo>
                <a:lnTo>
                  <a:pt x="1436751" y="522275"/>
                </a:lnTo>
                <a:lnTo>
                  <a:pt x="1455725" y="521218"/>
                </a:lnTo>
                <a:lnTo>
                  <a:pt x="1474689" y="520084"/>
                </a:lnTo>
                <a:lnTo>
                  <a:pt x="1493653" y="518874"/>
                </a:lnTo>
                <a:lnTo>
                  <a:pt x="1512618" y="517579"/>
                </a:lnTo>
                <a:lnTo>
                  <a:pt x="1531563" y="516179"/>
                </a:lnTo>
                <a:lnTo>
                  <a:pt x="1550508" y="514683"/>
                </a:lnTo>
                <a:lnTo>
                  <a:pt x="1569444" y="513055"/>
                </a:lnTo>
                <a:lnTo>
                  <a:pt x="1588370" y="511302"/>
                </a:lnTo>
                <a:lnTo>
                  <a:pt x="1607268" y="509378"/>
                </a:lnTo>
                <a:lnTo>
                  <a:pt x="1626156" y="507273"/>
                </a:lnTo>
                <a:lnTo>
                  <a:pt x="1645015" y="504939"/>
                </a:lnTo>
                <a:lnTo>
                  <a:pt x="1663837" y="502320"/>
                </a:lnTo>
                <a:lnTo>
                  <a:pt x="1682610" y="499339"/>
                </a:lnTo>
                <a:lnTo>
                  <a:pt x="1701289" y="495843"/>
                </a:lnTo>
                <a:lnTo>
                  <a:pt x="1719805" y="491585"/>
                </a:lnTo>
                <a:lnTo>
                  <a:pt x="1737932" y="485927"/>
                </a:lnTo>
                <a:lnTo>
                  <a:pt x="1754210" y="476441"/>
                </a:lnTo>
                <a:lnTo>
                  <a:pt x="1761306" y="458962"/>
                </a:lnTo>
                <a:lnTo>
                  <a:pt x="1768259" y="441274"/>
                </a:lnTo>
                <a:lnTo>
                  <a:pt x="1775212" y="423586"/>
                </a:lnTo>
                <a:lnTo>
                  <a:pt x="1782166" y="405898"/>
                </a:lnTo>
                <a:lnTo>
                  <a:pt x="1789119" y="388220"/>
                </a:lnTo>
                <a:lnTo>
                  <a:pt x="1796072" y="370532"/>
                </a:lnTo>
                <a:lnTo>
                  <a:pt x="1803025" y="352844"/>
                </a:lnTo>
                <a:lnTo>
                  <a:pt x="1809979" y="335166"/>
                </a:lnTo>
                <a:lnTo>
                  <a:pt x="1816932" y="317478"/>
                </a:lnTo>
                <a:lnTo>
                  <a:pt x="1823885" y="299790"/>
                </a:lnTo>
                <a:lnTo>
                  <a:pt x="1830838" y="282102"/>
                </a:lnTo>
                <a:lnTo>
                  <a:pt x="1837792" y="264424"/>
                </a:lnTo>
                <a:lnTo>
                  <a:pt x="1844745" y="246736"/>
                </a:lnTo>
                <a:lnTo>
                  <a:pt x="1851708" y="229048"/>
                </a:lnTo>
                <a:lnTo>
                  <a:pt x="1858661" y="211360"/>
                </a:lnTo>
                <a:lnTo>
                  <a:pt x="1865614" y="193681"/>
                </a:lnTo>
                <a:lnTo>
                  <a:pt x="1872567" y="175993"/>
                </a:lnTo>
                <a:lnTo>
                  <a:pt x="1879521" y="158306"/>
                </a:lnTo>
                <a:lnTo>
                  <a:pt x="1886474" y="140627"/>
                </a:lnTo>
                <a:lnTo>
                  <a:pt x="1893427" y="122939"/>
                </a:lnTo>
                <a:lnTo>
                  <a:pt x="1900380" y="105251"/>
                </a:lnTo>
                <a:lnTo>
                  <a:pt x="1907334" y="87563"/>
                </a:lnTo>
                <a:lnTo>
                  <a:pt x="1914287" y="69885"/>
                </a:lnTo>
                <a:lnTo>
                  <a:pt x="1921240" y="52197"/>
                </a:lnTo>
                <a:lnTo>
                  <a:pt x="1928193" y="34509"/>
                </a:lnTo>
                <a:lnTo>
                  <a:pt x="1935147" y="16821"/>
                </a:lnTo>
                <a:lnTo>
                  <a:pt x="1941690" y="924"/>
                </a:lnTo>
                <a:lnTo>
                  <a:pt x="1927117" y="12078"/>
                </a:lnTo>
                <a:lnTo>
                  <a:pt x="1908991" y="17736"/>
                </a:lnTo>
                <a:lnTo>
                  <a:pt x="1890436" y="21860"/>
                </a:lnTo>
                <a:lnTo>
                  <a:pt x="1871739" y="25203"/>
                </a:lnTo>
                <a:lnTo>
                  <a:pt x="1852946" y="28061"/>
                </a:lnTo>
                <a:lnTo>
                  <a:pt x="1834105" y="30556"/>
                </a:lnTo>
                <a:lnTo>
                  <a:pt x="1815236" y="32785"/>
                </a:lnTo>
                <a:lnTo>
                  <a:pt x="1796339" y="34804"/>
                </a:lnTo>
                <a:lnTo>
                  <a:pt x="1777432" y="36652"/>
                </a:lnTo>
                <a:lnTo>
                  <a:pt x="1758506" y="38357"/>
                </a:lnTo>
                <a:lnTo>
                  <a:pt x="1739560" y="39929"/>
                </a:lnTo>
                <a:lnTo>
                  <a:pt x="1720615" y="41396"/>
                </a:lnTo>
                <a:lnTo>
                  <a:pt x="1701660" y="42767"/>
                </a:lnTo>
                <a:lnTo>
                  <a:pt x="1682706" y="44053"/>
                </a:lnTo>
                <a:lnTo>
                  <a:pt x="1663741" y="45263"/>
                </a:lnTo>
                <a:lnTo>
                  <a:pt x="1644767" y="46396"/>
                </a:lnTo>
                <a:lnTo>
                  <a:pt x="1625794" y="47473"/>
                </a:lnTo>
                <a:lnTo>
                  <a:pt x="1606820" y="48492"/>
                </a:lnTo>
                <a:lnTo>
                  <a:pt x="1587837" y="49444"/>
                </a:lnTo>
                <a:lnTo>
                  <a:pt x="1568863" y="50359"/>
                </a:lnTo>
                <a:lnTo>
                  <a:pt x="1549870" y="51216"/>
                </a:lnTo>
                <a:lnTo>
                  <a:pt x="1530887" y="52035"/>
                </a:lnTo>
                <a:lnTo>
                  <a:pt x="1511903" y="52807"/>
                </a:lnTo>
                <a:lnTo>
                  <a:pt x="1492910" y="53540"/>
                </a:lnTo>
                <a:lnTo>
                  <a:pt x="1473918" y="54226"/>
                </a:lnTo>
                <a:lnTo>
                  <a:pt x="1454925" y="54883"/>
                </a:lnTo>
                <a:lnTo>
                  <a:pt x="1435932" y="55512"/>
                </a:lnTo>
                <a:lnTo>
                  <a:pt x="1416939" y="56093"/>
                </a:lnTo>
                <a:lnTo>
                  <a:pt x="1397946" y="56655"/>
                </a:lnTo>
                <a:lnTo>
                  <a:pt x="1378953" y="57179"/>
                </a:lnTo>
                <a:lnTo>
                  <a:pt x="1359951" y="57674"/>
                </a:lnTo>
                <a:lnTo>
                  <a:pt x="1340958" y="58141"/>
                </a:lnTo>
                <a:lnTo>
                  <a:pt x="1321956" y="58588"/>
                </a:lnTo>
                <a:lnTo>
                  <a:pt x="1302963" y="58998"/>
                </a:lnTo>
                <a:lnTo>
                  <a:pt x="1283960" y="59388"/>
                </a:lnTo>
                <a:lnTo>
                  <a:pt x="1264958" y="59750"/>
                </a:lnTo>
                <a:lnTo>
                  <a:pt x="1245956" y="60084"/>
                </a:lnTo>
                <a:lnTo>
                  <a:pt x="1226953" y="60389"/>
                </a:lnTo>
                <a:lnTo>
                  <a:pt x="1207961" y="60674"/>
                </a:lnTo>
                <a:lnTo>
                  <a:pt x="1188958" y="60941"/>
                </a:lnTo>
                <a:lnTo>
                  <a:pt x="1169956" y="61179"/>
                </a:lnTo>
                <a:lnTo>
                  <a:pt x="1150953" y="61398"/>
                </a:lnTo>
                <a:lnTo>
                  <a:pt x="1131951" y="61598"/>
                </a:lnTo>
                <a:lnTo>
                  <a:pt x="1112949" y="61760"/>
                </a:lnTo>
                <a:lnTo>
                  <a:pt x="1093946" y="61913"/>
                </a:lnTo>
                <a:lnTo>
                  <a:pt x="1074934" y="62046"/>
                </a:lnTo>
                <a:lnTo>
                  <a:pt x="1055932" y="62151"/>
                </a:lnTo>
                <a:lnTo>
                  <a:pt x="1036930" y="62236"/>
                </a:lnTo>
                <a:lnTo>
                  <a:pt x="1017927" y="62303"/>
                </a:lnTo>
                <a:lnTo>
                  <a:pt x="998925" y="62341"/>
                </a:lnTo>
                <a:lnTo>
                  <a:pt x="979922" y="62360"/>
                </a:lnTo>
                <a:lnTo>
                  <a:pt x="960920" y="62360"/>
                </a:lnTo>
                <a:lnTo>
                  <a:pt x="941918" y="62341"/>
                </a:lnTo>
                <a:lnTo>
                  <a:pt x="922915" y="62294"/>
                </a:lnTo>
                <a:lnTo>
                  <a:pt x="903913" y="62227"/>
                </a:lnTo>
                <a:lnTo>
                  <a:pt x="884911" y="62141"/>
                </a:lnTo>
                <a:lnTo>
                  <a:pt x="865899" y="62036"/>
                </a:lnTo>
                <a:lnTo>
                  <a:pt x="846896" y="61903"/>
                </a:lnTo>
                <a:lnTo>
                  <a:pt x="827894" y="61760"/>
                </a:lnTo>
                <a:lnTo>
                  <a:pt x="808892" y="61589"/>
                </a:lnTo>
                <a:lnTo>
                  <a:pt x="789889" y="61389"/>
                </a:lnTo>
                <a:lnTo>
                  <a:pt x="770887" y="61170"/>
                </a:lnTo>
                <a:lnTo>
                  <a:pt x="751884" y="60931"/>
                </a:lnTo>
                <a:lnTo>
                  <a:pt x="732882" y="60665"/>
                </a:lnTo>
                <a:lnTo>
                  <a:pt x="713889" y="60379"/>
                </a:lnTo>
                <a:lnTo>
                  <a:pt x="694887" y="60065"/>
                </a:lnTo>
                <a:lnTo>
                  <a:pt x="675884" y="59731"/>
                </a:lnTo>
                <a:lnTo>
                  <a:pt x="656882" y="59369"/>
                </a:lnTo>
                <a:lnTo>
                  <a:pt x="637889" y="58979"/>
                </a:lnTo>
                <a:lnTo>
                  <a:pt x="618887" y="58569"/>
                </a:lnTo>
                <a:lnTo>
                  <a:pt x="599885" y="58122"/>
                </a:lnTo>
                <a:lnTo>
                  <a:pt x="580892" y="57655"/>
                </a:lnTo>
                <a:lnTo>
                  <a:pt x="561889" y="57160"/>
                </a:lnTo>
                <a:lnTo>
                  <a:pt x="542896" y="56626"/>
                </a:lnTo>
                <a:lnTo>
                  <a:pt x="523904" y="56074"/>
                </a:lnTo>
                <a:lnTo>
                  <a:pt x="504911" y="55483"/>
                </a:lnTo>
                <a:lnTo>
                  <a:pt x="485918" y="54854"/>
                </a:lnTo>
                <a:lnTo>
                  <a:pt x="466925" y="54197"/>
                </a:lnTo>
                <a:lnTo>
                  <a:pt x="447932" y="53502"/>
                </a:lnTo>
                <a:lnTo>
                  <a:pt x="428939" y="52769"/>
                </a:lnTo>
                <a:lnTo>
                  <a:pt x="409956" y="51997"/>
                </a:lnTo>
                <a:lnTo>
                  <a:pt x="390973" y="51178"/>
                </a:lnTo>
                <a:lnTo>
                  <a:pt x="371989" y="50311"/>
                </a:lnTo>
                <a:lnTo>
                  <a:pt x="353006" y="49406"/>
                </a:lnTo>
                <a:lnTo>
                  <a:pt x="334023" y="48435"/>
                </a:lnTo>
                <a:lnTo>
                  <a:pt x="315049" y="47425"/>
                </a:lnTo>
                <a:lnTo>
                  <a:pt x="296075" y="46349"/>
                </a:lnTo>
                <a:lnTo>
                  <a:pt x="277111" y="45206"/>
                </a:lnTo>
                <a:lnTo>
                  <a:pt x="258147" y="43996"/>
                </a:lnTo>
                <a:lnTo>
                  <a:pt x="239182" y="42710"/>
                </a:lnTo>
                <a:lnTo>
                  <a:pt x="220228" y="41329"/>
                </a:lnTo>
                <a:lnTo>
                  <a:pt x="201282" y="39853"/>
                </a:lnTo>
                <a:lnTo>
                  <a:pt x="182347" y="38271"/>
                </a:lnTo>
                <a:lnTo>
                  <a:pt x="163420" y="36566"/>
                </a:lnTo>
                <a:lnTo>
                  <a:pt x="144504" y="34719"/>
                </a:lnTo>
                <a:lnTo>
                  <a:pt x="125616" y="32680"/>
                </a:lnTo>
                <a:lnTo>
                  <a:pt x="106737" y="30442"/>
                </a:lnTo>
                <a:lnTo>
                  <a:pt x="87906" y="27927"/>
                </a:lnTo>
                <a:lnTo>
                  <a:pt x="69123" y="25060"/>
                </a:lnTo>
                <a:lnTo>
                  <a:pt x="50416" y="21679"/>
                </a:lnTo>
                <a:lnTo>
                  <a:pt x="31880" y="17497"/>
                </a:lnTo>
                <a:lnTo>
                  <a:pt x="13792" y="11735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52" name="funnel-step-cap-3">
            <a:extLst xmlns:a="http://schemas.openxmlformats.org/drawingml/2006/main">
              <a:ext uri="{FF2B5EF4-FFF2-40B4-BE49-F238E27FC236}">
                <a16:creationId xmlns:a16="http://schemas.microsoft.com/office/drawing/2014/main" id="{BB896E9F-3107-45F0-82AD-F9F62B4A1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648751" y="4230938"/>
            <a:ext cx="1941747" cy="17728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7EAC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53" name="funnel-step-body-4">
            <a:extLst xmlns:a="http://schemas.openxmlformats.org/drawingml/2006/main">
              <a:ext uri="{FF2B5EF4-FFF2-40B4-BE49-F238E27FC236}">
                <a16:creationId xmlns:a16="http://schemas.microsoft.com/office/drawing/2014/main" id="{58621847-01D6-414F-B3FD-C8B7C2088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833908" y="4921282"/>
            <a:ext cx="1569682" cy="533210"/>
          </a:xfrm>
          <a:custGeom xmlns:a="http://schemas.openxmlformats.org/drawingml/2006/main">
            <a:pathLst>
              <a:path w="1569682" h="533210">
                <a:moveTo>
                  <a:pt x="0" y="0"/>
                </a:moveTo>
                <a:lnTo>
                  <a:pt x="6677" y="17783"/>
                </a:lnTo>
                <a:lnTo>
                  <a:pt x="13364" y="35557"/>
                </a:lnTo>
                <a:lnTo>
                  <a:pt x="20041" y="53340"/>
                </a:lnTo>
                <a:lnTo>
                  <a:pt x="26727" y="71114"/>
                </a:lnTo>
                <a:lnTo>
                  <a:pt x="33404" y="88897"/>
                </a:lnTo>
                <a:lnTo>
                  <a:pt x="40091" y="106680"/>
                </a:lnTo>
                <a:lnTo>
                  <a:pt x="46768" y="124454"/>
                </a:lnTo>
                <a:lnTo>
                  <a:pt x="53454" y="142237"/>
                </a:lnTo>
                <a:lnTo>
                  <a:pt x="60131" y="160010"/>
                </a:lnTo>
                <a:lnTo>
                  <a:pt x="66818" y="177794"/>
                </a:lnTo>
                <a:lnTo>
                  <a:pt x="73495" y="195577"/>
                </a:lnTo>
                <a:lnTo>
                  <a:pt x="80181" y="213350"/>
                </a:lnTo>
                <a:lnTo>
                  <a:pt x="86858" y="231134"/>
                </a:lnTo>
                <a:lnTo>
                  <a:pt x="93545" y="248907"/>
                </a:lnTo>
                <a:lnTo>
                  <a:pt x="100222" y="266690"/>
                </a:lnTo>
                <a:lnTo>
                  <a:pt x="106909" y="284474"/>
                </a:lnTo>
                <a:lnTo>
                  <a:pt x="113586" y="302247"/>
                </a:lnTo>
                <a:lnTo>
                  <a:pt x="120272" y="320030"/>
                </a:lnTo>
                <a:lnTo>
                  <a:pt x="126949" y="337814"/>
                </a:lnTo>
                <a:lnTo>
                  <a:pt x="133636" y="355587"/>
                </a:lnTo>
                <a:lnTo>
                  <a:pt x="140313" y="373370"/>
                </a:lnTo>
                <a:lnTo>
                  <a:pt x="146999" y="391144"/>
                </a:lnTo>
                <a:lnTo>
                  <a:pt x="153676" y="408927"/>
                </a:lnTo>
                <a:lnTo>
                  <a:pt x="160363" y="426710"/>
                </a:lnTo>
                <a:lnTo>
                  <a:pt x="167040" y="444484"/>
                </a:lnTo>
                <a:lnTo>
                  <a:pt x="173726" y="462267"/>
                </a:lnTo>
                <a:lnTo>
                  <a:pt x="181337" y="479327"/>
                </a:lnTo>
                <a:lnTo>
                  <a:pt x="197739" y="488709"/>
                </a:lnTo>
                <a:lnTo>
                  <a:pt x="215751" y="494709"/>
                </a:lnTo>
                <a:lnTo>
                  <a:pt x="234182" y="499281"/>
                </a:lnTo>
                <a:lnTo>
                  <a:pt x="252803" y="503034"/>
                </a:lnTo>
                <a:lnTo>
                  <a:pt x="271520" y="506225"/>
                </a:lnTo>
                <a:lnTo>
                  <a:pt x="290312" y="509006"/>
                </a:lnTo>
                <a:lnTo>
                  <a:pt x="309143" y="511483"/>
                </a:lnTo>
                <a:lnTo>
                  <a:pt x="328003" y="513693"/>
                </a:lnTo>
                <a:lnTo>
                  <a:pt x="346891" y="515693"/>
                </a:lnTo>
                <a:lnTo>
                  <a:pt x="365798" y="517503"/>
                </a:lnTo>
                <a:lnTo>
                  <a:pt x="384724" y="519160"/>
                </a:lnTo>
                <a:lnTo>
                  <a:pt x="403650" y="520675"/>
                </a:lnTo>
                <a:lnTo>
                  <a:pt x="422596" y="522065"/>
                </a:lnTo>
                <a:lnTo>
                  <a:pt x="441550" y="523342"/>
                </a:lnTo>
                <a:lnTo>
                  <a:pt x="460505" y="524513"/>
                </a:lnTo>
                <a:lnTo>
                  <a:pt x="479469" y="525590"/>
                </a:lnTo>
                <a:lnTo>
                  <a:pt x="498434" y="526580"/>
                </a:lnTo>
                <a:lnTo>
                  <a:pt x="517408" y="527485"/>
                </a:lnTo>
                <a:lnTo>
                  <a:pt x="536381" y="528314"/>
                </a:lnTo>
                <a:lnTo>
                  <a:pt x="555365" y="529057"/>
                </a:lnTo>
                <a:lnTo>
                  <a:pt x="574338" y="529742"/>
                </a:lnTo>
                <a:lnTo>
                  <a:pt x="593331" y="530352"/>
                </a:lnTo>
                <a:lnTo>
                  <a:pt x="612315" y="530904"/>
                </a:lnTo>
                <a:lnTo>
                  <a:pt x="631298" y="531390"/>
                </a:lnTo>
                <a:lnTo>
                  <a:pt x="650291" y="531809"/>
                </a:lnTo>
                <a:lnTo>
                  <a:pt x="669274" y="532181"/>
                </a:lnTo>
                <a:lnTo>
                  <a:pt x="688267" y="532495"/>
                </a:lnTo>
                <a:lnTo>
                  <a:pt x="707260" y="532743"/>
                </a:lnTo>
                <a:lnTo>
                  <a:pt x="726253" y="532943"/>
                </a:lnTo>
                <a:lnTo>
                  <a:pt x="745246" y="533086"/>
                </a:lnTo>
                <a:lnTo>
                  <a:pt x="764238" y="533171"/>
                </a:lnTo>
                <a:lnTo>
                  <a:pt x="783231" y="533210"/>
                </a:lnTo>
                <a:lnTo>
                  <a:pt x="802224" y="533190"/>
                </a:lnTo>
                <a:lnTo>
                  <a:pt x="821217" y="533114"/>
                </a:lnTo>
                <a:lnTo>
                  <a:pt x="840210" y="532981"/>
                </a:lnTo>
                <a:lnTo>
                  <a:pt x="859203" y="532800"/>
                </a:lnTo>
                <a:lnTo>
                  <a:pt x="878195" y="532562"/>
                </a:lnTo>
                <a:lnTo>
                  <a:pt x="897188" y="532267"/>
                </a:lnTo>
                <a:lnTo>
                  <a:pt x="916181" y="531914"/>
                </a:lnTo>
                <a:lnTo>
                  <a:pt x="935165" y="531505"/>
                </a:lnTo>
                <a:lnTo>
                  <a:pt x="954157" y="531038"/>
                </a:lnTo>
                <a:lnTo>
                  <a:pt x="973141" y="530504"/>
                </a:lnTo>
                <a:lnTo>
                  <a:pt x="992124" y="529904"/>
                </a:lnTo>
                <a:lnTo>
                  <a:pt x="1011107" y="529247"/>
                </a:lnTo>
                <a:lnTo>
                  <a:pt x="1030091" y="528514"/>
                </a:lnTo>
                <a:lnTo>
                  <a:pt x="1049064" y="527704"/>
                </a:lnTo>
                <a:lnTo>
                  <a:pt x="1068038" y="526818"/>
                </a:lnTo>
                <a:lnTo>
                  <a:pt x="1087003" y="525856"/>
                </a:lnTo>
                <a:lnTo>
                  <a:pt x="1105967" y="524799"/>
                </a:lnTo>
                <a:lnTo>
                  <a:pt x="1124931" y="523665"/>
                </a:lnTo>
                <a:lnTo>
                  <a:pt x="1143876" y="522408"/>
                </a:lnTo>
                <a:lnTo>
                  <a:pt x="1162822" y="521046"/>
                </a:lnTo>
                <a:lnTo>
                  <a:pt x="1181757" y="519570"/>
                </a:lnTo>
                <a:lnTo>
                  <a:pt x="1200683" y="517950"/>
                </a:lnTo>
                <a:lnTo>
                  <a:pt x="1219591" y="516179"/>
                </a:lnTo>
                <a:lnTo>
                  <a:pt x="1238488" y="514236"/>
                </a:lnTo>
                <a:lnTo>
                  <a:pt x="1257357" y="512083"/>
                </a:lnTo>
                <a:lnTo>
                  <a:pt x="1276198" y="509683"/>
                </a:lnTo>
                <a:lnTo>
                  <a:pt x="1295000" y="506987"/>
                </a:lnTo>
                <a:lnTo>
                  <a:pt x="1313745" y="503911"/>
                </a:lnTo>
                <a:lnTo>
                  <a:pt x="1332395" y="500329"/>
                </a:lnTo>
                <a:lnTo>
                  <a:pt x="1350893" y="496005"/>
                </a:lnTo>
                <a:lnTo>
                  <a:pt x="1369057" y="490480"/>
                </a:lnTo>
                <a:lnTo>
                  <a:pt x="1386183" y="482384"/>
                </a:lnTo>
                <a:lnTo>
                  <a:pt x="1395965" y="466916"/>
                </a:lnTo>
                <a:lnTo>
                  <a:pt x="1402642" y="449132"/>
                </a:lnTo>
                <a:lnTo>
                  <a:pt x="1409329" y="431359"/>
                </a:lnTo>
                <a:lnTo>
                  <a:pt x="1416006" y="413576"/>
                </a:lnTo>
                <a:lnTo>
                  <a:pt x="1422692" y="395802"/>
                </a:lnTo>
                <a:lnTo>
                  <a:pt x="1429369" y="378019"/>
                </a:lnTo>
                <a:lnTo>
                  <a:pt x="1436056" y="360236"/>
                </a:lnTo>
                <a:lnTo>
                  <a:pt x="1442733" y="342462"/>
                </a:lnTo>
                <a:lnTo>
                  <a:pt x="1449419" y="324679"/>
                </a:lnTo>
                <a:lnTo>
                  <a:pt x="1456096" y="306905"/>
                </a:lnTo>
                <a:lnTo>
                  <a:pt x="1462783" y="289122"/>
                </a:lnTo>
                <a:lnTo>
                  <a:pt x="1469460" y="271339"/>
                </a:lnTo>
                <a:lnTo>
                  <a:pt x="1476146" y="253565"/>
                </a:lnTo>
                <a:lnTo>
                  <a:pt x="1482823" y="235782"/>
                </a:lnTo>
                <a:lnTo>
                  <a:pt x="1489510" y="218008"/>
                </a:lnTo>
                <a:lnTo>
                  <a:pt x="1496187" y="200225"/>
                </a:lnTo>
                <a:lnTo>
                  <a:pt x="1502874" y="182442"/>
                </a:lnTo>
                <a:lnTo>
                  <a:pt x="1509551" y="164668"/>
                </a:lnTo>
                <a:lnTo>
                  <a:pt x="1516237" y="146885"/>
                </a:lnTo>
                <a:lnTo>
                  <a:pt x="1522914" y="129111"/>
                </a:lnTo>
                <a:lnTo>
                  <a:pt x="1529601" y="111328"/>
                </a:lnTo>
                <a:lnTo>
                  <a:pt x="1536278" y="93545"/>
                </a:lnTo>
                <a:lnTo>
                  <a:pt x="1542964" y="75771"/>
                </a:lnTo>
                <a:lnTo>
                  <a:pt x="1549641" y="57988"/>
                </a:lnTo>
                <a:lnTo>
                  <a:pt x="1556318" y="40215"/>
                </a:lnTo>
                <a:lnTo>
                  <a:pt x="1563005" y="22431"/>
                </a:lnTo>
                <a:lnTo>
                  <a:pt x="1569682" y="4648"/>
                </a:lnTo>
                <a:lnTo>
                  <a:pt x="1562852" y="10325"/>
                </a:lnTo>
                <a:lnTo>
                  <a:pt x="1545336" y="17574"/>
                </a:lnTo>
                <a:lnTo>
                  <a:pt x="1527000" y="22527"/>
                </a:lnTo>
                <a:lnTo>
                  <a:pt x="1508417" y="26422"/>
                </a:lnTo>
                <a:lnTo>
                  <a:pt x="1489700" y="29670"/>
                </a:lnTo>
                <a:lnTo>
                  <a:pt x="1470917" y="32490"/>
                </a:lnTo>
                <a:lnTo>
                  <a:pt x="1452086" y="34976"/>
                </a:lnTo>
                <a:lnTo>
                  <a:pt x="1433227" y="37205"/>
                </a:lnTo>
                <a:lnTo>
                  <a:pt x="1414339" y="39233"/>
                </a:lnTo>
                <a:lnTo>
                  <a:pt x="1395441" y="41081"/>
                </a:lnTo>
                <a:lnTo>
                  <a:pt x="1376524" y="42777"/>
                </a:lnTo>
                <a:lnTo>
                  <a:pt x="1357589" y="44339"/>
                </a:lnTo>
                <a:lnTo>
                  <a:pt x="1338653" y="45796"/>
                </a:lnTo>
                <a:lnTo>
                  <a:pt x="1319708" y="47149"/>
                </a:lnTo>
                <a:lnTo>
                  <a:pt x="1300753" y="48406"/>
                </a:lnTo>
                <a:lnTo>
                  <a:pt x="1281798" y="49587"/>
                </a:lnTo>
                <a:lnTo>
                  <a:pt x="1262844" y="50683"/>
                </a:lnTo>
                <a:lnTo>
                  <a:pt x="1243870" y="51711"/>
                </a:lnTo>
                <a:lnTo>
                  <a:pt x="1224905" y="52673"/>
                </a:lnTo>
                <a:lnTo>
                  <a:pt x="1205932" y="53578"/>
                </a:lnTo>
                <a:lnTo>
                  <a:pt x="1186958" y="54426"/>
                </a:lnTo>
                <a:lnTo>
                  <a:pt x="1167984" y="55207"/>
                </a:lnTo>
                <a:lnTo>
                  <a:pt x="1149001" y="55950"/>
                </a:lnTo>
                <a:lnTo>
                  <a:pt x="1130017" y="56636"/>
                </a:lnTo>
                <a:lnTo>
                  <a:pt x="1111034" y="57283"/>
                </a:lnTo>
                <a:lnTo>
                  <a:pt x="1092051" y="57874"/>
                </a:lnTo>
                <a:lnTo>
                  <a:pt x="1073067" y="58436"/>
                </a:lnTo>
                <a:lnTo>
                  <a:pt x="1054084" y="58941"/>
                </a:lnTo>
                <a:lnTo>
                  <a:pt x="1035091" y="59417"/>
                </a:lnTo>
                <a:lnTo>
                  <a:pt x="1016108" y="59846"/>
                </a:lnTo>
                <a:lnTo>
                  <a:pt x="997115" y="60246"/>
                </a:lnTo>
                <a:lnTo>
                  <a:pt x="978122" y="60598"/>
                </a:lnTo>
                <a:lnTo>
                  <a:pt x="959139" y="60922"/>
                </a:lnTo>
                <a:lnTo>
                  <a:pt x="940146" y="61208"/>
                </a:lnTo>
                <a:lnTo>
                  <a:pt x="921153" y="61455"/>
                </a:lnTo>
                <a:lnTo>
                  <a:pt x="902160" y="61674"/>
                </a:lnTo>
                <a:lnTo>
                  <a:pt x="883168" y="61865"/>
                </a:lnTo>
                <a:lnTo>
                  <a:pt x="864175" y="62017"/>
                </a:lnTo>
                <a:lnTo>
                  <a:pt x="845182" y="62132"/>
                </a:lnTo>
                <a:lnTo>
                  <a:pt x="826189" y="62217"/>
                </a:lnTo>
                <a:lnTo>
                  <a:pt x="807196" y="62274"/>
                </a:lnTo>
                <a:lnTo>
                  <a:pt x="788203" y="62294"/>
                </a:lnTo>
                <a:lnTo>
                  <a:pt x="769210" y="62284"/>
                </a:lnTo>
                <a:lnTo>
                  <a:pt x="750218" y="62236"/>
                </a:lnTo>
                <a:lnTo>
                  <a:pt x="731225" y="62160"/>
                </a:lnTo>
                <a:lnTo>
                  <a:pt x="712232" y="62055"/>
                </a:lnTo>
                <a:lnTo>
                  <a:pt x="693239" y="61913"/>
                </a:lnTo>
                <a:lnTo>
                  <a:pt x="674246" y="61732"/>
                </a:lnTo>
                <a:lnTo>
                  <a:pt x="655253" y="61522"/>
                </a:lnTo>
                <a:lnTo>
                  <a:pt x="636260" y="61274"/>
                </a:lnTo>
                <a:lnTo>
                  <a:pt x="617268" y="60998"/>
                </a:lnTo>
                <a:lnTo>
                  <a:pt x="598275" y="60684"/>
                </a:lnTo>
                <a:lnTo>
                  <a:pt x="579282" y="60341"/>
                </a:lnTo>
                <a:lnTo>
                  <a:pt x="560299" y="59950"/>
                </a:lnTo>
                <a:lnTo>
                  <a:pt x="541306" y="59531"/>
                </a:lnTo>
                <a:lnTo>
                  <a:pt x="522322" y="59065"/>
                </a:lnTo>
                <a:lnTo>
                  <a:pt x="503330" y="58569"/>
                </a:lnTo>
                <a:lnTo>
                  <a:pt x="484346" y="58026"/>
                </a:lnTo>
                <a:lnTo>
                  <a:pt x="465363" y="57436"/>
                </a:lnTo>
                <a:lnTo>
                  <a:pt x="446380" y="56817"/>
                </a:lnTo>
                <a:lnTo>
                  <a:pt x="427396" y="56131"/>
                </a:lnTo>
                <a:lnTo>
                  <a:pt x="408422" y="55407"/>
                </a:lnTo>
                <a:lnTo>
                  <a:pt x="389439" y="54635"/>
                </a:lnTo>
                <a:lnTo>
                  <a:pt x="370465" y="53807"/>
                </a:lnTo>
                <a:lnTo>
                  <a:pt x="351492" y="52921"/>
                </a:lnTo>
                <a:lnTo>
                  <a:pt x="332527" y="51978"/>
                </a:lnTo>
                <a:lnTo>
                  <a:pt x="313553" y="50959"/>
                </a:lnTo>
                <a:lnTo>
                  <a:pt x="294589" y="49873"/>
                </a:lnTo>
                <a:lnTo>
                  <a:pt x="275634" y="48720"/>
                </a:lnTo>
                <a:lnTo>
                  <a:pt x="256680" y="47482"/>
                </a:lnTo>
                <a:lnTo>
                  <a:pt x="237734" y="46158"/>
                </a:lnTo>
                <a:lnTo>
                  <a:pt x="218799" y="44739"/>
                </a:lnTo>
                <a:lnTo>
                  <a:pt x="199863" y="43196"/>
                </a:lnTo>
                <a:lnTo>
                  <a:pt x="180946" y="41539"/>
                </a:lnTo>
                <a:lnTo>
                  <a:pt x="162039" y="39729"/>
                </a:lnTo>
                <a:lnTo>
                  <a:pt x="143142" y="37757"/>
                </a:lnTo>
                <a:lnTo>
                  <a:pt x="124273" y="35585"/>
                </a:lnTo>
                <a:lnTo>
                  <a:pt x="105442" y="33166"/>
                </a:lnTo>
                <a:lnTo>
                  <a:pt x="86639" y="30442"/>
                </a:lnTo>
                <a:lnTo>
                  <a:pt x="67904" y="27318"/>
                </a:lnTo>
                <a:lnTo>
                  <a:pt x="49282" y="23622"/>
                </a:lnTo>
                <a:lnTo>
                  <a:pt x="30851" y="19012"/>
                </a:lnTo>
                <a:lnTo>
                  <a:pt x="12992" y="12611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78A8D5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54" name="funnel-step-cap-4">
            <a:extLst xmlns:a="http://schemas.openxmlformats.org/drawingml/2006/main">
              <a:ext uri="{FF2B5EF4-FFF2-40B4-BE49-F238E27FC236}">
                <a16:creationId xmlns:a16="http://schemas.microsoft.com/office/drawing/2014/main" id="{6BFD54AE-1488-45C1-B752-06840D327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833917" y="4832604"/>
            <a:ext cx="1571406" cy="17728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8A8D5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55" name="funnel-step-body-5">
            <a:extLst xmlns:a="http://schemas.openxmlformats.org/drawingml/2006/main">
              <a:ext uri="{FF2B5EF4-FFF2-40B4-BE49-F238E27FC236}">
                <a16:creationId xmlns:a16="http://schemas.microsoft.com/office/drawing/2014/main" id="{BBCD5F69-595D-415F-A2B5-23F241562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10882" y="5522881"/>
            <a:ext cx="1214199" cy="533276"/>
          </a:xfrm>
          <a:custGeom xmlns:a="http://schemas.openxmlformats.org/drawingml/2006/main">
            <a:pathLst>
              <a:path w="1214199" h="533276">
                <a:moveTo>
                  <a:pt x="0" y="0"/>
                </a:moveTo>
                <a:lnTo>
                  <a:pt x="6458" y="17821"/>
                </a:lnTo>
                <a:lnTo>
                  <a:pt x="12906" y="35633"/>
                </a:lnTo>
                <a:lnTo>
                  <a:pt x="19364" y="53454"/>
                </a:lnTo>
                <a:lnTo>
                  <a:pt x="25822" y="71276"/>
                </a:lnTo>
                <a:lnTo>
                  <a:pt x="32271" y="89097"/>
                </a:lnTo>
                <a:lnTo>
                  <a:pt x="38729" y="106909"/>
                </a:lnTo>
                <a:lnTo>
                  <a:pt x="45187" y="124730"/>
                </a:lnTo>
                <a:lnTo>
                  <a:pt x="51635" y="142551"/>
                </a:lnTo>
                <a:lnTo>
                  <a:pt x="58093" y="160372"/>
                </a:lnTo>
                <a:lnTo>
                  <a:pt x="64551" y="178184"/>
                </a:lnTo>
                <a:lnTo>
                  <a:pt x="71009" y="196005"/>
                </a:lnTo>
                <a:lnTo>
                  <a:pt x="77457" y="213827"/>
                </a:lnTo>
                <a:lnTo>
                  <a:pt x="83915" y="231638"/>
                </a:lnTo>
                <a:lnTo>
                  <a:pt x="90373" y="249460"/>
                </a:lnTo>
                <a:lnTo>
                  <a:pt x="96822" y="267281"/>
                </a:lnTo>
                <a:lnTo>
                  <a:pt x="103280" y="285102"/>
                </a:lnTo>
                <a:lnTo>
                  <a:pt x="109738" y="302914"/>
                </a:lnTo>
                <a:lnTo>
                  <a:pt x="116186" y="320735"/>
                </a:lnTo>
                <a:lnTo>
                  <a:pt x="122644" y="338557"/>
                </a:lnTo>
                <a:lnTo>
                  <a:pt x="129102" y="356378"/>
                </a:lnTo>
                <a:lnTo>
                  <a:pt x="135550" y="374190"/>
                </a:lnTo>
                <a:lnTo>
                  <a:pt x="142008" y="392011"/>
                </a:lnTo>
                <a:lnTo>
                  <a:pt x="148466" y="409832"/>
                </a:lnTo>
                <a:lnTo>
                  <a:pt x="154915" y="427644"/>
                </a:lnTo>
                <a:lnTo>
                  <a:pt x="161373" y="445465"/>
                </a:lnTo>
                <a:lnTo>
                  <a:pt x="167831" y="463286"/>
                </a:lnTo>
                <a:lnTo>
                  <a:pt x="174812" y="480632"/>
                </a:lnTo>
                <a:lnTo>
                  <a:pt x="190376" y="491233"/>
                </a:lnTo>
                <a:lnTo>
                  <a:pt x="208016" y="498129"/>
                </a:lnTo>
                <a:lnTo>
                  <a:pt x="226228" y="503339"/>
                </a:lnTo>
                <a:lnTo>
                  <a:pt x="244707" y="507559"/>
                </a:lnTo>
                <a:lnTo>
                  <a:pt x="263319" y="511111"/>
                </a:lnTo>
                <a:lnTo>
                  <a:pt x="282026" y="514159"/>
                </a:lnTo>
                <a:lnTo>
                  <a:pt x="300790" y="516817"/>
                </a:lnTo>
                <a:lnTo>
                  <a:pt x="319602" y="519151"/>
                </a:lnTo>
                <a:lnTo>
                  <a:pt x="338433" y="521227"/>
                </a:lnTo>
                <a:lnTo>
                  <a:pt x="357302" y="523065"/>
                </a:lnTo>
                <a:lnTo>
                  <a:pt x="376180" y="524704"/>
                </a:lnTo>
                <a:lnTo>
                  <a:pt x="395078" y="526151"/>
                </a:lnTo>
                <a:lnTo>
                  <a:pt x="413985" y="527437"/>
                </a:lnTo>
                <a:lnTo>
                  <a:pt x="432902" y="528580"/>
                </a:lnTo>
                <a:lnTo>
                  <a:pt x="451828" y="529580"/>
                </a:lnTo>
                <a:lnTo>
                  <a:pt x="470754" y="530447"/>
                </a:lnTo>
                <a:lnTo>
                  <a:pt x="489699" y="531181"/>
                </a:lnTo>
                <a:lnTo>
                  <a:pt x="508635" y="531809"/>
                </a:lnTo>
                <a:lnTo>
                  <a:pt x="527580" y="532324"/>
                </a:lnTo>
                <a:lnTo>
                  <a:pt x="546525" y="532714"/>
                </a:lnTo>
                <a:lnTo>
                  <a:pt x="565480" y="533009"/>
                </a:lnTo>
                <a:lnTo>
                  <a:pt x="584425" y="533190"/>
                </a:lnTo>
                <a:lnTo>
                  <a:pt x="603380" y="533276"/>
                </a:lnTo>
                <a:lnTo>
                  <a:pt x="622335" y="533248"/>
                </a:lnTo>
                <a:lnTo>
                  <a:pt x="641280" y="533124"/>
                </a:lnTo>
                <a:lnTo>
                  <a:pt x="660235" y="532895"/>
                </a:lnTo>
                <a:lnTo>
                  <a:pt x="679180" y="532562"/>
                </a:lnTo>
                <a:lnTo>
                  <a:pt x="698125" y="532114"/>
                </a:lnTo>
                <a:lnTo>
                  <a:pt x="717071" y="531552"/>
                </a:lnTo>
                <a:lnTo>
                  <a:pt x="736016" y="530876"/>
                </a:lnTo>
                <a:lnTo>
                  <a:pt x="754952" y="530085"/>
                </a:lnTo>
                <a:lnTo>
                  <a:pt x="773878" y="529161"/>
                </a:lnTo>
                <a:lnTo>
                  <a:pt x="792804" y="528104"/>
                </a:lnTo>
                <a:lnTo>
                  <a:pt x="811711" y="526904"/>
                </a:lnTo>
                <a:lnTo>
                  <a:pt x="830618" y="525542"/>
                </a:lnTo>
                <a:lnTo>
                  <a:pt x="849506" y="524008"/>
                </a:lnTo>
                <a:lnTo>
                  <a:pt x="868375" y="522294"/>
                </a:lnTo>
                <a:lnTo>
                  <a:pt x="887235" y="520360"/>
                </a:lnTo>
                <a:lnTo>
                  <a:pt x="906056" y="518170"/>
                </a:lnTo>
                <a:lnTo>
                  <a:pt x="924849" y="515712"/>
                </a:lnTo>
                <a:lnTo>
                  <a:pt x="943585" y="512893"/>
                </a:lnTo>
                <a:lnTo>
                  <a:pt x="962263" y="509635"/>
                </a:lnTo>
                <a:lnTo>
                  <a:pt x="980818" y="505825"/>
                </a:lnTo>
                <a:lnTo>
                  <a:pt x="999201" y="501225"/>
                </a:lnTo>
                <a:lnTo>
                  <a:pt x="1017232" y="495405"/>
                </a:lnTo>
                <a:lnTo>
                  <a:pt x="1034348" y="487318"/>
                </a:lnTo>
                <a:lnTo>
                  <a:pt x="1046607" y="473507"/>
                </a:lnTo>
                <a:lnTo>
                  <a:pt x="1052455" y="455552"/>
                </a:lnTo>
                <a:lnTo>
                  <a:pt x="1058913" y="437731"/>
                </a:lnTo>
                <a:lnTo>
                  <a:pt x="1065371" y="419910"/>
                </a:lnTo>
                <a:lnTo>
                  <a:pt x="1071820" y="402098"/>
                </a:lnTo>
                <a:lnTo>
                  <a:pt x="1078278" y="384277"/>
                </a:lnTo>
                <a:lnTo>
                  <a:pt x="1084736" y="366455"/>
                </a:lnTo>
                <a:lnTo>
                  <a:pt x="1091194" y="348634"/>
                </a:lnTo>
                <a:lnTo>
                  <a:pt x="1097642" y="330822"/>
                </a:lnTo>
                <a:lnTo>
                  <a:pt x="1104100" y="313001"/>
                </a:lnTo>
                <a:lnTo>
                  <a:pt x="1110558" y="295180"/>
                </a:lnTo>
                <a:lnTo>
                  <a:pt x="1117006" y="277358"/>
                </a:lnTo>
                <a:lnTo>
                  <a:pt x="1123464" y="259547"/>
                </a:lnTo>
                <a:lnTo>
                  <a:pt x="1129922" y="241725"/>
                </a:lnTo>
                <a:lnTo>
                  <a:pt x="1136371" y="223904"/>
                </a:lnTo>
                <a:lnTo>
                  <a:pt x="1142829" y="206092"/>
                </a:lnTo>
                <a:lnTo>
                  <a:pt x="1149287" y="188271"/>
                </a:lnTo>
                <a:lnTo>
                  <a:pt x="1155735" y="170450"/>
                </a:lnTo>
                <a:lnTo>
                  <a:pt x="1162193" y="152629"/>
                </a:lnTo>
                <a:lnTo>
                  <a:pt x="1168651" y="134817"/>
                </a:lnTo>
                <a:lnTo>
                  <a:pt x="1175099" y="116996"/>
                </a:lnTo>
                <a:lnTo>
                  <a:pt x="1181557" y="99174"/>
                </a:lnTo>
                <a:lnTo>
                  <a:pt x="1188015" y="81353"/>
                </a:lnTo>
                <a:lnTo>
                  <a:pt x="1194473" y="63541"/>
                </a:lnTo>
                <a:lnTo>
                  <a:pt x="1200922" y="45720"/>
                </a:lnTo>
                <a:lnTo>
                  <a:pt x="1207379" y="27899"/>
                </a:lnTo>
                <a:lnTo>
                  <a:pt x="1213837" y="10077"/>
                </a:lnTo>
                <a:lnTo>
                  <a:pt x="1214199" y="7334"/>
                </a:lnTo>
                <a:lnTo>
                  <a:pt x="1198178" y="17212"/>
                </a:lnTo>
                <a:lnTo>
                  <a:pt x="1180271" y="23374"/>
                </a:lnTo>
                <a:lnTo>
                  <a:pt x="1161907" y="28032"/>
                </a:lnTo>
                <a:lnTo>
                  <a:pt x="1143343" y="31842"/>
                </a:lnTo>
                <a:lnTo>
                  <a:pt x="1124664" y="35071"/>
                </a:lnTo>
                <a:lnTo>
                  <a:pt x="1105929" y="37890"/>
                </a:lnTo>
                <a:lnTo>
                  <a:pt x="1087136" y="40386"/>
                </a:lnTo>
                <a:lnTo>
                  <a:pt x="1068314" y="42615"/>
                </a:lnTo>
                <a:lnTo>
                  <a:pt x="1049474" y="44634"/>
                </a:lnTo>
                <a:lnTo>
                  <a:pt x="1030615" y="46463"/>
                </a:lnTo>
                <a:lnTo>
                  <a:pt x="1011736" y="48130"/>
                </a:lnTo>
                <a:lnTo>
                  <a:pt x="992838" y="49663"/>
                </a:lnTo>
                <a:lnTo>
                  <a:pt x="973941" y="51064"/>
                </a:lnTo>
                <a:lnTo>
                  <a:pt x="955034" y="52349"/>
                </a:lnTo>
                <a:lnTo>
                  <a:pt x="936117" y="53531"/>
                </a:lnTo>
                <a:lnTo>
                  <a:pt x="917200" y="54616"/>
                </a:lnTo>
                <a:lnTo>
                  <a:pt x="898274" y="55616"/>
                </a:lnTo>
                <a:lnTo>
                  <a:pt x="879348" y="56521"/>
                </a:lnTo>
                <a:lnTo>
                  <a:pt x="860412" y="57360"/>
                </a:lnTo>
                <a:lnTo>
                  <a:pt x="841477" y="58122"/>
                </a:lnTo>
                <a:lnTo>
                  <a:pt x="822531" y="58807"/>
                </a:lnTo>
                <a:lnTo>
                  <a:pt x="803596" y="59436"/>
                </a:lnTo>
                <a:lnTo>
                  <a:pt x="784650" y="59988"/>
                </a:lnTo>
                <a:lnTo>
                  <a:pt x="765705" y="60484"/>
                </a:lnTo>
                <a:lnTo>
                  <a:pt x="746760" y="60912"/>
                </a:lnTo>
                <a:lnTo>
                  <a:pt x="727805" y="61284"/>
                </a:lnTo>
                <a:lnTo>
                  <a:pt x="708860" y="61608"/>
                </a:lnTo>
                <a:lnTo>
                  <a:pt x="689915" y="61865"/>
                </a:lnTo>
                <a:lnTo>
                  <a:pt x="670960" y="62074"/>
                </a:lnTo>
                <a:lnTo>
                  <a:pt x="652005" y="62227"/>
                </a:lnTo>
                <a:lnTo>
                  <a:pt x="633060" y="62322"/>
                </a:lnTo>
                <a:lnTo>
                  <a:pt x="614105" y="62360"/>
                </a:lnTo>
                <a:lnTo>
                  <a:pt x="595151" y="62351"/>
                </a:lnTo>
                <a:lnTo>
                  <a:pt x="576205" y="62284"/>
                </a:lnTo>
                <a:lnTo>
                  <a:pt x="557251" y="62160"/>
                </a:lnTo>
                <a:lnTo>
                  <a:pt x="538296" y="61989"/>
                </a:lnTo>
                <a:lnTo>
                  <a:pt x="519351" y="61760"/>
                </a:lnTo>
                <a:lnTo>
                  <a:pt x="500396" y="61474"/>
                </a:lnTo>
                <a:lnTo>
                  <a:pt x="481451" y="61141"/>
                </a:lnTo>
                <a:lnTo>
                  <a:pt x="462505" y="60731"/>
                </a:lnTo>
                <a:lnTo>
                  <a:pt x="443560" y="60274"/>
                </a:lnTo>
                <a:lnTo>
                  <a:pt x="424615" y="59750"/>
                </a:lnTo>
                <a:lnTo>
                  <a:pt x="405670" y="59169"/>
                </a:lnTo>
                <a:lnTo>
                  <a:pt x="386725" y="58522"/>
                </a:lnTo>
                <a:lnTo>
                  <a:pt x="367789" y="57798"/>
                </a:lnTo>
                <a:lnTo>
                  <a:pt x="348853" y="57007"/>
                </a:lnTo>
                <a:lnTo>
                  <a:pt x="329927" y="56140"/>
                </a:lnTo>
                <a:lnTo>
                  <a:pt x="310991" y="55188"/>
                </a:lnTo>
                <a:lnTo>
                  <a:pt x="292075" y="54159"/>
                </a:lnTo>
                <a:lnTo>
                  <a:pt x="273148" y="53026"/>
                </a:lnTo>
                <a:lnTo>
                  <a:pt x="254241" y="51806"/>
                </a:lnTo>
                <a:lnTo>
                  <a:pt x="235334" y="50473"/>
                </a:lnTo>
                <a:lnTo>
                  <a:pt x="216437" y="49016"/>
                </a:lnTo>
                <a:lnTo>
                  <a:pt x="197558" y="47425"/>
                </a:lnTo>
                <a:lnTo>
                  <a:pt x="178679" y="45691"/>
                </a:lnTo>
                <a:lnTo>
                  <a:pt x="159830" y="43786"/>
                </a:lnTo>
                <a:lnTo>
                  <a:pt x="140989" y="41681"/>
                </a:lnTo>
                <a:lnTo>
                  <a:pt x="122187" y="39338"/>
                </a:lnTo>
                <a:lnTo>
                  <a:pt x="103413" y="36709"/>
                </a:lnTo>
                <a:lnTo>
                  <a:pt x="84706" y="33728"/>
                </a:lnTo>
                <a:lnTo>
                  <a:pt x="66065" y="30270"/>
                </a:lnTo>
                <a:lnTo>
                  <a:pt x="47577" y="26137"/>
                </a:lnTo>
                <a:lnTo>
                  <a:pt x="29356" y="20945"/>
                </a:lnTo>
                <a:lnTo>
                  <a:pt x="11887" y="13668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78A8D5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56" name="funnel-step-cap-5">
            <a:extLst xmlns:a="http://schemas.openxmlformats.org/drawingml/2006/main">
              <a:ext uri="{FF2B5EF4-FFF2-40B4-BE49-F238E27FC236}">
                <a16:creationId xmlns:a16="http://schemas.microsoft.com/office/drawing/2014/main" id="{CD211AB1-8274-44F7-9A1E-1FB20B21F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10844" y="5434270"/>
            <a:ext cx="1217552" cy="17728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8A8D5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57" name="funnel-flow-arrow">
            <a:extLst xmlns:a="http://schemas.openxmlformats.org/drawingml/2006/main">
              <a:ext uri="{FF2B5EF4-FFF2-40B4-BE49-F238E27FC236}">
                <a16:creationId xmlns:a16="http://schemas.microsoft.com/office/drawing/2014/main" id="{7FF96FA3-2203-4AD2-BABE-553029F51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52850" y="2466975"/>
            <a:ext cx="1733550" cy="3631178"/>
          </a:xfrm>
          <a:custGeom xmlns:a="http://schemas.openxmlformats.org/drawingml/2006/main">
            <a:pathLst>
              <a:path w="1733550" h="3631178">
                <a:moveTo>
                  <a:pt x="0" y="0"/>
                </a:moveTo>
                <a:lnTo>
                  <a:pt x="0" y="42834"/>
                </a:lnTo>
                <a:lnTo>
                  <a:pt x="9249" y="84525"/>
                </a:lnTo>
                <a:lnTo>
                  <a:pt x="19660" y="126063"/>
                </a:lnTo>
                <a:lnTo>
                  <a:pt x="30070" y="167611"/>
                </a:lnTo>
                <a:lnTo>
                  <a:pt x="40491" y="209159"/>
                </a:lnTo>
                <a:lnTo>
                  <a:pt x="50902" y="250708"/>
                </a:lnTo>
                <a:lnTo>
                  <a:pt x="61312" y="292256"/>
                </a:lnTo>
                <a:lnTo>
                  <a:pt x="71723" y="333794"/>
                </a:lnTo>
                <a:lnTo>
                  <a:pt x="82144" y="375342"/>
                </a:lnTo>
                <a:lnTo>
                  <a:pt x="92554" y="416890"/>
                </a:lnTo>
                <a:lnTo>
                  <a:pt x="102965" y="458438"/>
                </a:lnTo>
                <a:lnTo>
                  <a:pt x="113376" y="499977"/>
                </a:lnTo>
                <a:lnTo>
                  <a:pt x="123796" y="541525"/>
                </a:lnTo>
                <a:lnTo>
                  <a:pt x="134207" y="583073"/>
                </a:lnTo>
                <a:lnTo>
                  <a:pt x="143599" y="624850"/>
                </a:lnTo>
                <a:lnTo>
                  <a:pt x="151924" y="666864"/>
                </a:lnTo>
                <a:lnTo>
                  <a:pt x="159915" y="708946"/>
                </a:lnTo>
                <a:lnTo>
                  <a:pt x="167916" y="751018"/>
                </a:lnTo>
                <a:lnTo>
                  <a:pt x="175908" y="793099"/>
                </a:lnTo>
                <a:lnTo>
                  <a:pt x="183899" y="835181"/>
                </a:lnTo>
                <a:lnTo>
                  <a:pt x="191900" y="877253"/>
                </a:lnTo>
                <a:lnTo>
                  <a:pt x="199892" y="919334"/>
                </a:lnTo>
                <a:lnTo>
                  <a:pt x="207883" y="961415"/>
                </a:lnTo>
                <a:lnTo>
                  <a:pt x="215884" y="1003487"/>
                </a:lnTo>
                <a:lnTo>
                  <a:pt x="223876" y="1045569"/>
                </a:lnTo>
                <a:lnTo>
                  <a:pt x="231867" y="1087650"/>
                </a:lnTo>
                <a:lnTo>
                  <a:pt x="239868" y="1129722"/>
                </a:lnTo>
                <a:lnTo>
                  <a:pt x="247860" y="1171804"/>
                </a:lnTo>
                <a:lnTo>
                  <a:pt x="255746" y="1213904"/>
                </a:lnTo>
                <a:lnTo>
                  <a:pt x="263300" y="1256062"/>
                </a:lnTo>
                <a:lnTo>
                  <a:pt x="270577" y="1298267"/>
                </a:lnTo>
                <a:lnTo>
                  <a:pt x="277854" y="1340482"/>
                </a:lnTo>
                <a:lnTo>
                  <a:pt x="285131" y="1382687"/>
                </a:lnTo>
                <a:lnTo>
                  <a:pt x="292408" y="1424892"/>
                </a:lnTo>
                <a:lnTo>
                  <a:pt x="299685" y="1467107"/>
                </a:lnTo>
                <a:lnTo>
                  <a:pt x="306972" y="1509312"/>
                </a:lnTo>
                <a:lnTo>
                  <a:pt x="314249" y="1551518"/>
                </a:lnTo>
                <a:lnTo>
                  <a:pt x="321526" y="1593733"/>
                </a:lnTo>
                <a:lnTo>
                  <a:pt x="328803" y="1635938"/>
                </a:lnTo>
                <a:lnTo>
                  <a:pt x="336080" y="1678143"/>
                </a:lnTo>
                <a:lnTo>
                  <a:pt x="343357" y="1720358"/>
                </a:lnTo>
                <a:lnTo>
                  <a:pt x="350634" y="1762563"/>
                </a:lnTo>
                <a:lnTo>
                  <a:pt x="357911" y="1804768"/>
                </a:lnTo>
                <a:lnTo>
                  <a:pt x="364931" y="1847021"/>
                </a:lnTo>
                <a:lnTo>
                  <a:pt x="371799" y="1889303"/>
                </a:lnTo>
                <a:lnTo>
                  <a:pt x="378657" y="1931575"/>
                </a:lnTo>
                <a:lnTo>
                  <a:pt x="385515" y="1973856"/>
                </a:lnTo>
                <a:lnTo>
                  <a:pt x="392363" y="2016138"/>
                </a:lnTo>
                <a:lnTo>
                  <a:pt x="399221" y="2058419"/>
                </a:lnTo>
                <a:lnTo>
                  <a:pt x="406070" y="2100691"/>
                </a:lnTo>
                <a:lnTo>
                  <a:pt x="412928" y="2142973"/>
                </a:lnTo>
                <a:lnTo>
                  <a:pt x="419776" y="2185254"/>
                </a:lnTo>
                <a:lnTo>
                  <a:pt x="426634" y="2227536"/>
                </a:lnTo>
                <a:lnTo>
                  <a:pt x="433492" y="2269808"/>
                </a:lnTo>
                <a:lnTo>
                  <a:pt x="440341" y="2312089"/>
                </a:lnTo>
                <a:lnTo>
                  <a:pt x="447199" y="2354370"/>
                </a:lnTo>
                <a:lnTo>
                  <a:pt x="454047" y="2396652"/>
                </a:lnTo>
                <a:lnTo>
                  <a:pt x="460772" y="2438952"/>
                </a:lnTo>
                <a:lnTo>
                  <a:pt x="467382" y="2481263"/>
                </a:lnTo>
                <a:lnTo>
                  <a:pt x="473954" y="2523592"/>
                </a:lnTo>
                <a:lnTo>
                  <a:pt x="480517" y="2565921"/>
                </a:lnTo>
                <a:lnTo>
                  <a:pt x="487089" y="2608240"/>
                </a:lnTo>
                <a:lnTo>
                  <a:pt x="493652" y="2650569"/>
                </a:lnTo>
                <a:lnTo>
                  <a:pt x="500224" y="2692889"/>
                </a:lnTo>
                <a:lnTo>
                  <a:pt x="506787" y="2735218"/>
                </a:lnTo>
                <a:lnTo>
                  <a:pt x="513359" y="2777538"/>
                </a:lnTo>
                <a:lnTo>
                  <a:pt x="519922" y="2819867"/>
                </a:lnTo>
                <a:lnTo>
                  <a:pt x="526494" y="2862186"/>
                </a:lnTo>
                <a:lnTo>
                  <a:pt x="533057" y="2904515"/>
                </a:lnTo>
                <a:lnTo>
                  <a:pt x="539629" y="2946835"/>
                </a:lnTo>
                <a:lnTo>
                  <a:pt x="503692" y="2952750"/>
                </a:lnTo>
                <a:lnTo>
                  <a:pt x="460867" y="2952750"/>
                </a:lnTo>
                <a:lnTo>
                  <a:pt x="418033" y="2952750"/>
                </a:lnTo>
                <a:lnTo>
                  <a:pt x="375199" y="2952750"/>
                </a:lnTo>
                <a:lnTo>
                  <a:pt x="332375" y="2952750"/>
                </a:lnTo>
                <a:lnTo>
                  <a:pt x="289541" y="2952750"/>
                </a:lnTo>
                <a:lnTo>
                  <a:pt x="246707" y="2952750"/>
                </a:lnTo>
                <a:lnTo>
                  <a:pt x="225514" y="2962056"/>
                </a:lnTo>
                <a:lnTo>
                  <a:pt x="254975" y="2993136"/>
                </a:lnTo>
                <a:lnTo>
                  <a:pt x="284445" y="3024226"/>
                </a:lnTo>
                <a:lnTo>
                  <a:pt x="313906" y="3055306"/>
                </a:lnTo>
                <a:lnTo>
                  <a:pt x="343376" y="3086395"/>
                </a:lnTo>
                <a:lnTo>
                  <a:pt x="372837" y="3117475"/>
                </a:lnTo>
                <a:lnTo>
                  <a:pt x="402307" y="3148565"/>
                </a:lnTo>
                <a:lnTo>
                  <a:pt x="431768" y="3179645"/>
                </a:lnTo>
                <a:lnTo>
                  <a:pt x="461239" y="3210735"/>
                </a:lnTo>
                <a:lnTo>
                  <a:pt x="490699" y="3241815"/>
                </a:lnTo>
                <a:lnTo>
                  <a:pt x="520170" y="3272904"/>
                </a:lnTo>
                <a:lnTo>
                  <a:pt x="549631" y="3303984"/>
                </a:lnTo>
                <a:lnTo>
                  <a:pt x="579101" y="3335074"/>
                </a:lnTo>
                <a:lnTo>
                  <a:pt x="608571" y="3366154"/>
                </a:lnTo>
                <a:lnTo>
                  <a:pt x="638032" y="3397244"/>
                </a:lnTo>
                <a:lnTo>
                  <a:pt x="667502" y="3428324"/>
                </a:lnTo>
                <a:lnTo>
                  <a:pt x="696963" y="3459413"/>
                </a:lnTo>
                <a:lnTo>
                  <a:pt x="726434" y="3490493"/>
                </a:lnTo>
                <a:lnTo>
                  <a:pt x="755894" y="3521583"/>
                </a:lnTo>
                <a:lnTo>
                  <a:pt x="785365" y="3552663"/>
                </a:lnTo>
                <a:lnTo>
                  <a:pt x="814826" y="3583753"/>
                </a:lnTo>
                <a:lnTo>
                  <a:pt x="844296" y="3614833"/>
                </a:lnTo>
                <a:lnTo>
                  <a:pt x="873757" y="3631178"/>
                </a:lnTo>
                <a:lnTo>
                  <a:pt x="903227" y="3600098"/>
                </a:lnTo>
                <a:lnTo>
                  <a:pt x="932688" y="3569008"/>
                </a:lnTo>
                <a:lnTo>
                  <a:pt x="962158" y="3537928"/>
                </a:lnTo>
                <a:lnTo>
                  <a:pt x="991619" y="3506838"/>
                </a:lnTo>
                <a:lnTo>
                  <a:pt x="1021090" y="3475758"/>
                </a:lnTo>
                <a:lnTo>
                  <a:pt x="1050550" y="3444669"/>
                </a:lnTo>
                <a:lnTo>
                  <a:pt x="1080021" y="3413589"/>
                </a:lnTo>
                <a:lnTo>
                  <a:pt x="1109491" y="3382499"/>
                </a:lnTo>
                <a:lnTo>
                  <a:pt x="1138952" y="3351419"/>
                </a:lnTo>
                <a:lnTo>
                  <a:pt x="1168422" y="3320329"/>
                </a:lnTo>
                <a:lnTo>
                  <a:pt x="1197883" y="3289249"/>
                </a:lnTo>
                <a:lnTo>
                  <a:pt x="1227353" y="3258160"/>
                </a:lnTo>
                <a:lnTo>
                  <a:pt x="1256814" y="3227080"/>
                </a:lnTo>
                <a:lnTo>
                  <a:pt x="1286285" y="3195990"/>
                </a:lnTo>
                <a:lnTo>
                  <a:pt x="1315745" y="3164910"/>
                </a:lnTo>
                <a:lnTo>
                  <a:pt x="1345216" y="3133820"/>
                </a:lnTo>
                <a:lnTo>
                  <a:pt x="1374677" y="3102740"/>
                </a:lnTo>
                <a:lnTo>
                  <a:pt x="1404147" y="3071651"/>
                </a:lnTo>
                <a:lnTo>
                  <a:pt x="1433608" y="3040571"/>
                </a:lnTo>
                <a:lnTo>
                  <a:pt x="1463078" y="3009481"/>
                </a:lnTo>
                <a:lnTo>
                  <a:pt x="1492539" y="2978401"/>
                </a:lnTo>
                <a:lnTo>
                  <a:pt x="1509370" y="2952750"/>
                </a:lnTo>
                <a:lnTo>
                  <a:pt x="1466536" y="2952750"/>
                </a:lnTo>
                <a:lnTo>
                  <a:pt x="1423702" y="2952750"/>
                </a:lnTo>
                <a:lnTo>
                  <a:pt x="1380877" y="2952750"/>
                </a:lnTo>
                <a:lnTo>
                  <a:pt x="1338043" y="2952750"/>
                </a:lnTo>
                <a:lnTo>
                  <a:pt x="1295210" y="2952750"/>
                </a:lnTo>
                <a:lnTo>
                  <a:pt x="1252385" y="2952750"/>
                </a:lnTo>
                <a:lnTo>
                  <a:pt x="1209551" y="2952750"/>
                </a:lnTo>
                <a:lnTo>
                  <a:pt x="1197035" y="2926775"/>
                </a:lnTo>
                <a:lnTo>
                  <a:pt x="1203608" y="2884446"/>
                </a:lnTo>
                <a:lnTo>
                  <a:pt x="1210170" y="2842127"/>
                </a:lnTo>
                <a:lnTo>
                  <a:pt x="1216743" y="2799798"/>
                </a:lnTo>
                <a:lnTo>
                  <a:pt x="1223305" y="2757478"/>
                </a:lnTo>
                <a:lnTo>
                  <a:pt x="1229878" y="2715149"/>
                </a:lnTo>
                <a:lnTo>
                  <a:pt x="1236440" y="2672829"/>
                </a:lnTo>
                <a:lnTo>
                  <a:pt x="1243013" y="2630500"/>
                </a:lnTo>
                <a:lnTo>
                  <a:pt x="1249575" y="2588171"/>
                </a:lnTo>
                <a:lnTo>
                  <a:pt x="1256147" y="2545852"/>
                </a:lnTo>
                <a:lnTo>
                  <a:pt x="1262710" y="2503522"/>
                </a:lnTo>
                <a:lnTo>
                  <a:pt x="1269282" y="2461203"/>
                </a:lnTo>
                <a:lnTo>
                  <a:pt x="1275940" y="2418893"/>
                </a:lnTo>
                <a:lnTo>
                  <a:pt x="1282751" y="2376602"/>
                </a:lnTo>
                <a:lnTo>
                  <a:pt x="1289599" y="2334330"/>
                </a:lnTo>
                <a:lnTo>
                  <a:pt x="1296457" y="2292048"/>
                </a:lnTo>
                <a:lnTo>
                  <a:pt x="1303315" y="2249767"/>
                </a:lnTo>
                <a:lnTo>
                  <a:pt x="1310164" y="2207485"/>
                </a:lnTo>
                <a:lnTo>
                  <a:pt x="1317022" y="2165213"/>
                </a:lnTo>
                <a:lnTo>
                  <a:pt x="1323870" y="2122932"/>
                </a:lnTo>
                <a:lnTo>
                  <a:pt x="1330728" y="2080651"/>
                </a:lnTo>
                <a:lnTo>
                  <a:pt x="1337577" y="2038369"/>
                </a:lnTo>
                <a:lnTo>
                  <a:pt x="1344435" y="1996097"/>
                </a:lnTo>
                <a:lnTo>
                  <a:pt x="1351293" y="1953816"/>
                </a:lnTo>
                <a:lnTo>
                  <a:pt x="1358141" y="1911534"/>
                </a:lnTo>
                <a:lnTo>
                  <a:pt x="1364999" y="1869253"/>
                </a:lnTo>
                <a:lnTo>
                  <a:pt x="1371952" y="1826990"/>
                </a:lnTo>
                <a:lnTo>
                  <a:pt x="1379087" y="1784756"/>
                </a:lnTo>
                <a:lnTo>
                  <a:pt x="1386364" y="1742551"/>
                </a:lnTo>
                <a:lnTo>
                  <a:pt x="1393641" y="1700346"/>
                </a:lnTo>
                <a:lnTo>
                  <a:pt x="1400918" y="1658131"/>
                </a:lnTo>
                <a:lnTo>
                  <a:pt x="1408195" y="1615926"/>
                </a:lnTo>
                <a:lnTo>
                  <a:pt x="1415482" y="1573721"/>
                </a:lnTo>
                <a:lnTo>
                  <a:pt x="1422759" y="1531515"/>
                </a:lnTo>
                <a:lnTo>
                  <a:pt x="1430036" y="1489300"/>
                </a:lnTo>
                <a:lnTo>
                  <a:pt x="1437313" y="1447095"/>
                </a:lnTo>
                <a:lnTo>
                  <a:pt x="1444590" y="1404890"/>
                </a:lnTo>
                <a:lnTo>
                  <a:pt x="1451867" y="1362675"/>
                </a:lnTo>
                <a:lnTo>
                  <a:pt x="1459144" y="1320470"/>
                </a:lnTo>
                <a:lnTo>
                  <a:pt x="1466421" y="1278265"/>
                </a:lnTo>
                <a:lnTo>
                  <a:pt x="1473813" y="1236069"/>
                </a:lnTo>
                <a:lnTo>
                  <a:pt x="1481490" y="1193930"/>
                </a:lnTo>
                <a:lnTo>
                  <a:pt x="1489481" y="1151858"/>
                </a:lnTo>
                <a:lnTo>
                  <a:pt x="1497473" y="1109777"/>
                </a:lnTo>
                <a:lnTo>
                  <a:pt x="1505474" y="1067695"/>
                </a:lnTo>
                <a:lnTo>
                  <a:pt x="1513465" y="1025623"/>
                </a:lnTo>
                <a:lnTo>
                  <a:pt x="1521457" y="983542"/>
                </a:lnTo>
                <a:lnTo>
                  <a:pt x="1529458" y="941461"/>
                </a:lnTo>
                <a:lnTo>
                  <a:pt x="1537449" y="899389"/>
                </a:lnTo>
                <a:lnTo>
                  <a:pt x="1545441" y="857307"/>
                </a:lnTo>
                <a:lnTo>
                  <a:pt x="1553442" y="815226"/>
                </a:lnTo>
                <a:lnTo>
                  <a:pt x="1561433" y="773154"/>
                </a:lnTo>
                <a:lnTo>
                  <a:pt x="1569425" y="731072"/>
                </a:lnTo>
                <a:lnTo>
                  <a:pt x="1577426" y="688991"/>
                </a:lnTo>
                <a:lnTo>
                  <a:pt x="1585446" y="646919"/>
                </a:lnTo>
                <a:lnTo>
                  <a:pt x="1594009" y="604952"/>
                </a:lnTo>
                <a:lnTo>
                  <a:pt x="1604277" y="563375"/>
                </a:lnTo>
                <a:lnTo>
                  <a:pt x="1614697" y="521827"/>
                </a:lnTo>
                <a:lnTo>
                  <a:pt x="1625108" y="480289"/>
                </a:lnTo>
                <a:lnTo>
                  <a:pt x="1635519" y="438741"/>
                </a:lnTo>
                <a:lnTo>
                  <a:pt x="1645930" y="397193"/>
                </a:lnTo>
                <a:lnTo>
                  <a:pt x="1656350" y="355644"/>
                </a:lnTo>
                <a:lnTo>
                  <a:pt x="1666761" y="314096"/>
                </a:lnTo>
                <a:lnTo>
                  <a:pt x="1677172" y="272558"/>
                </a:lnTo>
                <a:lnTo>
                  <a:pt x="1687582" y="231010"/>
                </a:lnTo>
                <a:lnTo>
                  <a:pt x="1698003" y="189462"/>
                </a:lnTo>
                <a:lnTo>
                  <a:pt x="1708414" y="147914"/>
                </a:lnTo>
                <a:lnTo>
                  <a:pt x="1718824" y="106366"/>
                </a:lnTo>
                <a:lnTo>
                  <a:pt x="1729235" y="64827"/>
                </a:lnTo>
                <a:lnTo>
                  <a:pt x="1733550" y="22527"/>
                </a:lnTo>
                <a:lnTo>
                  <a:pt x="1713243" y="0"/>
                </a:lnTo>
                <a:lnTo>
                  <a:pt x="1670418" y="0"/>
                </a:lnTo>
                <a:lnTo>
                  <a:pt x="1627584" y="0"/>
                </a:lnTo>
                <a:lnTo>
                  <a:pt x="1584750" y="0"/>
                </a:lnTo>
                <a:lnTo>
                  <a:pt x="1541917" y="0"/>
                </a:lnTo>
                <a:lnTo>
                  <a:pt x="1499092" y="0"/>
                </a:lnTo>
                <a:lnTo>
                  <a:pt x="1456258" y="0"/>
                </a:lnTo>
                <a:lnTo>
                  <a:pt x="1413424" y="0"/>
                </a:lnTo>
                <a:lnTo>
                  <a:pt x="1370600" y="0"/>
                </a:lnTo>
                <a:lnTo>
                  <a:pt x="1327766" y="0"/>
                </a:lnTo>
                <a:lnTo>
                  <a:pt x="1284932" y="0"/>
                </a:lnTo>
                <a:lnTo>
                  <a:pt x="1242098" y="0"/>
                </a:lnTo>
                <a:lnTo>
                  <a:pt x="1199274" y="0"/>
                </a:lnTo>
                <a:lnTo>
                  <a:pt x="1156440" y="0"/>
                </a:lnTo>
                <a:lnTo>
                  <a:pt x="1113606" y="0"/>
                </a:lnTo>
                <a:lnTo>
                  <a:pt x="1070781" y="0"/>
                </a:lnTo>
                <a:lnTo>
                  <a:pt x="1027948" y="0"/>
                </a:lnTo>
                <a:lnTo>
                  <a:pt x="985114" y="0"/>
                </a:lnTo>
                <a:lnTo>
                  <a:pt x="942289" y="0"/>
                </a:lnTo>
                <a:lnTo>
                  <a:pt x="899455" y="0"/>
                </a:lnTo>
                <a:lnTo>
                  <a:pt x="856621" y="0"/>
                </a:lnTo>
                <a:lnTo>
                  <a:pt x="813787" y="0"/>
                </a:lnTo>
                <a:lnTo>
                  <a:pt x="770963" y="0"/>
                </a:lnTo>
                <a:lnTo>
                  <a:pt x="728129" y="0"/>
                </a:lnTo>
                <a:lnTo>
                  <a:pt x="685295" y="0"/>
                </a:lnTo>
                <a:lnTo>
                  <a:pt x="642471" y="0"/>
                </a:lnTo>
                <a:lnTo>
                  <a:pt x="599637" y="0"/>
                </a:lnTo>
                <a:lnTo>
                  <a:pt x="556803" y="0"/>
                </a:lnTo>
                <a:lnTo>
                  <a:pt x="513969" y="0"/>
                </a:lnTo>
                <a:lnTo>
                  <a:pt x="471145" y="0"/>
                </a:lnTo>
                <a:lnTo>
                  <a:pt x="428311" y="0"/>
                </a:lnTo>
                <a:lnTo>
                  <a:pt x="385477" y="0"/>
                </a:lnTo>
                <a:lnTo>
                  <a:pt x="342652" y="0"/>
                </a:lnTo>
                <a:lnTo>
                  <a:pt x="299818" y="0"/>
                </a:lnTo>
                <a:lnTo>
                  <a:pt x="256985" y="0"/>
                </a:lnTo>
                <a:lnTo>
                  <a:pt x="214160" y="0"/>
                </a:lnTo>
                <a:lnTo>
                  <a:pt x="171326" y="0"/>
                </a:lnTo>
                <a:lnTo>
                  <a:pt x="128492" y="0"/>
                </a:lnTo>
                <a:lnTo>
                  <a:pt x="85658" y="0"/>
                </a:lnTo>
                <a:lnTo>
                  <a:pt x="42834" y="0"/>
                </a:lnTo>
                <a:lnTo>
                  <a:pt x="0" y="0"/>
                </a:lnTo>
                <a:close/>
              </a:path>
            </a:pathLst>
          </a:custGeom>
          <a:gradFill xmlns:a="http://schemas.openxmlformats.org/drawingml/2006/main">
            <a:gsLst>
              <a:gs pos="0">
                <a:srgbClr val="000000"/>
              </a:gs>
              <a:gs pos="42">
                <a:srgbClr val="B8D8F2">
                  <a:alpha val="16000"/>
                </a:srgbClr>
              </a:gs>
              <a:gs pos="76">
                <a:srgbClr val="8FC4EE">
                  <a:alpha val="32000"/>
                </a:srgbClr>
              </a:gs>
              <a:gs pos="100">
                <a:srgbClr val="72B3E8">
                  <a:alpha val="52000"/>
                </a:srgbClr>
              </a:gs>
            </a:gsLst>
            <a:lin ang="10800000"/>
          </a:gradFill>
          <a:ln xmlns:a="http://schemas.openxmlformats.org/drawingml/2006/main" w="9525">
            <a:noFill/>
            <a:prstDash val="solid"/>
          </a:ln>
        </p:spPr>
      </p:sp>
      <p:sp>
        <p:nvSpPr>
          <p:cNvPr id="58" name="phase-label-0">
            <a:extLst xmlns:a="http://schemas.openxmlformats.org/drawingml/2006/main">
              <a:ext uri="{FF2B5EF4-FFF2-40B4-BE49-F238E27FC236}">
                <a16:creationId xmlns:a16="http://schemas.microsoft.com/office/drawing/2014/main" id="{BAAA8D51-23DB-4537-B4AD-10EDD47AC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1638300"/>
            <a:ext cx="228600" cy="205576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阶段一</a:t>
            </a:r>
          </a:p>
        </p:txBody>
      </p:sp>
      <p:sp>
        <p:nvSpPr>
          <p:cNvPr id="59" name="phase-label-1">
            <a:extLst xmlns:a="http://schemas.openxmlformats.org/drawingml/2006/main">
              <a:ext uri="{FF2B5EF4-FFF2-40B4-BE49-F238E27FC236}">
                <a16:creationId xmlns:a16="http://schemas.microsoft.com/office/drawing/2014/main" id="{7D0E37FF-DEA8-44E2-B767-B296FF978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3694062"/>
            <a:ext cx="228600" cy="120327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阶段二</a:t>
            </a:r>
          </a:p>
        </p:txBody>
      </p:sp>
      <p:sp>
        <p:nvSpPr>
          <p:cNvPr id="60" name="phase-label-2">
            <a:extLst xmlns:a="http://schemas.openxmlformats.org/drawingml/2006/main">
              <a:ext uri="{FF2B5EF4-FFF2-40B4-BE49-F238E27FC236}">
                <a16:creationId xmlns:a16="http://schemas.microsoft.com/office/drawing/2014/main" id="{00A37000-1766-4FF0-B14E-B85C55CBF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4897336"/>
            <a:ext cx="228600" cy="13128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阶段三</a:t>
            </a:r>
          </a:p>
        </p:txBody>
      </p:sp>
      <p:sp>
        <p:nvSpPr>
          <p:cNvPr id="61" name="funnel-step-title-0">
            <a:extLst xmlns:a="http://schemas.openxmlformats.org/drawingml/2006/main">
              <a:ext uri="{FF2B5EF4-FFF2-40B4-BE49-F238E27FC236}">
                <a16:creationId xmlns:a16="http://schemas.microsoft.com/office/drawing/2014/main" id="{922EB42E-EB2C-4B19-BF4E-1AD403BBE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311728" y="2653455"/>
            <a:ext cx="2615803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广泛触达</a:t>
            </a:r>
          </a:p>
        </p:txBody>
      </p:sp>
      <p:sp>
        <p:nvSpPr>
          <p:cNvPr id="62" name="funnel-step-title-1">
            <a:extLst xmlns:a="http://schemas.openxmlformats.org/drawingml/2006/main">
              <a:ext uri="{FF2B5EF4-FFF2-40B4-BE49-F238E27FC236}">
                <a16:creationId xmlns:a16="http://schemas.microsoft.com/office/drawing/2014/main" id="{CF3ED749-D8B6-4057-B267-64EFEF154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528117" y="3255169"/>
            <a:ext cx="2183016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兴趣识别</a:t>
            </a:r>
          </a:p>
        </p:txBody>
      </p:sp>
      <p:sp>
        <p:nvSpPr>
          <p:cNvPr id="63" name="funnel-step-title-2">
            <a:extLst xmlns:a="http://schemas.openxmlformats.org/drawingml/2006/main">
              <a:ext uri="{FF2B5EF4-FFF2-40B4-BE49-F238E27FC236}">
                <a16:creationId xmlns:a16="http://schemas.microsoft.com/office/drawing/2014/main" id="{CE63EFE2-02F2-472F-91EC-77033487C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25018" y="3856730"/>
            <a:ext cx="1789214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意向培育</a:t>
            </a:r>
          </a:p>
        </p:txBody>
      </p:sp>
      <p:sp>
        <p:nvSpPr>
          <p:cNvPr id="64" name="funnel-step-title-3">
            <a:extLst xmlns:a="http://schemas.openxmlformats.org/drawingml/2006/main">
              <a:ext uri="{FF2B5EF4-FFF2-40B4-BE49-F238E27FC236}">
                <a16:creationId xmlns:a16="http://schemas.microsoft.com/office/drawing/2014/main" id="{C514D884-DB77-43A2-A7B7-532C3DF72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10165" y="4458443"/>
            <a:ext cx="141893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行动转化</a:t>
            </a:r>
          </a:p>
        </p:txBody>
      </p:sp>
      <p:sp>
        <p:nvSpPr>
          <p:cNvPr id="65" name="funnel-step-title-4">
            <a:extLst xmlns:a="http://schemas.openxmlformats.org/drawingml/2006/main">
              <a:ext uri="{FF2B5EF4-FFF2-40B4-BE49-F238E27FC236}">
                <a16:creationId xmlns:a16="http://schemas.microsoft.com/office/drawing/2014/main" id="{4843B601-CAE0-436F-8A1E-4016BA752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87120" y="5060156"/>
            <a:ext cx="1065019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持续留存</a:t>
            </a:r>
          </a:p>
        </p:txBody>
      </p:sp>
      <p:sp>
        <p:nvSpPr>
          <p:cNvPr id="66" name="funnel-step-title-5">
            <a:extLst xmlns:a="http://schemas.openxmlformats.org/drawingml/2006/main">
              <a:ext uri="{FF2B5EF4-FFF2-40B4-BE49-F238E27FC236}">
                <a16:creationId xmlns:a16="http://schemas.microsoft.com/office/drawing/2014/main" id="{43A6A895-A55D-4BC7-AD31-094B68DEF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200525" y="5661717"/>
            <a:ext cx="8382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价值增长</a:t>
            </a:r>
          </a:p>
        </p:txBody>
      </p:sp>
      <p:sp>
        <p:nvSpPr>
          <p:cNvPr id="67" name="input-core-0">
            <a:extLst xmlns:a="http://schemas.openxmlformats.org/drawingml/2006/main">
              <a:ext uri="{FF2B5EF4-FFF2-40B4-BE49-F238E27FC236}">
                <a16:creationId xmlns:a16="http://schemas.microsoft.com/office/drawing/2014/main" id="{A8AD88C7-DCE9-4827-8E95-B5C4ED06F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676650" y="190500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23"/>
          <a:fontRef xmlns:a="http://schemas.openxmlformats.org/drawingml/2006/main" idx="major"/>
        </p:style>
      </p:sp>
      <p:pic>
        <p:nvPicPr>
          <p:cNvPr id="13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7e61d41fcbb4a31">
            <a:extLst>
              <a:ext uri="{96DAC541-7B7A-43D3-8B79-37D633B846F1}">
                <asvg:svgBlip xmlns:asvg="http://schemas.microsoft.com/office/drawing/2016/SVG/main" r:embed="R4ff50ada25f94600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3771900" y="2000250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69" name="input-core-1">
            <a:extLst xmlns:a="http://schemas.openxmlformats.org/drawingml/2006/main">
              <a:ext uri="{FF2B5EF4-FFF2-40B4-BE49-F238E27FC236}">
                <a16:creationId xmlns:a16="http://schemas.microsoft.com/office/drawing/2014/main" id="{D2F95048-E412-4E86-BE74-28852E3FD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133975" y="1743075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23"/>
          <a:fontRef xmlns:a="http://schemas.openxmlformats.org/drawingml/2006/main" idx="major"/>
        </p:style>
      </p:sp>
      <p:pic>
        <p:nvPicPr>
          <p:cNvPr id="14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a6e55746d534b2b">
            <a:extLst>
              <a:ext uri="{96DAC541-7B7A-43D3-8B79-37D633B846F1}">
                <asvg:svgBlip xmlns:asvg="http://schemas.microsoft.com/office/drawing/2016/SVG/main" r:embed="R56dc28e5757f494b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5229225" y="1838325"/>
            <a:ext cx="209550" cy="2095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8608134"/>
      </p:ext>
    </p:extLst>
  </p:cSld>
</p:sld>
</file>

<file path=ppt/slides/slide6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3" name="phase-band-0">
            <a:extLst xmlns:a="http://schemas.openxmlformats.org/drawingml/2006/main">
              <a:ext uri="{FF2B5EF4-FFF2-40B4-BE49-F238E27FC236}">
                <a16:creationId xmlns:a16="http://schemas.microsoft.com/office/drawing/2014/main" id="{081B1DE0-BE00-40E4-9094-E00180172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1638300"/>
            <a:ext cx="11144250" cy="205576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phase-band-1">
            <a:extLst xmlns:a="http://schemas.openxmlformats.org/drawingml/2006/main">
              <a:ext uri="{FF2B5EF4-FFF2-40B4-BE49-F238E27FC236}">
                <a16:creationId xmlns:a16="http://schemas.microsoft.com/office/drawing/2014/main" id="{7A310B43-F2FF-4B1E-B730-DBFDBA136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3694062"/>
            <a:ext cx="11144250" cy="120327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38100">
            <a:solidFill>
              <a:srgbClr val="FFFFFF"/>
            </a:solidFill>
            <a:prstDash val="solid"/>
          </a:ln>
        </p:spPr>
      </p:sp>
      <p:sp>
        <p:nvSpPr>
          <p:cNvPr id="3" name="phase-band-2">
            <a:extLst xmlns:a="http://schemas.openxmlformats.org/drawingml/2006/main">
              <a:ext uri="{FF2B5EF4-FFF2-40B4-BE49-F238E27FC236}">
                <a16:creationId xmlns:a16="http://schemas.microsoft.com/office/drawing/2014/main" id="{80A4B8A7-05BF-4A9E-9D4A-DFD8C925E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4897336"/>
            <a:ext cx="11144250" cy="131281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38100">
            <a:solidFill>
              <a:srgbClr val="FFFFFF"/>
            </a:solidFill>
            <a:prstDash val="solid"/>
          </a:ln>
        </p:spPr>
      </p:sp>
      <p:sp>
        <p:nvSpPr>
          <p:cNvPr id="4" name="phase-rail-0">
            <a:extLst xmlns:a="http://schemas.openxmlformats.org/drawingml/2006/main">
              <a:ext uri="{FF2B5EF4-FFF2-40B4-BE49-F238E27FC236}">
                <a16:creationId xmlns:a16="http://schemas.microsoft.com/office/drawing/2014/main" id="{BB962AB1-F10A-48F8-A3EF-AAF64E2A0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1638300"/>
            <a:ext cx="514350" cy="2051009"/>
          </a:xfrm>
          <a:custGeom xmlns:a="http://schemas.openxmlformats.org/drawingml/2006/main">
            <a:pathLst>
              <a:path w="514350" h="2051009">
                <a:moveTo>
                  <a:pt x="0" y="0"/>
                </a:moveTo>
                <a:lnTo>
                  <a:pt x="20536" y="0"/>
                </a:lnTo>
                <a:lnTo>
                  <a:pt x="41072" y="0"/>
                </a:lnTo>
                <a:lnTo>
                  <a:pt x="61608" y="0"/>
                </a:lnTo>
                <a:lnTo>
                  <a:pt x="82144" y="0"/>
                </a:lnTo>
                <a:lnTo>
                  <a:pt x="102680" y="0"/>
                </a:lnTo>
                <a:lnTo>
                  <a:pt x="123215" y="0"/>
                </a:lnTo>
                <a:lnTo>
                  <a:pt x="143751" y="0"/>
                </a:lnTo>
                <a:lnTo>
                  <a:pt x="164287" y="0"/>
                </a:lnTo>
                <a:lnTo>
                  <a:pt x="184823" y="0"/>
                </a:lnTo>
                <a:lnTo>
                  <a:pt x="205359" y="0"/>
                </a:lnTo>
                <a:lnTo>
                  <a:pt x="225895" y="0"/>
                </a:lnTo>
                <a:lnTo>
                  <a:pt x="246431" y="0"/>
                </a:lnTo>
                <a:lnTo>
                  <a:pt x="266967" y="0"/>
                </a:lnTo>
                <a:lnTo>
                  <a:pt x="287503" y="0"/>
                </a:lnTo>
                <a:lnTo>
                  <a:pt x="308039" y="0"/>
                </a:lnTo>
                <a:lnTo>
                  <a:pt x="328574" y="0"/>
                </a:lnTo>
                <a:lnTo>
                  <a:pt x="349110" y="0"/>
                </a:lnTo>
                <a:lnTo>
                  <a:pt x="369646" y="0"/>
                </a:lnTo>
                <a:lnTo>
                  <a:pt x="390182" y="0"/>
                </a:lnTo>
                <a:lnTo>
                  <a:pt x="410718" y="0"/>
                </a:lnTo>
                <a:lnTo>
                  <a:pt x="431254" y="0"/>
                </a:lnTo>
                <a:lnTo>
                  <a:pt x="451790" y="0"/>
                </a:lnTo>
                <a:lnTo>
                  <a:pt x="472326" y="0"/>
                </a:lnTo>
                <a:lnTo>
                  <a:pt x="492862" y="0"/>
                </a:lnTo>
                <a:lnTo>
                  <a:pt x="513398" y="0"/>
                </a:lnTo>
                <a:lnTo>
                  <a:pt x="514350" y="19583"/>
                </a:lnTo>
                <a:lnTo>
                  <a:pt x="514350" y="40119"/>
                </a:lnTo>
                <a:lnTo>
                  <a:pt x="514350" y="60655"/>
                </a:lnTo>
                <a:lnTo>
                  <a:pt x="514350" y="81191"/>
                </a:lnTo>
                <a:lnTo>
                  <a:pt x="514350" y="101727"/>
                </a:lnTo>
                <a:lnTo>
                  <a:pt x="514350" y="122263"/>
                </a:lnTo>
                <a:lnTo>
                  <a:pt x="514350" y="142799"/>
                </a:lnTo>
                <a:lnTo>
                  <a:pt x="514350" y="163335"/>
                </a:lnTo>
                <a:lnTo>
                  <a:pt x="514350" y="183871"/>
                </a:lnTo>
                <a:lnTo>
                  <a:pt x="514350" y="204407"/>
                </a:lnTo>
                <a:lnTo>
                  <a:pt x="514350" y="224942"/>
                </a:lnTo>
                <a:lnTo>
                  <a:pt x="514350" y="245469"/>
                </a:lnTo>
                <a:lnTo>
                  <a:pt x="514350" y="266005"/>
                </a:lnTo>
                <a:lnTo>
                  <a:pt x="514350" y="286541"/>
                </a:lnTo>
                <a:lnTo>
                  <a:pt x="514350" y="307076"/>
                </a:lnTo>
                <a:lnTo>
                  <a:pt x="514350" y="327612"/>
                </a:lnTo>
                <a:lnTo>
                  <a:pt x="514350" y="348148"/>
                </a:lnTo>
                <a:lnTo>
                  <a:pt x="514350" y="368684"/>
                </a:lnTo>
                <a:lnTo>
                  <a:pt x="514350" y="389220"/>
                </a:lnTo>
                <a:lnTo>
                  <a:pt x="514350" y="409756"/>
                </a:lnTo>
                <a:lnTo>
                  <a:pt x="514350" y="430292"/>
                </a:lnTo>
                <a:lnTo>
                  <a:pt x="514350" y="450828"/>
                </a:lnTo>
                <a:lnTo>
                  <a:pt x="514350" y="471364"/>
                </a:lnTo>
                <a:lnTo>
                  <a:pt x="514350" y="491900"/>
                </a:lnTo>
                <a:lnTo>
                  <a:pt x="514350" y="512435"/>
                </a:lnTo>
                <a:lnTo>
                  <a:pt x="514350" y="532971"/>
                </a:lnTo>
                <a:lnTo>
                  <a:pt x="514350" y="553507"/>
                </a:lnTo>
                <a:lnTo>
                  <a:pt x="514350" y="574043"/>
                </a:lnTo>
                <a:lnTo>
                  <a:pt x="514350" y="594579"/>
                </a:lnTo>
                <a:lnTo>
                  <a:pt x="514350" y="615115"/>
                </a:lnTo>
                <a:lnTo>
                  <a:pt x="514350" y="635641"/>
                </a:lnTo>
                <a:lnTo>
                  <a:pt x="514350" y="656177"/>
                </a:lnTo>
                <a:lnTo>
                  <a:pt x="514350" y="676713"/>
                </a:lnTo>
                <a:lnTo>
                  <a:pt x="514350" y="697249"/>
                </a:lnTo>
                <a:lnTo>
                  <a:pt x="514350" y="717785"/>
                </a:lnTo>
                <a:lnTo>
                  <a:pt x="514350" y="738321"/>
                </a:lnTo>
                <a:lnTo>
                  <a:pt x="514350" y="758857"/>
                </a:lnTo>
                <a:lnTo>
                  <a:pt x="514350" y="779393"/>
                </a:lnTo>
                <a:lnTo>
                  <a:pt x="514350" y="799929"/>
                </a:lnTo>
                <a:lnTo>
                  <a:pt x="514350" y="820464"/>
                </a:lnTo>
                <a:lnTo>
                  <a:pt x="514350" y="841000"/>
                </a:lnTo>
                <a:lnTo>
                  <a:pt x="514350" y="861536"/>
                </a:lnTo>
                <a:lnTo>
                  <a:pt x="514350" y="882072"/>
                </a:lnTo>
                <a:lnTo>
                  <a:pt x="514350" y="902608"/>
                </a:lnTo>
                <a:lnTo>
                  <a:pt x="514350" y="923144"/>
                </a:lnTo>
                <a:lnTo>
                  <a:pt x="514350" y="943680"/>
                </a:lnTo>
                <a:lnTo>
                  <a:pt x="514350" y="964216"/>
                </a:lnTo>
                <a:lnTo>
                  <a:pt x="514350" y="984752"/>
                </a:lnTo>
                <a:lnTo>
                  <a:pt x="514350" y="1005288"/>
                </a:lnTo>
                <a:lnTo>
                  <a:pt x="514350" y="1025823"/>
                </a:lnTo>
                <a:lnTo>
                  <a:pt x="514350" y="1046350"/>
                </a:lnTo>
                <a:lnTo>
                  <a:pt x="514350" y="1066886"/>
                </a:lnTo>
                <a:lnTo>
                  <a:pt x="514350" y="1087422"/>
                </a:lnTo>
                <a:lnTo>
                  <a:pt x="514350" y="1107958"/>
                </a:lnTo>
                <a:lnTo>
                  <a:pt x="514350" y="1128493"/>
                </a:lnTo>
                <a:lnTo>
                  <a:pt x="514350" y="1149029"/>
                </a:lnTo>
                <a:lnTo>
                  <a:pt x="514350" y="1169565"/>
                </a:lnTo>
                <a:lnTo>
                  <a:pt x="514350" y="1190101"/>
                </a:lnTo>
                <a:lnTo>
                  <a:pt x="514350" y="1210637"/>
                </a:lnTo>
                <a:lnTo>
                  <a:pt x="514350" y="1231173"/>
                </a:lnTo>
                <a:lnTo>
                  <a:pt x="514350" y="1251709"/>
                </a:lnTo>
                <a:lnTo>
                  <a:pt x="514350" y="1272245"/>
                </a:lnTo>
                <a:lnTo>
                  <a:pt x="514350" y="1292781"/>
                </a:lnTo>
                <a:lnTo>
                  <a:pt x="514350" y="1313317"/>
                </a:lnTo>
                <a:lnTo>
                  <a:pt x="514350" y="1333852"/>
                </a:lnTo>
                <a:lnTo>
                  <a:pt x="514350" y="1354388"/>
                </a:lnTo>
                <a:lnTo>
                  <a:pt x="514350" y="1374924"/>
                </a:lnTo>
                <a:lnTo>
                  <a:pt x="514350" y="1395460"/>
                </a:lnTo>
                <a:lnTo>
                  <a:pt x="514350" y="1415996"/>
                </a:lnTo>
                <a:lnTo>
                  <a:pt x="514350" y="1436532"/>
                </a:lnTo>
                <a:lnTo>
                  <a:pt x="514350" y="1457058"/>
                </a:lnTo>
                <a:lnTo>
                  <a:pt x="514350" y="1477594"/>
                </a:lnTo>
                <a:lnTo>
                  <a:pt x="514350" y="1498130"/>
                </a:lnTo>
                <a:lnTo>
                  <a:pt x="514350" y="1518666"/>
                </a:lnTo>
                <a:lnTo>
                  <a:pt x="514350" y="1539202"/>
                </a:lnTo>
                <a:lnTo>
                  <a:pt x="514350" y="1559738"/>
                </a:lnTo>
                <a:lnTo>
                  <a:pt x="514350" y="1580274"/>
                </a:lnTo>
                <a:lnTo>
                  <a:pt x="514350" y="1600810"/>
                </a:lnTo>
                <a:lnTo>
                  <a:pt x="514350" y="1621346"/>
                </a:lnTo>
                <a:lnTo>
                  <a:pt x="514350" y="1641881"/>
                </a:lnTo>
                <a:lnTo>
                  <a:pt x="514350" y="1662417"/>
                </a:lnTo>
                <a:lnTo>
                  <a:pt x="514350" y="1682953"/>
                </a:lnTo>
                <a:lnTo>
                  <a:pt x="514350" y="1703489"/>
                </a:lnTo>
                <a:lnTo>
                  <a:pt x="514350" y="1724025"/>
                </a:lnTo>
                <a:lnTo>
                  <a:pt x="514350" y="1744561"/>
                </a:lnTo>
                <a:lnTo>
                  <a:pt x="514350" y="1765097"/>
                </a:lnTo>
                <a:lnTo>
                  <a:pt x="514350" y="1785633"/>
                </a:lnTo>
                <a:lnTo>
                  <a:pt x="514350" y="1806169"/>
                </a:lnTo>
                <a:lnTo>
                  <a:pt x="514350" y="1826705"/>
                </a:lnTo>
                <a:lnTo>
                  <a:pt x="514350" y="1847240"/>
                </a:lnTo>
                <a:lnTo>
                  <a:pt x="514350" y="1867767"/>
                </a:lnTo>
                <a:lnTo>
                  <a:pt x="514350" y="1888303"/>
                </a:lnTo>
                <a:lnTo>
                  <a:pt x="514350" y="1908839"/>
                </a:lnTo>
                <a:lnTo>
                  <a:pt x="499939" y="1920897"/>
                </a:lnTo>
                <a:lnTo>
                  <a:pt x="481984" y="1930870"/>
                </a:lnTo>
                <a:lnTo>
                  <a:pt x="464039" y="1940843"/>
                </a:lnTo>
                <a:lnTo>
                  <a:pt x="446084" y="1950815"/>
                </a:lnTo>
                <a:lnTo>
                  <a:pt x="428130" y="1960788"/>
                </a:lnTo>
                <a:lnTo>
                  <a:pt x="410185" y="1970761"/>
                </a:lnTo>
                <a:lnTo>
                  <a:pt x="392230" y="1980733"/>
                </a:lnTo>
                <a:lnTo>
                  <a:pt x="374275" y="1990706"/>
                </a:lnTo>
                <a:lnTo>
                  <a:pt x="356321" y="2000679"/>
                </a:lnTo>
                <a:lnTo>
                  <a:pt x="338376" y="2010651"/>
                </a:lnTo>
                <a:lnTo>
                  <a:pt x="320421" y="2020624"/>
                </a:lnTo>
                <a:lnTo>
                  <a:pt x="302466" y="2030597"/>
                </a:lnTo>
                <a:lnTo>
                  <a:pt x="284521" y="2040569"/>
                </a:lnTo>
                <a:lnTo>
                  <a:pt x="266567" y="2050542"/>
                </a:lnTo>
                <a:lnTo>
                  <a:pt x="248612" y="2051009"/>
                </a:lnTo>
                <a:lnTo>
                  <a:pt x="230667" y="2041036"/>
                </a:lnTo>
                <a:lnTo>
                  <a:pt x="212712" y="2031063"/>
                </a:lnTo>
                <a:lnTo>
                  <a:pt x="194758" y="2021091"/>
                </a:lnTo>
                <a:lnTo>
                  <a:pt x="176813" y="2011118"/>
                </a:lnTo>
                <a:lnTo>
                  <a:pt x="158858" y="2001145"/>
                </a:lnTo>
                <a:lnTo>
                  <a:pt x="140903" y="1991173"/>
                </a:lnTo>
                <a:lnTo>
                  <a:pt x="122958" y="1981200"/>
                </a:lnTo>
                <a:lnTo>
                  <a:pt x="105004" y="1971227"/>
                </a:lnTo>
                <a:lnTo>
                  <a:pt x="87049" y="1961255"/>
                </a:lnTo>
                <a:lnTo>
                  <a:pt x="69104" y="1951282"/>
                </a:lnTo>
                <a:lnTo>
                  <a:pt x="51149" y="1941309"/>
                </a:lnTo>
                <a:lnTo>
                  <a:pt x="33195" y="1931337"/>
                </a:lnTo>
                <a:lnTo>
                  <a:pt x="15240" y="1921364"/>
                </a:lnTo>
                <a:lnTo>
                  <a:pt x="0" y="1909791"/>
                </a:lnTo>
                <a:lnTo>
                  <a:pt x="0" y="1889255"/>
                </a:lnTo>
                <a:lnTo>
                  <a:pt x="0" y="1868719"/>
                </a:lnTo>
                <a:lnTo>
                  <a:pt x="0" y="1848183"/>
                </a:lnTo>
                <a:lnTo>
                  <a:pt x="0" y="1827657"/>
                </a:lnTo>
                <a:lnTo>
                  <a:pt x="0" y="1807121"/>
                </a:lnTo>
                <a:lnTo>
                  <a:pt x="0" y="1786585"/>
                </a:lnTo>
                <a:lnTo>
                  <a:pt x="0" y="1766049"/>
                </a:lnTo>
                <a:lnTo>
                  <a:pt x="0" y="1745513"/>
                </a:lnTo>
                <a:lnTo>
                  <a:pt x="0" y="1724978"/>
                </a:lnTo>
                <a:lnTo>
                  <a:pt x="0" y="1704442"/>
                </a:lnTo>
                <a:lnTo>
                  <a:pt x="0" y="1683906"/>
                </a:lnTo>
                <a:lnTo>
                  <a:pt x="0" y="1663370"/>
                </a:lnTo>
                <a:lnTo>
                  <a:pt x="0" y="1642834"/>
                </a:lnTo>
                <a:lnTo>
                  <a:pt x="0" y="1622298"/>
                </a:lnTo>
                <a:lnTo>
                  <a:pt x="0" y="1601762"/>
                </a:lnTo>
                <a:lnTo>
                  <a:pt x="0" y="1581226"/>
                </a:lnTo>
                <a:lnTo>
                  <a:pt x="0" y="1560690"/>
                </a:lnTo>
                <a:lnTo>
                  <a:pt x="0" y="1540154"/>
                </a:lnTo>
                <a:lnTo>
                  <a:pt x="0" y="1519619"/>
                </a:lnTo>
                <a:lnTo>
                  <a:pt x="0" y="1499083"/>
                </a:lnTo>
                <a:lnTo>
                  <a:pt x="0" y="1478547"/>
                </a:lnTo>
                <a:lnTo>
                  <a:pt x="0" y="1458011"/>
                </a:lnTo>
                <a:lnTo>
                  <a:pt x="0" y="1437475"/>
                </a:lnTo>
                <a:lnTo>
                  <a:pt x="0" y="1416949"/>
                </a:lnTo>
                <a:lnTo>
                  <a:pt x="0" y="1396413"/>
                </a:lnTo>
                <a:lnTo>
                  <a:pt x="0" y="1375877"/>
                </a:lnTo>
                <a:lnTo>
                  <a:pt x="0" y="1355341"/>
                </a:lnTo>
                <a:lnTo>
                  <a:pt x="0" y="1334805"/>
                </a:lnTo>
                <a:lnTo>
                  <a:pt x="0" y="1314269"/>
                </a:lnTo>
                <a:lnTo>
                  <a:pt x="0" y="1293733"/>
                </a:lnTo>
                <a:lnTo>
                  <a:pt x="0" y="1273197"/>
                </a:lnTo>
                <a:lnTo>
                  <a:pt x="0" y="1252661"/>
                </a:lnTo>
                <a:lnTo>
                  <a:pt x="0" y="1232125"/>
                </a:lnTo>
                <a:lnTo>
                  <a:pt x="0" y="1211590"/>
                </a:lnTo>
                <a:lnTo>
                  <a:pt x="0" y="1191054"/>
                </a:lnTo>
                <a:lnTo>
                  <a:pt x="0" y="1170518"/>
                </a:lnTo>
                <a:lnTo>
                  <a:pt x="0" y="1149982"/>
                </a:lnTo>
                <a:lnTo>
                  <a:pt x="0" y="1129446"/>
                </a:lnTo>
                <a:lnTo>
                  <a:pt x="0" y="1108910"/>
                </a:lnTo>
                <a:lnTo>
                  <a:pt x="0" y="1088374"/>
                </a:lnTo>
                <a:lnTo>
                  <a:pt x="0" y="1067838"/>
                </a:lnTo>
                <a:lnTo>
                  <a:pt x="0" y="1047302"/>
                </a:lnTo>
                <a:lnTo>
                  <a:pt x="0" y="1026766"/>
                </a:lnTo>
                <a:lnTo>
                  <a:pt x="0" y="1006240"/>
                </a:lnTo>
                <a:lnTo>
                  <a:pt x="0" y="985704"/>
                </a:lnTo>
                <a:lnTo>
                  <a:pt x="0" y="965168"/>
                </a:lnTo>
                <a:lnTo>
                  <a:pt x="0" y="944632"/>
                </a:lnTo>
                <a:lnTo>
                  <a:pt x="0" y="924096"/>
                </a:lnTo>
                <a:lnTo>
                  <a:pt x="0" y="903561"/>
                </a:lnTo>
                <a:lnTo>
                  <a:pt x="0" y="883025"/>
                </a:lnTo>
                <a:lnTo>
                  <a:pt x="0" y="862489"/>
                </a:lnTo>
                <a:lnTo>
                  <a:pt x="0" y="841953"/>
                </a:lnTo>
                <a:lnTo>
                  <a:pt x="0" y="821417"/>
                </a:lnTo>
                <a:lnTo>
                  <a:pt x="0" y="800881"/>
                </a:lnTo>
                <a:lnTo>
                  <a:pt x="0" y="780345"/>
                </a:lnTo>
                <a:lnTo>
                  <a:pt x="0" y="759809"/>
                </a:lnTo>
                <a:lnTo>
                  <a:pt x="0" y="739273"/>
                </a:lnTo>
                <a:lnTo>
                  <a:pt x="0" y="718737"/>
                </a:lnTo>
                <a:lnTo>
                  <a:pt x="0" y="698202"/>
                </a:lnTo>
                <a:lnTo>
                  <a:pt x="0" y="677666"/>
                </a:lnTo>
                <a:lnTo>
                  <a:pt x="0" y="657130"/>
                </a:lnTo>
                <a:lnTo>
                  <a:pt x="0" y="636594"/>
                </a:lnTo>
                <a:lnTo>
                  <a:pt x="0" y="616058"/>
                </a:lnTo>
                <a:lnTo>
                  <a:pt x="0" y="595532"/>
                </a:lnTo>
                <a:lnTo>
                  <a:pt x="0" y="574996"/>
                </a:lnTo>
                <a:lnTo>
                  <a:pt x="0" y="554460"/>
                </a:lnTo>
                <a:lnTo>
                  <a:pt x="0" y="533924"/>
                </a:lnTo>
                <a:lnTo>
                  <a:pt x="0" y="513388"/>
                </a:lnTo>
                <a:lnTo>
                  <a:pt x="0" y="492852"/>
                </a:lnTo>
                <a:lnTo>
                  <a:pt x="0" y="472316"/>
                </a:lnTo>
                <a:lnTo>
                  <a:pt x="0" y="451780"/>
                </a:lnTo>
                <a:lnTo>
                  <a:pt x="0" y="431244"/>
                </a:lnTo>
                <a:lnTo>
                  <a:pt x="0" y="410708"/>
                </a:lnTo>
                <a:lnTo>
                  <a:pt x="0" y="390173"/>
                </a:lnTo>
                <a:lnTo>
                  <a:pt x="0" y="369637"/>
                </a:lnTo>
                <a:lnTo>
                  <a:pt x="0" y="349101"/>
                </a:lnTo>
                <a:lnTo>
                  <a:pt x="0" y="328565"/>
                </a:lnTo>
                <a:lnTo>
                  <a:pt x="0" y="308029"/>
                </a:lnTo>
                <a:lnTo>
                  <a:pt x="0" y="287493"/>
                </a:lnTo>
                <a:lnTo>
                  <a:pt x="0" y="266957"/>
                </a:lnTo>
                <a:lnTo>
                  <a:pt x="0" y="246421"/>
                </a:lnTo>
                <a:lnTo>
                  <a:pt x="0" y="225885"/>
                </a:lnTo>
                <a:lnTo>
                  <a:pt x="0" y="205359"/>
                </a:lnTo>
                <a:lnTo>
                  <a:pt x="0" y="184823"/>
                </a:lnTo>
                <a:lnTo>
                  <a:pt x="0" y="164287"/>
                </a:lnTo>
                <a:lnTo>
                  <a:pt x="0" y="143751"/>
                </a:lnTo>
                <a:lnTo>
                  <a:pt x="0" y="123215"/>
                </a:lnTo>
                <a:lnTo>
                  <a:pt x="0" y="102680"/>
                </a:lnTo>
                <a:lnTo>
                  <a:pt x="0" y="82144"/>
                </a:lnTo>
                <a:lnTo>
                  <a:pt x="0" y="61608"/>
                </a:lnTo>
                <a:lnTo>
                  <a:pt x="0" y="41072"/>
                </a:lnTo>
                <a:lnTo>
                  <a:pt x="0" y="20536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5" name="phase-title-0">
            <a:extLst xmlns:a="http://schemas.openxmlformats.org/drawingml/2006/main">
              <a:ext uri="{FF2B5EF4-FFF2-40B4-BE49-F238E27FC236}">
                <a16:creationId xmlns:a16="http://schemas.microsoft.com/office/drawing/2014/main" id="{1848CFD4-0134-4759-8B47-A0A373D79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2195360"/>
            <a:ext cx="1428750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精准触达</a:t>
            </a:r>
          </a:p>
        </p:txBody>
      </p:sp>
      <p:sp>
        <p:nvSpPr>
          <p:cNvPr id="6" name="phase-body-0">
            <a:extLst xmlns:a="http://schemas.openxmlformats.org/drawingml/2006/main">
              <a:ext uri="{FF2B5EF4-FFF2-40B4-BE49-F238E27FC236}">
                <a16:creationId xmlns:a16="http://schemas.microsoft.com/office/drawing/2014/main" id="{7452744E-5E16-4463-B78E-5B131276A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2549576"/>
            <a:ext cx="1428750" cy="587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让目标对象进</a:t>
            </a:r>
          </a:p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入体系</a:t>
            </a:r>
          </a:p>
        </p:txBody>
      </p:sp>
      <p:sp>
        <p:nvSpPr>
          <p:cNvPr id="7" name="action-icon-shell-0-0">
            <a:extLst xmlns:a="http://schemas.openxmlformats.org/drawingml/2006/main">
              <a:ext uri="{FF2B5EF4-FFF2-40B4-BE49-F238E27FC236}">
                <a16:creationId xmlns:a16="http://schemas.microsoft.com/office/drawing/2014/main" id="{85A2EB90-3386-4EE9-95C4-738923498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2189855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8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fa1d9a2568344cc">
            <a:extLst>
              <a:ext uri="{96DAC541-7B7A-43D3-8B79-37D633B846F1}">
                <asvg:svgBlip xmlns:asvg="http://schemas.microsoft.com/office/drawing/2016/SVG/main" r:embed="Rc412f58a6cef4bc0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2266055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9" name="action-title-0-0">
            <a:extLst xmlns:a="http://schemas.openxmlformats.org/drawingml/2006/main">
              <a:ext uri="{FF2B5EF4-FFF2-40B4-BE49-F238E27FC236}">
                <a16:creationId xmlns:a16="http://schemas.microsoft.com/office/drawing/2014/main" id="{9E559D50-E4BD-4894-9331-DEDC5A126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128838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标签体系</a:t>
            </a:r>
          </a:p>
        </p:txBody>
      </p:sp>
      <p:sp>
        <p:nvSpPr>
          <p:cNvPr id="10" name="action-body-0-0">
            <a:extLst xmlns:a="http://schemas.openxmlformats.org/drawingml/2006/main">
              <a:ext uri="{FF2B5EF4-FFF2-40B4-BE49-F238E27FC236}">
                <a16:creationId xmlns:a16="http://schemas.microsoft.com/office/drawing/2014/main" id="{AA44D676-6090-473F-9E61-F739E43BE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357438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形成可识别对象</a:t>
            </a:r>
          </a:p>
        </p:txBody>
      </p:sp>
      <p:sp>
        <p:nvSpPr>
          <p:cNvPr id="11" name="action-icon-shell-0-1">
            <a:extLst xmlns:a="http://schemas.openxmlformats.org/drawingml/2006/main">
              <a:ext uri="{FF2B5EF4-FFF2-40B4-BE49-F238E27FC236}">
                <a16:creationId xmlns:a16="http://schemas.microsoft.com/office/drawing/2014/main" id="{A0200FC7-AE5F-497C-90FC-A33DD3E6A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2189855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8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4e1f9ab627d40c5">
            <a:extLst>
              <a:ext uri="{96DAC541-7B7A-43D3-8B79-37D633B846F1}">
                <asvg:svgBlip xmlns:asvg="http://schemas.microsoft.com/office/drawing/2016/SVG/main" r:embed="R886c095d05c04699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2266055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13" name="action-title-0-1">
            <a:extLst xmlns:a="http://schemas.openxmlformats.org/drawingml/2006/main">
              <a:ext uri="{FF2B5EF4-FFF2-40B4-BE49-F238E27FC236}">
                <a16:creationId xmlns:a16="http://schemas.microsoft.com/office/drawing/2014/main" id="{16B3AE6A-C60A-4390-8523-581517E93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128838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渠道连接</a:t>
            </a:r>
          </a:p>
        </p:txBody>
      </p:sp>
      <p:sp>
        <p:nvSpPr>
          <p:cNvPr id="14" name="action-body-0-1">
            <a:extLst xmlns:a="http://schemas.openxmlformats.org/drawingml/2006/main">
              <a:ext uri="{FF2B5EF4-FFF2-40B4-BE49-F238E27FC236}">
                <a16:creationId xmlns:a16="http://schemas.microsoft.com/office/drawing/2014/main" id="{09223FA1-6795-405F-82C3-ECC1DCA37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357438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连接主要触点</a:t>
            </a:r>
          </a:p>
        </p:txBody>
      </p:sp>
      <p:sp>
        <p:nvSpPr>
          <p:cNvPr id="15" name="action-icon-shell-0-2">
            <a:extLst xmlns:a="http://schemas.openxmlformats.org/drawingml/2006/main">
              <a:ext uri="{FF2B5EF4-FFF2-40B4-BE49-F238E27FC236}">
                <a16:creationId xmlns:a16="http://schemas.microsoft.com/office/drawing/2014/main" id="{934F617D-F325-4904-988B-D5A8E2FF8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2799455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8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bae0938ca24495e">
            <a:extLst>
              <a:ext uri="{96DAC541-7B7A-43D3-8B79-37D633B846F1}">
                <asvg:svgBlip xmlns:asvg="http://schemas.microsoft.com/office/drawing/2016/SVG/main" r:embed="R7f90ff17969c4111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2875655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17" name="action-title-0-2">
            <a:extLst xmlns:a="http://schemas.openxmlformats.org/drawingml/2006/main">
              <a:ext uri="{FF2B5EF4-FFF2-40B4-BE49-F238E27FC236}">
                <a16:creationId xmlns:a16="http://schemas.microsoft.com/office/drawing/2014/main" id="{93FE5EE8-1D71-4C9D-ACBA-29DC55323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738438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内容优化</a:t>
            </a:r>
          </a:p>
        </p:txBody>
      </p:sp>
      <p:sp>
        <p:nvSpPr>
          <p:cNvPr id="18" name="action-body-0-2">
            <a:extLst xmlns:a="http://schemas.openxmlformats.org/drawingml/2006/main">
              <a:ext uri="{FF2B5EF4-FFF2-40B4-BE49-F238E27FC236}">
                <a16:creationId xmlns:a16="http://schemas.microsoft.com/office/drawing/2014/main" id="{2A61259C-5854-4FCF-ABB8-C9065A97C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967038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提高触达质量</a:t>
            </a:r>
          </a:p>
        </p:txBody>
      </p:sp>
      <p:sp>
        <p:nvSpPr>
          <p:cNvPr id="19" name="action-icon-shell-0-3">
            <a:extLst xmlns:a="http://schemas.openxmlformats.org/drawingml/2006/main">
              <a:ext uri="{FF2B5EF4-FFF2-40B4-BE49-F238E27FC236}">
                <a16:creationId xmlns:a16="http://schemas.microsoft.com/office/drawing/2014/main" id="{7F7FC70F-E39A-4F87-98B6-9DC6F85AC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2799455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9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aa04d9b75ff49b8">
            <a:extLst>
              <a:ext uri="{96DAC541-7B7A-43D3-8B79-37D633B846F1}">
                <asvg:svgBlip xmlns:asvg="http://schemas.microsoft.com/office/drawing/2016/SVG/main" r:embed="Rb430dd13c3fb4633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2875655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21" name="action-title-0-3">
            <a:extLst xmlns:a="http://schemas.openxmlformats.org/drawingml/2006/main">
              <a:ext uri="{FF2B5EF4-FFF2-40B4-BE49-F238E27FC236}">
                <a16:creationId xmlns:a16="http://schemas.microsoft.com/office/drawing/2014/main" id="{F093D59E-CD57-482B-BDCA-E56B2A89E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738438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行为追踪</a:t>
            </a:r>
          </a:p>
        </p:txBody>
      </p:sp>
      <p:sp>
        <p:nvSpPr>
          <p:cNvPr id="22" name="action-body-0-3">
            <a:extLst xmlns:a="http://schemas.openxmlformats.org/drawingml/2006/main">
              <a:ext uri="{FF2B5EF4-FFF2-40B4-BE49-F238E27FC236}">
                <a16:creationId xmlns:a16="http://schemas.microsoft.com/office/drawing/2014/main" id="{9C381506-18DD-41E5-88EB-545117102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967038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记录关键反馈</a:t>
            </a:r>
          </a:p>
        </p:txBody>
      </p:sp>
      <p:sp>
        <p:nvSpPr>
          <p:cNvPr id="23" name="phase-rail-1">
            <a:extLst xmlns:a="http://schemas.openxmlformats.org/drawingml/2006/main">
              <a:ext uri="{FF2B5EF4-FFF2-40B4-BE49-F238E27FC236}">
                <a16:creationId xmlns:a16="http://schemas.microsoft.com/office/drawing/2014/main" id="{7A80F32C-171E-462A-9356-26D02E36C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3694062"/>
            <a:ext cx="514350" cy="1198883"/>
          </a:xfrm>
          <a:custGeom xmlns:a="http://schemas.openxmlformats.org/drawingml/2006/main">
            <a:pathLst>
              <a:path w="514350" h="1198883">
                <a:moveTo>
                  <a:pt x="0" y="0"/>
                </a:moveTo>
                <a:lnTo>
                  <a:pt x="16564" y="9201"/>
                </a:lnTo>
                <a:lnTo>
                  <a:pt x="33137" y="18412"/>
                </a:lnTo>
                <a:lnTo>
                  <a:pt x="49701" y="27613"/>
                </a:lnTo>
                <a:lnTo>
                  <a:pt x="66265" y="36814"/>
                </a:lnTo>
                <a:lnTo>
                  <a:pt x="82839" y="46015"/>
                </a:lnTo>
                <a:lnTo>
                  <a:pt x="99403" y="55226"/>
                </a:lnTo>
                <a:lnTo>
                  <a:pt x="115967" y="64427"/>
                </a:lnTo>
                <a:lnTo>
                  <a:pt x="132540" y="73628"/>
                </a:lnTo>
                <a:lnTo>
                  <a:pt x="149104" y="82829"/>
                </a:lnTo>
                <a:lnTo>
                  <a:pt x="165668" y="92040"/>
                </a:lnTo>
                <a:lnTo>
                  <a:pt x="182242" y="101241"/>
                </a:lnTo>
                <a:lnTo>
                  <a:pt x="198806" y="110442"/>
                </a:lnTo>
                <a:lnTo>
                  <a:pt x="215370" y="119644"/>
                </a:lnTo>
                <a:lnTo>
                  <a:pt x="231943" y="128854"/>
                </a:lnTo>
                <a:lnTo>
                  <a:pt x="248507" y="138055"/>
                </a:lnTo>
                <a:lnTo>
                  <a:pt x="265071" y="138484"/>
                </a:lnTo>
                <a:lnTo>
                  <a:pt x="281645" y="129273"/>
                </a:lnTo>
                <a:lnTo>
                  <a:pt x="298209" y="120072"/>
                </a:lnTo>
                <a:lnTo>
                  <a:pt x="314782" y="110871"/>
                </a:lnTo>
                <a:lnTo>
                  <a:pt x="331346" y="101670"/>
                </a:lnTo>
                <a:lnTo>
                  <a:pt x="347910" y="92459"/>
                </a:lnTo>
                <a:lnTo>
                  <a:pt x="364484" y="83258"/>
                </a:lnTo>
                <a:lnTo>
                  <a:pt x="381048" y="74057"/>
                </a:lnTo>
                <a:lnTo>
                  <a:pt x="397612" y="64846"/>
                </a:lnTo>
                <a:lnTo>
                  <a:pt x="414185" y="55645"/>
                </a:lnTo>
                <a:lnTo>
                  <a:pt x="430749" y="46444"/>
                </a:lnTo>
                <a:lnTo>
                  <a:pt x="447313" y="37243"/>
                </a:lnTo>
                <a:lnTo>
                  <a:pt x="463887" y="28032"/>
                </a:lnTo>
                <a:lnTo>
                  <a:pt x="480451" y="18831"/>
                </a:lnTo>
                <a:lnTo>
                  <a:pt x="497015" y="9630"/>
                </a:lnTo>
                <a:lnTo>
                  <a:pt x="513588" y="429"/>
                </a:lnTo>
                <a:lnTo>
                  <a:pt x="514350" y="18078"/>
                </a:lnTo>
                <a:lnTo>
                  <a:pt x="514350" y="37024"/>
                </a:lnTo>
                <a:lnTo>
                  <a:pt x="514350" y="55978"/>
                </a:lnTo>
                <a:lnTo>
                  <a:pt x="514350" y="74933"/>
                </a:lnTo>
                <a:lnTo>
                  <a:pt x="514350" y="93878"/>
                </a:lnTo>
                <a:lnTo>
                  <a:pt x="514350" y="112833"/>
                </a:lnTo>
                <a:lnTo>
                  <a:pt x="514350" y="131788"/>
                </a:lnTo>
                <a:lnTo>
                  <a:pt x="514350" y="150733"/>
                </a:lnTo>
                <a:lnTo>
                  <a:pt x="514350" y="169688"/>
                </a:lnTo>
                <a:lnTo>
                  <a:pt x="514350" y="188643"/>
                </a:lnTo>
                <a:lnTo>
                  <a:pt x="514350" y="207588"/>
                </a:lnTo>
                <a:lnTo>
                  <a:pt x="514350" y="226543"/>
                </a:lnTo>
                <a:lnTo>
                  <a:pt x="514350" y="245497"/>
                </a:lnTo>
                <a:lnTo>
                  <a:pt x="514350" y="264443"/>
                </a:lnTo>
                <a:lnTo>
                  <a:pt x="514350" y="283397"/>
                </a:lnTo>
                <a:lnTo>
                  <a:pt x="514350" y="302352"/>
                </a:lnTo>
                <a:lnTo>
                  <a:pt x="514350" y="321297"/>
                </a:lnTo>
                <a:lnTo>
                  <a:pt x="514350" y="340252"/>
                </a:lnTo>
                <a:lnTo>
                  <a:pt x="514350" y="359207"/>
                </a:lnTo>
                <a:lnTo>
                  <a:pt x="514350" y="378152"/>
                </a:lnTo>
                <a:lnTo>
                  <a:pt x="514350" y="397107"/>
                </a:lnTo>
                <a:lnTo>
                  <a:pt x="514350" y="416052"/>
                </a:lnTo>
                <a:lnTo>
                  <a:pt x="514350" y="435007"/>
                </a:lnTo>
                <a:lnTo>
                  <a:pt x="514350" y="453961"/>
                </a:lnTo>
                <a:lnTo>
                  <a:pt x="514350" y="472907"/>
                </a:lnTo>
                <a:lnTo>
                  <a:pt x="514350" y="491861"/>
                </a:lnTo>
                <a:lnTo>
                  <a:pt x="514350" y="510816"/>
                </a:lnTo>
                <a:lnTo>
                  <a:pt x="514350" y="529761"/>
                </a:lnTo>
                <a:lnTo>
                  <a:pt x="514350" y="548716"/>
                </a:lnTo>
                <a:lnTo>
                  <a:pt x="514350" y="567671"/>
                </a:lnTo>
                <a:lnTo>
                  <a:pt x="514350" y="586616"/>
                </a:lnTo>
                <a:lnTo>
                  <a:pt x="514350" y="605571"/>
                </a:lnTo>
                <a:lnTo>
                  <a:pt x="514350" y="624526"/>
                </a:lnTo>
                <a:lnTo>
                  <a:pt x="514350" y="643471"/>
                </a:lnTo>
                <a:lnTo>
                  <a:pt x="514350" y="662426"/>
                </a:lnTo>
                <a:lnTo>
                  <a:pt x="514350" y="681380"/>
                </a:lnTo>
                <a:lnTo>
                  <a:pt x="514350" y="700326"/>
                </a:lnTo>
                <a:lnTo>
                  <a:pt x="514350" y="719280"/>
                </a:lnTo>
                <a:lnTo>
                  <a:pt x="514350" y="738235"/>
                </a:lnTo>
                <a:lnTo>
                  <a:pt x="514350" y="757180"/>
                </a:lnTo>
                <a:lnTo>
                  <a:pt x="514350" y="776135"/>
                </a:lnTo>
                <a:lnTo>
                  <a:pt x="514350" y="795090"/>
                </a:lnTo>
                <a:lnTo>
                  <a:pt x="514350" y="814035"/>
                </a:lnTo>
                <a:lnTo>
                  <a:pt x="514350" y="832990"/>
                </a:lnTo>
                <a:lnTo>
                  <a:pt x="514350" y="851945"/>
                </a:lnTo>
                <a:lnTo>
                  <a:pt x="514350" y="870890"/>
                </a:lnTo>
                <a:lnTo>
                  <a:pt x="514350" y="889845"/>
                </a:lnTo>
                <a:lnTo>
                  <a:pt x="514350" y="908799"/>
                </a:lnTo>
                <a:lnTo>
                  <a:pt x="514350" y="927745"/>
                </a:lnTo>
                <a:lnTo>
                  <a:pt x="514350" y="946699"/>
                </a:lnTo>
                <a:lnTo>
                  <a:pt x="514350" y="965645"/>
                </a:lnTo>
                <a:lnTo>
                  <a:pt x="514350" y="984599"/>
                </a:lnTo>
                <a:lnTo>
                  <a:pt x="514350" y="1003554"/>
                </a:lnTo>
                <a:lnTo>
                  <a:pt x="514350" y="1022499"/>
                </a:lnTo>
                <a:lnTo>
                  <a:pt x="514350" y="1041454"/>
                </a:lnTo>
                <a:lnTo>
                  <a:pt x="514350" y="1060409"/>
                </a:lnTo>
                <a:lnTo>
                  <a:pt x="497786" y="1069610"/>
                </a:lnTo>
                <a:lnTo>
                  <a:pt x="481213" y="1078811"/>
                </a:lnTo>
                <a:lnTo>
                  <a:pt x="464649" y="1088022"/>
                </a:lnTo>
                <a:lnTo>
                  <a:pt x="448085" y="1097223"/>
                </a:lnTo>
                <a:lnTo>
                  <a:pt x="431511" y="1106424"/>
                </a:lnTo>
                <a:lnTo>
                  <a:pt x="414947" y="1115625"/>
                </a:lnTo>
                <a:lnTo>
                  <a:pt x="398383" y="1124836"/>
                </a:lnTo>
                <a:lnTo>
                  <a:pt x="381810" y="1134037"/>
                </a:lnTo>
                <a:lnTo>
                  <a:pt x="365246" y="1143238"/>
                </a:lnTo>
                <a:lnTo>
                  <a:pt x="348682" y="1152439"/>
                </a:lnTo>
                <a:lnTo>
                  <a:pt x="332108" y="1161650"/>
                </a:lnTo>
                <a:lnTo>
                  <a:pt x="315544" y="1170851"/>
                </a:lnTo>
                <a:lnTo>
                  <a:pt x="298980" y="1180052"/>
                </a:lnTo>
                <a:lnTo>
                  <a:pt x="282407" y="1189253"/>
                </a:lnTo>
                <a:lnTo>
                  <a:pt x="265843" y="1198464"/>
                </a:lnTo>
                <a:lnTo>
                  <a:pt x="249279" y="1198883"/>
                </a:lnTo>
                <a:lnTo>
                  <a:pt x="232705" y="1189682"/>
                </a:lnTo>
                <a:lnTo>
                  <a:pt x="216141" y="1180481"/>
                </a:lnTo>
                <a:lnTo>
                  <a:pt x="199568" y="1171280"/>
                </a:lnTo>
                <a:lnTo>
                  <a:pt x="183004" y="1162069"/>
                </a:lnTo>
                <a:lnTo>
                  <a:pt x="166440" y="1152868"/>
                </a:lnTo>
                <a:lnTo>
                  <a:pt x="149866" y="1143667"/>
                </a:lnTo>
                <a:lnTo>
                  <a:pt x="133302" y="1134456"/>
                </a:lnTo>
                <a:lnTo>
                  <a:pt x="116738" y="1125255"/>
                </a:lnTo>
                <a:lnTo>
                  <a:pt x="100165" y="1116054"/>
                </a:lnTo>
                <a:lnTo>
                  <a:pt x="83601" y="1106853"/>
                </a:lnTo>
                <a:lnTo>
                  <a:pt x="67037" y="1097642"/>
                </a:lnTo>
                <a:lnTo>
                  <a:pt x="50463" y="1088441"/>
                </a:lnTo>
                <a:lnTo>
                  <a:pt x="33899" y="1079240"/>
                </a:lnTo>
                <a:lnTo>
                  <a:pt x="17336" y="1070039"/>
                </a:lnTo>
                <a:lnTo>
                  <a:pt x="762" y="1060828"/>
                </a:lnTo>
                <a:lnTo>
                  <a:pt x="0" y="1042330"/>
                </a:lnTo>
                <a:lnTo>
                  <a:pt x="0" y="1023376"/>
                </a:lnTo>
                <a:lnTo>
                  <a:pt x="0" y="1004430"/>
                </a:lnTo>
                <a:lnTo>
                  <a:pt x="0" y="985476"/>
                </a:lnTo>
                <a:lnTo>
                  <a:pt x="0" y="966521"/>
                </a:lnTo>
                <a:lnTo>
                  <a:pt x="0" y="947576"/>
                </a:lnTo>
                <a:lnTo>
                  <a:pt x="0" y="928621"/>
                </a:lnTo>
                <a:lnTo>
                  <a:pt x="0" y="909666"/>
                </a:lnTo>
                <a:lnTo>
                  <a:pt x="0" y="890721"/>
                </a:lnTo>
                <a:lnTo>
                  <a:pt x="0" y="871766"/>
                </a:lnTo>
                <a:lnTo>
                  <a:pt x="0" y="852811"/>
                </a:lnTo>
                <a:lnTo>
                  <a:pt x="0" y="833866"/>
                </a:lnTo>
                <a:lnTo>
                  <a:pt x="0" y="814911"/>
                </a:lnTo>
                <a:lnTo>
                  <a:pt x="0" y="795957"/>
                </a:lnTo>
                <a:lnTo>
                  <a:pt x="0" y="777011"/>
                </a:lnTo>
                <a:lnTo>
                  <a:pt x="0" y="758057"/>
                </a:lnTo>
                <a:lnTo>
                  <a:pt x="0" y="739111"/>
                </a:lnTo>
                <a:lnTo>
                  <a:pt x="0" y="720157"/>
                </a:lnTo>
                <a:lnTo>
                  <a:pt x="0" y="701202"/>
                </a:lnTo>
                <a:lnTo>
                  <a:pt x="0" y="682257"/>
                </a:lnTo>
                <a:lnTo>
                  <a:pt x="0" y="663302"/>
                </a:lnTo>
                <a:lnTo>
                  <a:pt x="0" y="644347"/>
                </a:lnTo>
                <a:lnTo>
                  <a:pt x="0" y="625402"/>
                </a:lnTo>
                <a:lnTo>
                  <a:pt x="0" y="606447"/>
                </a:lnTo>
                <a:lnTo>
                  <a:pt x="0" y="587492"/>
                </a:lnTo>
                <a:lnTo>
                  <a:pt x="0" y="568547"/>
                </a:lnTo>
                <a:lnTo>
                  <a:pt x="0" y="549593"/>
                </a:lnTo>
                <a:lnTo>
                  <a:pt x="0" y="530638"/>
                </a:lnTo>
                <a:lnTo>
                  <a:pt x="0" y="511693"/>
                </a:lnTo>
                <a:lnTo>
                  <a:pt x="0" y="492738"/>
                </a:lnTo>
                <a:lnTo>
                  <a:pt x="0" y="473783"/>
                </a:lnTo>
                <a:lnTo>
                  <a:pt x="0" y="454838"/>
                </a:lnTo>
                <a:lnTo>
                  <a:pt x="0" y="435883"/>
                </a:lnTo>
                <a:lnTo>
                  <a:pt x="0" y="416928"/>
                </a:lnTo>
                <a:lnTo>
                  <a:pt x="0" y="397983"/>
                </a:lnTo>
                <a:lnTo>
                  <a:pt x="0" y="379028"/>
                </a:lnTo>
                <a:lnTo>
                  <a:pt x="0" y="360074"/>
                </a:lnTo>
                <a:lnTo>
                  <a:pt x="0" y="341128"/>
                </a:lnTo>
                <a:lnTo>
                  <a:pt x="0" y="322174"/>
                </a:lnTo>
                <a:lnTo>
                  <a:pt x="0" y="303219"/>
                </a:lnTo>
                <a:lnTo>
                  <a:pt x="0" y="284274"/>
                </a:lnTo>
                <a:lnTo>
                  <a:pt x="0" y="265319"/>
                </a:lnTo>
                <a:lnTo>
                  <a:pt x="0" y="246374"/>
                </a:lnTo>
                <a:lnTo>
                  <a:pt x="0" y="227419"/>
                </a:lnTo>
                <a:lnTo>
                  <a:pt x="0" y="208464"/>
                </a:lnTo>
                <a:lnTo>
                  <a:pt x="0" y="189519"/>
                </a:lnTo>
                <a:lnTo>
                  <a:pt x="0" y="170564"/>
                </a:lnTo>
                <a:lnTo>
                  <a:pt x="0" y="151609"/>
                </a:lnTo>
                <a:lnTo>
                  <a:pt x="0" y="132664"/>
                </a:lnTo>
                <a:lnTo>
                  <a:pt x="0" y="113709"/>
                </a:lnTo>
                <a:lnTo>
                  <a:pt x="0" y="94755"/>
                </a:lnTo>
                <a:lnTo>
                  <a:pt x="0" y="75809"/>
                </a:lnTo>
                <a:lnTo>
                  <a:pt x="0" y="56855"/>
                </a:lnTo>
                <a:lnTo>
                  <a:pt x="0" y="37900"/>
                </a:lnTo>
                <a:lnTo>
                  <a:pt x="0" y="18955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24" name="phase-title-1">
            <a:extLst xmlns:a="http://schemas.openxmlformats.org/drawingml/2006/main">
              <a:ext uri="{FF2B5EF4-FFF2-40B4-BE49-F238E27FC236}">
                <a16:creationId xmlns:a16="http://schemas.microsoft.com/office/drawing/2014/main" id="{ED26DE33-89C4-4C06-AD58-385B85D51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3824888"/>
            <a:ext cx="1428750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意向培育</a:t>
            </a:r>
          </a:p>
        </p:txBody>
      </p:sp>
      <p:sp>
        <p:nvSpPr>
          <p:cNvPr id="25" name="phase-body-1">
            <a:extLst xmlns:a="http://schemas.openxmlformats.org/drawingml/2006/main">
              <a:ext uri="{FF2B5EF4-FFF2-40B4-BE49-F238E27FC236}">
                <a16:creationId xmlns:a16="http://schemas.microsoft.com/office/drawing/2014/main" id="{A0D42A69-427F-48F6-BFF5-89907EDEC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4179094"/>
            <a:ext cx="1428750" cy="587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让有效关注形</a:t>
            </a:r>
          </a:p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成意向</a:t>
            </a:r>
          </a:p>
        </p:txBody>
      </p:sp>
      <p:sp>
        <p:nvSpPr>
          <p:cNvPr id="26" name="action-icon-shell-1-0">
            <a:extLst xmlns:a="http://schemas.openxmlformats.org/drawingml/2006/main">
              <a:ext uri="{FF2B5EF4-FFF2-40B4-BE49-F238E27FC236}">
                <a16:creationId xmlns:a16="http://schemas.microsoft.com/office/drawing/2014/main" id="{8ED68A26-50BF-4CC0-8A7C-2B6F2EB1A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4124173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9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f505da8ca2f4b00">
            <a:extLst>
              <a:ext uri="{96DAC541-7B7A-43D3-8B79-37D633B846F1}">
                <asvg:svgBlip xmlns:asvg="http://schemas.microsoft.com/office/drawing/2016/SVG/main" r:embed="Rbbcf219c2d224e4a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4200373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28" name="action-title-1-0">
            <a:extLst xmlns:a="http://schemas.openxmlformats.org/drawingml/2006/main">
              <a:ext uri="{FF2B5EF4-FFF2-40B4-BE49-F238E27FC236}">
                <a16:creationId xmlns:a16="http://schemas.microsoft.com/office/drawing/2014/main" id="{38175FBD-C795-48E5-952A-AAD491457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4063155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规则触发</a:t>
            </a:r>
          </a:p>
        </p:txBody>
      </p:sp>
      <p:sp>
        <p:nvSpPr>
          <p:cNvPr id="29" name="action-body-1-0">
            <a:extLst xmlns:a="http://schemas.openxmlformats.org/drawingml/2006/main">
              <a:ext uri="{FF2B5EF4-FFF2-40B4-BE49-F238E27FC236}">
                <a16:creationId xmlns:a16="http://schemas.microsoft.com/office/drawing/2014/main" id="{D3089BBE-7378-4687-AF33-11EE1AA59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4291755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自动下发任务</a:t>
            </a:r>
          </a:p>
        </p:txBody>
      </p:sp>
      <p:sp>
        <p:nvSpPr>
          <p:cNvPr id="30" name="action-icon-shell-1-1">
            <a:extLst xmlns:a="http://schemas.openxmlformats.org/drawingml/2006/main">
              <a:ext uri="{FF2B5EF4-FFF2-40B4-BE49-F238E27FC236}">
                <a16:creationId xmlns:a16="http://schemas.microsoft.com/office/drawing/2014/main" id="{845358D3-C0E6-4277-B87C-C63698458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4124173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10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f00fe11e6974f8a">
            <a:extLst>
              <a:ext uri="{96DAC541-7B7A-43D3-8B79-37D633B846F1}">
                <asvg:svgBlip xmlns:asvg="http://schemas.microsoft.com/office/drawing/2016/SVG/main" r:embed="R27030fc3baaa4e42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4200373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32" name="action-title-1-1">
            <a:extLst xmlns:a="http://schemas.openxmlformats.org/drawingml/2006/main">
              <a:ext uri="{FF2B5EF4-FFF2-40B4-BE49-F238E27FC236}">
                <a16:creationId xmlns:a16="http://schemas.microsoft.com/office/drawing/2014/main" id="{E1487B63-751F-48D6-900C-BA5B7FAB4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4063155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热度评估</a:t>
            </a:r>
          </a:p>
        </p:txBody>
      </p:sp>
      <p:sp>
        <p:nvSpPr>
          <p:cNvPr id="33" name="action-body-1-1">
            <a:extLst xmlns:a="http://schemas.openxmlformats.org/drawingml/2006/main">
              <a:ext uri="{FF2B5EF4-FFF2-40B4-BE49-F238E27FC236}">
                <a16:creationId xmlns:a16="http://schemas.microsoft.com/office/drawing/2014/main" id="{81746008-2583-4A9D-A1D6-6ED6B7688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4291755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识别优先对象</a:t>
            </a:r>
          </a:p>
        </p:txBody>
      </p:sp>
      <p:sp>
        <p:nvSpPr>
          <p:cNvPr id="34" name="phase-rail-2">
            <a:extLst xmlns:a="http://schemas.openxmlformats.org/drawingml/2006/main">
              <a:ext uri="{FF2B5EF4-FFF2-40B4-BE49-F238E27FC236}">
                <a16:creationId xmlns:a16="http://schemas.microsoft.com/office/drawing/2014/main" id="{B50FD1DF-CD1D-4D7A-A10A-4C3713829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4897336"/>
            <a:ext cx="514350" cy="1312593"/>
          </a:xfrm>
          <a:custGeom xmlns:a="http://schemas.openxmlformats.org/drawingml/2006/main">
            <a:pathLst>
              <a:path w="514350" h="1312593">
                <a:moveTo>
                  <a:pt x="0" y="0"/>
                </a:moveTo>
                <a:lnTo>
                  <a:pt x="16621" y="9230"/>
                </a:lnTo>
                <a:lnTo>
                  <a:pt x="33233" y="18459"/>
                </a:lnTo>
                <a:lnTo>
                  <a:pt x="49854" y="27699"/>
                </a:lnTo>
                <a:lnTo>
                  <a:pt x="66465" y="36928"/>
                </a:lnTo>
                <a:lnTo>
                  <a:pt x="83087" y="46158"/>
                </a:lnTo>
                <a:lnTo>
                  <a:pt x="99708" y="55388"/>
                </a:lnTo>
                <a:lnTo>
                  <a:pt x="116319" y="64618"/>
                </a:lnTo>
                <a:lnTo>
                  <a:pt x="132940" y="73847"/>
                </a:lnTo>
                <a:lnTo>
                  <a:pt x="149552" y="83087"/>
                </a:lnTo>
                <a:lnTo>
                  <a:pt x="166173" y="92316"/>
                </a:lnTo>
                <a:lnTo>
                  <a:pt x="182794" y="101546"/>
                </a:lnTo>
                <a:lnTo>
                  <a:pt x="199406" y="110776"/>
                </a:lnTo>
                <a:lnTo>
                  <a:pt x="216027" y="120005"/>
                </a:lnTo>
                <a:lnTo>
                  <a:pt x="232639" y="129245"/>
                </a:lnTo>
                <a:lnTo>
                  <a:pt x="249260" y="138474"/>
                </a:lnTo>
                <a:lnTo>
                  <a:pt x="265881" y="138036"/>
                </a:lnTo>
                <a:lnTo>
                  <a:pt x="282492" y="128807"/>
                </a:lnTo>
                <a:lnTo>
                  <a:pt x="299114" y="119577"/>
                </a:lnTo>
                <a:lnTo>
                  <a:pt x="315725" y="110338"/>
                </a:lnTo>
                <a:lnTo>
                  <a:pt x="332346" y="101108"/>
                </a:lnTo>
                <a:lnTo>
                  <a:pt x="348967" y="91878"/>
                </a:lnTo>
                <a:lnTo>
                  <a:pt x="365579" y="82648"/>
                </a:lnTo>
                <a:lnTo>
                  <a:pt x="382200" y="73419"/>
                </a:lnTo>
                <a:lnTo>
                  <a:pt x="398812" y="64179"/>
                </a:lnTo>
                <a:lnTo>
                  <a:pt x="415433" y="54950"/>
                </a:lnTo>
                <a:lnTo>
                  <a:pt x="432054" y="45720"/>
                </a:lnTo>
                <a:lnTo>
                  <a:pt x="448666" y="36490"/>
                </a:lnTo>
                <a:lnTo>
                  <a:pt x="465287" y="27261"/>
                </a:lnTo>
                <a:lnTo>
                  <a:pt x="481898" y="18021"/>
                </a:lnTo>
                <a:lnTo>
                  <a:pt x="498519" y="8792"/>
                </a:lnTo>
                <a:lnTo>
                  <a:pt x="514350" y="905"/>
                </a:lnTo>
                <a:lnTo>
                  <a:pt x="514350" y="19907"/>
                </a:lnTo>
                <a:lnTo>
                  <a:pt x="514350" y="38919"/>
                </a:lnTo>
                <a:lnTo>
                  <a:pt x="514350" y="57931"/>
                </a:lnTo>
                <a:lnTo>
                  <a:pt x="514350" y="76933"/>
                </a:lnTo>
                <a:lnTo>
                  <a:pt x="514350" y="95945"/>
                </a:lnTo>
                <a:lnTo>
                  <a:pt x="514350" y="114957"/>
                </a:lnTo>
                <a:lnTo>
                  <a:pt x="514350" y="133960"/>
                </a:lnTo>
                <a:lnTo>
                  <a:pt x="514350" y="152972"/>
                </a:lnTo>
                <a:lnTo>
                  <a:pt x="514350" y="171983"/>
                </a:lnTo>
                <a:lnTo>
                  <a:pt x="514350" y="190986"/>
                </a:lnTo>
                <a:lnTo>
                  <a:pt x="514350" y="209998"/>
                </a:lnTo>
                <a:lnTo>
                  <a:pt x="514350" y="229010"/>
                </a:lnTo>
                <a:lnTo>
                  <a:pt x="514350" y="248012"/>
                </a:lnTo>
                <a:lnTo>
                  <a:pt x="514350" y="267024"/>
                </a:lnTo>
                <a:lnTo>
                  <a:pt x="514350" y="286036"/>
                </a:lnTo>
                <a:lnTo>
                  <a:pt x="514350" y="305038"/>
                </a:lnTo>
                <a:lnTo>
                  <a:pt x="514350" y="324050"/>
                </a:lnTo>
                <a:lnTo>
                  <a:pt x="514350" y="343062"/>
                </a:lnTo>
                <a:lnTo>
                  <a:pt x="514350" y="362064"/>
                </a:lnTo>
                <a:lnTo>
                  <a:pt x="514350" y="381076"/>
                </a:lnTo>
                <a:lnTo>
                  <a:pt x="514350" y="400088"/>
                </a:lnTo>
                <a:lnTo>
                  <a:pt x="514350" y="419090"/>
                </a:lnTo>
                <a:lnTo>
                  <a:pt x="514350" y="438102"/>
                </a:lnTo>
                <a:lnTo>
                  <a:pt x="514350" y="457114"/>
                </a:lnTo>
                <a:lnTo>
                  <a:pt x="514350" y="476117"/>
                </a:lnTo>
                <a:lnTo>
                  <a:pt x="514350" y="495129"/>
                </a:lnTo>
                <a:lnTo>
                  <a:pt x="514350" y="514140"/>
                </a:lnTo>
                <a:lnTo>
                  <a:pt x="514350" y="533152"/>
                </a:lnTo>
                <a:lnTo>
                  <a:pt x="514350" y="552155"/>
                </a:lnTo>
                <a:lnTo>
                  <a:pt x="514350" y="571167"/>
                </a:lnTo>
                <a:lnTo>
                  <a:pt x="514350" y="590179"/>
                </a:lnTo>
                <a:lnTo>
                  <a:pt x="514350" y="609181"/>
                </a:lnTo>
                <a:lnTo>
                  <a:pt x="514350" y="628193"/>
                </a:lnTo>
                <a:lnTo>
                  <a:pt x="514350" y="647205"/>
                </a:lnTo>
                <a:lnTo>
                  <a:pt x="514350" y="666207"/>
                </a:lnTo>
                <a:lnTo>
                  <a:pt x="514350" y="685219"/>
                </a:lnTo>
                <a:lnTo>
                  <a:pt x="514350" y="704231"/>
                </a:lnTo>
                <a:lnTo>
                  <a:pt x="514350" y="723233"/>
                </a:lnTo>
                <a:lnTo>
                  <a:pt x="514350" y="742245"/>
                </a:lnTo>
                <a:lnTo>
                  <a:pt x="514350" y="761257"/>
                </a:lnTo>
                <a:lnTo>
                  <a:pt x="514350" y="780259"/>
                </a:lnTo>
                <a:lnTo>
                  <a:pt x="514350" y="799271"/>
                </a:lnTo>
                <a:lnTo>
                  <a:pt x="514350" y="818283"/>
                </a:lnTo>
                <a:lnTo>
                  <a:pt x="514350" y="837286"/>
                </a:lnTo>
                <a:lnTo>
                  <a:pt x="514350" y="856298"/>
                </a:lnTo>
                <a:lnTo>
                  <a:pt x="514350" y="875309"/>
                </a:lnTo>
                <a:lnTo>
                  <a:pt x="514350" y="894312"/>
                </a:lnTo>
                <a:lnTo>
                  <a:pt x="514350" y="913324"/>
                </a:lnTo>
                <a:lnTo>
                  <a:pt x="514350" y="932336"/>
                </a:lnTo>
                <a:lnTo>
                  <a:pt x="514350" y="951338"/>
                </a:lnTo>
                <a:lnTo>
                  <a:pt x="514350" y="970350"/>
                </a:lnTo>
                <a:lnTo>
                  <a:pt x="514350" y="989362"/>
                </a:lnTo>
                <a:lnTo>
                  <a:pt x="514350" y="1008364"/>
                </a:lnTo>
                <a:lnTo>
                  <a:pt x="514350" y="1027376"/>
                </a:lnTo>
                <a:lnTo>
                  <a:pt x="514350" y="1046388"/>
                </a:lnTo>
                <a:lnTo>
                  <a:pt x="514350" y="1065390"/>
                </a:lnTo>
                <a:lnTo>
                  <a:pt x="514350" y="1084402"/>
                </a:lnTo>
                <a:lnTo>
                  <a:pt x="514350" y="1103414"/>
                </a:lnTo>
                <a:lnTo>
                  <a:pt x="514350" y="1122426"/>
                </a:lnTo>
                <a:lnTo>
                  <a:pt x="514350" y="1141428"/>
                </a:lnTo>
                <a:lnTo>
                  <a:pt x="514350" y="1160440"/>
                </a:lnTo>
                <a:lnTo>
                  <a:pt x="506044" y="1174556"/>
                </a:lnTo>
                <a:lnTo>
                  <a:pt x="489423" y="1183786"/>
                </a:lnTo>
                <a:lnTo>
                  <a:pt x="472802" y="1193025"/>
                </a:lnTo>
                <a:lnTo>
                  <a:pt x="456190" y="1202255"/>
                </a:lnTo>
                <a:lnTo>
                  <a:pt x="439569" y="1211485"/>
                </a:lnTo>
                <a:lnTo>
                  <a:pt x="422958" y="1220714"/>
                </a:lnTo>
                <a:lnTo>
                  <a:pt x="406336" y="1229944"/>
                </a:lnTo>
                <a:lnTo>
                  <a:pt x="389715" y="1239183"/>
                </a:lnTo>
                <a:lnTo>
                  <a:pt x="373104" y="1248413"/>
                </a:lnTo>
                <a:lnTo>
                  <a:pt x="356483" y="1257643"/>
                </a:lnTo>
                <a:lnTo>
                  <a:pt x="339871" y="1266873"/>
                </a:lnTo>
                <a:lnTo>
                  <a:pt x="323250" y="1276102"/>
                </a:lnTo>
                <a:lnTo>
                  <a:pt x="306629" y="1285342"/>
                </a:lnTo>
                <a:lnTo>
                  <a:pt x="290017" y="1294571"/>
                </a:lnTo>
                <a:lnTo>
                  <a:pt x="273396" y="1303801"/>
                </a:lnTo>
                <a:lnTo>
                  <a:pt x="256784" y="1312593"/>
                </a:lnTo>
                <a:lnTo>
                  <a:pt x="240163" y="1303363"/>
                </a:lnTo>
                <a:lnTo>
                  <a:pt x="223542" y="1294133"/>
                </a:lnTo>
                <a:lnTo>
                  <a:pt x="206931" y="1284903"/>
                </a:lnTo>
                <a:lnTo>
                  <a:pt x="190310" y="1275664"/>
                </a:lnTo>
                <a:lnTo>
                  <a:pt x="173698" y="1266434"/>
                </a:lnTo>
                <a:lnTo>
                  <a:pt x="157077" y="1257205"/>
                </a:lnTo>
                <a:lnTo>
                  <a:pt x="140456" y="1247975"/>
                </a:lnTo>
                <a:lnTo>
                  <a:pt x="123844" y="1238745"/>
                </a:lnTo>
                <a:lnTo>
                  <a:pt x="107223" y="1229506"/>
                </a:lnTo>
                <a:lnTo>
                  <a:pt x="90611" y="1220276"/>
                </a:lnTo>
                <a:lnTo>
                  <a:pt x="73990" y="1211047"/>
                </a:lnTo>
                <a:lnTo>
                  <a:pt x="57369" y="1201817"/>
                </a:lnTo>
                <a:lnTo>
                  <a:pt x="40757" y="1192587"/>
                </a:lnTo>
                <a:lnTo>
                  <a:pt x="24136" y="1183357"/>
                </a:lnTo>
                <a:lnTo>
                  <a:pt x="7525" y="1174118"/>
                </a:lnTo>
                <a:lnTo>
                  <a:pt x="0" y="1159535"/>
                </a:lnTo>
                <a:lnTo>
                  <a:pt x="0" y="1140533"/>
                </a:lnTo>
                <a:lnTo>
                  <a:pt x="0" y="1121521"/>
                </a:lnTo>
                <a:lnTo>
                  <a:pt x="0" y="1102509"/>
                </a:lnTo>
                <a:lnTo>
                  <a:pt x="0" y="1083507"/>
                </a:lnTo>
                <a:lnTo>
                  <a:pt x="0" y="1064495"/>
                </a:lnTo>
                <a:lnTo>
                  <a:pt x="0" y="1045483"/>
                </a:lnTo>
                <a:lnTo>
                  <a:pt x="0" y="1026481"/>
                </a:lnTo>
                <a:lnTo>
                  <a:pt x="0" y="1007469"/>
                </a:lnTo>
                <a:lnTo>
                  <a:pt x="0" y="988457"/>
                </a:lnTo>
                <a:lnTo>
                  <a:pt x="0" y="969455"/>
                </a:lnTo>
                <a:lnTo>
                  <a:pt x="0" y="950443"/>
                </a:lnTo>
                <a:lnTo>
                  <a:pt x="0" y="931431"/>
                </a:lnTo>
                <a:lnTo>
                  <a:pt x="0" y="912419"/>
                </a:lnTo>
                <a:lnTo>
                  <a:pt x="0" y="893416"/>
                </a:lnTo>
                <a:lnTo>
                  <a:pt x="0" y="874405"/>
                </a:lnTo>
                <a:lnTo>
                  <a:pt x="0" y="855393"/>
                </a:lnTo>
                <a:lnTo>
                  <a:pt x="0" y="836390"/>
                </a:lnTo>
                <a:lnTo>
                  <a:pt x="0" y="817378"/>
                </a:lnTo>
                <a:lnTo>
                  <a:pt x="0" y="798366"/>
                </a:lnTo>
                <a:lnTo>
                  <a:pt x="0" y="779364"/>
                </a:lnTo>
                <a:lnTo>
                  <a:pt x="0" y="760352"/>
                </a:lnTo>
                <a:lnTo>
                  <a:pt x="0" y="741340"/>
                </a:lnTo>
                <a:lnTo>
                  <a:pt x="0" y="722338"/>
                </a:lnTo>
                <a:lnTo>
                  <a:pt x="0" y="703326"/>
                </a:lnTo>
                <a:lnTo>
                  <a:pt x="0" y="684314"/>
                </a:lnTo>
                <a:lnTo>
                  <a:pt x="0" y="665312"/>
                </a:lnTo>
                <a:lnTo>
                  <a:pt x="0" y="646300"/>
                </a:lnTo>
                <a:lnTo>
                  <a:pt x="0" y="627288"/>
                </a:lnTo>
                <a:lnTo>
                  <a:pt x="0" y="608286"/>
                </a:lnTo>
                <a:lnTo>
                  <a:pt x="0" y="589274"/>
                </a:lnTo>
                <a:lnTo>
                  <a:pt x="0" y="570262"/>
                </a:lnTo>
                <a:lnTo>
                  <a:pt x="0" y="551259"/>
                </a:lnTo>
                <a:lnTo>
                  <a:pt x="0" y="532247"/>
                </a:lnTo>
                <a:lnTo>
                  <a:pt x="0" y="513236"/>
                </a:lnTo>
                <a:lnTo>
                  <a:pt x="0" y="494233"/>
                </a:lnTo>
                <a:lnTo>
                  <a:pt x="0" y="475221"/>
                </a:lnTo>
                <a:lnTo>
                  <a:pt x="0" y="456209"/>
                </a:lnTo>
                <a:lnTo>
                  <a:pt x="0" y="437207"/>
                </a:lnTo>
                <a:lnTo>
                  <a:pt x="0" y="418195"/>
                </a:lnTo>
                <a:lnTo>
                  <a:pt x="0" y="399183"/>
                </a:lnTo>
                <a:lnTo>
                  <a:pt x="0" y="380181"/>
                </a:lnTo>
                <a:lnTo>
                  <a:pt x="0" y="361169"/>
                </a:lnTo>
                <a:lnTo>
                  <a:pt x="0" y="342157"/>
                </a:lnTo>
                <a:lnTo>
                  <a:pt x="0" y="323155"/>
                </a:lnTo>
                <a:lnTo>
                  <a:pt x="0" y="304143"/>
                </a:lnTo>
                <a:lnTo>
                  <a:pt x="0" y="285131"/>
                </a:lnTo>
                <a:lnTo>
                  <a:pt x="0" y="266119"/>
                </a:lnTo>
                <a:lnTo>
                  <a:pt x="0" y="247117"/>
                </a:lnTo>
                <a:lnTo>
                  <a:pt x="0" y="228105"/>
                </a:lnTo>
                <a:lnTo>
                  <a:pt x="0" y="209093"/>
                </a:lnTo>
                <a:lnTo>
                  <a:pt x="0" y="190090"/>
                </a:lnTo>
                <a:lnTo>
                  <a:pt x="0" y="171079"/>
                </a:lnTo>
                <a:lnTo>
                  <a:pt x="0" y="152067"/>
                </a:lnTo>
                <a:lnTo>
                  <a:pt x="0" y="133064"/>
                </a:lnTo>
                <a:lnTo>
                  <a:pt x="0" y="114052"/>
                </a:lnTo>
                <a:lnTo>
                  <a:pt x="0" y="95040"/>
                </a:lnTo>
                <a:lnTo>
                  <a:pt x="0" y="76038"/>
                </a:lnTo>
                <a:lnTo>
                  <a:pt x="0" y="57026"/>
                </a:lnTo>
                <a:lnTo>
                  <a:pt x="0" y="38014"/>
                </a:lnTo>
                <a:lnTo>
                  <a:pt x="0" y="19012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78A8D5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35" name="phase-title-2">
            <a:extLst xmlns:a="http://schemas.openxmlformats.org/drawingml/2006/main">
              <a:ext uri="{FF2B5EF4-FFF2-40B4-BE49-F238E27FC236}">
                <a16:creationId xmlns:a16="http://schemas.microsoft.com/office/drawing/2014/main" id="{E27DB68E-82A1-4A3F-A98A-1B97D8E79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5082931"/>
            <a:ext cx="1428750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持续转化</a:t>
            </a:r>
          </a:p>
        </p:txBody>
      </p:sp>
      <p:sp>
        <p:nvSpPr>
          <p:cNvPr id="36" name="phase-body-2">
            <a:extLst xmlns:a="http://schemas.openxmlformats.org/drawingml/2006/main">
              <a:ext uri="{FF2B5EF4-FFF2-40B4-BE49-F238E27FC236}">
                <a16:creationId xmlns:a16="http://schemas.microsoft.com/office/drawing/2014/main" id="{B622E303-4093-4597-861D-769EFC55A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5437137"/>
            <a:ext cx="1428750" cy="587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让行动沉淀为</a:t>
            </a:r>
          </a:p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长期价值</a:t>
            </a:r>
          </a:p>
        </p:txBody>
      </p:sp>
      <p:sp>
        <p:nvSpPr>
          <p:cNvPr id="37" name="action-icon-shell-2-0">
            <a:extLst xmlns:a="http://schemas.openxmlformats.org/drawingml/2006/main">
              <a:ext uri="{FF2B5EF4-FFF2-40B4-BE49-F238E27FC236}">
                <a16:creationId xmlns:a16="http://schemas.microsoft.com/office/drawing/2014/main" id="{3456C7FA-E459-4612-9DF9-3FBC2192F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5382225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1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20eba1167d64a1f">
            <a:extLst>
              <a:ext uri="{96DAC541-7B7A-43D3-8B79-37D633B846F1}">
                <asvg:svgBlip xmlns:asvg="http://schemas.microsoft.com/office/drawing/2016/SVG/main" r:embed="R6003e4b1f8cc42dc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5458425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39" name="action-title-2-0">
            <a:extLst xmlns:a="http://schemas.openxmlformats.org/drawingml/2006/main">
              <a:ext uri="{FF2B5EF4-FFF2-40B4-BE49-F238E27FC236}">
                <a16:creationId xmlns:a16="http://schemas.microsoft.com/office/drawing/2014/main" id="{9059CFFD-AABA-42F1-9B96-B2AF3CFCE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5321198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数据打通</a:t>
            </a:r>
          </a:p>
        </p:txBody>
      </p:sp>
      <p:sp>
        <p:nvSpPr>
          <p:cNvPr id="40" name="action-body-2-0">
            <a:extLst xmlns:a="http://schemas.openxmlformats.org/drawingml/2006/main">
              <a:ext uri="{FF2B5EF4-FFF2-40B4-BE49-F238E27FC236}">
                <a16:creationId xmlns:a16="http://schemas.microsoft.com/office/drawing/2014/main" id="{94F3D5E1-5576-425E-AC3E-5622B35E7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5549798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统一分析对象</a:t>
            </a:r>
          </a:p>
        </p:txBody>
      </p:sp>
      <p:sp>
        <p:nvSpPr>
          <p:cNvPr id="41" name="action-icon-shell-2-1">
            <a:extLst xmlns:a="http://schemas.openxmlformats.org/drawingml/2006/main">
              <a:ext uri="{FF2B5EF4-FFF2-40B4-BE49-F238E27FC236}">
                <a16:creationId xmlns:a16="http://schemas.microsoft.com/office/drawing/2014/main" id="{A5E46B26-CAEB-4DA8-B668-C3E7496DA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5382225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1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40090e06360419b">
            <a:extLst>
              <a:ext uri="{96DAC541-7B7A-43D3-8B79-37D633B846F1}">
                <asvg:svgBlip xmlns:asvg="http://schemas.microsoft.com/office/drawing/2016/SVG/main" r:embed="R03ac09add8d949c5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5458425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43" name="action-title-2-1">
            <a:extLst xmlns:a="http://schemas.openxmlformats.org/drawingml/2006/main">
              <a:ext uri="{FF2B5EF4-FFF2-40B4-BE49-F238E27FC236}">
                <a16:creationId xmlns:a16="http://schemas.microsoft.com/office/drawing/2014/main" id="{BE3B0791-6C0B-4DFD-8289-057ADC3BC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5321198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自动分群</a:t>
            </a:r>
          </a:p>
        </p:txBody>
      </p:sp>
      <p:sp>
        <p:nvSpPr>
          <p:cNvPr id="44" name="action-body-2-1">
            <a:extLst xmlns:a="http://schemas.openxmlformats.org/drawingml/2006/main">
              <a:ext uri="{FF2B5EF4-FFF2-40B4-BE49-F238E27FC236}">
                <a16:creationId xmlns:a16="http://schemas.microsoft.com/office/drawing/2014/main" id="{012149BB-0221-4A8C-AA27-67E46E68A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5549798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指导持续运营</a:t>
            </a:r>
          </a:p>
        </p:txBody>
      </p:sp>
      <p:sp>
        <p:nvSpPr>
          <p:cNvPr id="45" name="funnel-step-body-0">
            <a:extLst xmlns:a="http://schemas.openxmlformats.org/drawingml/2006/main">
              <a:ext uri="{FF2B5EF4-FFF2-40B4-BE49-F238E27FC236}">
                <a16:creationId xmlns:a16="http://schemas.microsoft.com/office/drawing/2014/main" id="{C77891DF-7152-4533-B2F2-899F499C0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52750" y="2514600"/>
            <a:ext cx="3332188" cy="533267"/>
          </a:xfrm>
          <a:custGeom xmlns:a="http://schemas.openxmlformats.org/drawingml/2006/main">
            <a:pathLst>
              <a:path w="3332188" h="533267">
                <a:moveTo>
                  <a:pt x="0" y="0"/>
                </a:moveTo>
                <a:lnTo>
                  <a:pt x="15497" y="25813"/>
                </a:lnTo>
                <a:lnTo>
                  <a:pt x="30985" y="51616"/>
                </a:lnTo>
                <a:lnTo>
                  <a:pt x="46482" y="77429"/>
                </a:lnTo>
                <a:lnTo>
                  <a:pt x="61979" y="103241"/>
                </a:lnTo>
                <a:lnTo>
                  <a:pt x="77467" y="129045"/>
                </a:lnTo>
                <a:lnTo>
                  <a:pt x="92964" y="154857"/>
                </a:lnTo>
                <a:lnTo>
                  <a:pt x="108461" y="180661"/>
                </a:lnTo>
                <a:lnTo>
                  <a:pt x="123949" y="206473"/>
                </a:lnTo>
                <a:lnTo>
                  <a:pt x="139446" y="232286"/>
                </a:lnTo>
                <a:lnTo>
                  <a:pt x="154943" y="258089"/>
                </a:lnTo>
                <a:lnTo>
                  <a:pt x="170431" y="283902"/>
                </a:lnTo>
                <a:lnTo>
                  <a:pt x="185928" y="309715"/>
                </a:lnTo>
                <a:lnTo>
                  <a:pt x="201425" y="335518"/>
                </a:lnTo>
                <a:lnTo>
                  <a:pt x="216913" y="361331"/>
                </a:lnTo>
                <a:lnTo>
                  <a:pt x="232410" y="387134"/>
                </a:lnTo>
                <a:lnTo>
                  <a:pt x="247898" y="412947"/>
                </a:lnTo>
                <a:lnTo>
                  <a:pt x="263395" y="438760"/>
                </a:lnTo>
                <a:lnTo>
                  <a:pt x="278892" y="464563"/>
                </a:lnTo>
                <a:lnTo>
                  <a:pt x="301171" y="482298"/>
                </a:lnTo>
                <a:lnTo>
                  <a:pt x="330537" y="488842"/>
                </a:lnTo>
                <a:lnTo>
                  <a:pt x="360293" y="493376"/>
                </a:lnTo>
                <a:lnTo>
                  <a:pt x="390182" y="496976"/>
                </a:lnTo>
                <a:lnTo>
                  <a:pt x="420129" y="500015"/>
                </a:lnTo>
                <a:lnTo>
                  <a:pt x="450113" y="502653"/>
                </a:lnTo>
                <a:lnTo>
                  <a:pt x="480127" y="505006"/>
                </a:lnTo>
                <a:lnTo>
                  <a:pt x="510159" y="507121"/>
                </a:lnTo>
                <a:lnTo>
                  <a:pt x="540201" y="509045"/>
                </a:lnTo>
                <a:lnTo>
                  <a:pt x="570243" y="510797"/>
                </a:lnTo>
                <a:lnTo>
                  <a:pt x="600304" y="512435"/>
                </a:lnTo>
                <a:lnTo>
                  <a:pt x="630374" y="513940"/>
                </a:lnTo>
                <a:lnTo>
                  <a:pt x="660444" y="515350"/>
                </a:lnTo>
                <a:lnTo>
                  <a:pt x="690515" y="516674"/>
                </a:lnTo>
                <a:lnTo>
                  <a:pt x="720595" y="517893"/>
                </a:lnTo>
                <a:lnTo>
                  <a:pt x="750675" y="519046"/>
                </a:lnTo>
                <a:lnTo>
                  <a:pt x="780755" y="520132"/>
                </a:lnTo>
                <a:lnTo>
                  <a:pt x="810844" y="521160"/>
                </a:lnTo>
                <a:lnTo>
                  <a:pt x="840924" y="522122"/>
                </a:lnTo>
                <a:lnTo>
                  <a:pt x="871014" y="523027"/>
                </a:lnTo>
                <a:lnTo>
                  <a:pt x="901113" y="523875"/>
                </a:lnTo>
                <a:lnTo>
                  <a:pt x="931202" y="524675"/>
                </a:lnTo>
                <a:lnTo>
                  <a:pt x="961292" y="525428"/>
                </a:lnTo>
                <a:lnTo>
                  <a:pt x="991391" y="526142"/>
                </a:lnTo>
                <a:lnTo>
                  <a:pt x="1021480" y="526809"/>
                </a:lnTo>
                <a:lnTo>
                  <a:pt x="1051579" y="527437"/>
                </a:lnTo>
                <a:lnTo>
                  <a:pt x="1081678" y="528028"/>
                </a:lnTo>
                <a:lnTo>
                  <a:pt x="1111777" y="528590"/>
                </a:lnTo>
                <a:lnTo>
                  <a:pt x="1141876" y="529104"/>
                </a:lnTo>
                <a:lnTo>
                  <a:pt x="1171975" y="529590"/>
                </a:lnTo>
                <a:lnTo>
                  <a:pt x="1202074" y="530038"/>
                </a:lnTo>
                <a:lnTo>
                  <a:pt x="1232173" y="530457"/>
                </a:lnTo>
                <a:lnTo>
                  <a:pt x="1262272" y="530838"/>
                </a:lnTo>
                <a:lnTo>
                  <a:pt x="1292371" y="531200"/>
                </a:lnTo>
                <a:lnTo>
                  <a:pt x="1322470" y="531514"/>
                </a:lnTo>
                <a:lnTo>
                  <a:pt x="1352579" y="531819"/>
                </a:lnTo>
                <a:lnTo>
                  <a:pt x="1382678" y="532086"/>
                </a:lnTo>
                <a:lnTo>
                  <a:pt x="1412777" y="532333"/>
                </a:lnTo>
                <a:lnTo>
                  <a:pt x="1442876" y="532533"/>
                </a:lnTo>
                <a:lnTo>
                  <a:pt x="1472984" y="532733"/>
                </a:lnTo>
                <a:lnTo>
                  <a:pt x="1503083" y="532876"/>
                </a:lnTo>
                <a:lnTo>
                  <a:pt x="1533182" y="533019"/>
                </a:lnTo>
                <a:lnTo>
                  <a:pt x="1563291" y="533114"/>
                </a:lnTo>
                <a:lnTo>
                  <a:pt x="1593390" y="533200"/>
                </a:lnTo>
                <a:lnTo>
                  <a:pt x="1623498" y="533238"/>
                </a:lnTo>
                <a:lnTo>
                  <a:pt x="1653597" y="533267"/>
                </a:lnTo>
                <a:lnTo>
                  <a:pt x="1683696" y="533267"/>
                </a:lnTo>
                <a:lnTo>
                  <a:pt x="1713805" y="533238"/>
                </a:lnTo>
                <a:lnTo>
                  <a:pt x="1743904" y="533181"/>
                </a:lnTo>
                <a:lnTo>
                  <a:pt x="1774012" y="533105"/>
                </a:lnTo>
                <a:lnTo>
                  <a:pt x="1804111" y="533000"/>
                </a:lnTo>
                <a:lnTo>
                  <a:pt x="1834210" y="532857"/>
                </a:lnTo>
                <a:lnTo>
                  <a:pt x="1864319" y="532714"/>
                </a:lnTo>
                <a:lnTo>
                  <a:pt x="1894418" y="532514"/>
                </a:lnTo>
                <a:lnTo>
                  <a:pt x="1924517" y="532314"/>
                </a:lnTo>
                <a:lnTo>
                  <a:pt x="1954625" y="532047"/>
                </a:lnTo>
                <a:lnTo>
                  <a:pt x="1984724" y="531790"/>
                </a:lnTo>
                <a:lnTo>
                  <a:pt x="2014823" y="531476"/>
                </a:lnTo>
                <a:lnTo>
                  <a:pt x="2044922" y="531162"/>
                </a:lnTo>
                <a:lnTo>
                  <a:pt x="2075021" y="530790"/>
                </a:lnTo>
                <a:lnTo>
                  <a:pt x="2105130" y="530409"/>
                </a:lnTo>
                <a:lnTo>
                  <a:pt x="2135229" y="529981"/>
                </a:lnTo>
                <a:lnTo>
                  <a:pt x="2165328" y="529533"/>
                </a:lnTo>
                <a:lnTo>
                  <a:pt x="2195427" y="529047"/>
                </a:lnTo>
                <a:lnTo>
                  <a:pt x="2225526" y="528523"/>
                </a:lnTo>
                <a:lnTo>
                  <a:pt x="2255615" y="527961"/>
                </a:lnTo>
                <a:lnTo>
                  <a:pt x="2285714" y="527371"/>
                </a:lnTo>
                <a:lnTo>
                  <a:pt x="2315813" y="526733"/>
                </a:lnTo>
                <a:lnTo>
                  <a:pt x="2345912" y="526056"/>
                </a:lnTo>
                <a:lnTo>
                  <a:pt x="2376002" y="525342"/>
                </a:lnTo>
                <a:lnTo>
                  <a:pt x="2406091" y="524580"/>
                </a:lnTo>
                <a:lnTo>
                  <a:pt x="2436190" y="523780"/>
                </a:lnTo>
                <a:lnTo>
                  <a:pt x="2466280" y="522923"/>
                </a:lnTo>
                <a:lnTo>
                  <a:pt x="2496369" y="522008"/>
                </a:lnTo>
                <a:lnTo>
                  <a:pt x="2526459" y="521037"/>
                </a:lnTo>
                <a:lnTo>
                  <a:pt x="2556539" y="520008"/>
                </a:lnTo>
                <a:lnTo>
                  <a:pt x="2586619" y="518922"/>
                </a:lnTo>
                <a:lnTo>
                  <a:pt x="2616698" y="517760"/>
                </a:lnTo>
                <a:lnTo>
                  <a:pt x="2646778" y="516522"/>
                </a:lnTo>
                <a:lnTo>
                  <a:pt x="2676849" y="515188"/>
                </a:lnTo>
                <a:lnTo>
                  <a:pt x="2706919" y="513769"/>
                </a:lnTo>
                <a:lnTo>
                  <a:pt x="2736990" y="512245"/>
                </a:lnTo>
                <a:lnTo>
                  <a:pt x="2767041" y="510597"/>
                </a:lnTo>
                <a:lnTo>
                  <a:pt x="2797092" y="508826"/>
                </a:lnTo>
                <a:lnTo>
                  <a:pt x="2827134" y="506882"/>
                </a:lnTo>
                <a:lnTo>
                  <a:pt x="2857157" y="504739"/>
                </a:lnTo>
                <a:lnTo>
                  <a:pt x="2887170" y="502368"/>
                </a:lnTo>
                <a:lnTo>
                  <a:pt x="2917155" y="499682"/>
                </a:lnTo>
                <a:lnTo>
                  <a:pt x="2947092" y="496586"/>
                </a:lnTo>
                <a:lnTo>
                  <a:pt x="2976972" y="492900"/>
                </a:lnTo>
                <a:lnTo>
                  <a:pt x="3006700" y="488213"/>
                </a:lnTo>
                <a:lnTo>
                  <a:pt x="3035970" y="481241"/>
                </a:lnTo>
                <a:lnTo>
                  <a:pt x="3056687" y="461524"/>
                </a:lnTo>
                <a:lnTo>
                  <a:pt x="3072184" y="435712"/>
                </a:lnTo>
                <a:lnTo>
                  <a:pt x="3087672" y="409908"/>
                </a:lnTo>
                <a:lnTo>
                  <a:pt x="3103169" y="384096"/>
                </a:lnTo>
                <a:lnTo>
                  <a:pt x="3118666" y="358283"/>
                </a:lnTo>
                <a:lnTo>
                  <a:pt x="3134154" y="332480"/>
                </a:lnTo>
                <a:lnTo>
                  <a:pt x="3149651" y="306667"/>
                </a:lnTo>
                <a:lnTo>
                  <a:pt x="3165148" y="280854"/>
                </a:lnTo>
                <a:lnTo>
                  <a:pt x="3180636" y="255051"/>
                </a:lnTo>
                <a:lnTo>
                  <a:pt x="3196133" y="229238"/>
                </a:lnTo>
                <a:lnTo>
                  <a:pt x="3211630" y="203435"/>
                </a:lnTo>
                <a:lnTo>
                  <a:pt x="3227118" y="177622"/>
                </a:lnTo>
                <a:lnTo>
                  <a:pt x="3242615" y="151809"/>
                </a:lnTo>
                <a:lnTo>
                  <a:pt x="3258112" y="126006"/>
                </a:lnTo>
                <a:lnTo>
                  <a:pt x="3273600" y="100193"/>
                </a:lnTo>
                <a:lnTo>
                  <a:pt x="3289097" y="74381"/>
                </a:lnTo>
                <a:lnTo>
                  <a:pt x="3304584" y="48578"/>
                </a:lnTo>
                <a:lnTo>
                  <a:pt x="3320082" y="22765"/>
                </a:lnTo>
                <a:lnTo>
                  <a:pt x="3332188" y="3086"/>
                </a:lnTo>
                <a:lnTo>
                  <a:pt x="3304070" y="13059"/>
                </a:lnTo>
                <a:lnTo>
                  <a:pt x="3274409" y="18155"/>
                </a:lnTo>
                <a:lnTo>
                  <a:pt x="3244548" y="21965"/>
                </a:lnTo>
                <a:lnTo>
                  <a:pt x="3214602" y="25079"/>
                </a:lnTo>
                <a:lnTo>
                  <a:pt x="3184617" y="27746"/>
                </a:lnTo>
                <a:lnTo>
                  <a:pt x="3154613" y="30109"/>
                </a:lnTo>
                <a:lnTo>
                  <a:pt x="3124581" y="32223"/>
                </a:lnTo>
                <a:lnTo>
                  <a:pt x="3094539" y="34138"/>
                </a:lnTo>
                <a:lnTo>
                  <a:pt x="3064488" y="35890"/>
                </a:lnTo>
                <a:lnTo>
                  <a:pt x="3034427" y="37519"/>
                </a:lnTo>
                <a:lnTo>
                  <a:pt x="3004366" y="39043"/>
                </a:lnTo>
                <a:lnTo>
                  <a:pt x="2974296" y="40453"/>
                </a:lnTo>
                <a:lnTo>
                  <a:pt x="2944225" y="41777"/>
                </a:lnTo>
                <a:lnTo>
                  <a:pt x="2914145" y="43015"/>
                </a:lnTo>
                <a:lnTo>
                  <a:pt x="2884065" y="44186"/>
                </a:lnTo>
                <a:lnTo>
                  <a:pt x="2853985" y="45291"/>
                </a:lnTo>
                <a:lnTo>
                  <a:pt x="2823896" y="46339"/>
                </a:lnTo>
                <a:lnTo>
                  <a:pt x="2793816" y="47339"/>
                </a:lnTo>
                <a:lnTo>
                  <a:pt x="2763726" y="48282"/>
                </a:lnTo>
                <a:lnTo>
                  <a:pt x="2733637" y="49168"/>
                </a:lnTo>
                <a:lnTo>
                  <a:pt x="2703547" y="50025"/>
                </a:lnTo>
                <a:lnTo>
                  <a:pt x="2673448" y="50835"/>
                </a:lnTo>
                <a:lnTo>
                  <a:pt x="2643359" y="51597"/>
                </a:lnTo>
                <a:lnTo>
                  <a:pt x="2613269" y="52330"/>
                </a:lnTo>
                <a:lnTo>
                  <a:pt x="2583170" y="53026"/>
                </a:lnTo>
                <a:lnTo>
                  <a:pt x="2553071" y="53692"/>
                </a:lnTo>
                <a:lnTo>
                  <a:pt x="2522982" y="54321"/>
                </a:lnTo>
                <a:lnTo>
                  <a:pt x="2492883" y="54921"/>
                </a:lnTo>
                <a:lnTo>
                  <a:pt x="2462784" y="55493"/>
                </a:lnTo>
                <a:lnTo>
                  <a:pt x="2432685" y="56036"/>
                </a:lnTo>
                <a:lnTo>
                  <a:pt x="2402586" y="56550"/>
                </a:lnTo>
                <a:lnTo>
                  <a:pt x="2372487" y="57036"/>
                </a:lnTo>
                <a:lnTo>
                  <a:pt x="2342388" y="57502"/>
                </a:lnTo>
                <a:lnTo>
                  <a:pt x="2312289" y="57941"/>
                </a:lnTo>
                <a:lnTo>
                  <a:pt x="2282190" y="58360"/>
                </a:lnTo>
                <a:lnTo>
                  <a:pt x="2252091" y="58741"/>
                </a:lnTo>
                <a:lnTo>
                  <a:pt x="2221992" y="59112"/>
                </a:lnTo>
                <a:lnTo>
                  <a:pt x="2191893" y="59455"/>
                </a:lnTo>
                <a:lnTo>
                  <a:pt x="2161784" y="59788"/>
                </a:lnTo>
                <a:lnTo>
                  <a:pt x="2131685" y="60084"/>
                </a:lnTo>
                <a:lnTo>
                  <a:pt x="2101586" y="60360"/>
                </a:lnTo>
                <a:lnTo>
                  <a:pt x="2071487" y="60617"/>
                </a:lnTo>
                <a:lnTo>
                  <a:pt x="2041379" y="60874"/>
                </a:lnTo>
                <a:lnTo>
                  <a:pt x="2011280" y="61093"/>
                </a:lnTo>
                <a:lnTo>
                  <a:pt x="1981181" y="61293"/>
                </a:lnTo>
                <a:lnTo>
                  <a:pt x="1951072" y="61465"/>
                </a:lnTo>
                <a:lnTo>
                  <a:pt x="1920973" y="61636"/>
                </a:lnTo>
                <a:lnTo>
                  <a:pt x="1890874" y="61789"/>
                </a:lnTo>
                <a:lnTo>
                  <a:pt x="1860766" y="61903"/>
                </a:lnTo>
                <a:lnTo>
                  <a:pt x="1830667" y="62017"/>
                </a:lnTo>
                <a:lnTo>
                  <a:pt x="1800558" y="62103"/>
                </a:lnTo>
                <a:lnTo>
                  <a:pt x="1770459" y="62170"/>
                </a:lnTo>
                <a:lnTo>
                  <a:pt x="1740360" y="62236"/>
                </a:lnTo>
                <a:lnTo>
                  <a:pt x="1710252" y="62255"/>
                </a:lnTo>
                <a:lnTo>
                  <a:pt x="1680153" y="62284"/>
                </a:lnTo>
                <a:lnTo>
                  <a:pt x="1650054" y="62284"/>
                </a:lnTo>
                <a:lnTo>
                  <a:pt x="1619945" y="62255"/>
                </a:lnTo>
                <a:lnTo>
                  <a:pt x="1589846" y="62236"/>
                </a:lnTo>
                <a:lnTo>
                  <a:pt x="1559738" y="62160"/>
                </a:lnTo>
                <a:lnTo>
                  <a:pt x="1529639" y="62093"/>
                </a:lnTo>
                <a:lnTo>
                  <a:pt x="1499540" y="62008"/>
                </a:lnTo>
                <a:lnTo>
                  <a:pt x="1469431" y="61884"/>
                </a:lnTo>
                <a:lnTo>
                  <a:pt x="1439332" y="61770"/>
                </a:lnTo>
                <a:lnTo>
                  <a:pt x="1409224" y="61617"/>
                </a:lnTo>
                <a:lnTo>
                  <a:pt x="1379125" y="61446"/>
                </a:lnTo>
                <a:lnTo>
                  <a:pt x="1349026" y="61274"/>
                </a:lnTo>
                <a:lnTo>
                  <a:pt x="1318927" y="61055"/>
                </a:lnTo>
                <a:lnTo>
                  <a:pt x="1288818" y="60836"/>
                </a:lnTo>
                <a:lnTo>
                  <a:pt x="1258719" y="60589"/>
                </a:lnTo>
                <a:lnTo>
                  <a:pt x="1228620" y="60322"/>
                </a:lnTo>
                <a:lnTo>
                  <a:pt x="1198512" y="60055"/>
                </a:lnTo>
                <a:lnTo>
                  <a:pt x="1168413" y="59750"/>
                </a:lnTo>
                <a:lnTo>
                  <a:pt x="1138314" y="59417"/>
                </a:lnTo>
                <a:lnTo>
                  <a:pt x="1108215" y="59074"/>
                </a:lnTo>
                <a:lnTo>
                  <a:pt x="1078116" y="58703"/>
                </a:lnTo>
                <a:lnTo>
                  <a:pt x="1048007" y="58303"/>
                </a:lnTo>
                <a:lnTo>
                  <a:pt x="1017908" y="57893"/>
                </a:lnTo>
                <a:lnTo>
                  <a:pt x="987809" y="57445"/>
                </a:lnTo>
                <a:lnTo>
                  <a:pt x="957710" y="56979"/>
                </a:lnTo>
                <a:lnTo>
                  <a:pt x="927611" y="56493"/>
                </a:lnTo>
                <a:lnTo>
                  <a:pt x="897512" y="55969"/>
                </a:lnTo>
                <a:lnTo>
                  <a:pt x="867413" y="55426"/>
                </a:lnTo>
                <a:lnTo>
                  <a:pt x="837324" y="54854"/>
                </a:lnTo>
                <a:lnTo>
                  <a:pt x="807225" y="54254"/>
                </a:lnTo>
                <a:lnTo>
                  <a:pt x="777126" y="53616"/>
                </a:lnTo>
                <a:lnTo>
                  <a:pt x="747036" y="52949"/>
                </a:lnTo>
                <a:lnTo>
                  <a:pt x="716937" y="52245"/>
                </a:lnTo>
                <a:lnTo>
                  <a:pt x="686848" y="51511"/>
                </a:lnTo>
                <a:lnTo>
                  <a:pt x="656749" y="50740"/>
                </a:lnTo>
                <a:lnTo>
                  <a:pt x="626659" y="49921"/>
                </a:lnTo>
                <a:lnTo>
                  <a:pt x="596570" y="49073"/>
                </a:lnTo>
                <a:lnTo>
                  <a:pt x="566480" y="48168"/>
                </a:lnTo>
                <a:lnTo>
                  <a:pt x="536391" y="47225"/>
                </a:lnTo>
                <a:lnTo>
                  <a:pt x="506301" y="46225"/>
                </a:lnTo>
                <a:lnTo>
                  <a:pt x="476221" y="45168"/>
                </a:lnTo>
                <a:lnTo>
                  <a:pt x="446141" y="44053"/>
                </a:lnTo>
                <a:lnTo>
                  <a:pt x="416062" y="42872"/>
                </a:lnTo>
                <a:lnTo>
                  <a:pt x="385982" y="41624"/>
                </a:lnTo>
                <a:lnTo>
                  <a:pt x="355911" y="40291"/>
                </a:lnTo>
                <a:lnTo>
                  <a:pt x="325841" y="38862"/>
                </a:lnTo>
                <a:lnTo>
                  <a:pt x="295780" y="37338"/>
                </a:lnTo>
                <a:lnTo>
                  <a:pt x="265719" y="35700"/>
                </a:lnTo>
                <a:lnTo>
                  <a:pt x="235668" y="33919"/>
                </a:lnTo>
                <a:lnTo>
                  <a:pt x="205626" y="31975"/>
                </a:lnTo>
                <a:lnTo>
                  <a:pt x="175603" y="29842"/>
                </a:lnTo>
                <a:lnTo>
                  <a:pt x="145590" y="27451"/>
                </a:lnTo>
                <a:lnTo>
                  <a:pt x="115614" y="24736"/>
                </a:lnTo>
                <a:lnTo>
                  <a:pt x="85677" y="21555"/>
                </a:lnTo>
                <a:lnTo>
                  <a:pt x="55836" y="17650"/>
                </a:lnTo>
                <a:lnTo>
                  <a:pt x="26213" y="12306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46" name="funnel-step-cap-0">
            <a:extLst xmlns:a="http://schemas.openxmlformats.org/drawingml/2006/main">
              <a:ext uri="{FF2B5EF4-FFF2-40B4-BE49-F238E27FC236}">
                <a16:creationId xmlns:a16="http://schemas.microsoft.com/office/drawing/2014/main" id="{D66CD3B1-0B7F-4485-B9F8-4D6EF805A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52750" y="2425951"/>
            <a:ext cx="3333750" cy="17728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47" name="funnel-step-body-1">
            <a:extLst xmlns:a="http://schemas.openxmlformats.org/drawingml/2006/main">
              <a:ext uri="{FF2B5EF4-FFF2-40B4-BE49-F238E27FC236}">
                <a16:creationId xmlns:a16="http://schemas.microsoft.com/office/drawing/2014/main" id="{EF40BCB4-BA78-45B3-857F-CDE9A0467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235452" y="3116294"/>
            <a:ext cx="2765384" cy="533210"/>
          </a:xfrm>
          <a:custGeom xmlns:a="http://schemas.openxmlformats.org/drawingml/2006/main">
            <a:pathLst>
              <a:path w="2765384" h="533210">
                <a:moveTo>
                  <a:pt x="0" y="0"/>
                </a:moveTo>
                <a:lnTo>
                  <a:pt x="10735" y="23355"/>
                </a:lnTo>
                <a:lnTo>
                  <a:pt x="21460" y="46701"/>
                </a:lnTo>
                <a:lnTo>
                  <a:pt x="32195" y="70056"/>
                </a:lnTo>
                <a:lnTo>
                  <a:pt x="42920" y="93402"/>
                </a:lnTo>
                <a:lnTo>
                  <a:pt x="53654" y="116757"/>
                </a:lnTo>
                <a:lnTo>
                  <a:pt x="64389" y="140103"/>
                </a:lnTo>
                <a:lnTo>
                  <a:pt x="75114" y="163459"/>
                </a:lnTo>
                <a:lnTo>
                  <a:pt x="85849" y="186804"/>
                </a:lnTo>
                <a:lnTo>
                  <a:pt x="96574" y="210160"/>
                </a:lnTo>
                <a:lnTo>
                  <a:pt x="107309" y="233515"/>
                </a:lnTo>
                <a:lnTo>
                  <a:pt x="118043" y="256861"/>
                </a:lnTo>
                <a:lnTo>
                  <a:pt x="128768" y="280216"/>
                </a:lnTo>
                <a:lnTo>
                  <a:pt x="139503" y="303562"/>
                </a:lnTo>
                <a:lnTo>
                  <a:pt x="150228" y="326917"/>
                </a:lnTo>
                <a:lnTo>
                  <a:pt x="160963" y="350263"/>
                </a:lnTo>
                <a:lnTo>
                  <a:pt x="171698" y="373618"/>
                </a:lnTo>
                <a:lnTo>
                  <a:pt x="182423" y="396973"/>
                </a:lnTo>
                <a:lnTo>
                  <a:pt x="193157" y="420319"/>
                </a:lnTo>
                <a:lnTo>
                  <a:pt x="203892" y="443675"/>
                </a:lnTo>
                <a:lnTo>
                  <a:pt x="214617" y="467020"/>
                </a:lnTo>
                <a:lnTo>
                  <a:pt x="233105" y="482670"/>
                </a:lnTo>
                <a:lnTo>
                  <a:pt x="257985" y="489071"/>
                </a:lnTo>
                <a:lnTo>
                  <a:pt x="283283" y="493576"/>
                </a:lnTo>
                <a:lnTo>
                  <a:pt x="308724" y="497157"/>
                </a:lnTo>
                <a:lnTo>
                  <a:pt x="334242" y="500196"/>
                </a:lnTo>
                <a:lnTo>
                  <a:pt x="359807" y="502834"/>
                </a:lnTo>
                <a:lnTo>
                  <a:pt x="385401" y="505177"/>
                </a:lnTo>
                <a:lnTo>
                  <a:pt x="411013" y="507292"/>
                </a:lnTo>
                <a:lnTo>
                  <a:pt x="436636" y="509207"/>
                </a:lnTo>
                <a:lnTo>
                  <a:pt x="462277" y="510978"/>
                </a:lnTo>
                <a:lnTo>
                  <a:pt x="487928" y="512607"/>
                </a:lnTo>
                <a:lnTo>
                  <a:pt x="513578" y="514112"/>
                </a:lnTo>
                <a:lnTo>
                  <a:pt x="539239" y="515522"/>
                </a:lnTo>
                <a:lnTo>
                  <a:pt x="564899" y="516836"/>
                </a:lnTo>
                <a:lnTo>
                  <a:pt x="590569" y="518065"/>
                </a:lnTo>
                <a:lnTo>
                  <a:pt x="616248" y="519217"/>
                </a:lnTo>
                <a:lnTo>
                  <a:pt x="641918" y="520303"/>
                </a:lnTo>
                <a:lnTo>
                  <a:pt x="667598" y="521322"/>
                </a:lnTo>
                <a:lnTo>
                  <a:pt x="693277" y="522275"/>
                </a:lnTo>
                <a:lnTo>
                  <a:pt x="718966" y="523170"/>
                </a:lnTo>
                <a:lnTo>
                  <a:pt x="744645" y="524018"/>
                </a:lnTo>
                <a:lnTo>
                  <a:pt x="770334" y="524818"/>
                </a:lnTo>
                <a:lnTo>
                  <a:pt x="796023" y="525570"/>
                </a:lnTo>
                <a:lnTo>
                  <a:pt x="821712" y="526275"/>
                </a:lnTo>
                <a:lnTo>
                  <a:pt x="847401" y="526942"/>
                </a:lnTo>
                <a:lnTo>
                  <a:pt x="873090" y="527571"/>
                </a:lnTo>
                <a:lnTo>
                  <a:pt x="898789" y="528152"/>
                </a:lnTo>
                <a:lnTo>
                  <a:pt x="924477" y="528704"/>
                </a:lnTo>
                <a:lnTo>
                  <a:pt x="950176" y="529219"/>
                </a:lnTo>
                <a:lnTo>
                  <a:pt x="975865" y="529695"/>
                </a:lnTo>
                <a:lnTo>
                  <a:pt x="1001563" y="530133"/>
                </a:lnTo>
                <a:lnTo>
                  <a:pt x="1027262" y="530543"/>
                </a:lnTo>
                <a:lnTo>
                  <a:pt x="1052951" y="530924"/>
                </a:lnTo>
                <a:lnTo>
                  <a:pt x="1078649" y="531276"/>
                </a:lnTo>
                <a:lnTo>
                  <a:pt x="1104348" y="531590"/>
                </a:lnTo>
                <a:lnTo>
                  <a:pt x="1130046" y="531876"/>
                </a:lnTo>
                <a:lnTo>
                  <a:pt x="1155744" y="532133"/>
                </a:lnTo>
                <a:lnTo>
                  <a:pt x="1181443" y="532352"/>
                </a:lnTo>
                <a:lnTo>
                  <a:pt x="1207141" y="532562"/>
                </a:lnTo>
                <a:lnTo>
                  <a:pt x="1232830" y="532733"/>
                </a:lnTo>
                <a:lnTo>
                  <a:pt x="1258529" y="532876"/>
                </a:lnTo>
                <a:lnTo>
                  <a:pt x="1284227" y="533000"/>
                </a:lnTo>
                <a:lnTo>
                  <a:pt x="1309926" y="533086"/>
                </a:lnTo>
                <a:lnTo>
                  <a:pt x="1335634" y="533152"/>
                </a:lnTo>
                <a:lnTo>
                  <a:pt x="1361332" y="533181"/>
                </a:lnTo>
                <a:lnTo>
                  <a:pt x="1387031" y="533210"/>
                </a:lnTo>
                <a:lnTo>
                  <a:pt x="1412729" y="533181"/>
                </a:lnTo>
                <a:lnTo>
                  <a:pt x="1438427" y="533152"/>
                </a:lnTo>
                <a:lnTo>
                  <a:pt x="1464126" y="533067"/>
                </a:lnTo>
                <a:lnTo>
                  <a:pt x="1489824" y="532981"/>
                </a:lnTo>
                <a:lnTo>
                  <a:pt x="1515523" y="532848"/>
                </a:lnTo>
                <a:lnTo>
                  <a:pt x="1541221" y="532695"/>
                </a:lnTo>
                <a:lnTo>
                  <a:pt x="1566920" y="532514"/>
                </a:lnTo>
                <a:lnTo>
                  <a:pt x="1592618" y="532314"/>
                </a:lnTo>
                <a:lnTo>
                  <a:pt x="1618307" y="532067"/>
                </a:lnTo>
                <a:lnTo>
                  <a:pt x="1644005" y="531809"/>
                </a:lnTo>
                <a:lnTo>
                  <a:pt x="1669704" y="531524"/>
                </a:lnTo>
                <a:lnTo>
                  <a:pt x="1695402" y="531200"/>
                </a:lnTo>
                <a:lnTo>
                  <a:pt x="1721101" y="530838"/>
                </a:lnTo>
                <a:lnTo>
                  <a:pt x="1746799" y="530457"/>
                </a:lnTo>
                <a:lnTo>
                  <a:pt x="1772488" y="530038"/>
                </a:lnTo>
                <a:lnTo>
                  <a:pt x="1798187" y="529590"/>
                </a:lnTo>
                <a:lnTo>
                  <a:pt x="1823876" y="529104"/>
                </a:lnTo>
                <a:lnTo>
                  <a:pt x="1849574" y="528580"/>
                </a:lnTo>
                <a:lnTo>
                  <a:pt x="1875263" y="528028"/>
                </a:lnTo>
                <a:lnTo>
                  <a:pt x="1900961" y="527428"/>
                </a:lnTo>
                <a:lnTo>
                  <a:pt x="1926650" y="526799"/>
                </a:lnTo>
                <a:lnTo>
                  <a:pt x="1952339" y="526123"/>
                </a:lnTo>
                <a:lnTo>
                  <a:pt x="1978028" y="525409"/>
                </a:lnTo>
                <a:lnTo>
                  <a:pt x="2003717" y="524647"/>
                </a:lnTo>
                <a:lnTo>
                  <a:pt x="2029397" y="523837"/>
                </a:lnTo>
                <a:lnTo>
                  <a:pt x="2055085" y="522980"/>
                </a:lnTo>
                <a:lnTo>
                  <a:pt x="2080765" y="522065"/>
                </a:lnTo>
                <a:lnTo>
                  <a:pt x="2106444" y="521094"/>
                </a:lnTo>
                <a:lnTo>
                  <a:pt x="2132124" y="520065"/>
                </a:lnTo>
                <a:lnTo>
                  <a:pt x="2157803" y="518970"/>
                </a:lnTo>
                <a:lnTo>
                  <a:pt x="2183473" y="517798"/>
                </a:lnTo>
                <a:lnTo>
                  <a:pt x="2209143" y="516550"/>
                </a:lnTo>
                <a:lnTo>
                  <a:pt x="2234803" y="515217"/>
                </a:lnTo>
                <a:lnTo>
                  <a:pt x="2260463" y="513788"/>
                </a:lnTo>
                <a:lnTo>
                  <a:pt x="2286114" y="512255"/>
                </a:lnTo>
                <a:lnTo>
                  <a:pt x="2311765" y="510597"/>
                </a:lnTo>
                <a:lnTo>
                  <a:pt x="2337397" y="508806"/>
                </a:lnTo>
                <a:lnTo>
                  <a:pt x="2363019" y="506835"/>
                </a:lnTo>
                <a:lnTo>
                  <a:pt x="2388632" y="504673"/>
                </a:lnTo>
                <a:lnTo>
                  <a:pt x="2414216" y="502272"/>
                </a:lnTo>
                <a:lnTo>
                  <a:pt x="2439772" y="499558"/>
                </a:lnTo>
                <a:lnTo>
                  <a:pt x="2465280" y="496424"/>
                </a:lnTo>
                <a:lnTo>
                  <a:pt x="2490702" y="492671"/>
                </a:lnTo>
                <a:lnTo>
                  <a:pt x="2515943" y="487880"/>
                </a:lnTo>
                <a:lnTo>
                  <a:pt x="2540575" y="480670"/>
                </a:lnTo>
                <a:lnTo>
                  <a:pt x="2556110" y="461839"/>
                </a:lnTo>
                <a:lnTo>
                  <a:pt x="2566845" y="438483"/>
                </a:lnTo>
                <a:lnTo>
                  <a:pt x="2577570" y="415138"/>
                </a:lnTo>
                <a:lnTo>
                  <a:pt x="2588304" y="391782"/>
                </a:lnTo>
                <a:lnTo>
                  <a:pt x="2599030" y="368437"/>
                </a:lnTo>
                <a:lnTo>
                  <a:pt x="2609764" y="345081"/>
                </a:lnTo>
                <a:lnTo>
                  <a:pt x="2620499" y="321735"/>
                </a:lnTo>
                <a:lnTo>
                  <a:pt x="2631224" y="298380"/>
                </a:lnTo>
                <a:lnTo>
                  <a:pt x="2641959" y="275025"/>
                </a:lnTo>
                <a:lnTo>
                  <a:pt x="2652684" y="251679"/>
                </a:lnTo>
                <a:lnTo>
                  <a:pt x="2663419" y="228324"/>
                </a:lnTo>
                <a:lnTo>
                  <a:pt x="2674153" y="204978"/>
                </a:lnTo>
                <a:lnTo>
                  <a:pt x="2684878" y="181623"/>
                </a:lnTo>
                <a:lnTo>
                  <a:pt x="2695613" y="158277"/>
                </a:lnTo>
                <a:lnTo>
                  <a:pt x="2706338" y="134922"/>
                </a:lnTo>
                <a:lnTo>
                  <a:pt x="2717073" y="111566"/>
                </a:lnTo>
                <a:lnTo>
                  <a:pt x="2727808" y="88221"/>
                </a:lnTo>
                <a:lnTo>
                  <a:pt x="2738533" y="64865"/>
                </a:lnTo>
                <a:lnTo>
                  <a:pt x="2749267" y="41519"/>
                </a:lnTo>
                <a:lnTo>
                  <a:pt x="2760002" y="18164"/>
                </a:lnTo>
                <a:lnTo>
                  <a:pt x="2765384" y="4648"/>
                </a:lnTo>
                <a:lnTo>
                  <a:pt x="2741457" y="13621"/>
                </a:lnTo>
                <a:lnTo>
                  <a:pt x="2716263" y="18640"/>
                </a:lnTo>
                <a:lnTo>
                  <a:pt x="2690841" y="22422"/>
                </a:lnTo>
                <a:lnTo>
                  <a:pt x="2665333" y="25537"/>
                </a:lnTo>
                <a:lnTo>
                  <a:pt x="2639778" y="28213"/>
                </a:lnTo>
                <a:lnTo>
                  <a:pt x="2614184" y="30575"/>
                </a:lnTo>
                <a:lnTo>
                  <a:pt x="2588571" y="32699"/>
                </a:lnTo>
                <a:lnTo>
                  <a:pt x="2562949" y="34633"/>
                </a:lnTo>
                <a:lnTo>
                  <a:pt x="2537308" y="36395"/>
                </a:lnTo>
                <a:lnTo>
                  <a:pt x="2511666" y="38033"/>
                </a:lnTo>
                <a:lnTo>
                  <a:pt x="2486006" y="39548"/>
                </a:lnTo>
                <a:lnTo>
                  <a:pt x="2460346" y="40958"/>
                </a:lnTo>
                <a:lnTo>
                  <a:pt x="2434685" y="42291"/>
                </a:lnTo>
                <a:lnTo>
                  <a:pt x="2409015" y="43539"/>
                </a:lnTo>
                <a:lnTo>
                  <a:pt x="2383346" y="44720"/>
                </a:lnTo>
                <a:lnTo>
                  <a:pt x="2357666" y="45825"/>
                </a:lnTo>
                <a:lnTo>
                  <a:pt x="2331996" y="46873"/>
                </a:lnTo>
                <a:lnTo>
                  <a:pt x="2306317" y="47863"/>
                </a:lnTo>
                <a:lnTo>
                  <a:pt x="2280628" y="48797"/>
                </a:lnTo>
                <a:lnTo>
                  <a:pt x="2254949" y="49692"/>
                </a:lnTo>
                <a:lnTo>
                  <a:pt x="2229260" y="50540"/>
                </a:lnTo>
                <a:lnTo>
                  <a:pt x="2203580" y="51340"/>
                </a:lnTo>
                <a:lnTo>
                  <a:pt x="2177891" y="52111"/>
                </a:lnTo>
                <a:lnTo>
                  <a:pt x="2152202" y="52835"/>
                </a:lnTo>
                <a:lnTo>
                  <a:pt x="2126513" y="53531"/>
                </a:lnTo>
                <a:lnTo>
                  <a:pt x="2100824" y="54178"/>
                </a:lnTo>
                <a:lnTo>
                  <a:pt x="2075126" y="54807"/>
                </a:lnTo>
                <a:lnTo>
                  <a:pt x="2049437" y="55397"/>
                </a:lnTo>
                <a:lnTo>
                  <a:pt x="2023748" y="55959"/>
                </a:lnTo>
                <a:lnTo>
                  <a:pt x="1998050" y="56493"/>
                </a:lnTo>
                <a:lnTo>
                  <a:pt x="1972361" y="56998"/>
                </a:lnTo>
                <a:lnTo>
                  <a:pt x="1946662" y="57474"/>
                </a:lnTo>
                <a:lnTo>
                  <a:pt x="1920973" y="57912"/>
                </a:lnTo>
                <a:lnTo>
                  <a:pt x="1895275" y="58350"/>
                </a:lnTo>
                <a:lnTo>
                  <a:pt x="1869577" y="58741"/>
                </a:lnTo>
                <a:lnTo>
                  <a:pt x="1843878" y="59122"/>
                </a:lnTo>
                <a:lnTo>
                  <a:pt x="1818189" y="59474"/>
                </a:lnTo>
                <a:lnTo>
                  <a:pt x="1792491" y="59807"/>
                </a:lnTo>
                <a:lnTo>
                  <a:pt x="1766792" y="60122"/>
                </a:lnTo>
                <a:lnTo>
                  <a:pt x="1741094" y="60398"/>
                </a:lnTo>
                <a:lnTo>
                  <a:pt x="1715395" y="60674"/>
                </a:lnTo>
                <a:lnTo>
                  <a:pt x="1689697" y="60912"/>
                </a:lnTo>
                <a:lnTo>
                  <a:pt x="1663998" y="61131"/>
                </a:lnTo>
                <a:lnTo>
                  <a:pt x="1638300" y="61351"/>
                </a:lnTo>
                <a:lnTo>
                  <a:pt x="1612611" y="61522"/>
                </a:lnTo>
                <a:lnTo>
                  <a:pt x="1586913" y="61684"/>
                </a:lnTo>
                <a:lnTo>
                  <a:pt x="1561214" y="61827"/>
                </a:lnTo>
                <a:lnTo>
                  <a:pt x="1535516" y="61951"/>
                </a:lnTo>
                <a:lnTo>
                  <a:pt x="1509817" y="62065"/>
                </a:lnTo>
                <a:lnTo>
                  <a:pt x="1484119" y="62132"/>
                </a:lnTo>
                <a:lnTo>
                  <a:pt x="1458420" y="62208"/>
                </a:lnTo>
                <a:lnTo>
                  <a:pt x="1432712" y="62246"/>
                </a:lnTo>
                <a:lnTo>
                  <a:pt x="1407014" y="62274"/>
                </a:lnTo>
                <a:lnTo>
                  <a:pt x="1381316" y="62294"/>
                </a:lnTo>
                <a:lnTo>
                  <a:pt x="1355617" y="62265"/>
                </a:lnTo>
                <a:lnTo>
                  <a:pt x="1329919" y="62246"/>
                </a:lnTo>
                <a:lnTo>
                  <a:pt x="1304220" y="62189"/>
                </a:lnTo>
                <a:lnTo>
                  <a:pt x="1278522" y="62122"/>
                </a:lnTo>
                <a:lnTo>
                  <a:pt x="1252823" y="62046"/>
                </a:lnTo>
                <a:lnTo>
                  <a:pt x="1227125" y="61922"/>
                </a:lnTo>
                <a:lnTo>
                  <a:pt x="1201426" y="61798"/>
                </a:lnTo>
                <a:lnTo>
                  <a:pt x="1175728" y="61655"/>
                </a:lnTo>
                <a:lnTo>
                  <a:pt x="1150029" y="61484"/>
                </a:lnTo>
                <a:lnTo>
                  <a:pt x="1124331" y="61303"/>
                </a:lnTo>
                <a:lnTo>
                  <a:pt x="1098633" y="61084"/>
                </a:lnTo>
                <a:lnTo>
                  <a:pt x="1072934" y="60865"/>
                </a:lnTo>
                <a:lnTo>
                  <a:pt x="1047245" y="60608"/>
                </a:lnTo>
                <a:lnTo>
                  <a:pt x="1021547" y="60341"/>
                </a:lnTo>
                <a:lnTo>
                  <a:pt x="995848" y="60055"/>
                </a:lnTo>
                <a:lnTo>
                  <a:pt x="970150" y="59750"/>
                </a:lnTo>
                <a:lnTo>
                  <a:pt x="944451" y="59407"/>
                </a:lnTo>
                <a:lnTo>
                  <a:pt x="918753" y="59036"/>
                </a:lnTo>
                <a:lnTo>
                  <a:pt x="893064" y="58655"/>
                </a:lnTo>
                <a:lnTo>
                  <a:pt x="867366" y="58255"/>
                </a:lnTo>
                <a:lnTo>
                  <a:pt x="841667" y="57817"/>
                </a:lnTo>
                <a:lnTo>
                  <a:pt x="815978" y="57369"/>
                </a:lnTo>
                <a:lnTo>
                  <a:pt x="790280" y="56883"/>
                </a:lnTo>
                <a:lnTo>
                  <a:pt x="764591" y="56378"/>
                </a:lnTo>
                <a:lnTo>
                  <a:pt x="738892" y="55836"/>
                </a:lnTo>
                <a:lnTo>
                  <a:pt x="713203" y="55264"/>
                </a:lnTo>
                <a:lnTo>
                  <a:pt x="687515" y="54664"/>
                </a:lnTo>
                <a:lnTo>
                  <a:pt x="661816" y="54035"/>
                </a:lnTo>
                <a:lnTo>
                  <a:pt x="636127" y="53378"/>
                </a:lnTo>
                <a:lnTo>
                  <a:pt x="610438" y="52673"/>
                </a:lnTo>
                <a:lnTo>
                  <a:pt x="584749" y="51940"/>
                </a:lnTo>
                <a:lnTo>
                  <a:pt x="559060" y="51168"/>
                </a:lnTo>
                <a:lnTo>
                  <a:pt x="533381" y="50359"/>
                </a:lnTo>
                <a:lnTo>
                  <a:pt x="507692" y="49501"/>
                </a:lnTo>
                <a:lnTo>
                  <a:pt x="482013" y="48597"/>
                </a:lnTo>
                <a:lnTo>
                  <a:pt x="456333" y="47644"/>
                </a:lnTo>
                <a:lnTo>
                  <a:pt x="430654" y="46644"/>
                </a:lnTo>
                <a:lnTo>
                  <a:pt x="404974" y="45577"/>
                </a:lnTo>
                <a:lnTo>
                  <a:pt x="379295" y="44453"/>
                </a:lnTo>
                <a:lnTo>
                  <a:pt x="353625" y="43263"/>
                </a:lnTo>
                <a:lnTo>
                  <a:pt x="327965" y="42005"/>
                </a:lnTo>
                <a:lnTo>
                  <a:pt x="302295" y="40653"/>
                </a:lnTo>
                <a:lnTo>
                  <a:pt x="276635" y="39224"/>
                </a:lnTo>
                <a:lnTo>
                  <a:pt x="250984" y="37671"/>
                </a:lnTo>
                <a:lnTo>
                  <a:pt x="225342" y="36024"/>
                </a:lnTo>
                <a:lnTo>
                  <a:pt x="199701" y="34214"/>
                </a:lnTo>
                <a:lnTo>
                  <a:pt x="174079" y="32252"/>
                </a:lnTo>
                <a:lnTo>
                  <a:pt x="148476" y="30080"/>
                </a:lnTo>
                <a:lnTo>
                  <a:pt x="122892" y="27651"/>
                </a:lnTo>
                <a:lnTo>
                  <a:pt x="97346" y="24889"/>
                </a:lnTo>
                <a:lnTo>
                  <a:pt x="71847" y="21650"/>
                </a:lnTo>
                <a:lnTo>
                  <a:pt x="46463" y="17659"/>
                </a:lnTo>
                <a:lnTo>
                  <a:pt x="21365" y="12192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48" name="funnel-step-cap-1">
            <a:extLst xmlns:a="http://schemas.openxmlformats.org/drawingml/2006/main">
              <a:ext uri="{FF2B5EF4-FFF2-40B4-BE49-F238E27FC236}">
                <a16:creationId xmlns:a16="http://schemas.microsoft.com/office/drawing/2014/main" id="{F2A5500D-FAE8-4073-8240-5DEB0EDAC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235481" y="3027617"/>
            <a:ext cx="2768289" cy="17728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49" name="funnel-step-body-2">
            <a:extLst xmlns:a="http://schemas.openxmlformats.org/drawingml/2006/main">
              <a:ext uri="{FF2B5EF4-FFF2-40B4-BE49-F238E27FC236}">
                <a16:creationId xmlns:a16="http://schemas.microsoft.com/office/drawing/2014/main" id="{2BD881A1-708A-4357-95B9-77958B096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451860" y="3717893"/>
            <a:ext cx="2334111" cy="533276"/>
          </a:xfrm>
          <a:custGeom xmlns:a="http://schemas.openxmlformats.org/drawingml/2006/main">
            <a:pathLst>
              <a:path w="2334111" h="533276">
                <a:moveTo>
                  <a:pt x="0" y="0"/>
                </a:moveTo>
                <a:lnTo>
                  <a:pt x="8563" y="20488"/>
                </a:lnTo>
                <a:lnTo>
                  <a:pt x="17126" y="40977"/>
                </a:lnTo>
                <a:lnTo>
                  <a:pt x="25698" y="61455"/>
                </a:lnTo>
                <a:lnTo>
                  <a:pt x="34261" y="81944"/>
                </a:lnTo>
                <a:lnTo>
                  <a:pt x="42824" y="102432"/>
                </a:lnTo>
                <a:lnTo>
                  <a:pt x="51387" y="122920"/>
                </a:lnTo>
                <a:lnTo>
                  <a:pt x="59950" y="143408"/>
                </a:lnTo>
                <a:lnTo>
                  <a:pt x="68523" y="163887"/>
                </a:lnTo>
                <a:lnTo>
                  <a:pt x="77086" y="184375"/>
                </a:lnTo>
                <a:lnTo>
                  <a:pt x="85649" y="204864"/>
                </a:lnTo>
                <a:lnTo>
                  <a:pt x="94212" y="225352"/>
                </a:lnTo>
                <a:lnTo>
                  <a:pt x="102784" y="245840"/>
                </a:lnTo>
                <a:lnTo>
                  <a:pt x="111347" y="266319"/>
                </a:lnTo>
                <a:lnTo>
                  <a:pt x="119910" y="286807"/>
                </a:lnTo>
                <a:lnTo>
                  <a:pt x="128473" y="307296"/>
                </a:lnTo>
                <a:lnTo>
                  <a:pt x="137036" y="327784"/>
                </a:lnTo>
                <a:lnTo>
                  <a:pt x="145609" y="348272"/>
                </a:lnTo>
                <a:lnTo>
                  <a:pt x="154172" y="368751"/>
                </a:lnTo>
                <a:lnTo>
                  <a:pt x="162735" y="389239"/>
                </a:lnTo>
                <a:lnTo>
                  <a:pt x="171298" y="409727"/>
                </a:lnTo>
                <a:lnTo>
                  <a:pt x="179870" y="430216"/>
                </a:lnTo>
                <a:lnTo>
                  <a:pt x="188433" y="450704"/>
                </a:lnTo>
                <a:lnTo>
                  <a:pt x="196891" y="471211"/>
                </a:lnTo>
                <a:lnTo>
                  <a:pt x="213932" y="483908"/>
                </a:lnTo>
                <a:lnTo>
                  <a:pt x="235268" y="490014"/>
                </a:lnTo>
                <a:lnTo>
                  <a:pt x="257023" y="494433"/>
                </a:lnTo>
                <a:lnTo>
                  <a:pt x="278940" y="497996"/>
                </a:lnTo>
                <a:lnTo>
                  <a:pt x="300942" y="501015"/>
                </a:lnTo>
                <a:lnTo>
                  <a:pt x="322993" y="503653"/>
                </a:lnTo>
                <a:lnTo>
                  <a:pt x="345072" y="506006"/>
                </a:lnTo>
                <a:lnTo>
                  <a:pt x="367170" y="508121"/>
                </a:lnTo>
                <a:lnTo>
                  <a:pt x="389296" y="510045"/>
                </a:lnTo>
                <a:lnTo>
                  <a:pt x="411423" y="511807"/>
                </a:lnTo>
                <a:lnTo>
                  <a:pt x="433568" y="513445"/>
                </a:lnTo>
                <a:lnTo>
                  <a:pt x="455724" y="514950"/>
                </a:lnTo>
                <a:lnTo>
                  <a:pt x="477888" y="516360"/>
                </a:lnTo>
                <a:lnTo>
                  <a:pt x="500053" y="517674"/>
                </a:lnTo>
                <a:lnTo>
                  <a:pt x="522227" y="518893"/>
                </a:lnTo>
                <a:lnTo>
                  <a:pt x="544401" y="520046"/>
                </a:lnTo>
                <a:lnTo>
                  <a:pt x="566576" y="521122"/>
                </a:lnTo>
                <a:lnTo>
                  <a:pt x="588759" y="522132"/>
                </a:lnTo>
                <a:lnTo>
                  <a:pt x="610943" y="523084"/>
                </a:lnTo>
                <a:lnTo>
                  <a:pt x="633127" y="523970"/>
                </a:lnTo>
                <a:lnTo>
                  <a:pt x="655320" y="524808"/>
                </a:lnTo>
                <a:lnTo>
                  <a:pt x="677513" y="525590"/>
                </a:lnTo>
                <a:lnTo>
                  <a:pt x="699706" y="526323"/>
                </a:lnTo>
                <a:lnTo>
                  <a:pt x="721900" y="527018"/>
                </a:lnTo>
                <a:lnTo>
                  <a:pt x="744093" y="527666"/>
                </a:lnTo>
                <a:lnTo>
                  <a:pt x="766286" y="528276"/>
                </a:lnTo>
                <a:lnTo>
                  <a:pt x="788489" y="528838"/>
                </a:lnTo>
                <a:lnTo>
                  <a:pt x="810682" y="529371"/>
                </a:lnTo>
                <a:lnTo>
                  <a:pt x="832885" y="529857"/>
                </a:lnTo>
                <a:lnTo>
                  <a:pt x="855078" y="530314"/>
                </a:lnTo>
                <a:lnTo>
                  <a:pt x="877281" y="530733"/>
                </a:lnTo>
                <a:lnTo>
                  <a:pt x="899484" y="531114"/>
                </a:lnTo>
                <a:lnTo>
                  <a:pt x="921687" y="531466"/>
                </a:lnTo>
                <a:lnTo>
                  <a:pt x="943889" y="531781"/>
                </a:lnTo>
                <a:lnTo>
                  <a:pt x="966092" y="532067"/>
                </a:lnTo>
                <a:lnTo>
                  <a:pt x="988295" y="532324"/>
                </a:lnTo>
                <a:lnTo>
                  <a:pt x="1010498" y="532543"/>
                </a:lnTo>
                <a:lnTo>
                  <a:pt x="1032701" y="532743"/>
                </a:lnTo>
                <a:lnTo>
                  <a:pt x="1054903" y="532905"/>
                </a:lnTo>
                <a:lnTo>
                  <a:pt x="1077116" y="533038"/>
                </a:lnTo>
                <a:lnTo>
                  <a:pt x="1099318" y="533143"/>
                </a:lnTo>
                <a:lnTo>
                  <a:pt x="1121521" y="533219"/>
                </a:lnTo>
                <a:lnTo>
                  <a:pt x="1143724" y="533267"/>
                </a:lnTo>
                <a:lnTo>
                  <a:pt x="1165927" y="533276"/>
                </a:lnTo>
                <a:lnTo>
                  <a:pt x="1188139" y="533267"/>
                </a:lnTo>
                <a:lnTo>
                  <a:pt x="1210342" y="533229"/>
                </a:lnTo>
                <a:lnTo>
                  <a:pt x="1232545" y="533152"/>
                </a:lnTo>
                <a:lnTo>
                  <a:pt x="1254747" y="533057"/>
                </a:lnTo>
                <a:lnTo>
                  <a:pt x="1276950" y="532924"/>
                </a:lnTo>
                <a:lnTo>
                  <a:pt x="1299162" y="532771"/>
                </a:lnTo>
                <a:lnTo>
                  <a:pt x="1321365" y="532581"/>
                </a:lnTo>
                <a:lnTo>
                  <a:pt x="1343568" y="532362"/>
                </a:lnTo>
                <a:lnTo>
                  <a:pt x="1365771" y="532114"/>
                </a:lnTo>
                <a:lnTo>
                  <a:pt x="1387973" y="531828"/>
                </a:lnTo>
                <a:lnTo>
                  <a:pt x="1410176" y="531514"/>
                </a:lnTo>
                <a:lnTo>
                  <a:pt x="1432379" y="531171"/>
                </a:lnTo>
                <a:lnTo>
                  <a:pt x="1454582" y="530790"/>
                </a:lnTo>
                <a:lnTo>
                  <a:pt x="1476775" y="530381"/>
                </a:lnTo>
                <a:lnTo>
                  <a:pt x="1498978" y="529933"/>
                </a:lnTo>
                <a:lnTo>
                  <a:pt x="1521181" y="529447"/>
                </a:lnTo>
                <a:lnTo>
                  <a:pt x="1543374" y="528933"/>
                </a:lnTo>
                <a:lnTo>
                  <a:pt x="1565577" y="528371"/>
                </a:lnTo>
                <a:lnTo>
                  <a:pt x="1587770" y="527771"/>
                </a:lnTo>
                <a:lnTo>
                  <a:pt x="1609963" y="527133"/>
                </a:lnTo>
                <a:lnTo>
                  <a:pt x="1632166" y="526447"/>
                </a:lnTo>
                <a:lnTo>
                  <a:pt x="1654359" y="525713"/>
                </a:lnTo>
                <a:lnTo>
                  <a:pt x="1676543" y="524942"/>
                </a:lnTo>
                <a:lnTo>
                  <a:pt x="1698736" y="524113"/>
                </a:lnTo>
                <a:lnTo>
                  <a:pt x="1720920" y="523227"/>
                </a:lnTo>
                <a:lnTo>
                  <a:pt x="1743104" y="522294"/>
                </a:lnTo>
                <a:lnTo>
                  <a:pt x="1765287" y="521294"/>
                </a:lnTo>
                <a:lnTo>
                  <a:pt x="1787471" y="520227"/>
                </a:lnTo>
                <a:lnTo>
                  <a:pt x="1809645" y="519093"/>
                </a:lnTo>
                <a:lnTo>
                  <a:pt x="1831819" y="517884"/>
                </a:lnTo>
                <a:lnTo>
                  <a:pt x="1853984" y="516588"/>
                </a:lnTo>
                <a:lnTo>
                  <a:pt x="1876149" y="515188"/>
                </a:lnTo>
                <a:lnTo>
                  <a:pt x="1898294" y="513702"/>
                </a:lnTo>
                <a:lnTo>
                  <a:pt x="1920450" y="512093"/>
                </a:lnTo>
                <a:lnTo>
                  <a:pt x="1942586" y="510350"/>
                </a:lnTo>
                <a:lnTo>
                  <a:pt x="1964703" y="508454"/>
                </a:lnTo>
                <a:lnTo>
                  <a:pt x="1986810" y="506368"/>
                </a:lnTo>
                <a:lnTo>
                  <a:pt x="2008899" y="504063"/>
                </a:lnTo>
                <a:lnTo>
                  <a:pt x="2030949" y="501472"/>
                </a:lnTo>
                <a:lnTo>
                  <a:pt x="2052961" y="498529"/>
                </a:lnTo>
                <a:lnTo>
                  <a:pt x="2074888" y="495071"/>
                </a:lnTo>
                <a:lnTo>
                  <a:pt x="2096681" y="490823"/>
                </a:lnTo>
                <a:lnTo>
                  <a:pt x="2118131" y="485108"/>
                </a:lnTo>
                <a:lnTo>
                  <a:pt x="2137353" y="474593"/>
                </a:lnTo>
                <a:lnTo>
                  <a:pt x="2145687" y="454085"/>
                </a:lnTo>
                <a:lnTo>
                  <a:pt x="2154250" y="433597"/>
                </a:lnTo>
                <a:lnTo>
                  <a:pt x="2162813" y="413109"/>
                </a:lnTo>
                <a:lnTo>
                  <a:pt x="2171376" y="392630"/>
                </a:lnTo>
                <a:lnTo>
                  <a:pt x="2179949" y="372142"/>
                </a:lnTo>
                <a:lnTo>
                  <a:pt x="2188512" y="351653"/>
                </a:lnTo>
                <a:lnTo>
                  <a:pt x="2197075" y="331165"/>
                </a:lnTo>
                <a:lnTo>
                  <a:pt x="2205638" y="310677"/>
                </a:lnTo>
                <a:lnTo>
                  <a:pt x="2214201" y="290198"/>
                </a:lnTo>
                <a:lnTo>
                  <a:pt x="2222773" y="269710"/>
                </a:lnTo>
                <a:lnTo>
                  <a:pt x="2231336" y="249222"/>
                </a:lnTo>
                <a:lnTo>
                  <a:pt x="2239899" y="228733"/>
                </a:lnTo>
                <a:lnTo>
                  <a:pt x="2248462" y="208245"/>
                </a:lnTo>
                <a:lnTo>
                  <a:pt x="2257034" y="187766"/>
                </a:lnTo>
                <a:lnTo>
                  <a:pt x="2265597" y="167278"/>
                </a:lnTo>
                <a:lnTo>
                  <a:pt x="2274160" y="146790"/>
                </a:lnTo>
                <a:lnTo>
                  <a:pt x="2282723" y="126302"/>
                </a:lnTo>
                <a:lnTo>
                  <a:pt x="2291286" y="105813"/>
                </a:lnTo>
                <a:lnTo>
                  <a:pt x="2299859" y="85334"/>
                </a:lnTo>
                <a:lnTo>
                  <a:pt x="2308422" y="64846"/>
                </a:lnTo>
                <a:lnTo>
                  <a:pt x="2316985" y="44358"/>
                </a:lnTo>
                <a:lnTo>
                  <a:pt x="2325548" y="23870"/>
                </a:lnTo>
                <a:lnTo>
                  <a:pt x="2334111" y="3381"/>
                </a:lnTo>
                <a:lnTo>
                  <a:pt x="2321547" y="10801"/>
                </a:lnTo>
                <a:lnTo>
                  <a:pt x="2300192" y="16840"/>
                </a:lnTo>
                <a:lnTo>
                  <a:pt x="2278399" y="21088"/>
                </a:lnTo>
                <a:lnTo>
                  <a:pt x="2256463" y="24489"/>
                </a:lnTo>
                <a:lnTo>
                  <a:pt x="2234441" y="27375"/>
                </a:lnTo>
                <a:lnTo>
                  <a:pt x="2212381" y="29889"/>
                </a:lnTo>
                <a:lnTo>
                  <a:pt x="2190293" y="32128"/>
                </a:lnTo>
                <a:lnTo>
                  <a:pt x="2168176" y="34157"/>
                </a:lnTo>
                <a:lnTo>
                  <a:pt x="2146049" y="36005"/>
                </a:lnTo>
                <a:lnTo>
                  <a:pt x="2123913" y="37709"/>
                </a:lnTo>
                <a:lnTo>
                  <a:pt x="2101767" y="39291"/>
                </a:lnTo>
                <a:lnTo>
                  <a:pt x="2079612" y="40757"/>
                </a:lnTo>
                <a:lnTo>
                  <a:pt x="2057448" y="42129"/>
                </a:lnTo>
                <a:lnTo>
                  <a:pt x="2035283" y="43424"/>
                </a:lnTo>
                <a:lnTo>
                  <a:pt x="2013109" y="44634"/>
                </a:lnTo>
                <a:lnTo>
                  <a:pt x="1990935" y="45787"/>
                </a:lnTo>
                <a:lnTo>
                  <a:pt x="1968751" y="46863"/>
                </a:lnTo>
                <a:lnTo>
                  <a:pt x="1946577" y="47882"/>
                </a:lnTo>
                <a:lnTo>
                  <a:pt x="1924393" y="48844"/>
                </a:lnTo>
                <a:lnTo>
                  <a:pt x="1902200" y="49759"/>
                </a:lnTo>
                <a:lnTo>
                  <a:pt x="1880016" y="50625"/>
                </a:lnTo>
                <a:lnTo>
                  <a:pt x="1857823" y="51445"/>
                </a:lnTo>
                <a:lnTo>
                  <a:pt x="1835639" y="52226"/>
                </a:lnTo>
                <a:lnTo>
                  <a:pt x="1813446" y="52969"/>
                </a:lnTo>
                <a:lnTo>
                  <a:pt x="1791252" y="53673"/>
                </a:lnTo>
                <a:lnTo>
                  <a:pt x="1769050" y="54340"/>
                </a:lnTo>
                <a:lnTo>
                  <a:pt x="1746856" y="54978"/>
                </a:lnTo>
                <a:lnTo>
                  <a:pt x="1724663" y="55578"/>
                </a:lnTo>
                <a:lnTo>
                  <a:pt x="1702460" y="56140"/>
                </a:lnTo>
                <a:lnTo>
                  <a:pt x="1680267" y="56683"/>
                </a:lnTo>
                <a:lnTo>
                  <a:pt x="1658064" y="57198"/>
                </a:lnTo>
                <a:lnTo>
                  <a:pt x="1635871" y="57674"/>
                </a:lnTo>
                <a:lnTo>
                  <a:pt x="1613668" y="58131"/>
                </a:lnTo>
                <a:lnTo>
                  <a:pt x="1591466" y="58560"/>
                </a:lnTo>
                <a:lnTo>
                  <a:pt x="1569263" y="58969"/>
                </a:lnTo>
                <a:lnTo>
                  <a:pt x="1547060" y="59341"/>
                </a:lnTo>
                <a:lnTo>
                  <a:pt x="1524857" y="59693"/>
                </a:lnTo>
                <a:lnTo>
                  <a:pt x="1502664" y="60027"/>
                </a:lnTo>
                <a:lnTo>
                  <a:pt x="1480461" y="60331"/>
                </a:lnTo>
                <a:lnTo>
                  <a:pt x="1458258" y="60617"/>
                </a:lnTo>
                <a:lnTo>
                  <a:pt x="1436056" y="60874"/>
                </a:lnTo>
                <a:lnTo>
                  <a:pt x="1413843" y="61103"/>
                </a:lnTo>
                <a:lnTo>
                  <a:pt x="1391641" y="61331"/>
                </a:lnTo>
                <a:lnTo>
                  <a:pt x="1369438" y="61522"/>
                </a:lnTo>
                <a:lnTo>
                  <a:pt x="1347235" y="61693"/>
                </a:lnTo>
                <a:lnTo>
                  <a:pt x="1325032" y="61855"/>
                </a:lnTo>
                <a:lnTo>
                  <a:pt x="1302830" y="61979"/>
                </a:lnTo>
                <a:lnTo>
                  <a:pt x="1280627" y="62103"/>
                </a:lnTo>
                <a:lnTo>
                  <a:pt x="1258414" y="62179"/>
                </a:lnTo>
                <a:lnTo>
                  <a:pt x="1236212" y="62255"/>
                </a:lnTo>
                <a:lnTo>
                  <a:pt x="1214009" y="62313"/>
                </a:lnTo>
                <a:lnTo>
                  <a:pt x="1191806" y="62341"/>
                </a:lnTo>
                <a:lnTo>
                  <a:pt x="1169603" y="62360"/>
                </a:lnTo>
                <a:lnTo>
                  <a:pt x="1147391" y="62341"/>
                </a:lnTo>
                <a:lnTo>
                  <a:pt x="1125188" y="62322"/>
                </a:lnTo>
                <a:lnTo>
                  <a:pt x="1102985" y="62274"/>
                </a:lnTo>
                <a:lnTo>
                  <a:pt x="1080783" y="62198"/>
                </a:lnTo>
                <a:lnTo>
                  <a:pt x="1058580" y="62122"/>
                </a:lnTo>
                <a:lnTo>
                  <a:pt x="1036368" y="61998"/>
                </a:lnTo>
                <a:lnTo>
                  <a:pt x="1014165" y="61874"/>
                </a:lnTo>
                <a:lnTo>
                  <a:pt x="991962" y="61722"/>
                </a:lnTo>
                <a:lnTo>
                  <a:pt x="969759" y="61551"/>
                </a:lnTo>
                <a:lnTo>
                  <a:pt x="947557" y="61370"/>
                </a:lnTo>
                <a:lnTo>
                  <a:pt x="925354" y="61141"/>
                </a:lnTo>
                <a:lnTo>
                  <a:pt x="903151" y="60912"/>
                </a:lnTo>
                <a:lnTo>
                  <a:pt x="880948" y="60655"/>
                </a:lnTo>
                <a:lnTo>
                  <a:pt x="858745" y="60379"/>
                </a:lnTo>
                <a:lnTo>
                  <a:pt x="836543" y="60074"/>
                </a:lnTo>
                <a:lnTo>
                  <a:pt x="814340" y="59750"/>
                </a:lnTo>
                <a:lnTo>
                  <a:pt x="792137" y="59407"/>
                </a:lnTo>
                <a:lnTo>
                  <a:pt x="769934" y="59026"/>
                </a:lnTo>
                <a:lnTo>
                  <a:pt x="747732" y="58626"/>
                </a:lnTo>
                <a:lnTo>
                  <a:pt x="725529" y="58207"/>
                </a:lnTo>
                <a:lnTo>
                  <a:pt x="703326" y="57750"/>
                </a:lnTo>
                <a:lnTo>
                  <a:pt x="681133" y="57274"/>
                </a:lnTo>
                <a:lnTo>
                  <a:pt x="658930" y="56769"/>
                </a:lnTo>
                <a:lnTo>
                  <a:pt x="636737" y="56236"/>
                </a:lnTo>
                <a:lnTo>
                  <a:pt x="614534" y="55674"/>
                </a:lnTo>
                <a:lnTo>
                  <a:pt x="592341" y="55074"/>
                </a:lnTo>
                <a:lnTo>
                  <a:pt x="570147" y="54445"/>
                </a:lnTo>
                <a:lnTo>
                  <a:pt x="547945" y="53788"/>
                </a:lnTo>
                <a:lnTo>
                  <a:pt x="525751" y="53083"/>
                </a:lnTo>
                <a:lnTo>
                  <a:pt x="503558" y="52349"/>
                </a:lnTo>
                <a:lnTo>
                  <a:pt x="481374" y="51578"/>
                </a:lnTo>
                <a:lnTo>
                  <a:pt x="459181" y="50759"/>
                </a:lnTo>
                <a:lnTo>
                  <a:pt x="436988" y="49901"/>
                </a:lnTo>
                <a:lnTo>
                  <a:pt x="414804" y="48997"/>
                </a:lnTo>
                <a:lnTo>
                  <a:pt x="392621" y="48035"/>
                </a:lnTo>
                <a:lnTo>
                  <a:pt x="370437" y="47025"/>
                </a:lnTo>
                <a:lnTo>
                  <a:pt x="348263" y="45958"/>
                </a:lnTo>
                <a:lnTo>
                  <a:pt x="326088" y="44834"/>
                </a:lnTo>
                <a:lnTo>
                  <a:pt x="303914" y="43634"/>
                </a:lnTo>
                <a:lnTo>
                  <a:pt x="281740" y="42358"/>
                </a:lnTo>
                <a:lnTo>
                  <a:pt x="259585" y="40996"/>
                </a:lnTo>
                <a:lnTo>
                  <a:pt x="237420" y="39538"/>
                </a:lnTo>
                <a:lnTo>
                  <a:pt x="215275" y="37986"/>
                </a:lnTo>
                <a:lnTo>
                  <a:pt x="193129" y="36300"/>
                </a:lnTo>
                <a:lnTo>
                  <a:pt x="171002" y="34471"/>
                </a:lnTo>
                <a:lnTo>
                  <a:pt x="148885" y="32480"/>
                </a:lnTo>
                <a:lnTo>
                  <a:pt x="126797" y="30270"/>
                </a:lnTo>
                <a:lnTo>
                  <a:pt x="104727" y="27813"/>
                </a:lnTo>
                <a:lnTo>
                  <a:pt x="82706" y="25003"/>
                </a:lnTo>
                <a:lnTo>
                  <a:pt x="60741" y="21698"/>
                </a:lnTo>
                <a:lnTo>
                  <a:pt x="38919" y="17621"/>
                </a:lnTo>
                <a:lnTo>
                  <a:pt x="17440" y="12021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50" name="funnel-step-cap-2">
            <a:extLst xmlns:a="http://schemas.openxmlformats.org/drawingml/2006/main">
              <a:ext uri="{FF2B5EF4-FFF2-40B4-BE49-F238E27FC236}">
                <a16:creationId xmlns:a16="http://schemas.microsoft.com/office/drawing/2014/main" id="{0CF76E25-06C1-42B0-8761-CF6F41D93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451879" y="3629282"/>
            <a:ext cx="2335482" cy="17728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7EAC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51" name="funnel-step-body-3">
            <a:extLst xmlns:a="http://schemas.openxmlformats.org/drawingml/2006/main">
              <a:ext uri="{FF2B5EF4-FFF2-40B4-BE49-F238E27FC236}">
                <a16:creationId xmlns:a16="http://schemas.microsoft.com/office/drawing/2014/main" id="{4BFFE1D5-84FB-45C4-BE6A-4C2E43889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648742" y="4319588"/>
            <a:ext cx="1941690" cy="533276"/>
          </a:xfrm>
          <a:custGeom xmlns:a="http://schemas.openxmlformats.org/drawingml/2006/main">
            <a:pathLst>
              <a:path w="1941690" h="533276">
                <a:moveTo>
                  <a:pt x="0" y="0"/>
                </a:moveTo>
                <a:lnTo>
                  <a:pt x="6953" y="17688"/>
                </a:lnTo>
                <a:lnTo>
                  <a:pt x="13907" y="35366"/>
                </a:lnTo>
                <a:lnTo>
                  <a:pt x="20860" y="53054"/>
                </a:lnTo>
                <a:lnTo>
                  <a:pt x="27813" y="70742"/>
                </a:lnTo>
                <a:lnTo>
                  <a:pt x="34766" y="88430"/>
                </a:lnTo>
                <a:lnTo>
                  <a:pt x="41720" y="106109"/>
                </a:lnTo>
                <a:lnTo>
                  <a:pt x="48682" y="123796"/>
                </a:lnTo>
                <a:lnTo>
                  <a:pt x="55636" y="141484"/>
                </a:lnTo>
                <a:lnTo>
                  <a:pt x="62589" y="159172"/>
                </a:lnTo>
                <a:lnTo>
                  <a:pt x="69542" y="176851"/>
                </a:lnTo>
                <a:lnTo>
                  <a:pt x="76495" y="194539"/>
                </a:lnTo>
                <a:lnTo>
                  <a:pt x="83449" y="212227"/>
                </a:lnTo>
                <a:lnTo>
                  <a:pt x="90402" y="229914"/>
                </a:lnTo>
                <a:lnTo>
                  <a:pt x="97355" y="247593"/>
                </a:lnTo>
                <a:lnTo>
                  <a:pt x="104308" y="265281"/>
                </a:lnTo>
                <a:lnTo>
                  <a:pt x="111262" y="282969"/>
                </a:lnTo>
                <a:lnTo>
                  <a:pt x="118215" y="300647"/>
                </a:lnTo>
                <a:lnTo>
                  <a:pt x="125168" y="318335"/>
                </a:lnTo>
                <a:lnTo>
                  <a:pt x="132121" y="336023"/>
                </a:lnTo>
                <a:lnTo>
                  <a:pt x="139084" y="353711"/>
                </a:lnTo>
                <a:lnTo>
                  <a:pt x="146037" y="371389"/>
                </a:lnTo>
                <a:lnTo>
                  <a:pt x="152991" y="389077"/>
                </a:lnTo>
                <a:lnTo>
                  <a:pt x="159944" y="406765"/>
                </a:lnTo>
                <a:lnTo>
                  <a:pt x="166897" y="424453"/>
                </a:lnTo>
                <a:lnTo>
                  <a:pt x="173850" y="442131"/>
                </a:lnTo>
                <a:lnTo>
                  <a:pt x="180804" y="459819"/>
                </a:lnTo>
                <a:lnTo>
                  <a:pt x="188185" y="477117"/>
                </a:lnTo>
                <a:lnTo>
                  <a:pt x="204702" y="486251"/>
                </a:lnTo>
                <a:lnTo>
                  <a:pt x="222856" y="491814"/>
                </a:lnTo>
                <a:lnTo>
                  <a:pt x="241383" y="496033"/>
                </a:lnTo>
                <a:lnTo>
                  <a:pt x="260071" y="499491"/>
                </a:lnTo>
                <a:lnTo>
                  <a:pt x="278844" y="502463"/>
                </a:lnTo>
                <a:lnTo>
                  <a:pt x="297666" y="505063"/>
                </a:lnTo>
                <a:lnTo>
                  <a:pt x="316525" y="507378"/>
                </a:lnTo>
                <a:lnTo>
                  <a:pt x="335413" y="509483"/>
                </a:lnTo>
                <a:lnTo>
                  <a:pt x="354320" y="511388"/>
                </a:lnTo>
                <a:lnTo>
                  <a:pt x="373247" y="513140"/>
                </a:lnTo>
                <a:lnTo>
                  <a:pt x="392182" y="514760"/>
                </a:lnTo>
                <a:lnTo>
                  <a:pt x="411128" y="516245"/>
                </a:lnTo>
                <a:lnTo>
                  <a:pt x="430073" y="517646"/>
                </a:lnTo>
                <a:lnTo>
                  <a:pt x="449037" y="518932"/>
                </a:lnTo>
                <a:lnTo>
                  <a:pt x="468001" y="520141"/>
                </a:lnTo>
                <a:lnTo>
                  <a:pt x="486966" y="521275"/>
                </a:lnTo>
                <a:lnTo>
                  <a:pt x="505939" y="522332"/>
                </a:lnTo>
                <a:lnTo>
                  <a:pt x="524923" y="523313"/>
                </a:lnTo>
                <a:lnTo>
                  <a:pt x="543906" y="524237"/>
                </a:lnTo>
                <a:lnTo>
                  <a:pt x="562889" y="525104"/>
                </a:lnTo>
                <a:lnTo>
                  <a:pt x="581873" y="525913"/>
                </a:lnTo>
                <a:lnTo>
                  <a:pt x="600856" y="526675"/>
                </a:lnTo>
                <a:lnTo>
                  <a:pt x="619849" y="527380"/>
                </a:lnTo>
                <a:lnTo>
                  <a:pt x="638842" y="528037"/>
                </a:lnTo>
                <a:lnTo>
                  <a:pt x="657835" y="528647"/>
                </a:lnTo>
                <a:lnTo>
                  <a:pt x="676827" y="529219"/>
                </a:lnTo>
                <a:lnTo>
                  <a:pt x="695830" y="529752"/>
                </a:lnTo>
                <a:lnTo>
                  <a:pt x="714823" y="530238"/>
                </a:lnTo>
                <a:lnTo>
                  <a:pt x="733825" y="530685"/>
                </a:lnTo>
                <a:lnTo>
                  <a:pt x="752818" y="531095"/>
                </a:lnTo>
                <a:lnTo>
                  <a:pt x="771820" y="531466"/>
                </a:lnTo>
                <a:lnTo>
                  <a:pt x="790823" y="531800"/>
                </a:lnTo>
                <a:lnTo>
                  <a:pt x="809825" y="532095"/>
                </a:lnTo>
                <a:lnTo>
                  <a:pt x="828827" y="532362"/>
                </a:lnTo>
                <a:lnTo>
                  <a:pt x="847830" y="532590"/>
                </a:lnTo>
                <a:lnTo>
                  <a:pt x="866832" y="532790"/>
                </a:lnTo>
                <a:lnTo>
                  <a:pt x="885835" y="532952"/>
                </a:lnTo>
                <a:lnTo>
                  <a:pt x="904837" y="533076"/>
                </a:lnTo>
                <a:lnTo>
                  <a:pt x="923839" y="533181"/>
                </a:lnTo>
                <a:lnTo>
                  <a:pt x="942842" y="533238"/>
                </a:lnTo>
                <a:lnTo>
                  <a:pt x="961844" y="533276"/>
                </a:lnTo>
                <a:lnTo>
                  <a:pt x="980846" y="533276"/>
                </a:lnTo>
                <a:lnTo>
                  <a:pt x="999849" y="533238"/>
                </a:lnTo>
                <a:lnTo>
                  <a:pt x="1018851" y="533171"/>
                </a:lnTo>
                <a:lnTo>
                  <a:pt x="1037854" y="533076"/>
                </a:lnTo>
                <a:lnTo>
                  <a:pt x="1056856" y="532943"/>
                </a:lnTo>
                <a:lnTo>
                  <a:pt x="1075868" y="532781"/>
                </a:lnTo>
                <a:lnTo>
                  <a:pt x="1094870" y="532581"/>
                </a:lnTo>
                <a:lnTo>
                  <a:pt x="1113863" y="532352"/>
                </a:lnTo>
                <a:lnTo>
                  <a:pt x="1132865" y="532086"/>
                </a:lnTo>
                <a:lnTo>
                  <a:pt x="1151868" y="531781"/>
                </a:lnTo>
                <a:lnTo>
                  <a:pt x="1170870" y="531447"/>
                </a:lnTo>
                <a:lnTo>
                  <a:pt x="1189873" y="531076"/>
                </a:lnTo>
                <a:lnTo>
                  <a:pt x="1208865" y="530666"/>
                </a:lnTo>
                <a:lnTo>
                  <a:pt x="1227868" y="530209"/>
                </a:lnTo>
                <a:lnTo>
                  <a:pt x="1246861" y="529723"/>
                </a:lnTo>
                <a:lnTo>
                  <a:pt x="1265863" y="529190"/>
                </a:lnTo>
                <a:lnTo>
                  <a:pt x="1284856" y="528618"/>
                </a:lnTo>
                <a:lnTo>
                  <a:pt x="1303849" y="528009"/>
                </a:lnTo>
                <a:lnTo>
                  <a:pt x="1322842" y="527342"/>
                </a:lnTo>
                <a:lnTo>
                  <a:pt x="1341834" y="526637"/>
                </a:lnTo>
                <a:lnTo>
                  <a:pt x="1360818" y="525875"/>
                </a:lnTo>
                <a:lnTo>
                  <a:pt x="1379801" y="525066"/>
                </a:lnTo>
                <a:lnTo>
                  <a:pt x="1398784" y="524199"/>
                </a:lnTo>
                <a:lnTo>
                  <a:pt x="1417768" y="523265"/>
                </a:lnTo>
                <a:lnTo>
                  <a:pt x="1436751" y="522275"/>
                </a:lnTo>
                <a:lnTo>
                  <a:pt x="1455725" y="521218"/>
                </a:lnTo>
                <a:lnTo>
                  <a:pt x="1474689" y="520084"/>
                </a:lnTo>
                <a:lnTo>
                  <a:pt x="1493653" y="518874"/>
                </a:lnTo>
                <a:lnTo>
                  <a:pt x="1512618" y="517579"/>
                </a:lnTo>
                <a:lnTo>
                  <a:pt x="1531563" y="516179"/>
                </a:lnTo>
                <a:lnTo>
                  <a:pt x="1550508" y="514683"/>
                </a:lnTo>
                <a:lnTo>
                  <a:pt x="1569444" y="513055"/>
                </a:lnTo>
                <a:lnTo>
                  <a:pt x="1588370" y="511302"/>
                </a:lnTo>
                <a:lnTo>
                  <a:pt x="1607268" y="509378"/>
                </a:lnTo>
                <a:lnTo>
                  <a:pt x="1626156" y="507273"/>
                </a:lnTo>
                <a:lnTo>
                  <a:pt x="1645015" y="504939"/>
                </a:lnTo>
                <a:lnTo>
                  <a:pt x="1663837" y="502320"/>
                </a:lnTo>
                <a:lnTo>
                  <a:pt x="1682610" y="499339"/>
                </a:lnTo>
                <a:lnTo>
                  <a:pt x="1701289" y="495843"/>
                </a:lnTo>
                <a:lnTo>
                  <a:pt x="1719805" y="491585"/>
                </a:lnTo>
                <a:lnTo>
                  <a:pt x="1737932" y="485927"/>
                </a:lnTo>
                <a:lnTo>
                  <a:pt x="1754210" y="476441"/>
                </a:lnTo>
                <a:lnTo>
                  <a:pt x="1761306" y="458962"/>
                </a:lnTo>
                <a:lnTo>
                  <a:pt x="1768259" y="441274"/>
                </a:lnTo>
                <a:lnTo>
                  <a:pt x="1775212" y="423586"/>
                </a:lnTo>
                <a:lnTo>
                  <a:pt x="1782166" y="405898"/>
                </a:lnTo>
                <a:lnTo>
                  <a:pt x="1789119" y="388220"/>
                </a:lnTo>
                <a:lnTo>
                  <a:pt x="1796072" y="370532"/>
                </a:lnTo>
                <a:lnTo>
                  <a:pt x="1803025" y="352844"/>
                </a:lnTo>
                <a:lnTo>
                  <a:pt x="1809979" y="335166"/>
                </a:lnTo>
                <a:lnTo>
                  <a:pt x="1816932" y="317478"/>
                </a:lnTo>
                <a:lnTo>
                  <a:pt x="1823885" y="299790"/>
                </a:lnTo>
                <a:lnTo>
                  <a:pt x="1830838" y="282102"/>
                </a:lnTo>
                <a:lnTo>
                  <a:pt x="1837792" y="264424"/>
                </a:lnTo>
                <a:lnTo>
                  <a:pt x="1844745" y="246736"/>
                </a:lnTo>
                <a:lnTo>
                  <a:pt x="1851708" y="229048"/>
                </a:lnTo>
                <a:lnTo>
                  <a:pt x="1858661" y="211360"/>
                </a:lnTo>
                <a:lnTo>
                  <a:pt x="1865614" y="193681"/>
                </a:lnTo>
                <a:lnTo>
                  <a:pt x="1872567" y="175993"/>
                </a:lnTo>
                <a:lnTo>
                  <a:pt x="1879521" y="158306"/>
                </a:lnTo>
                <a:lnTo>
                  <a:pt x="1886474" y="140627"/>
                </a:lnTo>
                <a:lnTo>
                  <a:pt x="1893427" y="122939"/>
                </a:lnTo>
                <a:lnTo>
                  <a:pt x="1900380" y="105251"/>
                </a:lnTo>
                <a:lnTo>
                  <a:pt x="1907334" y="87563"/>
                </a:lnTo>
                <a:lnTo>
                  <a:pt x="1914287" y="69885"/>
                </a:lnTo>
                <a:lnTo>
                  <a:pt x="1921240" y="52197"/>
                </a:lnTo>
                <a:lnTo>
                  <a:pt x="1928193" y="34509"/>
                </a:lnTo>
                <a:lnTo>
                  <a:pt x="1935147" y="16821"/>
                </a:lnTo>
                <a:lnTo>
                  <a:pt x="1941690" y="924"/>
                </a:lnTo>
                <a:lnTo>
                  <a:pt x="1927117" y="12078"/>
                </a:lnTo>
                <a:lnTo>
                  <a:pt x="1908991" y="17736"/>
                </a:lnTo>
                <a:lnTo>
                  <a:pt x="1890436" y="21860"/>
                </a:lnTo>
                <a:lnTo>
                  <a:pt x="1871739" y="25203"/>
                </a:lnTo>
                <a:lnTo>
                  <a:pt x="1852946" y="28061"/>
                </a:lnTo>
                <a:lnTo>
                  <a:pt x="1834105" y="30556"/>
                </a:lnTo>
                <a:lnTo>
                  <a:pt x="1815236" y="32785"/>
                </a:lnTo>
                <a:lnTo>
                  <a:pt x="1796339" y="34804"/>
                </a:lnTo>
                <a:lnTo>
                  <a:pt x="1777432" y="36652"/>
                </a:lnTo>
                <a:lnTo>
                  <a:pt x="1758506" y="38357"/>
                </a:lnTo>
                <a:lnTo>
                  <a:pt x="1739560" y="39929"/>
                </a:lnTo>
                <a:lnTo>
                  <a:pt x="1720615" y="41396"/>
                </a:lnTo>
                <a:lnTo>
                  <a:pt x="1701660" y="42767"/>
                </a:lnTo>
                <a:lnTo>
                  <a:pt x="1682706" y="44053"/>
                </a:lnTo>
                <a:lnTo>
                  <a:pt x="1663741" y="45263"/>
                </a:lnTo>
                <a:lnTo>
                  <a:pt x="1644767" y="46396"/>
                </a:lnTo>
                <a:lnTo>
                  <a:pt x="1625794" y="47473"/>
                </a:lnTo>
                <a:lnTo>
                  <a:pt x="1606820" y="48492"/>
                </a:lnTo>
                <a:lnTo>
                  <a:pt x="1587837" y="49444"/>
                </a:lnTo>
                <a:lnTo>
                  <a:pt x="1568863" y="50359"/>
                </a:lnTo>
                <a:lnTo>
                  <a:pt x="1549870" y="51216"/>
                </a:lnTo>
                <a:lnTo>
                  <a:pt x="1530887" y="52035"/>
                </a:lnTo>
                <a:lnTo>
                  <a:pt x="1511903" y="52807"/>
                </a:lnTo>
                <a:lnTo>
                  <a:pt x="1492910" y="53540"/>
                </a:lnTo>
                <a:lnTo>
                  <a:pt x="1473918" y="54226"/>
                </a:lnTo>
                <a:lnTo>
                  <a:pt x="1454925" y="54883"/>
                </a:lnTo>
                <a:lnTo>
                  <a:pt x="1435932" y="55512"/>
                </a:lnTo>
                <a:lnTo>
                  <a:pt x="1416939" y="56093"/>
                </a:lnTo>
                <a:lnTo>
                  <a:pt x="1397946" y="56655"/>
                </a:lnTo>
                <a:lnTo>
                  <a:pt x="1378953" y="57179"/>
                </a:lnTo>
                <a:lnTo>
                  <a:pt x="1359951" y="57674"/>
                </a:lnTo>
                <a:lnTo>
                  <a:pt x="1340958" y="58141"/>
                </a:lnTo>
                <a:lnTo>
                  <a:pt x="1321956" y="58588"/>
                </a:lnTo>
                <a:lnTo>
                  <a:pt x="1302963" y="58998"/>
                </a:lnTo>
                <a:lnTo>
                  <a:pt x="1283960" y="59388"/>
                </a:lnTo>
                <a:lnTo>
                  <a:pt x="1264958" y="59750"/>
                </a:lnTo>
                <a:lnTo>
                  <a:pt x="1245956" y="60084"/>
                </a:lnTo>
                <a:lnTo>
                  <a:pt x="1226953" y="60389"/>
                </a:lnTo>
                <a:lnTo>
                  <a:pt x="1207961" y="60674"/>
                </a:lnTo>
                <a:lnTo>
                  <a:pt x="1188958" y="60941"/>
                </a:lnTo>
                <a:lnTo>
                  <a:pt x="1169956" y="61179"/>
                </a:lnTo>
                <a:lnTo>
                  <a:pt x="1150953" y="61398"/>
                </a:lnTo>
                <a:lnTo>
                  <a:pt x="1131951" y="61598"/>
                </a:lnTo>
                <a:lnTo>
                  <a:pt x="1112949" y="61760"/>
                </a:lnTo>
                <a:lnTo>
                  <a:pt x="1093946" y="61913"/>
                </a:lnTo>
                <a:lnTo>
                  <a:pt x="1074934" y="62046"/>
                </a:lnTo>
                <a:lnTo>
                  <a:pt x="1055932" y="62151"/>
                </a:lnTo>
                <a:lnTo>
                  <a:pt x="1036930" y="62236"/>
                </a:lnTo>
                <a:lnTo>
                  <a:pt x="1017927" y="62303"/>
                </a:lnTo>
                <a:lnTo>
                  <a:pt x="998925" y="62341"/>
                </a:lnTo>
                <a:lnTo>
                  <a:pt x="979922" y="62360"/>
                </a:lnTo>
                <a:lnTo>
                  <a:pt x="960920" y="62360"/>
                </a:lnTo>
                <a:lnTo>
                  <a:pt x="941918" y="62341"/>
                </a:lnTo>
                <a:lnTo>
                  <a:pt x="922915" y="62294"/>
                </a:lnTo>
                <a:lnTo>
                  <a:pt x="903913" y="62227"/>
                </a:lnTo>
                <a:lnTo>
                  <a:pt x="884911" y="62141"/>
                </a:lnTo>
                <a:lnTo>
                  <a:pt x="865899" y="62036"/>
                </a:lnTo>
                <a:lnTo>
                  <a:pt x="846896" y="61903"/>
                </a:lnTo>
                <a:lnTo>
                  <a:pt x="827894" y="61760"/>
                </a:lnTo>
                <a:lnTo>
                  <a:pt x="808892" y="61589"/>
                </a:lnTo>
                <a:lnTo>
                  <a:pt x="789889" y="61389"/>
                </a:lnTo>
                <a:lnTo>
                  <a:pt x="770887" y="61170"/>
                </a:lnTo>
                <a:lnTo>
                  <a:pt x="751884" y="60931"/>
                </a:lnTo>
                <a:lnTo>
                  <a:pt x="732882" y="60665"/>
                </a:lnTo>
                <a:lnTo>
                  <a:pt x="713889" y="60379"/>
                </a:lnTo>
                <a:lnTo>
                  <a:pt x="694887" y="60065"/>
                </a:lnTo>
                <a:lnTo>
                  <a:pt x="675884" y="59731"/>
                </a:lnTo>
                <a:lnTo>
                  <a:pt x="656882" y="59369"/>
                </a:lnTo>
                <a:lnTo>
                  <a:pt x="637889" y="58979"/>
                </a:lnTo>
                <a:lnTo>
                  <a:pt x="618887" y="58569"/>
                </a:lnTo>
                <a:lnTo>
                  <a:pt x="599885" y="58122"/>
                </a:lnTo>
                <a:lnTo>
                  <a:pt x="580892" y="57655"/>
                </a:lnTo>
                <a:lnTo>
                  <a:pt x="561889" y="57160"/>
                </a:lnTo>
                <a:lnTo>
                  <a:pt x="542896" y="56626"/>
                </a:lnTo>
                <a:lnTo>
                  <a:pt x="523904" y="56074"/>
                </a:lnTo>
                <a:lnTo>
                  <a:pt x="504911" y="55483"/>
                </a:lnTo>
                <a:lnTo>
                  <a:pt x="485918" y="54854"/>
                </a:lnTo>
                <a:lnTo>
                  <a:pt x="466925" y="54197"/>
                </a:lnTo>
                <a:lnTo>
                  <a:pt x="447932" y="53502"/>
                </a:lnTo>
                <a:lnTo>
                  <a:pt x="428939" y="52769"/>
                </a:lnTo>
                <a:lnTo>
                  <a:pt x="409956" y="51997"/>
                </a:lnTo>
                <a:lnTo>
                  <a:pt x="390973" y="51178"/>
                </a:lnTo>
                <a:lnTo>
                  <a:pt x="371989" y="50311"/>
                </a:lnTo>
                <a:lnTo>
                  <a:pt x="353006" y="49406"/>
                </a:lnTo>
                <a:lnTo>
                  <a:pt x="334023" y="48435"/>
                </a:lnTo>
                <a:lnTo>
                  <a:pt x="315049" y="47425"/>
                </a:lnTo>
                <a:lnTo>
                  <a:pt x="296075" y="46349"/>
                </a:lnTo>
                <a:lnTo>
                  <a:pt x="277111" y="45206"/>
                </a:lnTo>
                <a:lnTo>
                  <a:pt x="258147" y="43996"/>
                </a:lnTo>
                <a:lnTo>
                  <a:pt x="239182" y="42710"/>
                </a:lnTo>
                <a:lnTo>
                  <a:pt x="220228" y="41329"/>
                </a:lnTo>
                <a:lnTo>
                  <a:pt x="201282" y="39853"/>
                </a:lnTo>
                <a:lnTo>
                  <a:pt x="182347" y="38271"/>
                </a:lnTo>
                <a:lnTo>
                  <a:pt x="163420" y="36566"/>
                </a:lnTo>
                <a:lnTo>
                  <a:pt x="144504" y="34719"/>
                </a:lnTo>
                <a:lnTo>
                  <a:pt x="125616" y="32680"/>
                </a:lnTo>
                <a:lnTo>
                  <a:pt x="106737" y="30442"/>
                </a:lnTo>
                <a:lnTo>
                  <a:pt x="87906" y="27927"/>
                </a:lnTo>
                <a:lnTo>
                  <a:pt x="69123" y="25060"/>
                </a:lnTo>
                <a:lnTo>
                  <a:pt x="50416" y="21679"/>
                </a:lnTo>
                <a:lnTo>
                  <a:pt x="31880" y="17497"/>
                </a:lnTo>
                <a:lnTo>
                  <a:pt x="13792" y="11735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52" name="funnel-step-cap-3">
            <a:extLst xmlns:a="http://schemas.openxmlformats.org/drawingml/2006/main">
              <a:ext uri="{FF2B5EF4-FFF2-40B4-BE49-F238E27FC236}">
                <a16:creationId xmlns:a16="http://schemas.microsoft.com/office/drawing/2014/main" id="{675205B0-2A69-4798-B8A8-53244F2D1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648751" y="4230938"/>
            <a:ext cx="1941747" cy="17728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7EAC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53" name="funnel-step-body-4">
            <a:extLst xmlns:a="http://schemas.openxmlformats.org/drawingml/2006/main">
              <a:ext uri="{FF2B5EF4-FFF2-40B4-BE49-F238E27FC236}">
                <a16:creationId xmlns:a16="http://schemas.microsoft.com/office/drawing/2014/main" id="{F207ACAD-704F-4A9B-BFD9-679D0FBCF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833908" y="4921282"/>
            <a:ext cx="1569682" cy="533210"/>
          </a:xfrm>
          <a:custGeom xmlns:a="http://schemas.openxmlformats.org/drawingml/2006/main">
            <a:pathLst>
              <a:path w="1569682" h="533210">
                <a:moveTo>
                  <a:pt x="0" y="0"/>
                </a:moveTo>
                <a:lnTo>
                  <a:pt x="6677" y="17783"/>
                </a:lnTo>
                <a:lnTo>
                  <a:pt x="13364" y="35557"/>
                </a:lnTo>
                <a:lnTo>
                  <a:pt x="20041" y="53340"/>
                </a:lnTo>
                <a:lnTo>
                  <a:pt x="26727" y="71114"/>
                </a:lnTo>
                <a:lnTo>
                  <a:pt x="33404" y="88897"/>
                </a:lnTo>
                <a:lnTo>
                  <a:pt x="40091" y="106680"/>
                </a:lnTo>
                <a:lnTo>
                  <a:pt x="46768" y="124454"/>
                </a:lnTo>
                <a:lnTo>
                  <a:pt x="53454" y="142237"/>
                </a:lnTo>
                <a:lnTo>
                  <a:pt x="60131" y="160010"/>
                </a:lnTo>
                <a:lnTo>
                  <a:pt x="66818" y="177794"/>
                </a:lnTo>
                <a:lnTo>
                  <a:pt x="73495" y="195577"/>
                </a:lnTo>
                <a:lnTo>
                  <a:pt x="80181" y="213350"/>
                </a:lnTo>
                <a:lnTo>
                  <a:pt x="86858" y="231134"/>
                </a:lnTo>
                <a:lnTo>
                  <a:pt x="93545" y="248907"/>
                </a:lnTo>
                <a:lnTo>
                  <a:pt x="100222" y="266690"/>
                </a:lnTo>
                <a:lnTo>
                  <a:pt x="106909" y="284474"/>
                </a:lnTo>
                <a:lnTo>
                  <a:pt x="113586" y="302247"/>
                </a:lnTo>
                <a:lnTo>
                  <a:pt x="120272" y="320030"/>
                </a:lnTo>
                <a:lnTo>
                  <a:pt x="126949" y="337814"/>
                </a:lnTo>
                <a:lnTo>
                  <a:pt x="133636" y="355587"/>
                </a:lnTo>
                <a:lnTo>
                  <a:pt x="140313" y="373370"/>
                </a:lnTo>
                <a:lnTo>
                  <a:pt x="146999" y="391144"/>
                </a:lnTo>
                <a:lnTo>
                  <a:pt x="153676" y="408927"/>
                </a:lnTo>
                <a:lnTo>
                  <a:pt x="160363" y="426710"/>
                </a:lnTo>
                <a:lnTo>
                  <a:pt x="167040" y="444484"/>
                </a:lnTo>
                <a:lnTo>
                  <a:pt x="173726" y="462267"/>
                </a:lnTo>
                <a:lnTo>
                  <a:pt x="181337" y="479327"/>
                </a:lnTo>
                <a:lnTo>
                  <a:pt x="197739" y="488709"/>
                </a:lnTo>
                <a:lnTo>
                  <a:pt x="215751" y="494709"/>
                </a:lnTo>
                <a:lnTo>
                  <a:pt x="234182" y="499281"/>
                </a:lnTo>
                <a:lnTo>
                  <a:pt x="252803" y="503034"/>
                </a:lnTo>
                <a:lnTo>
                  <a:pt x="271520" y="506225"/>
                </a:lnTo>
                <a:lnTo>
                  <a:pt x="290312" y="509006"/>
                </a:lnTo>
                <a:lnTo>
                  <a:pt x="309143" y="511483"/>
                </a:lnTo>
                <a:lnTo>
                  <a:pt x="328003" y="513693"/>
                </a:lnTo>
                <a:lnTo>
                  <a:pt x="346891" y="515693"/>
                </a:lnTo>
                <a:lnTo>
                  <a:pt x="365798" y="517503"/>
                </a:lnTo>
                <a:lnTo>
                  <a:pt x="384724" y="519160"/>
                </a:lnTo>
                <a:lnTo>
                  <a:pt x="403650" y="520675"/>
                </a:lnTo>
                <a:lnTo>
                  <a:pt x="422596" y="522065"/>
                </a:lnTo>
                <a:lnTo>
                  <a:pt x="441550" y="523342"/>
                </a:lnTo>
                <a:lnTo>
                  <a:pt x="460505" y="524513"/>
                </a:lnTo>
                <a:lnTo>
                  <a:pt x="479469" y="525590"/>
                </a:lnTo>
                <a:lnTo>
                  <a:pt x="498434" y="526580"/>
                </a:lnTo>
                <a:lnTo>
                  <a:pt x="517408" y="527485"/>
                </a:lnTo>
                <a:lnTo>
                  <a:pt x="536381" y="528314"/>
                </a:lnTo>
                <a:lnTo>
                  <a:pt x="555365" y="529057"/>
                </a:lnTo>
                <a:lnTo>
                  <a:pt x="574338" y="529742"/>
                </a:lnTo>
                <a:lnTo>
                  <a:pt x="593331" y="530352"/>
                </a:lnTo>
                <a:lnTo>
                  <a:pt x="612315" y="530904"/>
                </a:lnTo>
                <a:lnTo>
                  <a:pt x="631298" y="531390"/>
                </a:lnTo>
                <a:lnTo>
                  <a:pt x="650291" y="531809"/>
                </a:lnTo>
                <a:lnTo>
                  <a:pt x="669274" y="532181"/>
                </a:lnTo>
                <a:lnTo>
                  <a:pt x="688267" y="532495"/>
                </a:lnTo>
                <a:lnTo>
                  <a:pt x="707260" y="532743"/>
                </a:lnTo>
                <a:lnTo>
                  <a:pt x="726253" y="532943"/>
                </a:lnTo>
                <a:lnTo>
                  <a:pt x="745246" y="533086"/>
                </a:lnTo>
                <a:lnTo>
                  <a:pt x="764238" y="533171"/>
                </a:lnTo>
                <a:lnTo>
                  <a:pt x="783231" y="533210"/>
                </a:lnTo>
                <a:lnTo>
                  <a:pt x="802224" y="533190"/>
                </a:lnTo>
                <a:lnTo>
                  <a:pt x="821217" y="533114"/>
                </a:lnTo>
                <a:lnTo>
                  <a:pt x="840210" y="532981"/>
                </a:lnTo>
                <a:lnTo>
                  <a:pt x="859203" y="532800"/>
                </a:lnTo>
                <a:lnTo>
                  <a:pt x="878195" y="532562"/>
                </a:lnTo>
                <a:lnTo>
                  <a:pt x="897188" y="532267"/>
                </a:lnTo>
                <a:lnTo>
                  <a:pt x="916181" y="531914"/>
                </a:lnTo>
                <a:lnTo>
                  <a:pt x="935165" y="531505"/>
                </a:lnTo>
                <a:lnTo>
                  <a:pt x="954157" y="531038"/>
                </a:lnTo>
                <a:lnTo>
                  <a:pt x="973141" y="530504"/>
                </a:lnTo>
                <a:lnTo>
                  <a:pt x="992124" y="529904"/>
                </a:lnTo>
                <a:lnTo>
                  <a:pt x="1011107" y="529247"/>
                </a:lnTo>
                <a:lnTo>
                  <a:pt x="1030091" y="528514"/>
                </a:lnTo>
                <a:lnTo>
                  <a:pt x="1049064" y="527704"/>
                </a:lnTo>
                <a:lnTo>
                  <a:pt x="1068038" y="526818"/>
                </a:lnTo>
                <a:lnTo>
                  <a:pt x="1087003" y="525856"/>
                </a:lnTo>
                <a:lnTo>
                  <a:pt x="1105967" y="524799"/>
                </a:lnTo>
                <a:lnTo>
                  <a:pt x="1124931" y="523665"/>
                </a:lnTo>
                <a:lnTo>
                  <a:pt x="1143876" y="522408"/>
                </a:lnTo>
                <a:lnTo>
                  <a:pt x="1162822" y="521046"/>
                </a:lnTo>
                <a:lnTo>
                  <a:pt x="1181757" y="519570"/>
                </a:lnTo>
                <a:lnTo>
                  <a:pt x="1200683" y="517950"/>
                </a:lnTo>
                <a:lnTo>
                  <a:pt x="1219591" y="516179"/>
                </a:lnTo>
                <a:lnTo>
                  <a:pt x="1238488" y="514236"/>
                </a:lnTo>
                <a:lnTo>
                  <a:pt x="1257357" y="512083"/>
                </a:lnTo>
                <a:lnTo>
                  <a:pt x="1276198" y="509683"/>
                </a:lnTo>
                <a:lnTo>
                  <a:pt x="1295000" y="506987"/>
                </a:lnTo>
                <a:lnTo>
                  <a:pt x="1313745" y="503911"/>
                </a:lnTo>
                <a:lnTo>
                  <a:pt x="1332395" y="500329"/>
                </a:lnTo>
                <a:lnTo>
                  <a:pt x="1350893" y="496005"/>
                </a:lnTo>
                <a:lnTo>
                  <a:pt x="1369057" y="490480"/>
                </a:lnTo>
                <a:lnTo>
                  <a:pt x="1386183" y="482384"/>
                </a:lnTo>
                <a:lnTo>
                  <a:pt x="1395965" y="466916"/>
                </a:lnTo>
                <a:lnTo>
                  <a:pt x="1402642" y="449132"/>
                </a:lnTo>
                <a:lnTo>
                  <a:pt x="1409329" y="431359"/>
                </a:lnTo>
                <a:lnTo>
                  <a:pt x="1416006" y="413576"/>
                </a:lnTo>
                <a:lnTo>
                  <a:pt x="1422692" y="395802"/>
                </a:lnTo>
                <a:lnTo>
                  <a:pt x="1429369" y="378019"/>
                </a:lnTo>
                <a:lnTo>
                  <a:pt x="1436056" y="360236"/>
                </a:lnTo>
                <a:lnTo>
                  <a:pt x="1442733" y="342462"/>
                </a:lnTo>
                <a:lnTo>
                  <a:pt x="1449419" y="324679"/>
                </a:lnTo>
                <a:lnTo>
                  <a:pt x="1456096" y="306905"/>
                </a:lnTo>
                <a:lnTo>
                  <a:pt x="1462783" y="289122"/>
                </a:lnTo>
                <a:lnTo>
                  <a:pt x="1469460" y="271339"/>
                </a:lnTo>
                <a:lnTo>
                  <a:pt x="1476146" y="253565"/>
                </a:lnTo>
                <a:lnTo>
                  <a:pt x="1482823" y="235782"/>
                </a:lnTo>
                <a:lnTo>
                  <a:pt x="1489510" y="218008"/>
                </a:lnTo>
                <a:lnTo>
                  <a:pt x="1496187" y="200225"/>
                </a:lnTo>
                <a:lnTo>
                  <a:pt x="1502874" y="182442"/>
                </a:lnTo>
                <a:lnTo>
                  <a:pt x="1509551" y="164668"/>
                </a:lnTo>
                <a:lnTo>
                  <a:pt x="1516237" y="146885"/>
                </a:lnTo>
                <a:lnTo>
                  <a:pt x="1522914" y="129111"/>
                </a:lnTo>
                <a:lnTo>
                  <a:pt x="1529601" y="111328"/>
                </a:lnTo>
                <a:lnTo>
                  <a:pt x="1536278" y="93545"/>
                </a:lnTo>
                <a:lnTo>
                  <a:pt x="1542964" y="75771"/>
                </a:lnTo>
                <a:lnTo>
                  <a:pt x="1549641" y="57988"/>
                </a:lnTo>
                <a:lnTo>
                  <a:pt x="1556318" y="40215"/>
                </a:lnTo>
                <a:lnTo>
                  <a:pt x="1563005" y="22431"/>
                </a:lnTo>
                <a:lnTo>
                  <a:pt x="1569682" y="4648"/>
                </a:lnTo>
                <a:lnTo>
                  <a:pt x="1562852" y="10325"/>
                </a:lnTo>
                <a:lnTo>
                  <a:pt x="1545336" y="17574"/>
                </a:lnTo>
                <a:lnTo>
                  <a:pt x="1527000" y="22527"/>
                </a:lnTo>
                <a:lnTo>
                  <a:pt x="1508417" y="26422"/>
                </a:lnTo>
                <a:lnTo>
                  <a:pt x="1489700" y="29670"/>
                </a:lnTo>
                <a:lnTo>
                  <a:pt x="1470917" y="32490"/>
                </a:lnTo>
                <a:lnTo>
                  <a:pt x="1452086" y="34976"/>
                </a:lnTo>
                <a:lnTo>
                  <a:pt x="1433227" y="37205"/>
                </a:lnTo>
                <a:lnTo>
                  <a:pt x="1414339" y="39233"/>
                </a:lnTo>
                <a:lnTo>
                  <a:pt x="1395441" y="41081"/>
                </a:lnTo>
                <a:lnTo>
                  <a:pt x="1376524" y="42777"/>
                </a:lnTo>
                <a:lnTo>
                  <a:pt x="1357589" y="44339"/>
                </a:lnTo>
                <a:lnTo>
                  <a:pt x="1338653" y="45796"/>
                </a:lnTo>
                <a:lnTo>
                  <a:pt x="1319708" y="47149"/>
                </a:lnTo>
                <a:lnTo>
                  <a:pt x="1300753" y="48406"/>
                </a:lnTo>
                <a:lnTo>
                  <a:pt x="1281798" y="49587"/>
                </a:lnTo>
                <a:lnTo>
                  <a:pt x="1262844" y="50683"/>
                </a:lnTo>
                <a:lnTo>
                  <a:pt x="1243870" y="51711"/>
                </a:lnTo>
                <a:lnTo>
                  <a:pt x="1224905" y="52673"/>
                </a:lnTo>
                <a:lnTo>
                  <a:pt x="1205932" y="53578"/>
                </a:lnTo>
                <a:lnTo>
                  <a:pt x="1186958" y="54426"/>
                </a:lnTo>
                <a:lnTo>
                  <a:pt x="1167984" y="55207"/>
                </a:lnTo>
                <a:lnTo>
                  <a:pt x="1149001" y="55950"/>
                </a:lnTo>
                <a:lnTo>
                  <a:pt x="1130017" y="56636"/>
                </a:lnTo>
                <a:lnTo>
                  <a:pt x="1111034" y="57283"/>
                </a:lnTo>
                <a:lnTo>
                  <a:pt x="1092051" y="57874"/>
                </a:lnTo>
                <a:lnTo>
                  <a:pt x="1073067" y="58436"/>
                </a:lnTo>
                <a:lnTo>
                  <a:pt x="1054084" y="58941"/>
                </a:lnTo>
                <a:lnTo>
                  <a:pt x="1035091" y="59417"/>
                </a:lnTo>
                <a:lnTo>
                  <a:pt x="1016108" y="59846"/>
                </a:lnTo>
                <a:lnTo>
                  <a:pt x="997115" y="60246"/>
                </a:lnTo>
                <a:lnTo>
                  <a:pt x="978122" y="60598"/>
                </a:lnTo>
                <a:lnTo>
                  <a:pt x="959139" y="60922"/>
                </a:lnTo>
                <a:lnTo>
                  <a:pt x="940146" y="61208"/>
                </a:lnTo>
                <a:lnTo>
                  <a:pt x="921153" y="61455"/>
                </a:lnTo>
                <a:lnTo>
                  <a:pt x="902160" y="61674"/>
                </a:lnTo>
                <a:lnTo>
                  <a:pt x="883168" y="61865"/>
                </a:lnTo>
                <a:lnTo>
                  <a:pt x="864175" y="62017"/>
                </a:lnTo>
                <a:lnTo>
                  <a:pt x="845182" y="62132"/>
                </a:lnTo>
                <a:lnTo>
                  <a:pt x="826189" y="62217"/>
                </a:lnTo>
                <a:lnTo>
                  <a:pt x="807196" y="62274"/>
                </a:lnTo>
                <a:lnTo>
                  <a:pt x="788203" y="62294"/>
                </a:lnTo>
                <a:lnTo>
                  <a:pt x="769210" y="62284"/>
                </a:lnTo>
                <a:lnTo>
                  <a:pt x="750218" y="62236"/>
                </a:lnTo>
                <a:lnTo>
                  <a:pt x="731225" y="62160"/>
                </a:lnTo>
                <a:lnTo>
                  <a:pt x="712232" y="62055"/>
                </a:lnTo>
                <a:lnTo>
                  <a:pt x="693239" y="61913"/>
                </a:lnTo>
                <a:lnTo>
                  <a:pt x="674246" y="61732"/>
                </a:lnTo>
                <a:lnTo>
                  <a:pt x="655253" y="61522"/>
                </a:lnTo>
                <a:lnTo>
                  <a:pt x="636260" y="61274"/>
                </a:lnTo>
                <a:lnTo>
                  <a:pt x="617268" y="60998"/>
                </a:lnTo>
                <a:lnTo>
                  <a:pt x="598275" y="60684"/>
                </a:lnTo>
                <a:lnTo>
                  <a:pt x="579282" y="60341"/>
                </a:lnTo>
                <a:lnTo>
                  <a:pt x="560299" y="59950"/>
                </a:lnTo>
                <a:lnTo>
                  <a:pt x="541306" y="59531"/>
                </a:lnTo>
                <a:lnTo>
                  <a:pt x="522322" y="59065"/>
                </a:lnTo>
                <a:lnTo>
                  <a:pt x="503330" y="58569"/>
                </a:lnTo>
                <a:lnTo>
                  <a:pt x="484346" y="58026"/>
                </a:lnTo>
                <a:lnTo>
                  <a:pt x="465363" y="57436"/>
                </a:lnTo>
                <a:lnTo>
                  <a:pt x="446380" y="56817"/>
                </a:lnTo>
                <a:lnTo>
                  <a:pt x="427396" y="56131"/>
                </a:lnTo>
                <a:lnTo>
                  <a:pt x="408422" y="55407"/>
                </a:lnTo>
                <a:lnTo>
                  <a:pt x="389439" y="54635"/>
                </a:lnTo>
                <a:lnTo>
                  <a:pt x="370465" y="53807"/>
                </a:lnTo>
                <a:lnTo>
                  <a:pt x="351492" y="52921"/>
                </a:lnTo>
                <a:lnTo>
                  <a:pt x="332527" y="51978"/>
                </a:lnTo>
                <a:lnTo>
                  <a:pt x="313553" y="50959"/>
                </a:lnTo>
                <a:lnTo>
                  <a:pt x="294589" y="49873"/>
                </a:lnTo>
                <a:lnTo>
                  <a:pt x="275634" y="48720"/>
                </a:lnTo>
                <a:lnTo>
                  <a:pt x="256680" y="47482"/>
                </a:lnTo>
                <a:lnTo>
                  <a:pt x="237734" y="46158"/>
                </a:lnTo>
                <a:lnTo>
                  <a:pt x="218799" y="44739"/>
                </a:lnTo>
                <a:lnTo>
                  <a:pt x="199863" y="43196"/>
                </a:lnTo>
                <a:lnTo>
                  <a:pt x="180946" y="41539"/>
                </a:lnTo>
                <a:lnTo>
                  <a:pt x="162039" y="39729"/>
                </a:lnTo>
                <a:lnTo>
                  <a:pt x="143142" y="37757"/>
                </a:lnTo>
                <a:lnTo>
                  <a:pt x="124273" y="35585"/>
                </a:lnTo>
                <a:lnTo>
                  <a:pt x="105442" y="33166"/>
                </a:lnTo>
                <a:lnTo>
                  <a:pt x="86639" y="30442"/>
                </a:lnTo>
                <a:lnTo>
                  <a:pt x="67904" y="27318"/>
                </a:lnTo>
                <a:lnTo>
                  <a:pt x="49282" y="23622"/>
                </a:lnTo>
                <a:lnTo>
                  <a:pt x="30851" y="19012"/>
                </a:lnTo>
                <a:lnTo>
                  <a:pt x="12992" y="12611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78A8D5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54" name="funnel-step-cap-4">
            <a:extLst xmlns:a="http://schemas.openxmlformats.org/drawingml/2006/main">
              <a:ext uri="{FF2B5EF4-FFF2-40B4-BE49-F238E27FC236}">
                <a16:creationId xmlns:a16="http://schemas.microsoft.com/office/drawing/2014/main" id="{F9A096AF-D5E8-4EE2-95A2-38EAEF7B6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833917" y="4832604"/>
            <a:ext cx="1571406" cy="17728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8A8D5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55" name="funnel-step-body-5">
            <a:extLst xmlns:a="http://schemas.openxmlformats.org/drawingml/2006/main">
              <a:ext uri="{FF2B5EF4-FFF2-40B4-BE49-F238E27FC236}">
                <a16:creationId xmlns:a16="http://schemas.microsoft.com/office/drawing/2014/main" id="{C3CC700B-BB03-4950-BB92-08F306203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10882" y="5522881"/>
            <a:ext cx="1214199" cy="533276"/>
          </a:xfrm>
          <a:custGeom xmlns:a="http://schemas.openxmlformats.org/drawingml/2006/main">
            <a:pathLst>
              <a:path w="1214199" h="533276">
                <a:moveTo>
                  <a:pt x="0" y="0"/>
                </a:moveTo>
                <a:lnTo>
                  <a:pt x="6458" y="17821"/>
                </a:lnTo>
                <a:lnTo>
                  <a:pt x="12906" y="35633"/>
                </a:lnTo>
                <a:lnTo>
                  <a:pt x="19364" y="53454"/>
                </a:lnTo>
                <a:lnTo>
                  <a:pt x="25822" y="71276"/>
                </a:lnTo>
                <a:lnTo>
                  <a:pt x="32271" y="89097"/>
                </a:lnTo>
                <a:lnTo>
                  <a:pt x="38729" y="106909"/>
                </a:lnTo>
                <a:lnTo>
                  <a:pt x="45187" y="124730"/>
                </a:lnTo>
                <a:lnTo>
                  <a:pt x="51635" y="142551"/>
                </a:lnTo>
                <a:lnTo>
                  <a:pt x="58093" y="160372"/>
                </a:lnTo>
                <a:lnTo>
                  <a:pt x="64551" y="178184"/>
                </a:lnTo>
                <a:lnTo>
                  <a:pt x="71009" y="196005"/>
                </a:lnTo>
                <a:lnTo>
                  <a:pt x="77457" y="213827"/>
                </a:lnTo>
                <a:lnTo>
                  <a:pt x="83915" y="231638"/>
                </a:lnTo>
                <a:lnTo>
                  <a:pt x="90373" y="249460"/>
                </a:lnTo>
                <a:lnTo>
                  <a:pt x="96822" y="267281"/>
                </a:lnTo>
                <a:lnTo>
                  <a:pt x="103280" y="285102"/>
                </a:lnTo>
                <a:lnTo>
                  <a:pt x="109738" y="302914"/>
                </a:lnTo>
                <a:lnTo>
                  <a:pt x="116186" y="320735"/>
                </a:lnTo>
                <a:lnTo>
                  <a:pt x="122644" y="338557"/>
                </a:lnTo>
                <a:lnTo>
                  <a:pt x="129102" y="356378"/>
                </a:lnTo>
                <a:lnTo>
                  <a:pt x="135550" y="374190"/>
                </a:lnTo>
                <a:lnTo>
                  <a:pt x="142008" y="392011"/>
                </a:lnTo>
                <a:lnTo>
                  <a:pt x="148466" y="409832"/>
                </a:lnTo>
                <a:lnTo>
                  <a:pt x="154915" y="427644"/>
                </a:lnTo>
                <a:lnTo>
                  <a:pt x="161373" y="445465"/>
                </a:lnTo>
                <a:lnTo>
                  <a:pt x="167831" y="463286"/>
                </a:lnTo>
                <a:lnTo>
                  <a:pt x="174812" y="480632"/>
                </a:lnTo>
                <a:lnTo>
                  <a:pt x="190376" y="491233"/>
                </a:lnTo>
                <a:lnTo>
                  <a:pt x="208016" y="498129"/>
                </a:lnTo>
                <a:lnTo>
                  <a:pt x="226228" y="503339"/>
                </a:lnTo>
                <a:lnTo>
                  <a:pt x="244707" y="507559"/>
                </a:lnTo>
                <a:lnTo>
                  <a:pt x="263319" y="511111"/>
                </a:lnTo>
                <a:lnTo>
                  <a:pt x="282026" y="514159"/>
                </a:lnTo>
                <a:lnTo>
                  <a:pt x="300790" y="516817"/>
                </a:lnTo>
                <a:lnTo>
                  <a:pt x="319602" y="519151"/>
                </a:lnTo>
                <a:lnTo>
                  <a:pt x="338433" y="521227"/>
                </a:lnTo>
                <a:lnTo>
                  <a:pt x="357302" y="523065"/>
                </a:lnTo>
                <a:lnTo>
                  <a:pt x="376180" y="524704"/>
                </a:lnTo>
                <a:lnTo>
                  <a:pt x="395078" y="526151"/>
                </a:lnTo>
                <a:lnTo>
                  <a:pt x="413985" y="527437"/>
                </a:lnTo>
                <a:lnTo>
                  <a:pt x="432902" y="528580"/>
                </a:lnTo>
                <a:lnTo>
                  <a:pt x="451828" y="529580"/>
                </a:lnTo>
                <a:lnTo>
                  <a:pt x="470754" y="530447"/>
                </a:lnTo>
                <a:lnTo>
                  <a:pt x="489699" y="531181"/>
                </a:lnTo>
                <a:lnTo>
                  <a:pt x="508635" y="531809"/>
                </a:lnTo>
                <a:lnTo>
                  <a:pt x="527580" y="532324"/>
                </a:lnTo>
                <a:lnTo>
                  <a:pt x="546525" y="532714"/>
                </a:lnTo>
                <a:lnTo>
                  <a:pt x="565480" y="533009"/>
                </a:lnTo>
                <a:lnTo>
                  <a:pt x="584425" y="533190"/>
                </a:lnTo>
                <a:lnTo>
                  <a:pt x="603380" y="533276"/>
                </a:lnTo>
                <a:lnTo>
                  <a:pt x="622335" y="533248"/>
                </a:lnTo>
                <a:lnTo>
                  <a:pt x="641280" y="533124"/>
                </a:lnTo>
                <a:lnTo>
                  <a:pt x="660235" y="532895"/>
                </a:lnTo>
                <a:lnTo>
                  <a:pt x="679180" y="532562"/>
                </a:lnTo>
                <a:lnTo>
                  <a:pt x="698125" y="532114"/>
                </a:lnTo>
                <a:lnTo>
                  <a:pt x="717071" y="531552"/>
                </a:lnTo>
                <a:lnTo>
                  <a:pt x="736016" y="530876"/>
                </a:lnTo>
                <a:lnTo>
                  <a:pt x="754952" y="530085"/>
                </a:lnTo>
                <a:lnTo>
                  <a:pt x="773878" y="529161"/>
                </a:lnTo>
                <a:lnTo>
                  <a:pt x="792804" y="528104"/>
                </a:lnTo>
                <a:lnTo>
                  <a:pt x="811711" y="526904"/>
                </a:lnTo>
                <a:lnTo>
                  <a:pt x="830618" y="525542"/>
                </a:lnTo>
                <a:lnTo>
                  <a:pt x="849506" y="524008"/>
                </a:lnTo>
                <a:lnTo>
                  <a:pt x="868375" y="522294"/>
                </a:lnTo>
                <a:lnTo>
                  <a:pt x="887235" y="520360"/>
                </a:lnTo>
                <a:lnTo>
                  <a:pt x="906056" y="518170"/>
                </a:lnTo>
                <a:lnTo>
                  <a:pt x="924849" y="515712"/>
                </a:lnTo>
                <a:lnTo>
                  <a:pt x="943585" y="512893"/>
                </a:lnTo>
                <a:lnTo>
                  <a:pt x="962263" y="509635"/>
                </a:lnTo>
                <a:lnTo>
                  <a:pt x="980818" y="505825"/>
                </a:lnTo>
                <a:lnTo>
                  <a:pt x="999201" y="501225"/>
                </a:lnTo>
                <a:lnTo>
                  <a:pt x="1017232" y="495405"/>
                </a:lnTo>
                <a:lnTo>
                  <a:pt x="1034348" y="487318"/>
                </a:lnTo>
                <a:lnTo>
                  <a:pt x="1046607" y="473507"/>
                </a:lnTo>
                <a:lnTo>
                  <a:pt x="1052455" y="455552"/>
                </a:lnTo>
                <a:lnTo>
                  <a:pt x="1058913" y="437731"/>
                </a:lnTo>
                <a:lnTo>
                  <a:pt x="1065371" y="419910"/>
                </a:lnTo>
                <a:lnTo>
                  <a:pt x="1071820" y="402098"/>
                </a:lnTo>
                <a:lnTo>
                  <a:pt x="1078278" y="384277"/>
                </a:lnTo>
                <a:lnTo>
                  <a:pt x="1084736" y="366455"/>
                </a:lnTo>
                <a:lnTo>
                  <a:pt x="1091194" y="348634"/>
                </a:lnTo>
                <a:lnTo>
                  <a:pt x="1097642" y="330822"/>
                </a:lnTo>
                <a:lnTo>
                  <a:pt x="1104100" y="313001"/>
                </a:lnTo>
                <a:lnTo>
                  <a:pt x="1110558" y="295180"/>
                </a:lnTo>
                <a:lnTo>
                  <a:pt x="1117006" y="277358"/>
                </a:lnTo>
                <a:lnTo>
                  <a:pt x="1123464" y="259547"/>
                </a:lnTo>
                <a:lnTo>
                  <a:pt x="1129922" y="241725"/>
                </a:lnTo>
                <a:lnTo>
                  <a:pt x="1136371" y="223904"/>
                </a:lnTo>
                <a:lnTo>
                  <a:pt x="1142829" y="206092"/>
                </a:lnTo>
                <a:lnTo>
                  <a:pt x="1149287" y="188271"/>
                </a:lnTo>
                <a:lnTo>
                  <a:pt x="1155735" y="170450"/>
                </a:lnTo>
                <a:lnTo>
                  <a:pt x="1162193" y="152629"/>
                </a:lnTo>
                <a:lnTo>
                  <a:pt x="1168651" y="134817"/>
                </a:lnTo>
                <a:lnTo>
                  <a:pt x="1175099" y="116996"/>
                </a:lnTo>
                <a:lnTo>
                  <a:pt x="1181557" y="99174"/>
                </a:lnTo>
                <a:lnTo>
                  <a:pt x="1188015" y="81353"/>
                </a:lnTo>
                <a:lnTo>
                  <a:pt x="1194473" y="63541"/>
                </a:lnTo>
                <a:lnTo>
                  <a:pt x="1200922" y="45720"/>
                </a:lnTo>
                <a:lnTo>
                  <a:pt x="1207379" y="27899"/>
                </a:lnTo>
                <a:lnTo>
                  <a:pt x="1213837" y="10077"/>
                </a:lnTo>
                <a:lnTo>
                  <a:pt x="1214199" y="7334"/>
                </a:lnTo>
                <a:lnTo>
                  <a:pt x="1198178" y="17212"/>
                </a:lnTo>
                <a:lnTo>
                  <a:pt x="1180271" y="23374"/>
                </a:lnTo>
                <a:lnTo>
                  <a:pt x="1161907" y="28032"/>
                </a:lnTo>
                <a:lnTo>
                  <a:pt x="1143343" y="31842"/>
                </a:lnTo>
                <a:lnTo>
                  <a:pt x="1124664" y="35071"/>
                </a:lnTo>
                <a:lnTo>
                  <a:pt x="1105929" y="37890"/>
                </a:lnTo>
                <a:lnTo>
                  <a:pt x="1087136" y="40386"/>
                </a:lnTo>
                <a:lnTo>
                  <a:pt x="1068314" y="42615"/>
                </a:lnTo>
                <a:lnTo>
                  <a:pt x="1049474" y="44634"/>
                </a:lnTo>
                <a:lnTo>
                  <a:pt x="1030615" y="46463"/>
                </a:lnTo>
                <a:lnTo>
                  <a:pt x="1011736" y="48130"/>
                </a:lnTo>
                <a:lnTo>
                  <a:pt x="992838" y="49663"/>
                </a:lnTo>
                <a:lnTo>
                  <a:pt x="973941" y="51064"/>
                </a:lnTo>
                <a:lnTo>
                  <a:pt x="955034" y="52349"/>
                </a:lnTo>
                <a:lnTo>
                  <a:pt x="936117" y="53531"/>
                </a:lnTo>
                <a:lnTo>
                  <a:pt x="917200" y="54616"/>
                </a:lnTo>
                <a:lnTo>
                  <a:pt x="898274" y="55616"/>
                </a:lnTo>
                <a:lnTo>
                  <a:pt x="879348" y="56521"/>
                </a:lnTo>
                <a:lnTo>
                  <a:pt x="860412" y="57360"/>
                </a:lnTo>
                <a:lnTo>
                  <a:pt x="841477" y="58122"/>
                </a:lnTo>
                <a:lnTo>
                  <a:pt x="822531" y="58807"/>
                </a:lnTo>
                <a:lnTo>
                  <a:pt x="803596" y="59436"/>
                </a:lnTo>
                <a:lnTo>
                  <a:pt x="784650" y="59988"/>
                </a:lnTo>
                <a:lnTo>
                  <a:pt x="765705" y="60484"/>
                </a:lnTo>
                <a:lnTo>
                  <a:pt x="746760" y="60912"/>
                </a:lnTo>
                <a:lnTo>
                  <a:pt x="727805" y="61284"/>
                </a:lnTo>
                <a:lnTo>
                  <a:pt x="708860" y="61608"/>
                </a:lnTo>
                <a:lnTo>
                  <a:pt x="689915" y="61865"/>
                </a:lnTo>
                <a:lnTo>
                  <a:pt x="670960" y="62074"/>
                </a:lnTo>
                <a:lnTo>
                  <a:pt x="652005" y="62227"/>
                </a:lnTo>
                <a:lnTo>
                  <a:pt x="633060" y="62322"/>
                </a:lnTo>
                <a:lnTo>
                  <a:pt x="614105" y="62360"/>
                </a:lnTo>
                <a:lnTo>
                  <a:pt x="595151" y="62351"/>
                </a:lnTo>
                <a:lnTo>
                  <a:pt x="576205" y="62284"/>
                </a:lnTo>
                <a:lnTo>
                  <a:pt x="557251" y="62160"/>
                </a:lnTo>
                <a:lnTo>
                  <a:pt x="538296" y="61989"/>
                </a:lnTo>
                <a:lnTo>
                  <a:pt x="519351" y="61760"/>
                </a:lnTo>
                <a:lnTo>
                  <a:pt x="500396" y="61474"/>
                </a:lnTo>
                <a:lnTo>
                  <a:pt x="481451" y="61141"/>
                </a:lnTo>
                <a:lnTo>
                  <a:pt x="462505" y="60731"/>
                </a:lnTo>
                <a:lnTo>
                  <a:pt x="443560" y="60274"/>
                </a:lnTo>
                <a:lnTo>
                  <a:pt x="424615" y="59750"/>
                </a:lnTo>
                <a:lnTo>
                  <a:pt x="405670" y="59169"/>
                </a:lnTo>
                <a:lnTo>
                  <a:pt x="386725" y="58522"/>
                </a:lnTo>
                <a:lnTo>
                  <a:pt x="367789" y="57798"/>
                </a:lnTo>
                <a:lnTo>
                  <a:pt x="348853" y="57007"/>
                </a:lnTo>
                <a:lnTo>
                  <a:pt x="329927" y="56140"/>
                </a:lnTo>
                <a:lnTo>
                  <a:pt x="310991" y="55188"/>
                </a:lnTo>
                <a:lnTo>
                  <a:pt x="292075" y="54159"/>
                </a:lnTo>
                <a:lnTo>
                  <a:pt x="273148" y="53026"/>
                </a:lnTo>
                <a:lnTo>
                  <a:pt x="254241" y="51806"/>
                </a:lnTo>
                <a:lnTo>
                  <a:pt x="235334" y="50473"/>
                </a:lnTo>
                <a:lnTo>
                  <a:pt x="216437" y="49016"/>
                </a:lnTo>
                <a:lnTo>
                  <a:pt x="197558" y="47425"/>
                </a:lnTo>
                <a:lnTo>
                  <a:pt x="178679" y="45691"/>
                </a:lnTo>
                <a:lnTo>
                  <a:pt x="159830" y="43786"/>
                </a:lnTo>
                <a:lnTo>
                  <a:pt x="140989" y="41681"/>
                </a:lnTo>
                <a:lnTo>
                  <a:pt x="122187" y="39338"/>
                </a:lnTo>
                <a:lnTo>
                  <a:pt x="103413" y="36709"/>
                </a:lnTo>
                <a:lnTo>
                  <a:pt x="84706" y="33728"/>
                </a:lnTo>
                <a:lnTo>
                  <a:pt x="66065" y="30270"/>
                </a:lnTo>
                <a:lnTo>
                  <a:pt x="47577" y="26137"/>
                </a:lnTo>
                <a:lnTo>
                  <a:pt x="29356" y="20945"/>
                </a:lnTo>
                <a:lnTo>
                  <a:pt x="11887" y="13668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78A8D5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56" name="funnel-step-cap-5">
            <a:extLst xmlns:a="http://schemas.openxmlformats.org/drawingml/2006/main">
              <a:ext uri="{FF2B5EF4-FFF2-40B4-BE49-F238E27FC236}">
                <a16:creationId xmlns:a16="http://schemas.microsoft.com/office/drawing/2014/main" id="{69A8D2FA-B6EB-4727-961F-6D910132F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10844" y="5434270"/>
            <a:ext cx="1217552" cy="17728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8A8D5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57" name="funnel-flow-arrow">
            <a:extLst xmlns:a="http://schemas.openxmlformats.org/drawingml/2006/main">
              <a:ext uri="{FF2B5EF4-FFF2-40B4-BE49-F238E27FC236}">
                <a16:creationId xmlns:a16="http://schemas.microsoft.com/office/drawing/2014/main" id="{82CF636C-16CB-4695-B64B-0518D1804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52850" y="2466975"/>
            <a:ext cx="1733550" cy="3631178"/>
          </a:xfrm>
          <a:custGeom xmlns:a="http://schemas.openxmlformats.org/drawingml/2006/main">
            <a:pathLst>
              <a:path w="1733550" h="3631178">
                <a:moveTo>
                  <a:pt x="0" y="0"/>
                </a:moveTo>
                <a:lnTo>
                  <a:pt x="0" y="42834"/>
                </a:lnTo>
                <a:lnTo>
                  <a:pt x="9249" y="84525"/>
                </a:lnTo>
                <a:lnTo>
                  <a:pt x="19660" y="126063"/>
                </a:lnTo>
                <a:lnTo>
                  <a:pt x="30070" y="167611"/>
                </a:lnTo>
                <a:lnTo>
                  <a:pt x="40491" y="209159"/>
                </a:lnTo>
                <a:lnTo>
                  <a:pt x="50902" y="250708"/>
                </a:lnTo>
                <a:lnTo>
                  <a:pt x="61312" y="292256"/>
                </a:lnTo>
                <a:lnTo>
                  <a:pt x="71723" y="333794"/>
                </a:lnTo>
                <a:lnTo>
                  <a:pt x="82144" y="375342"/>
                </a:lnTo>
                <a:lnTo>
                  <a:pt x="92554" y="416890"/>
                </a:lnTo>
                <a:lnTo>
                  <a:pt x="102965" y="458438"/>
                </a:lnTo>
                <a:lnTo>
                  <a:pt x="113376" y="499977"/>
                </a:lnTo>
                <a:lnTo>
                  <a:pt x="123796" y="541525"/>
                </a:lnTo>
                <a:lnTo>
                  <a:pt x="134207" y="583073"/>
                </a:lnTo>
                <a:lnTo>
                  <a:pt x="143599" y="624850"/>
                </a:lnTo>
                <a:lnTo>
                  <a:pt x="151924" y="666864"/>
                </a:lnTo>
                <a:lnTo>
                  <a:pt x="159915" y="708946"/>
                </a:lnTo>
                <a:lnTo>
                  <a:pt x="167916" y="751018"/>
                </a:lnTo>
                <a:lnTo>
                  <a:pt x="175908" y="793099"/>
                </a:lnTo>
                <a:lnTo>
                  <a:pt x="183899" y="835181"/>
                </a:lnTo>
                <a:lnTo>
                  <a:pt x="191900" y="877253"/>
                </a:lnTo>
                <a:lnTo>
                  <a:pt x="199892" y="919334"/>
                </a:lnTo>
                <a:lnTo>
                  <a:pt x="207883" y="961415"/>
                </a:lnTo>
                <a:lnTo>
                  <a:pt x="215884" y="1003487"/>
                </a:lnTo>
                <a:lnTo>
                  <a:pt x="223876" y="1045569"/>
                </a:lnTo>
                <a:lnTo>
                  <a:pt x="231867" y="1087650"/>
                </a:lnTo>
                <a:lnTo>
                  <a:pt x="239868" y="1129722"/>
                </a:lnTo>
                <a:lnTo>
                  <a:pt x="247860" y="1171804"/>
                </a:lnTo>
                <a:lnTo>
                  <a:pt x="255746" y="1213904"/>
                </a:lnTo>
                <a:lnTo>
                  <a:pt x="263300" y="1256062"/>
                </a:lnTo>
                <a:lnTo>
                  <a:pt x="270577" y="1298267"/>
                </a:lnTo>
                <a:lnTo>
                  <a:pt x="277854" y="1340482"/>
                </a:lnTo>
                <a:lnTo>
                  <a:pt x="285131" y="1382687"/>
                </a:lnTo>
                <a:lnTo>
                  <a:pt x="292408" y="1424892"/>
                </a:lnTo>
                <a:lnTo>
                  <a:pt x="299685" y="1467107"/>
                </a:lnTo>
                <a:lnTo>
                  <a:pt x="306972" y="1509312"/>
                </a:lnTo>
                <a:lnTo>
                  <a:pt x="314249" y="1551518"/>
                </a:lnTo>
                <a:lnTo>
                  <a:pt x="321526" y="1593733"/>
                </a:lnTo>
                <a:lnTo>
                  <a:pt x="328803" y="1635938"/>
                </a:lnTo>
                <a:lnTo>
                  <a:pt x="336080" y="1678143"/>
                </a:lnTo>
                <a:lnTo>
                  <a:pt x="343357" y="1720358"/>
                </a:lnTo>
                <a:lnTo>
                  <a:pt x="350634" y="1762563"/>
                </a:lnTo>
                <a:lnTo>
                  <a:pt x="357911" y="1804768"/>
                </a:lnTo>
                <a:lnTo>
                  <a:pt x="364931" y="1847021"/>
                </a:lnTo>
                <a:lnTo>
                  <a:pt x="371799" y="1889303"/>
                </a:lnTo>
                <a:lnTo>
                  <a:pt x="378657" y="1931575"/>
                </a:lnTo>
                <a:lnTo>
                  <a:pt x="385515" y="1973856"/>
                </a:lnTo>
                <a:lnTo>
                  <a:pt x="392363" y="2016138"/>
                </a:lnTo>
                <a:lnTo>
                  <a:pt x="399221" y="2058419"/>
                </a:lnTo>
                <a:lnTo>
                  <a:pt x="406070" y="2100691"/>
                </a:lnTo>
                <a:lnTo>
                  <a:pt x="412928" y="2142973"/>
                </a:lnTo>
                <a:lnTo>
                  <a:pt x="419776" y="2185254"/>
                </a:lnTo>
                <a:lnTo>
                  <a:pt x="426634" y="2227536"/>
                </a:lnTo>
                <a:lnTo>
                  <a:pt x="433492" y="2269808"/>
                </a:lnTo>
                <a:lnTo>
                  <a:pt x="440341" y="2312089"/>
                </a:lnTo>
                <a:lnTo>
                  <a:pt x="447199" y="2354370"/>
                </a:lnTo>
                <a:lnTo>
                  <a:pt x="454047" y="2396652"/>
                </a:lnTo>
                <a:lnTo>
                  <a:pt x="460772" y="2438952"/>
                </a:lnTo>
                <a:lnTo>
                  <a:pt x="467382" y="2481263"/>
                </a:lnTo>
                <a:lnTo>
                  <a:pt x="473954" y="2523592"/>
                </a:lnTo>
                <a:lnTo>
                  <a:pt x="480517" y="2565921"/>
                </a:lnTo>
                <a:lnTo>
                  <a:pt x="487089" y="2608240"/>
                </a:lnTo>
                <a:lnTo>
                  <a:pt x="493652" y="2650569"/>
                </a:lnTo>
                <a:lnTo>
                  <a:pt x="500224" y="2692889"/>
                </a:lnTo>
                <a:lnTo>
                  <a:pt x="506787" y="2735218"/>
                </a:lnTo>
                <a:lnTo>
                  <a:pt x="513359" y="2777538"/>
                </a:lnTo>
                <a:lnTo>
                  <a:pt x="519922" y="2819867"/>
                </a:lnTo>
                <a:lnTo>
                  <a:pt x="526494" y="2862186"/>
                </a:lnTo>
                <a:lnTo>
                  <a:pt x="533057" y="2904515"/>
                </a:lnTo>
                <a:lnTo>
                  <a:pt x="539629" y="2946835"/>
                </a:lnTo>
                <a:lnTo>
                  <a:pt x="503692" y="2952750"/>
                </a:lnTo>
                <a:lnTo>
                  <a:pt x="460867" y="2952750"/>
                </a:lnTo>
                <a:lnTo>
                  <a:pt x="418033" y="2952750"/>
                </a:lnTo>
                <a:lnTo>
                  <a:pt x="375199" y="2952750"/>
                </a:lnTo>
                <a:lnTo>
                  <a:pt x="332375" y="2952750"/>
                </a:lnTo>
                <a:lnTo>
                  <a:pt x="289541" y="2952750"/>
                </a:lnTo>
                <a:lnTo>
                  <a:pt x="246707" y="2952750"/>
                </a:lnTo>
                <a:lnTo>
                  <a:pt x="225514" y="2962056"/>
                </a:lnTo>
                <a:lnTo>
                  <a:pt x="254975" y="2993136"/>
                </a:lnTo>
                <a:lnTo>
                  <a:pt x="284445" y="3024226"/>
                </a:lnTo>
                <a:lnTo>
                  <a:pt x="313906" y="3055306"/>
                </a:lnTo>
                <a:lnTo>
                  <a:pt x="343376" y="3086395"/>
                </a:lnTo>
                <a:lnTo>
                  <a:pt x="372837" y="3117475"/>
                </a:lnTo>
                <a:lnTo>
                  <a:pt x="402307" y="3148565"/>
                </a:lnTo>
                <a:lnTo>
                  <a:pt x="431768" y="3179645"/>
                </a:lnTo>
                <a:lnTo>
                  <a:pt x="461239" y="3210735"/>
                </a:lnTo>
                <a:lnTo>
                  <a:pt x="490699" y="3241815"/>
                </a:lnTo>
                <a:lnTo>
                  <a:pt x="520170" y="3272904"/>
                </a:lnTo>
                <a:lnTo>
                  <a:pt x="549631" y="3303984"/>
                </a:lnTo>
                <a:lnTo>
                  <a:pt x="579101" y="3335074"/>
                </a:lnTo>
                <a:lnTo>
                  <a:pt x="608571" y="3366154"/>
                </a:lnTo>
                <a:lnTo>
                  <a:pt x="638032" y="3397244"/>
                </a:lnTo>
                <a:lnTo>
                  <a:pt x="667502" y="3428324"/>
                </a:lnTo>
                <a:lnTo>
                  <a:pt x="696963" y="3459413"/>
                </a:lnTo>
                <a:lnTo>
                  <a:pt x="726434" y="3490493"/>
                </a:lnTo>
                <a:lnTo>
                  <a:pt x="755894" y="3521583"/>
                </a:lnTo>
                <a:lnTo>
                  <a:pt x="785365" y="3552663"/>
                </a:lnTo>
                <a:lnTo>
                  <a:pt x="814826" y="3583753"/>
                </a:lnTo>
                <a:lnTo>
                  <a:pt x="844296" y="3614833"/>
                </a:lnTo>
                <a:lnTo>
                  <a:pt x="873757" y="3631178"/>
                </a:lnTo>
                <a:lnTo>
                  <a:pt x="903227" y="3600098"/>
                </a:lnTo>
                <a:lnTo>
                  <a:pt x="932688" y="3569008"/>
                </a:lnTo>
                <a:lnTo>
                  <a:pt x="962158" y="3537928"/>
                </a:lnTo>
                <a:lnTo>
                  <a:pt x="991619" y="3506838"/>
                </a:lnTo>
                <a:lnTo>
                  <a:pt x="1021090" y="3475758"/>
                </a:lnTo>
                <a:lnTo>
                  <a:pt x="1050550" y="3444669"/>
                </a:lnTo>
                <a:lnTo>
                  <a:pt x="1080021" y="3413589"/>
                </a:lnTo>
                <a:lnTo>
                  <a:pt x="1109491" y="3382499"/>
                </a:lnTo>
                <a:lnTo>
                  <a:pt x="1138952" y="3351419"/>
                </a:lnTo>
                <a:lnTo>
                  <a:pt x="1168422" y="3320329"/>
                </a:lnTo>
                <a:lnTo>
                  <a:pt x="1197883" y="3289249"/>
                </a:lnTo>
                <a:lnTo>
                  <a:pt x="1227353" y="3258160"/>
                </a:lnTo>
                <a:lnTo>
                  <a:pt x="1256814" y="3227080"/>
                </a:lnTo>
                <a:lnTo>
                  <a:pt x="1286285" y="3195990"/>
                </a:lnTo>
                <a:lnTo>
                  <a:pt x="1315745" y="3164910"/>
                </a:lnTo>
                <a:lnTo>
                  <a:pt x="1345216" y="3133820"/>
                </a:lnTo>
                <a:lnTo>
                  <a:pt x="1374677" y="3102740"/>
                </a:lnTo>
                <a:lnTo>
                  <a:pt x="1404147" y="3071651"/>
                </a:lnTo>
                <a:lnTo>
                  <a:pt x="1433608" y="3040571"/>
                </a:lnTo>
                <a:lnTo>
                  <a:pt x="1463078" y="3009481"/>
                </a:lnTo>
                <a:lnTo>
                  <a:pt x="1492539" y="2978401"/>
                </a:lnTo>
                <a:lnTo>
                  <a:pt x="1509370" y="2952750"/>
                </a:lnTo>
                <a:lnTo>
                  <a:pt x="1466536" y="2952750"/>
                </a:lnTo>
                <a:lnTo>
                  <a:pt x="1423702" y="2952750"/>
                </a:lnTo>
                <a:lnTo>
                  <a:pt x="1380877" y="2952750"/>
                </a:lnTo>
                <a:lnTo>
                  <a:pt x="1338043" y="2952750"/>
                </a:lnTo>
                <a:lnTo>
                  <a:pt x="1295210" y="2952750"/>
                </a:lnTo>
                <a:lnTo>
                  <a:pt x="1252385" y="2952750"/>
                </a:lnTo>
                <a:lnTo>
                  <a:pt x="1209551" y="2952750"/>
                </a:lnTo>
                <a:lnTo>
                  <a:pt x="1197035" y="2926775"/>
                </a:lnTo>
                <a:lnTo>
                  <a:pt x="1203608" y="2884446"/>
                </a:lnTo>
                <a:lnTo>
                  <a:pt x="1210170" y="2842127"/>
                </a:lnTo>
                <a:lnTo>
                  <a:pt x="1216743" y="2799798"/>
                </a:lnTo>
                <a:lnTo>
                  <a:pt x="1223305" y="2757478"/>
                </a:lnTo>
                <a:lnTo>
                  <a:pt x="1229878" y="2715149"/>
                </a:lnTo>
                <a:lnTo>
                  <a:pt x="1236440" y="2672829"/>
                </a:lnTo>
                <a:lnTo>
                  <a:pt x="1243013" y="2630500"/>
                </a:lnTo>
                <a:lnTo>
                  <a:pt x="1249575" y="2588171"/>
                </a:lnTo>
                <a:lnTo>
                  <a:pt x="1256147" y="2545852"/>
                </a:lnTo>
                <a:lnTo>
                  <a:pt x="1262710" y="2503522"/>
                </a:lnTo>
                <a:lnTo>
                  <a:pt x="1269282" y="2461203"/>
                </a:lnTo>
                <a:lnTo>
                  <a:pt x="1275940" y="2418893"/>
                </a:lnTo>
                <a:lnTo>
                  <a:pt x="1282751" y="2376602"/>
                </a:lnTo>
                <a:lnTo>
                  <a:pt x="1289599" y="2334330"/>
                </a:lnTo>
                <a:lnTo>
                  <a:pt x="1296457" y="2292048"/>
                </a:lnTo>
                <a:lnTo>
                  <a:pt x="1303315" y="2249767"/>
                </a:lnTo>
                <a:lnTo>
                  <a:pt x="1310164" y="2207485"/>
                </a:lnTo>
                <a:lnTo>
                  <a:pt x="1317022" y="2165213"/>
                </a:lnTo>
                <a:lnTo>
                  <a:pt x="1323870" y="2122932"/>
                </a:lnTo>
                <a:lnTo>
                  <a:pt x="1330728" y="2080651"/>
                </a:lnTo>
                <a:lnTo>
                  <a:pt x="1337577" y="2038369"/>
                </a:lnTo>
                <a:lnTo>
                  <a:pt x="1344435" y="1996097"/>
                </a:lnTo>
                <a:lnTo>
                  <a:pt x="1351293" y="1953816"/>
                </a:lnTo>
                <a:lnTo>
                  <a:pt x="1358141" y="1911534"/>
                </a:lnTo>
                <a:lnTo>
                  <a:pt x="1364999" y="1869253"/>
                </a:lnTo>
                <a:lnTo>
                  <a:pt x="1371952" y="1826990"/>
                </a:lnTo>
                <a:lnTo>
                  <a:pt x="1379087" y="1784756"/>
                </a:lnTo>
                <a:lnTo>
                  <a:pt x="1386364" y="1742551"/>
                </a:lnTo>
                <a:lnTo>
                  <a:pt x="1393641" y="1700346"/>
                </a:lnTo>
                <a:lnTo>
                  <a:pt x="1400918" y="1658131"/>
                </a:lnTo>
                <a:lnTo>
                  <a:pt x="1408195" y="1615926"/>
                </a:lnTo>
                <a:lnTo>
                  <a:pt x="1415482" y="1573721"/>
                </a:lnTo>
                <a:lnTo>
                  <a:pt x="1422759" y="1531515"/>
                </a:lnTo>
                <a:lnTo>
                  <a:pt x="1430036" y="1489300"/>
                </a:lnTo>
                <a:lnTo>
                  <a:pt x="1437313" y="1447095"/>
                </a:lnTo>
                <a:lnTo>
                  <a:pt x="1444590" y="1404890"/>
                </a:lnTo>
                <a:lnTo>
                  <a:pt x="1451867" y="1362675"/>
                </a:lnTo>
                <a:lnTo>
                  <a:pt x="1459144" y="1320470"/>
                </a:lnTo>
                <a:lnTo>
                  <a:pt x="1466421" y="1278265"/>
                </a:lnTo>
                <a:lnTo>
                  <a:pt x="1473813" y="1236069"/>
                </a:lnTo>
                <a:lnTo>
                  <a:pt x="1481490" y="1193930"/>
                </a:lnTo>
                <a:lnTo>
                  <a:pt x="1489481" y="1151858"/>
                </a:lnTo>
                <a:lnTo>
                  <a:pt x="1497473" y="1109777"/>
                </a:lnTo>
                <a:lnTo>
                  <a:pt x="1505474" y="1067695"/>
                </a:lnTo>
                <a:lnTo>
                  <a:pt x="1513465" y="1025623"/>
                </a:lnTo>
                <a:lnTo>
                  <a:pt x="1521457" y="983542"/>
                </a:lnTo>
                <a:lnTo>
                  <a:pt x="1529458" y="941461"/>
                </a:lnTo>
                <a:lnTo>
                  <a:pt x="1537449" y="899389"/>
                </a:lnTo>
                <a:lnTo>
                  <a:pt x="1545441" y="857307"/>
                </a:lnTo>
                <a:lnTo>
                  <a:pt x="1553442" y="815226"/>
                </a:lnTo>
                <a:lnTo>
                  <a:pt x="1561433" y="773154"/>
                </a:lnTo>
                <a:lnTo>
                  <a:pt x="1569425" y="731072"/>
                </a:lnTo>
                <a:lnTo>
                  <a:pt x="1577426" y="688991"/>
                </a:lnTo>
                <a:lnTo>
                  <a:pt x="1585446" y="646919"/>
                </a:lnTo>
                <a:lnTo>
                  <a:pt x="1594009" y="604952"/>
                </a:lnTo>
                <a:lnTo>
                  <a:pt x="1604277" y="563375"/>
                </a:lnTo>
                <a:lnTo>
                  <a:pt x="1614697" y="521827"/>
                </a:lnTo>
                <a:lnTo>
                  <a:pt x="1625108" y="480289"/>
                </a:lnTo>
                <a:lnTo>
                  <a:pt x="1635519" y="438741"/>
                </a:lnTo>
                <a:lnTo>
                  <a:pt x="1645930" y="397193"/>
                </a:lnTo>
                <a:lnTo>
                  <a:pt x="1656350" y="355644"/>
                </a:lnTo>
                <a:lnTo>
                  <a:pt x="1666761" y="314096"/>
                </a:lnTo>
                <a:lnTo>
                  <a:pt x="1677172" y="272558"/>
                </a:lnTo>
                <a:lnTo>
                  <a:pt x="1687582" y="231010"/>
                </a:lnTo>
                <a:lnTo>
                  <a:pt x="1698003" y="189462"/>
                </a:lnTo>
                <a:lnTo>
                  <a:pt x="1708414" y="147914"/>
                </a:lnTo>
                <a:lnTo>
                  <a:pt x="1718824" y="106366"/>
                </a:lnTo>
                <a:lnTo>
                  <a:pt x="1729235" y="64827"/>
                </a:lnTo>
                <a:lnTo>
                  <a:pt x="1733550" y="22527"/>
                </a:lnTo>
                <a:lnTo>
                  <a:pt x="1713243" y="0"/>
                </a:lnTo>
                <a:lnTo>
                  <a:pt x="1670418" y="0"/>
                </a:lnTo>
                <a:lnTo>
                  <a:pt x="1627584" y="0"/>
                </a:lnTo>
                <a:lnTo>
                  <a:pt x="1584750" y="0"/>
                </a:lnTo>
                <a:lnTo>
                  <a:pt x="1541917" y="0"/>
                </a:lnTo>
                <a:lnTo>
                  <a:pt x="1499092" y="0"/>
                </a:lnTo>
                <a:lnTo>
                  <a:pt x="1456258" y="0"/>
                </a:lnTo>
                <a:lnTo>
                  <a:pt x="1413424" y="0"/>
                </a:lnTo>
                <a:lnTo>
                  <a:pt x="1370600" y="0"/>
                </a:lnTo>
                <a:lnTo>
                  <a:pt x="1327766" y="0"/>
                </a:lnTo>
                <a:lnTo>
                  <a:pt x="1284932" y="0"/>
                </a:lnTo>
                <a:lnTo>
                  <a:pt x="1242098" y="0"/>
                </a:lnTo>
                <a:lnTo>
                  <a:pt x="1199274" y="0"/>
                </a:lnTo>
                <a:lnTo>
                  <a:pt x="1156440" y="0"/>
                </a:lnTo>
                <a:lnTo>
                  <a:pt x="1113606" y="0"/>
                </a:lnTo>
                <a:lnTo>
                  <a:pt x="1070781" y="0"/>
                </a:lnTo>
                <a:lnTo>
                  <a:pt x="1027948" y="0"/>
                </a:lnTo>
                <a:lnTo>
                  <a:pt x="985114" y="0"/>
                </a:lnTo>
                <a:lnTo>
                  <a:pt x="942289" y="0"/>
                </a:lnTo>
                <a:lnTo>
                  <a:pt x="899455" y="0"/>
                </a:lnTo>
                <a:lnTo>
                  <a:pt x="856621" y="0"/>
                </a:lnTo>
                <a:lnTo>
                  <a:pt x="813787" y="0"/>
                </a:lnTo>
                <a:lnTo>
                  <a:pt x="770963" y="0"/>
                </a:lnTo>
                <a:lnTo>
                  <a:pt x="728129" y="0"/>
                </a:lnTo>
                <a:lnTo>
                  <a:pt x="685295" y="0"/>
                </a:lnTo>
                <a:lnTo>
                  <a:pt x="642471" y="0"/>
                </a:lnTo>
                <a:lnTo>
                  <a:pt x="599637" y="0"/>
                </a:lnTo>
                <a:lnTo>
                  <a:pt x="556803" y="0"/>
                </a:lnTo>
                <a:lnTo>
                  <a:pt x="513969" y="0"/>
                </a:lnTo>
                <a:lnTo>
                  <a:pt x="471145" y="0"/>
                </a:lnTo>
                <a:lnTo>
                  <a:pt x="428311" y="0"/>
                </a:lnTo>
                <a:lnTo>
                  <a:pt x="385477" y="0"/>
                </a:lnTo>
                <a:lnTo>
                  <a:pt x="342652" y="0"/>
                </a:lnTo>
                <a:lnTo>
                  <a:pt x="299818" y="0"/>
                </a:lnTo>
                <a:lnTo>
                  <a:pt x="256985" y="0"/>
                </a:lnTo>
                <a:lnTo>
                  <a:pt x="214160" y="0"/>
                </a:lnTo>
                <a:lnTo>
                  <a:pt x="171326" y="0"/>
                </a:lnTo>
                <a:lnTo>
                  <a:pt x="128492" y="0"/>
                </a:lnTo>
                <a:lnTo>
                  <a:pt x="85658" y="0"/>
                </a:lnTo>
                <a:lnTo>
                  <a:pt x="42834" y="0"/>
                </a:lnTo>
                <a:lnTo>
                  <a:pt x="0" y="0"/>
                </a:lnTo>
                <a:close/>
              </a:path>
            </a:pathLst>
          </a:custGeom>
          <a:gradFill xmlns:a="http://schemas.openxmlformats.org/drawingml/2006/main">
            <a:gsLst>
              <a:gs pos="0">
                <a:srgbClr val="000000"/>
              </a:gs>
              <a:gs pos="42">
                <a:srgbClr val="B8D8F2">
                  <a:alpha val="16000"/>
                </a:srgbClr>
              </a:gs>
              <a:gs pos="76">
                <a:srgbClr val="8FC4EE">
                  <a:alpha val="32000"/>
                </a:srgbClr>
              </a:gs>
              <a:gs pos="100">
                <a:srgbClr val="72B3E8">
                  <a:alpha val="52000"/>
                </a:srgbClr>
              </a:gs>
            </a:gsLst>
            <a:lin ang="10800000"/>
          </a:gradFill>
          <a:ln xmlns:a="http://schemas.openxmlformats.org/drawingml/2006/main" w="9525">
            <a:noFill/>
            <a:prstDash val="solid"/>
          </a:ln>
        </p:spPr>
      </p:sp>
      <p:sp>
        <p:nvSpPr>
          <p:cNvPr id="58" name="phase-label-0">
            <a:extLst xmlns:a="http://schemas.openxmlformats.org/drawingml/2006/main">
              <a:ext uri="{FF2B5EF4-FFF2-40B4-BE49-F238E27FC236}">
                <a16:creationId xmlns:a16="http://schemas.microsoft.com/office/drawing/2014/main" id="{3FEFD5E9-8262-40A7-B839-92DF785F7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1638300"/>
            <a:ext cx="228600" cy="205576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阶段一</a:t>
            </a:r>
          </a:p>
        </p:txBody>
      </p:sp>
      <p:sp>
        <p:nvSpPr>
          <p:cNvPr id="59" name="phase-label-1">
            <a:extLst xmlns:a="http://schemas.openxmlformats.org/drawingml/2006/main">
              <a:ext uri="{FF2B5EF4-FFF2-40B4-BE49-F238E27FC236}">
                <a16:creationId xmlns:a16="http://schemas.microsoft.com/office/drawing/2014/main" id="{810925CC-8E90-4A90-8695-6E5BBF266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3694062"/>
            <a:ext cx="228600" cy="120327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阶段二</a:t>
            </a:r>
          </a:p>
        </p:txBody>
      </p:sp>
      <p:sp>
        <p:nvSpPr>
          <p:cNvPr id="60" name="phase-label-2">
            <a:extLst xmlns:a="http://schemas.openxmlformats.org/drawingml/2006/main">
              <a:ext uri="{FF2B5EF4-FFF2-40B4-BE49-F238E27FC236}">
                <a16:creationId xmlns:a16="http://schemas.microsoft.com/office/drawing/2014/main" id="{0BBD1519-AB4B-431D-A777-A11A4661B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4897336"/>
            <a:ext cx="228600" cy="13128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阶段三</a:t>
            </a:r>
          </a:p>
        </p:txBody>
      </p:sp>
      <p:sp>
        <p:nvSpPr>
          <p:cNvPr id="61" name="funnel-step-title-0">
            <a:extLst xmlns:a="http://schemas.openxmlformats.org/drawingml/2006/main">
              <a:ext uri="{FF2B5EF4-FFF2-40B4-BE49-F238E27FC236}">
                <a16:creationId xmlns:a16="http://schemas.microsoft.com/office/drawing/2014/main" id="{70A1EA7B-E63B-4A7D-9679-32FD4DF56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311728" y="2653455"/>
            <a:ext cx="2615803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广泛触达</a:t>
            </a:r>
          </a:p>
        </p:txBody>
      </p:sp>
      <p:sp>
        <p:nvSpPr>
          <p:cNvPr id="62" name="funnel-step-title-1">
            <a:extLst xmlns:a="http://schemas.openxmlformats.org/drawingml/2006/main">
              <a:ext uri="{FF2B5EF4-FFF2-40B4-BE49-F238E27FC236}">
                <a16:creationId xmlns:a16="http://schemas.microsoft.com/office/drawing/2014/main" id="{91E61697-E3E0-4AC6-9AE0-4F3A47889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528117" y="3255169"/>
            <a:ext cx="2183016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兴趣识别</a:t>
            </a:r>
          </a:p>
        </p:txBody>
      </p:sp>
      <p:sp>
        <p:nvSpPr>
          <p:cNvPr id="63" name="funnel-step-title-2">
            <a:extLst xmlns:a="http://schemas.openxmlformats.org/drawingml/2006/main">
              <a:ext uri="{FF2B5EF4-FFF2-40B4-BE49-F238E27FC236}">
                <a16:creationId xmlns:a16="http://schemas.microsoft.com/office/drawing/2014/main" id="{212237C1-C0E3-46A2-A7C2-AE453164C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25018" y="3856730"/>
            <a:ext cx="1789214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意向培育</a:t>
            </a:r>
          </a:p>
        </p:txBody>
      </p:sp>
      <p:sp>
        <p:nvSpPr>
          <p:cNvPr id="64" name="funnel-step-title-3">
            <a:extLst xmlns:a="http://schemas.openxmlformats.org/drawingml/2006/main">
              <a:ext uri="{FF2B5EF4-FFF2-40B4-BE49-F238E27FC236}">
                <a16:creationId xmlns:a16="http://schemas.microsoft.com/office/drawing/2014/main" id="{4FC4E562-6E74-4727-96B4-0FD6B98CA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10165" y="4458443"/>
            <a:ext cx="141893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行动转化</a:t>
            </a:r>
          </a:p>
        </p:txBody>
      </p:sp>
      <p:sp>
        <p:nvSpPr>
          <p:cNvPr id="65" name="funnel-step-title-4">
            <a:extLst xmlns:a="http://schemas.openxmlformats.org/drawingml/2006/main">
              <a:ext uri="{FF2B5EF4-FFF2-40B4-BE49-F238E27FC236}">
                <a16:creationId xmlns:a16="http://schemas.microsoft.com/office/drawing/2014/main" id="{D3B84B1D-C460-4215-9AC8-95A9131BB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87120" y="5060156"/>
            <a:ext cx="1065019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持续留存</a:t>
            </a:r>
          </a:p>
        </p:txBody>
      </p:sp>
      <p:sp>
        <p:nvSpPr>
          <p:cNvPr id="66" name="funnel-step-title-5">
            <a:extLst xmlns:a="http://schemas.openxmlformats.org/drawingml/2006/main">
              <a:ext uri="{FF2B5EF4-FFF2-40B4-BE49-F238E27FC236}">
                <a16:creationId xmlns:a16="http://schemas.microsoft.com/office/drawing/2014/main" id="{B4E04FD6-603C-4405-A524-444C93571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200525" y="5661717"/>
            <a:ext cx="8382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价值增长</a:t>
            </a:r>
          </a:p>
        </p:txBody>
      </p:sp>
      <p:sp>
        <p:nvSpPr>
          <p:cNvPr id="67" name="input-core-0">
            <a:extLst xmlns:a="http://schemas.openxmlformats.org/drawingml/2006/main">
              <a:ext uri="{FF2B5EF4-FFF2-40B4-BE49-F238E27FC236}">
                <a16:creationId xmlns:a16="http://schemas.microsoft.com/office/drawing/2014/main" id="{71E04EBA-1521-47A4-936E-8DA4A79FE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343275" y="190500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23"/>
          <a:fontRef xmlns:a="http://schemas.openxmlformats.org/drawingml/2006/main" idx="major"/>
        </p:style>
      </p:sp>
      <p:pic>
        <p:nvPicPr>
          <p:cNvPr id="14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2a422f5a992447f">
            <a:extLst>
              <a:ext uri="{96DAC541-7B7A-43D3-8B79-37D633B846F1}">
                <asvg:svgBlip xmlns:asvg="http://schemas.microsoft.com/office/drawing/2016/SVG/main" r:embed="Rd993486d815045ca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3438525" y="2000250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69" name="input-core-1">
            <a:extLst xmlns:a="http://schemas.openxmlformats.org/drawingml/2006/main">
              <a:ext uri="{FF2B5EF4-FFF2-40B4-BE49-F238E27FC236}">
                <a16:creationId xmlns:a16="http://schemas.microsoft.com/office/drawing/2014/main" id="{AF5D97D4-B1EC-4219-9865-C44CF4B52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419600" y="1704975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23"/>
          <a:fontRef xmlns:a="http://schemas.openxmlformats.org/drawingml/2006/main" idx="major"/>
        </p:style>
      </p:sp>
      <p:pic>
        <p:nvPicPr>
          <p:cNvPr id="14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c47354581c140e3">
            <a:extLst>
              <a:ext uri="{96DAC541-7B7A-43D3-8B79-37D633B846F1}">
                <asvg:svgBlip xmlns:asvg="http://schemas.microsoft.com/office/drawing/2016/SVG/main" r:embed="Rb006af7212ce4016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4514850" y="1800225"/>
            <a:ext cx="209550" cy="209550"/>
          </a:xfrm>
          <a:prstGeom xmlns:a="http://schemas.openxmlformats.org/drawingml/2006/main" prst="rect">
            <a:avLst/>
          </a:prstGeom>
        </p:spPr>
      </p:pic>
      <p:sp>
        <p:nvSpPr>
          <p:cNvPr id="71" name="input-core-2">
            <a:extLst xmlns:a="http://schemas.openxmlformats.org/drawingml/2006/main">
              <a:ext uri="{FF2B5EF4-FFF2-40B4-BE49-F238E27FC236}">
                <a16:creationId xmlns:a16="http://schemas.microsoft.com/office/drawing/2014/main" id="{D8B61E61-8A7D-4F59-AE93-4BDCA2E73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438775" y="18478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23"/>
          <a:fontRef xmlns:a="http://schemas.openxmlformats.org/drawingml/2006/main" idx="major"/>
        </p:style>
      </p:sp>
      <p:pic>
        <p:nvPicPr>
          <p:cNvPr id="14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9e8170f8d98430f">
            <a:extLst>
              <a:ext uri="{96DAC541-7B7A-43D3-8B79-37D633B846F1}">
                <asvg:svgBlip xmlns:asvg="http://schemas.microsoft.com/office/drawing/2016/SVG/main" r:embed="R9776d6b0888c4a1f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5534025" y="1943100"/>
            <a:ext cx="266700" cy="2667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2043186"/>
      </p:ext>
    </p:extLst>
  </p:cSld>
</p:sld>
</file>

<file path=ppt/slides/slide6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5" name="phase-band-0">
            <a:extLst xmlns:a="http://schemas.openxmlformats.org/drawingml/2006/main">
              <a:ext uri="{FF2B5EF4-FFF2-40B4-BE49-F238E27FC236}">
                <a16:creationId xmlns:a16="http://schemas.microsoft.com/office/drawing/2014/main" id="{699DCEC6-09A3-4A72-8169-94C1B044E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1638300"/>
            <a:ext cx="11144250" cy="205576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phase-band-1">
            <a:extLst xmlns:a="http://schemas.openxmlformats.org/drawingml/2006/main">
              <a:ext uri="{FF2B5EF4-FFF2-40B4-BE49-F238E27FC236}">
                <a16:creationId xmlns:a16="http://schemas.microsoft.com/office/drawing/2014/main" id="{6251503A-1BC6-4BEC-BC82-5DB54A3CB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3694062"/>
            <a:ext cx="11144250" cy="120327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38100">
            <a:solidFill>
              <a:srgbClr val="FFFFFF"/>
            </a:solidFill>
            <a:prstDash val="solid"/>
          </a:ln>
        </p:spPr>
      </p:sp>
      <p:sp>
        <p:nvSpPr>
          <p:cNvPr id="3" name="phase-band-2">
            <a:extLst xmlns:a="http://schemas.openxmlformats.org/drawingml/2006/main">
              <a:ext uri="{FF2B5EF4-FFF2-40B4-BE49-F238E27FC236}">
                <a16:creationId xmlns:a16="http://schemas.microsoft.com/office/drawing/2014/main" id="{12DDBA06-1EE8-48AD-8F76-30AEC02A9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4897336"/>
            <a:ext cx="11144250" cy="131281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38100">
            <a:solidFill>
              <a:srgbClr val="FFFFFF"/>
            </a:solidFill>
            <a:prstDash val="solid"/>
          </a:ln>
        </p:spPr>
      </p:sp>
      <p:sp>
        <p:nvSpPr>
          <p:cNvPr id="4" name="phase-rail-0">
            <a:extLst xmlns:a="http://schemas.openxmlformats.org/drawingml/2006/main">
              <a:ext uri="{FF2B5EF4-FFF2-40B4-BE49-F238E27FC236}">
                <a16:creationId xmlns:a16="http://schemas.microsoft.com/office/drawing/2014/main" id="{78504E93-9073-4A1A-B183-03CC0320E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1638300"/>
            <a:ext cx="514350" cy="2051009"/>
          </a:xfrm>
          <a:custGeom xmlns:a="http://schemas.openxmlformats.org/drawingml/2006/main">
            <a:pathLst>
              <a:path w="514350" h="2051009">
                <a:moveTo>
                  <a:pt x="0" y="0"/>
                </a:moveTo>
                <a:lnTo>
                  <a:pt x="20536" y="0"/>
                </a:lnTo>
                <a:lnTo>
                  <a:pt x="41072" y="0"/>
                </a:lnTo>
                <a:lnTo>
                  <a:pt x="61608" y="0"/>
                </a:lnTo>
                <a:lnTo>
                  <a:pt x="82144" y="0"/>
                </a:lnTo>
                <a:lnTo>
                  <a:pt x="102680" y="0"/>
                </a:lnTo>
                <a:lnTo>
                  <a:pt x="123215" y="0"/>
                </a:lnTo>
                <a:lnTo>
                  <a:pt x="143751" y="0"/>
                </a:lnTo>
                <a:lnTo>
                  <a:pt x="164287" y="0"/>
                </a:lnTo>
                <a:lnTo>
                  <a:pt x="184823" y="0"/>
                </a:lnTo>
                <a:lnTo>
                  <a:pt x="205359" y="0"/>
                </a:lnTo>
                <a:lnTo>
                  <a:pt x="225895" y="0"/>
                </a:lnTo>
                <a:lnTo>
                  <a:pt x="246431" y="0"/>
                </a:lnTo>
                <a:lnTo>
                  <a:pt x="266967" y="0"/>
                </a:lnTo>
                <a:lnTo>
                  <a:pt x="287503" y="0"/>
                </a:lnTo>
                <a:lnTo>
                  <a:pt x="308039" y="0"/>
                </a:lnTo>
                <a:lnTo>
                  <a:pt x="328574" y="0"/>
                </a:lnTo>
                <a:lnTo>
                  <a:pt x="349110" y="0"/>
                </a:lnTo>
                <a:lnTo>
                  <a:pt x="369646" y="0"/>
                </a:lnTo>
                <a:lnTo>
                  <a:pt x="390182" y="0"/>
                </a:lnTo>
                <a:lnTo>
                  <a:pt x="410718" y="0"/>
                </a:lnTo>
                <a:lnTo>
                  <a:pt x="431254" y="0"/>
                </a:lnTo>
                <a:lnTo>
                  <a:pt x="451790" y="0"/>
                </a:lnTo>
                <a:lnTo>
                  <a:pt x="472326" y="0"/>
                </a:lnTo>
                <a:lnTo>
                  <a:pt x="492862" y="0"/>
                </a:lnTo>
                <a:lnTo>
                  <a:pt x="513398" y="0"/>
                </a:lnTo>
                <a:lnTo>
                  <a:pt x="514350" y="19583"/>
                </a:lnTo>
                <a:lnTo>
                  <a:pt x="514350" y="40119"/>
                </a:lnTo>
                <a:lnTo>
                  <a:pt x="514350" y="60655"/>
                </a:lnTo>
                <a:lnTo>
                  <a:pt x="514350" y="81191"/>
                </a:lnTo>
                <a:lnTo>
                  <a:pt x="514350" y="101727"/>
                </a:lnTo>
                <a:lnTo>
                  <a:pt x="514350" y="122263"/>
                </a:lnTo>
                <a:lnTo>
                  <a:pt x="514350" y="142799"/>
                </a:lnTo>
                <a:lnTo>
                  <a:pt x="514350" y="163335"/>
                </a:lnTo>
                <a:lnTo>
                  <a:pt x="514350" y="183871"/>
                </a:lnTo>
                <a:lnTo>
                  <a:pt x="514350" y="204407"/>
                </a:lnTo>
                <a:lnTo>
                  <a:pt x="514350" y="224942"/>
                </a:lnTo>
                <a:lnTo>
                  <a:pt x="514350" y="245469"/>
                </a:lnTo>
                <a:lnTo>
                  <a:pt x="514350" y="266005"/>
                </a:lnTo>
                <a:lnTo>
                  <a:pt x="514350" y="286541"/>
                </a:lnTo>
                <a:lnTo>
                  <a:pt x="514350" y="307076"/>
                </a:lnTo>
                <a:lnTo>
                  <a:pt x="514350" y="327612"/>
                </a:lnTo>
                <a:lnTo>
                  <a:pt x="514350" y="348148"/>
                </a:lnTo>
                <a:lnTo>
                  <a:pt x="514350" y="368684"/>
                </a:lnTo>
                <a:lnTo>
                  <a:pt x="514350" y="389220"/>
                </a:lnTo>
                <a:lnTo>
                  <a:pt x="514350" y="409756"/>
                </a:lnTo>
                <a:lnTo>
                  <a:pt x="514350" y="430292"/>
                </a:lnTo>
                <a:lnTo>
                  <a:pt x="514350" y="450828"/>
                </a:lnTo>
                <a:lnTo>
                  <a:pt x="514350" y="471364"/>
                </a:lnTo>
                <a:lnTo>
                  <a:pt x="514350" y="491900"/>
                </a:lnTo>
                <a:lnTo>
                  <a:pt x="514350" y="512435"/>
                </a:lnTo>
                <a:lnTo>
                  <a:pt x="514350" y="532971"/>
                </a:lnTo>
                <a:lnTo>
                  <a:pt x="514350" y="553507"/>
                </a:lnTo>
                <a:lnTo>
                  <a:pt x="514350" y="574043"/>
                </a:lnTo>
                <a:lnTo>
                  <a:pt x="514350" y="594579"/>
                </a:lnTo>
                <a:lnTo>
                  <a:pt x="514350" y="615115"/>
                </a:lnTo>
                <a:lnTo>
                  <a:pt x="514350" y="635641"/>
                </a:lnTo>
                <a:lnTo>
                  <a:pt x="514350" y="656177"/>
                </a:lnTo>
                <a:lnTo>
                  <a:pt x="514350" y="676713"/>
                </a:lnTo>
                <a:lnTo>
                  <a:pt x="514350" y="697249"/>
                </a:lnTo>
                <a:lnTo>
                  <a:pt x="514350" y="717785"/>
                </a:lnTo>
                <a:lnTo>
                  <a:pt x="514350" y="738321"/>
                </a:lnTo>
                <a:lnTo>
                  <a:pt x="514350" y="758857"/>
                </a:lnTo>
                <a:lnTo>
                  <a:pt x="514350" y="779393"/>
                </a:lnTo>
                <a:lnTo>
                  <a:pt x="514350" y="799929"/>
                </a:lnTo>
                <a:lnTo>
                  <a:pt x="514350" y="820464"/>
                </a:lnTo>
                <a:lnTo>
                  <a:pt x="514350" y="841000"/>
                </a:lnTo>
                <a:lnTo>
                  <a:pt x="514350" y="861536"/>
                </a:lnTo>
                <a:lnTo>
                  <a:pt x="514350" y="882072"/>
                </a:lnTo>
                <a:lnTo>
                  <a:pt x="514350" y="902608"/>
                </a:lnTo>
                <a:lnTo>
                  <a:pt x="514350" y="923144"/>
                </a:lnTo>
                <a:lnTo>
                  <a:pt x="514350" y="943680"/>
                </a:lnTo>
                <a:lnTo>
                  <a:pt x="514350" y="964216"/>
                </a:lnTo>
                <a:lnTo>
                  <a:pt x="514350" y="984752"/>
                </a:lnTo>
                <a:lnTo>
                  <a:pt x="514350" y="1005288"/>
                </a:lnTo>
                <a:lnTo>
                  <a:pt x="514350" y="1025823"/>
                </a:lnTo>
                <a:lnTo>
                  <a:pt x="514350" y="1046350"/>
                </a:lnTo>
                <a:lnTo>
                  <a:pt x="514350" y="1066886"/>
                </a:lnTo>
                <a:lnTo>
                  <a:pt x="514350" y="1087422"/>
                </a:lnTo>
                <a:lnTo>
                  <a:pt x="514350" y="1107958"/>
                </a:lnTo>
                <a:lnTo>
                  <a:pt x="514350" y="1128493"/>
                </a:lnTo>
                <a:lnTo>
                  <a:pt x="514350" y="1149029"/>
                </a:lnTo>
                <a:lnTo>
                  <a:pt x="514350" y="1169565"/>
                </a:lnTo>
                <a:lnTo>
                  <a:pt x="514350" y="1190101"/>
                </a:lnTo>
                <a:lnTo>
                  <a:pt x="514350" y="1210637"/>
                </a:lnTo>
                <a:lnTo>
                  <a:pt x="514350" y="1231173"/>
                </a:lnTo>
                <a:lnTo>
                  <a:pt x="514350" y="1251709"/>
                </a:lnTo>
                <a:lnTo>
                  <a:pt x="514350" y="1272245"/>
                </a:lnTo>
                <a:lnTo>
                  <a:pt x="514350" y="1292781"/>
                </a:lnTo>
                <a:lnTo>
                  <a:pt x="514350" y="1313317"/>
                </a:lnTo>
                <a:lnTo>
                  <a:pt x="514350" y="1333852"/>
                </a:lnTo>
                <a:lnTo>
                  <a:pt x="514350" y="1354388"/>
                </a:lnTo>
                <a:lnTo>
                  <a:pt x="514350" y="1374924"/>
                </a:lnTo>
                <a:lnTo>
                  <a:pt x="514350" y="1395460"/>
                </a:lnTo>
                <a:lnTo>
                  <a:pt x="514350" y="1415996"/>
                </a:lnTo>
                <a:lnTo>
                  <a:pt x="514350" y="1436532"/>
                </a:lnTo>
                <a:lnTo>
                  <a:pt x="514350" y="1457058"/>
                </a:lnTo>
                <a:lnTo>
                  <a:pt x="514350" y="1477594"/>
                </a:lnTo>
                <a:lnTo>
                  <a:pt x="514350" y="1498130"/>
                </a:lnTo>
                <a:lnTo>
                  <a:pt x="514350" y="1518666"/>
                </a:lnTo>
                <a:lnTo>
                  <a:pt x="514350" y="1539202"/>
                </a:lnTo>
                <a:lnTo>
                  <a:pt x="514350" y="1559738"/>
                </a:lnTo>
                <a:lnTo>
                  <a:pt x="514350" y="1580274"/>
                </a:lnTo>
                <a:lnTo>
                  <a:pt x="514350" y="1600810"/>
                </a:lnTo>
                <a:lnTo>
                  <a:pt x="514350" y="1621346"/>
                </a:lnTo>
                <a:lnTo>
                  <a:pt x="514350" y="1641881"/>
                </a:lnTo>
                <a:lnTo>
                  <a:pt x="514350" y="1662417"/>
                </a:lnTo>
                <a:lnTo>
                  <a:pt x="514350" y="1682953"/>
                </a:lnTo>
                <a:lnTo>
                  <a:pt x="514350" y="1703489"/>
                </a:lnTo>
                <a:lnTo>
                  <a:pt x="514350" y="1724025"/>
                </a:lnTo>
                <a:lnTo>
                  <a:pt x="514350" y="1744561"/>
                </a:lnTo>
                <a:lnTo>
                  <a:pt x="514350" y="1765097"/>
                </a:lnTo>
                <a:lnTo>
                  <a:pt x="514350" y="1785633"/>
                </a:lnTo>
                <a:lnTo>
                  <a:pt x="514350" y="1806169"/>
                </a:lnTo>
                <a:lnTo>
                  <a:pt x="514350" y="1826705"/>
                </a:lnTo>
                <a:lnTo>
                  <a:pt x="514350" y="1847240"/>
                </a:lnTo>
                <a:lnTo>
                  <a:pt x="514350" y="1867767"/>
                </a:lnTo>
                <a:lnTo>
                  <a:pt x="514350" y="1888303"/>
                </a:lnTo>
                <a:lnTo>
                  <a:pt x="514350" y="1908839"/>
                </a:lnTo>
                <a:lnTo>
                  <a:pt x="499939" y="1920897"/>
                </a:lnTo>
                <a:lnTo>
                  <a:pt x="481984" y="1930870"/>
                </a:lnTo>
                <a:lnTo>
                  <a:pt x="464039" y="1940843"/>
                </a:lnTo>
                <a:lnTo>
                  <a:pt x="446084" y="1950815"/>
                </a:lnTo>
                <a:lnTo>
                  <a:pt x="428130" y="1960788"/>
                </a:lnTo>
                <a:lnTo>
                  <a:pt x="410185" y="1970761"/>
                </a:lnTo>
                <a:lnTo>
                  <a:pt x="392230" y="1980733"/>
                </a:lnTo>
                <a:lnTo>
                  <a:pt x="374275" y="1990706"/>
                </a:lnTo>
                <a:lnTo>
                  <a:pt x="356321" y="2000679"/>
                </a:lnTo>
                <a:lnTo>
                  <a:pt x="338376" y="2010651"/>
                </a:lnTo>
                <a:lnTo>
                  <a:pt x="320421" y="2020624"/>
                </a:lnTo>
                <a:lnTo>
                  <a:pt x="302466" y="2030597"/>
                </a:lnTo>
                <a:lnTo>
                  <a:pt x="284521" y="2040569"/>
                </a:lnTo>
                <a:lnTo>
                  <a:pt x="266567" y="2050542"/>
                </a:lnTo>
                <a:lnTo>
                  <a:pt x="248612" y="2051009"/>
                </a:lnTo>
                <a:lnTo>
                  <a:pt x="230667" y="2041036"/>
                </a:lnTo>
                <a:lnTo>
                  <a:pt x="212712" y="2031063"/>
                </a:lnTo>
                <a:lnTo>
                  <a:pt x="194758" y="2021091"/>
                </a:lnTo>
                <a:lnTo>
                  <a:pt x="176813" y="2011118"/>
                </a:lnTo>
                <a:lnTo>
                  <a:pt x="158858" y="2001145"/>
                </a:lnTo>
                <a:lnTo>
                  <a:pt x="140903" y="1991173"/>
                </a:lnTo>
                <a:lnTo>
                  <a:pt x="122958" y="1981200"/>
                </a:lnTo>
                <a:lnTo>
                  <a:pt x="105004" y="1971227"/>
                </a:lnTo>
                <a:lnTo>
                  <a:pt x="87049" y="1961255"/>
                </a:lnTo>
                <a:lnTo>
                  <a:pt x="69104" y="1951282"/>
                </a:lnTo>
                <a:lnTo>
                  <a:pt x="51149" y="1941309"/>
                </a:lnTo>
                <a:lnTo>
                  <a:pt x="33195" y="1931337"/>
                </a:lnTo>
                <a:lnTo>
                  <a:pt x="15240" y="1921364"/>
                </a:lnTo>
                <a:lnTo>
                  <a:pt x="0" y="1909791"/>
                </a:lnTo>
                <a:lnTo>
                  <a:pt x="0" y="1889255"/>
                </a:lnTo>
                <a:lnTo>
                  <a:pt x="0" y="1868719"/>
                </a:lnTo>
                <a:lnTo>
                  <a:pt x="0" y="1848183"/>
                </a:lnTo>
                <a:lnTo>
                  <a:pt x="0" y="1827657"/>
                </a:lnTo>
                <a:lnTo>
                  <a:pt x="0" y="1807121"/>
                </a:lnTo>
                <a:lnTo>
                  <a:pt x="0" y="1786585"/>
                </a:lnTo>
                <a:lnTo>
                  <a:pt x="0" y="1766049"/>
                </a:lnTo>
                <a:lnTo>
                  <a:pt x="0" y="1745513"/>
                </a:lnTo>
                <a:lnTo>
                  <a:pt x="0" y="1724978"/>
                </a:lnTo>
                <a:lnTo>
                  <a:pt x="0" y="1704442"/>
                </a:lnTo>
                <a:lnTo>
                  <a:pt x="0" y="1683906"/>
                </a:lnTo>
                <a:lnTo>
                  <a:pt x="0" y="1663370"/>
                </a:lnTo>
                <a:lnTo>
                  <a:pt x="0" y="1642834"/>
                </a:lnTo>
                <a:lnTo>
                  <a:pt x="0" y="1622298"/>
                </a:lnTo>
                <a:lnTo>
                  <a:pt x="0" y="1601762"/>
                </a:lnTo>
                <a:lnTo>
                  <a:pt x="0" y="1581226"/>
                </a:lnTo>
                <a:lnTo>
                  <a:pt x="0" y="1560690"/>
                </a:lnTo>
                <a:lnTo>
                  <a:pt x="0" y="1540154"/>
                </a:lnTo>
                <a:lnTo>
                  <a:pt x="0" y="1519619"/>
                </a:lnTo>
                <a:lnTo>
                  <a:pt x="0" y="1499083"/>
                </a:lnTo>
                <a:lnTo>
                  <a:pt x="0" y="1478547"/>
                </a:lnTo>
                <a:lnTo>
                  <a:pt x="0" y="1458011"/>
                </a:lnTo>
                <a:lnTo>
                  <a:pt x="0" y="1437475"/>
                </a:lnTo>
                <a:lnTo>
                  <a:pt x="0" y="1416949"/>
                </a:lnTo>
                <a:lnTo>
                  <a:pt x="0" y="1396413"/>
                </a:lnTo>
                <a:lnTo>
                  <a:pt x="0" y="1375877"/>
                </a:lnTo>
                <a:lnTo>
                  <a:pt x="0" y="1355341"/>
                </a:lnTo>
                <a:lnTo>
                  <a:pt x="0" y="1334805"/>
                </a:lnTo>
                <a:lnTo>
                  <a:pt x="0" y="1314269"/>
                </a:lnTo>
                <a:lnTo>
                  <a:pt x="0" y="1293733"/>
                </a:lnTo>
                <a:lnTo>
                  <a:pt x="0" y="1273197"/>
                </a:lnTo>
                <a:lnTo>
                  <a:pt x="0" y="1252661"/>
                </a:lnTo>
                <a:lnTo>
                  <a:pt x="0" y="1232125"/>
                </a:lnTo>
                <a:lnTo>
                  <a:pt x="0" y="1211590"/>
                </a:lnTo>
                <a:lnTo>
                  <a:pt x="0" y="1191054"/>
                </a:lnTo>
                <a:lnTo>
                  <a:pt x="0" y="1170518"/>
                </a:lnTo>
                <a:lnTo>
                  <a:pt x="0" y="1149982"/>
                </a:lnTo>
                <a:lnTo>
                  <a:pt x="0" y="1129446"/>
                </a:lnTo>
                <a:lnTo>
                  <a:pt x="0" y="1108910"/>
                </a:lnTo>
                <a:lnTo>
                  <a:pt x="0" y="1088374"/>
                </a:lnTo>
                <a:lnTo>
                  <a:pt x="0" y="1067838"/>
                </a:lnTo>
                <a:lnTo>
                  <a:pt x="0" y="1047302"/>
                </a:lnTo>
                <a:lnTo>
                  <a:pt x="0" y="1026766"/>
                </a:lnTo>
                <a:lnTo>
                  <a:pt x="0" y="1006240"/>
                </a:lnTo>
                <a:lnTo>
                  <a:pt x="0" y="985704"/>
                </a:lnTo>
                <a:lnTo>
                  <a:pt x="0" y="965168"/>
                </a:lnTo>
                <a:lnTo>
                  <a:pt x="0" y="944632"/>
                </a:lnTo>
                <a:lnTo>
                  <a:pt x="0" y="924096"/>
                </a:lnTo>
                <a:lnTo>
                  <a:pt x="0" y="903561"/>
                </a:lnTo>
                <a:lnTo>
                  <a:pt x="0" y="883025"/>
                </a:lnTo>
                <a:lnTo>
                  <a:pt x="0" y="862489"/>
                </a:lnTo>
                <a:lnTo>
                  <a:pt x="0" y="841953"/>
                </a:lnTo>
                <a:lnTo>
                  <a:pt x="0" y="821417"/>
                </a:lnTo>
                <a:lnTo>
                  <a:pt x="0" y="800881"/>
                </a:lnTo>
                <a:lnTo>
                  <a:pt x="0" y="780345"/>
                </a:lnTo>
                <a:lnTo>
                  <a:pt x="0" y="759809"/>
                </a:lnTo>
                <a:lnTo>
                  <a:pt x="0" y="739273"/>
                </a:lnTo>
                <a:lnTo>
                  <a:pt x="0" y="718737"/>
                </a:lnTo>
                <a:lnTo>
                  <a:pt x="0" y="698202"/>
                </a:lnTo>
                <a:lnTo>
                  <a:pt x="0" y="677666"/>
                </a:lnTo>
                <a:lnTo>
                  <a:pt x="0" y="657130"/>
                </a:lnTo>
                <a:lnTo>
                  <a:pt x="0" y="636594"/>
                </a:lnTo>
                <a:lnTo>
                  <a:pt x="0" y="616058"/>
                </a:lnTo>
                <a:lnTo>
                  <a:pt x="0" y="595532"/>
                </a:lnTo>
                <a:lnTo>
                  <a:pt x="0" y="574996"/>
                </a:lnTo>
                <a:lnTo>
                  <a:pt x="0" y="554460"/>
                </a:lnTo>
                <a:lnTo>
                  <a:pt x="0" y="533924"/>
                </a:lnTo>
                <a:lnTo>
                  <a:pt x="0" y="513388"/>
                </a:lnTo>
                <a:lnTo>
                  <a:pt x="0" y="492852"/>
                </a:lnTo>
                <a:lnTo>
                  <a:pt x="0" y="472316"/>
                </a:lnTo>
                <a:lnTo>
                  <a:pt x="0" y="451780"/>
                </a:lnTo>
                <a:lnTo>
                  <a:pt x="0" y="431244"/>
                </a:lnTo>
                <a:lnTo>
                  <a:pt x="0" y="410708"/>
                </a:lnTo>
                <a:lnTo>
                  <a:pt x="0" y="390173"/>
                </a:lnTo>
                <a:lnTo>
                  <a:pt x="0" y="369637"/>
                </a:lnTo>
                <a:lnTo>
                  <a:pt x="0" y="349101"/>
                </a:lnTo>
                <a:lnTo>
                  <a:pt x="0" y="328565"/>
                </a:lnTo>
                <a:lnTo>
                  <a:pt x="0" y="308029"/>
                </a:lnTo>
                <a:lnTo>
                  <a:pt x="0" y="287493"/>
                </a:lnTo>
                <a:lnTo>
                  <a:pt x="0" y="266957"/>
                </a:lnTo>
                <a:lnTo>
                  <a:pt x="0" y="246421"/>
                </a:lnTo>
                <a:lnTo>
                  <a:pt x="0" y="225885"/>
                </a:lnTo>
                <a:lnTo>
                  <a:pt x="0" y="205359"/>
                </a:lnTo>
                <a:lnTo>
                  <a:pt x="0" y="184823"/>
                </a:lnTo>
                <a:lnTo>
                  <a:pt x="0" y="164287"/>
                </a:lnTo>
                <a:lnTo>
                  <a:pt x="0" y="143751"/>
                </a:lnTo>
                <a:lnTo>
                  <a:pt x="0" y="123215"/>
                </a:lnTo>
                <a:lnTo>
                  <a:pt x="0" y="102680"/>
                </a:lnTo>
                <a:lnTo>
                  <a:pt x="0" y="82144"/>
                </a:lnTo>
                <a:lnTo>
                  <a:pt x="0" y="61608"/>
                </a:lnTo>
                <a:lnTo>
                  <a:pt x="0" y="41072"/>
                </a:lnTo>
                <a:lnTo>
                  <a:pt x="0" y="20536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5" name="phase-title-0">
            <a:extLst xmlns:a="http://schemas.openxmlformats.org/drawingml/2006/main">
              <a:ext uri="{FF2B5EF4-FFF2-40B4-BE49-F238E27FC236}">
                <a16:creationId xmlns:a16="http://schemas.microsoft.com/office/drawing/2014/main" id="{92A69080-A286-4A66-BAE4-61C05CAFF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2195360"/>
            <a:ext cx="1428750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精准触达</a:t>
            </a:r>
          </a:p>
        </p:txBody>
      </p:sp>
      <p:sp>
        <p:nvSpPr>
          <p:cNvPr id="6" name="phase-body-0">
            <a:extLst xmlns:a="http://schemas.openxmlformats.org/drawingml/2006/main">
              <a:ext uri="{FF2B5EF4-FFF2-40B4-BE49-F238E27FC236}">
                <a16:creationId xmlns:a16="http://schemas.microsoft.com/office/drawing/2014/main" id="{325466C6-8D48-419C-BB0F-6C948CF13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2549576"/>
            <a:ext cx="1428750" cy="587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让目标对象进</a:t>
            </a:r>
          </a:p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入体系</a:t>
            </a:r>
          </a:p>
        </p:txBody>
      </p:sp>
      <p:sp>
        <p:nvSpPr>
          <p:cNvPr id="7" name="action-icon-shell-0-0">
            <a:extLst xmlns:a="http://schemas.openxmlformats.org/drawingml/2006/main">
              <a:ext uri="{FF2B5EF4-FFF2-40B4-BE49-F238E27FC236}">
                <a16:creationId xmlns:a16="http://schemas.microsoft.com/office/drawing/2014/main" id="{BF51985B-E71F-4453-865A-FED4A1E46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2189855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8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50a60fde0a44cc8">
            <a:extLst>
              <a:ext uri="{96DAC541-7B7A-43D3-8B79-37D633B846F1}">
                <asvg:svgBlip xmlns:asvg="http://schemas.microsoft.com/office/drawing/2016/SVG/main" r:embed="R069f272a771b494c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2266055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9" name="action-title-0-0">
            <a:extLst xmlns:a="http://schemas.openxmlformats.org/drawingml/2006/main">
              <a:ext uri="{FF2B5EF4-FFF2-40B4-BE49-F238E27FC236}">
                <a16:creationId xmlns:a16="http://schemas.microsoft.com/office/drawing/2014/main" id="{8405863A-CB7C-443A-821D-3BADAB8E7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128838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标签体系</a:t>
            </a:r>
          </a:p>
        </p:txBody>
      </p:sp>
      <p:sp>
        <p:nvSpPr>
          <p:cNvPr id="10" name="action-body-0-0">
            <a:extLst xmlns:a="http://schemas.openxmlformats.org/drawingml/2006/main">
              <a:ext uri="{FF2B5EF4-FFF2-40B4-BE49-F238E27FC236}">
                <a16:creationId xmlns:a16="http://schemas.microsoft.com/office/drawing/2014/main" id="{B91DFEDE-6DB4-42CF-AFB4-486BF3D53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357438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形成可识别对象</a:t>
            </a:r>
          </a:p>
        </p:txBody>
      </p:sp>
      <p:sp>
        <p:nvSpPr>
          <p:cNvPr id="11" name="action-icon-shell-0-1">
            <a:extLst xmlns:a="http://schemas.openxmlformats.org/drawingml/2006/main">
              <a:ext uri="{FF2B5EF4-FFF2-40B4-BE49-F238E27FC236}">
                <a16:creationId xmlns:a16="http://schemas.microsoft.com/office/drawing/2014/main" id="{CB7C4A51-16A8-4652-8167-D3B910318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2189855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8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935a338fcbc4246">
            <a:extLst>
              <a:ext uri="{96DAC541-7B7A-43D3-8B79-37D633B846F1}">
                <asvg:svgBlip xmlns:asvg="http://schemas.microsoft.com/office/drawing/2016/SVG/main" r:embed="R99130ea989494236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2266055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13" name="action-title-0-1">
            <a:extLst xmlns:a="http://schemas.openxmlformats.org/drawingml/2006/main">
              <a:ext uri="{FF2B5EF4-FFF2-40B4-BE49-F238E27FC236}">
                <a16:creationId xmlns:a16="http://schemas.microsoft.com/office/drawing/2014/main" id="{3CD2A27A-C91B-464D-82D9-5EAE34C4A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128838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渠道连接</a:t>
            </a:r>
          </a:p>
        </p:txBody>
      </p:sp>
      <p:sp>
        <p:nvSpPr>
          <p:cNvPr id="14" name="action-body-0-1">
            <a:extLst xmlns:a="http://schemas.openxmlformats.org/drawingml/2006/main">
              <a:ext uri="{FF2B5EF4-FFF2-40B4-BE49-F238E27FC236}">
                <a16:creationId xmlns:a16="http://schemas.microsoft.com/office/drawing/2014/main" id="{A09D5B46-872F-4206-8294-C1F6C383D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357438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连接主要触点</a:t>
            </a:r>
          </a:p>
        </p:txBody>
      </p:sp>
      <p:sp>
        <p:nvSpPr>
          <p:cNvPr id="15" name="action-icon-shell-0-2">
            <a:extLst xmlns:a="http://schemas.openxmlformats.org/drawingml/2006/main">
              <a:ext uri="{FF2B5EF4-FFF2-40B4-BE49-F238E27FC236}">
                <a16:creationId xmlns:a16="http://schemas.microsoft.com/office/drawing/2014/main" id="{4784C596-C5A0-407A-BA76-35D8A3826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2799455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9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659f5e82dd54ed9">
            <a:extLst>
              <a:ext uri="{96DAC541-7B7A-43D3-8B79-37D633B846F1}">
                <asvg:svgBlip xmlns:asvg="http://schemas.microsoft.com/office/drawing/2016/SVG/main" r:embed="Ra893b2ac3b8e410a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2875655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17" name="action-title-0-2">
            <a:extLst xmlns:a="http://schemas.openxmlformats.org/drawingml/2006/main">
              <a:ext uri="{FF2B5EF4-FFF2-40B4-BE49-F238E27FC236}">
                <a16:creationId xmlns:a16="http://schemas.microsoft.com/office/drawing/2014/main" id="{6DE3A100-7992-4EB5-B67F-8310AC6CC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738438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内容优化</a:t>
            </a:r>
          </a:p>
        </p:txBody>
      </p:sp>
      <p:sp>
        <p:nvSpPr>
          <p:cNvPr id="18" name="action-body-0-2">
            <a:extLst xmlns:a="http://schemas.openxmlformats.org/drawingml/2006/main">
              <a:ext uri="{FF2B5EF4-FFF2-40B4-BE49-F238E27FC236}">
                <a16:creationId xmlns:a16="http://schemas.microsoft.com/office/drawing/2014/main" id="{A313C8FA-AFC8-41B7-B588-D12C9C85D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967038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提高触达质量</a:t>
            </a:r>
          </a:p>
        </p:txBody>
      </p:sp>
      <p:sp>
        <p:nvSpPr>
          <p:cNvPr id="19" name="action-icon-shell-0-3">
            <a:extLst xmlns:a="http://schemas.openxmlformats.org/drawingml/2006/main">
              <a:ext uri="{FF2B5EF4-FFF2-40B4-BE49-F238E27FC236}">
                <a16:creationId xmlns:a16="http://schemas.microsoft.com/office/drawing/2014/main" id="{9BA96A63-ECEE-422C-85B3-1D7E543F4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2799455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9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ce95cc714d44097">
            <a:extLst>
              <a:ext uri="{96DAC541-7B7A-43D3-8B79-37D633B846F1}">
                <asvg:svgBlip xmlns:asvg="http://schemas.microsoft.com/office/drawing/2016/SVG/main" r:embed="R57805391cd0f422d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2875655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21" name="action-title-0-3">
            <a:extLst xmlns:a="http://schemas.openxmlformats.org/drawingml/2006/main">
              <a:ext uri="{FF2B5EF4-FFF2-40B4-BE49-F238E27FC236}">
                <a16:creationId xmlns:a16="http://schemas.microsoft.com/office/drawing/2014/main" id="{3A50546B-0AC1-4A1C-803B-4DE9572B3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738438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行为追踪</a:t>
            </a:r>
          </a:p>
        </p:txBody>
      </p:sp>
      <p:sp>
        <p:nvSpPr>
          <p:cNvPr id="22" name="action-body-0-3">
            <a:extLst xmlns:a="http://schemas.openxmlformats.org/drawingml/2006/main">
              <a:ext uri="{FF2B5EF4-FFF2-40B4-BE49-F238E27FC236}">
                <a16:creationId xmlns:a16="http://schemas.microsoft.com/office/drawing/2014/main" id="{EDD03438-F97F-48D1-9FEF-E76BC6399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967038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记录关键反馈</a:t>
            </a:r>
          </a:p>
        </p:txBody>
      </p:sp>
      <p:sp>
        <p:nvSpPr>
          <p:cNvPr id="23" name="phase-rail-1">
            <a:extLst xmlns:a="http://schemas.openxmlformats.org/drawingml/2006/main">
              <a:ext uri="{FF2B5EF4-FFF2-40B4-BE49-F238E27FC236}">
                <a16:creationId xmlns:a16="http://schemas.microsoft.com/office/drawing/2014/main" id="{73126976-9ECB-4D19-8960-B5D259D84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3694062"/>
            <a:ext cx="514350" cy="1198883"/>
          </a:xfrm>
          <a:custGeom xmlns:a="http://schemas.openxmlformats.org/drawingml/2006/main">
            <a:pathLst>
              <a:path w="514350" h="1198883">
                <a:moveTo>
                  <a:pt x="0" y="0"/>
                </a:moveTo>
                <a:lnTo>
                  <a:pt x="16564" y="9201"/>
                </a:lnTo>
                <a:lnTo>
                  <a:pt x="33137" y="18412"/>
                </a:lnTo>
                <a:lnTo>
                  <a:pt x="49701" y="27613"/>
                </a:lnTo>
                <a:lnTo>
                  <a:pt x="66265" y="36814"/>
                </a:lnTo>
                <a:lnTo>
                  <a:pt x="82839" y="46015"/>
                </a:lnTo>
                <a:lnTo>
                  <a:pt x="99403" y="55226"/>
                </a:lnTo>
                <a:lnTo>
                  <a:pt x="115967" y="64427"/>
                </a:lnTo>
                <a:lnTo>
                  <a:pt x="132540" y="73628"/>
                </a:lnTo>
                <a:lnTo>
                  <a:pt x="149104" y="82829"/>
                </a:lnTo>
                <a:lnTo>
                  <a:pt x="165668" y="92040"/>
                </a:lnTo>
                <a:lnTo>
                  <a:pt x="182242" y="101241"/>
                </a:lnTo>
                <a:lnTo>
                  <a:pt x="198806" y="110442"/>
                </a:lnTo>
                <a:lnTo>
                  <a:pt x="215370" y="119644"/>
                </a:lnTo>
                <a:lnTo>
                  <a:pt x="231943" y="128854"/>
                </a:lnTo>
                <a:lnTo>
                  <a:pt x="248507" y="138055"/>
                </a:lnTo>
                <a:lnTo>
                  <a:pt x="265071" y="138484"/>
                </a:lnTo>
                <a:lnTo>
                  <a:pt x="281645" y="129273"/>
                </a:lnTo>
                <a:lnTo>
                  <a:pt x="298209" y="120072"/>
                </a:lnTo>
                <a:lnTo>
                  <a:pt x="314782" y="110871"/>
                </a:lnTo>
                <a:lnTo>
                  <a:pt x="331346" y="101670"/>
                </a:lnTo>
                <a:lnTo>
                  <a:pt x="347910" y="92459"/>
                </a:lnTo>
                <a:lnTo>
                  <a:pt x="364484" y="83258"/>
                </a:lnTo>
                <a:lnTo>
                  <a:pt x="381048" y="74057"/>
                </a:lnTo>
                <a:lnTo>
                  <a:pt x="397612" y="64846"/>
                </a:lnTo>
                <a:lnTo>
                  <a:pt x="414185" y="55645"/>
                </a:lnTo>
                <a:lnTo>
                  <a:pt x="430749" y="46444"/>
                </a:lnTo>
                <a:lnTo>
                  <a:pt x="447313" y="37243"/>
                </a:lnTo>
                <a:lnTo>
                  <a:pt x="463887" y="28032"/>
                </a:lnTo>
                <a:lnTo>
                  <a:pt x="480451" y="18831"/>
                </a:lnTo>
                <a:lnTo>
                  <a:pt x="497015" y="9630"/>
                </a:lnTo>
                <a:lnTo>
                  <a:pt x="513588" y="429"/>
                </a:lnTo>
                <a:lnTo>
                  <a:pt x="514350" y="18078"/>
                </a:lnTo>
                <a:lnTo>
                  <a:pt x="514350" y="37024"/>
                </a:lnTo>
                <a:lnTo>
                  <a:pt x="514350" y="55978"/>
                </a:lnTo>
                <a:lnTo>
                  <a:pt x="514350" y="74933"/>
                </a:lnTo>
                <a:lnTo>
                  <a:pt x="514350" y="93878"/>
                </a:lnTo>
                <a:lnTo>
                  <a:pt x="514350" y="112833"/>
                </a:lnTo>
                <a:lnTo>
                  <a:pt x="514350" y="131788"/>
                </a:lnTo>
                <a:lnTo>
                  <a:pt x="514350" y="150733"/>
                </a:lnTo>
                <a:lnTo>
                  <a:pt x="514350" y="169688"/>
                </a:lnTo>
                <a:lnTo>
                  <a:pt x="514350" y="188643"/>
                </a:lnTo>
                <a:lnTo>
                  <a:pt x="514350" y="207588"/>
                </a:lnTo>
                <a:lnTo>
                  <a:pt x="514350" y="226543"/>
                </a:lnTo>
                <a:lnTo>
                  <a:pt x="514350" y="245497"/>
                </a:lnTo>
                <a:lnTo>
                  <a:pt x="514350" y="264443"/>
                </a:lnTo>
                <a:lnTo>
                  <a:pt x="514350" y="283397"/>
                </a:lnTo>
                <a:lnTo>
                  <a:pt x="514350" y="302352"/>
                </a:lnTo>
                <a:lnTo>
                  <a:pt x="514350" y="321297"/>
                </a:lnTo>
                <a:lnTo>
                  <a:pt x="514350" y="340252"/>
                </a:lnTo>
                <a:lnTo>
                  <a:pt x="514350" y="359207"/>
                </a:lnTo>
                <a:lnTo>
                  <a:pt x="514350" y="378152"/>
                </a:lnTo>
                <a:lnTo>
                  <a:pt x="514350" y="397107"/>
                </a:lnTo>
                <a:lnTo>
                  <a:pt x="514350" y="416052"/>
                </a:lnTo>
                <a:lnTo>
                  <a:pt x="514350" y="435007"/>
                </a:lnTo>
                <a:lnTo>
                  <a:pt x="514350" y="453961"/>
                </a:lnTo>
                <a:lnTo>
                  <a:pt x="514350" y="472907"/>
                </a:lnTo>
                <a:lnTo>
                  <a:pt x="514350" y="491861"/>
                </a:lnTo>
                <a:lnTo>
                  <a:pt x="514350" y="510816"/>
                </a:lnTo>
                <a:lnTo>
                  <a:pt x="514350" y="529761"/>
                </a:lnTo>
                <a:lnTo>
                  <a:pt x="514350" y="548716"/>
                </a:lnTo>
                <a:lnTo>
                  <a:pt x="514350" y="567671"/>
                </a:lnTo>
                <a:lnTo>
                  <a:pt x="514350" y="586616"/>
                </a:lnTo>
                <a:lnTo>
                  <a:pt x="514350" y="605571"/>
                </a:lnTo>
                <a:lnTo>
                  <a:pt x="514350" y="624526"/>
                </a:lnTo>
                <a:lnTo>
                  <a:pt x="514350" y="643471"/>
                </a:lnTo>
                <a:lnTo>
                  <a:pt x="514350" y="662426"/>
                </a:lnTo>
                <a:lnTo>
                  <a:pt x="514350" y="681380"/>
                </a:lnTo>
                <a:lnTo>
                  <a:pt x="514350" y="700326"/>
                </a:lnTo>
                <a:lnTo>
                  <a:pt x="514350" y="719280"/>
                </a:lnTo>
                <a:lnTo>
                  <a:pt x="514350" y="738235"/>
                </a:lnTo>
                <a:lnTo>
                  <a:pt x="514350" y="757180"/>
                </a:lnTo>
                <a:lnTo>
                  <a:pt x="514350" y="776135"/>
                </a:lnTo>
                <a:lnTo>
                  <a:pt x="514350" y="795090"/>
                </a:lnTo>
                <a:lnTo>
                  <a:pt x="514350" y="814035"/>
                </a:lnTo>
                <a:lnTo>
                  <a:pt x="514350" y="832990"/>
                </a:lnTo>
                <a:lnTo>
                  <a:pt x="514350" y="851945"/>
                </a:lnTo>
                <a:lnTo>
                  <a:pt x="514350" y="870890"/>
                </a:lnTo>
                <a:lnTo>
                  <a:pt x="514350" y="889845"/>
                </a:lnTo>
                <a:lnTo>
                  <a:pt x="514350" y="908799"/>
                </a:lnTo>
                <a:lnTo>
                  <a:pt x="514350" y="927745"/>
                </a:lnTo>
                <a:lnTo>
                  <a:pt x="514350" y="946699"/>
                </a:lnTo>
                <a:lnTo>
                  <a:pt x="514350" y="965645"/>
                </a:lnTo>
                <a:lnTo>
                  <a:pt x="514350" y="984599"/>
                </a:lnTo>
                <a:lnTo>
                  <a:pt x="514350" y="1003554"/>
                </a:lnTo>
                <a:lnTo>
                  <a:pt x="514350" y="1022499"/>
                </a:lnTo>
                <a:lnTo>
                  <a:pt x="514350" y="1041454"/>
                </a:lnTo>
                <a:lnTo>
                  <a:pt x="514350" y="1060409"/>
                </a:lnTo>
                <a:lnTo>
                  <a:pt x="497786" y="1069610"/>
                </a:lnTo>
                <a:lnTo>
                  <a:pt x="481213" y="1078811"/>
                </a:lnTo>
                <a:lnTo>
                  <a:pt x="464649" y="1088022"/>
                </a:lnTo>
                <a:lnTo>
                  <a:pt x="448085" y="1097223"/>
                </a:lnTo>
                <a:lnTo>
                  <a:pt x="431511" y="1106424"/>
                </a:lnTo>
                <a:lnTo>
                  <a:pt x="414947" y="1115625"/>
                </a:lnTo>
                <a:lnTo>
                  <a:pt x="398383" y="1124836"/>
                </a:lnTo>
                <a:lnTo>
                  <a:pt x="381810" y="1134037"/>
                </a:lnTo>
                <a:lnTo>
                  <a:pt x="365246" y="1143238"/>
                </a:lnTo>
                <a:lnTo>
                  <a:pt x="348682" y="1152439"/>
                </a:lnTo>
                <a:lnTo>
                  <a:pt x="332108" y="1161650"/>
                </a:lnTo>
                <a:lnTo>
                  <a:pt x="315544" y="1170851"/>
                </a:lnTo>
                <a:lnTo>
                  <a:pt x="298980" y="1180052"/>
                </a:lnTo>
                <a:lnTo>
                  <a:pt x="282407" y="1189253"/>
                </a:lnTo>
                <a:lnTo>
                  <a:pt x="265843" y="1198464"/>
                </a:lnTo>
                <a:lnTo>
                  <a:pt x="249279" y="1198883"/>
                </a:lnTo>
                <a:lnTo>
                  <a:pt x="232705" y="1189682"/>
                </a:lnTo>
                <a:lnTo>
                  <a:pt x="216141" y="1180481"/>
                </a:lnTo>
                <a:lnTo>
                  <a:pt x="199568" y="1171280"/>
                </a:lnTo>
                <a:lnTo>
                  <a:pt x="183004" y="1162069"/>
                </a:lnTo>
                <a:lnTo>
                  <a:pt x="166440" y="1152868"/>
                </a:lnTo>
                <a:lnTo>
                  <a:pt x="149866" y="1143667"/>
                </a:lnTo>
                <a:lnTo>
                  <a:pt x="133302" y="1134456"/>
                </a:lnTo>
                <a:lnTo>
                  <a:pt x="116738" y="1125255"/>
                </a:lnTo>
                <a:lnTo>
                  <a:pt x="100165" y="1116054"/>
                </a:lnTo>
                <a:lnTo>
                  <a:pt x="83601" y="1106853"/>
                </a:lnTo>
                <a:lnTo>
                  <a:pt x="67037" y="1097642"/>
                </a:lnTo>
                <a:lnTo>
                  <a:pt x="50463" y="1088441"/>
                </a:lnTo>
                <a:lnTo>
                  <a:pt x="33899" y="1079240"/>
                </a:lnTo>
                <a:lnTo>
                  <a:pt x="17336" y="1070039"/>
                </a:lnTo>
                <a:lnTo>
                  <a:pt x="762" y="1060828"/>
                </a:lnTo>
                <a:lnTo>
                  <a:pt x="0" y="1042330"/>
                </a:lnTo>
                <a:lnTo>
                  <a:pt x="0" y="1023376"/>
                </a:lnTo>
                <a:lnTo>
                  <a:pt x="0" y="1004430"/>
                </a:lnTo>
                <a:lnTo>
                  <a:pt x="0" y="985476"/>
                </a:lnTo>
                <a:lnTo>
                  <a:pt x="0" y="966521"/>
                </a:lnTo>
                <a:lnTo>
                  <a:pt x="0" y="947576"/>
                </a:lnTo>
                <a:lnTo>
                  <a:pt x="0" y="928621"/>
                </a:lnTo>
                <a:lnTo>
                  <a:pt x="0" y="909666"/>
                </a:lnTo>
                <a:lnTo>
                  <a:pt x="0" y="890721"/>
                </a:lnTo>
                <a:lnTo>
                  <a:pt x="0" y="871766"/>
                </a:lnTo>
                <a:lnTo>
                  <a:pt x="0" y="852811"/>
                </a:lnTo>
                <a:lnTo>
                  <a:pt x="0" y="833866"/>
                </a:lnTo>
                <a:lnTo>
                  <a:pt x="0" y="814911"/>
                </a:lnTo>
                <a:lnTo>
                  <a:pt x="0" y="795957"/>
                </a:lnTo>
                <a:lnTo>
                  <a:pt x="0" y="777011"/>
                </a:lnTo>
                <a:lnTo>
                  <a:pt x="0" y="758057"/>
                </a:lnTo>
                <a:lnTo>
                  <a:pt x="0" y="739111"/>
                </a:lnTo>
                <a:lnTo>
                  <a:pt x="0" y="720157"/>
                </a:lnTo>
                <a:lnTo>
                  <a:pt x="0" y="701202"/>
                </a:lnTo>
                <a:lnTo>
                  <a:pt x="0" y="682257"/>
                </a:lnTo>
                <a:lnTo>
                  <a:pt x="0" y="663302"/>
                </a:lnTo>
                <a:lnTo>
                  <a:pt x="0" y="644347"/>
                </a:lnTo>
                <a:lnTo>
                  <a:pt x="0" y="625402"/>
                </a:lnTo>
                <a:lnTo>
                  <a:pt x="0" y="606447"/>
                </a:lnTo>
                <a:lnTo>
                  <a:pt x="0" y="587492"/>
                </a:lnTo>
                <a:lnTo>
                  <a:pt x="0" y="568547"/>
                </a:lnTo>
                <a:lnTo>
                  <a:pt x="0" y="549593"/>
                </a:lnTo>
                <a:lnTo>
                  <a:pt x="0" y="530638"/>
                </a:lnTo>
                <a:lnTo>
                  <a:pt x="0" y="511693"/>
                </a:lnTo>
                <a:lnTo>
                  <a:pt x="0" y="492738"/>
                </a:lnTo>
                <a:lnTo>
                  <a:pt x="0" y="473783"/>
                </a:lnTo>
                <a:lnTo>
                  <a:pt x="0" y="454838"/>
                </a:lnTo>
                <a:lnTo>
                  <a:pt x="0" y="435883"/>
                </a:lnTo>
                <a:lnTo>
                  <a:pt x="0" y="416928"/>
                </a:lnTo>
                <a:lnTo>
                  <a:pt x="0" y="397983"/>
                </a:lnTo>
                <a:lnTo>
                  <a:pt x="0" y="379028"/>
                </a:lnTo>
                <a:lnTo>
                  <a:pt x="0" y="360074"/>
                </a:lnTo>
                <a:lnTo>
                  <a:pt x="0" y="341128"/>
                </a:lnTo>
                <a:lnTo>
                  <a:pt x="0" y="322174"/>
                </a:lnTo>
                <a:lnTo>
                  <a:pt x="0" y="303219"/>
                </a:lnTo>
                <a:lnTo>
                  <a:pt x="0" y="284274"/>
                </a:lnTo>
                <a:lnTo>
                  <a:pt x="0" y="265319"/>
                </a:lnTo>
                <a:lnTo>
                  <a:pt x="0" y="246374"/>
                </a:lnTo>
                <a:lnTo>
                  <a:pt x="0" y="227419"/>
                </a:lnTo>
                <a:lnTo>
                  <a:pt x="0" y="208464"/>
                </a:lnTo>
                <a:lnTo>
                  <a:pt x="0" y="189519"/>
                </a:lnTo>
                <a:lnTo>
                  <a:pt x="0" y="170564"/>
                </a:lnTo>
                <a:lnTo>
                  <a:pt x="0" y="151609"/>
                </a:lnTo>
                <a:lnTo>
                  <a:pt x="0" y="132664"/>
                </a:lnTo>
                <a:lnTo>
                  <a:pt x="0" y="113709"/>
                </a:lnTo>
                <a:lnTo>
                  <a:pt x="0" y="94755"/>
                </a:lnTo>
                <a:lnTo>
                  <a:pt x="0" y="75809"/>
                </a:lnTo>
                <a:lnTo>
                  <a:pt x="0" y="56855"/>
                </a:lnTo>
                <a:lnTo>
                  <a:pt x="0" y="37900"/>
                </a:lnTo>
                <a:lnTo>
                  <a:pt x="0" y="18955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24" name="phase-title-1">
            <a:extLst xmlns:a="http://schemas.openxmlformats.org/drawingml/2006/main">
              <a:ext uri="{FF2B5EF4-FFF2-40B4-BE49-F238E27FC236}">
                <a16:creationId xmlns:a16="http://schemas.microsoft.com/office/drawing/2014/main" id="{09AACB90-EDC6-4AE3-9B54-F1346368D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3824888"/>
            <a:ext cx="1428750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意向培育</a:t>
            </a:r>
          </a:p>
        </p:txBody>
      </p:sp>
      <p:sp>
        <p:nvSpPr>
          <p:cNvPr id="25" name="phase-body-1">
            <a:extLst xmlns:a="http://schemas.openxmlformats.org/drawingml/2006/main">
              <a:ext uri="{FF2B5EF4-FFF2-40B4-BE49-F238E27FC236}">
                <a16:creationId xmlns:a16="http://schemas.microsoft.com/office/drawing/2014/main" id="{19036F47-C199-49CE-8F85-1A21B5F74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4179094"/>
            <a:ext cx="1428750" cy="587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让有效关注形</a:t>
            </a:r>
          </a:p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成意向</a:t>
            </a:r>
          </a:p>
        </p:txBody>
      </p:sp>
      <p:sp>
        <p:nvSpPr>
          <p:cNvPr id="26" name="action-icon-shell-1-0">
            <a:extLst xmlns:a="http://schemas.openxmlformats.org/drawingml/2006/main">
              <a:ext uri="{FF2B5EF4-FFF2-40B4-BE49-F238E27FC236}">
                <a16:creationId xmlns:a16="http://schemas.microsoft.com/office/drawing/2014/main" id="{39784CBA-C35F-46BB-9FF8-A9C9900D6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4124173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10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ead5db3c1334e4a">
            <a:extLst>
              <a:ext uri="{96DAC541-7B7A-43D3-8B79-37D633B846F1}">
                <asvg:svgBlip xmlns:asvg="http://schemas.microsoft.com/office/drawing/2016/SVG/main" r:embed="Ra24e0824b15546e3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4200373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28" name="action-title-1-0">
            <a:extLst xmlns:a="http://schemas.openxmlformats.org/drawingml/2006/main">
              <a:ext uri="{FF2B5EF4-FFF2-40B4-BE49-F238E27FC236}">
                <a16:creationId xmlns:a16="http://schemas.microsoft.com/office/drawing/2014/main" id="{16F63C5F-E5E1-4309-A5C9-6F2913253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4063155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规则触发</a:t>
            </a:r>
          </a:p>
        </p:txBody>
      </p:sp>
      <p:sp>
        <p:nvSpPr>
          <p:cNvPr id="29" name="action-body-1-0">
            <a:extLst xmlns:a="http://schemas.openxmlformats.org/drawingml/2006/main">
              <a:ext uri="{FF2B5EF4-FFF2-40B4-BE49-F238E27FC236}">
                <a16:creationId xmlns:a16="http://schemas.microsoft.com/office/drawing/2014/main" id="{796121D4-E65B-4A71-A338-9067670C2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4291755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自动下发任务</a:t>
            </a:r>
          </a:p>
        </p:txBody>
      </p:sp>
      <p:sp>
        <p:nvSpPr>
          <p:cNvPr id="30" name="action-icon-shell-1-1">
            <a:extLst xmlns:a="http://schemas.openxmlformats.org/drawingml/2006/main">
              <a:ext uri="{FF2B5EF4-FFF2-40B4-BE49-F238E27FC236}">
                <a16:creationId xmlns:a16="http://schemas.microsoft.com/office/drawing/2014/main" id="{3B62206B-2656-4FF9-8A3E-F32DCF142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4124173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10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3f371160ef24897">
            <a:extLst>
              <a:ext uri="{96DAC541-7B7A-43D3-8B79-37D633B846F1}">
                <asvg:svgBlip xmlns:asvg="http://schemas.microsoft.com/office/drawing/2016/SVG/main" r:embed="Re81c9ae6a9d146c4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4200373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32" name="action-title-1-1">
            <a:extLst xmlns:a="http://schemas.openxmlformats.org/drawingml/2006/main">
              <a:ext uri="{FF2B5EF4-FFF2-40B4-BE49-F238E27FC236}">
                <a16:creationId xmlns:a16="http://schemas.microsoft.com/office/drawing/2014/main" id="{594BAE10-F49B-49FE-BC48-98A49E0E1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4063155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热度评估</a:t>
            </a:r>
          </a:p>
        </p:txBody>
      </p:sp>
      <p:sp>
        <p:nvSpPr>
          <p:cNvPr id="33" name="action-body-1-1">
            <a:extLst xmlns:a="http://schemas.openxmlformats.org/drawingml/2006/main">
              <a:ext uri="{FF2B5EF4-FFF2-40B4-BE49-F238E27FC236}">
                <a16:creationId xmlns:a16="http://schemas.microsoft.com/office/drawing/2014/main" id="{C249CC5C-7D28-4721-8C19-DA7FDB30B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4291755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识别优先对象</a:t>
            </a:r>
          </a:p>
        </p:txBody>
      </p:sp>
      <p:sp>
        <p:nvSpPr>
          <p:cNvPr id="34" name="phase-rail-2">
            <a:extLst xmlns:a="http://schemas.openxmlformats.org/drawingml/2006/main">
              <a:ext uri="{FF2B5EF4-FFF2-40B4-BE49-F238E27FC236}">
                <a16:creationId xmlns:a16="http://schemas.microsoft.com/office/drawing/2014/main" id="{6C95D1D7-BBF3-431E-BE4E-90AD50A48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4897336"/>
            <a:ext cx="514350" cy="1312593"/>
          </a:xfrm>
          <a:custGeom xmlns:a="http://schemas.openxmlformats.org/drawingml/2006/main">
            <a:pathLst>
              <a:path w="514350" h="1312593">
                <a:moveTo>
                  <a:pt x="0" y="0"/>
                </a:moveTo>
                <a:lnTo>
                  <a:pt x="16621" y="9230"/>
                </a:lnTo>
                <a:lnTo>
                  <a:pt x="33233" y="18459"/>
                </a:lnTo>
                <a:lnTo>
                  <a:pt x="49854" y="27699"/>
                </a:lnTo>
                <a:lnTo>
                  <a:pt x="66465" y="36928"/>
                </a:lnTo>
                <a:lnTo>
                  <a:pt x="83087" y="46158"/>
                </a:lnTo>
                <a:lnTo>
                  <a:pt x="99708" y="55388"/>
                </a:lnTo>
                <a:lnTo>
                  <a:pt x="116319" y="64618"/>
                </a:lnTo>
                <a:lnTo>
                  <a:pt x="132940" y="73847"/>
                </a:lnTo>
                <a:lnTo>
                  <a:pt x="149552" y="83087"/>
                </a:lnTo>
                <a:lnTo>
                  <a:pt x="166173" y="92316"/>
                </a:lnTo>
                <a:lnTo>
                  <a:pt x="182794" y="101546"/>
                </a:lnTo>
                <a:lnTo>
                  <a:pt x="199406" y="110776"/>
                </a:lnTo>
                <a:lnTo>
                  <a:pt x="216027" y="120005"/>
                </a:lnTo>
                <a:lnTo>
                  <a:pt x="232639" y="129245"/>
                </a:lnTo>
                <a:lnTo>
                  <a:pt x="249260" y="138474"/>
                </a:lnTo>
                <a:lnTo>
                  <a:pt x="265881" y="138036"/>
                </a:lnTo>
                <a:lnTo>
                  <a:pt x="282492" y="128807"/>
                </a:lnTo>
                <a:lnTo>
                  <a:pt x="299114" y="119577"/>
                </a:lnTo>
                <a:lnTo>
                  <a:pt x="315725" y="110338"/>
                </a:lnTo>
                <a:lnTo>
                  <a:pt x="332346" y="101108"/>
                </a:lnTo>
                <a:lnTo>
                  <a:pt x="348967" y="91878"/>
                </a:lnTo>
                <a:lnTo>
                  <a:pt x="365579" y="82648"/>
                </a:lnTo>
                <a:lnTo>
                  <a:pt x="382200" y="73419"/>
                </a:lnTo>
                <a:lnTo>
                  <a:pt x="398812" y="64179"/>
                </a:lnTo>
                <a:lnTo>
                  <a:pt x="415433" y="54950"/>
                </a:lnTo>
                <a:lnTo>
                  <a:pt x="432054" y="45720"/>
                </a:lnTo>
                <a:lnTo>
                  <a:pt x="448666" y="36490"/>
                </a:lnTo>
                <a:lnTo>
                  <a:pt x="465287" y="27261"/>
                </a:lnTo>
                <a:lnTo>
                  <a:pt x="481898" y="18021"/>
                </a:lnTo>
                <a:lnTo>
                  <a:pt x="498519" y="8792"/>
                </a:lnTo>
                <a:lnTo>
                  <a:pt x="514350" y="905"/>
                </a:lnTo>
                <a:lnTo>
                  <a:pt x="514350" y="19907"/>
                </a:lnTo>
                <a:lnTo>
                  <a:pt x="514350" y="38919"/>
                </a:lnTo>
                <a:lnTo>
                  <a:pt x="514350" y="57931"/>
                </a:lnTo>
                <a:lnTo>
                  <a:pt x="514350" y="76933"/>
                </a:lnTo>
                <a:lnTo>
                  <a:pt x="514350" y="95945"/>
                </a:lnTo>
                <a:lnTo>
                  <a:pt x="514350" y="114957"/>
                </a:lnTo>
                <a:lnTo>
                  <a:pt x="514350" y="133960"/>
                </a:lnTo>
                <a:lnTo>
                  <a:pt x="514350" y="152972"/>
                </a:lnTo>
                <a:lnTo>
                  <a:pt x="514350" y="171983"/>
                </a:lnTo>
                <a:lnTo>
                  <a:pt x="514350" y="190986"/>
                </a:lnTo>
                <a:lnTo>
                  <a:pt x="514350" y="209998"/>
                </a:lnTo>
                <a:lnTo>
                  <a:pt x="514350" y="229010"/>
                </a:lnTo>
                <a:lnTo>
                  <a:pt x="514350" y="248012"/>
                </a:lnTo>
                <a:lnTo>
                  <a:pt x="514350" y="267024"/>
                </a:lnTo>
                <a:lnTo>
                  <a:pt x="514350" y="286036"/>
                </a:lnTo>
                <a:lnTo>
                  <a:pt x="514350" y="305038"/>
                </a:lnTo>
                <a:lnTo>
                  <a:pt x="514350" y="324050"/>
                </a:lnTo>
                <a:lnTo>
                  <a:pt x="514350" y="343062"/>
                </a:lnTo>
                <a:lnTo>
                  <a:pt x="514350" y="362064"/>
                </a:lnTo>
                <a:lnTo>
                  <a:pt x="514350" y="381076"/>
                </a:lnTo>
                <a:lnTo>
                  <a:pt x="514350" y="400088"/>
                </a:lnTo>
                <a:lnTo>
                  <a:pt x="514350" y="419090"/>
                </a:lnTo>
                <a:lnTo>
                  <a:pt x="514350" y="438102"/>
                </a:lnTo>
                <a:lnTo>
                  <a:pt x="514350" y="457114"/>
                </a:lnTo>
                <a:lnTo>
                  <a:pt x="514350" y="476117"/>
                </a:lnTo>
                <a:lnTo>
                  <a:pt x="514350" y="495129"/>
                </a:lnTo>
                <a:lnTo>
                  <a:pt x="514350" y="514140"/>
                </a:lnTo>
                <a:lnTo>
                  <a:pt x="514350" y="533152"/>
                </a:lnTo>
                <a:lnTo>
                  <a:pt x="514350" y="552155"/>
                </a:lnTo>
                <a:lnTo>
                  <a:pt x="514350" y="571167"/>
                </a:lnTo>
                <a:lnTo>
                  <a:pt x="514350" y="590179"/>
                </a:lnTo>
                <a:lnTo>
                  <a:pt x="514350" y="609181"/>
                </a:lnTo>
                <a:lnTo>
                  <a:pt x="514350" y="628193"/>
                </a:lnTo>
                <a:lnTo>
                  <a:pt x="514350" y="647205"/>
                </a:lnTo>
                <a:lnTo>
                  <a:pt x="514350" y="666207"/>
                </a:lnTo>
                <a:lnTo>
                  <a:pt x="514350" y="685219"/>
                </a:lnTo>
                <a:lnTo>
                  <a:pt x="514350" y="704231"/>
                </a:lnTo>
                <a:lnTo>
                  <a:pt x="514350" y="723233"/>
                </a:lnTo>
                <a:lnTo>
                  <a:pt x="514350" y="742245"/>
                </a:lnTo>
                <a:lnTo>
                  <a:pt x="514350" y="761257"/>
                </a:lnTo>
                <a:lnTo>
                  <a:pt x="514350" y="780259"/>
                </a:lnTo>
                <a:lnTo>
                  <a:pt x="514350" y="799271"/>
                </a:lnTo>
                <a:lnTo>
                  <a:pt x="514350" y="818283"/>
                </a:lnTo>
                <a:lnTo>
                  <a:pt x="514350" y="837286"/>
                </a:lnTo>
                <a:lnTo>
                  <a:pt x="514350" y="856298"/>
                </a:lnTo>
                <a:lnTo>
                  <a:pt x="514350" y="875309"/>
                </a:lnTo>
                <a:lnTo>
                  <a:pt x="514350" y="894312"/>
                </a:lnTo>
                <a:lnTo>
                  <a:pt x="514350" y="913324"/>
                </a:lnTo>
                <a:lnTo>
                  <a:pt x="514350" y="932336"/>
                </a:lnTo>
                <a:lnTo>
                  <a:pt x="514350" y="951338"/>
                </a:lnTo>
                <a:lnTo>
                  <a:pt x="514350" y="970350"/>
                </a:lnTo>
                <a:lnTo>
                  <a:pt x="514350" y="989362"/>
                </a:lnTo>
                <a:lnTo>
                  <a:pt x="514350" y="1008364"/>
                </a:lnTo>
                <a:lnTo>
                  <a:pt x="514350" y="1027376"/>
                </a:lnTo>
                <a:lnTo>
                  <a:pt x="514350" y="1046388"/>
                </a:lnTo>
                <a:lnTo>
                  <a:pt x="514350" y="1065390"/>
                </a:lnTo>
                <a:lnTo>
                  <a:pt x="514350" y="1084402"/>
                </a:lnTo>
                <a:lnTo>
                  <a:pt x="514350" y="1103414"/>
                </a:lnTo>
                <a:lnTo>
                  <a:pt x="514350" y="1122426"/>
                </a:lnTo>
                <a:lnTo>
                  <a:pt x="514350" y="1141428"/>
                </a:lnTo>
                <a:lnTo>
                  <a:pt x="514350" y="1160440"/>
                </a:lnTo>
                <a:lnTo>
                  <a:pt x="506044" y="1174556"/>
                </a:lnTo>
                <a:lnTo>
                  <a:pt x="489423" y="1183786"/>
                </a:lnTo>
                <a:lnTo>
                  <a:pt x="472802" y="1193025"/>
                </a:lnTo>
                <a:lnTo>
                  <a:pt x="456190" y="1202255"/>
                </a:lnTo>
                <a:lnTo>
                  <a:pt x="439569" y="1211485"/>
                </a:lnTo>
                <a:lnTo>
                  <a:pt x="422958" y="1220714"/>
                </a:lnTo>
                <a:lnTo>
                  <a:pt x="406336" y="1229944"/>
                </a:lnTo>
                <a:lnTo>
                  <a:pt x="389715" y="1239183"/>
                </a:lnTo>
                <a:lnTo>
                  <a:pt x="373104" y="1248413"/>
                </a:lnTo>
                <a:lnTo>
                  <a:pt x="356483" y="1257643"/>
                </a:lnTo>
                <a:lnTo>
                  <a:pt x="339871" y="1266873"/>
                </a:lnTo>
                <a:lnTo>
                  <a:pt x="323250" y="1276102"/>
                </a:lnTo>
                <a:lnTo>
                  <a:pt x="306629" y="1285342"/>
                </a:lnTo>
                <a:lnTo>
                  <a:pt x="290017" y="1294571"/>
                </a:lnTo>
                <a:lnTo>
                  <a:pt x="273396" y="1303801"/>
                </a:lnTo>
                <a:lnTo>
                  <a:pt x="256784" y="1312593"/>
                </a:lnTo>
                <a:lnTo>
                  <a:pt x="240163" y="1303363"/>
                </a:lnTo>
                <a:lnTo>
                  <a:pt x="223542" y="1294133"/>
                </a:lnTo>
                <a:lnTo>
                  <a:pt x="206931" y="1284903"/>
                </a:lnTo>
                <a:lnTo>
                  <a:pt x="190310" y="1275664"/>
                </a:lnTo>
                <a:lnTo>
                  <a:pt x="173698" y="1266434"/>
                </a:lnTo>
                <a:lnTo>
                  <a:pt x="157077" y="1257205"/>
                </a:lnTo>
                <a:lnTo>
                  <a:pt x="140456" y="1247975"/>
                </a:lnTo>
                <a:lnTo>
                  <a:pt x="123844" y="1238745"/>
                </a:lnTo>
                <a:lnTo>
                  <a:pt x="107223" y="1229506"/>
                </a:lnTo>
                <a:lnTo>
                  <a:pt x="90611" y="1220276"/>
                </a:lnTo>
                <a:lnTo>
                  <a:pt x="73990" y="1211047"/>
                </a:lnTo>
                <a:lnTo>
                  <a:pt x="57369" y="1201817"/>
                </a:lnTo>
                <a:lnTo>
                  <a:pt x="40757" y="1192587"/>
                </a:lnTo>
                <a:lnTo>
                  <a:pt x="24136" y="1183357"/>
                </a:lnTo>
                <a:lnTo>
                  <a:pt x="7525" y="1174118"/>
                </a:lnTo>
                <a:lnTo>
                  <a:pt x="0" y="1159535"/>
                </a:lnTo>
                <a:lnTo>
                  <a:pt x="0" y="1140533"/>
                </a:lnTo>
                <a:lnTo>
                  <a:pt x="0" y="1121521"/>
                </a:lnTo>
                <a:lnTo>
                  <a:pt x="0" y="1102509"/>
                </a:lnTo>
                <a:lnTo>
                  <a:pt x="0" y="1083507"/>
                </a:lnTo>
                <a:lnTo>
                  <a:pt x="0" y="1064495"/>
                </a:lnTo>
                <a:lnTo>
                  <a:pt x="0" y="1045483"/>
                </a:lnTo>
                <a:lnTo>
                  <a:pt x="0" y="1026481"/>
                </a:lnTo>
                <a:lnTo>
                  <a:pt x="0" y="1007469"/>
                </a:lnTo>
                <a:lnTo>
                  <a:pt x="0" y="988457"/>
                </a:lnTo>
                <a:lnTo>
                  <a:pt x="0" y="969455"/>
                </a:lnTo>
                <a:lnTo>
                  <a:pt x="0" y="950443"/>
                </a:lnTo>
                <a:lnTo>
                  <a:pt x="0" y="931431"/>
                </a:lnTo>
                <a:lnTo>
                  <a:pt x="0" y="912419"/>
                </a:lnTo>
                <a:lnTo>
                  <a:pt x="0" y="893416"/>
                </a:lnTo>
                <a:lnTo>
                  <a:pt x="0" y="874405"/>
                </a:lnTo>
                <a:lnTo>
                  <a:pt x="0" y="855393"/>
                </a:lnTo>
                <a:lnTo>
                  <a:pt x="0" y="836390"/>
                </a:lnTo>
                <a:lnTo>
                  <a:pt x="0" y="817378"/>
                </a:lnTo>
                <a:lnTo>
                  <a:pt x="0" y="798366"/>
                </a:lnTo>
                <a:lnTo>
                  <a:pt x="0" y="779364"/>
                </a:lnTo>
                <a:lnTo>
                  <a:pt x="0" y="760352"/>
                </a:lnTo>
                <a:lnTo>
                  <a:pt x="0" y="741340"/>
                </a:lnTo>
                <a:lnTo>
                  <a:pt x="0" y="722338"/>
                </a:lnTo>
                <a:lnTo>
                  <a:pt x="0" y="703326"/>
                </a:lnTo>
                <a:lnTo>
                  <a:pt x="0" y="684314"/>
                </a:lnTo>
                <a:lnTo>
                  <a:pt x="0" y="665312"/>
                </a:lnTo>
                <a:lnTo>
                  <a:pt x="0" y="646300"/>
                </a:lnTo>
                <a:lnTo>
                  <a:pt x="0" y="627288"/>
                </a:lnTo>
                <a:lnTo>
                  <a:pt x="0" y="608286"/>
                </a:lnTo>
                <a:lnTo>
                  <a:pt x="0" y="589274"/>
                </a:lnTo>
                <a:lnTo>
                  <a:pt x="0" y="570262"/>
                </a:lnTo>
                <a:lnTo>
                  <a:pt x="0" y="551259"/>
                </a:lnTo>
                <a:lnTo>
                  <a:pt x="0" y="532247"/>
                </a:lnTo>
                <a:lnTo>
                  <a:pt x="0" y="513236"/>
                </a:lnTo>
                <a:lnTo>
                  <a:pt x="0" y="494233"/>
                </a:lnTo>
                <a:lnTo>
                  <a:pt x="0" y="475221"/>
                </a:lnTo>
                <a:lnTo>
                  <a:pt x="0" y="456209"/>
                </a:lnTo>
                <a:lnTo>
                  <a:pt x="0" y="437207"/>
                </a:lnTo>
                <a:lnTo>
                  <a:pt x="0" y="418195"/>
                </a:lnTo>
                <a:lnTo>
                  <a:pt x="0" y="399183"/>
                </a:lnTo>
                <a:lnTo>
                  <a:pt x="0" y="380181"/>
                </a:lnTo>
                <a:lnTo>
                  <a:pt x="0" y="361169"/>
                </a:lnTo>
                <a:lnTo>
                  <a:pt x="0" y="342157"/>
                </a:lnTo>
                <a:lnTo>
                  <a:pt x="0" y="323155"/>
                </a:lnTo>
                <a:lnTo>
                  <a:pt x="0" y="304143"/>
                </a:lnTo>
                <a:lnTo>
                  <a:pt x="0" y="285131"/>
                </a:lnTo>
                <a:lnTo>
                  <a:pt x="0" y="266119"/>
                </a:lnTo>
                <a:lnTo>
                  <a:pt x="0" y="247117"/>
                </a:lnTo>
                <a:lnTo>
                  <a:pt x="0" y="228105"/>
                </a:lnTo>
                <a:lnTo>
                  <a:pt x="0" y="209093"/>
                </a:lnTo>
                <a:lnTo>
                  <a:pt x="0" y="190090"/>
                </a:lnTo>
                <a:lnTo>
                  <a:pt x="0" y="171079"/>
                </a:lnTo>
                <a:lnTo>
                  <a:pt x="0" y="152067"/>
                </a:lnTo>
                <a:lnTo>
                  <a:pt x="0" y="133064"/>
                </a:lnTo>
                <a:lnTo>
                  <a:pt x="0" y="114052"/>
                </a:lnTo>
                <a:lnTo>
                  <a:pt x="0" y="95040"/>
                </a:lnTo>
                <a:lnTo>
                  <a:pt x="0" y="76038"/>
                </a:lnTo>
                <a:lnTo>
                  <a:pt x="0" y="57026"/>
                </a:lnTo>
                <a:lnTo>
                  <a:pt x="0" y="38014"/>
                </a:lnTo>
                <a:lnTo>
                  <a:pt x="0" y="19012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78A8D5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35" name="phase-title-2">
            <a:extLst xmlns:a="http://schemas.openxmlformats.org/drawingml/2006/main">
              <a:ext uri="{FF2B5EF4-FFF2-40B4-BE49-F238E27FC236}">
                <a16:creationId xmlns:a16="http://schemas.microsoft.com/office/drawing/2014/main" id="{D97F2A83-B617-44CD-B0A9-7CFBFCEBE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5082931"/>
            <a:ext cx="1428750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持续转化</a:t>
            </a:r>
          </a:p>
        </p:txBody>
      </p:sp>
      <p:sp>
        <p:nvSpPr>
          <p:cNvPr id="36" name="phase-body-2">
            <a:extLst xmlns:a="http://schemas.openxmlformats.org/drawingml/2006/main">
              <a:ext uri="{FF2B5EF4-FFF2-40B4-BE49-F238E27FC236}">
                <a16:creationId xmlns:a16="http://schemas.microsoft.com/office/drawing/2014/main" id="{8D060BED-7707-4105-8FB8-7F2233548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5437137"/>
            <a:ext cx="1428750" cy="587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让行动沉淀为</a:t>
            </a:r>
          </a:p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长期价值</a:t>
            </a:r>
          </a:p>
        </p:txBody>
      </p:sp>
      <p:sp>
        <p:nvSpPr>
          <p:cNvPr id="37" name="action-icon-shell-2-0">
            <a:extLst xmlns:a="http://schemas.openxmlformats.org/drawingml/2006/main">
              <a:ext uri="{FF2B5EF4-FFF2-40B4-BE49-F238E27FC236}">
                <a16:creationId xmlns:a16="http://schemas.microsoft.com/office/drawing/2014/main" id="{D0FE95CC-29A9-436E-AA77-7026E085A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5382225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1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1eb9f6abbc94a13">
            <a:extLst>
              <a:ext uri="{96DAC541-7B7A-43D3-8B79-37D633B846F1}">
                <asvg:svgBlip xmlns:asvg="http://schemas.microsoft.com/office/drawing/2016/SVG/main" r:embed="Re051a47228604832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5458425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39" name="action-title-2-0">
            <a:extLst xmlns:a="http://schemas.openxmlformats.org/drawingml/2006/main">
              <a:ext uri="{FF2B5EF4-FFF2-40B4-BE49-F238E27FC236}">
                <a16:creationId xmlns:a16="http://schemas.microsoft.com/office/drawing/2014/main" id="{5E74CB7A-DDF8-42D6-9633-15648FEC7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5321198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数据打通</a:t>
            </a:r>
          </a:p>
        </p:txBody>
      </p:sp>
      <p:sp>
        <p:nvSpPr>
          <p:cNvPr id="40" name="action-body-2-0">
            <a:extLst xmlns:a="http://schemas.openxmlformats.org/drawingml/2006/main">
              <a:ext uri="{FF2B5EF4-FFF2-40B4-BE49-F238E27FC236}">
                <a16:creationId xmlns:a16="http://schemas.microsoft.com/office/drawing/2014/main" id="{5D887DE5-116F-4623-8614-20831F2D8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5549798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统一分析对象</a:t>
            </a:r>
          </a:p>
        </p:txBody>
      </p:sp>
      <p:sp>
        <p:nvSpPr>
          <p:cNvPr id="41" name="action-icon-shell-2-1">
            <a:extLst xmlns:a="http://schemas.openxmlformats.org/drawingml/2006/main">
              <a:ext uri="{FF2B5EF4-FFF2-40B4-BE49-F238E27FC236}">
                <a16:creationId xmlns:a16="http://schemas.microsoft.com/office/drawing/2014/main" id="{EEDEFDE7-9055-4137-A163-1972024A7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5382225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1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16af424ba094aee">
            <a:extLst>
              <a:ext uri="{96DAC541-7B7A-43D3-8B79-37D633B846F1}">
                <asvg:svgBlip xmlns:asvg="http://schemas.microsoft.com/office/drawing/2016/SVG/main" r:embed="R20fceec471534822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5458425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43" name="action-title-2-1">
            <a:extLst xmlns:a="http://schemas.openxmlformats.org/drawingml/2006/main">
              <a:ext uri="{FF2B5EF4-FFF2-40B4-BE49-F238E27FC236}">
                <a16:creationId xmlns:a16="http://schemas.microsoft.com/office/drawing/2014/main" id="{1491B654-B9B1-495D-9126-D29841ECC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5321198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自动分群</a:t>
            </a:r>
          </a:p>
        </p:txBody>
      </p:sp>
      <p:sp>
        <p:nvSpPr>
          <p:cNvPr id="44" name="action-body-2-1">
            <a:extLst xmlns:a="http://schemas.openxmlformats.org/drawingml/2006/main">
              <a:ext uri="{FF2B5EF4-FFF2-40B4-BE49-F238E27FC236}">
                <a16:creationId xmlns:a16="http://schemas.microsoft.com/office/drawing/2014/main" id="{6AB3548E-4FB3-4A80-AB80-61CF2A8AB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5549798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指导持续运营</a:t>
            </a:r>
          </a:p>
        </p:txBody>
      </p:sp>
      <p:sp>
        <p:nvSpPr>
          <p:cNvPr id="45" name="funnel-step-body-0">
            <a:extLst xmlns:a="http://schemas.openxmlformats.org/drawingml/2006/main">
              <a:ext uri="{FF2B5EF4-FFF2-40B4-BE49-F238E27FC236}">
                <a16:creationId xmlns:a16="http://schemas.microsoft.com/office/drawing/2014/main" id="{C3A8EFE4-D06E-4C60-807E-3290EBFA2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52750" y="2514600"/>
            <a:ext cx="3332188" cy="533267"/>
          </a:xfrm>
          <a:custGeom xmlns:a="http://schemas.openxmlformats.org/drawingml/2006/main">
            <a:pathLst>
              <a:path w="3332188" h="533267">
                <a:moveTo>
                  <a:pt x="0" y="0"/>
                </a:moveTo>
                <a:lnTo>
                  <a:pt x="15497" y="25813"/>
                </a:lnTo>
                <a:lnTo>
                  <a:pt x="30985" y="51616"/>
                </a:lnTo>
                <a:lnTo>
                  <a:pt x="46482" y="77429"/>
                </a:lnTo>
                <a:lnTo>
                  <a:pt x="61979" y="103241"/>
                </a:lnTo>
                <a:lnTo>
                  <a:pt x="77467" y="129045"/>
                </a:lnTo>
                <a:lnTo>
                  <a:pt x="92964" y="154857"/>
                </a:lnTo>
                <a:lnTo>
                  <a:pt x="108461" y="180661"/>
                </a:lnTo>
                <a:lnTo>
                  <a:pt x="123949" y="206473"/>
                </a:lnTo>
                <a:lnTo>
                  <a:pt x="139446" y="232286"/>
                </a:lnTo>
                <a:lnTo>
                  <a:pt x="154943" y="258089"/>
                </a:lnTo>
                <a:lnTo>
                  <a:pt x="170431" y="283902"/>
                </a:lnTo>
                <a:lnTo>
                  <a:pt x="185928" y="309715"/>
                </a:lnTo>
                <a:lnTo>
                  <a:pt x="201425" y="335518"/>
                </a:lnTo>
                <a:lnTo>
                  <a:pt x="216913" y="361331"/>
                </a:lnTo>
                <a:lnTo>
                  <a:pt x="232410" y="387134"/>
                </a:lnTo>
                <a:lnTo>
                  <a:pt x="247898" y="412947"/>
                </a:lnTo>
                <a:lnTo>
                  <a:pt x="263395" y="438760"/>
                </a:lnTo>
                <a:lnTo>
                  <a:pt x="278892" y="464563"/>
                </a:lnTo>
                <a:lnTo>
                  <a:pt x="301171" y="482298"/>
                </a:lnTo>
                <a:lnTo>
                  <a:pt x="330537" y="488842"/>
                </a:lnTo>
                <a:lnTo>
                  <a:pt x="360293" y="493376"/>
                </a:lnTo>
                <a:lnTo>
                  <a:pt x="390182" y="496976"/>
                </a:lnTo>
                <a:lnTo>
                  <a:pt x="420129" y="500015"/>
                </a:lnTo>
                <a:lnTo>
                  <a:pt x="450113" y="502653"/>
                </a:lnTo>
                <a:lnTo>
                  <a:pt x="480127" y="505006"/>
                </a:lnTo>
                <a:lnTo>
                  <a:pt x="510159" y="507121"/>
                </a:lnTo>
                <a:lnTo>
                  <a:pt x="540201" y="509045"/>
                </a:lnTo>
                <a:lnTo>
                  <a:pt x="570243" y="510797"/>
                </a:lnTo>
                <a:lnTo>
                  <a:pt x="600304" y="512435"/>
                </a:lnTo>
                <a:lnTo>
                  <a:pt x="630374" y="513940"/>
                </a:lnTo>
                <a:lnTo>
                  <a:pt x="660444" y="515350"/>
                </a:lnTo>
                <a:lnTo>
                  <a:pt x="690515" y="516674"/>
                </a:lnTo>
                <a:lnTo>
                  <a:pt x="720595" y="517893"/>
                </a:lnTo>
                <a:lnTo>
                  <a:pt x="750675" y="519046"/>
                </a:lnTo>
                <a:lnTo>
                  <a:pt x="780755" y="520132"/>
                </a:lnTo>
                <a:lnTo>
                  <a:pt x="810844" y="521160"/>
                </a:lnTo>
                <a:lnTo>
                  <a:pt x="840924" y="522122"/>
                </a:lnTo>
                <a:lnTo>
                  <a:pt x="871014" y="523027"/>
                </a:lnTo>
                <a:lnTo>
                  <a:pt x="901113" y="523875"/>
                </a:lnTo>
                <a:lnTo>
                  <a:pt x="931202" y="524675"/>
                </a:lnTo>
                <a:lnTo>
                  <a:pt x="961292" y="525428"/>
                </a:lnTo>
                <a:lnTo>
                  <a:pt x="991391" y="526142"/>
                </a:lnTo>
                <a:lnTo>
                  <a:pt x="1021480" y="526809"/>
                </a:lnTo>
                <a:lnTo>
                  <a:pt x="1051579" y="527437"/>
                </a:lnTo>
                <a:lnTo>
                  <a:pt x="1081678" y="528028"/>
                </a:lnTo>
                <a:lnTo>
                  <a:pt x="1111777" y="528590"/>
                </a:lnTo>
                <a:lnTo>
                  <a:pt x="1141876" y="529104"/>
                </a:lnTo>
                <a:lnTo>
                  <a:pt x="1171975" y="529590"/>
                </a:lnTo>
                <a:lnTo>
                  <a:pt x="1202074" y="530038"/>
                </a:lnTo>
                <a:lnTo>
                  <a:pt x="1232173" y="530457"/>
                </a:lnTo>
                <a:lnTo>
                  <a:pt x="1262272" y="530838"/>
                </a:lnTo>
                <a:lnTo>
                  <a:pt x="1292371" y="531200"/>
                </a:lnTo>
                <a:lnTo>
                  <a:pt x="1322470" y="531514"/>
                </a:lnTo>
                <a:lnTo>
                  <a:pt x="1352579" y="531819"/>
                </a:lnTo>
                <a:lnTo>
                  <a:pt x="1382678" y="532086"/>
                </a:lnTo>
                <a:lnTo>
                  <a:pt x="1412777" y="532333"/>
                </a:lnTo>
                <a:lnTo>
                  <a:pt x="1442876" y="532533"/>
                </a:lnTo>
                <a:lnTo>
                  <a:pt x="1472984" y="532733"/>
                </a:lnTo>
                <a:lnTo>
                  <a:pt x="1503083" y="532876"/>
                </a:lnTo>
                <a:lnTo>
                  <a:pt x="1533182" y="533019"/>
                </a:lnTo>
                <a:lnTo>
                  <a:pt x="1563291" y="533114"/>
                </a:lnTo>
                <a:lnTo>
                  <a:pt x="1593390" y="533200"/>
                </a:lnTo>
                <a:lnTo>
                  <a:pt x="1623498" y="533238"/>
                </a:lnTo>
                <a:lnTo>
                  <a:pt x="1653597" y="533267"/>
                </a:lnTo>
                <a:lnTo>
                  <a:pt x="1683696" y="533267"/>
                </a:lnTo>
                <a:lnTo>
                  <a:pt x="1713805" y="533238"/>
                </a:lnTo>
                <a:lnTo>
                  <a:pt x="1743904" y="533181"/>
                </a:lnTo>
                <a:lnTo>
                  <a:pt x="1774012" y="533105"/>
                </a:lnTo>
                <a:lnTo>
                  <a:pt x="1804111" y="533000"/>
                </a:lnTo>
                <a:lnTo>
                  <a:pt x="1834210" y="532857"/>
                </a:lnTo>
                <a:lnTo>
                  <a:pt x="1864319" y="532714"/>
                </a:lnTo>
                <a:lnTo>
                  <a:pt x="1894418" y="532514"/>
                </a:lnTo>
                <a:lnTo>
                  <a:pt x="1924517" y="532314"/>
                </a:lnTo>
                <a:lnTo>
                  <a:pt x="1954625" y="532047"/>
                </a:lnTo>
                <a:lnTo>
                  <a:pt x="1984724" y="531790"/>
                </a:lnTo>
                <a:lnTo>
                  <a:pt x="2014823" y="531476"/>
                </a:lnTo>
                <a:lnTo>
                  <a:pt x="2044922" y="531162"/>
                </a:lnTo>
                <a:lnTo>
                  <a:pt x="2075021" y="530790"/>
                </a:lnTo>
                <a:lnTo>
                  <a:pt x="2105130" y="530409"/>
                </a:lnTo>
                <a:lnTo>
                  <a:pt x="2135229" y="529981"/>
                </a:lnTo>
                <a:lnTo>
                  <a:pt x="2165328" y="529533"/>
                </a:lnTo>
                <a:lnTo>
                  <a:pt x="2195427" y="529047"/>
                </a:lnTo>
                <a:lnTo>
                  <a:pt x="2225526" y="528523"/>
                </a:lnTo>
                <a:lnTo>
                  <a:pt x="2255615" y="527961"/>
                </a:lnTo>
                <a:lnTo>
                  <a:pt x="2285714" y="527371"/>
                </a:lnTo>
                <a:lnTo>
                  <a:pt x="2315813" y="526733"/>
                </a:lnTo>
                <a:lnTo>
                  <a:pt x="2345912" y="526056"/>
                </a:lnTo>
                <a:lnTo>
                  <a:pt x="2376002" y="525342"/>
                </a:lnTo>
                <a:lnTo>
                  <a:pt x="2406091" y="524580"/>
                </a:lnTo>
                <a:lnTo>
                  <a:pt x="2436190" y="523780"/>
                </a:lnTo>
                <a:lnTo>
                  <a:pt x="2466280" y="522923"/>
                </a:lnTo>
                <a:lnTo>
                  <a:pt x="2496369" y="522008"/>
                </a:lnTo>
                <a:lnTo>
                  <a:pt x="2526459" y="521037"/>
                </a:lnTo>
                <a:lnTo>
                  <a:pt x="2556539" y="520008"/>
                </a:lnTo>
                <a:lnTo>
                  <a:pt x="2586619" y="518922"/>
                </a:lnTo>
                <a:lnTo>
                  <a:pt x="2616698" y="517760"/>
                </a:lnTo>
                <a:lnTo>
                  <a:pt x="2646778" y="516522"/>
                </a:lnTo>
                <a:lnTo>
                  <a:pt x="2676849" y="515188"/>
                </a:lnTo>
                <a:lnTo>
                  <a:pt x="2706919" y="513769"/>
                </a:lnTo>
                <a:lnTo>
                  <a:pt x="2736990" y="512245"/>
                </a:lnTo>
                <a:lnTo>
                  <a:pt x="2767041" y="510597"/>
                </a:lnTo>
                <a:lnTo>
                  <a:pt x="2797092" y="508826"/>
                </a:lnTo>
                <a:lnTo>
                  <a:pt x="2827134" y="506882"/>
                </a:lnTo>
                <a:lnTo>
                  <a:pt x="2857157" y="504739"/>
                </a:lnTo>
                <a:lnTo>
                  <a:pt x="2887170" y="502368"/>
                </a:lnTo>
                <a:lnTo>
                  <a:pt x="2917155" y="499682"/>
                </a:lnTo>
                <a:lnTo>
                  <a:pt x="2947092" y="496586"/>
                </a:lnTo>
                <a:lnTo>
                  <a:pt x="2976972" y="492900"/>
                </a:lnTo>
                <a:lnTo>
                  <a:pt x="3006700" y="488213"/>
                </a:lnTo>
                <a:lnTo>
                  <a:pt x="3035970" y="481241"/>
                </a:lnTo>
                <a:lnTo>
                  <a:pt x="3056687" y="461524"/>
                </a:lnTo>
                <a:lnTo>
                  <a:pt x="3072184" y="435712"/>
                </a:lnTo>
                <a:lnTo>
                  <a:pt x="3087672" y="409908"/>
                </a:lnTo>
                <a:lnTo>
                  <a:pt x="3103169" y="384096"/>
                </a:lnTo>
                <a:lnTo>
                  <a:pt x="3118666" y="358283"/>
                </a:lnTo>
                <a:lnTo>
                  <a:pt x="3134154" y="332480"/>
                </a:lnTo>
                <a:lnTo>
                  <a:pt x="3149651" y="306667"/>
                </a:lnTo>
                <a:lnTo>
                  <a:pt x="3165148" y="280854"/>
                </a:lnTo>
                <a:lnTo>
                  <a:pt x="3180636" y="255051"/>
                </a:lnTo>
                <a:lnTo>
                  <a:pt x="3196133" y="229238"/>
                </a:lnTo>
                <a:lnTo>
                  <a:pt x="3211630" y="203435"/>
                </a:lnTo>
                <a:lnTo>
                  <a:pt x="3227118" y="177622"/>
                </a:lnTo>
                <a:lnTo>
                  <a:pt x="3242615" y="151809"/>
                </a:lnTo>
                <a:lnTo>
                  <a:pt x="3258112" y="126006"/>
                </a:lnTo>
                <a:lnTo>
                  <a:pt x="3273600" y="100193"/>
                </a:lnTo>
                <a:lnTo>
                  <a:pt x="3289097" y="74381"/>
                </a:lnTo>
                <a:lnTo>
                  <a:pt x="3304584" y="48578"/>
                </a:lnTo>
                <a:lnTo>
                  <a:pt x="3320082" y="22765"/>
                </a:lnTo>
                <a:lnTo>
                  <a:pt x="3332188" y="3086"/>
                </a:lnTo>
                <a:lnTo>
                  <a:pt x="3304070" y="13059"/>
                </a:lnTo>
                <a:lnTo>
                  <a:pt x="3274409" y="18155"/>
                </a:lnTo>
                <a:lnTo>
                  <a:pt x="3244548" y="21965"/>
                </a:lnTo>
                <a:lnTo>
                  <a:pt x="3214602" y="25079"/>
                </a:lnTo>
                <a:lnTo>
                  <a:pt x="3184617" y="27746"/>
                </a:lnTo>
                <a:lnTo>
                  <a:pt x="3154613" y="30109"/>
                </a:lnTo>
                <a:lnTo>
                  <a:pt x="3124581" y="32223"/>
                </a:lnTo>
                <a:lnTo>
                  <a:pt x="3094539" y="34138"/>
                </a:lnTo>
                <a:lnTo>
                  <a:pt x="3064488" y="35890"/>
                </a:lnTo>
                <a:lnTo>
                  <a:pt x="3034427" y="37519"/>
                </a:lnTo>
                <a:lnTo>
                  <a:pt x="3004366" y="39043"/>
                </a:lnTo>
                <a:lnTo>
                  <a:pt x="2974296" y="40453"/>
                </a:lnTo>
                <a:lnTo>
                  <a:pt x="2944225" y="41777"/>
                </a:lnTo>
                <a:lnTo>
                  <a:pt x="2914145" y="43015"/>
                </a:lnTo>
                <a:lnTo>
                  <a:pt x="2884065" y="44186"/>
                </a:lnTo>
                <a:lnTo>
                  <a:pt x="2853985" y="45291"/>
                </a:lnTo>
                <a:lnTo>
                  <a:pt x="2823896" y="46339"/>
                </a:lnTo>
                <a:lnTo>
                  <a:pt x="2793816" y="47339"/>
                </a:lnTo>
                <a:lnTo>
                  <a:pt x="2763726" y="48282"/>
                </a:lnTo>
                <a:lnTo>
                  <a:pt x="2733637" y="49168"/>
                </a:lnTo>
                <a:lnTo>
                  <a:pt x="2703547" y="50025"/>
                </a:lnTo>
                <a:lnTo>
                  <a:pt x="2673448" y="50835"/>
                </a:lnTo>
                <a:lnTo>
                  <a:pt x="2643359" y="51597"/>
                </a:lnTo>
                <a:lnTo>
                  <a:pt x="2613269" y="52330"/>
                </a:lnTo>
                <a:lnTo>
                  <a:pt x="2583170" y="53026"/>
                </a:lnTo>
                <a:lnTo>
                  <a:pt x="2553071" y="53692"/>
                </a:lnTo>
                <a:lnTo>
                  <a:pt x="2522982" y="54321"/>
                </a:lnTo>
                <a:lnTo>
                  <a:pt x="2492883" y="54921"/>
                </a:lnTo>
                <a:lnTo>
                  <a:pt x="2462784" y="55493"/>
                </a:lnTo>
                <a:lnTo>
                  <a:pt x="2432685" y="56036"/>
                </a:lnTo>
                <a:lnTo>
                  <a:pt x="2402586" y="56550"/>
                </a:lnTo>
                <a:lnTo>
                  <a:pt x="2372487" y="57036"/>
                </a:lnTo>
                <a:lnTo>
                  <a:pt x="2342388" y="57502"/>
                </a:lnTo>
                <a:lnTo>
                  <a:pt x="2312289" y="57941"/>
                </a:lnTo>
                <a:lnTo>
                  <a:pt x="2282190" y="58360"/>
                </a:lnTo>
                <a:lnTo>
                  <a:pt x="2252091" y="58741"/>
                </a:lnTo>
                <a:lnTo>
                  <a:pt x="2221992" y="59112"/>
                </a:lnTo>
                <a:lnTo>
                  <a:pt x="2191893" y="59455"/>
                </a:lnTo>
                <a:lnTo>
                  <a:pt x="2161784" y="59788"/>
                </a:lnTo>
                <a:lnTo>
                  <a:pt x="2131685" y="60084"/>
                </a:lnTo>
                <a:lnTo>
                  <a:pt x="2101586" y="60360"/>
                </a:lnTo>
                <a:lnTo>
                  <a:pt x="2071487" y="60617"/>
                </a:lnTo>
                <a:lnTo>
                  <a:pt x="2041379" y="60874"/>
                </a:lnTo>
                <a:lnTo>
                  <a:pt x="2011280" y="61093"/>
                </a:lnTo>
                <a:lnTo>
                  <a:pt x="1981181" y="61293"/>
                </a:lnTo>
                <a:lnTo>
                  <a:pt x="1951072" y="61465"/>
                </a:lnTo>
                <a:lnTo>
                  <a:pt x="1920973" y="61636"/>
                </a:lnTo>
                <a:lnTo>
                  <a:pt x="1890874" y="61789"/>
                </a:lnTo>
                <a:lnTo>
                  <a:pt x="1860766" y="61903"/>
                </a:lnTo>
                <a:lnTo>
                  <a:pt x="1830667" y="62017"/>
                </a:lnTo>
                <a:lnTo>
                  <a:pt x="1800558" y="62103"/>
                </a:lnTo>
                <a:lnTo>
                  <a:pt x="1770459" y="62170"/>
                </a:lnTo>
                <a:lnTo>
                  <a:pt x="1740360" y="62236"/>
                </a:lnTo>
                <a:lnTo>
                  <a:pt x="1710252" y="62255"/>
                </a:lnTo>
                <a:lnTo>
                  <a:pt x="1680153" y="62284"/>
                </a:lnTo>
                <a:lnTo>
                  <a:pt x="1650054" y="62284"/>
                </a:lnTo>
                <a:lnTo>
                  <a:pt x="1619945" y="62255"/>
                </a:lnTo>
                <a:lnTo>
                  <a:pt x="1589846" y="62236"/>
                </a:lnTo>
                <a:lnTo>
                  <a:pt x="1559738" y="62160"/>
                </a:lnTo>
                <a:lnTo>
                  <a:pt x="1529639" y="62093"/>
                </a:lnTo>
                <a:lnTo>
                  <a:pt x="1499540" y="62008"/>
                </a:lnTo>
                <a:lnTo>
                  <a:pt x="1469431" y="61884"/>
                </a:lnTo>
                <a:lnTo>
                  <a:pt x="1439332" y="61770"/>
                </a:lnTo>
                <a:lnTo>
                  <a:pt x="1409224" y="61617"/>
                </a:lnTo>
                <a:lnTo>
                  <a:pt x="1379125" y="61446"/>
                </a:lnTo>
                <a:lnTo>
                  <a:pt x="1349026" y="61274"/>
                </a:lnTo>
                <a:lnTo>
                  <a:pt x="1318927" y="61055"/>
                </a:lnTo>
                <a:lnTo>
                  <a:pt x="1288818" y="60836"/>
                </a:lnTo>
                <a:lnTo>
                  <a:pt x="1258719" y="60589"/>
                </a:lnTo>
                <a:lnTo>
                  <a:pt x="1228620" y="60322"/>
                </a:lnTo>
                <a:lnTo>
                  <a:pt x="1198512" y="60055"/>
                </a:lnTo>
                <a:lnTo>
                  <a:pt x="1168413" y="59750"/>
                </a:lnTo>
                <a:lnTo>
                  <a:pt x="1138314" y="59417"/>
                </a:lnTo>
                <a:lnTo>
                  <a:pt x="1108215" y="59074"/>
                </a:lnTo>
                <a:lnTo>
                  <a:pt x="1078116" y="58703"/>
                </a:lnTo>
                <a:lnTo>
                  <a:pt x="1048007" y="58303"/>
                </a:lnTo>
                <a:lnTo>
                  <a:pt x="1017908" y="57893"/>
                </a:lnTo>
                <a:lnTo>
                  <a:pt x="987809" y="57445"/>
                </a:lnTo>
                <a:lnTo>
                  <a:pt x="957710" y="56979"/>
                </a:lnTo>
                <a:lnTo>
                  <a:pt x="927611" y="56493"/>
                </a:lnTo>
                <a:lnTo>
                  <a:pt x="897512" y="55969"/>
                </a:lnTo>
                <a:lnTo>
                  <a:pt x="867413" y="55426"/>
                </a:lnTo>
                <a:lnTo>
                  <a:pt x="837324" y="54854"/>
                </a:lnTo>
                <a:lnTo>
                  <a:pt x="807225" y="54254"/>
                </a:lnTo>
                <a:lnTo>
                  <a:pt x="777126" y="53616"/>
                </a:lnTo>
                <a:lnTo>
                  <a:pt x="747036" y="52949"/>
                </a:lnTo>
                <a:lnTo>
                  <a:pt x="716937" y="52245"/>
                </a:lnTo>
                <a:lnTo>
                  <a:pt x="686848" y="51511"/>
                </a:lnTo>
                <a:lnTo>
                  <a:pt x="656749" y="50740"/>
                </a:lnTo>
                <a:lnTo>
                  <a:pt x="626659" y="49921"/>
                </a:lnTo>
                <a:lnTo>
                  <a:pt x="596570" y="49073"/>
                </a:lnTo>
                <a:lnTo>
                  <a:pt x="566480" y="48168"/>
                </a:lnTo>
                <a:lnTo>
                  <a:pt x="536391" y="47225"/>
                </a:lnTo>
                <a:lnTo>
                  <a:pt x="506301" y="46225"/>
                </a:lnTo>
                <a:lnTo>
                  <a:pt x="476221" y="45168"/>
                </a:lnTo>
                <a:lnTo>
                  <a:pt x="446141" y="44053"/>
                </a:lnTo>
                <a:lnTo>
                  <a:pt x="416062" y="42872"/>
                </a:lnTo>
                <a:lnTo>
                  <a:pt x="385982" y="41624"/>
                </a:lnTo>
                <a:lnTo>
                  <a:pt x="355911" y="40291"/>
                </a:lnTo>
                <a:lnTo>
                  <a:pt x="325841" y="38862"/>
                </a:lnTo>
                <a:lnTo>
                  <a:pt x="295780" y="37338"/>
                </a:lnTo>
                <a:lnTo>
                  <a:pt x="265719" y="35700"/>
                </a:lnTo>
                <a:lnTo>
                  <a:pt x="235668" y="33919"/>
                </a:lnTo>
                <a:lnTo>
                  <a:pt x="205626" y="31975"/>
                </a:lnTo>
                <a:lnTo>
                  <a:pt x="175603" y="29842"/>
                </a:lnTo>
                <a:lnTo>
                  <a:pt x="145590" y="27451"/>
                </a:lnTo>
                <a:lnTo>
                  <a:pt x="115614" y="24736"/>
                </a:lnTo>
                <a:lnTo>
                  <a:pt x="85677" y="21555"/>
                </a:lnTo>
                <a:lnTo>
                  <a:pt x="55836" y="17650"/>
                </a:lnTo>
                <a:lnTo>
                  <a:pt x="26213" y="12306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46" name="funnel-step-cap-0">
            <a:extLst xmlns:a="http://schemas.openxmlformats.org/drawingml/2006/main">
              <a:ext uri="{FF2B5EF4-FFF2-40B4-BE49-F238E27FC236}">
                <a16:creationId xmlns:a16="http://schemas.microsoft.com/office/drawing/2014/main" id="{8A00E0C0-078A-478B-BA70-A6E93D9C1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52750" y="2425951"/>
            <a:ext cx="3333750" cy="17728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47" name="funnel-step-body-1">
            <a:extLst xmlns:a="http://schemas.openxmlformats.org/drawingml/2006/main">
              <a:ext uri="{FF2B5EF4-FFF2-40B4-BE49-F238E27FC236}">
                <a16:creationId xmlns:a16="http://schemas.microsoft.com/office/drawing/2014/main" id="{CB6E232A-0000-48B6-9EE2-8C866C9B4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235452" y="3116294"/>
            <a:ext cx="2765384" cy="533210"/>
          </a:xfrm>
          <a:custGeom xmlns:a="http://schemas.openxmlformats.org/drawingml/2006/main">
            <a:pathLst>
              <a:path w="2765384" h="533210">
                <a:moveTo>
                  <a:pt x="0" y="0"/>
                </a:moveTo>
                <a:lnTo>
                  <a:pt x="10735" y="23355"/>
                </a:lnTo>
                <a:lnTo>
                  <a:pt x="21460" y="46701"/>
                </a:lnTo>
                <a:lnTo>
                  <a:pt x="32195" y="70056"/>
                </a:lnTo>
                <a:lnTo>
                  <a:pt x="42920" y="93402"/>
                </a:lnTo>
                <a:lnTo>
                  <a:pt x="53654" y="116757"/>
                </a:lnTo>
                <a:lnTo>
                  <a:pt x="64389" y="140103"/>
                </a:lnTo>
                <a:lnTo>
                  <a:pt x="75114" y="163459"/>
                </a:lnTo>
                <a:lnTo>
                  <a:pt x="85849" y="186804"/>
                </a:lnTo>
                <a:lnTo>
                  <a:pt x="96574" y="210160"/>
                </a:lnTo>
                <a:lnTo>
                  <a:pt x="107309" y="233515"/>
                </a:lnTo>
                <a:lnTo>
                  <a:pt x="118043" y="256861"/>
                </a:lnTo>
                <a:lnTo>
                  <a:pt x="128768" y="280216"/>
                </a:lnTo>
                <a:lnTo>
                  <a:pt x="139503" y="303562"/>
                </a:lnTo>
                <a:lnTo>
                  <a:pt x="150228" y="326917"/>
                </a:lnTo>
                <a:lnTo>
                  <a:pt x="160963" y="350263"/>
                </a:lnTo>
                <a:lnTo>
                  <a:pt x="171698" y="373618"/>
                </a:lnTo>
                <a:lnTo>
                  <a:pt x="182423" y="396973"/>
                </a:lnTo>
                <a:lnTo>
                  <a:pt x="193157" y="420319"/>
                </a:lnTo>
                <a:lnTo>
                  <a:pt x="203892" y="443675"/>
                </a:lnTo>
                <a:lnTo>
                  <a:pt x="214617" y="467020"/>
                </a:lnTo>
                <a:lnTo>
                  <a:pt x="233105" y="482670"/>
                </a:lnTo>
                <a:lnTo>
                  <a:pt x="257985" y="489071"/>
                </a:lnTo>
                <a:lnTo>
                  <a:pt x="283283" y="493576"/>
                </a:lnTo>
                <a:lnTo>
                  <a:pt x="308724" y="497157"/>
                </a:lnTo>
                <a:lnTo>
                  <a:pt x="334242" y="500196"/>
                </a:lnTo>
                <a:lnTo>
                  <a:pt x="359807" y="502834"/>
                </a:lnTo>
                <a:lnTo>
                  <a:pt x="385401" y="505177"/>
                </a:lnTo>
                <a:lnTo>
                  <a:pt x="411013" y="507292"/>
                </a:lnTo>
                <a:lnTo>
                  <a:pt x="436636" y="509207"/>
                </a:lnTo>
                <a:lnTo>
                  <a:pt x="462277" y="510978"/>
                </a:lnTo>
                <a:lnTo>
                  <a:pt x="487928" y="512607"/>
                </a:lnTo>
                <a:lnTo>
                  <a:pt x="513578" y="514112"/>
                </a:lnTo>
                <a:lnTo>
                  <a:pt x="539239" y="515522"/>
                </a:lnTo>
                <a:lnTo>
                  <a:pt x="564899" y="516836"/>
                </a:lnTo>
                <a:lnTo>
                  <a:pt x="590569" y="518065"/>
                </a:lnTo>
                <a:lnTo>
                  <a:pt x="616248" y="519217"/>
                </a:lnTo>
                <a:lnTo>
                  <a:pt x="641918" y="520303"/>
                </a:lnTo>
                <a:lnTo>
                  <a:pt x="667598" y="521322"/>
                </a:lnTo>
                <a:lnTo>
                  <a:pt x="693277" y="522275"/>
                </a:lnTo>
                <a:lnTo>
                  <a:pt x="718966" y="523170"/>
                </a:lnTo>
                <a:lnTo>
                  <a:pt x="744645" y="524018"/>
                </a:lnTo>
                <a:lnTo>
                  <a:pt x="770334" y="524818"/>
                </a:lnTo>
                <a:lnTo>
                  <a:pt x="796023" y="525570"/>
                </a:lnTo>
                <a:lnTo>
                  <a:pt x="821712" y="526275"/>
                </a:lnTo>
                <a:lnTo>
                  <a:pt x="847401" y="526942"/>
                </a:lnTo>
                <a:lnTo>
                  <a:pt x="873090" y="527571"/>
                </a:lnTo>
                <a:lnTo>
                  <a:pt x="898789" y="528152"/>
                </a:lnTo>
                <a:lnTo>
                  <a:pt x="924477" y="528704"/>
                </a:lnTo>
                <a:lnTo>
                  <a:pt x="950176" y="529219"/>
                </a:lnTo>
                <a:lnTo>
                  <a:pt x="975865" y="529695"/>
                </a:lnTo>
                <a:lnTo>
                  <a:pt x="1001563" y="530133"/>
                </a:lnTo>
                <a:lnTo>
                  <a:pt x="1027262" y="530543"/>
                </a:lnTo>
                <a:lnTo>
                  <a:pt x="1052951" y="530924"/>
                </a:lnTo>
                <a:lnTo>
                  <a:pt x="1078649" y="531276"/>
                </a:lnTo>
                <a:lnTo>
                  <a:pt x="1104348" y="531590"/>
                </a:lnTo>
                <a:lnTo>
                  <a:pt x="1130046" y="531876"/>
                </a:lnTo>
                <a:lnTo>
                  <a:pt x="1155744" y="532133"/>
                </a:lnTo>
                <a:lnTo>
                  <a:pt x="1181443" y="532352"/>
                </a:lnTo>
                <a:lnTo>
                  <a:pt x="1207141" y="532562"/>
                </a:lnTo>
                <a:lnTo>
                  <a:pt x="1232830" y="532733"/>
                </a:lnTo>
                <a:lnTo>
                  <a:pt x="1258529" y="532876"/>
                </a:lnTo>
                <a:lnTo>
                  <a:pt x="1284227" y="533000"/>
                </a:lnTo>
                <a:lnTo>
                  <a:pt x="1309926" y="533086"/>
                </a:lnTo>
                <a:lnTo>
                  <a:pt x="1335634" y="533152"/>
                </a:lnTo>
                <a:lnTo>
                  <a:pt x="1361332" y="533181"/>
                </a:lnTo>
                <a:lnTo>
                  <a:pt x="1387031" y="533210"/>
                </a:lnTo>
                <a:lnTo>
                  <a:pt x="1412729" y="533181"/>
                </a:lnTo>
                <a:lnTo>
                  <a:pt x="1438427" y="533152"/>
                </a:lnTo>
                <a:lnTo>
                  <a:pt x="1464126" y="533067"/>
                </a:lnTo>
                <a:lnTo>
                  <a:pt x="1489824" y="532981"/>
                </a:lnTo>
                <a:lnTo>
                  <a:pt x="1515523" y="532848"/>
                </a:lnTo>
                <a:lnTo>
                  <a:pt x="1541221" y="532695"/>
                </a:lnTo>
                <a:lnTo>
                  <a:pt x="1566920" y="532514"/>
                </a:lnTo>
                <a:lnTo>
                  <a:pt x="1592618" y="532314"/>
                </a:lnTo>
                <a:lnTo>
                  <a:pt x="1618307" y="532067"/>
                </a:lnTo>
                <a:lnTo>
                  <a:pt x="1644005" y="531809"/>
                </a:lnTo>
                <a:lnTo>
                  <a:pt x="1669704" y="531524"/>
                </a:lnTo>
                <a:lnTo>
                  <a:pt x="1695402" y="531200"/>
                </a:lnTo>
                <a:lnTo>
                  <a:pt x="1721101" y="530838"/>
                </a:lnTo>
                <a:lnTo>
                  <a:pt x="1746799" y="530457"/>
                </a:lnTo>
                <a:lnTo>
                  <a:pt x="1772488" y="530038"/>
                </a:lnTo>
                <a:lnTo>
                  <a:pt x="1798187" y="529590"/>
                </a:lnTo>
                <a:lnTo>
                  <a:pt x="1823876" y="529104"/>
                </a:lnTo>
                <a:lnTo>
                  <a:pt x="1849574" y="528580"/>
                </a:lnTo>
                <a:lnTo>
                  <a:pt x="1875263" y="528028"/>
                </a:lnTo>
                <a:lnTo>
                  <a:pt x="1900961" y="527428"/>
                </a:lnTo>
                <a:lnTo>
                  <a:pt x="1926650" y="526799"/>
                </a:lnTo>
                <a:lnTo>
                  <a:pt x="1952339" y="526123"/>
                </a:lnTo>
                <a:lnTo>
                  <a:pt x="1978028" y="525409"/>
                </a:lnTo>
                <a:lnTo>
                  <a:pt x="2003717" y="524647"/>
                </a:lnTo>
                <a:lnTo>
                  <a:pt x="2029397" y="523837"/>
                </a:lnTo>
                <a:lnTo>
                  <a:pt x="2055085" y="522980"/>
                </a:lnTo>
                <a:lnTo>
                  <a:pt x="2080765" y="522065"/>
                </a:lnTo>
                <a:lnTo>
                  <a:pt x="2106444" y="521094"/>
                </a:lnTo>
                <a:lnTo>
                  <a:pt x="2132124" y="520065"/>
                </a:lnTo>
                <a:lnTo>
                  <a:pt x="2157803" y="518970"/>
                </a:lnTo>
                <a:lnTo>
                  <a:pt x="2183473" y="517798"/>
                </a:lnTo>
                <a:lnTo>
                  <a:pt x="2209143" y="516550"/>
                </a:lnTo>
                <a:lnTo>
                  <a:pt x="2234803" y="515217"/>
                </a:lnTo>
                <a:lnTo>
                  <a:pt x="2260463" y="513788"/>
                </a:lnTo>
                <a:lnTo>
                  <a:pt x="2286114" y="512255"/>
                </a:lnTo>
                <a:lnTo>
                  <a:pt x="2311765" y="510597"/>
                </a:lnTo>
                <a:lnTo>
                  <a:pt x="2337397" y="508806"/>
                </a:lnTo>
                <a:lnTo>
                  <a:pt x="2363019" y="506835"/>
                </a:lnTo>
                <a:lnTo>
                  <a:pt x="2388632" y="504673"/>
                </a:lnTo>
                <a:lnTo>
                  <a:pt x="2414216" y="502272"/>
                </a:lnTo>
                <a:lnTo>
                  <a:pt x="2439772" y="499558"/>
                </a:lnTo>
                <a:lnTo>
                  <a:pt x="2465280" y="496424"/>
                </a:lnTo>
                <a:lnTo>
                  <a:pt x="2490702" y="492671"/>
                </a:lnTo>
                <a:lnTo>
                  <a:pt x="2515943" y="487880"/>
                </a:lnTo>
                <a:lnTo>
                  <a:pt x="2540575" y="480670"/>
                </a:lnTo>
                <a:lnTo>
                  <a:pt x="2556110" y="461839"/>
                </a:lnTo>
                <a:lnTo>
                  <a:pt x="2566845" y="438483"/>
                </a:lnTo>
                <a:lnTo>
                  <a:pt x="2577570" y="415138"/>
                </a:lnTo>
                <a:lnTo>
                  <a:pt x="2588304" y="391782"/>
                </a:lnTo>
                <a:lnTo>
                  <a:pt x="2599030" y="368437"/>
                </a:lnTo>
                <a:lnTo>
                  <a:pt x="2609764" y="345081"/>
                </a:lnTo>
                <a:lnTo>
                  <a:pt x="2620499" y="321735"/>
                </a:lnTo>
                <a:lnTo>
                  <a:pt x="2631224" y="298380"/>
                </a:lnTo>
                <a:lnTo>
                  <a:pt x="2641959" y="275025"/>
                </a:lnTo>
                <a:lnTo>
                  <a:pt x="2652684" y="251679"/>
                </a:lnTo>
                <a:lnTo>
                  <a:pt x="2663419" y="228324"/>
                </a:lnTo>
                <a:lnTo>
                  <a:pt x="2674153" y="204978"/>
                </a:lnTo>
                <a:lnTo>
                  <a:pt x="2684878" y="181623"/>
                </a:lnTo>
                <a:lnTo>
                  <a:pt x="2695613" y="158277"/>
                </a:lnTo>
                <a:lnTo>
                  <a:pt x="2706338" y="134922"/>
                </a:lnTo>
                <a:lnTo>
                  <a:pt x="2717073" y="111566"/>
                </a:lnTo>
                <a:lnTo>
                  <a:pt x="2727808" y="88221"/>
                </a:lnTo>
                <a:lnTo>
                  <a:pt x="2738533" y="64865"/>
                </a:lnTo>
                <a:lnTo>
                  <a:pt x="2749267" y="41519"/>
                </a:lnTo>
                <a:lnTo>
                  <a:pt x="2760002" y="18164"/>
                </a:lnTo>
                <a:lnTo>
                  <a:pt x="2765384" y="4648"/>
                </a:lnTo>
                <a:lnTo>
                  <a:pt x="2741457" y="13621"/>
                </a:lnTo>
                <a:lnTo>
                  <a:pt x="2716263" y="18640"/>
                </a:lnTo>
                <a:lnTo>
                  <a:pt x="2690841" y="22422"/>
                </a:lnTo>
                <a:lnTo>
                  <a:pt x="2665333" y="25537"/>
                </a:lnTo>
                <a:lnTo>
                  <a:pt x="2639778" y="28213"/>
                </a:lnTo>
                <a:lnTo>
                  <a:pt x="2614184" y="30575"/>
                </a:lnTo>
                <a:lnTo>
                  <a:pt x="2588571" y="32699"/>
                </a:lnTo>
                <a:lnTo>
                  <a:pt x="2562949" y="34633"/>
                </a:lnTo>
                <a:lnTo>
                  <a:pt x="2537308" y="36395"/>
                </a:lnTo>
                <a:lnTo>
                  <a:pt x="2511666" y="38033"/>
                </a:lnTo>
                <a:lnTo>
                  <a:pt x="2486006" y="39548"/>
                </a:lnTo>
                <a:lnTo>
                  <a:pt x="2460346" y="40958"/>
                </a:lnTo>
                <a:lnTo>
                  <a:pt x="2434685" y="42291"/>
                </a:lnTo>
                <a:lnTo>
                  <a:pt x="2409015" y="43539"/>
                </a:lnTo>
                <a:lnTo>
                  <a:pt x="2383346" y="44720"/>
                </a:lnTo>
                <a:lnTo>
                  <a:pt x="2357666" y="45825"/>
                </a:lnTo>
                <a:lnTo>
                  <a:pt x="2331996" y="46873"/>
                </a:lnTo>
                <a:lnTo>
                  <a:pt x="2306317" y="47863"/>
                </a:lnTo>
                <a:lnTo>
                  <a:pt x="2280628" y="48797"/>
                </a:lnTo>
                <a:lnTo>
                  <a:pt x="2254949" y="49692"/>
                </a:lnTo>
                <a:lnTo>
                  <a:pt x="2229260" y="50540"/>
                </a:lnTo>
                <a:lnTo>
                  <a:pt x="2203580" y="51340"/>
                </a:lnTo>
                <a:lnTo>
                  <a:pt x="2177891" y="52111"/>
                </a:lnTo>
                <a:lnTo>
                  <a:pt x="2152202" y="52835"/>
                </a:lnTo>
                <a:lnTo>
                  <a:pt x="2126513" y="53531"/>
                </a:lnTo>
                <a:lnTo>
                  <a:pt x="2100824" y="54178"/>
                </a:lnTo>
                <a:lnTo>
                  <a:pt x="2075126" y="54807"/>
                </a:lnTo>
                <a:lnTo>
                  <a:pt x="2049437" y="55397"/>
                </a:lnTo>
                <a:lnTo>
                  <a:pt x="2023748" y="55959"/>
                </a:lnTo>
                <a:lnTo>
                  <a:pt x="1998050" y="56493"/>
                </a:lnTo>
                <a:lnTo>
                  <a:pt x="1972361" y="56998"/>
                </a:lnTo>
                <a:lnTo>
                  <a:pt x="1946662" y="57474"/>
                </a:lnTo>
                <a:lnTo>
                  <a:pt x="1920973" y="57912"/>
                </a:lnTo>
                <a:lnTo>
                  <a:pt x="1895275" y="58350"/>
                </a:lnTo>
                <a:lnTo>
                  <a:pt x="1869577" y="58741"/>
                </a:lnTo>
                <a:lnTo>
                  <a:pt x="1843878" y="59122"/>
                </a:lnTo>
                <a:lnTo>
                  <a:pt x="1818189" y="59474"/>
                </a:lnTo>
                <a:lnTo>
                  <a:pt x="1792491" y="59807"/>
                </a:lnTo>
                <a:lnTo>
                  <a:pt x="1766792" y="60122"/>
                </a:lnTo>
                <a:lnTo>
                  <a:pt x="1741094" y="60398"/>
                </a:lnTo>
                <a:lnTo>
                  <a:pt x="1715395" y="60674"/>
                </a:lnTo>
                <a:lnTo>
                  <a:pt x="1689697" y="60912"/>
                </a:lnTo>
                <a:lnTo>
                  <a:pt x="1663998" y="61131"/>
                </a:lnTo>
                <a:lnTo>
                  <a:pt x="1638300" y="61351"/>
                </a:lnTo>
                <a:lnTo>
                  <a:pt x="1612611" y="61522"/>
                </a:lnTo>
                <a:lnTo>
                  <a:pt x="1586913" y="61684"/>
                </a:lnTo>
                <a:lnTo>
                  <a:pt x="1561214" y="61827"/>
                </a:lnTo>
                <a:lnTo>
                  <a:pt x="1535516" y="61951"/>
                </a:lnTo>
                <a:lnTo>
                  <a:pt x="1509817" y="62065"/>
                </a:lnTo>
                <a:lnTo>
                  <a:pt x="1484119" y="62132"/>
                </a:lnTo>
                <a:lnTo>
                  <a:pt x="1458420" y="62208"/>
                </a:lnTo>
                <a:lnTo>
                  <a:pt x="1432712" y="62246"/>
                </a:lnTo>
                <a:lnTo>
                  <a:pt x="1407014" y="62274"/>
                </a:lnTo>
                <a:lnTo>
                  <a:pt x="1381316" y="62294"/>
                </a:lnTo>
                <a:lnTo>
                  <a:pt x="1355617" y="62265"/>
                </a:lnTo>
                <a:lnTo>
                  <a:pt x="1329919" y="62246"/>
                </a:lnTo>
                <a:lnTo>
                  <a:pt x="1304220" y="62189"/>
                </a:lnTo>
                <a:lnTo>
                  <a:pt x="1278522" y="62122"/>
                </a:lnTo>
                <a:lnTo>
                  <a:pt x="1252823" y="62046"/>
                </a:lnTo>
                <a:lnTo>
                  <a:pt x="1227125" y="61922"/>
                </a:lnTo>
                <a:lnTo>
                  <a:pt x="1201426" y="61798"/>
                </a:lnTo>
                <a:lnTo>
                  <a:pt x="1175728" y="61655"/>
                </a:lnTo>
                <a:lnTo>
                  <a:pt x="1150029" y="61484"/>
                </a:lnTo>
                <a:lnTo>
                  <a:pt x="1124331" y="61303"/>
                </a:lnTo>
                <a:lnTo>
                  <a:pt x="1098633" y="61084"/>
                </a:lnTo>
                <a:lnTo>
                  <a:pt x="1072934" y="60865"/>
                </a:lnTo>
                <a:lnTo>
                  <a:pt x="1047245" y="60608"/>
                </a:lnTo>
                <a:lnTo>
                  <a:pt x="1021547" y="60341"/>
                </a:lnTo>
                <a:lnTo>
                  <a:pt x="995848" y="60055"/>
                </a:lnTo>
                <a:lnTo>
                  <a:pt x="970150" y="59750"/>
                </a:lnTo>
                <a:lnTo>
                  <a:pt x="944451" y="59407"/>
                </a:lnTo>
                <a:lnTo>
                  <a:pt x="918753" y="59036"/>
                </a:lnTo>
                <a:lnTo>
                  <a:pt x="893064" y="58655"/>
                </a:lnTo>
                <a:lnTo>
                  <a:pt x="867366" y="58255"/>
                </a:lnTo>
                <a:lnTo>
                  <a:pt x="841667" y="57817"/>
                </a:lnTo>
                <a:lnTo>
                  <a:pt x="815978" y="57369"/>
                </a:lnTo>
                <a:lnTo>
                  <a:pt x="790280" y="56883"/>
                </a:lnTo>
                <a:lnTo>
                  <a:pt x="764591" y="56378"/>
                </a:lnTo>
                <a:lnTo>
                  <a:pt x="738892" y="55836"/>
                </a:lnTo>
                <a:lnTo>
                  <a:pt x="713203" y="55264"/>
                </a:lnTo>
                <a:lnTo>
                  <a:pt x="687515" y="54664"/>
                </a:lnTo>
                <a:lnTo>
                  <a:pt x="661816" y="54035"/>
                </a:lnTo>
                <a:lnTo>
                  <a:pt x="636127" y="53378"/>
                </a:lnTo>
                <a:lnTo>
                  <a:pt x="610438" y="52673"/>
                </a:lnTo>
                <a:lnTo>
                  <a:pt x="584749" y="51940"/>
                </a:lnTo>
                <a:lnTo>
                  <a:pt x="559060" y="51168"/>
                </a:lnTo>
                <a:lnTo>
                  <a:pt x="533381" y="50359"/>
                </a:lnTo>
                <a:lnTo>
                  <a:pt x="507692" y="49501"/>
                </a:lnTo>
                <a:lnTo>
                  <a:pt x="482013" y="48597"/>
                </a:lnTo>
                <a:lnTo>
                  <a:pt x="456333" y="47644"/>
                </a:lnTo>
                <a:lnTo>
                  <a:pt x="430654" y="46644"/>
                </a:lnTo>
                <a:lnTo>
                  <a:pt x="404974" y="45577"/>
                </a:lnTo>
                <a:lnTo>
                  <a:pt x="379295" y="44453"/>
                </a:lnTo>
                <a:lnTo>
                  <a:pt x="353625" y="43263"/>
                </a:lnTo>
                <a:lnTo>
                  <a:pt x="327965" y="42005"/>
                </a:lnTo>
                <a:lnTo>
                  <a:pt x="302295" y="40653"/>
                </a:lnTo>
                <a:lnTo>
                  <a:pt x="276635" y="39224"/>
                </a:lnTo>
                <a:lnTo>
                  <a:pt x="250984" y="37671"/>
                </a:lnTo>
                <a:lnTo>
                  <a:pt x="225342" y="36024"/>
                </a:lnTo>
                <a:lnTo>
                  <a:pt x="199701" y="34214"/>
                </a:lnTo>
                <a:lnTo>
                  <a:pt x="174079" y="32252"/>
                </a:lnTo>
                <a:lnTo>
                  <a:pt x="148476" y="30080"/>
                </a:lnTo>
                <a:lnTo>
                  <a:pt x="122892" y="27651"/>
                </a:lnTo>
                <a:lnTo>
                  <a:pt x="97346" y="24889"/>
                </a:lnTo>
                <a:lnTo>
                  <a:pt x="71847" y="21650"/>
                </a:lnTo>
                <a:lnTo>
                  <a:pt x="46463" y="17659"/>
                </a:lnTo>
                <a:lnTo>
                  <a:pt x="21365" y="12192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48" name="funnel-step-cap-1">
            <a:extLst xmlns:a="http://schemas.openxmlformats.org/drawingml/2006/main">
              <a:ext uri="{FF2B5EF4-FFF2-40B4-BE49-F238E27FC236}">
                <a16:creationId xmlns:a16="http://schemas.microsoft.com/office/drawing/2014/main" id="{A8710843-9C23-486A-ABC1-D71D964DB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235481" y="3027617"/>
            <a:ext cx="2768289" cy="17728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49" name="funnel-step-body-2">
            <a:extLst xmlns:a="http://schemas.openxmlformats.org/drawingml/2006/main">
              <a:ext uri="{FF2B5EF4-FFF2-40B4-BE49-F238E27FC236}">
                <a16:creationId xmlns:a16="http://schemas.microsoft.com/office/drawing/2014/main" id="{503B08CD-6C92-4CFE-AC89-1B1E4DBDD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451860" y="3717893"/>
            <a:ext cx="2334111" cy="533276"/>
          </a:xfrm>
          <a:custGeom xmlns:a="http://schemas.openxmlformats.org/drawingml/2006/main">
            <a:pathLst>
              <a:path w="2334111" h="533276">
                <a:moveTo>
                  <a:pt x="0" y="0"/>
                </a:moveTo>
                <a:lnTo>
                  <a:pt x="8563" y="20488"/>
                </a:lnTo>
                <a:lnTo>
                  <a:pt x="17126" y="40977"/>
                </a:lnTo>
                <a:lnTo>
                  <a:pt x="25698" y="61455"/>
                </a:lnTo>
                <a:lnTo>
                  <a:pt x="34261" y="81944"/>
                </a:lnTo>
                <a:lnTo>
                  <a:pt x="42824" y="102432"/>
                </a:lnTo>
                <a:lnTo>
                  <a:pt x="51387" y="122920"/>
                </a:lnTo>
                <a:lnTo>
                  <a:pt x="59950" y="143408"/>
                </a:lnTo>
                <a:lnTo>
                  <a:pt x="68523" y="163887"/>
                </a:lnTo>
                <a:lnTo>
                  <a:pt x="77086" y="184375"/>
                </a:lnTo>
                <a:lnTo>
                  <a:pt x="85649" y="204864"/>
                </a:lnTo>
                <a:lnTo>
                  <a:pt x="94212" y="225352"/>
                </a:lnTo>
                <a:lnTo>
                  <a:pt x="102784" y="245840"/>
                </a:lnTo>
                <a:lnTo>
                  <a:pt x="111347" y="266319"/>
                </a:lnTo>
                <a:lnTo>
                  <a:pt x="119910" y="286807"/>
                </a:lnTo>
                <a:lnTo>
                  <a:pt x="128473" y="307296"/>
                </a:lnTo>
                <a:lnTo>
                  <a:pt x="137036" y="327784"/>
                </a:lnTo>
                <a:lnTo>
                  <a:pt x="145609" y="348272"/>
                </a:lnTo>
                <a:lnTo>
                  <a:pt x="154172" y="368751"/>
                </a:lnTo>
                <a:lnTo>
                  <a:pt x="162735" y="389239"/>
                </a:lnTo>
                <a:lnTo>
                  <a:pt x="171298" y="409727"/>
                </a:lnTo>
                <a:lnTo>
                  <a:pt x="179870" y="430216"/>
                </a:lnTo>
                <a:lnTo>
                  <a:pt x="188433" y="450704"/>
                </a:lnTo>
                <a:lnTo>
                  <a:pt x="196891" y="471211"/>
                </a:lnTo>
                <a:lnTo>
                  <a:pt x="213932" y="483908"/>
                </a:lnTo>
                <a:lnTo>
                  <a:pt x="235268" y="490014"/>
                </a:lnTo>
                <a:lnTo>
                  <a:pt x="257023" y="494433"/>
                </a:lnTo>
                <a:lnTo>
                  <a:pt x="278940" y="497996"/>
                </a:lnTo>
                <a:lnTo>
                  <a:pt x="300942" y="501015"/>
                </a:lnTo>
                <a:lnTo>
                  <a:pt x="322993" y="503653"/>
                </a:lnTo>
                <a:lnTo>
                  <a:pt x="345072" y="506006"/>
                </a:lnTo>
                <a:lnTo>
                  <a:pt x="367170" y="508121"/>
                </a:lnTo>
                <a:lnTo>
                  <a:pt x="389296" y="510045"/>
                </a:lnTo>
                <a:lnTo>
                  <a:pt x="411423" y="511807"/>
                </a:lnTo>
                <a:lnTo>
                  <a:pt x="433568" y="513445"/>
                </a:lnTo>
                <a:lnTo>
                  <a:pt x="455724" y="514950"/>
                </a:lnTo>
                <a:lnTo>
                  <a:pt x="477888" y="516360"/>
                </a:lnTo>
                <a:lnTo>
                  <a:pt x="500053" y="517674"/>
                </a:lnTo>
                <a:lnTo>
                  <a:pt x="522227" y="518893"/>
                </a:lnTo>
                <a:lnTo>
                  <a:pt x="544401" y="520046"/>
                </a:lnTo>
                <a:lnTo>
                  <a:pt x="566576" y="521122"/>
                </a:lnTo>
                <a:lnTo>
                  <a:pt x="588759" y="522132"/>
                </a:lnTo>
                <a:lnTo>
                  <a:pt x="610943" y="523084"/>
                </a:lnTo>
                <a:lnTo>
                  <a:pt x="633127" y="523970"/>
                </a:lnTo>
                <a:lnTo>
                  <a:pt x="655320" y="524808"/>
                </a:lnTo>
                <a:lnTo>
                  <a:pt x="677513" y="525590"/>
                </a:lnTo>
                <a:lnTo>
                  <a:pt x="699706" y="526323"/>
                </a:lnTo>
                <a:lnTo>
                  <a:pt x="721900" y="527018"/>
                </a:lnTo>
                <a:lnTo>
                  <a:pt x="744093" y="527666"/>
                </a:lnTo>
                <a:lnTo>
                  <a:pt x="766286" y="528276"/>
                </a:lnTo>
                <a:lnTo>
                  <a:pt x="788489" y="528838"/>
                </a:lnTo>
                <a:lnTo>
                  <a:pt x="810682" y="529371"/>
                </a:lnTo>
                <a:lnTo>
                  <a:pt x="832885" y="529857"/>
                </a:lnTo>
                <a:lnTo>
                  <a:pt x="855078" y="530314"/>
                </a:lnTo>
                <a:lnTo>
                  <a:pt x="877281" y="530733"/>
                </a:lnTo>
                <a:lnTo>
                  <a:pt x="899484" y="531114"/>
                </a:lnTo>
                <a:lnTo>
                  <a:pt x="921687" y="531466"/>
                </a:lnTo>
                <a:lnTo>
                  <a:pt x="943889" y="531781"/>
                </a:lnTo>
                <a:lnTo>
                  <a:pt x="966092" y="532067"/>
                </a:lnTo>
                <a:lnTo>
                  <a:pt x="988295" y="532324"/>
                </a:lnTo>
                <a:lnTo>
                  <a:pt x="1010498" y="532543"/>
                </a:lnTo>
                <a:lnTo>
                  <a:pt x="1032701" y="532743"/>
                </a:lnTo>
                <a:lnTo>
                  <a:pt x="1054903" y="532905"/>
                </a:lnTo>
                <a:lnTo>
                  <a:pt x="1077116" y="533038"/>
                </a:lnTo>
                <a:lnTo>
                  <a:pt x="1099318" y="533143"/>
                </a:lnTo>
                <a:lnTo>
                  <a:pt x="1121521" y="533219"/>
                </a:lnTo>
                <a:lnTo>
                  <a:pt x="1143724" y="533267"/>
                </a:lnTo>
                <a:lnTo>
                  <a:pt x="1165927" y="533276"/>
                </a:lnTo>
                <a:lnTo>
                  <a:pt x="1188139" y="533267"/>
                </a:lnTo>
                <a:lnTo>
                  <a:pt x="1210342" y="533229"/>
                </a:lnTo>
                <a:lnTo>
                  <a:pt x="1232545" y="533152"/>
                </a:lnTo>
                <a:lnTo>
                  <a:pt x="1254747" y="533057"/>
                </a:lnTo>
                <a:lnTo>
                  <a:pt x="1276950" y="532924"/>
                </a:lnTo>
                <a:lnTo>
                  <a:pt x="1299162" y="532771"/>
                </a:lnTo>
                <a:lnTo>
                  <a:pt x="1321365" y="532581"/>
                </a:lnTo>
                <a:lnTo>
                  <a:pt x="1343568" y="532362"/>
                </a:lnTo>
                <a:lnTo>
                  <a:pt x="1365771" y="532114"/>
                </a:lnTo>
                <a:lnTo>
                  <a:pt x="1387973" y="531828"/>
                </a:lnTo>
                <a:lnTo>
                  <a:pt x="1410176" y="531514"/>
                </a:lnTo>
                <a:lnTo>
                  <a:pt x="1432379" y="531171"/>
                </a:lnTo>
                <a:lnTo>
                  <a:pt x="1454582" y="530790"/>
                </a:lnTo>
                <a:lnTo>
                  <a:pt x="1476775" y="530381"/>
                </a:lnTo>
                <a:lnTo>
                  <a:pt x="1498978" y="529933"/>
                </a:lnTo>
                <a:lnTo>
                  <a:pt x="1521181" y="529447"/>
                </a:lnTo>
                <a:lnTo>
                  <a:pt x="1543374" y="528933"/>
                </a:lnTo>
                <a:lnTo>
                  <a:pt x="1565577" y="528371"/>
                </a:lnTo>
                <a:lnTo>
                  <a:pt x="1587770" y="527771"/>
                </a:lnTo>
                <a:lnTo>
                  <a:pt x="1609963" y="527133"/>
                </a:lnTo>
                <a:lnTo>
                  <a:pt x="1632166" y="526447"/>
                </a:lnTo>
                <a:lnTo>
                  <a:pt x="1654359" y="525713"/>
                </a:lnTo>
                <a:lnTo>
                  <a:pt x="1676543" y="524942"/>
                </a:lnTo>
                <a:lnTo>
                  <a:pt x="1698736" y="524113"/>
                </a:lnTo>
                <a:lnTo>
                  <a:pt x="1720920" y="523227"/>
                </a:lnTo>
                <a:lnTo>
                  <a:pt x="1743104" y="522294"/>
                </a:lnTo>
                <a:lnTo>
                  <a:pt x="1765287" y="521294"/>
                </a:lnTo>
                <a:lnTo>
                  <a:pt x="1787471" y="520227"/>
                </a:lnTo>
                <a:lnTo>
                  <a:pt x="1809645" y="519093"/>
                </a:lnTo>
                <a:lnTo>
                  <a:pt x="1831819" y="517884"/>
                </a:lnTo>
                <a:lnTo>
                  <a:pt x="1853984" y="516588"/>
                </a:lnTo>
                <a:lnTo>
                  <a:pt x="1876149" y="515188"/>
                </a:lnTo>
                <a:lnTo>
                  <a:pt x="1898294" y="513702"/>
                </a:lnTo>
                <a:lnTo>
                  <a:pt x="1920450" y="512093"/>
                </a:lnTo>
                <a:lnTo>
                  <a:pt x="1942586" y="510350"/>
                </a:lnTo>
                <a:lnTo>
                  <a:pt x="1964703" y="508454"/>
                </a:lnTo>
                <a:lnTo>
                  <a:pt x="1986810" y="506368"/>
                </a:lnTo>
                <a:lnTo>
                  <a:pt x="2008899" y="504063"/>
                </a:lnTo>
                <a:lnTo>
                  <a:pt x="2030949" y="501472"/>
                </a:lnTo>
                <a:lnTo>
                  <a:pt x="2052961" y="498529"/>
                </a:lnTo>
                <a:lnTo>
                  <a:pt x="2074888" y="495071"/>
                </a:lnTo>
                <a:lnTo>
                  <a:pt x="2096681" y="490823"/>
                </a:lnTo>
                <a:lnTo>
                  <a:pt x="2118131" y="485108"/>
                </a:lnTo>
                <a:lnTo>
                  <a:pt x="2137353" y="474593"/>
                </a:lnTo>
                <a:lnTo>
                  <a:pt x="2145687" y="454085"/>
                </a:lnTo>
                <a:lnTo>
                  <a:pt x="2154250" y="433597"/>
                </a:lnTo>
                <a:lnTo>
                  <a:pt x="2162813" y="413109"/>
                </a:lnTo>
                <a:lnTo>
                  <a:pt x="2171376" y="392630"/>
                </a:lnTo>
                <a:lnTo>
                  <a:pt x="2179949" y="372142"/>
                </a:lnTo>
                <a:lnTo>
                  <a:pt x="2188512" y="351653"/>
                </a:lnTo>
                <a:lnTo>
                  <a:pt x="2197075" y="331165"/>
                </a:lnTo>
                <a:lnTo>
                  <a:pt x="2205638" y="310677"/>
                </a:lnTo>
                <a:lnTo>
                  <a:pt x="2214201" y="290198"/>
                </a:lnTo>
                <a:lnTo>
                  <a:pt x="2222773" y="269710"/>
                </a:lnTo>
                <a:lnTo>
                  <a:pt x="2231336" y="249222"/>
                </a:lnTo>
                <a:lnTo>
                  <a:pt x="2239899" y="228733"/>
                </a:lnTo>
                <a:lnTo>
                  <a:pt x="2248462" y="208245"/>
                </a:lnTo>
                <a:lnTo>
                  <a:pt x="2257034" y="187766"/>
                </a:lnTo>
                <a:lnTo>
                  <a:pt x="2265597" y="167278"/>
                </a:lnTo>
                <a:lnTo>
                  <a:pt x="2274160" y="146790"/>
                </a:lnTo>
                <a:lnTo>
                  <a:pt x="2282723" y="126302"/>
                </a:lnTo>
                <a:lnTo>
                  <a:pt x="2291286" y="105813"/>
                </a:lnTo>
                <a:lnTo>
                  <a:pt x="2299859" y="85334"/>
                </a:lnTo>
                <a:lnTo>
                  <a:pt x="2308422" y="64846"/>
                </a:lnTo>
                <a:lnTo>
                  <a:pt x="2316985" y="44358"/>
                </a:lnTo>
                <a:lnTo>
                  <a:pt x="2325548" y="23870"/>
                </a:lnTo>
                <a:lnTo>
                  <a:pt x="2334111" y="3381"/>
                </a:lnTo>
                <a:lnTo>
                  <a:pt x="2321547" y="10801"/>
                </a:lnTo>
                <a:lnTo>
                  <a:pt x="2300192" y="16840"/>
                </a:lnTo>
                <a:lnTo>
                  <a:pt x="2278399" y="21088"/>
                </a:lnTo>
                <a:lnTo>
                  <a:pt x="2256463" y="24489"/>
                </a:lnTo>
                <a:lnTo>
                  <a:pt x="2234441" y="27375"/>
                </a:lnTo>
                <a:lnTo>
                  <a:pt x="2212381" y="29889"/>
                </a:lnTo>
                <a:lnTo>
                  <a:pt x="2190293" y="32128"/>
                </a:lnTo>
                <a:lnTo>
                  <a:pt x="2168176" y="34157"/>
                </a:lnTo>
                <a:lnTo>
                  <a:pt x="2146049" y="36005"/>
                </a:lnTo>
                <a:lnTo>
                  <a:pt x="2123913" y="37709"/>
                </a:lnTo>
                <a:lnTo>
                  <a:pt x="2101767" y="39291"/>
                </a:lnTo>
                <a:lnTo>
                  <a:pt x="2079612" y="40757"/>
                </a:lnTo>
                <a:lnTo>
                  <a:pt x="2057448" y="42129"/>
                </a:lnTo>
                <a:lnTo>
                  <a:pt x="2035283" y="43424"/>
                </a:lnTo>
                <a:lnTo>
                  <a:pt x="2013109" y="44634"/>
                </a:lnTo>
                <a:lnTo>
                  <a:pt x="1990935" y="45787"/>
                </a:lnTo>
                <a:lnTo>
                  <a:pt x="1968751" y="46863"/>
                </a:lnTo>
                <a:lnTo>
                  <a:pt x="1946577" y="47882"/>
                </a:lnTo>
                <a:lnTo>
                  <a:pt x="1924393" y="48844"/>
                </a:lnTo>
                <a:lnTo>
                  <a:pt x="1902200" y="49759"/>
                </a:lnTo>
                <a:lnTo>
                  <a:pt x="1880016" y="50625"/>
                </a:lnTo>
                <a:lnTo>
                  <a:pt x="1857823" y="51445"/>
                </a:lnTo>
                <a:lnTo>
                  <a:pt x="1835639" y="52226"/>
                </a:lnTo>
                <a:lnTo>
                  <a:pt x="1813446" y="52969"/>
                </a:lnTo>
                <a:lnTo>
                  <a:pt x="1791252" y="53673"/>
                </a:lnTo>
                <a:lnTo>
                  <a:pt x="1769050" y="54340"/>
                </a:lnTo>
                <a:lnTo>
                  <a:pt x="1746856" y="54978"/>
                </a:lnTo>
                <a:lnTo>
                  <a:pt x="1724663" y="55578"/>
                </a:lnTo>
                <a:lnTo>
                  <a:pt x="1702460" y="56140"/>
                </a:lnTo>
                <a:lnTo>
                  <a:pt x="1680267" y="56683"/>
                </a:lnTo>
                <a:lnTo>
                  <a:pt x="1658064" y="57198"/>
                </a:lnTo>
                <a:lnTo>
                  <a:pt x="1635871" y="57674"/>
                </a:lnTo>
                <a:lnTo>
                  <a:pt x="1613668" y="58131"/>
                </a:lnTo>
                <a:lnTo>
                  <a:pt x="1591466" y="58560"/>
                </a:lnTo>
                <a:lnTo>
                  <a:pt x="1569263" y="58969"/>
                </a:lnTo>
                <a:lnTo>
                  <a:pt x="1547060" y="59341"/>
                </a:lnTo>
                <a:lnTo>
                  <a:pt x="1524857" y="59693"/>
                </a:lnTo>
                <a:lnTo>
                  <a:pt x="1502664" y="60027"/>
                </a:lnTo>
                <a:lnTo>
                  <a:pt x="1480461" y="60331"/>
                </a:lnTo>
                <a:lnTo>
                  <a:pt x="1458258" y="60617"/>
                </a:lnTo>
                <a:lnTo>
                  <a:pt x="1436056" y="60874"/>
                </a:lnTo>
                <a:lnTo>
                  <a:pt x="1413843" y="61103"/>
                </a:lnTo>
                <a:lnTo>
                  <a:pt x="1391641" y="61331"/>
                </a:lnTo>
                <a:lnTo>
                  <a:pt x="1369438" y="61522"/>
                </a:lnTo>
                <a:lnTo>
                  <a:pt x="1347235" y="61693"/>
                </a:lnTo>
                <a:lnTo>
                  <a:pt x="1325032" y="61855"/>
                </a:lnTo>
                <a:lnTo>
                  <a:pt x="1302830" y="61979"/>
                </a:lnTo>
                <a:lnTo>
                  <a:pt x="1280627" y="62103"/>
                </a:lnTo>
                <a:lnTo>
                  <a:pt x="1258414" y="62179"/>
                </a:lnTo>
                <a:lnTo>
                  <a:pt x="1236212" y="62255"/>
                </a:lnTo>
                <a:lnTo>
                  <a:pt x="1214009" y="62313"/>
                </a:lnTo>
                <a:lnTo>
                  <a:pt x="1191806" y="62341"/>
                </a:lnTo>
                <a:lnTo>
                  <a:pt x="1169603" y="62360"/>
                </a:lnTo>
                <a:lnTo>
                  <a:pt x="1147391" y="62341"/>
                </a:lnTo>
                <a:lnTo>
                  <a:pt x="1125188" y="62322"/>
                </a:lnTo>
                <a:lnTo>
                  <a:pt x="1102985" y="62274"/>
                </a:lnTo>
                <a:lnTo>
                  <a:pt x="1080783" y="62198"/>
                </a:lnTo>
                <a:lnTo>
                  <a:pt x="1058580" y="62122"/>
                </a:lnTo>
                <a:lnTo>
                  <a:pt x="1036368" y="61998"/>
                </a:lnTo>
                <a:lnTo>
                  <a:pt x="1014165" y="61874"/>
                </a:lnTo>
                <a:lnTo>
                  <a:pt x="991962" y="61722"/>
                </a:lnTo>
                <a:lnTo>
                  <a:pt x="969759" y="61551"/>
                </a:lnTo>
                <a:lnTo>
                  <a:pt x="947557" y="61370"/>
                </a:lnTo>
                <a:lnTo>
                  <a:pt x="925354" y="61141"/>
                </a:lnTo>
                <a:lnTo>
                  <a:pt x="903151" y="60912"/>
                </a:lnTo>
                <a:lnTo>
                  <a:pt x="880948" y="60655"/>
                </a:lnTo>
                <a:lnTo>
                  <a:pt x="858745" y="60379"/>
                </a:lnTo>
                <a:lnTo>
                  <a:pt x="836543" y="60074"/>
                </a:lnTo>
                <a:lnTo>
                  <a:pt x="814340" y="59750"/>
                </a:lnTo>
                <a:lnTo>
                  <a:pt x="792137" y="59407"/>
                </a:lnTo>
                <a:lnTo>
                  <a:pt x="769934" y="59026"/>
                </a:lnTo>
                <a:lnTo>
                  <a:pt x="747732" y="58626"/>
                </a:lnTo>
                <a:lnTo>
                  <a:pt x="725529" y="58207"/>
                </a:lnTo>
                <a:lnTo>
                  <a:pt x="703326" y="57750"/>
                </a:lnTo>
                <a:lnTo>
                  <a:pt x="681133" y="57274"/>
                </a:lnTo>
                <a:lnTo>
                  <a:pt x="658930" y="56769"/>
                </a:lnTo>
                <a:lnTo>
                  <a:pt x="636737" y="56236"/>
                </a:lnTo>
                <a:lnTo>
                  <a:pt x="614534" y="55674"/>
                </a:lnTo>
                <a:lnTo>
                  <a:pt x="592341" y="55074"/>
                </a:lnTo>
                <a:lnTo>
                  <a:pt x="570147" y="54445"/>
                </a:lnTo>
                <a:lnTo>
                  <a:pt x="547945" y="53788"/>
                </a:lnTo>
                <a:lnTo>
                  <a:pt x="525751" y="53083"/>
                </a:lnTo>
                <a:lnTo>
                  <a:pt x="503558" y="52349"/>
                </a:lnTo>
                <a:lnTo>
                  <a:pt x="481374" y="51578"/>
                </a:lnTo>
                <a:lnTo>
                  <a:pt x="459181" y="50759"/>
                </a:lnTo>
                <a:lnTo>
                  <a:pt x="436988" y="49901"/>
                </a:lnTo>
                <a:lnTo>
                  <a:pt x="414804" y="48997"/>
                </a:lnTo>
                <a:lnTo>
                  <a:pt x="392621" y="48035"/>
                </a:lnTo>
                <a:lnTo>
                  <a:pt x="370437" y="47025"/>
                </a:lnTo>
                <a:lnTo>
                  <a:pt x="348263" y="45958"/>
                </a:lnTo>
                <a:lnTo>
                  <a:pt x="326088" y="44834"/>
                </a:lnTo>
                <a:lnTo>
                  <a:pt x="303914" y="43634"/>
                </a:lnTo>
                <a:lnTo>
                  <a:pt x="281740" y="42358"/>
                </a:lnTo>
                <a:lnTo>
                  <a:pt x="259585" y="40996"/>
                </a:lnTo>
                <a:lnTo>
                  <a:pt x="237420" y="39538"/>
                </a:lnTo>
                <a:lnTo>
                  <a:pt x="215275" y="37986"/>
                </a:lnTo>
                <a:lnTo>
                  <a:pt x="193129" y="36300"/>
                </a:lnTo>
                <a:lnTo>
                  <a:pt x="171002" y="34471"/>
                </a:lnTo>
                <a:lnTo>
                  <a:pt x="148885" y="32480"/>
                </a:lnTo>
                <a:lnTo>
                  <a:pt x="126797" y="30270"/>
                </a:lnTo>
                <a:lnTo>
                  <a:pt x="104727" y="27813"/>
                </a:lnTo>
                <a:lnTo>
                  <a:pt x="82706" y="25003"/>
                </a:lnTo>
                <a:lnTo>
                  <a:pt x="60741" y="21698"/>
                </a:lnTo>
                <a:lnTo>
                  <a:pt x="38919" y="17621"/>
                </a:lnTo>
                <a:lnTo>
                  <a:pt x="17440" y="12021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50" name="funnel-step-cap-2">
            <a:extLst xmlns:a="http://schemas.openxmlformats.org/drawingml/2006/main">
              <a:ext uri="{FF2B5EF4-FFF2-40B4-BE49-F238E27FC236}">
                <a16:creationId xmlns:a16="http://schemas.microsoft.com/office/drawing/2014/main" id="{D9C3CCA8-1824-48AC-9527-FFC909838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451879" y="3629282"/>
            <a:ext cx="2335482" cy="17728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7EAC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51" name="funnel-step-body-3">
            <a:extLst xmlns:a="http://schemas.openxmlformats.org/drawingml/2006/main">
              <a:ext uri="{FF2B5EF4-FFF2-40B4-BE49-F238E27FC236}">
                <a16:creationId xmlns:a16="http://schemas.microsoft.com/office/drawing/2014/main" id="{02377DB8-32D9-4AA9-B604-AE03DB2C5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648742" y="4319588"/>
            <a:ext cx="1941690" cy="533276"/>
          </a:xfrm>
          <a:custGeom xmlns:a="http://schemas.openxmlformats.org/drawingml/2006/main">
            <a:pathLst>
              <a:path w="1941690" h="533276">
                <a:moveTo>
                  <a:pt x="0" y="0"/>
                </a:moveTo>
                <a:lnTo>
                  <a:pt x="6953" y="17688"/>
                </a:lnTo>
                <a:lnTo>
                  <a:pt x="13907" y="35366"/>
                </a:lnTo>
                <a:lnTo>
                  <a:pt x="20860" y="53054"/>
                </a:lnTo>
                <a:lnTo>
                  <a:pt x="27813" y="70742"/>
                </a:lnTo>
                <a:lnTo>
                  <a:pt x="34766" y="88430"/>
                </a:lnTo>
                <a:lnTo>
                  <a:pt x="41720" y="106109"/>
                </a:lnTo>
                <a:lnTo>
                  <a:pt x="48682" y="123796"/>
                </a:lnTo>
                <a:lnTo>
                  <a:pt x="55636" y="141484"/>
                </a:lnTo>
                <a:lnTo>
                  <a:pt x="62589" y="159172"/>
                </a:lnTo>
                <a:lnTo>
                  <a:pt x="69542" y="176851"/>
                </a:lnTo>
                <a:lnTo>
                  <a:pt x="76495" y="194539"/>
                </a:lnTo>
                <a:lnTo>
                  <a:pt x="83449" y="212227"/>
                </a:lnTo>
                <a:lnTo>
                  <a:pt x="90402" y="229914"/>
                </a:lnTo>
                <a:lnTo>
                  <a:pt x="97355" y="247593"/>
                </a:lnTo>
                <a:lnTo>
                  <a:pt x="104308" y="265281"/>
                </a:lnTo>
                <a:lnTo>
                  <a:pt x="111262" y="282969"/>
                </a:lnTo>
                <a:lnTo>
                  <a:pt x="118215" y="300647"/>
                </a:lnTo>
                <a:lnTo>
                  <a:pt x="125168" y="318335"/>
                </a:lnTo>
                <a:lnTo>
                  <a:pt x="132121" y="336023"/>
                </a:lnTo>
                <a:lnTo>
                  <a:pt x="139084" y="353711"/>
                </a:lnTo>
                <a:lnTo>
                  <a:pt x="146037" y="371389"/>
                </a:lnTo>
                <a:lnTo>
                  <a:pt x="152991" y="389077"/>
                </a:lnTo>
                <a:lnTo>
                  <a:pt x="159944" y="406765"/>
                </a:lnTo>
                <a:lnTo>
                  <a:pt x="166897" y="424453"/>
                </a:lnTo>
                <a:lnTo>
                  <a:pt x="173850" y="442131"/>
                </a:lnTo>
                <a:lnTo>
                  <a:pt x="180804" y="459819"/>
                </a:lnTo>
                <a:lnTo>
                  <a:pt x="188185" y="477117"/>
                </a:lnTo>
                <a:lnTo>
                  <a:pt x="204702" y="486251"/>
                </a:lnTo>
                <a:lnTo>
                  <a:pt x="222856" y="491814"/>
                </a:lnTo>
                <a:lnTo>
                  <a:pt x="241383" y="496033"/>
                </a:lnTo>
                <a:lnTo>
                  <a:pt x="260071" y="499491"/>
                </a:lnTo>
                <a:lnTo>
                  <a:pt x="278844" y="502463"/>
                </a:lnTo>
                <a:lnTo>
                  <a:pt x="297666" y="505063"/>
                </a:lnTo>
                <a:lnTo>
                  <a:pt x="316525" y="507378"/>
                </a:lnTo>
                <a:lnTo>
                  <a:pt x="335413" y="509483"/>
                </a:lnTo>
                <a:lnTo>
                  <a:pt x="354320" y="511388"/>
                </a:lnTo>
                <a:lnTo>
                  <a:pt x="373247" y="513140"/>
                </a:lnTo>
                <a:lnTo>
                  <a:pt x="392182" y="514760"/>
                </a:lnTo>
                <a:lnTo>
                  <a:pt x="411128" y="516245"/>
                </a:lnTo>
                <a:lnTo>
                  <a:pt x="430073" y="517646"/>
                </a:lnTo>
                <a:lnTo>
                  <a:pt x="449037" y="518932"/>
                </a:lnTo>
                <a:lnTo>
                  <a:pt x="468001" y="520141"/>
                </a:lnTo>
                <a:lnTo>
                  <a:pt x="486966" y="521275"/>
                </a:lnTo>
                <a:lnTo>
                  <a:pt x="505939" y="522332"/>
                </a:lnTo>
                <a:lnTo>
                  <a:pt x="524923" y="523313"/>
                </a:lnTo>
                <a:lnTo>
                  <a:pt x="543906" y="524237"/>
                </a:lnTo>
                <a:lnTo>
                  <a:pt x="562889" y="525104"/>
                </a:lnTo>
                <a:lnTo>
                  <a:pt x="581873" y="525913"/>
                </a:lnTo>
                <a:lnTo>
                  <a:pt x="600856" y="526675"/>
                </a:lnTo>
                <a:lnTo>
                  <a:pt x="619849" y="527380"/>
                </a:lnTo>
                <a:lnTo>
                  <a:pt x="638842" y="528037"/>
                </a:lnTo>
                <a:lnTo>
                  <a:pt x="657835" y="528647"/>
                </a:lnTo>
                <a:lnTo>
                  <a:pt x="676827" y="529219"/>
                </a:lnTo>
                <a:lnTo>
                  <a:pt x="695830" y="529752"/>
                </a:lnTo>
                <a:lnTo>
                  <a:pt x="714823" y="530238"/>
                </a:lnTo>
                <a:lnTo>
                  <a:pt x="733825" y="530685"/>
                </a:lnTo>
                <a:lnTo>
                  <a:pt x="752818" y="531095"/>
                </a:lnTo>
                <a:lnTo>
                  <a:pt x="771820" y="531466"/>
                </a:lnTo>
                <a:lnTo>
                  <a:pt x="790823" y="531800"/>
                </a:lnTo>
                <a:lnTo>
                  <a:pt x="809825" y="532095"/>
                </a:lnTo>
                <a:lnTo>
                  <a:pt x="828827" y="532362"/>
                </a:lnTo>
                <a:lnTo>
                  <a:pt x="847830" y="532590"/>
                </a:lnTo>
                <a:lnTo>
                  <a:pt x="866832" y="532790"/>
                </a:lnTo>
                <a:lnTo>
                  <a:pt x="885835" y="532952"/>
                </a:lnTo>
                <a:lnTo>
                  <a:pt x="904837" y="533076"/>
                </a:lnTo>
                <a:lnTo>
                  <a:pt x="923839" y="533181"/>
                </a:lnTo>
                <a:lnTo>
                  <a:pt x="942842" y="533238"/>
                </a:lnTo>
                <a:lnTo>
                  <a:pt x="961844" y="533276"/>
                </a:lnTo>
                <a:lnTo>
                  <a:pt x="980846" y="533276"/>
                </a:lnTo>
                <a:lnTo>
                  <a:pt x="999849" y="533238"/>
                </a:lnTo>
                <a:lnTo>
                  <a:pt x="1018851" y="533171"/>
                </a:lnTo>
                <a:lnTo>
                  <a:pt x="1037854" y="533076"/>
                </a:lnTo>
                <a:lnTo>
                  <a:pt x="1056856" y="532943"/>
                </a:lnTo>
                <a:lnTo>
                  <a:pt x="1075868" y="532781"/>
                </a:lnTo>
                <a:lnTo>
                  <a:pt x="1094870" y="532581"/>
                </a:lnTo>
                <a:lnTo>
                  <a:pt x="1113863" y="532352"/>
                </a:lnTo>
                <a:lnTo>
                  <a:pt x="1132865" y="532086"/>
                </a:lnTo>
                <a:lnTo>
                  <a:pt x="1151868" y="531781"/>
                </a:lnTo>
                <a:lnTo>
                  <a:pt x="1170870" y="531447"/>
                </a:lnTo>
                <a:lnTo>
                  <a:pt x="1189873" y="531076"/>
                </a:lnTo>
                <a:lnTo>
                  <a:pt x="1208865" y="530666"/>
                </a:lnTo>
                <a:lnTo>
                  <a:pt x="1227868" y="530209"/>
                </a:lnTo>
                <a:lnTo>
                  <a:pt x="1246861" y="529723"/>
                </a:lnTo>
                <a:lnTo>
                  <a:pt x="1265863" y="529190"/>
                </a:lnTo>
                <a:lnTo>
                  <a:pt x="1284856" y="528618"/>
                </a:lnTo>
                <a:lnTo>
                  <a:pt x="1303849" y="528009"/>
                </a:lnTo>
                <a:lnTo>
                  <a:pt x="1322842" y="527342"/>
                </a:lnTo>
                <a:lnTo>
                  <a:pt x="1341834" y="526637"/>
                </a:lnTo>
                <a:lnTo>
                  <a:pt x="1360818" y="525875"/>
                </a:lnTo>
                <a:lnTo>
                  <a:pt x="1379801" y="525066"/>
                </a:lnTo>
                <a:lnTo>
                  <a:pt x="1398784" y="524199"/>
                </a:lnTo>
                <a:lnTo>
                  <a:pt x="1417768" y="523265"/>
                </a:lnTo>
                <a:lnTo>
                  <a:pt x="1436751" y="522275"/>
                </a:lnTo>
                <a:lnTo>
                  <a:pt x="1455725" y="521218"/>
                </a:lnTo>
                <a:lnTo>
                  <a:pt x="1474689" y="520084"/>
                </a:lnTo>
                <a:lnTo>
                  <a:pt x="1493653" y="518874"/>
                </a:lnTo>
                <a:lnTo>
                  <a:pt x="1512618" y="517579"/>
                </a:lnTo>
                <a:lnTo>
                  <a:pt x="1531563" y="516179"/>
                </a:lnTo>
                <a:lnTo>
                  <a:pt x="1550508" y="514683"/>
                </a:lnTo>
                <a:lnTo>
                  <a:pt x="1569444" y="513055"/>
                </a:lnTo>
                <a:lnTo>
                  <a:pt x="1588370" y="511302"/>
                </a:lnTo>
                <a:lnTo>
                  <a:pt x="1607268" y="509378"/>
                </a:lnTo>
                <a:lnTo>
                  <a:pt x="1626156" y="507273"/>
                </a:lnTo>
                <a:lnTo>
                  <a:pt x="1645015" y="504939"/>
                </a:lnTo>
                <a:lnTo>
                  <a:pt x="1663837" y="502320"/>
                </a:lnTo>
                <a:lnTo>
                  <a:pt x="1682610" y="499339"/>
                </a:lnTo>
                <a:lnTo>
                  <a:pt x="1701289" y="495843"/>
                </a:lnTo>
                <a:lnTo>
                  <a:pt x="1719805" y="491585"/>
                </a:lnTo>
                <a:lnTo>
                  <a:pt x="1737932" y="485927"/>
                </a:lnTo>
                <a:lnTo>
                  <a:pt x="1754210" y="476441"/>
                </a:lnTo>
                <a:lnTo>
                  <a:pt x="1761306" y="458962"/>
                </a:lnTo>
                <a:lnTo>
                  <a:pt x="1768259" y="441274"/>
                </a:lnTo>
                <a:lnTo>
                  <a:pt x="1775212" y="423586"/>
                </a:lnTo>
                <a:lnTo>
                  <a:pt x="1782166" y="405898"/>
                </a:lnTo>
                <a:lnTo>
                  <a:pt x="1789119" y="388220"/>
                </a:lnTo>
                <a:lnTo>
                  <a:pt x="1796072" y="370532"/>
                </a:lnTo>
                <a:lnTo>
                  <a:pt x="1803025" y="352844"/>
                </a:lnTo>
                <a:lnTo>
                  <a:pt x="1809979" y="335166"/>
                </a:lnTo>
                <a:lnTo>
                  <a:pt x="1816932" y="317478"/>
                </a:lnTo>
                <a:lnTo>
                  <a:pt x="1823885" y="299790"/>
                </a:lnTo>
                <a:lnTo>
                  <a:pt x="1830838" y="282102"/>
                </a:lnTo>
                <a:lnTo>
                  <a:pt x="1837792" y="264424"/>
                </a:lnTo>
                <a:lnTo>
                  <a:pt x="1844745" y="246736"/>
                </a:lnTo>
                <a:lnTo>
                  <a:pt x="1851708" y="229048"/>
                </a:lnTo>
                <a:lnTo>
                  <a:pt x="1858661" y="211360"/>
                </a:lnTo>
                <a:lnTo>
                  <a:pt x="1865614" y="193681"/>
                </a:lnTo>
                <a:lnTo>
                  <a:pt x="1872567" y="175993"/>
                </a:lnTo>
                <a:lnTo>
                  <a:pt x="1879521" y="158306"/>
                </a:lnTo>
                <a:lnTo>
                  <a:pt x="1886474" y="140627"/>
                </a:lnTo>
                <a:lnTo>
                  <a:pt x="1893427" y="122939"/>
                </a:lnTo>
                <a:lnTo>
                  <a:pt x="1900380" y="105251"/>
                </a:lnTo>
                <a:lnTo>
                  <a:pt x="1907334" y="87563"/>
                </a:lnTo>
                <a:lnTo>
                  <a:pt x="1914287" y="69885"/>
                </a:lnTo>
                <a:lnTo>
                  <a:pt x="1921240" y="52197"/>
                </a:lnTo>
                <a:lnTo>
                  <a:pt x="1928193" y="34509"/>
                </a:lnTo>
                <a:lnTo>
                  <a:pt x="1935147" y="16821"/>
                </a:lnTo>
                <a:lnTo>
                  <a:pt x="1941690" y="924"/>
                </a:lnTo>
                <a:lnTo>
                  <a:pt x="1927117" y="12078"/>
                </a:lnTo>
                <a:lnTo>
                  <a:pt x="1908991" y="17736"/>
                </a:lnTo>
                <a:lnTo>
                  <a:pt x="1890436" y="21860"/>
                </a:lnTo>
                <a:lnTo>
                  <a:pt x="1871739" y="25203"/>
                </a:lnTo>
                <a:lnTo>
                  <a:pt x="1852946" y="28061"/>
                </a:lnTo>
                <a:lnTo>
                  <a:pt x="1834105" y="30556"/>
                </a:lnTo>
                <a:lnTo>
                  <a:pt x="1815236" y="32785"/>
                </a:lnTo>
                <a:lnTo>
                  <a:pt x="1796339" y="34804"/>
                </a:lnTo>
                <a:lnTo>
                  <a:pt x="1777432" y="36652"/>
                </a:lnTo>
                <a:lnTo>
                  <a:pt x="1758506" y="38357"/>
                </a:lnTo>
                <a:lnTo>
                  <a:pt x="1739560" y="39929"/>
                </a:lnTo>
                <a:lnTo>
                  <a:pt x="1720615" y="41396"/>
                </a:lnTo>
                <a:lnTo>
                  <a:pt x="1701660" y="42767"/>
                </a:lnTo>
                <a:lnTo>
                  <a:pt x="1682706" y="44053"/>
                </a:lnTo>
                <a:lnTo>
                  <a:pt x="1663741" y="45263"/>
                </a:lnTo>
                <a:lnTo>
                  <a:pt x="1644767" y="46396"/>
                </a:lnTo>
                <a:lnTo>
                  <a:pt x="1625794" y="47473"/>
                </a:lnTo>
                <a:lnTo>
                  <a:pt x="1606820" y="48492"/>
                </a:lnTo>
                <a:lnTo>
                  <a:pt x="1587837" y="49444"/>
                </a:lnTo>
                <a:lnTo>
                  <a:pt x="1568863" y="50359"/>
                </a:lnTo>
                <a:lnTo>
                  <a:pt x="1549870" y="51216"/>
                </a:lnTo>
                <a:lnTo>
                  <a:pt x="1530887" y="52035"/>
                </a:lnTo>
                <a:lnTo>
                  <a:pt x="1511903" y="52807"/>
                </a:lnTo>
                <a:lnTo>
                  <a:pt x="1492910" y="53540"/>
                </a:lnTo>
                <a:lnTo>
                  <a:pt x="1473918" y="54226"/>
                </a:lnTo>
                <a:lnTo>
                  <a:pt x="1454925" y="54883"/>
                </a:lnTo>
                <a:lnTo>
                  <a:pt x="1435932" y="55512"/>
                </a:lnTo>
                <a:lnTo>
                  <a:pt x="1416939" y="56093"/>
                </a:lnTo>
                <a:lnTo>
                  <a:pt x="1397946" y="56655"/>
                </a:lnTo>
                <a:lnTo>
                  <a:pt x="1378953" y="57179"/>
                </a:lnTo>
                <a:lnTo>
                  <a:pt x="1359951" y="57674"/>
                </a:lnTo>
                <a:lnTo>
                  <a:pt x="1340958" y="58141"/>
                </a:lnTo>
                <a:lnTo>
                  <a:pt x="1321956" y="58588"/>
                </a:lnTo>
                <a:lnTo>
                  <a:pt x="1302963" y="58998"/>
                </a:lnTo>
                <a:lnTo>
                  <a:pt x="1283960" y="59388"/>
                </a:lnTo>
                <a:lnTo>
                  <a:pt x="1264958" y="59750"/>
                </a:lnTo>
                <a:lnTo>
                  <a:pt x="1245956" y="60084"/>
                </a:lnTo>
                <a:lnTo>
                  <a:pt x="1226953" y="60389"/>
                </a:lnTo>
                <a:lnTo>
                  <a:pt x="1207961" y="60674"/>
                </a:lnTo>
                <a:lnTo>
                  <a:pt x="1188958" y="60941"/>
                </a:lnTo>
                <a:lnTo>
                  <a:pt x="1169956" y="61179"/>
                </a:lnTo>
                <a:lnTo>
                  <a:pt x="1150953" y="61398"/>
                </a:lnTo>
                <a:lnTo>
                  <a:pt x="1131951" y="61598"/>
                </a:lnTo>
                <a:lnTo>
                  <a:pt x="1112949" y="61760"/>
                </a:lnTo>
                <a:lnTo>
                  <a:pt x="1093946" y="61913"/>
                </a:lnTo>
                <a:lnTo>
                  <a:pt x="1074934" y="62046"/>
                </a:lnTo>
                <a:lnTo>
                  <a:pt x="1055932" y="62151"/>
                </a:lnTo>
                <a:lnTo>
                  <a:pt x="1036930" y="62236"/>
                </a:lnTo>
                <a:lnTo>
                  <a:pt x="1017927" y="62303"/>
                </a:lnTo>
                <a:lnTo>
                  <a:pt x="998925" y="62341"/>
                </a:lnTo>
                <a:lnTo>
                  <a:pt x="979922" y="62360"/>
                </a:lnTo>
                <a:lnTo>
                  <a:pt x="960920" y="62360"/>
                </a:lnTo>
                <a:lnTo>
                  <a:pt x="941918" y="62341"/>
                </a:lnTo>
                <a:lnTo>
                  <a:pt x="922915" y="62294"/>
                </a:lnTo>
                <a:lnTo>
                  <a:pt x="903913" y="62227"/>
                </a:lnTo>
                <a:lnTo>
                  <a:pt x="884911" y="62141"/>
                </a:lnTo>
                <a:lnTo>
                  <a:pt x="865899" y="62036"/>
                </a:lnTo>
                <a:lnTo>
                  <a:pt x="846896" y="61903"/>
                </a:lnTo>
                <a:lnTo>
                  <a:pt x="827894" y="61760"/>
                </a:lnTo>
                <a:lnTo>
                  <a:pt x="808892" y="61589"/>
                </a:lnTo>
                <a:lnTo>
                  <a:pt x="789889" y="61389"/>
                </a:lnTo>
                <a:lnTo>
                  <a:pt x="770887" y="61170"/>
                </a:lnTo>
                <a:lnTo>
                  <a:pt x="751884" y="60931"/>
                </a:lnTo>
                <a:lnTo>
                  <a:pt x="732882" y="60665"/>
                </a:lnTo>
                <a:lnTo>
                  <a:pt x="713889" y="60379"/>
                </a:lnTo>
                <a:lnTo>
                  <a:pt x="694887" y="60065"/>
                </a:lnTo>
                <a:lnTo>
                  <a:pt x="675884" y="59731"/>
                </a:lnTo>
                <a:lnTo>
                  <a:pt x="656882" y="59369"/>
                </a:lnTo>
                <a:lnTo>
                  <a:pt x="637889" y="58979"/>
                </a:lnTo>
                <a:lnTo>
                  <a:pt x="618887" y="58569"/>
                </a:lnTo>
                <a:lnTo>
                  <a:pt x="599885" y="58122"/>
                </a:lnTo>
                <a:lnTo>
                  <a:pt x="580892" y="57655"/>
                </a:lnTo>
                <a:lnTo>
                  <a:pt x="561889" y="57160"/>
                </a:lnTo>
                <a:lnTo>
                  <a:pt x="542896" y="56626"/>
                </a:lnTo>
                <a:lnTo>
                  <a:pt x="523904" y="56074"/>
                </a:lnTo>
                <a:lnTo>
                  <a:pt x="504911" y="55483"/>
                </a:lnTo>
                <a:lnTo>
                  <a:pt x="485918" y="54854"/>
                </a:lnTo>
                <a:lnTo>
                  <a:pt x="466925" y="54197"/>
                </a:lnTo>
                <a:lnTo>
                  <a:pt x="447932" y="53502"/>
                </a:lnTo>
                <a:lnTo>
                  <a:pt x="428939" y="52769"/>
                </a:lnTo>
                <a:lnTo>
                  <a:pt x="409956" y="51997"/>
                </a:lnTo>
                <a:lnTo>
                  <a:pt x="390973" y="51178"/>
                </a:lnTo>
                <a:lnTo>
                  <a:pt x="371989" y="50311"/>
                </a:lnTo>
                <a:lnTo>
                  <a:pt x="353006" y="49406"/>
                </a:lnTo>
                <a:lnTo>
                  <a:pt x="334023" y="48435"/>
                </a:lnTo>
                <a:lnTo>
                  <a:pt x="315049" y="47425"/>
                </a:lnTo>
                <a:lnTo>
                  <a:pt x="296075" y="46349"/>
                </a:lnTo>
                <a:lnTo>
                  <a:pt x="277111" y="45206"/>
                </a:lnTo>
                <a:lnTo>
                  <a:pt x="258147" y="43996"/>
                </a:lnTo>
                <a:lnTo>
                  <a:pt x="239182" y="42710"/>
                </a:lnTo>
                <a:lnTo>
                  <a:pt x="220228" y="41329"/>
                </a:lnTo>
                <a:lnTo>
                  <a:pt x="201282" y="39853"/>
                </a:lnTo>
                <a:lnTo>
                  <a:pt x="182347" y="38271"/>
                </a:lnTo>
                <a:lnTo>
                  <a:pt x="163420" y="36566"/>
                </a:lnTo>
                <a:lnTo>
                  <a:pt x="144504" y="34719"/>
                </a:lnTo>
                <a:lnTo>
                  <a:pt x="125616" y="32680"/>
                </a:lnTo>
                <a:lnTo>
                  <a:pt x="106737" y="30442"/>
                </a:lnTo>
                <a:lnTo>
                  <a:pt x="87906" y="27927"/>
                </a:lnTo>
                <a:lnTo>
                  <a:pt x="69123" y="25060"/>
                </a:lnTo>
                <a:lnTo>
                  <a:pt x="50416" y="21679"/>
                </a:lnTo>
                <a:lnTo>
                  <a:pt x="31880" y="17497"/>
                </a:lnTo>
                <a:lnTo>
                  <a:pt x="13792" y="11735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52" name="funnel-step-cap-3">
            <a:extLst xmlns:a="http://schemas.openxmlformats.org/drawingml/2006/main">
              <a:ext uri="{FF2B5EF4-FFF2-40B4-BE49-F238E27FC236}">
                <a16:creationId xmlns:a16="http://schemas.microsoft.com/office/drawing/2014/main" id="{01FF3031-7A04-4337-A5B5-114B2BBA2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648751" y="4230938"/>
            <a:ext cx="1941747" cy="17728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7EAC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53" name="funnel-step-body-4">
            <a:extLst xmlns:a="http://schemas.openxmlformats.org/drawingml/2006/main">
              <a:ext uri="{FF2B5EF4-FFF2-40B4-BE49-F238E27FC236}">
                <a16:creationId xmlns:a16="http://schemas.microsoft.com/office/drawing/2014/main" id="{000ACCCF-AD41-4A4E-881F-B35BBEE12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833908" y="4921282"/>
            <a:ext cx="1569682" cy="533210"/>
          </a:xfrm>
          <a:custGeom xmlns:a="http://schemas.openxmlformats.org/drawingml/2006/main">
            <a:pathLst>
              <a:path w="1569682" h="533210">
                <a:moveTo>
                  <a:pt x="0" y="0"/>
                </a:moveTo>
                <a:lnTo>
                  <a:pt x="6677" y="17783"/>
                </a:lnTo>
                <a:lnTo>
                  <a:pt x="13364" y="35557"/>
                </a:lnTo>
                <a:lnTo>
                  <a:pt x="20041" y="53340"/>
                </a:lnTo>
                <a:lnTo>
                  <a:pt x="26727" y="71114"/>
                </a:lnTo>
                <a:lnTo>
                  <a:pt x="33404" y="88897"/>
                </a:lnTo>
                <a:lnTo>
                  <a:pt x="40091" y="106680"/>
                </a:lnTo>
                <a:lnTo>
                  <a:pt x="46768" y="124454"/>
                </a:lnTo>
                <a:lnTo>
                  <a:pt x="53454" y="142237"/>
                </a:lnTo>
                <a:lnTo>
                  <a:pt x="60131" y="160010"/>
                </a:lnTo>
                <a:lnTo>
                  <a:pt x="66818" y="177794"/>
                </a:lnTo>
                <a:lnTo>
                  <a:pt x="73495" y="195577"/>
                </a:lnTo>
                <a:lnTo>
                  <a:pt x="80181" y="213350"/>
                </a:lnTo>
                <a:lnTo>
                  <a:pt x="86858" y="231134"/>
                </a:lnTo>
                <a:lnTo>
                  <a:pt x="93545" y="248907"/>
                </a:lnTo>
                <a:lnTo>
                  <a:pt x="100222" y="266690"/>
                </a:lnTo>
                <a:lnTo>
                  <a:pt x="106909" y="284474"/>
                </a:lnTo>
                <a:lnTo>
                  <a:pt x="113586" y="302247"/>
                </a:lnTo>
                <a:lnTo>
                  <a:pt x="120272" y="320030"/>
                </a:lnTo>
                <a:lnTo>
                  <a:pt x="126949" y="337814"/>
                </a:lnTo>
                <a:lnTo>
                  <a:pt x="133636" y="355587"/>
                </a:lnTo>
                <a:lnTo>
                  <a:pt x="140313" y="373370"/>
                </a:lnTo>
                <a:lnTo>
                  <a:pt x="146999" y="391144"/>
                </a:lnTo>
                <a:lnTo>
                  <a:pt x="153676" y="408927"/>
                </a:lnTo>
                <a:lnTo>
                  <a:pt x="160363" y="426710"/>
                </a:lnTo>
                <a:lnTo>
                  <a:pt x="167040" y="444484"/>
                </a:lnTo>
                <a:lnTo>
                  <a:pt x="173726" y="462267"/>
                </a:lnTo>
                <a:lnTo>
                  <a:pt x="181337" y="479327"/>
                </a:lnTo>
                <a:lnTo>
                  <a:pt x="197739" y="488709"/>
                </a:lnTo>
                <a:lnTo>
                  <a:pt x="215751" y="494709"/>
                </a:lnTo>
                <a:lnTo>
                  <a:pt x="234182" y="499281"/>
                </a:lnTo>
                <a:lnTo>
                  <a:pt x="252803" y="503034"/>
                </a:lnTo>
                <a:lnTo>
                  <a:pt x="271520" y="506225"/>
                </a:lnTo>
                <a:lnTo>
                  <a:pt x="290312" y="509006"/>
                </a:lnTo>
                <a:lnTo>
                  <a:pt x="309143" y="511483"/>
                </a:lnTo>
                <a:lnTo>
                  <a:pt x="328003" y="513693"/>
                </a:lnTo>
                <a:lnTo>
                  <a:pt x="346891" y="515693"/>
                </a:lnTo>
                <a:lnTo>
                  <a:pt x="365798" y="517503"/>
                </a:lnTo>
                <a:lnTo>
                  <a:pt x="384724" y="519160"/>
                </a:lnTo>
                <a:lnTo>
                  <a:pt x="403650" y="520675"/>
                </a:lnTo>
                <a:lnTo>
                  <a:pt x="422596" y="522065"/>
                </a:lnTo>
                <a:lnTo>
                  <a:pt x="441550" y="523342"/>
                </a:lnTo>
                <a:lnTo>
                  <a:pt x="460505" y="524513"/>
                </a:lnTo>
                <a:lnTo>
                  <a:pt x="479469" y="525590"/>
                </a:lnTo>
                <a:lnTo>
                  <a:pt x="498434" y="526580"/>
                </a:lnTo>
                <a:lnTo>
                  <a:pt x="517408" y="527485"/>
                </a:lnTo>
                <a:lnTo>
                  <a:pt x="536381" y="528314"/>
                </a:lnTo>
                <a:lnTo>
                  <a:pt x="555365" y="529057"/>
                </a:lnTo>
                <a:lnTo>
                  <a:pt x="574338" y="529742"/>
                </a:lnTo>
                <a:lnTo>
                  <a:pt x="593331" y="530352"/>
                </a:lnTo>
                <a:lnTo>
                  <a:pt x="612315" y="530904"/>
                </a:lnTo>
                <a:lnTo>
                  <a:pt x="631298" y="531390"/>
                </a:lnTo>
                <a:lnTo>
                  <a:pt x="650291" y="531809"/>
                </a:lnTo>
                <a:lnTo>
                  <a:pt x="669274" y="532181"/>
                </a:lnTo>
                <a:lnTo>
                  <a:pt x="688267" y="532495"/>
                </a:lnTo>
                <a:lnTo>
                  <a:pt x="707260" y="532743"/>
                </a:lnTo>
                <a:lnTo>
                  <a:pt x="726253" y="532943"/>
                </a:lnTo>
                <a:lnTo>
                  <a:pt x="745246" y="533086"/>
                </a:lnTo>
                <a:lnTo>
                  <a:pt x="764238" y="533171"/>
                </a:lnTo>
                <a:lnTo>
                  <a:pt x="783231" y="533210"/>
                </a:lnTo>
                <a:lnTo>
                  <a:pt x="802224" y="533190"/>
                </a:lnTo>
                <a:lnTo>
                  <a:pt x="821217" y="533114"/>
                </a:lnTo>
                <a:lnTo>
                  <a:pt x="840210" y="532981"/>
                </a:lnTo>
                <a:lnTo>
                  <a:pt x="859203" y="532800"/>
                </a:lnTo>
                <a:lnTo>
                  <a:pt x="878195" y="532562"/>
                </a:lnTo>
                <a:lnTo>
                  <a:pt x="897188" y="532267"/>
                </a:lnTo>
                <a:lnTo>
                  <a:pt x="916181" y="531914"/>
                </a:lnTo>
                <a:lnTo>
                  <a:pt x="935165" y="531505"/>
                </a:lnTo>
                <a:lnTo>
                  <a:pt x="954157" y="531038"/>
                </a:lnTo>
                <a:lnTo>
                  <a:pt x="973141" y="530504"/>
                </a:lnTo>
                <a:lnTo>
                  <a:pt x="992124" y="529904"/>
                </a:lnTo>
                <a:lnTo>
                  <a:pt x="1011107" y="529247"/>
                </a:lnTo>
                <a:lnTo>
                  <a:pt x="1030091" y="528514"/>
                </a:lnTo>
                <a:lnTo>
                  <a:pt x="1049064" y="527704"/>
                </a:lnTo>
                <a:lnTo>
                  <a:pt x="1068038" y="526818"/>
                </a:lnTo>
                <a:lnTo>
                  <a:pt x="1087003" y="525856"/>
                </a:lnTo>
                <a:lnTo>
                  <a:pt x="1105967" y="524799"/>
                </a:lnTo>
                <a:lnTo>
                  <a:pt x="1124931" y="523665"/>
                </a:lnTo>
                <a:lnTo>
                  <a:pt x="1143876" y="522408"/>
                </a:lnTo>
                <a:lnTo>
                  <a:pt x="1162822" y="521046"/>
                </a:lnTo>
                <a:lnTo>
                  <a:pt x="1181757" y="519570"/>
                </a:lnTo>
                <a:lnTo>
                  <a:pt x="1200683" y="517950"/>
                </a:lnTo>
                <a:lnTo>
                  <a:pt x="1219591" y="516179"/>
                </a:lnTo>
                <a:lnTo>
                  <a:pt x="1238488" y="514236"/>
                </a:lnTo>
                <a:lnTo>
                  <a:pt x="1257357" y="512083"/>
                </a:lnTo>
                <a:lnTo>
                  <a:pt x="1276198" y="509683"/>
                </a:lnTo>
                <a:lnTo>
                  <a:pt x="1295000" y="506987"/>
                </a:lnTo>
                <a:lnTo>
                  <a:pt x="1313745" y="503911"/>
                </a:lnTo>
                <a:lnTo>
                  <a:pt x="1332395" y="500329"/>
                </a:lnTo>
                <a:lnTo>
                  <a:pt x="1350893" y="496005"/>
                </a:lnTo>
                <a:lnTo>
                  <a:pt x="1369057" y="490480"/>
                </a:lnTo>
                <a:lnTo>
                  <a:pt x="1386183" y="482384"/>
                </a:lnTo>
                <a:lnTo>
                  <a:pt x="1395965" y="466916"/>
                </a:lnTo>
                <a:lnTo>
                  <a:pt x="1402642" y="449132"/>
                </a:lnTo>
                <a:lnTo>
                  <a:pt x="1409329" y="431359"/>
                </a:lnTo>
                <a:lnTo>
                  <a:pt x="1416006" y="413576"/>
                </a:lnTo>
                <a:lnTo>
                  <a:pt x="1422692" y="395802"/>
                </a:lnTo>
                <a:lnTo>
                  <a:pt x="1429369" y="378019"/>
                </a:lnTo>
                <a:lnTo>
                  <a:pt x="1436056" y="360236"/>
                </a:lnTo>
                <a:lnTo>
                  <a:pt x="1442733" y="342462"/>
                </a:lnTo>
                <a:lnTo>
                  <a:pt x="1449419" y="324679"/>
                </a:lnTo>
                <a:lnTo>
                  <a:pt x="1456096" y="306905"/>
                </a:lnTo>
                <a:lnTo>
                  <a:pt x="1462783" y="289122"/>
                </a:lnTo>
                <a:lnTo>
                  <a:pt x="1469460" y="271339"/>
                </a:lnTo>
                <a:lnTo>
                  <a:pt x="1476146" y="253565"/>
                </a:lnTo>
                <a:lnTo>
                  <a:pt x="1482823" y="235782"/>
                </a:lnTo>
                <a:lnTo>
                  <a:pt x="1489510" y="218008"/>
                </a:lnTo>
                <a:lnTo>
                  <a:pt x="1496187" y="200225"/>
                </a:lnTo>
                <a:lnTo>
                  <a:pt x="1502874" y="182442"/>
                </a:lnTo>
                <a:lnTo>
                  <a:pt x="1509551" y="164668"/>
                </a:lnTo>
                <a:lnTo>
                  <a:pt x="1516237" y="146885"/>
                </a:lnTo>
                <a:lnTo>
                  <a:pt x="1522914" y="129111"/>
                </a:lnTo>
                <a:lnTo>
                  <a:pt x="1529601" y="111328"/>
                </a:lnTo>
                <a:lnTo>
                  <a:pt x="1536278" y="93545"/>
                </a:lnTo>
                <a:lnTo>
                  <a:pt x="1542964" y="75771"/>
                </a:lnTo>
                <a:lnTo>
                  <a:pt x="1549641" y="57988"/>
                </a:lnTo>
                <a:lnTo>
                  <a:pt x="1556318" y="40215"/>
                </a:lnTo>
                <a:lnTo>
                  <a:pt x="1563005" y="22431"/>
                </a:lnTo>
                <a:lnTo>
                  <a:pt x="1569682" y="4648"/>
                </a:lnTo>
                <a:lnTo>
                  <a:pt x="1562852" y="10325"/>
                </a:lnTo>
                <a:lnTo>
                  <a:pt x="1545336" y="17574"/>
                </a:lnTo>
                <a:lnTo>
                  <a:pt x="1527000" y="22527"/>
                </a:lnTo>
                <a:lnTo>
                  <a:pt x="1508417" y="26422"/>
                </a:lnTo>
                <a:lnTo>
                  <a:pt x="1489700" y="29670"/>
                </a:lnTo>
                <a:lnTo>
                  <a:pt x="1470917" y="32490"/>
                </a:lnTo>
                <a:lnTo>
                  <a:pt x="1452086" y="34976"/>
                </a:lnTo>
                <a:lnTo>
                  <a:pt x="1433227" y="37205"/>
                </a:lnTo>
                <a:lnTo>
                  <a:pt x="1414339" y="39233"/>
                </a:lnTo>
                <a:lnTo>
                  <a:pt x="1395441" y="41081"/>
                </a:lnTo>
                <a:lnTo>
                  <a:pt x="1376524" y="42777"/>
                </a:lnTo>
                <a:lnTo>
                  <a:pt x="1357589" y="44339"/>
                </a:lnTo>
                <a:lnTo>
                  <a:pt x="1338653" y="45796"/>
                </a:lnTo>
                <a:lnTo>
                  <a:pt x="1319708" y="47149"/>
                </a:lnTo>
                <a:lnTo>
                  <a:pt x="1300753" y="48406"/>
                </a:lnTo>
                <a:lnTo>
                  <a:pt x="1281798" y="49587"/>
                </a:lnTo>
                <a:lnTo>
                  <a:pt x="1262844" y="50683"/>
                </a:lnTo>
                <a:lnTo>
                  <a:pt x="1243870" y="51711"/>
                </a:lnTo>
                <a:lnTo>
                  <a:pt x="1224905" y="52673"/>
                </a:lnTo>
                <a:lnTo>
                  <a:pt x="1205932" y="53578"/>
                </a:lnTo>
                <a:lnTo>
                  <a:pt x="1186958" y="54426"/>
                </a:lnTo>
                <a:lnTo>
                  <a:pt x="1167984" y="55207"/>
                </a:lnTo>
                <a:lnTo>
                  <a:pt x="1149001" y="55950"/>
                </a:lnTo>
                <a:lnTo>
                  <a:pt x="1130017" y="56636"/>
                </a:lnTo>
                <a:lnTo>
                  <a:pt x="1111034" y="57283"/>
                </a:lnTo>
                <a:lnTo>
                  <a:pt x="1092051" y="57874"/>
                </a:lnTo>
                <a:lnTo>
                  <a:pt x="1073067" y="58436"/>
                </a:lnTo>
                <a:lnTo>
                  <a:pt x="1054084" y="58941"/>
                </a:lnTo>
                <a:lnTo>
                  <a:pt x="1035091" y="59417"/>
                </a:lnTo>
                <a:lnTo>
                  <a:pt x="1016108" y="59846"/>
                </a:lnTo>
                <a:lnTo>
                  <a:pt x="997115" y="60246"/>
                </a:lnTo>
                <a:lnTo>
                  <a:pt x="978122" y="60598"/>
                </a:lnTo>
                <a:lnTo>
                  <a:pt x="959139" y="60922"/>
                </a:lnTo>
                <a:lnTo>
                  <a:pt x="940146" y="61208"/>
                </a:lnTo>
                <a:lnTo>
                  <a:pt x="921153" y="61455"/>
                </a:lnTo>
                <a:lnTo>
                  <a:pt x="902160" y="61674"/>
                </a:lnTo>
                <a:lnTo>
                  <a:pt x="883168" y="61865"/>
                </a:lnTo>
                <a:lnTo>
                  <a:pt x="864175" y="62017"/>
                </a:lnTo>
                <a:lnTo>
                  <a:pt x="845182" y="62132"/>
                </a:lnTo>
                <a:lnTo>
                  <a:pt x="826189" y="62217"/>
                </a:lnTo>
                <a:lnTo>
                  <a:pt x="807196" y="62274"/>
                </a:lnTo>
                <a:lnTo>
                  <a:pt x="788203" y="62294"/>
                </a:lnTo>
                <a:lnTo>
                  <a:pt x="769210" y="62284"/>
                </a:lnTo>
                <a:lnTo>
                  <a:pt x="750218" y="62236"/>
                </a:lnTo>
                <a:lnTo>
                  <a:pt x="731225" y="62160"/>
                </a:lnTo>
                <a:lnTo>
                  <a:pt x="712232" y="62055"/>
                </a:lnTo>
                <a:lnTo>
                  <a:pt x="693239" y="61913"/>
                </a:lnTo>
                <a:lnTo>
                  <a:pt x="674246" y="61732"/>
                </a:lnTo>
                <a:lnTo>
                  <a:pt x="655253" y="61522"/>
                </a:lnTo>
                <a:lnTo>
                  <a:pt x="636260" y="61274"/>
                </a:lnTo>
                <a:lnTo>
                  <a:pt x="617268" y="60998"/>
                </a:lnTo>
                <a:lnTo>
                  <a:pt x="598275" y="60684"/>
                </a:lnTo>
                <a:lnTo>
                  <a:pt x="579282" y="60341"/>
                </a:lnTo>
                <a:lnTo>
                  <a:pt x="560299" y="59950"/>
                </a:lnTo>
                <a:lnTo>
                  <a:pt x="541306" y="59531"/>
                </a:lnTo>
                <a:lnTo>
                  <a:pt x="522322" y="59065"/>
                </a:lnTo>
                <a:lnTo>
                  <a:pt x="503330" y="58569"/>
                </a:lnTo>
                <a:lnTo>
                  <a:pt x="484346" y="58026"/>
                </a:lnTo>
                <a:lnTo>
                  <a:pt x="465363" y="57436"/>
                </a:lnTo>
                <a:lnTo>
                  <a:pt x="446380" y="56817"/>
                </a:lnTo>
                <a:lnTo>
                  <a:pt x="427396" y="56131"/>
                </a:lnTo>
                <a:lnTo>
                  <a:pt x="408422" y="55407"/>
                </a:lnTo>
                <a:lnTo>
                  <a:pt x="389439" y="54635"/>
                </a:lnTo>
                <a:lnTo>
                  <a:pt x="370465" y="53807"/>
                </a:lnTo>
                <a:lnTo>
                  <a:pt x="351492" y="52921"/>
                </a:lnTo>
                <a:lnTo>
                  <a:pt x="332527" y="51978"/>
                </a:lnTo>
                <a:lnTo>
                  <a:pt x="313553" y="50959"/>
                </a:lnTo>
                <a:lnTo>
                  <a:pt x="294589" y="49873"/>
                </a:lnTo>
                <a:lnTo>
                  <a:pt x="275634" y="48720"/>
                </a:lnTo>
                <a:lnTo>
                  <a:pt x="256680" y="47482"/>
                </a:lnTo>
                <a:lnTo>
                  <a:pt x="237734" y="46158"/>
                </a:lnTo>
                <a:lnTo>
                  <a:pt x="218799" y="44739"/>
                </a:lnTo>
                <a:lnTo>
                  <a:pt x="199863" y="43196"/>
                </a:lnTo>
                <a:lnTo>
                  <a:pt x="180946" y="41539"/>
                </a:lnTo>
                <a:lnTo>
                  <a:pt x="162039" y="39729"/>
                </a:lnTo>
                <a:lnTo>
                  <a:pt x="143142" y="37757"/>
                </a:lnTo>
                <a:lnTo>
                  <a:pt x="124273" y="35585"/>
                </a:lnTo>
                <a:lnTo>
                  <a:pt x="105442" y="33166"/>
                </a:lnTo>
                <a:lnTo>
                  <a:pt x="86639" y="30442"/>
                </a:lnTo>
                <a:lnTo>
                  <a:pt x="67904" y="27318"/>
                </a:lnTo>
                <a:lnTo>
                  <a:pt x="49282" y="23622"/>
                </a:lnTo>
                <a:lnTo>
                  <a:pt x="30851" y="19012"/>
                </a:lnTo>
                <a:lnTo>
                  <a:pt x="12992" y="12611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78A8D5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54" name="funnel-step-cap-4">
            <a:extLst xmlns:a="http://schemas.openxmlformats.org/drawingml/2006/main">
              <a:ext uri="{FF2B5EF4-FFF2-40B4-BE49-F238E27FC236}">
                <a16:creationId xmlns:a16="http://schemas.microsoft.com/office/drawing/2014/main" id="{A55E4203-36E0-42E7-A104-9F629DA48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833917" y="4832604"/>
            <a:ext cx="1571406" cy="17728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8A8D5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55" name="funnel-step-body-5">
            <a:extLst xmlns:a="http://schemas.openxmlformats.org/drawingml/2006/main">
              <a:ext uri="{FF2B5EF4-FFF2-40B4-BE49-F238E27FC236}">
                <a16:creationId xmlns:a16="http://schemas.microsoft.com/office/drawing/2014/main" id="{92C39035-5CB7-495F-AAEC-03BBFB731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10882" y="5522881"/>
            <a:ext cx="1214199" cy="533276"/>
          </a:xfrm>
          <a:custGeom xmlns:a="http://schemas.openxmlformats.org/drawingml/2006/main">
            <a:pathLst>
              <a:path w="1214199" h="533276">
                <a:moveTo>
                  <a:pt x="0" y="0"/>
                </a:moveTo>
                <a:lnTo>
                  <a:pt x="6458" y="17821"/>
                </a:lnTo>
                <a:lnTo>
                  <a:pt x="12906" y="35633"/>
                </a:lnTo>
                <a:lnTo>
                  <a:pt x="19364" y="53454"/>
                </a:lnTo>
                <a:lnTo>
                  <a:pt x="25822" y="71276"/>
                </a:lnTo>
                <a:lnTo>
                  <a:pt x="32271" y="89097"/>
                </a:lnTo>
                <a:lnTo>
                  <a:pt x="38729" y="106909"/>
                </a:lnTo>
                <a:lnTo>
                  <a:pt x="45187" y="124730"/>
                </a:lnTo>
                <a:lnTo>
                  <a:pt x="51635" y="142551"/>
                </a:lnTo>
                <a:lnTo>
                  <a:pt x="58093" y="160372"/>
                </a:lnTo>
                <a:lnTo>
                  <a:pt x="64551" y="178184"/>
                </a:lnTo>
                <a:lnTo>
                  <a:pt x="71009" y="196005"/>
                </a:lnTo>
                <a:lnTo>
                  <a:pt x="77457" y="213827"/>
                </a:lnTo>
                <a:lnTo>
                  <a:pt x="83915" y="231638"/>
                </a:lnTo>
                <a:lnTo>
                  <a:pt x="90373" y="249460"/>
                </a:lnTo>
                <a:lnTo>
                  <a:pt x="96822" y="267281"/>
                </a:lnTo>
                <a:lnTo>
                  <a:pt x="103280" y="285102"/>
                </a:lnTo>
                <a:lnTo>
                  <a:pt x="109738" y="302914"/>
                </a:lnTo>
                <a:lnTo>
                  <a:pt x="116186" y="320735"/>
                </a:lnTo>
                <a:lnTo>
                  <a:pt x="122644" y="338557"/>
                </a:lnTo>
                <a:lnTo>
                  <a:pt x="129102" y="356378"/>
                </a:lnTo>
                <a:lnTo>
                  <a:pt x="135550" y="374190"/>
                </a:lnTo>
                <a:lnTo>
                  <a:pt x="142008" y="392011"/>
                </a:lnTo>
                <a:lnTo>
                  <a:pt x="148466" y="409832"/>
                </a:lnTo>
                <a:lnTo>
                  <a:pt x="154915" y="427644"/>
                </a:lnTo>
                <a:lnTo>
                  <a:pt x="161373" y="445465"/>
                </a:lnTo>
                <a:lnTo>
                  <a:pt x="167831" y="463286"/>
                </a:lnTo>
                <a:lnTo>
                  <a:pt x="174812" y="480632"/>
                </a:lnTo>
                <a:lnTo>
                  <a:pt x="190376" y="491233"/>
                </a:lnTo>
                <a:lnTo>
                  <a:pt x="208016" y="498129"/>
                </a:lnTo>
                <a:lnTo>
                  <a:pt x="226228" y="503339"/>
                </a:lnTo>
                <a:lnTo>
                  <a:pt x="244707" y="507559"/>
                </a:lnTo>
                <a:lnTo>
                  <a:pt x="263319" y="511111"/>
                </a:lnTo>
                <a:lnTo>
                  <a:pt x="282026" y="514159"/>
                </a:lnTo>
                <a:lnTo>
                  <a:pt x="300790" y="516817"/>
                </a:lnTo>
                <a:lnTo>
                  <a:pt x="319602" y="519151"/>
                </a:lnTo>
                <a:lnTo>
                  <a:pt x="338433" y="521227"/>
                </a:lnTo>
                <a:lnTo>
                  <a:pt x="357302" y="523065"/>
                </a:lnTo>
                <a:lnTo>
                  <a:pt x="376180" y="524704"/>
                </a:lnTo>
                <a:lnTo>
                  <a:pt x="395078" y="526151"/>
                </a:lnTo>
                <a:lnTo>
                  <a:pt x="413985" y="527437"/>
                </a:lnTo>
                <a:lnTo>
                  <a:pt x="432902" y="528580"/>
                </a:lnTo>
                <a:lnTo>
                  <a:pt x="451828" y="529580"/>
                </a:lnTo>
                <a:lnTo>
                  <a:pt x="470754" y="530447"/>
                </a:lnTo>
                <a:lnTo>
                  <a:pt x="489699" y="531181"/>
                </a:lnTo>
                <a:lnTo>
                  <a:pt x="508635" y="531809"/>
                </a:lnTo>
                <a:lnTo>
                  <a:pt x="527580" y="532324"/>
                </a:lnTo>
                <a:lnTo>
                  <a:pt x="546525" y="532714"/>
                </a:lnTo>
                <a:lnTo>
                  <a:pt x="565480" y="533009"/>
                </a:lnTo>
                <a:lnTo>
                  <a:pt x="584425" y="533190"/>
                </a:lnTo>
                <a:lnTo>
                  <a:pt x="603380" y="533276"/>
                </a:lnTo>
                <a:lnTo>
                  <a:pt x="622335" y="533248"/>
                </a:lnTo>
                <a:lnTo>
                  <a:pt x="641280" y="533124"/>
                </a:lnTo>
                <a:lnTo>
                  <a:pt x="660235" y="532895"/>
                </a:lnTo>
                <a:lnTo>
                  <a:pt x="679180" y="532562"/>
                </a:lnTo>
                <a:lnTo>
                  <a:pt x="698125" y="532114"/>
                </a:lnTo>
                <a:lnTo>
                  <a:pt x="717071" y="531552"/>
                </a:lnTo>
                <a:lnTo>
                  <a:pt x="736016" y="530876"/>
                </a:lnTo>
                <a:lnTo>
                  <a:pt x="754952" y="530085"/>
                </a:lnTo>
                <a:lnTo>
                  <a:pt x="773878" y="529161"/>
                </a:lnTo>
                <a:lnTo>
                  <a:pt x="792804" y="528104"/>
                </a:lnTo>
                <a:lnTo>
                  <a:pt x="811711" y="526904"/>
                </a:lnTo>
                <a:lnTo>
                  <a:pt x="830618" y="525542"/>
                </a:lnTo>
                <a:lnTo>
                  <a:pt x="849506" y="524008"/>
                </a:lnTo>
                <a:lnTo>
                  <a:pt x="868375" y="522294"/>
                </a:lnTo>
                <a:lnTo>
                  <a:pt x="887235" y="520360"/>
                </a:lnTo>
                <a:lnTo>
                  <a:pt x="906056" y="518170"/>
                </a:lnTo>
                <a:lnTo>
                  <a:pt x="924849" y="515712"/>
                </a:lnTo>
                <a:lnTo>
                  <a:pt x="943585" y="512893"/>
                </a:lnTo>
                <a:lnTo>
                  <a:pt x="962263" y="509635"/>
                </a:lnTo>
                <a:lnTo>
                  <a:pt x="980818" y="505825"/>
                </a:lnTo>
                <a:lnTo>
                  <a:pt x="999201" y="501225"/>
                </a:lnTo>
                <a:lnTo>
                  <a:pt x="1017232" y="495405"/>
                </a:lnTo>
                <a:lnTo>
                  <a:pt x="1034348" y="487318"/>
                </a:lnTo>
                <a:lnTo>
                  <a:pt x="1046607" y="473507"/>
                </a:lnTo>
                <a:lnTo>
                  <a:pt x="1052455" y="455552"/>
                </a:lnTo>
                <a:lnTo>
                  <a:pt x="1058913" y="437731"/>
                </a:lnTo>
                <a:lnTo>
                  <a:pt x="1065371" y="419910"/>
                </a:lnTo>
                <a:lnTo>
                  <a:pt x="1071820" y="402098"/>
                </a:lnTo>
                <a:lnTo>
                  <a:pt x="1078278" y="384277"/>
                </a:lnTo>
                <a:lnTo>
                  <a:pt x="1084736" y="366455"/>
                </a:lnTo>
                <a:lnTo>
                  <a:pt x="1091194" y="348634"/>
                </a:lnTo>
                <a:lnTo>
                  <a:pt x="1097642" y="330822"/>
                </a:lnTo>
                <a:lnTo>
                  <a:pt x="1104100" y="313001"/>
                </a:lnTo>
                <a:lnTo>
                  <a:pt x="1110558" y="295180"/>
                </a:lnTo>
                <a:lnTo>
                  <a:pt x="1117006" y="277358"/>
                </a:lnTo>
                <a:lnTo>
                  <a:pt x="1123464" y="259547"/>
                </a:lnTo>
                <a:lnTo>
                  <a:pt x="1129922" y="241725"/>
                </a:lnTo>
                <a:lnTo>
                  <a:pt x="1136371" y="223904"/>
                </a:lnTo>
                <a:lnTo>
                  <a:pt x="1142829" y="206092"/>
                </a:lnTo>
                <a:lnTo>
                  <a:pt x="1149287" y="188271"/>
                </a:lnTo>
                <a:lnTo>
                  <a:pt x="1155735" y="170450"/>
                </a:lnTo>
                <a:lnTo>
                  <a:pt x="1162193" y="152629"/>
                </a:lnTo>
                <a:lnTo>
                  <a:pt x="1168651" y="134817"/>
                </a:lnTo>
                <a:lnTo>
                  <a:pt x="1175099" y="116996"/>
                </a:lnTo>
                <a:lnTo>
                  <a:pt x="1181557" y="99174"/>
                </a:lnTo>
                <a:lnTo>
                  <a:pt x="1188015" y="81353"/>
                </a:lnTo>
                <a:lnTo>
                  <a:pt x="1194473" y="63541"/>
                </a:lnTo>
                <a:lnTo>
                  <a:pt x="1200922" y="45720"/>
                </a:lnTo>
                <a:lnTo>
                  <a:pt x="1207379" y="27899"/>
                </a:lnTo>
                <a:lnTo>
                  <a:pt x="1213837" y="10077"/>
                </a:lnTo>
                <a:lnTo>
                  <a:pt x="1214199" y="7334"/>
                </a:lnTo>
                <a:lnTo>
                  <a:pt x="1198178" y="17212"/>
                </a:lnTo>
                <a:lnTo>
                  <a:pt x="1180271" y="23374"/>
                </a:lnTo>
                <a:lnTo>
                  <a:pt x="1161907" y="28032"/>
                </a:lnTo>
                <a:lnTo>
                  <a:pt x="1143343" y="31842"/>
                </a:lnTo>
                <a:lnTo>
                  <a:pt x="1124664" y="35071"/>
                </a:lnTo>
                <a:lnTo>
                  <a:pt x="1105929" y="37890"/>
                </a:lnTo>
                <a:lnTo>
                  <a:pt x="1087136" y="40386"/>
                </a:lnTo>
                <a:lnTo>
                  <a:pt x="1068314" y="42615"/>
                </a:lnTo>
                <a:lnTo>
                  <a:pt x="1049474" y="44634"/>
                </a:lnTo>
                <a:lnTo>
                  <a:pt x="1030615" y="46463"/>
                </a:lnTo>
                <a:lnTo>
                  <a:pt x="1011736" y="48130"/>
                </a:lnTo>
                <a:lnTo>
                  <a:pt x="992838" y="49663"/>
                </a:lnTo>
                <a:lnTo>
                  <a:pt x="973941" y="51064"/>
                </a:lnTo>
                <a:lnTo>
                  <a:pt x="955034" y="52349"/>
                </a:lnTo>
                <a:lnTo>
                  <a:pt x="936117" y="53531"/>
                </a:lnTo>
                <a:lnTo>
                  <a:pt x="917200" y="54616"/>
                </a:lnTo>
                <a:lnTo>
                  <a:pt x="898274" y="55616"/>
                </a:lnTo>
                <a:lnTo>
                  <a:pt x="879348" y="56521"/>
                </a:lnTo>
                <a:lnTo>
                  <a:pt x="860412" y="57360"/>
                </a:lnTo>
                <a:lnTo>
                  <a:pt x="841477" y="58122"/>
                </a:lnTo>
                <a:lnTo>
                  <a:pt x="822531" y="58807"/>
                </a:lnTo>
                <a:lnTo>
                  <a:pt x="803596" y="59436"/>
                </a:lnTo>
                <a:lnTo>
                  <a:pt x="784650" y="59988"/>
                </a:lnTo>
                <a:lnTo>
                  <a:pt x="765705" y="60484"/>
                </a:lnTo>
                <a:lnTo>
                  <a:pt x="746760" y="60912"/>
                </a:lnTo>
                <a:lnTo>
                  <a:pt x="727805" y="61284"/>
                </a:lnTo>
                <a:lnTo>
                  <a:pt x="708860" y="61608"/>
                </a:lnTo>
                <a:lnTo>
                  <a:pt x="689915" y="61865"/>
                </a:lnTo>
                <a:lnTo>
                  <a:pt x="670960" y="62074"/>
                </a:lnTo>
                <a:lnTo>
                  <a:pt x="652005" y="62227"/>
                </a:lnTo>
                <a:lnTo>
                  <a:pt x="633060" y="62322"/>
                </a:lnTo>
                <a:lnTo>
                  <a:pt x="614105" y="62360"/>
                </a:lnTo>
                <a:lnTo>
                  <a:pt x="595151" y="62351"/>
                </a:lnTo>
                <a:lnTo>
                  <a:pt x="576205" y="62284"/>
                </a:lnTo>
                <a:lnTo>
                  <a:pt x="557251" y="62160"/>
                </a:lnTo>
                <a:lnTo>
                  <a:pt x="538296" y="61989"/>
                </a:lnTo>
                <a:lnTo>
                  <a:pt x="519351" y="61760"/>
                </a:lnTo>
                <a:lnTo>
                  <a:pt x="500396" y="61474"/>
                </a:lnTo>
                <a:lnTo>
                  <a:pt x="481451" y="61141"/>
                </a:lnTo>
                <a:lnTo>
                  <a:pt x="462505" y="60731"/>
                </a:lnTo>
                <a:lnTo>
                  <a:pt x="443560" y="60274"/>
                </a:lnTo>
                <a:lnTo>
                  <a:pt x="424615" y="59750"/>
                </a:lnTo>
                <a:lnTo>
                  <a:pt x="405670" y="59169"/>
                </a:lnTo>
                <a:lnTo>
                  <a:pt x="386725" y="58522"/>
                </a:lnTo>
                <a:lnTo>
                  <a:pt x="367789" y="57798"/>
                </a:lnTo>
                <a:lnTo>
                  <a:pt x="348853" y="57007"/>
                </a:lnTo>
                <a:lnTo>
                  <a:pt x="329927" y="56140"/>
                </a:lnTo>
                <a:lnTo>
                  <a:pt x="310991" y="55188"/>
                </a:lnTo>
                <a:lnTo>
                  <a:pt x="292075" y="54159"/>
                </a:lnTo>
                <a:lnTo>
                  <a:pt x="273148" y="53026"/>
                </a:lnTo>
                <a:lnTo>
                  <a:pt x="254241" y="51806"/>
                </a:lnTo>
                <a:lnTo>
                  <a:pt x="235334" y="50473"/>
                </a:lnTo>
                <a:lnTo>
                  <a:pt x="216437" y="49016"/>
                </a:lnTo>
                <a:lnTo>
                  <a:pt x="197558" y="47425"/>
                </a:lnTo>
                <a:lnTo>
                  <a:pt x="178679" y="45691"/>
                </a:lnTo>
                <a:lnTo>
                  <a:pt x="159830" y="43786"/>
                </a:lnTo>
                <a:lnTo>
                  <a:pt x="140989" y="41681"/>
                </a:lnTo>
                <a:lnTo>
                  <a:pt x="122187" y="39338"/>
                </a:lnTo>
                <a:lnTo>
                  <a:pt x="103413" y="36709"/>
                </a:lnTo>
                <a:lnTo>
                  <a:pt x="84706" y="33728"/>
                </a:lnTo>
                <a:lnTo>
                  <a:pt x="66065" y="30270"/>
                </a:lnTo>
                <a:lnTo>
                  <a:pt x="47577" y="26137"/>
                </a:lnTo>
                <a:lnTo>
                  <a:pt x="29356" y="20945"/>
                </a:lnTo>
                <a:lnTo>
                  <a:pt x="11887" y="13668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78A8D5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56" name="funnel-step-cap-5">
            <a:extLst xmlns:a="http://schemas.openxmlformats.org/drawingml/2006/main">
              <a:ext uri="{FF2B5EF4-FFF2-40B4-BE49-F238E27FC236}">
                <a16:creationId xmlns:a16="http://schemas.microsoft.com/office/drawing/2014/main" id="{196D45BC-DBE8-49B4-B7F7-318366316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10844" y="5434270"/>
            <a:ext cx="1217552" cy="17728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8A8D5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57" name="funnel-flow-arrow">
            <a:extLst xmlns:a="http://schemas.openxmlformats.org/drawingml/2006/main">
              <a:ext uri="{FF2B5EF4-FFF2-40B4-BE49-F238E27FC236}">
                <a16:creationId xmlns:a16="http://schemas.microsoft.com/office/drawing/2014/main" id="{359D12C5-8642-4E0C-B1B7-2AAA5CB57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52850" y="2466975"/>
            <a:ext cx="1733550" cy="3631178"/>
          </a:xfrm>
          <a:custGeom xmlns:a="http://schemas.openxmlformats.org/drawingml/2006/main">
            <a:pathLst>
              <a:path w="1733550" h="3631178">
                <a:moveTo>
                  <a:pt x="0" y="0"/>
                </a:moveTo>
                <a:lnTo>
                  <a:pt x="0" y="42834"/>
                </a:lnTo>
                <a:lnTo>
                  <a:pt x="9249" y="84525"/>
                </a:lnTo>
                <a:lnTo>
                  <a:pt x="19660" y="126063"/>
                </a:lnTo>
                <a:lnTo>
                  <a:pt x="30070" y="167611"/>
                </a:lnTo>
                <a:lnTo>
                  <a:pt x="40491" y="209159"/>
                </a:lnTo>
                <a:lnTo>
                  <a:pt x="50902" y="250708"/>
                </a:lnTo>
                <a:lnTo>
                  <a:pt x="61312" y="292256"/>
                </a:lnTo>
                <a:lnTo>
                  <a:pt x="71723" y="333794"/>
                </a:lnTo>
                <a:lnTo>
                  <a:pt x="82144" y="375342"/>
                </a:lnTo>
                <a:lnTo>
                  <a:pt x="92554" y="416890"/>
                </a:lnTo>
                <a:lnTo>
                  <a:pt x="102965" y="458438"/>
                </a:lnTo>
                <a:lnTo>
                  <a:pt x="113376" y="499977"/>
                </a:lnTo>
                <a:lnTo>
                  <a:pt x="123796" y="541525"/>
                </a:lnTo>
                <a:lnTo>
                  <a:pt x="134207" y="583073"/>
                </a:lnTo>
                <a:lnTo>
                  <a:pt x="143599" y="624850"/>
                </a:lnTo>
                <a:lnTo>
                  <a:pt x="151924" y="666864"/>
                </a:lnTo>
                <a:lnTo>
                  <a:pt x="159915" y="708946"/>
                </a:lnTo>
                <a:lnTo>
                  <a:pt x="167916" y="751018"/>
                </a:lnTo>
                <a:lnTo>
                  <a:pt x="175908" y="793099"/>
                </a:lnTo>
                <a:lnTo>
                  <a:pt x="183899" y="835181"/>
                </a:lnTo>
                <a:lnTo>
                  <a:pt x="191900" y="877253"/>
                </a:lnTo>
                <a:lnTo>
                  <a:pt x="199892" y="919334"/>
                </a:lnTo>
                <a:lnTo>
                  <a:pt x="207883" y="961415"/>
                </a:lnTo>
                <a:lnTo>
                  <a:pt x="215884" y="1003487"/>
                </a:lnTo>
                <a:lnTo>
                  <a:pt x="223876" y="1045569"/>
                </a:lnTo>
                <a:lnTo>
                  <a:pt x="231867" y="1087650"/>
                </a:lnTo>
                <a:lnTo>
                  <a:pt x="239868" y="1129722"/>
                </a:lnTo>
                <a:lnTo>
                  <a:pt x="247860" y="1171804"/>
                </a:lnTo>
                <a:lnTo>
                  <a:pt x="255746" y="1213904"/>
                </a:lnTo>
                <a:lnTo>
                  <a:pt x="263300" y="1256062"/>
                </a:lnTo>
                <a:lnTo>
                  <a:pt x="270577" y="1298267"/>
                </a:lnTo>
                <a:lnTo>
                  <a:pt x="277854" y="1340482"/>
                </a:lnTo>
                <a:lnTo>
                  <a:pt x="285131" y="1382687"/>
                </a:lnTo>
                <a:lnTo>
                  <a:pt x="292408" y="1424892"/>
                </a:lnTo>
                <a:lnTo>
                  <a:pt x="299685" y="1467107"/>
                </a:lnTo>
                <a:lnTo>
                  <a:pt x="306972" y="1509312"/>
                </a:lnTo>
                <a:lnTo>
                  <a:pt x="314249" y="1551518"/>
                </a:lnTo>
                <a:lnTo>
                  <a:pt x="321526" y="1593733"/>
                </a:lnTo>
                <a:lnTo>
                  <a:pt x="328803" y="1635938"/>
                </a:lnTo>
                <a:lnTo>
                  <a:pt x="336080" y="1678143"/>
                </a:lnTo>
                <a:lnTo>
                  <a:pt x="343357" y="1720358"/>
                </a:lnTo>
                <a:lnTo>
                  <a:pt x="350634" y="1762563"/>
                </a:lnTo>
                <a:lnTo>
                  <a:pt x="357911" y="1804768"/>
                </a:lnTo>
                <a:lnTo>
                  <a:pt x="364931" y="1847021"/>
                </a:lnTo>
                <a:lnTo>
                  <a:pt x="371799" y="1889303"/>
                </a:lnTo>
                <a:lnTo>
                  <a:pt x="378657" y="1931575"/>
                </a:lnTo>
                <a:lnTo>
                  <a:pt x="385515" y="1973856"/>
                </a:lnTo>
                <a:lnTo>
                  <a:pt x="392363" y="2016138"/>
                </a:lnTo>
                <a:lnTo>
                  <a:pt x="399221" y="2058419"/>
                </a:lnTo>
                <a:lnTo>
                  <a:pt x="406070" y="2100691"/>
                </a:lnTo>
                <a:lnTo>
                  <a:pt x="412928" y="2142973"/>
                </a:lnTo>
                <a:lnTo>
                  <a:pt x="419776" y="2185254"/>
                </a:lnTo>
                <a:lnTo>
                  <a:pt x="426634" y="2227536"/>
                </a:lnTo>
                <a:lnTo>
                  <a:pt x="433492" y="2269808"/>
                </a:lnTo>
                <a:lnTo>
                  <a:pt x="440341" y="2312089"/>
                </a:lnTo>
                <a:lnTo>
                  <a:pt x="447199" y="2354370"/>
                </a:lnTo>
                <a:lnTo>
                  <a:pt x="454047" y="2396652"/>
                </a:lnTo>
                <a:lnTo>
                  <a:pt x="460772" y="2438952"/>
                </a:lnTo>
                <a:lnTo>
                  <a:pt x="467382" y="2481263"/>
                </a:lnTo>
                <a:lnTo>
                  <a:pt x="473954" y="2523592"/>
                </a:lnTo>
                <a:lnTo>
                  <a:pt x="480517" y="2565921"/>
                </a:lnTo>
                <a:lnTo>
                  <a:pt x="487089" y="2608240"/>
                </a:lnTo>
                <a:lnTo>
                  <a:pt x="493652" y="2650569"/>
                </a:lnTo>
                <a:lnTo>
                  <a:pt x="500224" y="2692889"/>
                </a:lnTo>
                <a:lnTo>
                  <a:pt x="506787" y="2735218"/>
                </a:lnTo>
                <a:lnTo>
                  <a:pt x="513359" y="2777538"/>
                </a:lnTo>
                <a:lnTo>
                  <a:pt x="519922" y="2819867"/>
                </a:lnTo>
                <a:lnTo>
                  <a:pt x="526494" y="2862186"/>
                </a:lnTo>
                <a:lnTo>
                  <a:pt x="533057" y="2904515"/>
                </a:lnTo>
                <a:lnTo>
                  <a:pt x="539629" y="2946835"/>
                </a:lnTo>
                <a:lnTo>
                  <a:pt x="503692" y="2952750"/>
                </a:lnTo>
                <a:lnTo>
                  <a:pt x="460867" y="2952750"/>
                </a:lnTo>
                <a:lnTo>
                  <a:pt x="418033" y="2952750"/>
                </a:lnTo>
                <a:lnTo>
                  <a:pt x="375199" y="2952750"/>
                </a:lnTo>
                <a:lnTo>
                  <a:pt x="332375" y="2952750"/>
                </a:lnTo>
                <a:lnTo>
                  <a:pt x="289541" y="2952750"/>
                </a:lnTo>
                <a:lnTo>
                  <a:pt x="246707" y="2952750"/>
                </a:lnTo>
                <a:lnTo>
                  <a:pt x="225514" y="2962056"/>
                </a:lnTo>
                <a:lnTo>
                  <a:pt x="254975" y="2993136"/>
                </a:lnTo>
                <a:lnTo>
                  <a:pt x="284445" y="3024226"/>
                </a:lnTo>
                <a:lnTo>
                  <a:pt x="313906" y="3055306"/>
                </a:lnTo>
                <a:lnTo>
                  <a:pt x="343376" y="3086395"/>
                </a:lnTo>
                <a:lnTo>
                  <a:pt x="372837" y="3117475"/>
                </a:lnTo>
                <a:lnTo>
                  <a:pt x="402307" y="3148565"/>
                </a:lnTo>
                <a:lnTo>
                  <a:pt x="431768" y="3179645"/>
                </a:lnTo>
                <a:lnTo>
                  <a:pt x="461239" y="3210735"/>
                </a:lnTo>
                <a:lnTo>
                  <a:pt x="490699" y="3241815"/>
                </a:lnTo>
                <a:lnTo>
                  <a:pt x="520170" y="3272904"/>
                </a:lnTo>
                <a:lnTo>
                  <a:pt x="549631" y="3303984"/>
                </a:lnTo>
                <a:lnTo>
                  <a:pt x="579101" y="3335074"/>
                </a:lnTo>
                <a:lnTo>
                  <a:pt x="608571" y="3366154"/>
                </a:lnTo>
                <a:lnTo>
                  <a:pt x="638032" y="3397244"/>
                </a:lnTo>
                <a:lnTo>
                  <a:pt x="667502" y="3428324"/>
                </a:lnTo>
                <a:lnTo>
                  <a:pt x="696963" y="3459413"/>
                </a:lnTo>
                <a:lnTo>
                  <a:pt x="726434" y="3490493"/>
                </a:lnTo>
                <a:lnTo>
                  <a:pt x="755894" y="3521583"/>
                </a:lnTo>
                <a:lnTo>
                  <a:pt x="785365" y="3552663"/>
                </a:lnTo>
                <a:lnTo>
                  <a:pt x="814826" y="3583753"/>
                </a:lnTo>
                <a:lnTo>
                  <a:pt x="844296" y="3614833"/>
                </a:lnTo>
                <a:lnTo>
                  <a:pt x="873757" y="3631178"/>
                </a:lnTo>
                <a:lnTo>
                  <a:pt x="903227" y="3600098"/>
                </a:lnTo>
                <a:lnTo>
                  <a:pt x="932688" y="3569008"/>
                </a:lnTo>
                <a:lnTo>
                  <a:pt x="962158" y="3537928"/>
                </a:lnTo>
                <a:lnTo>
                  <a:pt x="991619" y="3506838"/>
                </a:lnTo>
                <a:lnTo>
                  <a:pt x="1021090" y="3475758"/>
                </a:lnTo>
                <a:lnTo>
                  <a:pt x="1050550" y="3444669"/>
                </a:lnTo>
                <a:lnTo>
                  <a:pt x="1080021" y="3413589"/>
                </a:lnTo>
                <a:lnTo>
                  <a:pt x="1109491" y="3382499"/>
                </a:lnTo>
                <a:lnTo>
                  <a:pt x="1138952" y="3351419"/>
                </a:lnTo>
                <a:lnTo>
                  <a:pt x="1168422" y="3320329"/>
                </a:lnTo>
                <a:lnTo>
                  <a:pt x="1197883" y="3289249"/>
                </a:lnTo>
                <a:lnTo>
                  <a:pt x="1227353" y="3258160"/>
                </a:lnTo>
                <a:lnTo>
                  <a:pt x="1256814" y="3227080"/>
                </a:lnTo>
                <a:lnTo>
                  <a:pt x="1286285" y="3195990"/>
                </a:lnTo>
                <a:lnTo>
                  <a:pt x="1315745" y="3164910"/>
                </a:lnTo>
                <a:lnTo>
                  <a:pt x="1345216" y="3133820"/>
                </a:lnTo>
                <a:lnTo>
                  <a:pt x="1374677" y="3102740"/>
                </a:lnTo>
                <a:lnTo>
                  <a:pt x="1404147" y="3071651"/>
                </a:lnTo>
                <a:lnTo>
                  <a:pt x="1433608" y="3040571"/>
                </a:lnTo>
                <a:lnTo>
                  <a:pt x="1463078" y="3009481"/>
                </a:lnTo>
                <a:lnTo>
                  <a:pt x="1492539" y="2978401"/>
                </a:lnTo>
                <a:lnTo>
                  <a:pt x="1509370" y="2952750"/>
                </a:lnTo>
                <a:lnTo>
                  <a:pt x="1466536" y="2952750"/>
                </a:lnTo>
                <a:lnTo>
                  <a:pt x="1423702" y="2952750"/>
                </a:lnTo>
                <a:lnTo>
                  <a:pt x="1380877" y="2952750"/>
                </a:lnTo>
                <a:lnTo>
                  <a:pt x="1338043" y="2952750"/>
                </a:lnTo>
                <a:lnTo>
                  <a:pt x="1295210" y="2952750"/>
                </a:lnTo>
                <a:lnTo>
                  <a:pt x="1252385" y="2952750"/>
                </a:lnTo>
                <a:lnTo>
                  <a:pt x="1209551" y="2952750"/>
                </a:lnTo>
                <a:lnTo>
                  <a:pt x="1197035" y="2926775"/>
                </a:lnTo>
                <a:lnTo>
                  <a:pt x="1203608" y="2884446"/>
                </a:lnTo>
                <a:lnTo>
                  <a:pt x="1210170" y="2842127"/>
                </a:lnTo>
                <a:lnTo>
                  <a:pt x="1216743" y="2799798"/>
                </a:lnTo>
                <a:lnTo>
                  <a:pt x="1223305" y="2757478"/>
                </a:lnTo>
                <a:lnTo>
                  <a:pt x="1229878" y="2715149"/>
                </a:lnTo>
                <a:lnTo>
                  <a:pt x="1236440" y="2672829"/>
                </a:lnTo>
                <a:lnTo>
                  <a:pt x="1243013" y="2630500"/>
                </a:lnTo>
                <a:lnTo>
                  <a:pt x="1249575" y="2588171"/>
                </a:lnTo>
                <a:lnTo>
                  <a:pt x="1256147" y="2545852"/>
                </a:lnTo>
                <a:lnTo>
                  <a:pt x="1262710" y="2503522"/>
                </a:lnTo>
                <a:lnTo>
                  <a:pt x="1269282" y="2461203"/>
                </a:lnTo>
                <a:lnTo>
                  <a:pt x="1275940" y="2418893"/>
                </a:lnTo>
                <a:lnTo>
                  <a:pt x="1282751" y="2376602"/>
                </a:lnTo>
                <a:lnTo>
                  <a:pt x="1289599" y="2334330"/>
                </a:lnTo>
                <a:lnTo>
                  <a:pt x="1296457" y="2292048"/>
                </a:lnTo>
                <a:lnTo>
                  <a:pt x="1303315" y="2249767"/>
                </a:lnTo>
                <a:lnTo>
                  <a:pt x="1310164" y="2207485"/>
                </a:lnTo>
                <a:lnTo>
                  <a:pt x="1317022" y="2165213"/>
                </a:lnTo>
                <a:lnTo>
                  <a:pt x="1323870" y="2122932"/>
                </a:lnTo>
                <a:lnTo>
                  <a:pt x="1330728" y="2080651"/>
                </a:lnTo>
                <a:lnTo>
                  <a:pt x="1337577" y="2038369"/>
                </a:lnTo>
                <a:lnTo>
                  <a:pt x="1344435" y="1996097"/>
                </a:lnTo>
                <a:lnTo>
                  <a:pt x="1351293" y="1953816"/>
                </a:lnTo>
                <a:lnTo>
                  <a:pt x="1358141" y="1911534"/>
                </a:lnTo>
                <a:lnTo>
                  <a:pt x="1364999" y="1869253"/>
                </a:lnTo>
                <a:lnTo>
                  <a:pt x="1371952" y="1826990"/>
                </a:lnTo>
                <a:lnTo>
                  <a:pt x="1379087" y="1784756"/>
                </a:lnTo>
                <a:lnTo>
                  <a:pt x="1386364" y="1742551"/>
                </a:lnTo>
                <a:lnTo>
                  <a:pt x="1393641" y="1700346"/>
                </a:lnTo>
                <a:lnTo>
                  <a:pt x="1400918" y="1658131"/>
                </a:lnTo>
                <a:lnTo>
                  <a:pt x="1408195" y="1615926"/>
                </a:lnTo>
                <a:lnTo>
                  <a:pt x="1415482" y="1573721"/>
                </a:lnTo>
                <a:lnTo>
                  <a:pt x="1422759" y="1531515"/>
                </a:lnTo>
                <a:lnTo>
                  <a:pt x="1430036" y="1489300"/>
                </a:lnTo>
                <a:lnTo>
                  <a:pt x="1437313" y="1447095"/>
                </a:lnTo>
                <a:lnTo>
                  <a:pt x="1444590" y="1404890"/>
                </a:lnTo>
                <a:lnTo>
                  <a:pt x="1451867" y="1362675"/>
                </a:lnTo>
                <a:lnTo>
                  <a:pt x="1459144" y="1320470"/>
                </a:lnTo>
                <a:lnTo>
                  <a:pt x="1466421" y="1278265"/>
                </a:lnTo>
                <a:lnTo>
                  <a:pt x="1473813" y="1236069"/>
                </a:lnTo>
                <a:lnTo>
                  <a:pt x="1481490" y="1193930"/>
                </a:lnTo>
                <a:lnTo>
                  <a:pt x="1489481" y="1151858"/>
                </a:lnTo>
                <a:lnTo>
                  <a:pt x="1497473" y="1109777"/>
                </a:lnTo>
                <a:lnTo>
                  <a:pt x="1505474" y="1067695"/>
                </a:lnTo>
                <a:lnTo>
                  <a:pt x="1513465" y="1025623"/>
                </a:lnTo>
                <a:lnTo>
                  <a:pt x="1521457" y="983542"/>
                </a:lnTo>
                <a:lnTo>
                  <a:pt x="1529458" y="941461"/>
                </a:lnTo>
                <a:lnTo>
                  <a:pt x="1537449" y="899389"/>
                </a:lnTo>
                <a:lnTo>
                  <a:pt x="1545441" y="857307"/>
                </a:lnTo>
                <a:lnTo>
                  <a:pt x="1553442" y="815226"/>
                </a:lnTo>
                <a:lnTo>
                  <a:pt x="1561433" y="773154"/>
                </a:lnTo>
                <a:lnTo>
                  <a:pt x="1569425" y="731072"/>
                </a:lnTo>
                <a:lnTo>
                  <a:pt x="1577426" y="688991"/>
                </a:lnTo>
                <a:lnTo>
                  <a:pt x="1585446" y="646919"/>
                </a:lnTo>
                <a:lnTo>
                  <a:pt x="1594009" y="604952"/>
                </a:lnTo>
                <a:lnTo>
                  <a:pt x="1604277" y="563375"/>
                </a:lnTo>
                <a:lnTo>
                  <a:pt x="1614697" y="521827"/>
                </a:lnTo>
                <a:lnTo>
                  <a:pt x="1625108" y="480289"/>
                </a:lnTo>
                <a:lnTo>
                  <a:pt x="1635519" y="438741"/>
                </a:lnTo>
                <a:lnTo>
                  <a:pt x="1645930" y="397193"/>
                </a:lnTo>
                <a:lnTo>
                  <a:pt x="1656350" y="355644"/>
                </a:lnTo>
                <a:lnTo>
                  <a:pt x="1666761" y="314096"/>
                </a:lnTo>
                <a:lnTo>
                  <a:pt x="1677172" y="272558"/>
                </a:lnTo>
                <a:lnTo>
                  <a:pt x="1687582" y="231010"/>
                </a:lnTo>
                <a:lnTo>
                  <a:pt x="1698003" y="189462"/>
                </a:lnTo>
                <a:lnTo>
                  <a:pt x="1708414" y="147914"/>
                </a:lnTo>
                <a:lnTo>
                  <a:pt x="1718824" y="106366"/>
                </a:lnTo>
                <a:lnTo>
                  <a:pt x="1729235" y="64827"/>
                </a:lnTo>
                <a:lnTo>
                  <a:pt x="1733550" y="22527"/>
                </a:lnTo>
                <a:lnTo>
                  <a:pt x="1713243" y="0"/>
                </a:lnTo>
                <a:lnTo>
                  <a:pt x="1670418" y="0"/>
                </a:lnTo>
                <a:lnTo>
                  <a:pt x="1627584" y="0"/>
                </a:lnTo>
                <a:lnTo>
                  <a:pt x="1584750" y="0"/>
                </a:lnTo>
                <a:lnTo>
                  <a:pt x="1541917" y="0"/>
                </a:lnTo>
                <a:lnTo>
                  <a:pt x="1499092" y="0"/>
                </a:lnTo>
                <a:lnTo>
                  <a:pt x="1456258" y="0"/>
                </a:lnTo>
                <a:lnTo>
                  <a:pt x="1413424" y="0"/>
                </a:lnTo>
                <a:lnTo>
                  <a:pt x="1370600" y="0"/>
                </a:lnTo>
                <a:lnTo>
                  <a:pt x="1327766" y="0"/>
                </a:lnTo>
                <a:lnTo>
                  <a:pt x="1284932" y="0"/>
                </a:lnTo>
                <a:lnTo>
                  <a:pt x="1242098" y="0"/>
                </a:lnTo>
                <a:lnTo>
                  <a:pt x="1199274" y="0"/>
                </a:lnTo>
                <a:lnTo>
                  <a:pt x="1156440" y="0"/>
                </a:lnTo>
                <a:lnTo>
                  <a:pt x="1113606" y="0"/>
                </a:lnTo>
                <a:lnTo>
                  <a:pt x="1070781" y="0"/>
                </a:lnTo>
                <a:lnTo>
                  <a:pt x="1027948" y="0"/>
                </a:lnTo>
                <a:lnTo>
                  <a:pt x="985114" y="0"/>
                </a:lnTo>
                <a:lnTo>
                  <a:pt x="942289" y="0"/>
                </a:lnTo>
                <a:lnTo>
                  <a:pt x="899455" y="0"/>
                </a:lnTo>
                <a:lnTo>
                  <a:pt x="856621" y="0"/>
                </a:lnTo>
                <a:lnTo>
                  <a:pt x="813787" y="0"/>
                </a:lnTo>
                <a:lnTo>
                  <a:pt x="770963" y="0"/>
                </a:lnTo>
                <a:lnTo>
                  <a:pt x="728129" y="0"/>
                </a:lnTo>
                <a:lnTo>
                  <a:pt x="685295" y="0"/>
                </a:lnTo>
                <a:lnTo>
                  <a:pt x="642471" y="0"/>
                </a:lnTo>
                <a:lnTo>
                  <a:pt x="599637" y="0"/>
                </a:lnTo>
                <a:lnTo>
                  <a:pt x="556803" y="0"/>
                </a:lnTo>
                <a:lnTo>
                  <a:pt x="513969" y="0"/>
                </a:lnTo>
                <a:lnTo>
                  <a:pt x="471145" y="0"/>
                </a:lnTo>
                <a:lnTo>
                  <a:pt x="428311" y="0"/>
                </a:lnTo>
                <a:lnTo>
                  <a:pt x="385477" y="0"/>
                </a:lnTo>
                <a:lnTo>
                  <a:pt x="342652" y="0"/>
                </a:lnTo>
                <a:lnTo>
                  <a:pt x="299818" y="0"/>
                </a:lnTo>
                <a:lnTo>
                  <a:pt x="256985" y="0"/>
                </a:lnTo>
                <a:lnTo>
                  <a:pt x="214160" y="0"/>
                </a:lnTo>
                <a:lnTo>
                  <a:pt x="171326" y="0"/>
                </a:lnTo>
                <a:lnTo>
                  <a:pt x="128492" y="0"/>
                </a:lnTo>
                <a:lnTo>
                  <a:pt x="85658" y="0"/>
                </a:lnTo>
                <a:lnTo>
                  <a:pt x="42834" y="0"/>
                </a:lnTo>
                <a:lnTo>
                  <a:pt x="0" y="0"/>
                </a:lnTo>
                <a:close/>
              </a:path>
            </a:pathLst>
          </a:custGeom>
          <a:gradFill xmlns:a="http://schemas.openxmlformats.org/drawingml/2006/main">
            <a:gsLst>
              <a:gs pos="0">
                <a:srgbClr val="000000"/>
              </a:gs>
              <a:gs pos="42">
                <a:srgbClr val="B8D8F2">
                  <a:alpha val="16000"/>
                </a:srgbClr>
              </a:gs>
              <a:gs pos="76">
                <a:srgbClr val="8FC4EE">
                  <a:alpha val="32000"/>
                </a:srgbClr>
              </a:gs>
              <a:gs pos="100">
                <a:srgbClr val="72B3E8">
                  <a:alpha val="52000"/>
                </a:srgbClr>
              </a:gs>
            </a:gsLst>
            <a:lin ang="10800000"/>
          </a:gradFill>
          <a:ln xmlns:a="http://schemas.openxmlformats.org/drawingml/2006/main" w="9525">
            <a:noFill/>
            <a:prstDash val="solid"/>
          </a:ln>
        </p:spPr>
      </p:sp>
      <p:sp>
        <p:nvSpPr>
          <p:cNvPr id="58" name="phase-label-0">
            <a:extLst xmlns:a="http://schemas.openxmlformats.org/drawingml/2006/main">
              <a:ext uri="{FF2B5EF4-FFF2-40B4-BE49-F238E27FC236}">
                <a16:creationId xmlns:a16="http://schemas.microsoft.com/office/drawing/2014/main" id="{D31E8379-158E-4BE0-8D9A-046D446C8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1638300"/>
            <a:ext cx="228600" cy="205576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阶段一</a:t>
            </a:r>
          </a:p>
        </p:txBody>
      </p:sp>
      <p:sp>
        <p:nvSpPr>
          <p:cNvPr id="59" name="phase-label-1">
            <a:extLst xmlns:a="http://schemas.openxmlformats.org/drawingml/2006/main">
              <a:ext uri="{FF2B5EF4-FFF2-40B4-BE49-F238E27FC236}">
                <a16:creationId xmlns:a16="http://schemas.microsoft.com/office/drawing/2014/main" id="{ED990448-53E1-426B-B798-F51C2A15B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3694062"/>
            <a:ext cx="228600" cy="120327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阶段二</a:t>
            </a:r>
          </a:p>
        </p:txBody>
      </p:sp>
      <p:sp>
        <p:nvSpPr>
          <p:cNvPr id="60" name="phase-label-2">
            <a:extLst xmlns:a="http://schemas.openxmlformats.org/drawingml/2006/main">
              <a:ext uri="{FF2B5EF4-FFF2-40B4-BE49-F238E27FC236}">
                <a16:creationId xmlns:a16="http://schemas.microsoft.com/office/drawing/2014/main" id="{C13D6590-C17A-49A6-A86A-B0552D825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4897336"/>
            <a:ext cx="228600" cy="13128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阶段三</a:t>
            </a:r>
          </a:p>
        </p:txBody>
      </p:sp>
      <p:sp>
        <p:nvSpPr>
          <p:cNvPr id="61" name="funnel-step-title-0">
            <a:extLst xmlns:a="http://schemas.openxmlformats.org/drawingml/2006/main">
              <a:ext uri="{FF2B5EF4-FFF2-40B4-BE49-F238E27FC236}">
                <a16:creationId xmlns:a16="http://schemas.microsoft.com/office/drawing/2014/main" id="{E70E633D-FE04-4CE9-B5BC-A74D59568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311728" y="2653455"/>
            <a:ext cx="2615803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广泛触达</a:t>
            </a:r>
          </a:p>
        </p:txBody>
      </p:sp>
      <p:sp>
        <p:nvSpPr>
          <p:cNvPr id="62" name="funnel-step-title-1">
            <a:extLst xmlns:a="http://schemas.openxmlformats.org/drawingml/2006/main">
              <a:ext uri="{FF2B5EF4-FFF2-40B4-BE49-F238E27FC236}">
                <a16:creationId xmlns:a16="http://schemas.microsoft.com/office/drawing/2014/main" id="{8593CB0A-BA6B-4535-A4C0-EC535E8A5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528117" y="3255169"/>
            <a:ext cx="2183016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兴趣识别</a:t>
            </a:r>
          </a:p>
        </p:txBody>
      </p:sp>
      <p:sp>
        <p:nvSpPr>
          <p:cNvPr id="63" name="funnel-step-title-2">
            <a:extLst xmlns:a="http://schemas.openxmlformats.org/drawingml/2006/main">
              <a:ext uri="{FF2B5EF4-FFF2-40B4-BE49-F238E27FC236}">
                <a16:creationId xmlns:a16="http://schemas.microsoft.com/office/drawing/2014/main" id="{7EC12DD3-DAD8-4D7F-B70A-A87D18E29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25018" y="3856730"/>
            <a:ext cx="1789214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意向培育</a:t>
            </a:r>
          </a:p>
        </p:txBody>
      </p:sp>
      <p:sp>
        <p:nvSpPr>
          <p:cNvPr id="64" name="funnel-step-title-3">
            <a:extLst xmlns:a="http://schemas.openxmlformats.org/drawingml/2006/main">
              <a:ext uri="{FF2B5EF4-FFF2-40B4-BE49-F238E27FC236}">
                <a16:creationId xmlns:a16="http://schemas.microsoft.com/office/drawing/2014/main" id="{2F0E696B-C4F4-46E9-883B-5574C1180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10165" y="4458443"/>
            <a:ext cx="141893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行动转化</a:t>
            </a:r>
          </a:p>
        </p:txBody>
      </p:sp>
      <p:sp>
        <p:nvSpPr>
          <p:cNvPr id="65" name="funnel-step-title-4">
            <a:extLst xmlns:a="http://schemas.openxmlformats.org/drawingml/2006/main">
              <a:ext uri="{FF2B5EF4-FFF2-40B4-BE49-F238E27FC236}">
                <a16:creationId xmlns:a16="http://schemas.microsoft.com/office/drawing/2014/main" id="{5BD00DE2-332F-4C22-A9D1-334410297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87120" y="5060156"/>
            <a:ext cx="1065019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持续留存</a:t>
            </a:r>
          </a:p>
        </p:txBody>
      </p:sp>
      <p:sp>
        <p:nvSpPr>
          <p:cNvPr id="66" name="funnel-step-title-5">
            <a:extLst xmlns:a="http://schemas.openxmlformats.org/drawingml/2006/main">
              <a:ext uri="{FF2B5EF4-FFF2-40B4-BE49-F238E27FC236}">
                <a16:creationId xmlns:a16="http://schemas.microsoft.com/office/drawing/2014/main" id="{DC1B8A37-D7D2-4879-BA84-6EAB34940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200525" y="5661717"/>
            <a:ext cx="8382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价值增长</a:t>
            </a:r>
          </a:p>
        </p:txBody>
      </p:sp>
      <p:sp>
        <p:nvSpPr>
          <p:cNvPr id="67" name="input-core-0">
            <a:extLst xmlns:a="http://schemas.openxmlformats.org/drawingml/2006/main">
              <a:ext uri="{FF2B5EF4-FFF2-40B4-BE49-F238E27FC236}">
                <a16:creationId xmlns:a16="http://schemas.microsoft.com/office/drawing/2014/main" id="{36E4B34D-4D5C-442A-94AA-56FD9AAF3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200400" y="194310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23"/>
          <a:fontRef xmlns:a="http://schemas.openxmlformats.org/drawingml/2006/main" idx="major"/>
        </p:style>
      </p:sp>
      <p:pic>
        <p:nvPicPr>
          <p:cNvPr id="14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828ccb51754440c">
            <a:extLst>
              <a:ext uri="{96DAC541-7B7A-43D3-8B79-37D633B846F1}">
                <asvg:svgBlip xmlns:asvg="http://schemas.microsoft.com/office/drawing/2016/SVG/main" r:embed="R0d1270c329a7429c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3295650" y="2038350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69" name="input-core-1">
            <a:extLst xmlns:a="http://schemas.openxmlformats.org/drawingml/2006/main">
              <a:ext uri="{FF2B5EF4-FFF2-40B4-BE49-F238E27FC236}">
                <a16:creationId xmlns:a16="http://schemas.microsoft.com/office/drawing/2014/main" id="{8EECC026-C22E-4721-BD76-3E0C229C0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22674" y="1743075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23"/>
          <a:fontRef xmlns:a="http://schemas.openxmlformats.org/drawingml/2006/main" idx="major"/>
        </p:style>
      </p:sp>
      <p:pic>
        <p:nvPicPr>
          <p:cNvPr id="14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53175dd23744c61">
            <a:extLst>
              <a:ext uri="{96DAC541-7B7A-43D3-8B79-37D633B846F1}">
                <asvg:svgBlip xmlns:asvg="http://schemas.microsoft.com/office/drawing/2016/SVG/main" r:embed="R068750cbb42f443b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4117924" y="1838325"/>
            <a:ext cx="209550" cy="209550"/>
          </a:xfrm>
          <a:prstGeom xmlns:a="http://schemas.openxmlformats.org/drawingml/2006/main" prst="rect">
            <a:avLst/>
          </a:prstGeom>
        </p:spPr>
      </p:pic>
      <p:sp>
        <p:nvSpPr>
          <p:cNvPr id="71" name="input-core-2">
            <a:extLst xmlns:a="http://schemas.openxmlformats.org/drawingml/2006/main">
              <a:ext uri="{FF2B5EF4-FFF2-40B4-BE49-F238E27FC236}">
                <a16:creationId xmlns:a16="http://schemas.microsoft.com/office/drawing/2014/main" id="{C2563A66-6479-4B6E-9F20-098F52EC1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787798" y="164782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23"/>
          <a:fontRef xmlns:a="http://schemas.openxmlformats.org/drawingml/2006/main" idx="major"/>
        </p:style>
      </p:sp>
      <p:pic>
        <p:nvPicPr>
          <p:cNvPr id="14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7ad69f97e0f4716">
            <a:extLst>
              <a:ext uri="{96DAC541-7B7A-43D3-8B79-37D633B846F1}">
                <asvg:svgBlip xmlns:asvg="http://schemas.microsoft.com/office/drawing/2016/SVG/main" r:embed="R9dd00419bb8647d1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4883048" y="1743075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73" name="input-core-3">
            <a:extLst xmlns:a="http://schemas.openxmlformats.org/drawingml/2006/main">
              <a:ext uri="{FF2B5EF4-FFF2-40B4-BE49-F238E27FC236}">
                <a16:creationId xmlns:a16="http://schemas.microsoft.com/office/drawing/2014/main" id="{262AEE65-41FE-4338-994F-9CA21FAF8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610225" y="190500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23"/>
          <a:fontRef xmlns:a="http://schemas.openxmlformats.org/drawingml/2006/main" idx="major"/>
        </p:style>
      </p:sp>
      <p:pic>
        <p:nvPicPr>
          <p:cNvPr id="14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d952cea83b54f53">
            <a:extLst>
              <a:ext uri="{96DAC541-7B7A-43D3-8B79-37D633B846F1}">
                <asvg:svgBlip xmlns:asvg="http://schemas.microsoft.com/office/drawing/2016/SVG/main" r:embed="R7e75ff343ae146b7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5705475" y="2000250"/>
            <a:ext cx="209550" cy="2095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7345095"/>
      </p:ext>
    </p:extLst>
  </p:cSld>
</p:sld>
</file>

<file path=ppt/slides/slide6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7" name="phase-band-0">
            <a:extLst xmlns:a="http://schemas.openxmlformats.org/drawingml/2006/main">
              <a:ext uri="{FF2B5EF4-FFF2-40B4-BE49-F238E27FC236}">
                <a16:creationId xmlns:a16="http://schemas.microsoft.com/office/drawing/2014/main" id="{9F406061-069E-4CB2-BC8C-13B9547BE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1638300"/>
            <a:ext cx="11144250" cy="205576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phase-band-1">
            <a:extLst xmlns:a="http://schemas.openxmlformats.org/drawingml/2006/main">
              <a:ext uri="{FF2B5EF4-FFF2-40B4-BE49-F238E27FC236}">
                <a16:creationId xmlns:a16="http://schemas.microsoft.com/office/drawing/2014/main" id="{3051279B-A0DE-43F8-B916-70F650884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3694062"/>
            <a:ext cx="11144250" cy="120327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38100">
            <a:solidFill>
              <a:srgbClr val="FFFFFF"/>
            </a:solidFill>
            <a:prstDash val="solid"/>
          </a:ln>
        </p:spPr>
      </p:sp>
      <p:sp>
        <p:nvSpPr>
          <p:cNvPr id="3" name="phase-band-2">
            <a:extLst xmlns:a="http://schemas.openxmlformats.org/drawingml/2006/main">
              <a:ext uri="{FF2B5EF4-FFF2-40B4-BE49-F238E27FC236}">
                <a16:creationId xmlns:a16="http://schemas.microsoft.com/office/drawing/2014/main" id="{D8ED40B1-E864-437A-8086-C5903CD66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4897336"/>
            <a:ext cx="11144250" cy="131281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38100">
            <a:solidFill>
              <a:srgbClr val="FFFFFF"/>
            </a:solidFill>
            <a:prstDash val="solid"/>
          </a:ln>
        </p:spPr>
      </p:sp>
      <p:sp>
        <p:nvSpPr>
          <p:cNvPr id="4" name="phase-rail-0">
            <a:extLst xmlns:a="http://schemas.openxmlformats.org/drawingml/2006/main">
              <a:ext uri="{FF2B5EF4-FFF2-40B4-BE49-F238E27FC236}">
                <a16:creationId xmlns:a16="http://schemas.microsoft.com/office/drawing/2014/main" id="{C1E54AF3-00A7-4791-AB5C-500420F0D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1638300"/>
            <a:ext cx="514350" cy="2051009"/>
          </a:xfrm>
          <a:custGeom xmlns:a="http://schemas.openxmlformats.org/drawingml/2006/main">
            <a:pathLst>
              <a:path w="514350" h="2051009">
                <a:moveTo>
                  <a:pt x="0" y="0"/>
                </a:moveTo>
                <a:lnTo>
                  <a:pt x="20536" y="0"/>
                </a:lnTo>
                <a:lnTo>
                  <a:pt x="41072" y="0"/>
                </a:lnTo>
                <a:lnTo>
                  <a:pt x="61608" y="0"/>
                </a:lnTo>
                <a:lnTo>
                  <a:pt x="82144" y="0"/>
                </a:lnTo>
                <a:lnTo>
                  <a:pt x="102680" y="0"/>
                </a:lnTo>
                <a:lnTo>
                  <a:pt x="123215" y="0"/>
                </a:lnTo>
                <a:lnTo>
                  <a:pt x="143751" y="0"/>
                </a:lnTo>
                <a:lnTo>
                  <a:pt x="164287" y="0"/>
                </a:lnTo>
                <a:lnTo>
                  <a:pt x="184823" y="0"/>
                </a:lnTo>
                <a:lnTo>
                  <a:pt x="205359" y="0"/>
                </a:lnTo>
                <a:lnTo>
                  <a:pt x="225895" y="0"/>
                </a:lnTo>
                <a:lnTo>
                  <a:pt x="246431" y="0"/>
                </a:lnTo>
                <a:lnTo>
                  <a:pt x="266967" y="0"/>
                </a:lnTo>
                <a:lnTo>
                  <a:pt x="287503" y="0"/>
                </a:lnTo>
                <a:lnTo>
                  <a:pt x="308039" y="0"/>
                </a:lnTo>
                <a:lnTo>
                  <a:pt x="328574" y="0"/>
                </a:lnTo>
                <a:lnTo>
                  <a:pt x="349110" y="0"/>
                </a:lnTo>
                <a:lnTo>
                  <a:pt x="369646" y="0"/>
                </a:lnTo>
                <a:lnTo>
                  <a:pt x="390182" y="0"/>
                </a:lnTo>
                <a:lnTo>
                  <a:pt x="410718" y="0"/>
                </a:lnTo>
                <a:lnTo>
                  <a:pt x="431254" y="0"/>
                </a:lnTo>
                <a:lnTo>
                  <a:pt x="451790" y="0"/>
                </a:lnTo>
                <a:lnTo>
                  <a:pt x="472326" y="0"/>
                </a:lnTo>
                <a:lnTo>
                  <a:pt x="492862" y="0"/>
                </a:lnTo>
                <a:lnTo>
                  <a:pt x="513398" y="0"/>
                </a:lnTo>
                <a:lnTo>
                  <a:pt x="514350" y="19583"/>
                </a:lnTo>
                <a:lnTo>
                  <a:pt x="514350" y="40119"/>
                </a:lnTo>
                <a:lnTo>
                  <a:pt x="514350" y="60655"/>
                </a:lnTo>
                <a:lnTo>
                  <a:pt x="514350" y="81191"/>
                </a:lnTo>
                <a:lnTo>
                  <a:pt x="514350" y="101727"/>
                </a:lnTo>
                <a:lnTo>
                  <a:pt x="514350" y="122263"/>
                </a:lnTo>
                <a:lnTo>
                  <a:pt x="514350" y="142799"/>
                </a:lnTo>
                <a:lnTo>
                  <a:pt x="514350" y="163335"/>
                </a:lnTo>
                <a:lnTo>
                  <a:pt x="514350" y="183871"/>
                </a:lnTo>
                <a:lnTo>
                  <a:pt x="514350" y="204407"/>
                </a:lnTo>
                <a:lnTo>
                  <a:pt x="514350" y="224942"/>
                </a:lnTo>
                <a:lnTo>
                  <a:pt x="514350" y="245469"/>
                </a:lnTo>
                <a:lnTo>
                  <a:pt x="514350" y="266005"/>
                </a:lnTo>
                <a:lnTo>
                  <a:pt x="514350" y="286541"/>
                </a:lnTo>
                <a:lnTo>
                  <a:pt x="514350" y="307076"/>
                </a:lnTo>
                <a:lnTo>
                  <a:pt x="514350" y="327612"/>
                </a:lnTo>
                <a:lnTo>
                  <a:pt x="514350" y="348148"/>
                </a:lnTo>
                <a:lnTo>
                  <a:pt x="514350" y="368684"/>
                </a:lnTo>
                <a:lnTo>
                  <a:pt x="514350" y="389220"/>
                </a:lnTo>
                <a:lnTo>
                  <a:pt x="514350" y="409756"/>
                </a:lnTo>
                <a:lnTo>
                  <a:pt x="514350" y="430292"/>
                </a:lnTo>
                <a:lnTo>
                  <a:pt x="514350" y="450828"/>
                </a:lnTo>
                <a:lnTo>
                  <a:pt x="514350" y="471364"/>
                </a:lnTo>
                <a:lnTo>
                  <a:pt x="514350" y="491900"/>
                </a:lnTo>
                <a:lnTo>
                  <a:pt x="514350" y="512435"/>
                </a:lnTo>
                <a:lnTo>
                  <a:pt x="514350" y="532971"/>
                </a:lnTo>
                <a:lnTo>
                  <a:pt x="514350" y="553507"/>
                </a:lnTo>
                <a:lnTo>
                  <a:pt x="514350" y="574043"/>
                </a:lnTo>
                <a:lnTo>
                  <a:pt x="514350" y="594579"/>
                </a:lnTo>
                <a:lnTo>
                  <a:pt x="514350" y="615115"/>
                </a:lnTo>
                <a:lnTo>
                  <a:pt x="514350" y="635641"/>
                </a:lnTo>
                <a:lnTo>
                  <a:pt x="514350" y="656177"/>
                </a:lnTo>
                <a:lnTo>
                  <a:pt x="514350" y="676713"/>
                </a:lnTo>
                <a:lnTo>
                  <a:pt x="514350" y="697249"/>
                </a:lnTo>
                <a:lnTo>
                  <a:pt x="514350" y="717785"/>
                </a:lnTo>
                <a:lnTo>
                  <a:pt x="514350" y="738321"/>
                </a:lnTo>
                <a:lnTo>
                  <a:pt x="514350" y="758857"/>
                </a:lnTo>
                <a:lnTo>
                  <a:pt x="514350" y="779393"/>
                </a:lnTo>
                <a:lnTo>
                  <a:pt x="514350" y="799929"/>
                </a:lnTo>
                <a:lnTo>
                  <a:pt x="514350" y="820464"/>
                </a:lnTo>
                <a:lnTo>
                  <a:pt x="514350" y="841000"/>
                </a:lnTo>
                <a:lnTo>
                  <a:pt x="514350" y="861536"/>
                </a:lnTo>
                <a:lnTo>
                  <a:pt x="514350" y="882072"/>
                </a:lnTo>
                <a:lnTo>
                  <a:pt x="514350" y="902608"/>
                </a:lnTo>
                <a:lnTo>
                  <a:pt x="514350" y="923144"/>
                </a:lnTo>
                <a:lnTo>
                  <a:pt x="514350" y="943680"/>
                </a:lnTo>
                <a:lnTo>
                  <a:pt x="514350" y="964216"/>
                </a:lnTo>
                <a:lnTo>
                  <a:pt x="514350" y="984752"/>
                </a:lnTo>
                <a:lnTo>
                  <a:pt x="514350" y="1005288"/>
                </a:lnTo>
                <a:lnTo>
                  <a:pt x="514350" y="1025823"/>
                </a:lnTo>
                <a:lnTo>
                  <a:pt x="514350" y="1046350"/>
                </a:lnTo>
                <a:lnTo>
                  <a:pt x="514350" y="1066886"/>
                </a:lnTo>
                <a:lnTo>
                  <a:pt x="514350" y="1087422"/>
                </a:lnTo>
                <a:lnTo>
                  <a:pt x="514350" y="1107958"/>
                </a:lnTo>
                <a:lnTo>
                  <a:pt x="514350" y="1128493"/>
                </a:lnTo>
                <a:lnTo>
                  <a:pt x="514350" y="1149029"/>
                </a:lnTo>
                <a:lnTo>
                  <a:pt x="514350" y="1169565"/>
                </a:lnTo>
                <a:lnTo>
                  <a:pt x="514350" y="1190101"/>
                </a:lnTo>
                <a:lnTo>
                  <a:pt x="514350" y="1210637"/>
                </a:lnTo>
                <a:lnTo>
                  <a:pt x="514350" y="1231173"/>
                </a:lnTo>
                <a:lnTo>
                  <a:pt x="514350" y="1251709"/>
                </a:lnTo>
                <a:lnTo>
                  <a:pt x="514350" y="1272245"/>
                </a:lnTo>
                <a:lnTo>
                  <a:pt x="514350" y="1292781"/>
                </a:lnTo>
                <a:lnTo>
                  <a:pt x="514350" y="1313317"/>
                </a:lnTo>
                <a:lnTo>
                  <a:pt x="514350" y="1333852"/>
                </a:lnTo>
                <a:lnTo>
                  <a:pt x="514350" y="1354388"/>
                </a:lnTo>
                <a:lnTo>
                  <a:pt x="514350" y="1374924"/>
                </a:lnTo>
                <a:lnTo>
                  <a:pt x="514350" y="1395460"/>
                </a:lnTo>
                <a:lnTo>
                  <a:pt x="514350" y="1415996"/>
                </a:lnTo>
                <a:lnTo>
                  <a:pt x="514350" y="1436532"/>
                </a:lnTo>
                <a:lnTo>
                  <a:pt x="514350" y="1457058"/>
                </a:lnTo>
                <a:lnTo>
                  <a:pt x="514350" y="1477594"/>
                </a:lnTo>
                <a:lnTo>
                  <a:pt x="514350" y="1498130"/>
                </a:lnTo>
                <a:lnTo>
                  <a:pt x="514350" y="1518666"/>
                </a:lnTo>
                <a:lnTo>
                  <a:pt x="514350" y="1539202"/>
                </a:lnTo>
                <a:lnTo>
                  <a:pt x="514350" y="1559738"/>
                </a:lnTo>
                <a:lnTo>
                  <a:pt x="514350" y="1580274"/>
                </a:lnTo>
                <a:lnTo>
                  <a:pt x="514350" y="1600810"/>
                </a:lnTo>
                <a:lnTo>
                  <a:pt x="514350" y="1621346"/>
                </a:lnTo>
                <a:lnTo>
                  <a:pt x="514350" y="1641881"/>
                </a:lnTo>
                <a:lnTo>
                  <a:pt x="514350" y="1662417"/>
                </a:lnTo>
                <a:lnTo>
                  <a:pt x="514350" y="1682953"/>
                </a:lnTo>
                <a:lnTo>
                  <a:pt x="514350" y="1703489"/>
                </a:lnTo>
                <a:lnTo>
                  <a:pt x="514350" y="1724025"/>
                </a:lnTo>
                <a:lnTo>
                  <a:pt x="514350" y="1744561"/>
                </a:lnTo>
                <a:lnTo>
                  <a:pt x="514350" y="1765097"/>
                </a:lnTo>
                <a:lnTo>
                  <a:pt x="514350" y="1785633"/>
                </a:lnTo>
                <a:lnTo>
                  <a:pt x="514350" y="1806169"/>
                </a:lnTo>
                <a:lnTo>
                  <a:pt x="514350" y="1826705"/>
                </a:lnTo>
                <a:lnTo>
                  <a:pt x="514350" y="1847240"/>
                </a:lnTo>
                <a:lnTo>
                  <a:pt x="514350" y="1867767"/>
                </a:lnTo>
                <a:lnTo>
                  <a:pt x="514350" y="1888303"/>
                </a:lnTo>
                <a:lnTo>
                  <a:pt x="514350" y="1908839"/>
                </a:lnTo>
                <a:lnTo>
                  <a:pt x="499939" y="1920897"/>
                </a:lnTo>
                <a:lnTo>
                  <a:pt x="481984" y="1930870"/>
                </a:lnTo>
                <a:lnTo>
                  <a:pt x="464039" y="1940843"/>
                </a:lnTo>
                <a:lnTo>
                  <a:pt x="446084" y="1950815"/>
                </a:lnTo>
                <a:lnTo>
                  <a:pt x="428130" y="1960788"/>
                </a:lnTo>
                <a:lnTo>
                  <a:pt x="410185" y="1970761"/>
                </a:lnTo>
                <a:lnTo>
                  <a:pt x="392230" y="1980733"/>
                </a:lnTo>
                <a:lnTo>
                  <a:pt x="374275" y="1990706"/>
                </a:lnTo>
                <a:lnTo>
                  <a:pt x="356321" y="2000679"/>
                </a:lnTo>
                <a:lnTo>
                  <a:pt x="338376" y="2010651"/>
                </a:lnTo>
                <a:lnTo>
                  <a:pt x="320421" y="2020624"/>
                </a:lnTo>
                <a:lnTo>
                  <a:pt x="302466" y="2030597"/>
                </a:lnTo>
                <a:lnTo>
                  <a:pt x="284521" y="2040569"/>
                </a:lnTo>
                <a:lnTo>
                  <a:pt x="266567" y="2050542"/>
                </a:lnTo>
                <a:lnTo>
                  <a:pt x="248612" y="2051009"/>
                </a:lnTo>
                <a:lnTo>
                  <a:pt x="230667" y="2041036"/>
                </a:lnTo>
                <a:lnTo>
                  <a:pt x="212712" y="2031063"/>
                </a:lnTo>
                <a:lnTo>
                  <a:pt x="194758" y="2021091"/>
                </a:lnTo>
                <a:lnTo>
                  <a:pt x="176813" y="2011118"/>
                </a:lnTo>
                <a:lnTo>
                  <a:pt x="158858" y="2001145"/>
                </a:lnTo>
                <a:lnTo>
                  <a:pt x="140903" y="1991173"/>
                </a:lnTo>
                <a:lnTo>
                  <a:pt x="122958" y="1981200"/>
                </a:lnTo>
                <a:lnTo>
                  <a:pt x="105004" y="1971227"/>
                </a:lnTo>
                <a:lnTo>
                  <a:pt x="87049" y="1961255"/>
                </a:lnTo>
                <a:lnTo>
                  <a:pt x="69104" y="1951282"/>
                </a:lnTo>
                <a:lnTo>
                  <a:pt x="51149" y="1941309"/>
                </a:lnTo>
                <a:lnTo>
                  <a:pt x="33195" y="1931337"/>
                </a:lnTo>
                <a:lnTo>
                  <a:pt x="15240" y="1921364"/>
                </a:lnTo>
                <a:lnTo>
                  <a:pt x="0" y="1909791"/>
                </a:lnTo>
                <a:lnTo>
                  <a:pt x="0" y="1889255"/>
                </a:lnTo>
                <a:lnTo>
                  <a:pt x="0" y="1868719"/>
                </a:lnTo>
                <a:lnTo>
                  <a:pt x="0" y="1848183"/>
                </a:lnTo>
                <a:lnTo>
                  <a:pt x="0" y="1827657"/>
                </a:lnTo>
                <a:lnTo>
                  <a:pt x="0" y="1807121"/>
                </a:lnTo>
                <a:lnTo>
                  <a:pt x="0" y="1786585"/>
                </a:lnTo>
                <a:lnTo>
                  <a:pt x="0" y="1766049"/>
                </a:lnTo>
                <a:lnTo>
                  <a:pt x="0" y="1745513"/>
                </a:lnTo>
                <a:lnTo>
                  <a:pt x="0" y="1724978"/>
                </a:lnTo>
                <a:lnTo>
                  <a:pt x="0" y="1704442"/>
                </a:lnTo>
                <a:lnTo>
                  <a:pt x="0" y="1683906"/>
                </a:lnTo>
                <a:lnTo>
                  <a:pt x="0" y="1663370"/>
                </a:lnTo>
                <a:lnTo>
                  <a:pt x="0" y="1642834"/>
                </a:lnTo>
                <a:lnTo>
                  <a:pt x="0" y="1622298"/>
                </a:lnTo>
                <a:lnTo>
                  <a:pt x="0" y="1601762"/>
                </a:lnTo>
                <a:lnTo>
                  <a:pt x="0" y="1581226"/>
                </a:lnTo>
                <a:lnTo>
                  <a:pt x="0" y="1560690"/>
                </a:lnTo>
                <a:lnTo>
                  <a:pt x="0" y="1540154"/>
                </a:lnTo>
                <a:lnTo>
                  <a:pt x="0" y="1519619"/>
                </a:lnTo>
                <a:lnTo>
                  <a:pt x="0" y="1499083"/>
                </a:lnTo>
                <a:lnTo>
                  <a:pt x="0" y="1478547"/>
                </a:lnTo>
                <a:lnTo>
                  <a:pt x="0" y="1458011"/>
                </a:lnTo>
                <a:lnTo>
                  <a:pt x="0" y="1437475"/>
                </a:lnTo>
                <a:lnTo>
                  <a:pt x="0" y="1416949"/>
                </a:lnTo>
                <a:lnTo>
                  <a:pt x="0" y="1396413"/>
                </a:lnTo>
                <a:lnTo>
                  <a:pt x="0" y="1375877"/>
                </a:lnTo>
                <a:lnTo>
                  <a:pt x="0" y="1355341"/>
                </a:lnTo>
                <a:lnTo>
                  <a:pt x="0" y="1334805"/>
                </a:lnTo>
                <a:lnTo>
                  <a:pt x="0" y="1314269"/>
                </a:lnTo>
                <a:lnTo>
                  <a:pt x="0" y="1293733"/>
                </a:lnTo>
                <a:lnTo>
                  <a:pt x="0" y="1273197"/>
                </a:lnTo>
                <a:lnTo>
                  <a:pt x="0" y="1252661"/>
                </a:lnTo>
                <a:lnTo>
                  <a:pt x="0" y="1232125"/>
                </a:lnTo>
                <a:lnTo>
                  <a:pt x="0" y="1211590"/>
                </a:lnTo>
                <a:lnTo>
                  <a:pt x="0" y="1191054"/>
                </a:lnTo>
                <a:lnTo>
                  <a:pt x="0" y="1170518"/>
                </a:lnTo>
                <a:lnTo>
                  <a:pt x="0" y="1149982"/>
                </a:lnTo>
                <a:lnTo>
                  <a:pt x="0" y="1129446"/>
                </a:lnTo>
                <a:lnTo>
                  <a:pt x="0" y="1108910"/>
                </a:lnTo>
                <a:lnTo>
                  <a:pt x="0" y="1088374"/>
                </a:lnTo>
                <a:lnTo>
                  <a:pt x="0" y="1067838"/>
                </a:lnTo>
                <a:lnTo>
                  <a:pt x="0" y="1047302"/>
                </a:lnTo>
                <a:lnTo>
                  <a:pt x="0" y="1026766"/>
                </a:lnTo>
                <a:lnTo>
                  <a:pt x="0" y="1006240"/>
                </a:lnTo>
                <a:lnTo>
                  <a:pt x="0" y="985704"/>
                </a:lnTo>
                <a:lnTo>
                  <a:pt x="0" y="965168"/>
                </a:lnTo>
                <a:lnTo>
                  <a:pt x="0" y="944632"/>
                </a:lnTo>
                <a:lnTo>
                  <a:pt x="0" y="924096"/>
                </a:lnTo>
                <a:lnTo>
                  <a:pt x="0" y="903561"/>
                </a:lnTo>
                <a:lnTo>
                  <a:pt x="0" y="883025"/>
                </a:lnTo>
                <a:lnTo>
                  <a:pt x="0" y="862489"/>
                </a:lnTo>
                <a:lnTo>
                  <a:pt x="0" y="841953"/>
                </a:lnTo>
                <a:lnTo>
                  <a:pt x="0" y="821417"/>
                </a:lnTo>
                <a:lnTo>
                  <a:pt x="0" y="800881"/>
                </a:lnTo>
                <a:lnTo>
                  <a:pt x="0" y="780345"/>
                </a:lnTo>
                <a:lnTo>
                  <a:pt x="0" y="759809"/>
                </a:lnTo>
                <a:lnTo>
                  <a:pt x="0" y="739273"/>
                </a:lnTo>
                <a:lnTo>
                  <a:pt x="0" y="718737"/>
                </a:lnTo>
                <a:lnTo>
                  <a:pt x="0" y="698202"/>
                </a:lnTo>
                <a:lnTo>
                  <a:pt x="0" y="677666"/>
                </a:lnTo>
                <a:lnTo>
                  <a:pt x="0" y="657130"/>
                </a:lnTo>
                <a:lnTo>
                  <a:pt x="0" y="636594"/>
                </a:lnTo>
                <a:lnTo>
                  <a:pt x="0" y="616058"/>
                </a:lnTo>
                <a:lnTo>
                  <a:pt x="0" y="595532"/>
                </a:lnTo>
                <a:lnTo>
                  <a:pt x="0" y="574996"/>
                </a:lnTo>
                <a:lnTo>
                  <a:pt x="0" y="554460"/>
                </a:lnTo>
                <a:lnTo>
                  <a:pt x="0" y="533924"/>
                </a:lnTo>
                <a:lnTo>
                  <a:pt x="0" y="513388"/>
                </a:lnTo>
                <a:lnTo>
                  <a:pt x="0" y="492852"/>
                </a:lnTo>
                <a:lnTo>
                  <a:pt x="0" y="472316"/>
                </a:lnTo>
                <a:lnTo>
                  <a:pt x="0" y="451780"/>
                </a:lnTo>
                <a:lnTo>
                  <a:pt x="0" y="431244"/>
                </a:lnTo>
                <a:lnTo>
                  <a:pt x="0" y="410708"/>
                </a:lnTo>
                <a:lnTo>
                  <a:pt x="0" y="390173"/>
                </a:lnTo>
                <a:lnTo>
                  <a:pt x="0" y="369637"/>
                </a:lnTo>
                <a:lnTo>
                  <a:pt x="0" y="349101"/>
                </a:lnTo>
                <a:lnTo>
                  <a:pt x="0" y="328565"/>
                </a:lnTo>
                <a:lnTo>
                  <a:pt x="0" y="308029"/>
                </a:lnTo>
                <a:lnTo>
                  <a:pt x="0" y="287493"/>
                </a:lnTo>
                <a:lnTo>
                  <a:pt x="0" y="266957"/>
                </a:lnTo>
                <a:lnTo>
                  <a:pt x="0" y="246421"/>
                </a:lnTo>
                <a:lnTo>
                  <a:pt x="0" y="225885"/>
                </a:lnTo>
                <a:lnTo>
                  <a:pt x="0" y="205359"/>
                </a:lnTo>
                <a:lnTo>
                  <a:pt x="0" y="184823"/>
                </a:lnTo>
                <a:lnTo>
                  <a:pt x="0" y="164287"/>
                </a:lnTo>
                <a:lnTo>
                  <a:pt x="0" y="143751"/>
                </a:lnTo>
                <a:lnTo>
                  <a:pt x="0" y="123215"/>
                </a:lnTo>
                <a:lnTo>
                  <a:pt x="0" y="102680"/>
                </a:lnTo>
                <a:lnTo>
                  <a:pt x="0" y="82144"/>
                </a:lnTo>
                <a:lnTo>
                  <a:pt x="0" y="61608"/>
                </a:lnTo>
                <a:lnTo>
                  <a:pt x="0" y="41072"/>
                </a:lnTo>
                <a:lnTo>
                  <a:pt x="0" y="20536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5" name="phase-title-0">
            <a:extLst xmlns:a="http://schemas.openxmlformats.org/drawingml/2006/main">
              <a:ext uri="{FF2B5EF4-FFF2-40B4-BE49-F238E27FC236}">
                <a16:creationId xmlns:a16="http://schemas.microsoft.com/office/drawing/2014/main" id="{66793D9B-04AB-4935-B4D5-20AD729DF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2195360"/>
            <a:ext cx="1428750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精准触达</a:t>
            </a:r>
          </a:p>
        </p:txBody>
      </p:sp>
      <p:sp>
        <p:nvSpPr>
          <p:cNvPr id="6" name="phase-body-0">
            <a:extLst xmlns:a="http://schemas.openxmlformats.org/drawingml/2006/main">
              <a:ext uri="{FF2B5EF4-FFF2-40B4-BE49-F238E27FC236}">
                <a16:creationId xmlns:a16="http://schemas.microsoft.com/office/drawing/2014/main" id="{C8D28822-02FA-42B6-AC46-84878A4E8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2549576"/>
            <a:ext cx="1428750" cy="587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让目标对象进</a:t>
            </a:r>
          </a:p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入体系</a:t>
            </a:r>
          </a:p>
        </p:txBody>
      </p:sp>
      <p:sp>
        <p:nvSpPr>
          <p:cNvPr id="7" name="action-icon-shell-0-0">
            <a:extLst xmlns:a="http://schemas.openxmlformats.org/drawingml/2006/main">
              <a:ext uri="{FF2B5EF4-FFF2-40B4-BE49-F238E27FC236}">
                <a16:creationId xmlns:a16="http://schemas.microsoft.com/office/drawing/2014/main" id="{0F6C07BE-917B-42B6-9A3D-E48F9AD3E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2189855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8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d3bafc9c61445c6">
            <a:extLst>
              <a:ext uri="{96DAC541-7B7A-43D3-8B79-37D633B846F1}">
                <asvg:svgBlip xmlns:asvg="http://schemas.microsoft.com/office/drawing/2016/SVG/main" r:embed="R9fdea70af2fa4a45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2266055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9" name="action-title-0-0">
            <a:extLst xmlns:a="http://schemas.openxmlformats.org/drawingml/2006/main">
              <a:ext uri="{FF2B5EF4-FFF2-40B4-BE49-F238E27FC236}">
                <a16:creationId xmlns:a16="http://schemas.microsoft.com/office/drawing/2014/main" id="{64CF4FFA-748A-44E3-8AA0-AFB4C4B3B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128838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标签体系</a:t>
            </a:r>
          </a:p>
        </p:txBody>
      </p:sp>
      <p:sp>
        <p:nvSpPr>
          <p:cNvPr id="10" name="action-body-0-0">
            <a:extLst xmlns:a="http://schemas.openxmlformats.org/drawingml/2006/main">
              <a:ext uri="{FF2B5EF4-FFF2-40B4-BE49-F238E27FC236}">
                <a16:creationId xmlns:a16="http://schemas.microsoft.com/office/drawing/2014/main" id="{8FF8ADBA-2257-4051-B21D-B82BAD3E0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357438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形成可识别对象</a:t>
            </a:r>
          </a:p>
        </p:txBody>
      </p:sp>
      <p:sp>
        <p:nvSpPr>
          <p:cNvPr id="11" name="action-icon-shell-0-1">
            <a:extLst xmlns:a="http://schemas.openxmlformats.org/drawingml/2006/main">
              <a:ext uri="{FF2B5EF4-FFF2-40B4-BE49-F238E27FC236}">
                <a16:creationId xmlns:a16="http://schemas.microsoft.com/office/drawing/2014/main" id="{B8F9863F-32D5-462A-B085-FEBB346A0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2189855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8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bd17924bbd444ff">
            <a:extLst>
              <a:ext uri="{96DAC541-7B7A-43D3-8B79-37D633B846F1}">
                <asvg:svgBlip xmlns:asvg="http://schemas.microsoft.com/office/drawing/2016/SVG/main" r:embed="R29e3dd79d6d043eb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2266055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13" name="action-title-0-1">
            <a:extLst xmlns:a="http://schemas.openxmlformats.org/drawingml/2006/main">
              <a:ext uri="{FF2B5EF4-FFF2-40B4-BE49-F238E27FC236}">
                <a16:creationId xmlns:a16="http://schemas.microsoft.com/office/drawing/2014/main" id="{C5D4C458-10E2-4728-BD9A-36367B106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128838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渠道连接</a:t>
            </a:r>
          </a:p>
        </p:txBody>
      </p:sp>
      <p:sp>
        <p:nvSpPr>
          <p:cNvPr id="14" name="action-body-0-1">
            <a:extLst xmlns:a="http://schemas.openxmlformats.org/drawingml/2006/main">
              <a:ext uri="{FF2B5EF4-FFF2-40B4-BE49-F238E27FC236}">
                <a16:creationId xmlns:a16="http://schemas.microsoft.com/office/drawing/2014/main" id="{CFCD4F9E-923E-4C32-8BBA-5B975F91E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357438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连接主要触点</a:t>
            </a:r>
          </a:p>
        </p:txBody>
      </p:sp>
      <p:sp>
        <p:nvSpPr>
          <p:cNvPr id="15" name="action-icon-shell-0-2">
            <a:extLst xmlns:a="http://schemas.openxmlformats.org/drawingml/2006/main">
              <a:ext uri="{FF2B5EF4-FFF2-40B4-BE49-F238E27FC236}">
                <a16:creationId xmlns:a16="http://schemas.microsoft.com/office/drawing/2014/main" id="{255F26F5-2D73-40D5-99C9-892A951D7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2799455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9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fca5090f1564c09">
            <a:extLst>
              <a:ext uri="{96DAC541-7B7A-43D3-8B79-37D633B846F1}">
                <asvg:svgBlip xmlns:asvg="http://schemas.microsoft.com/office/drawing/2016/SVG/main" r:embed="R6c5a7254b07248c4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2875655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17" name="action-title-0-2">
            <a:extLst xmlns:a="http://schemas.openxmlformats.org/drawingml/2006/main">
              <a:ext uri="{FF2B5EF4-FFF2-40B4-BE49-F238E27FC236}">
                <a16:creationId xmlns:a16="http://schemas.microsoft.com/office/drawing/2014/main" id="{17F419B1-03C1-4020-9C2D-95CC0244E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738438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内容优化</a:t>
            </a:r>
          </a:p>
        </p:txBody>
      </p:sp>
      <p:sp>
        <p:nvSpPr>
          <p:cNvPr id="18" name="action-body-0-2">
            <a:extLst xmlns:a="http://schemas.openxmlformats.org/drawingml/2006/main">
              <a:ext uri="{FF2B5EF4-FFF2-40B4-BE49-F238E27FC236}">
                <a16:creationId xmlns:a16="http://schemas.microsoft.com/office/drawing/2014/main" id="{C7934CD8-26C8-4D13-8361-A5C6F0C85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967038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提高触达质量</a:t>
            </a:r>
          </a:p>
        </p:txBody>
      </p:sp>
      <p:sp>
        <p:nvSpPr>
          <p:cNvPr id="19" name="action-icon-shell-0-3">
            <a:extLst xmlns:a="http://schemas.openxmlformats.org/drawingml/2006/main">
              <a:ext uri="{FF2B5EF4-FFF2-40B4-BE49-F238E27FC236}">
                <a16:creationId xmlns:a16="http://schemas.microsoft.com/office/drawing/2014/main" id="{C42395C5-4FD4-4AA0-8A7C-960DAEA04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2799455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9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5e310c449b04d8b">
            <a:extLst>
              <a:ext uri="{96DAC541-7B7A-43D3-8B79-37D633B846F1}">
                <asvg:svgBlip xmlns:asvg="http://schemas.microsoft.com/office/drawing/2016/SVG/main" r:embed="R349eb548401a4acf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2875655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21" name="action-title-0-3">
            <a:extLst xmlns:a="http://schemas.openxmlformats.org/drawingml/2006/main">
              <a:ext uri="{FF2B5EF4-FFF2-40B4-BE49-F238E27FC236}">
                <a16:creationId xmlns:a16="http://schemas.microsoft.com/office/drawing/2014/main" id="{E5C625E2-A773-45DB-9349-354C09F46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738438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行为追踪</a:t>
            </a:r>
          </a:p>
        </p:txBody>
      </p:sp>
      <p:sp>
        <p:nvSpPr>
          <p:cNvPr id="22" name="action-body-0-3">
            <a:extLst xmlns:a="http://schemas.openxmlformats.org/drawingml/2006/main">
              <a:ext uri="{FF2B5EF4-FFF2-40B4-BE49-F238E27FC236}">
                <a16:creationId xmlns:a16="http://schemas.microsoft.com/office/drawing/2014/main" id="{D46EFB9F-0318-4217-8559-3F4CB16B2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967038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记录关键反馈</a:t>
            </a:r>
          </a:p>
        </p:txBody>
      </p:sp>
      <p:sp>
        <p:nvSpPr>
          <p:cNvPr id="23" name="phase-rail-1">
            <a:extLst xmlns:a="http://schemas.openxmlformats.org/drawingml/2006/main">
              <a:ext uri="{FF2B5EF4-FFF2-40B4-BE49-F238E27FC236}">
                <a16:creationId xmlns:a16="http://schemas.microsoft.com/office/drawing/2014/main" id="{1BF47DED-E77B-4C79-B54D-622480265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3694062"/>
            <a:ext cx="514350" cy="1198883"/>
          </a:xfrm>
          <a:custGeom xmlns:a="http://schemas.openxmlformats.org/drawingml/2006/main">
            <a:pathLst>
              <a:path w="514350" h="1198883">
                <a:moveTo>
                  <a:pt x="0" y="0"/>
                </a:moveTo>
                <a:lnTo>
                  <a:pt x="16564" y="9201"/>
                </a:lnTo>
                <a:lnTo>
                  <a:pt x="33137" y="18412"/>
                </a:lnTo>
                <a:lnTo>
                  <a:pt x="49701" y="27613"/>
                </a:lnTo>
                <a:lnTo>
                  <a:pt x="66265" y="36814"/>
                </a:lnTo>
                <a:lnTo>
                  <a:pt x="82839" y="46015"/>
                </a:lnTo>
                <a:lnTo>
                  <a:pt x="99403" y="55226"/>
                </a:lnTo>
                <a:lnTo>
                  <a:pt x="115967" y="64427"/>
                </a:lnTo>
                <a:lnTo>
                  <a:pt x="132540" y="73628"/>
                </a:lnTo>
                <a:lnTo>
                  <a:pt x="149104" y="82829"/>
                </a:lnTo>
                <a:lnTo>
                  <a:pt x="165668" y="92040"/>
                </a:lnTo>
                <a:lnTo>
                  <a:pt x="182242" y="101241"/>
                </a:lnTo>
                <a:lnTo>
                  <a:pt x="198806" y="110442"/>
                </a:lnTo>
                <a:lnTo>
                  <a:pt x="215370" y="119644"/>
                </a:lnTo>
                <a:lnTo>
                  <a:pt x="231943" y="128854"/>
                </a:lnTo>
                <a:lnTo>
                  <a:pt x="248507" y="138055"/>
                </a:lnTo>
                <a:lnTo>
                  <a:pt x="265071" y="138484"/>
                </a:lnTo>
                <a:lnTo>
                  <a:pt x="281645" y="129273"/>
                </a:lnTo>
                <a:lnTo>
                  <a:pt x="298209" y="120072"/>
                </a:lnTo>
                <a:lnTo>
                  <a:pt x="314782" y="110871"/>
                </a:lnTo>
                <a:lnTo>
                  <a:pt x="331346" y="101670"/>
                </a:lnTo>
                <a:lnTo>
                  <a:pt x="347910" y="92459"/>
                </a:lnTo>
                <a:lnTo>
                  <a:pt x="364484" y="83258"/>
                </a:lnTo>
                <a:lnTo>
                  <a:pt x="381048" y="74057"/>
                </a:lnTo>
                <a:lnTo>
                  <a:pt x="397612" y="64846"/>
                </a:lnTo>
                <a:lnTo>
                  <a:pt x="414185" y="55645"/>
                </a:lnTo>
                <a:lnTo>
                  <a:pt x="430749" y="46444"/>
                </a:lnTo>
                <a:lnTo>
                  <a:pt x="447313" y="37243"/>
                </a:lnTo>
                <a:lnTo>
                  <a:pt x="463887" y="28032"/>
                </a:lnTo>
                <a:lnTo>
                  <a:pt x="480451" y="18831"/>
                </a:lnTo>
                <a:lnTo>
                  <a:pt x="497015" y="9630"/>
                </a:lnTo>
                <a:lnTo>
                  <a:pt x="513588" y="429"/>
                </a:lnTo>
                <a:lnTo>
                  <a:pt x="514350" y="18078"/>
                </a:lnTo>
                <a:lnTo>
                  <a:pt x="514350" y="37024"/>
                </a:lnTo>
                <a:lnTo>
                  <a:pt x="514350" y="55978"/>
                </a:lnTo>
                <a:lnTo>
                  <a:pt x="514350" y="74933"/>
                </a:lnTo>
                <a:lnTo>
                  <a:pt x="514350" y="93878"/>
                </a:lnTo>
                <a:lnTo>
                  <a:pt x="514350" y="112833"/>
                </a:lnTo>
                <a:lnTo>
                  <a:pt x="514350" y="131788"/>
                </a:lnTo>
                <a:lnTo>
                  <a:pt x="514350" y="150733"/>
                </a:lnTo>
                <a:lnTo>
                  <a:pt x="514350" y="169688"/>
                </a:lnTo>
                <a:lnTo>
                  <a:pt x="514350" y="188643"/>
                </a:lnTo>
                <a:lnTo>
                  <a:pt x="514350" y="207588"/>
                </a:lnTo>
                <a:lnTo>
                  <a:pt x="514350" y="226543"/>
                </a:lnTo>
                <a:lnTo>
                  <a:pt x="514350" y="245497"/>
                </a:lnTo>
                <a:lnTo>
                  <a:pt x="514350" y="264443"/>
                </a:lnTo>
                <a:lnTo>
                  <a:pt x="514350" y="283397"/>
                </a:lnTo>
                <a:lnTo>
                  <a:pt x="514350" y="302352"/>
                </a:lnTo>
                <a:lnTo>
                  <a:pt x="514350" y="321297"/>
                </a:lnTo>
                <a:lnTo>
                  <a:pt x="514350" y="340252"/>
                </a:lnTo>
                <a:lnTo>
                  <a:pt x="514350" y="359207"/>
                </a:lnTo>
                <a:lnTo>
                  <a:pt x="514350" y="378152"/>
                </a:lnTo>
                <a:lnTo>
                  <a:pt x="514350" y="397107"/>
                </a:lnTo>
                <a:lnTo>
                  <a:pt x="514350" y="416052"/>
                </a:lnTo>
                <a:lnTo>
                  <a:pt x="514350" y="435007"/>
                </a:lnTo>
                <a:lnTo>
                  <a:pt x="514350" y="453961"/>
                </a:lnTo>
                <a:lnTo>
                  <a:pt x="514350" y="472907"/>
                </a:lnTo>
                <a:lnTo>
                  <a:pt x="514350" y="491861"/>
                </a:lnTo>
                <a:lnTo>
                  <a:pt x="514350" y="510816"/>
                </a:lnTo>
                <a:lnTo>
                  <a:pt x="514350" y="529761"/>
                </a:lnTo>
                <a:lnTo>
                  <a:pt x="514350" y="548716"/>
                </a:lnTo>
                <a:lnTo>
                  <a:pt x="514350" y="567671"/>
                </a:lnTo>
                <a:lnTo>
                  <a:pt x="514350" y="586616"/>
                </a:lnTo>
                <a:lnTo>
                  <a:pt x="514350" y="605571"/>
                </a:lnTo>
                <a:lnTo>
                  <a:pt x="514350" y="624526"/>
                </a:lnTo>
                <a:lnTo>
                  <a:pt x="514350" y="643471"/>
                </a:lnTo>
                <a:lnTo>
                  <a:pt x="514350" y="662426"/>
                </a:lnTo>
                <a:lnTo>
                  <a:pt x="514350" y="681380"/>
                </a:lnTo>
                <a:lnTo>
                  <a:pt x="514350" y="700326"/>
                </a:lnTo>
                <a:lnTo>
                  <a:pt x="514350" y="719280"/>
                </a:lnTo>
                <a:lnTo>
                  <a:pt x="514350" y="738235"/>
                </a:lnTo>
                <a:lnTo>
                  <a:pt x="514350" y="757180"/>
                </a:lnTo>
                <a:lnTo>
                  <a:pt x="514350" y="776135"/>
                </a:lnTo>
                <a:lnTo>
                  <a:pt x="514350" y="795090"/>
                </a:lnTo>
                <a:lnTo>
                  <a:pt x="514350" y="814035"/>
                </a:lnTo>
                <a:lnTo>
                  <a:pt x="514350" y="832990"/>
                </a:lnTo>
                <a:lnTo>
                  <a:pt x="514350" y="851945"/>
                </a:lnTo>
                <a:lnTo>
                  <a:pt x="514350" y="870890"/>
                </a:lnTo>
                <a:lnTo>
                  <a:pt x="514350" y="889845"/>
                </a:lnTo>
                <a:lnTo>
                  <a:pt x="514350" y="908799"/>
                </a:lnTo>
                <a:lnTo>
                  <a:pt x="514350" y="927745"/>
                </a:lnTo>
                <a:lnTo>
                  <a:pt x="514350" y="946699"/>
                </a:lnTo>
                <a:lnTo>
                  <a:pt x="514350" y="965645"/>
                </a:lnTo>
                <a:lnTo>
                  <a:pt x="514350" y="984599"/>
                </a:lnTo>
                <a:lnTo>
                  <a:pt x="514350" y="1003554"/>
                </a:lnTo>
                <a:lnTo>
                  <a:pt x="514350" y="1022499"/>
                </a:lnTo>
                <a:lnTo>
                  <a:pt x="514350" y="1041454"/>
                </a:lnTo>
                <a:lnTo>
                  <a:pt x="514350" y="1060409"/>
                </a:lnTo>
                <a:lnTo>
                  <a:pt x="497786" y="1069610"/>
                </a:lnTo>
                <a:lnTo>
                  <a:pt x="481213" y="1078811"/>
                </a:lnTo>
                <a:lnTo>
                  <a:pt x="464649" y="1088022"/>
                </a:lnTo>
                <a:lnTo>
                  <a:pt x="448085" y="1097223"/>
                </a:lnTo>
                <a:lnTo>
                  <a:pt x="431511" y="1106424"/>
                </a:lnTo>
                <a:lnTo>
                  <a:pt x="414947" y="1115625"/>
                </a:lnTo>
                <a:lnTo>
                  <a:pt x="398383" y="1124836"/>
                </a:lnTo>
                <a:lnTo>
                  <a:pt x="381810" y="1134037"/>
                </a:lnTo>
                <a:lnTo>
                  <a:pt x="365246" y="1143238"/>
                </a:lnTo>
                <a:lnTo>
                  <a:pt x="348682" y="1152439"/>
                </a:lnTo>
                <a:lnTo>
                  <a:pt x="332108" y="1161650"/>
                </a:lnTo>
                <a:lnTo>
                  <a:pt x="315544" y="1170851"/>
                </a:lnTo>
                <a:lnTo>
                  <a:pt x="298980" y="1180052"/>
                </a:lnTo>
                <a:lnTo>
                  <a:pt x="282407" y="1189253"/>
                </a:lnTo>
                <a:lnTo>
                  <a:pt x="265843" y="1198464"/>
                </a:lnTo>
                <a:lnTo>
                  <a:pt x="249279" y="1198883"/>
                </a:lnTo>
                <a:lnTo>
                  <a:pt x="232705" y="1189682"/>
                </a:lnTo>
                <a:lnTo>
                  <a:pt x="216141" y="1180481"/>
                </a:lnTo>
                <a:lnTo>
                  <a:pt x="199568" y="1171280"/>
                </a:lnTo>
                <a:lnTo>
                  <a:pt x="183004" y="1162069"/>
                </a:lnTo>
                <a:lnTo>
                  <a:pt x="166440" y="1152868"/>
                </a:lnTo>
                <a:lnTo>
                  <a:pt x="149866" y="1143667"/>
                </a:lnTo>
                <a:lnTo>
                  <a:pt x="133302" y="1134456"/>
                </a:lnTo>
                <a:lnTo>
                  <a:pt x="116738" y="1125255"/>
                </a:lnTo>
                <a:lnTo>
                  <a:pt x="100165" y="1116054"/>
                </a:lnTo>
                <a:lnTo>
                  <a:pt x="83601" y="1106853"/>
                </a:lnTo>
                <a:lnTo>
                  <a:pt x="67037" y="1097642"/>
                </a:lnTo>
                <a:lnTo>
                  <a:pt x="50463" y="1088441"/>
                </a:lnTo>
                <a:lnTo>
                  <a:pt x="33899" y="1079240"/>
                </a:lnTo>
                <a:lnTo>
                  <a:pt x="17336" y="1070039"/>
                </a:lnTo>
                <a:lnTo>
                  <a:pt x="762" y="1060828"/>
                </a:lnTo>
                <a:lnTo>
                  <a:pt x="0" y="1042330"/>
                </a:lnTo>
                <a:lnTo>
                  <a:pt x="0" y="1023376"/>
                </a:lnTo>
                <a:lnTo>
                  <a:pt x="0" y="1004430"/>
                </a:lnTo>
                <a:lnTo>
                  <a:pt x="0" y="985476"/>
                </a:lnTo>
                <a:lnTo>
                  <a:pt x="0" y="966521"/>
                </a:lnTo>
                <a:lnTo>
                  <a:pt x="0" y="947576"/>
                </a:lnTo>
                <a:lnTo>
                  <a:pt x="0" y="928621"/>
                </a:lnTo>
                <a:lnTo>
                  <a:pt x="0" y="909666"/>
                </a:lnTo>
                <a:lnTo>
                  <a:pt x="0" y="890721"/>
                </a:lnTo>
                <a:lnTo>
                  <a:pt x="0" y="871766"/>
                </a:lnTo>
                <a:lnTo>
                  <a:pt x="0" y="852811"/>
                </a:lnTo>
                <a:lnTo>
                  <a:pt x="0" y="833866"/>
                </a:lnTo>
                <a:lnTo>
                  <a:pt x="0" y="814911"/>
                </a:lnTo>
                <a:lnTo>
                  <a:pt x="0" y="795957"/>
                </a:lnTo>
                <a:lnTo>
                  <a:pt x="0" y="777011"/>
                </a:lnTo>
                <a:lnTo>
                  <a:pt x="0" y="758057"/>
                </a:lnTo>
                <a:lnTo>
                  <a:pt x="0" y="739111"/>
                </a:lnTo>
                <a:lnTo>
                  <a:pt x="0" y="720157"/>
                </a:lnTo>
                <a:lnTo>
                  <a:pt x="0" y="701202"/>
                </a:lnTo>
                <a:lnTo>
                  <a:pt x="0" y="682257"/>
                </a:lnTo>
                <a:lnTo>
                  <a:pt x="0" y="663302"/>
                </a:lnTo>
                <a:lnTo>
                  <a:pt x="0" y="644347"/>
                </a:lnTo>
                <a:lnTo>
                  <a:pt x="0" y="625402"/>
                </a:lnTo>
                <a:lnTo>
                  <a:pt x="0" y="606447"/>
                </a:lnTo>
                <a:lnTo>
                  <a:pt x="0" y="587492"/>
                </a:lnTo>
                <a:lnTo>
                  <a:pt x="0" y="568547"/>
                </a:lnTo>
                <a:lnTo>
                  <a:pt x="0" y="549593"/>
                </a:lnTo>
                <a:lnTo>
                  <a:pt x="0" y="530638"/>
                </a:lnTo>
                <a:lnTo>
                  <a:pt x="0" y="511693"/>
                </a:lnTo>
                <a:lnTo>
                  <a:pt x="0" y="492738"/>
                </a:lnTo>
                <a:lnTo>
                  <a:pt x="0" y="473783"/>
                </a:lnTo>
                <a:lnTo>
                  <a:pt x="0" y="454838"/>
                </a:lnTo>
                <a:lnTo>
                  <a:pt x="0" y="435883"/>
                </a:lnTo>
                <a:lnTo>
                  <a:pt x="0" y="416928"/>
                </a:lnTo>
                <a:lnTo>
                  <a:pt x="0" y="397983"/>
                </a:lnTo>
                <a:lnTo>
                  <a:pt x="0" y="379028"/>
                </a:lnTo>
                <a:lnTo>
                  <a:pt x="0" y="360074"/>
                </a:lnTo>
                <a:lnTo>
                  <a:pt x="0" y="341128"/>
                </a:lnTo>
                <a:lnTo>
                  <a:pt x="0" y="322174"/>
                </a:lnTo>
                <a:lnTo>
                  <a:pt x="0" y="303219"/>
                </a:lnTo>
                <a:lnTo>
                  <a:pt x="0" y="284274"/>
                </a:lnTo>
                <a:lnTo>
                  <a:pt x="0" y="265319"/>
                </a:lnTo>
                <a:lnTo>
                  <a:pt x="0" y="246374"/>
                </a:lnTo>
                <a:lnTo>
                  <a:pt x="0" y="227419"/>
                </a:lnTo>
                <a:lnTo>
                  <a:pt x="0" y="208464"/>
                </a:lnTo>
                <a:lnTo>
                  <a:pt x="0" y="189519"/>
                </a:lnTo>
                <a:lnTo>
                  <a:pt x="0" y="170564"/>
                </a:lnTo>
                <a:lnTo>
                  <a:pt x="0" y="151609"/>
                </a:lnTo>
                <a:lnTo>
                  <a:pt x="0" y="132664"/>
                </a:lnTo>
                <a:lnTo>
                  <a:pt x="0" y="113709"/>
                </a:lnTo>
                <a:lnTo>
                  <a:pt x="0" y="94755"/>
                </a:lnTo>
                <a:lnTo>
                  <a:pt x="0" y="75809"/>
                </a:lnTo>
                <a:lnTo>
                  <a:pt x="0" y="56855"/>
                </a:lnTo>
                <a:lnTo>
                  <a:pt x="0" y="37900"/>
                </a:lnTo>
                <a:lnTo>
                  <a:pt x="0" y="18955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24" name="phase-title-1">
            <a:extLst xmlns:a="http://schemas.openxmlformats.org/drawingml/2006/main">
              <a:ext uri="{FF2B5EF4-FFF2-40B4-BE49-F238E27FC236}">
                <a16:creationId xmlns:a16="http://schemas.microsoft.com/office/drawing/2014/main" id="{7230F6F1-A74D-4BED-9BFA-23036110F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3824888"/>
            <a:ext cx="1428750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意向培育</a:t>
            </a:r>
          </a:p>
        </p:txBody>
      </p:sp>
      <p:sp>
        <p:nvSpPr>
          <p:cNvPr id="25" name="phase-body-1">
            <a:extLst xmlns:a="http://schemas.openxmlformats.org/drawingml/2006/main">
              <a:ext uri="{FF2B5EF4-FFF2-40B4-BE49-F238E27FC236}">
                <a16:creationId xmlns:a16="http://schemas.microsoft.com/office/drawing/2014/main" id="{5AA35557-BA99-4E83-8513-95F93E5D9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4179094"/>
            <a:ext cx="1428750" cy="587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让有效关注形</a:t>
            </a:r>
          </a:p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成意向</a:t>
            </a:r>
          </a:p>
        </p:txBody>
      </p:sp>
      <p:sp>
        <p:nvSpPr>
          <p:cNvPr id="26" name="action-icon-shell-1-0">
            <a:extLst xmlns:a="http://schemas.openxmlformats.org/drawingml/2006/main">
              <a:ext uri="{FF2B5EF4-FFF2-40B4-BE49-F238E27FC236}">
                <a16:creationId xmlns:a16="http://schemas.microsoft.com/office/drawing/2014/main" id="{BD1EE8C1-82E7-41AF-93A7-70CEDFE94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4124173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10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4bd4d013dca4a1b">
            <a:extLst>
              <a:ext uri="{96DAC541-7B7A-43D3-8B79-37D633B846F1}">
                <asvg:svgBlip xmlns:asvg="http://schemas.microsoft.com/office/drawing/2016/SVG/main" r:embed="Ra7065e0f42c649ba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4200373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28" name="action-title-1-0">
            <a:extLst xmlns:a="http://schemas.openxmlformats.org/drawingml/2006/main">
              <a:ext uri="{FF2B5EF4-FFF2-40B4-BE49-F238E27FC236}">
                <a16:creationId xmlns:a16="http://schemas.microsoft.com/office/drawing/2014/main" id="{6AD23038-CC50-4E6C-BDE2-E08B97C9B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4063155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规则触发</a:t>
            </a:r>
          </a:p>
        </p:txBody>
      </p:sp>
      <p:sp>
        <p:nvSpPr>
          <p:cNvPr id="29" name="action-body-1-0">
            <a:extLst xmlns:a="http://schemas.openxmlformats.org/drawingml/2006/main">
              <a:ext uri="{FF2B5EF4-FFF2-40B4-BE49-F238E27FC236}">
                <a16:creationId xmlns:a16="http://schemas.microsoft.com/office/drawing/2014/main" id="{E0B0A69D-9474-425B-83D9-ED26645CE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4291755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自动下发任务</a:t>
            </a:r>
          </a:p>
        </p:txBody>
      </p:sp>
      <p:sp>
        <p:nvSpPr>
          <p:cNvPr id="30" name="action-icon-shell-1-1">
            <a:extLst xmlns:a="http://schemas.openxmlformats.org/drawingml/2006/main">
              <a:ext uri="{FF2B5EF4-FFF2-40B4-BE49-F238E27FC236}">
                <a16:creationId xmlns:a16="http://schemas.microsoft.com/office/drawing/2014/main" id="{AF28A4EA-151D-4D88-ABDA-D3E3385E8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4124173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10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f40e060fa4b4068">
            <a:extLst>
              <a:ext uri="{96DAC541-7B7A-43D3-8B79-37D633B846F1}">
                <asvg:svgBlip xmlns:asvg="http://schemas.microsoft.com/office/drawing/2016/SVG/main" r:embed="R9aa5aea92c114400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4200373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32" name="action-title-1-1">
            <a:extLst xmlns:a="http://schemas.openxmlformats.org/drawingml/2006/main">
              <a:ext uri="{FF2B5EF4-FFF2-40B4-BE49-F238E27FC236}">
                <a16:creationId xmlns:a16="http://schemas.microsoft.com/office/drawing/2014/main" id="{6E1B828D-24E3-4DA5-9DF1-B1D478819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4063155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热度评估</a:t>
            </a:r>
          </a:p>
        </p:txBody>
      </p:sp>
      <p:sp>
        <p:nvSpPr>
          <p:cNvPr id="33" name="action-body-1-1">
            <a:extLst xmlns:a="http://schemas.openxmlformats.org/drawingml/2006/main">
              <a:ext uri="{FF2B5EF4-FFF2-40B4-BE49-F238E27FC236}">
                <a16:creationId xmlns:a16="http://schemas.microsoft.com/office/drawing/2014/main" id="{6B5394D3-C04A-44C2-A80C-6FF3CFEE1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4291755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识别优先对象</a:t>
            </a:r>
          </a:p>
        </p:txBody>
      </p:sp>
      <p:sp>
        <p:nvSpPr>
          <p:cNvPr id="34" name="phase-rail-2">
            <a:extLst xmlns:a="http://schemas.openxmlformats.org/drawingml/2006/main">
              <a:ext uri="{FF2B5EF4-FFF2-40B4-BE49-F238E27FC236}">
                <a16:creationId xmlns:a16="http://schemas.microsoft.com/office/drawing/2014/main" id="{43723AB1-D1BA-463D-91F9-6EA267CBF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4897336"/>
            <a:ext cx="514350" cy="1312593"/>
          </a:xfrm>
          <a:custGeom xmlns:a="http://schemas.openxmlformats.org/drawingml/2006/main">
            <a:pathLst>
              <a:path w="514350" h="1312593">
                <a:moveTo>
                  <a:pt x="0" y="0"/>
                </a:moveTo>
                <a:lnTo>
                  <a:pt x="16621" y="9230"/>
                </a:lnTo>
                <a:lnTo>
                  <a:pt x="33233" y="18459"/>
                </a:lnTo>
                <a:lnTo>
                  <a:pt x="49854" y="27699"/>
                </a:lnTo>
                <a:lnTo>
                  <a:pt x="66465" y="36928"/>
                </a:lnTo>
                <a:lnTo>
                  <a:pt x="83087" y="46158"/>
                </a:lnTo>
                <a:lnTo>
                  <a:pt x="99708" y="55388"/>
                </a:lnTo>
                <a:lnTo>
                  <a:pt x="116319" y="64618"/>
                </a:lnTo>
                <a:lnTo>
                  <a:pt x="132940" y="73847"/>
                </a:lnTo>
                <a:lnTo>
                  <a:pt x="149552" y="83087"/>
                </a:lnTo>
                <a:lnTo>
                  <a:pt x="166173" y="92316"/>
                </a:lnTo>
                <a:lnTo>
                  <a:pt x="182794" y="101546"/>
                </a:lnTo>
                <a:lnTo>
                  <a:pt x="199406" y="110776"/>
                </a:lnTo>
                <a:lnTo>
                  <a:pt x="216027" y="120005"/>
                </a:lnTo>
                <a:lnTo>
                  <a:pt x="232639" y="129245"/>
                </a:lnTo>
                <a:lnTo>
                  <a:pt x="249260" y="138474"/>
                </a:lnTo>
                <a:lnTo>
                  <a:pt x="265881" y="138036"/>
                </a:lnTo>
                <a:lnTo>
                  <a:pt x="282492" y="128807"/>
                </a:lnTo>
                <a:lnTo>
                  <a:pt x="299114" y="119577"/>
                </a:lnTo>
                <a:lnTo>
                  <a:pt x="315725" y="110338"/>
                </a:lnTo>
                <a:lnTo>
                  <a:pt x="332346" y="101108"/>
                </a:lnTo>
                <a:lnTo>
                  <a:pt x="348967" y="91878"/>
                </a:lnTo>
                <a:lnTo>
                  <a:pt x="365579" y="82648"/>
                </a:lnTo>
                <a:lnTo>
                  <a:pt x="382200" y="73419"/>
                </a:lnTo>
                <a:lnTo>
                  <a:pt x="398812" y="64179"/>
                </a:lnTo>
                <a:lnTo>
                  <a:pt x="415433" y="54950"/>
                </a:lnTo>
                <a:lnTo>
                  <a:pt x="432054" y="45720"/>
                </a:lnTo>
                <a:lnTo>
                  <a:pt x="448666" y="36490"/>
                </a:lnTo>
                <a:lnTo>
                  <a:pt x="465287" y="27261"/>
                </a:lnTo>
                <a:lnTo>
                  <a:pt x="481898" y="18021"/>
                </a:lnTo>
                <a:lnTo>
                  <a:pt x="498519" y="8792"/>
                </a:lnTo>
                <a:lnTo>
                  <a:pt x="514350" y="905"/>
                </a:lnTo>
                <a:lnTo>
                  <a:pt x="514350" y="19907"/>
                </a:lnTo>
                <a:lnTo>
                  <a:pt x="514350" y="38919"/>
                </a:lnTo>
                <a:lnTo>
                  <a:pt x="514350" y="57931"/>
                </a:lnTo>
                <a:lnTo>
                  <a:pt x="514350" y="76933"/>
                </a:lnTo>
                <a:lnTo>
                  <a:pt x="514350" y="95945"/>
                </a:lnTo>
                <a:lnTo>
                  <a:pt x="514350" y="114957"/>
                </a:lnTo>
                <a:lnTo>
                  <a:pt x="514350" y="133960"/>
                </a:lnTo>
                <a:lnTo>
                  <a:pt x="514350" y="152972"/>
                </a:lnTo>
                <a:lnTo>
                  <a:pt x="514350" y="171983"/>
                </a:lnTo>
                <a:lnTo>
                  <a:pt x="514350" y="190986"/>
                </a:lnTo>
                <a:lnTo>
                  <a:pt x="514350" y="209998"/>
                </a:lnTo>
                <a:lnTo>
                  <a:pt x="514350" y="229010"/>
                </a:lnTo>
                <a:lnTo>
                  <a:pt x="514350" y="248012"/>
                </a:lnTo>
                <a:lnTo>
                  <a:pt x="514350" y="267024"/>
                </a:lnTo>
                <a:lnTo>
                  <a:pt x="514350" y="286036"/>
                </a:lnTo>
                <a:lnTo>
                  <a:pt x="514350" y="305038"/>
                </a:lnTo>
                <a:lnTo>
                  <a:pt x="514350" y="324050"/>
                </a:lnTo>
                <a:lnTo>
                  <a:pt x="514350" y="343062"/>
                </a:lnTo>
                <a:lnTo>
                  <a:pt x="514350" y="362064"/>
                </a:lnTo>
                <a:lnTo>
                  <a:pt x="514350" y="381076"/>
                </a:lnTo>
                <a:lnTo>
                  <a:pt x="514350" y="400088"/>
                </a:lnTo>
                <a:lnTo>
                  <a:pt x="514350" y="419090"/>
                </a:lnTo>
                <a:lnTo>
                  <a:pt x="514350" y="438102"/>
                </a:lnTo>
                <a:lnTo>
                  <a:pt x="514350" y="457114"/>
                </a:lnTo>
                <a:lnTo>
                  <a:pt x="514350" y="476117"/>
                </a:lnTo>
                <a:lnTo>
                  <a:pt x="514350" y="495129"/>
                </a:lnTo>
                <a:lnTo>
                  <a:pt x="514350" y="514140"/>
                </a:lnTo>
                <a:lnTo>
                  <a:pt x="514350" y="533152"/>
                </a:lnTo>
                <a:lnTo>
                  <a:pt x="514350" y="552155"/>
                </a:lnTo>
                <a:lnTo>
                  <a:pt x="514350" y="571167"/>
                </a:lnTo>
                <a:lnTo>
                  <a:pt x="514350" y="590179"/>
                </a:lnTo>
                <a:lnTo>
                  <a:pt x="514350" y="609181"/>
                </a:lnTo>
                <a:lnTo>
                  <a:pt x="514350" y="628193"/>
                </a:lnTo>
                <a:lnTo>
                  <a:pt x="514350" y="647205"/>
                </a:lnTo>
                <a:lnTo>
                  <a:pt x="514350" y="666207"/>
                </a:lnTo>
                <a:lnTo>
                  <a:pt x="514350" y="685219"/>
                </a:lnTo>
                <a:lnTo>
                  <a:pt x="514350" y="704231"/>
                </a:lnTo>
                <a:lnTo>
                  <a:pt x="514350" y="723233"/>
                </a:lnTo>
                <a:lnTo>
                  <a:pt x="514350" y="742245"/>
                </a:lnTo>
                <a:lnTo>
                  <a:pt x="514350" y="761257"/>
                </a:lnTo>
                <a:lnTo>
                  <a:pt x="514350" y="780259"/>
                </a:lnTo>
                <a:lnTo>
                  <a:pt x="514350" y="799271"/>
                </a:lnTo>
                <a:lnTo>
                  <a:pt x="514350" y="818283"/>
                </a:lnTo>
                <a:lnTo>
                  <a:pt x="514350" y="837286"/>
                </a:lnTo>
                <a:lnTo>
                  <a:pt x="514350" y="856298"/>
                </a:lnTo>
                <a:lnTo>
                  <a:pt x="514350" y="875309"/>
                </a:lnTo>
                <a:lnTo>
                  <a:pt x="514350" y="894312"/>
                </a:lnTo>
                <a:lnTo>
                  <a:pt x="514350" y="913324"/>
                </a:lnTo>
                <a:lnTo>
                  <a:pt x="514350" y="932336"/>
                </a:lnTo>
                <a:lnTo>
                  <a:pt x="514350" y="951338"/>
                </a:lnTo>
                <a:lnTo>
                  <a:pt x="514350" y="970350"/>
                </a:lnTo>
                <a:lnTo>
                  <a:pt x="514350" y="989362"/>
                </a:lnTo>
                <a:lnTo>
                  <a:pt x="514350" y="1008364"/>
                </a:lnTo>
                <a:lnTo>
                  <a:pt x="514350" y="1027376"/>
                </a:lnTo>
                <a:lnTo>
                  <a:pt x="514350" y="1046388"/>
                </a:lnTo>
                <a:lnTo>
                  <a:pt x="514350" y="1065390"/>
                </a:lnTo>
                <a:lnTo>
                  <a:pt x="514350" y="1084402"/>
                </a:lnTo>
                <a:lnTo>
                  <a:pt x="514350" y="1103414"/>
                </a:lnTo>
                <a:lnTo>
                  <a:pt x="514350" y="1122426"/>
                </a:lnTo>
                <a:lnTo>
                  <a:pt x="514350" y="1141428"/>
                </a:lnTo>
                <a:lnTo>
                  <a:pt x="514350" y="1160440"/>
                </a:lnTo>
                <a:lnTo>
                  <a:pt x="506044" y="1174556"/>
                </a:lnTo>
                <a:lnTo>
                  <a:pt x="489423" y="1183786"/>
                </a:lnTo>
                <a:lnTo>
                  <a:pt x="472802" y="1193025"/>
                </a:lnTo>
                <a:lnTo>
                  <a:pt x="456190" y="1202255"/>
                </a:lnTo>
                <a:lnTo>
                  <a:pt x="439569" y="1211485"/>
                </a:lnTo>
                <a:lnTo>
                  <a:pt x="422958" y="1220714"/>
                </a:lnTo>
                <a:lnTo>
                  <a:pt x="406336" y="1229944"/>
                </a:lnTo>
                <a:lnTo>
                  <a:pt x="389715" y="1239183"/>
                </a:lnTo>
                <a:lnTo>
                  <a:pt x="373104" y="1248413"/>
                </a:lnTo>
                <a:lnTo>
                  <a:pt x="356483" y="1257643"/>
                </a:lnTo>
                <a:lnTo>
                  <a:pt x="339871" y="1266873"/>
                </a:lnTo>
                <a:lnTo>
                  <a:pt x="323250" y="1276102"/>
                </a:lnTo>
                <a:lnTo>
                  <a:pt x="306629" y="1285342"/>
                </a:lnTo>
                <a:lnTo>
                  <a:pt x="290017" y="1294571"/>
                </a:lnTo>
                <a:lnTo>
                  <a:pt x="273396" y="1303801"/>
                </a:lnTo>
                <a:lnTo>
                  <a:pt x="256784" y="1312593"/>
                </a:lnTo>
                <a:lnTo>
                  <a:pt x="240163" y="1303363"/>
                </a:lnTo>
                <a:lnTo>
                  <a:pt x="223542" y="1294133"/>
                </a:lnTo>
                <a:lnTo>
                  <a:pt x="206931" y="1284903"/>
                </a:lnTo>
                <a:lnTo>
                  <a:pt x="190310" y="1275664"/>
                </a:lnTo>
                <a:lnTo>
                  <a:pt x="173698" y="1266434"/>
                </a:lnTo>
                <a:lnTo>
                  <a:pt x="157077" y="1257205"/>
                </a:lnTo>
                <a:lnTo>
                  <a:pt x="140456" y="1247975"/>
                </a:lnTo>
                <a:lnTo>
                  <a:pt x="123844" y="1238745"/>
                </a:lnTo>
                <a:lnTo>
                  <a:pt x="107223" y="1229506"/>
                </a:lnTo>
                <a:lnTo>
                  <a:pt x="90611" y="1220276"/>
                </a:lnTo>
                <a:lnTo>
                  <a:pt x="73990" y="1211047"/>
                </a:lnTo>
                <a:lnTo>
                  <a:pt x="57369" y="1201817"/>
                </a:lnTo>
                <a:lnTo>
                  <a:pt x="40757" y="1192587"/>
                </a:lnTo>
                <a:lnTo>
                  <a:pt x="24136" y="1183357"/>
                </a:lnTo>
                <a:lnTo>
                  <a:pt x="7525" y="1174118"/>
                </a:lnTo>
                <a:lnTo>
                  <a:pt x="0" y="1159535"/>
                </a:lnTo>
                <a:lnTo>
                  <a:pt x="0" y="1140533"/>
                </a:lnTo>
                <a:lnTo>
                  <a:pt x="0" y="1121521"/>
                </a:lnTo>
                <a:lnTo>
                  <a:pt x="0" y="1102509"/>
                </a:lnTo>
                <a:lnTo>
                  <a:pt x="0" y="1083507"/>
                </a:lnTo>
                <a:lnTo>
                  <a:pt x="0" y="1064495"/>
                </a:lnTo>
                <a:lnTo>
                  <a:pt x="0" y="1045483"/>
                </a:lnTo>
                <a:lnTo>
                  <a:pt x="0" y="1026481"/>
                </a:lnTo>
                <a:lnTo>
                  <a:pt x="0" y="1007469"/>
                </a:lnTo>
                <a:lnTo>
                  <a:pt x="0" y="988457"/>
                </a:lnTo>
                <a:lnTo>
                  <a:pt x="0" y="969455"/>
                </a:lnTo>
                <a:lnTo>
                  <a:pt x="0" y="950443"/>
                </a:lnTo>
                <a:lnTo>
                  <a:pt x="0" y="931431"/>
                </a:lnTo>
                <a:lnTo>
                  <a:pt x="0" y="912419"/>
                </a:lnTo>
                <a:lnTo>
                  <a:pt x="0" y="893416"/>
                </a:lnTo>
                <a:lnTo>
                  <a:pt x="0" y="874405"/>
                </a:lnTo>
                <a:lnTo>
                  <a:pt x="0" y="855393"/>
                </a:lnTo>
                <a:lnTo>
                  <a:pt x="0" y="836390"/>
                </a:lnTo>
                <a:lnTo>
                  <a:pt x="0" y="817378"/>
                </a:lnTo>
                <a:lnTo>
                  <a:pt x="0" y="798366"/>
                </a:lnTo>
                <a:lnTo>
                  <a:pt x="0" y="779364"/>
                </a:lnTo>
                <a:lnTo>
                  <a:pt x="0" y="760352"/>
                </a:lnTo>
                <a:lnTo>
                  <a:pt x="0" y="741340"/>
                </a:lnTo>
                <a:lnTo>
                  <a:pt x="0" y="722338"/>
                </a:lnTo>
                <a:lnTo>
                  <a:pt x="0" y="703326"/>
                </a:lnTo>
                <a:lnTo>
                  <a:pt x="0" y="684314"/>
                </a:lnTo>
                <a:lnTo>
                  <a:pt x="0" y="665312"/>
                </a:lnTo>
                <a:lnTo>
                  <a:pt x="0" y="646300"/>
                </a:lnTo>
                <a:lnTo>
                  <a:pt x="0" y="627288"/>
                </a:lnTo>
                <a:lnTo>
                  <a:pt x="0" y="608286"/>
                </a:lnTo>
                <a:lnTo>
                  <a:pt x="0" y="589274"/>
                </a:lnTo>
                <a:lnTo>
                  <a:pt x="0" y="570262"/>
                </a:lnTo>
                <a:lnTo>
                  <a:pt x="0" y="551259"/>
                </a:lnTo>
                <a:lnTo>
                  <a:pt x="0" y="532247"/>
                </a:lnTo>
                <a:lnTo>
                  <a:pt x="0" y="513236"/>
                </a:lnTo>
                <a:lnTo>
                  <a:pt x="0" y="494233"/>
                </a:lnTo>
                <a:lnTo>
                  <a:pt x="0" y="475221"/>
                </a:lnTo>
                <a:lnTo>
                  <a:pt x="0" y="456209"/>
                </a:lnTo>
                <a:lnTo>
                  <a:pt x="0" y="437207"/>
                </a:lnTo>
                <a:lnTo>
                  <a:pt x="0" y="418195"/>
                </a:lnTo>
                <a:lnTo>
                  <a:pt x="0" y="399183"/>
                </a:lnTo>
                <a:lnTo>
                  <a:pt x="0" y="380181"/>
                </a:lnTo>
                <a:lnTo>
                  <a:pt x="0" y="361169"/>
                </a:lnTo>
                <a:lnTo>
                  <a:pt x="0" y="342157"/>
                </a:lnTo>
                <a:lnTo>
                  <a:pt x="0" y="323155"/>
                </a:lnTo>
                <a:lnTo>
                  <a:pt x="0" y="304143"/>
                </a:lnTo>
                <a:lnTo>
                  <a:pt x="0" y="285131"/>
                </a:lnTo>
                <a:lnTo>
                  <a:pt x="0" y="266119"/>
                </a:lnTo>
                <a:lnTo>
                  <a:pt x="0" y="247117"/>
                </a:lnTo>
                <a:lnTo>
                  <a:pt x="0" y="228105"/>
                </a:lnTo>
                <a:lnTo>
                  <a:pt x="0" y="209093"/>
                </a:lnTo>
                <a:lnTo>
                  <a:pt x="0" y="190090"/>
                </a:lnTo>
                <a:lnTo>
                  <a:pt x="0" y="171079"/>
                </a:lnTo>
                <a:lnTo>
                  <a:pt x="0" y="152067"/>
                </a:lnTo>
                <a:lnTo>
                  <a:pt x="0" y="133064"/>
                </a:lnTo>
                <a:lnTo>
                  <a:pt x="0" y="114052"/>
                </a:lnTo>
                <a:lnTo>
                  <a:pt x="0" y="95040"/>
                </a:lnTo>
                <a:lnTo>
                  <a:pt x="0" y="76038"/>
                </a:lnTo>
                <a:lnTo>
                  <a:pt x="0" y="57026"/>
                </a:lnTo>
                <a:lnTo>
                  <a:pt x="0" y="38014"/>
                </a:lnTo>
                <a:lnTo>
                  <a:pt x="0" y="19012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78A8D5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35" name="phase-title-2">
            <a:extLst xmlns:a="http://schemas.openxmlformats.org/drawingml/2006/main">
              <a:ext uri="{FF2B5EF4-FFF2-40B4-BE49-F238E27FC236}">
                <a16:creationId xmlns:a16="http://schemas.microsoft.com/office/drawing/2014/main" id="{77EE5EB8-AA35-4F25-B0AC-480A0AD84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5082931"/>
            <a:ext cx="1428750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持续转化</a:t>
            </a:r>
          </a:p>
        </p:txBody>
      </p:sp>
      <p:sp>
        <p:nvSpPr>
          <p:cNvPr id="36" name="phase-body-2">
            <a:extLst xmlns:a="http://schemas.openxmlformats.org/drawingml/2006/main">
              <a:ext uri="{FF2B5EF4-FFF2-40B4-BE49-F238E27FC236}">
                <a16:creationId xmlns:a16="http://schemas.microsoft.com/office/drawing/2014/main" id="{30AE0130-EC0C-4102-A559-65644B9A0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5437137"/>
            <a:ext cx="1428750" cy="587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让行动沉淀为</a:t>
            </a:r>
          </a:p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长期价值</a:t>
            </a:r>
          </a:p>
        </p:txBody>
      </p:sp>
      <p:sp>
        <p:nvSpPr>
          <p:cNvPr id="37" name="action-icon-shell-2-0">
            <a:extLst xmlns:a="http://schemas.openxmlformats.org/drawingml/2006/main">
              <a:ext uri="{FF2B5EF4-FFF2-40B4-BE49-F238E27FC236}">
                <a16:creationId xmlns:a16="http://schemas.microsoft.com/office/drawing/2014/main" id="{9C5F96E0-71AC-4519-B9E3-3418F0D01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5382225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1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bedacd4d0ca47e6">
            <a:extLst>
              <a:ext uri="{96DAC541-7B7A-43D3-8B79-37D633B846F1}">
                <asvg:svgBlip xmlns:asvg="http://schemas.microsoft.com/office/drawing/2016/SVG/main" r:embed="R2b3ad916a0da42c0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5458425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39" name="action-title-2-0">
            <a:extLst xmlns:a="http://schemas.openxmlformats.org/drawingml/2006/main">
              <a:ext uri="{FF2B5EF4-FFF2-40B4-BE49-F238E27FC236}">
                <a16:creationId xmlns:a16="http://schemas.microsoft.com/office/drawing/2014/main" id="{D4CA6F60-5678-4AFC-99D9-5F76D9C3F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5321198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数据打通</a:t>
            </a:r>
          </a:p>
        </p:txBody>
      </p:sp>
      <p:sp>
        <p:nvSpPr>
          <p:cNvPr id="40" name="action-body-2-0">
            <a:extLst xmlns:a="http://schemas.openxmlformats.org/drawingml/2006/main">
              <a:ext uri="{FF2B5EF4-FFF2-40B4-BE49-F238E27FC236}">
                <a16:creationId xmlns:a16="http://schemas.microsoft.com/office/drawing/2014/main" id="{811C376F-5C70-4E54-AF43-3DEECB0F0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5549798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统一分析对象</a:t>
            </a:r>
          </a:p>
        </p:txBody>
      </p:sp>
      <p:sp>
        <p:nvSpPr>
          <p:cNvPr id="41" name="action-icon-shell-2-1">
            <a:extLst xmlns:a="http://schemas.openxmlformats.org/drawingml/2006/main">
              <a:ext uri="{FF2B5EF4-FFF2-40B4-BE49-F238E27FC236}">
                <a16:creationId xmlns:a16="http://schemas.microsoft.com/office/drawing/2014/main" id="{FB90F708-6410-4EC1-9D71-98C723F7E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5382225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1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272d27b7c6f41af">
            <a:extLst>
              <a:ext uri="{96DAC541-7B7A-43D3-8B79-37D633B846F1}">
                <asvg:svgBlip xmlns:asvg="http://schemas.microsoft.com/office/drawing/2016/SVG/main" r:embed="Ra4292adde4344332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5458425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43" name="action-title-2-1">
            <a:extLst xmlns:a="http://schemas.openxmlformats.org/drawingml/2006/main">
              <a:ext uri="{FF2B5EF4-FFF2-40B4-BE49-F238E27FC236}">
                <a16:creationId xmlns:a16="http://schemas.microsoft.com/office/drawing/2014/main" id="{DC0BFD4D-F8F4-4155-B93B-A777B33EF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5321198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自动分群</a:t>
            </a:r>
          </a:p>
        </p:txBody>
      </p:sp>
      <p:sp>
        <p:nvSpPr>
          <p:cNvPr id="44" name="action-body-2-1">
            <a:extLst xmlns:a="http://schemas.openxmlformats.org/drawingml/2006/main">
              <a:ext uri="{FF2B5EF4-FFF2-40B4-BE49-F238E27FC236}">
                <a16:creationId xmlns:a16="http://schemas.microsoft.com/office/drawing/2014/main" id="{B9770A1D-1E6D-4D47-AC0E-86E50D6D7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5549798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指导持续运营</a:t>
            </a:r>
          </a:p>
        </p:txBody>
      </p:sp>
      <p:sp>
        <p:nvSpPr>
          <p:cNvPr id="45" name="funnel-step-body-0">
            <a:extLst xmlns:a="http://schemas.openxmlformats.org/drawingml/2006/main">
              <a:ext uri="{FF2B5EF4-FFF2-40B4-BE49-F238E27FC236}">
                <a16:creationId xmlns:a16="http://schemas.microsoft.com/office/drawing/2014/main" id="{431E15B6-BBF7-43FE-8868-6FDCA63DA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52750" y="2514600"/>
            <a:ext cx="3332188" cy="533267"/>
          </a:xfrm>
          <a:custGeom xmlns:a="http://schemas.openxmlformats.org/drawingml/2006/main">
            <a:pathLst>
              <a:path w="3332188" h="533267">
                <a:moveTo>
                  <a:pt x="0" y="0"/>
                </a:moveTo>
                <a:lnTo>
                  <a:pt x="15497" y="25813"/>
                </a:lnTo>
                <a:lnTo>
                  <a:pt x="30985" y="51616"/>
                </a:lnTo>
                <a:lnTo>
                  <a:pt x="46482" y="77429"/>
                </a:lnTo>
                <a:lnTo>
                  <a:pt x="61979" y="103241"/>
                </a:lnTo>
                <a:lnTo>
                  <a:pt x="77467" y="129045"/>
                </a:lnTo>
                <a:lnTo>
                  <a:pt x="92964" y="154857"/>
                </a:lnTo>
                <a:lnTo>
                  <a:pt x="108461" y="180661"/>
                </a:lnTo>
                <a:lnTo>
                  <a:pt x="123949" y="206473"/>
                </a:lnTo>
                <a:lnTo>
                  <a:pt x="139446" y="232286"/>
                </a:lnTo>
                <a:lnTo>
                  <a:pt x="154943" y="258089"/>
                </a:lnTo>
                <a:lnTo>
                  <a:pt x="170431" y="283902"/>
                </a:lnTo>
                <a:lnTo>
                  <a:pt x="185928" y="309715"/>
                </a:lnTo>
                <a:lnTo>
                  <a:pt x="201425" y="335518"/>
                </a:lnTo>
                <a:lnTo>
                  <a:pt x="216913" y="361331"/>
                </a:lnTo>
                <a:lnTo>
                  <a:pt x="232410" y="387134"/>
                </a:lnTo>
                <a:lnTo>
                  <a:pt x="247898" y="412947"/>
                </a:lnTo>
                <a:lnTo>
                  <a:pt x="263395" y="438760"/>
                </a:lnTo>
                <a:lnTo>
                  <a:pt x="278892" y="464563"/>
                </a:lnTo>
                <a:lnTo>
                  <a:pt x="301171" y="482298"/>
                </a:lnTo>
                <a:lnTo>
                  <a:pt x="330537" y="488842"/>
                </a:lnTo>
                <a:lnTo>
                  <a:pt x="360293" y="493376"/>
                </a:lnTo>
                <a:lnTo>
                  <a:pt x="390182" y="496976"/>
                </a:lnTo>
                <a:lnTo>
                  <a:pt x="420129" y="500015"/>
                </a:lnTo>
                <a:lnTo>
                  <a:pt x="450113" y="502653"/>
                </a:lnTo>
                <a:lnTo>
                  <a:pt x="480127" y="505006"/>
                </a:lnTo>
                <a:lnTo>
                  <a:pt x="510159" y="507121"/>
                </a:lnTo>
                <a:lnTo>
                  <a:pt x="540201" y="509045"/>
                </a:lnTo>
                <a:lnTo>
                  <a:pt x="570243" y="510797"/>
                </a:lnTo>
                <a:lnTo>
                  <a:pt x="600304" y="512435"/>
                </a:lnTo>
                <a:lnTo>
                  <a:pt x="630374" y="513940"/>
                </a:lnTo>
                <a:lnTo>
                  <a:pt x="660444" y="515350"/>
                </a:lnTo>
                <a:lnTo>
                  <a:pt x="690515" y="516674"/>
                </a:lnTo>
                <a:lnTo>
                  <a:pt x="720595" y="517893"/>
                </a:lnTo>
                <a:lnTo>
                  <a:pt x="750675" y="519046"/>
                </a:lnTo>
                <a:lnTo>
                  <a:pt x="780755" y="520132"/>
                </a:lnTo>
                <a:lnTo>
                  <a:pt x="810844" y="521160"/>
                </a:lnTo>
                <a:lnTo>
                  <a:pt x="840924" y="522122"/>
                </a:lnTo>
                <a:lnTo>
                  <a:pt x="871014" y="523027"/>
                </a:lnTo>
                <a:lnTo>
                  <a:pt x="901113" y="523875"/>
                </a:lnTo>
                <a:lnTo>
                  <a:pt x="931202" y="524675"/>
                </a:lnTo>
                <a:lnTo>
                  <a:pt x="961292" y="525428"/>
                </a:lnTo>
                <a:lnTo>
                  <a:pt x="991391" y="526142"/>
                </a:lnTo>
                <a:lnTo>
                  <a:pt x="1021480" y="526809"/>
                </a:lnTo>
                <a:lnTo>
                  <a:pt x="1051579" y="527437"/>
                </a:lnTo>
                <a:lnTo>
                  <a:pt x="1081678" y="528028"/>
                </a:lnTo>
                <a:lnTo>
                  <a:pt x="1111777" y="528590"/>
                </a:lnTo>
                <a:lnTo>
                  <a:pt x="1141876" y="529104"/>
                </a:lnTo>
                <a:lnTo>
                  <a:pt x="1171975" y="529590"/>
                </a:lnTo>
                <a:lnTo>
                  <a:pt x="1202074" y="530038"/>
                </a:lnTo>
                <a:lnTo>
                  <a:pt x="1232173" y="530457"/>
                </a:lnTo>
                <a:lnTo>
                  <a:pt x="1262272" y="530838"/>
                </a:lnTo>
                <a:lnTo>
                  <a:pt x="1292371" y="531200"/>
                </a:lnTo>
                <a:lnTo>
                  <a:pt x="1322470" y="531514"/>
                </a:lnTo>
                <a:lnTo>
                  <a:pt x="1352579" y="531819"/>
                </a:lnTo>
                <a:lnTo>
                  <a:pt x="1382678" y="532086"/>
                </a:lnTo>
                <a:lnTo>
                  <a:pt x="1412777" y="532333"/>
                </a:lnTo>
                <a:lnTo>
                  <a:pt x="1442876" y="532533"/>
                </a:lnTo>
                <a:lnTo>
                  <a:pt x="1472984" y="532733"/>
                </a:lnTo>
                <a:lnTo>
                  <a:pt x="1503083" y="532876"/>
                </a:lnTo>
                <a:lnTo>
                  <a:pt x="1533182" y="533019"/>
                </a:lnTo>
                <a:lnTo>
                  <a:pt x="1563291" y="533114"/>
                </a:lnTo>
                <a:lnTo>
                  <a:pt x="1593390" y="533200"/>
                </a:lnTo>
                <a:lnTo>
                  <a:pt x="1623498" y="533238"/>
                </a:lnTo>
                <a:lnTo>
                  <a:pt x="1653597" y="533267"/>
                </a:lnTo>
                <a:lnTo>
                  <a:pt x="1683696" y="533267"/>
                </a:lnTo>
                <a:lnTo>
                  <a:pt x="1713805" y="533238"/>
                </a:lnTo>
                <a:lnTo>
                  <a:pt x="1743904" y="533181"/>
                </a:lnTo>
                <a:lnTo>
                  <a:pt x="1774012" y="533105"/>
                </a:lnTo>
                <a:lnTo>
                  <a:pt x="1804111" y="533000"/>
                </a:lnTo>
                <a:lnTo>
                  <a:pt x="1834210" y="532857"/>
                </a:lnTo>
                <a:lnTo>
                  <a:pt x="1864319" y="532714"/>
                </a:lnTo>
                <a:lnTo>
                  <a:pt x="1894418" y="532514"/>
                </a:lnTo>
                <a:lnTo>
                  <a:pt x="1924517" y="532314"/>
                </a:lnTo>
                <a:lnTo>
                  <a:pt x="1954625" y="532047"/>
                </a:lnTo>
                <a:lnTo>
                  <a:pt x="1984724" y="531790"/>
                </a:lnTo>
                <a:lnTo>
                  <a:pt x="2014823" y="531476"/>
                </a:lnTo>
                <a:lnTo>
                  <a:pt x="2044922" y="531162"/>
                </a:lnTo>
                <a:lnTo>
                  <a:pt x="2075021" y="530790"/>
                </a:lnTo>
                <a:lnTo>
                  <a:pt x="2105130" y="530409"/>
                </a:lnTo>
                <a:lnTo>
                  <a:pt x="2135229" y="529981"/>
                </a:lnTo>
                <a:lnTo>
                  <a:pt x="2165328" y="529533"/>
                </a:lnTo>
                <a:lnTo>
                  <a:pt x="2195427" y="529047"/>
                </a:lnTo>
                <a:lnTo>
                  <a:pt x="2225526" y="528523"/>
                </a:lnTo>
                <a:lnTo>
                  <a:pt x="2255615" y="527961"/>
                </a:lnTo>
                <a:lnTo>
                  <a:pt x="2285714" y="527371"/>
                </a:lnTo>
                <a:lnTo>
                  <a:pt x="2315813" y="526733"/>
                </a:lnTo>
                <a:lnTo>
                  <a:pt x="2345912" y="526056"/>
                </a:lnTo>
                <a:lnTo>
                  <a:pt x="2376002" y="525342"/>
                </a:lnTo>
                <a:lnTo>
                  <a:pt x="2406091" y="524580"/>
                </a:lnTo>
                <a:lnTo>
                  <a:pt x="2436190" y="523780"/>
                </a:lnTo>
                <a:lnTo>
                  <a:pt x="2466280" y="522923"/>
                </a:lnTo>
                <a:lnTo>
                  <a:pt x="2496369" y="522008"/>
                </a:lnTo>
                <a:lnTo>
                  <a:pt x="2526459" y="521037"/>
                </a:lnTo>
                <a:lnTo>
                  <a:pt x="2556539" y="520008"/>
                </a:lnTo>
                <a:lnTo>
                  <a:pt x="2586619" y="518922"/>
                </a:lnTo>
                <a:lnTo>
                  <a:pt x="2616698" y="517760"/>
                </a:lnTo>
                <a:lnTo>
                  <a:pt x="2646778" y="516522"/>
                </a:lnTo>
                <a:lnTo>
                  <a:pt x="2676849" y="515188"/>
                </a:lnTo>
                <a:lnTo>
                  <a:pt x="2706919" y="513769"/>
                </a:lnTo>
                <a:lnTo>
                  <a:pt x="2736990" y="512245"/>
                </a:lnTo>
                <a:lnTo>
                  <a:pt x="2767041" y="510597"/>
                </a:lnTo>
                <a:lnTo>
                  <a:pt x="2797092" y="508826"/>
                </a:lnTo>
                <a:lnTo>
                  <a:pt x="2827134" y="506882"/>
                </a:lnTo>
                <a:lnTo>
                  <a:pt x="2857157" y="504739"/>
                </a:lnTo>
                <a:lnTo>
                  <a:pt x="2887170" y="502368"/>
                </a:lnTo>
                <a:lnTo>
                  <a:pt x="2917155" y="499682"/>
                </a:lnTo>
                <a:lnTo>
                  <a:pt x="2947092" y="496586"/>
                </a:lnTo>
                <a:lnTo>
                  <a:pt x="2976972" y="492900"/>
                </a:lnTo>
                <a:lnTo>
                  <a:pt x="3006700" y="488213"/>
                </a:lnTo>
                <a:lnTo>
                  <a:pt x="3035970" y="481241"/>
                </a:lnTo>
                <a:lnTo>
                  <a:pt x="3056687" y="461524"/>
                </a:lnTo>
                <a:lnTo>
                  <a:pt x="3072184" y="435712"/>
                </a:lnTo>
                <a:lnTo>
                  <a:pt x="3087672" y="409908"/>
                </a:lnTo>
                <a:lnTo>
                  <a:pt x="3103169" y="384096"/>
                </a:lnTo>
                <a:lnTo>
                  <a:pt x="3118666" y="358283"/>
                </a:lnTo>
                <a:lnTo>
                  <a:pt x="3134154" y="332480"/>
                </a:lnTo>
                <a:lnTo>
                  <a:pt x="3149651" y="306667"/>
                </a:lnTo>
                <a:lnTo>
                  <a:pt x="3165148" y="280854"/>
                </a:lnTo>
                <a:lnTo>
                  <a:pt x="3180636" y="255051"/>
                </a:lnTo>
                <a:lnTo>
                  <a:pt x="3196133" y="229238"/>
                </a:lnTo>
                <a:lnTo>
                  <a:pt x="3211630" y="203435"/>
                </a:lnTo>
                <a:lnTo>
                  <a:pt x="3227118" y="177622"/>
                </a:lnTo>
                <a:lnTo>
                  <a:pt x="3242615" y="151809"/>
                </a:lnTo>
                <a:lnTo>
                  <a:pt x="3258112" y="126006"/>
                </a:lnTo>
                <a:lnTo>
                  <a:pt x="3273600" y="100193"/>
                </a:lnTo>
                <a:lnTo>
                  <a:pt x="3289097" y="74381"/>
                </a:lnTo>
                <a:lnTo>
                  <a:pt x="3304584" y="48578"/>
                </a:lnTo>
                <a:lnTo>
                  <a:pt x="3320082" y="22765"/>
                </a:lnTo>
                <a:lnTo>
                  <a:pt x="3332188" y="3086"/>
                </a:lnTo>
                <a:lnTo>
                  <a:pt x="3304070" y="13059"/>
                </a:lnTo>
                <a:lnTo>
                  <a:pt x="3274409" y="18155"/>
                </a:lnTo>
                <a:lnTo>
                  <a:pt x="3244548" y="21965"/>
                </a:lnTo>
                <a:lnTo>
                  <a:pt x="3214602" y="25079"/>
                </a:lnTo>
                <a:lnTo>
                  <a:pt x="3184617" y="27746"/>
                </a:lnTo>
                <a:lnTo>
                  <a:pt x="3154613" y="30109"/>
                </a:lnTo>
                <a:lnTo>
                  <a:pt x="3124581" y="32223"/>
                </a:lnTo>
                <a:lnTo>
                  <a:pt x="3094539" y="34138"/>
                </a:lnTo>
                <a:lnTo>
                  <a:pt x="3064488" y="35890"/>
                </a:lnTo>
                <a:lnTo>
                  <a:pt x="3034427" y="37519"/>
                </a:lnTo>
                <a:lnTo>
                  <a:pt x="3004366" y="39043"/>
                </a:lnTo>
                <a:lnTo>
                  <a:pt x="2974296" y="40453"/>
                </a:lnTo>
                <a:lnTo>
                  <a:pt x="2944225" y="41777"/>
                </a:lnTo>
                <a:lnTo>
                  <a:pt x="2914145" y="43015"/>
                </a:lnTo>
                <a:lnTo>
                  <a:pt x="2884065" y="44186"/>
                </a:lnTo>
                <a:lnTo>
                  <a:pt x="2853985" y="45291"/>
                </a:lnTo>
                <a:lnTo>
                  <a:pt x="2823896" y="46339"/>
                </a:lnTo>
                <a:lnTo>
                  <a:pt x="2793816" y="47339"/>
                </a:lnTo>
                <a:lnTo>
                  <a:pt x="2763726" y="48282"/>
                </a:lnTo>
                <a:lnTo>
                  <a:pt x="2733637" y="49168"/>
                </a:lnTo>
                <a:lnTo>
                  <a:pt x="2703547" y="50025"/>
                </a:lnTo>
                <a:lnTo>
                  <a:pt x="2673448" y="50835"/>
                </a:lnTo>
                <a:lnTo>
                  <a:pt x="2643359" y="51597"/>
                </a:lnTo>
                <a:lnTo>
                  <a:pt x="2613269" y="52330"/>
                </a:lnTo>
                <a:lnTo>
                  <a:pt x="2583170" y="53026"/>
                </a:lnTo>
                <a:lnTo>
                  <a:pt x="2553071" y="53692"/>
                </a:lnTo>
                <a:lnTo>
                  <a:pt x="2522982" y="54321"/>
                </a:lnTo>
                <a:lnTo>
                  <a:pt x="2492883" y="54921"/>
                </a:lnTo>
                <a:lnTo>
                  <a:pt x="2462784" y="55493"/>
                </a:lnTo>
                <a:lnTo>
                  <a:pt x="2432685" y="56036"/>
                </a:lnTo>
                <a:lnTo>
                  <a:pt x="2402586" y="56550"/>
                </a:lnTo>
                <a:lnTo>
                  <a:pt x="2372487" y="57036"/>
                </a:lnTo>
                <a:lnTo>
                  <a:pt x="2342388" y="57502"/>
                </a:lnTo>
                <a:lnTo>
                  <a:pt x="2312289" y="57941"/>
                </a:lnTo>
                <a:lnTo>
                  <a:pt x="2282190" y="58360"/>
                </a:lnTo>
                <a:lnTo>
                  <a:pt x="2252091" y="58741"/>
                </a:lnTo>
                <a:lnTo>
                  <a:pt x="2221992" y="59112"/>
                </a:lnTo>
                <a:lnTo>
                  <a:pt x="2191893" y="59455"/>
                </a:lnTo>
                <a:lnTo>
                  <a:pt x="2161784" y="59788"/>
                </a:lnTo>
                <a:lnTo>
                  <a:pt x="2131685" y="60084"/>
                </a:lnTo>
                <a:lnTo>
                  <a:pt x="2101586" y="60360"/>
                </a:lnTo>
                <a:lnTo>
                  <a:pt x="2071487" y="60617"/>
                </a:lnTo>
                <a:lnTo>
                  <a:pt x="2041379" y="60874"/>
                </a:lnTo>
                <a:lnTo>
                  <a:pt x="2011280" y="61093"/>
                </a:lnTo>
                <a:lnTo>
                  <a:pt x="1981181" y="61293"/>
                </a:lnTo>
                <a:lnTo>
                  <a:pt x="1951072" y="61465"/>
                </a:lnTo>
                <a:lnTo>
                  <a:pt x="1920973" y="61636"/>
                </a:lnTo>
                <a:lnTo>
                  <a:pt x="1890874" y="61789"/>
                </a:lnTo>
                <a:lnTo>
                  <a:pt x="1860766" y="61903"/>
                </a:lnTo>
                <a:lnTo>
                  <a:pt x="1830667" y="62017"/>
                </a:lnTo>
                <a:lnTo>
                  <a:pt x="1800558" y="62103"/>
                </a:lnTo>
                <a:lnTo>
                  <a:pt x="1770459" y="62170"/>
                </a:lnTo>
                <a:lnTo>
                  <a:pt x="1740360" y="62236"/>
                </a:lnTo>
                <a:lnTo>
                  <a:pt x="1710252" y="62255"/>
                </a:lnTo>
                <a:lnTo>
                  <a:pt x="1680153" y="62284"/>
                </a:lnTo>
                <a:lnTo>
                  <a:pt x="1650054" y="62284"/>
                </a:lnTo>
                <a:lnTo>
                  <a:pt x="1619945" y="62255"/>
                </a:lnTo>
                <a:lnTo>
                  <a:pt x="1589846" y="62236"/>
                </a:lnTo>
                <a:lnTo>
                  <a:pt x="1559738" y="62160"/>
                </a:lnTo>
                <a:lnTo>
                  <a:pt x="1529639" y="62093"/>
                </a:lnTo>
                <a:lnTo>
                  <a:pt x="1499540" y="62008"/>
                </a:lnTo>
                <a:lnTo>
                  <a:pt x="1469431" y="61884"/>
                </a:lnTo>
                <a:lnTo>
                  <a:pt x="1439332" y="61770"/>
                </a:lnTo>
                <a:lnTo>
                  <a:pt x="1409224" y="61617"/>
                </a:lnTo>
                <a:lnTo>
                  <a:pt x="1379125" y="61446"/>
                </a:lnTo>
                <a:lnTo>
                  <a:pt x="1349026" y="61274"/>
                </a:lnTo>
                <a:lnTo>
                  <a:pt x="1318927" y="61055"/>
                </a:lnTo>
                <a:lnTo>
                  <a:pt x="1288818" y="60836"/>
                </a:lnTo>
                <a:lnTo>
                  <a:pt x="1258719" y="60589"/>
                </a:lnTo>
                <a:lnTo>
                  <a:pt x="1228620" y="60322"/>
                </a:lnTo>
                <a:lnTo>
                  <a:pt x="1198512" y="60055"/>
                </a:lnTo>
                <a:lnTo>
                  <a:pt x="1168413" y="59750"/>
                </a:lnTo>
                <a:lnTo>
                  <a:pt x="1138314" y="59417"/>
                </a:lnTo>
                <a:lnTo>
                  <a:pt x="1108215" y="59074"/>
                </a:lnTo>
                <a:lnTo>
                  <a:pt x="1078116" y="58703"/>
                </a:lnTo>
                <a:lnTo>
                  <a:pt x="1048007" y="58303"/>
                </a:lnTo>
                <a:lnTo>
                  <a:pt x="1017908" y="57893"/>
                </a:lnTo>
                <a:lnTo>
                  <a:pt x="987809" y="57445"/>
                </a:lnTo>
                <a:lnTo>
                  <a:pt x="957710" y="56979"/>
                </a:lnTo>
                <a:lnTo>
                  <a:pt x="927611" y="56493"/>
                </a:lnTo>
                <a:lnTo>
                  <a:pt x="897512" y="55969"/>
                </a:lnTo>
                <a:lnTo>
                  <a:pt x="867413" y="55426"/>
                </a:lnTo>
                <a:lnTo>
                  <a:pt x="837324" y="54854"/>
                </a:lnTo>
                <a:lnTo>
                  <a:pt x="807225" y="54254"/>
                </a:lnTo>
                <a:lnTo>
                  <a:pt x="777126" y="53616"/>
                </a:lnTo>
                <a:lnTo>
                  <a:pt x="747036" y="52949"/>
                </a:lnTo>
                <a:lnTo>
                  <a:pt x="716937" y="52245"/>
                </a:lnTo>
                <a:lnTo>
                  <a:pt x="686848" y="51511"/>
                </a:lnTo>
                <a:lnTo>
                  <a:pt x="656749" y="50740"/>
                </a:lnTo>
                <a:lnTo>
                  <a:pt x="626659" y="49921"/>
                </a:lnTo>
                <a:lnTo>
                  <a:pt x="596570" y="49073"/>
                </a:lnTo>
                <a:lnTo>
                  <a:pt x="566480" y="48168"/>
                </a:lnTo>
                <a:lnTo>
                  <a:pt x="536391" y="47225"/>
                </a:lnTo>
                <a:lnTo>
                  <a:pt x="506301" y="46225"/>
                </a:lnTo>
                <a:lnTo>
                  <a:pt x="476221" y="45168"/>
                </a:lnTo>
                <a:lnTo>
                  <a:pt x="446141" y="44053"/>
                </a:lnTo>
                <a:lnTo>
                  <a:pt x="416062" y="42872"/>
                </a:lnTo>
                <a:lnTo>
                  <a:pt x="385982" y="41624"/>
                </a:lnTo>
                <a:lnTo>
                  <a:pt x="355911" y="40291"/>
                </a:lnTo>
                <a:lnTo>
                  <a:pt x="325841" y="38862"/>
                </a:lnTo>
                <a:lnTo>
                  <a:pt x="295780" y="37338"/>
                </a:lnTo>
                <a:lnTo>
                  <a:pt x="265719" y="35700"/>
                </a:lnTo>
                <a:lnTo>
                  <a:pt x="235668" y="33919"/>
                </a:lnTo>
                <a:lnTo>
                  <a:pt x="205626" y="31975"/>
                </a:lnTo>
                <a:lnTo>
                  <a:pt x="175603" y="29842"/>
                </a:lnTo>
                <a:lnTo>
                  <a:pt x="145590" y="27451"/>
                </a:lnTo>
                <a:lnTo>
                  <a:pt x="115614" y="24736"/>
                </a:lnTo>
                <a:lnTo>
                  <a:pt x="85677" y="21555"/>
                </a:lnTo>
                <a:lnTo>
                  <a:pt x="55836" y="17650"/>
                </a:lnTo>
                <a:lnTo>
                  <a:pt x="26213" y="12306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46" name="funnel-step-cap-0">
            <a:extLst xmlns:a="http://schemas.openxmlformats.org/drawingml/2006/main">
              <a:ext uri="{FF2B5EF4-FFF2-40B4-BE49-F238E27FC236}">
                <a16:creationId xmlns:a16="http://schemas.microsoft.com/office/drawing/2014/main" id="{C5EB71F2-6847-4EC2-935A-143ACC7DF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52750" y="2425951"/>
            <a:ext cx="3333750" cy="17728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47" name="funnel-step-body-1">
            <a:extLst xmlns:a="http://schemas.openxmlformats.org/drawingml/2006/main">
              <a:ext uri="{FF2B5EF4-FFF2-40B4-BE49-F238E27FC236}">
                <a16:creationId xmlns:a16="http://schemas.microsoft.com/office/drawing/2014/main" id="{D27850FD-05EB-42E7-B783-B414E4007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235452" y="3116294"/>
            <a:ext cx="2765384" cy="533210"/>
          </a:xfrm>
          <a:custGeom xmlns:a="http://schemas.openxmlformats.org/drawingml/2006/main">
            <a:pathLst>
              <a:path w="2765384" h="533210">
                <a:moveTo>
                  <a:pt x="0" y="0"/>
                </a:moveTo>
                <a:lnTo>
                  <a:pt x="10735" y="23355"/>
                </a:lnTo>
                <a:lnTo>
                  <a:pt x="21460" y="46701"/>
                </a:lnTo>
                <a:lnTo>
                  <a:pt x="32195" y="70056"/>
                </a:lnTo>
                <a:lnTo>
                  <a:pt x="42920" y="93402"/>
                </a:lnTo>
                <a:lnTo>
                  <a:pt x="53654" y="116757"/>
                </a:lnTo>
                <a:lnTo>
                  <a:pt x="64389" y="140103"/>
                </a:lnTo>
                <a:lnTo>
                  <a:pt x="75114" y="163459"/>
                </a:lnTo>
                <a:lnTo>
                  <a:pt x="85849" y="186804"/>
                </a:lnTo>
                <a:lnTo>
                  <a:pt x="96574" y="210160"/>
                </a:lnTo>
                <a:lnTo>
                  <a:pt x="107309" y="233515"/>
                </a:lnTo>
                <a:lnTo>
                  <a:pt x="118043" y="256861"/>
                </a:lnTo>
                <a:lnTo>
                  <a:pt x="128768" y="280216"/>
                </a:lnTo>
                <a:lnTo>
                  <a:pt x="139503" y="303562"/>
                </a:lnTo>
                <a:lnTo>
                  <a:pt x="150228" y="326917"/>
                </a:lnTo>
                <a:lnTo>
                  <a:pt x="160963" y="350263"/>
                </a:lnTo>
                <a:lnTo>
                  <a:pt x="171698" y="373618"/>
                </a:lnTo>
                <a:lnTo>
                  <a:pt x="182423" y="396973"/>
                </a:lnTo>
                <a:lnTo>
                  <a:pt x="193157" y="420319"/>
                </a:lnTo>
                <a:lnTo>
                  <a:pt x="203892" y="443675"/>
                </a:lnTo>
                <a:lnTo>
                  <a:pt x="214617" y="467020"/>
                </a:lnTo>
                <a:lnTo>
                  <a:pt x="233105" y="482670"/>
                </a:lnTo>
                <a:lnTo>
                  <a:pt x="257985" y="489071"/>
                </a:lnTo>
                <a:lnTo>
                  <a:pt x="283283" y="493576"/>
                </a:lnTo>
                <a:lnTo>
                  <a:pt x="308724" y="497157"/>
                </a:lnTo>
                <a:lnTo>
                  <a:pt x="334242" y="500196"/>
                </a:lnTo>
                <a:lnTo>
                  <a:pt x="359807" y="502834"/>
                </a:lnTo>
                <a:lnTo>
                  <a:pt x="385401" y="505177"/>
                </a:lnTo>
                <a:lnTo>
                  <a:pt x="411013" y="507292"/>
                </a:lnTo>
                <a:lnTo>
                  <a:pt x="436636" y="509207"/>
                </a:lnTo>
                <a:lnTo>
                  <a:pt x="462277" y="510978"/>
                </a:lnTo>
                <a:lnTo>
                  <a:pt x="487928" y="512607"/>
                </a:lnTo>
                <a:lnTo>
                  <a:pt x="513578" y="514112"/>
                </a:lnTo>
                <a:lnTo>
                  <a:pt x="539239" y="515522"/>
                </a:lnTo>
                <a:lnTo>
                  <a:pt x="564899" y="516836"/>
                </a:lnTo>
                <a:lnTo>
                  <a:pt x="590569" y="518065"/>
                </a:lnTo>
                <a:lnTo>
                  <a:pt x="616248" y="519217"/>
                </a:lnTo>
                <a:lnTo>
                  <a:pt x="641918" y="520303"/>
                </a:lnTo>
                <a:lnTo>
                  <a:pt x="667598" y="521322"/>
                </a:lnTo>
                <a:lnTo>
                  <a:pt x="693277" y="522275"/>
                </a:lnTo>
                <a:lnTo>
                  <a:pt x="718966" y="523170"/>
                </a:lnTo>
                <a:lnTo>
                  <a:pt x="744645" y="524018"/>
                </a:lnTo>
                <a:lnTo>
                  <a:pt x="770334" y="524818"/>
                </a:lnTo>
                <a:lnTo>
                  <a:pt x="796023" y="525570"/>
                </a:lnTo>
                <a:lnTo>
                  <a:pt x="821712" y="526275"/>
                </a:lnTo>
                <a:lnTo>
                  <a:pt x="847401" y="526942"/>
                </a:lnTo>
                <a:lnTo>
                  <a:pt x="873090" y="527571"/>
                </a:lnTo>
                <a:lnTo>
                  <a:pt x="898789" y="528152"/>
                </a:lnTo>
                <a:lnTo>
                  <a:pt x="924477" y="528704"/>
                </a:lnTo>
                <a:lnTo>
                  <a:pt x="950176" y="529219"/>
                </a:lnTo>
                <a:lnTo>
                  <a:pt x="975865" y="529695"/>
                </a:lnTo>
                <a:lnTo>
                  <a:pt x="1001563" y="530133"/>
                </a:lnTo>
                <a:lnTo>
                  <a:pt x="1027262" y="530543"/>
                </a:lnTo>
                <a:lnTo>
                  <a:pt x="1052951" y="530924"/>
                </a:lnTo>
                <a:lnTo>
                  <a:pt x="1078649" y="531276"/>
                </a:lnTo>
                <a:lnTo>
                  <a:pt x="1104348" y="531590"/>
                </a:lnTo>
                <a:lnTo>
                  <a:pt x="1130046" y="531876"/>
                </a:lnTo>
                <a:lnTo>
                  <a:pt x="1155744" y="532133"/>
                </a:lnTo>
                <a:lnTo>
                  <a:pt x="1181443" y="532352"/>
                </a:lnTo>
                <a:lnTo>
                  <a:pt x="1207141" y="532562"/>
                </a:lnTo>
                <a:lnTo>
                  <a:pt x="1232830" y="532733"/>
                </a:lnTo>
                <a:lnTo>
                  <a:pt x="1258529" y="532876"/>
                </a:lnTo>
                <a:lnTo>
                  <a:pt x="1284227" y="533000"/>
                </a:lnTo>
                <a:lnTo>
                  <a:pt x="1309926" y="533086"/>
                </a:lnTo>
                <a:lnTo>
                  <a:pt x="1335634" y="533152"/>
                </a:lnTo>
                <a:lnTo>
                  <a:pt x="1361332" y="533181"/>
                </a:lnTo>
                <a:lnTo>
                  <a:pt x="1387031" y="533210"/>
                </a:lnTo>
                <a:lnTo>
                  <a:pt x="1412729" y="533181"/>
                </a:lnTo>
                <a:lnTo>
                  <a:pt x="1438427" y="533152"/>
                </a:lnTo>
                <a:lnTo>
                  <a:pt x="1464126" y="533067"/>
                </a:lnTo>
                <a:lnTo>
                  <a:pt x="1489824" y="532981"/>
                </a:lnTo>
                <a:lnTo>
                  <a:pt x="1515523" y="532848"/>
                </a:lnTo>
                <a:lnTo>
                  <a:pt x="1541221" y="532695"/>
                </a:lnTo>
                <a:lnTo>
                  <a:pt x="1566920" y="532514"/>
                </a:lnTo>
                <a:lnTo>
                  <a:pt x="1592618" y="532314"/>
                </a:lnTo>
                <a:lnTo>
                  <a:pt x="1618307" y="532067"/>
                </a:lnTo>
                <a:lnTo>
                  <a:pt x="1644005" y="531809"/>
                </a:lnTo>
                <a:lnTo>
                  <a:pt x="1669704" y="531524"/>
                </a:lnTo>
                <a:lnTo>
                  <a:pt x="1695402" y="531200"/>
                </a:lnTo>
                <a:lnTo>
                  <a:pt x="1721101" y="530838"/>
                </a:lnTo>
                <a:lnTo>
                  <a:pt x="1746799" y="530457"/>
                </a:lnTo>
                <a:lnTo>
                  <a:pt x="1772488" y="530038"/>
                </a:lnTo>
                <a:lnTo>
                  <a:pt x="1798187" y="529590"/>
                </a:lnTo>
                <a:lnTo>
                  <a:pt x="1823876" y="529104"/>
                </a:lnTo>
                <a:lnTo>
                  <a:pt x="1849574" y="528580"/>
                </a:lnTo>
                <a:lnTo>
                  <a:pt x="1875263" y="528028"/>
                </a:lnTo>
                <a:lnTo>
                  <a:pt x="1900961" y="527428"/>
                </a:lnTo>
                <a:lnTo>
                  <a:pt x="1926650" y="526799"/>
                </a:lnTo>
                <a:lnTo>
                  <a:pt x="1952339" y="526123"/>
                </a:lnTo>
                <a:lnTo>
                  <a:pt x="1978028" y="525409"/>
                </a:lnTo>
                <a:lnTo>
                  <a:pt x="2003717" y="524647"/>
                </a:lnTo>
                <a:lnTo>
                  <a:pt x="2029397" y="523837"/>
                </a:lnTo>
                <a:lnTo>
                  <a:pt x="2055085" y="522980"/>
                </a:lnTo>
                <a:lnTo>
                  <a:pt x="2080765" y="522065"/>
                </a:lnTo>
                <a:lnTo>
                  <a:pt x="2106444" y="521094"/>
                </a:lnTo>
                <a:lnTo>
                  <a:pt x="2132124" y="520065"/>
                </a:lnTo>
                <a:lnTo>
                  <a:pt x="2157803" y="518970"/>
                </a:lnTo>
                <a:lnTo>
                  <a:pt x="2183473" y="517798"/>
                </a:lnTo>
                <a:lnTo>
                  <a:pt x="2209143" y="516550"/>
                </a:lnTo>
                <a:lnTo>
                  <a:pt x="2234803" y="515217"/>
                </a:lnTo>
                <a:lnTo>
                  <a:pt x="2260463" y="513788"/>
                </a:lnTo>
                <a:lnTo>
                  <a:pt x="2286114" y="512255"/>
                </a:lnTo>
                <a:lnTo>
                  <a:pt x="2311765" y="510597"/>
                </a:lnTo>
                <a:lnTo>
                  <a:pt x="2337397" y="508806"/>
                </a:lnTo>
                <a:lnTo>
                  <a:pt x="2363019" y="506835"/>
                </a:lnTo>
                <a:lnTo>
                  <a:pt x="2388632" y="504673"/>
                </a:lnTo>
                <a:lnTo>
                  <a:pt x="2414216" y="502272"/>
                </a:lnTo>
                <a:lnTo>
                  <a:pt x="2439772" y="499558"/>
                </a:lnTo>
                <a:lnTo>
                  <a:pt x="2465280" y="496424"/>
                </a:lnTo>
                <a:lnTo>
                  <a:pt x="2490702" y="492671"/>
                </a:lnTo>
                <a:lnTo>
                  <a:pt x="2515943" y="487880"/>
                </a:lnTo>
                <a:lnTo>
                  <a:pt x="2540575" y="480670"/>
                </a:lnTo>
                <a:lnTo>
                  <a:pt x="2556110" y="461839"/>
                </a:lnTo>
                <a:lnTo>
                  <a:pt x="2566845" y="438483"/>
                </a:lnTo>
                <a:lnTo>
                  <a:pt x="2577570" y="415138"/>
                </a:lnTo>
                <a:lnTo>
                  <a:pt x="2588304" y="391782"/>
                </a:lnTo>
                <a:lnTo>
                  <a:pt x="2599030" y="368437"/>
                </a:lnTo>
                <a:lnTo>
                  <a:pt x="2609764" y="345081"/>
                </a:lnTo>
                <a:lnTo>
                  <a:pt x="2620499" y="321735"/>
                </a:lnTo>
                <a:lnTo>
                  <a:pt x="2631224" y="298380"/>
                </a:lnTo>
                <a:lnTo>
                  <a:pt x="2641959" y="275025"/>
                </a:lnTo>
                <a:lnTo>
                  <a:pt x="2652684" y="251679"/>
                </a:lnTo>
                <a:lnTo>
                  <a:pt x="2663419" y="228324"/>
                </a:lnTo>
                <a:lnTo>
                  <a:pt x="2674153" y="204978"/>
                </a:lnTo>
                <a:lnTo>
                  <a:pt x="2684878" y="181623"/>
                </a:lnTo>
                <a:lnTo>
                  <a:pt x="2695613" y="158277"/>
                </a:lnTo>
                <a:lnTo>
                  <a:pt x="2706338" y="134922"/>
                </a:lnTo>
                <a:lnTo>
                  <a:pt x="2717073" y="111566"/>
                </a:lnTo>
                <a:lnTo>
                  <a:pt x="2727808" y="88221"/>
                </a:lnTo>
                <a:lnTo>
                  <a:pt x="2738533" y="64865"/>
                </a:lnTo>
                <a:lnTo>
                  <a:pt x="2749267" y="41519"/>
                </a:lnTo>
                <a:lnTo>
                  <a:pt x="2760002" y="18164"/>
                </a:lnTo>
                <a:lnTo>
                  <a:pt x="2765384" y="4648"/>
                </a:lnTo>
                <a:lnTo>
                  <a:pt x="2741457" y="13621"/>
                </a:lnTo>
                <a:lnTo>
                  <a:pt x="2716263" y="18640"/>
                </a:lnTo>
                <a:lnTo>
                  <a:pt x="2690841" y="22422"/>
                </a:lnTo>
                <a:lnTo>
                  <a:pt x="2665333" y="25537"/>
                </a:lnTo>
                <a:lnTo>
                  <a:pt x="2639778" y="28213"/>
                </a:lnTo>
                <a:lnTo>
                  <a:pt x="2614184" y="30575"/>
                </a:lnTo>
                <a:lnTo>
                  <a:pt x="2588571" y="32699"/>
                </a:lnTo>
                <a:lnTo>
                  <a:pt x="2562949" y="34633"/>
                </a:lnTo>
                <a:lnTo>
                  <a:pt x="2537308" y="36395"/>
                </a:lnTo>
                <a:lnTo>
                  <a:pt x="2511666" y="38033"/>
                </a:lnTo>
                <a:lnTo>
                  <a:pt x="2486006" y="39548"/>
                </a:lnTo>
                <a:lnTo>
                  <a:pt x="2460346" y="40958"/>
                </a:lnTo>
                <a:lnTo>
                  <a:pt x="2434685" y="42291"/>
                </a:lnTo>
                <a:lnTo>
                  <a:pt x="2409015" y="43539"/>
                </a:lnTo>
                <a:lnTo>
                  <a:pt x="2383346" y="44720"/>
                </a:lnTo>
                <a:lnTo>
                  <a:pt x="2357666" y="45825"/>
                </a:lnTo>
                <a:lnTo>
                  <a:pt x="2331996" y="46873"/>
                </a:lnTo>
                <a:lnTo>
                  <a:pt x="2306317" y="47863"/>
                </a:lnTo>
                <a:lnTo>
                  <a:pt x="2280628" y="48797"/>
                </a:lnTo>
                <a:lnTo>
                  <a:pt x="2254949" y="49692"/>
                </a:lnTo>
                <a:lnTo>
                  <a:pt x="2229260" y="50540"/>
                </a:lnTo>
                <a:lnTo>
                  <a:pt x="2203580" y="51340"/>
                </a:lnTo>
                <a:lnTo>
                  <a:pt x="2177891" y="52111"/>
                </a:lnTo>
                <a:lnTo>
                  <a:pt x="2152202" y="52835"/>
                </a:lnTo>
                <a:lnTo>
                  <a:pt x="2126513" y="53531"/>
                </a:lnTo>
                <a:lnTo>
                  <a:pt x="2100824" y="54178"/>
                </a:lnTo>
                <a:lnTo>
                  <a:pt x="2075126" y="54807"/>
                </a:lnTo>
                <a:lnTo>
                  <a:pt x="2049437" y="55397"/>
                </a:lnTo>
                <a:lnTo>
                  <a:pt x="2023748" y="55959"/>
                </a:lnTo>
                <a:lnTo>
                  <a:pt x="1998050" y="56493"/>
                </a:lnTo>
                <a:lnTo>
                  <a:pt x="1972361" y="56998"/>
                </a:lnTo>
                <a:lnTo>
                  <a:pt x="1946662" y="57474"/>
                </a:lnTo>
                <a:lnTo>
                  <a:pt x="1920973" y="57912"/>
                </a:lnTo>
                <a:lnTo>
                  <a:pt x="1895275" y="58350"/>
                </a:lnTo>
                <a:lnTo>
                  <a:pt x="1869577" y="58741"/>
                </a:lnTo>
                <a:lnTo>
                  <a:pt x="1843878" y="59122"/>
                </a:lnTo>
                <a:lnTo>
                  <a:pt x="1818189" y="59474"/>
                </a:lnTo>
                <a:lnTo>
                  <a:pt x="1792491" y="59807"/>
                </a:lnTo>
                <a:lnTo>
                  <a:pt x="1766792" y="60122"/>
                </a:lnTo>
                <a:lnTo>
                  <a:pt x="1741094" y="60398"/>
                </a:lnTo>
                <a:lnTo>
                  <a:pt x="1715395" y="60674"/>
                </a:lnTo>
                <a:lnTo>
                  <a:pt x="1689697" y="60912"/>
                </a:lnTo>
                <a:lnTo>
                  <a:pt x="1663998" y="61131"/>
                </a:lnTo>
                <a:lnTo>
                  <a:pt x="1638300" y="61351"/>
                </a:lnTo>
                <a:lnTo>
                  <a:pt x="1612611" y="61522"/>
                </a:lnTo>
                <a:lnTo>
                  <a:pt x="1586913" y="61684"/>
                </a:lnTo>
                <a:lnTo>
                  <a:pt x="1561214" y="61827"/>
                </a:lnTo>
                <a:lnTo>
                  <a:pt x="1535516" y="61951"/>
                </a:lnTo>
                <a:lnTo>
                  <a:pt x="1509817" y="62065"/>
                </a:lnTo>
                <a:lnTo>
                  <a:pt x="1484119" y="62132"/>
                </a:lnTo>
                <a:lnTo>
                  <a:pt x="1458420" y="62208"/>
                </a:lnTo>
                <a:lnTo>
                  <a:pt x="1432712" y="62246"/>
                </a:lnTo>
                <a:lnTo>
                  <a:pt x="1407014" y="62274"/>
                </a:lnTo>
                <a:lnTo>
                  <a:pt x="1381316" y="62294"/>
                </a:lnTo>
                <a:lnTo>
                  <a:pt x="1355617" y="62265"/>
                </a:lnTo>
                <a:lnTo>
                  <a:pt x="1329919" y="62246"/>
                </a:lnTo>
                <a:lnTo>
                  <a:pt x="1304220" y="62189"/>
                </a:lnTo>
                <a:lnTo>
                  <a:pt x="1278522" y="62122"/>
                </a:lnTo>
                <a:lnTo>
                  <a:pt x="1252823" y="62046"/>
                </a:lnTo>
                <a:lnTo>
                  <a:pt x="1227125" y="61922"/>
                </a:lnTo>
                <a:lnTo>
                  <a:pt x="1201426" y="61798"/>
                </a:lnTo>
                <a:lnTo>
                  <a:pt x="1175728" y="61655"/>
                </a:lnTo>
                <a:lnTo>
                  <a:pt x="1150029" y="61484"/>
                </a:lnTo>
                <a:lnTo>
                  <a:pt x="1124331" y="61303"/>
                </a:lnTo>
                <a:lnTo>
                  <a:pt x="1098633" y="61084"/>
                </a:lnTo>
                <a:lnTo>
                  <a:pt x="1072934" y="60865"/>
                </a:lnTo>
                <a:lnTo>
                  <a:pt x="1047245" y="60608"/>
                </a:lnTo>
                <a:lnTo>
                  <a:pt x="1021547" y="60341"/>
                </a:lnTo>
                <a:lnTo>
                  <a:pt x="995848" y="60055"/>
                </a:lnTo>
                <a:lnTo>
                  <a:pt x="970150" y="59750"/>
                </a:lnTo>
                <a:lnTo>
                  <a:pt x="944451" y="59407"/>
                </a:lnTo>
                <a:lnTo>
                  <a:pt x="918753" y="59036"/>
                </a:lnTo>
                <a:lnTo>
                  <a:pt x="893064" y="58655"/>
                </a:lnTo>
                <a:lnTo>
                  <a:pt x="867366" y="58255"/>
                </a:lnTo>
                <a:lnTo>
                  <a:pt x="841667" y="57817"/>
                </a:lnTo>
                <a:lnTo>
                  <a:pt x="815978" y="57369"/>
                </a:lnTo>
                <a:lnTo>
                  <a:pt x="790280" y="56883"/>
                </a:lnTo>
                <a:lnTo>
                  <a:pt x="764591" y="56378"/>
                </a:lnTo>
                <a:lnTo>
                  <a:pt x="738892" y="55836"/>
                </a:lnTo>
                <a:lnTo>
                  <a:pt x="713203" y="55264"/>
                </a:lnTo>
                <a:lnTo>
                  <a:pt x="687515" y="54664"/>
                </a:lnTo>
                <a:lnTo>
                  <a:pt x="661816" y="54035"/>
                </a:lnTo>
                <a:lnTo>
                  <a:pt x="636127" y="53378"/>
                </a:lnTo>
                <a:lnTo>
                  <a:pt x="610438" y="52673"/>
                </a:lnTo>
                <a:lnTo>
                  <a:pt x="584749" y="51940"/>
                </a:lnTo>
                <a:lnTo>
                  <a:pt x="559060" y="51168"/>
                </a:lnTo>
                <a:lnTo>
                  <a:pt x="533381" y="50359"/>
                </a:lnTo>
                <a:lnTo>
                  <a:pt x="507692" y="49501"/>
                </a:lnTo>
                <a:lnTo>
                  <a:pt x="482013" y="48597"/>
                </a:lnTo>
                <a:lnTo>
                  <a:pt x="456333" y="47644"/>
                </a:lnTo>
                <a:lnTo>
                  <a:pt x="430654" y="46644"/>
                </a:lnTo>
                <a:lnTo>
                  <a:pt x="404974" y="45577"/>
                </a:lnTo>
                <a:lnTo>
                  <a:pt x="379295" y="44453"/>
                </a:lnTo>
                <a:lnTo>
                  <a:pt x="353625" y="43263"/>
                </a:lnTo>
                <a:lnTo>
                  <a:pt x="327965" y="42005"/>
                </a:lnTo>
                <a:lnTo>
                  <a:pt x="302295" y="40653"/>
                </a:lnTo>
                <a:lnTo>
                  <a:pt x="276635" y="39224"/>
                </a:lnTo>
                <a:lnTo>
                  <a:pt x="250984" y="37671"/>
                </a:lnTo>
                <a:lnTo>
                  <a:pt x="225342" y="36024"/>
                </a:lnTo>
                <a:lnTo>
                  <a:pt x="199701" y="34214"/>
                </a:lnTo>
                <a:lnTo>
                  <a:pt x="174079" y="32252"/>
                </a:lnTo>
                <a:lnTo>
                  <a:pt x="148476" y="30080"/>
                </a:lnTo>
                <a:lnTo>
                  <a:pt x="122892" y="27651"/>
                </a:lnTo>
                <a:lnTo>
                  <a:pt x="97346" y="24889"/>
                </a:lnTo>
                <a:lnTo>
                  <a:pt x="71847" y="21650"/>
                </a:lnTo>
                <a:lnTo>
                  <a:pt x="46463" y="17659"/>
                </a:lnTo>
                <a:lnTo>
                  <a:pt x="21365" y="12192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48" name="funnel-step-cap-1">
            <a:extLst xmlns:a="http://schemas.openxmlformats.org/drawingml/2006/main">
              <a:ext uri="{FF2B5EF4-FFF2-40B4-BE49-F238E27FC236}">
                <a16:creationId xmlns:a16="http://schemas.microsoft.com/office/drawing/2014/main" id="{BBB41F24-A53A-4F29-B814-CD8AB0B7D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235481" y="3027617"/>
            <a:ext cx="2768289" cy="17728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49" name="funnel-step-body-2">
            <a:extLst xmlns:a="http://schemas.openxmlformats.org/drawingml/2006/main">
              <a:ext uri="{FF2B5EF4-FFF2-40B4-BE49-F238E27FC236}">
                <a16:creationId xmlns:a16="http://schemas.microsoft.com/office/drawing/2014/main" id="{5C906BAF-9AEB-4E4D-B8AF-404759D6A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451860" y="3717893"/>
            <a:ext cx="2334111" cy="533276"/>
          </a:xfrm>
          <a:custGeom xmlns:a="http://schemas.openxmlformats.org/drawingml/2006/main">
            <a:pathLst>
              <a:path w="2334111" h="533276">
                <a:moveTo>
                  <a:pt x="0" y="0"/>
                </a:moveTo>
                <a:lnTo>
                  <a:pt x="8563" y="20488"/>
                </a:lnTo>
                <a:lnTo>
                  <a:pt x="17126" y="40977"/>
                </a:lnTo>
                <a:lnTo>
                  <a:pt x="25698" y="61455"/>
                </a:lnTo>
                <a:lnTo>
                  <a:pt x="34261" y="81944"/>
                </a:lnTo>
                <a:lnTo>
                  <a:pt x="42824" y="102432"/>
                </a:lnTo>
                <a:lnTo>
                  <a:pt x="51387" y="122920"/>
                </a:lnTo>
                <a:lnTo>
                  <a:pt x="59950" y="143408"/>
                </a:lnTo>
                <a:lnTo>
                  <a:pt x="68523" y="163887"/>
                </a:lnTo>
                <a:lnTo>
                  <a:pt x="77086" y="184375"/>
                </a:lnTo>
                <a:lnTo>
                  <a:pt x="85649" y="204864"/>
                </a:lnTo>
                <a:lnTo>
                  <a:pt x="94212" y="225352"/>
                </a:lnTo>
                <a:lnTo>
                  <a:pt x="102784" y="245840"/>
                </a:lnTo>
                <a:lnTo>
                  <a:pt x="111347" y="266319"/>
                </a:lnTo>
                <a:lnTo>
                  <a:pt x="119910" y="286807"/>
                </a:lnTo>
                <a:lnTo>
                  <a:pt x="128473" y="307296"/>
                </a:lnTo>
                <a:lnTo>
                  <a:pt x="137036" y="327784"/>
                </a:lnTo>
                <a:lnTo>
                  <a:pt x="145609" y="348272"/>
                </a:lnTo>
                <a:lnTo>
                  <a:pt x="154172" y="368751"/>
                </a:lnTo>
                <a:lnTo>
                  <a:pt x="162735" y="389239"/>
                </a:lnTo>
                <a:lnTo>
                  <a:pt x="171298" y="409727"/>
                </a:lnTo>
                <a:lnTo>
                  <a:pt x="179870" y="430216"/>
                </a:lnTo>
                <a:lnTo>
                  <a:pt x="188433" y="450704"/>
                </a:lnTo>
                <a:lnTo>
                  <a:pt x="196891" y="471211"/>
                </a:lnTo>
                <a:lnTo>
                  <a:pt x="213932" y="483908"/>
                </a:lnTo>
                <a:lnTo>
                  <a:pt x="235268" y="490014"/>
                </a:lnTo>
                <a:lnTo>
                  <a:pt x="257023" y="494433"/>
                </a:lnTo>
                <a:lnTo>
                  <a:pt x="278940" y="497996"/>
                </a:lnTo>
                <a:lnTo>
                  <a:pt x="300942" y="501015"/>
                </a:lnTo>
                <a:lnTo>
                  <a:pt x="322993" y="503653"/>
                </a:lnTo>
                <a:lnTo>
                  <a:pt x="345072" y="506006"/>
                </a:lnTo>
                <a:lnTo>
                  <a:pt x="367170" y="508121"/>
                </a:lnTo>
                <a:lnTo>
                  <a:pt x="389296" y="510045"/>
                </a:lnTo>
                <a:lnTo>
                  <a:pt x="411423" y="511807"/>
                </a:lnTo>
                <a:lnTo>
                  <a:pt x="433568" y="513445"/>
                </a:lnTo>
                <a:lnTo>
                  <a:pt x="455724" y="514950"/>
                </a:lnTo>
                <a:lnTo>
                  <a:pt x="477888" y="516360"/>
                </a:lnTo>
                <a:lnTo>
                  <a:pt x="500053" y="517674"/>
                </a:lnTo>
                <a:lnTo>
                  <a:pt x="522227" y="518893"/>
                </a:lnTo>
                <a:lnTo>
                  <a:pt x="544401" y="520046"/>
                </a:lnTo>
                <a:lnTo>
                  <a:pt x="566576" y="521122"/>
                </a:lnTo>
                <a:lnTo>
                  <a:pt x="588759" y="522132"/>
                </a:lnTo>
                <a:lnTo>
                  <a:pt x="610943" y="523084"/>
                </a:lnTo>
                <a:lnTo>
                  <a:pt x="633127" y="523970"/>
                </a:lnTo>
                <a:lnTo>
                  <a:pt x="655320" y="524808"/>
                </a:lnTo>
                <a:lnTo>
                  <a:pt x="677513" y="525590"/>
                </a:lnTo>
                <a:lnTo>
                  <a:pt x="699706" y="526323"/>
                </a:lnTo>
                <a:lnTo>
                  <a:pt x="721900" y="527018"/>
                </a:lnTo>
                <a:lnTo>
                  <a:pt x="744093" y="527666"/>
                </a:lnTo>
                <a:lnTo>
                  <a:pt x="766286" y="528276"/>
                </a:lnTo>
                <a:lnTo>
                  <a:pt x="788489" y="528838"/>
                </a:lnTo>
                <a:lnTo>
                  <a:pt x="810682" y="529371"/>
                </a:lnTo>
                <a:lnTo>
                  <a:pt x="832885" y="529857"/>
                </a:lnTo>
                <a:lnTo>
                  <a:pt x="855078" y="530314"/>
                </a:lnTo>
                <a:lnTo>
                  <a:pt x="877281" y="530733"/>
                </a:lnTo>
                <a:lnTo>
                  <a:pt x="899484" y="531114"/>
                </a:lnTo>
                <a:lnTo>
                  <a:pt x="921687" y="531466"/>
                </a:lnTo>
                <a:lnTo>
                  <a:pt x="943889" y="531781"/>
                </a:lnTo>
                <a:lnTo>
                  <a:pt x="966092" y="532067"/>
                </a:lnTo>
                <a:lnTo>
                  <a:pt x="988295" y="532324"/>
                </a:lnTo>
                <a:lnTo>
                  <a:pt x="1010498" y="532543"/>
                </a:lnTo>
                <a:lnTo>
                  <a:pt x="1032701" y="532743"/>
                </a:lnTo>
                <a:lnTo>
                  <a:pt x="1054903" y="532905"/>
                </a:lnTo>
                <a:lnTo>
                  <a:pt x="1077116" y="533038"/>
                </a:lnTo>
                <a:lnTo>
                  <a:pt x="1099318" y="533143"/>
                </a:lnTo>
                <a:lnTo>
                  <a:pt x="1121521" y="533219"/>
                </a:lnTo>
                <a:lnTo>
                  <a:pt x="1143724" y="533267"/>
                </a:lnTo>
                <a:lnTo>
                  <a:pt x="1165927" y="533276"/>
                </a:lnTo>
                <a:lnTo>
                  <a:pt x="1188139" y="533267"/>
                </a:lnTo>
                <a:lnTo>
                  <a:pt x="1210342" y="533229"/>
                </a:lnTo>
                <a:lnTo>
                  <a:pt x="1232545" y="533152"/>
                </a:lnTo>
                <a:lnTo>
                  <a:pt x="1254747" y="533057"/>
                </a:lnTo>
                <a:lnTo>
                  <a:pt x="1276950" y="532924"/>
                </a:lnTo>
                <a:lnTo>
                  <a:pt x="1299162" y="532771"/>
                </a:lnTo>
                <a:lnTo>
                  <a:pt x="1321365" y="532581"/>
                </a:lnTo>
                <a:lnTo>
                  <a:pt x="1343568" y="532362"/>
                </a:lnTo>
                <a:lnTo>
                  <a:pt x="1365771" y="532114"/>
                </a:lnTo>
                <a:lnTo>
                  <a:pt x="1387973" y="531828"/>
                </a:lnTo>
                <a:lnTo>
                  <a:pt x="1410176" y="531514"/>
                </a:lnTo>
                <a:lnTo>
                  <a:pt x="1432379" y="531171"/>
                </a:lnTo>
                <a:lnTo>
                  <a:pt x="1454582" y="530790"/>
                </a:lnTo>
                <a:lnTo>
                  <a:pt x="1476775" y="530381"/>
                </a:lnTo>
                <a:lnTo>
                  <a:pt x="1498978" y="529933"/>
                </a:lnTo>
                <a:lnTo>
                  <a:pt x="1521181" y="529447"/>
                </a:lnTo>
                <a:lnTo>
                  <a:pt x="1543374" y="528933"/>
                </a:lnTo>
                <a:lnTo>
                  <a:pt x="1565577" y="528371"/>
                </a:lnTo>
                <a:lnTo>
                  <a:pt x="1587770" y="527771"/>
                </a:lnTo>
                <a:lnTo>
                  <a:pt x="1609963" y="527133"/>
                </a:lnTo>
                <a:lnTo>
                  <a:pt x="1632166" y="526447"/>
                </a:lnTo>
                <a:lnTo>
                  <a:pt x="1654359" y="525713"/>
                </a:lnTo>
                <a:lnTo>
                  <a:pt x="1676543" y="524942"/>
                </a:lnTo>
                <a:lnTo>
                  <a:pt x="1698736" y="524113"/>
                </a:lnTo>
                <a:lnTo>
                  <a:pt x="1720920" y="523227"/>
                </a:lnTo>
                <a:lnTo>
                  <a:pt x="1743104" y="522294"/>
                </a:lnTo>
                <a:lnTo>
                  <a:pt x="1765287" y="521294"/>
                </a:lnTo>
                <a:lnTo>
                  <a:pt x="1787471" y="520227"/>
                </a:lnTo>
                <a:lnTo>
                  <a:pt x="1809645" y="519093"/>
                </a:lnTo>
                <a:lnTo>
                  <a:pt x="1831819" y="517884"/>
                </a:lnTo>
                <a:lnTo>
                  <a:pt x="1853984" y="516588"/>
                </a:lnTo>
                <a:lnTo>
                  <a:pt x="1876149" y="515188"/>
                </a:lnTo>
                <a:lnTo>
                  <a:pt x="1898294" y="513702"/>
                </a:lnTo>
                <a:lnTo>
                  <a:pt x="1920450" y="512093"/>
                </a:lnTo>
                <a:lnTo>
                  <a:pt x="1942586" y="510350"/>
                </a:lnTo>
                <a:lnTo>
                  <a:pt x="1964703" y="508454"/>
                </a:lnTo>
                <a:lnTo>
                  <a:pt x="1986810" y="506368"/>
                </a:lnTo>
                <a:lnTo>
                  <a:pt x="2008899" y="504063"/>
                </a:lnTo>
                <a:lnTo>
                  <a:pt x="2030949" y="501472"/>
                </a:lnTo>
                <a:lnTo>
                  <a:pt x="2052961" y="498529"/>
                </a:lnTo>
                <a:lnTo>
                  <a:pt x="2074888" y="495071"/>
                </a:lnTo>
                <a:lnTo>
                  <a:pt x="2096681" y="490823"/>
                </a:lnTo>
                <a:lnTo>
                  <a:pt x="2118131" y="485108"/>
                </a:lnTo>
                <a:lnTo>
                  <a:pt x="2137353" y="474593"/>
                </a:lnTo>
                <a:lnTo>
                  <a:pt x="2145687" y="454085"/>
                </a:lnTo>
                <a:lnTo>
                  <a:pt x="2154250" y="433597"/>
                </a:lnTo>
                <a:lnTo>
                  <a:pt x="2162813" y="413109"/>
                </a:lnTo>
                <a:lnTo>
                  <a:pt x="2171376" y="392630"/>
                </a:lnTo>
                <a:lnTo>
                  <a:pt x="2179949" y="372142"/>
                </a:lnTo>
                <a:lnTo>
                  <a:pt x="2188512" y="351653"/>
                </a:lnTo>
                <a:lnTo>
                  <a:pt x="2197075" y="331165"/>
                </a:lnTo>
                <a:lnTo>
                  <a:pt x="2205638" y="310677"/>
                </a:lnTo>
                <a:lnTo>
                  <a:pt x="2214201" y="290198"/>
                </a:lnTo>
                <a:lnTo>
                  <a:pt x="2222773" y="269710"/>
                </a:lnTo>
                <a:lnTo>
                  <a:pt x="2231336" y="249222"/>
                </a:lnTo>
                <a:lnTo>
                  <a:pt x="2239899" y="228733"/>
                </a:lnTo>
                <a:lnTo>
                  <a:pt x="2248462" y="208245"/>
                </a:lnTo>
                <a:lnTo>
                  <a:pt x="2257034" y="187766"/>
                </a:lnTo>
                <a:lnTo>
                  <a:pt x="2265597" y="167278"/>
                </a:lnTo>
                <a:lnTo>
                  <a:pt x="2274160" y="146790"/>
                </a:lnTo>
                <a:lnTo>
                  <a:pt x="2282723" y="126302"/>
                </a:lnTo>
                <a:lnTo>
                  <a:pt x="2291286" y="105813"/>
                </a:lnTo>
                <a:lnTo>
                  <a:pt x="2299859" y="85334"/>
                </a:lnTo>
                <a:lnTo>
                  <a:pt x="2308422" y="64846"/>
                </a:lnTo>
                <a:lnTo>
                  <a:pt x="2316985" y="44358"/>
                </a:lnTo>
                <a:lnTo>
                  <a:pt x="2325548" y="23870"/>
                </a:lnTo>
                <a:lnTo>
                  <a:pt x="2334111" y="3381"/>
                </a:lnTo>
                <a:lnTo>
                  <a:pt x="2321547" y="10801"/>
                </a:lnTo>
                <a:lnTo>
                  <a:pt x="2300192" y="16840"/>
                </a:lnTo>
                <a:lnTo>
                  <a:pt x="2278399" y="21088"/>
                </a:lnTo>
                <a:lnTo>
                  <a:pt x="2256463" y="24489"/>
                </a:lnTo>
                <a:lnTo>
                  <a:pt x="2234441" y="27375"/>
                </a:lnTo>
                <a:lnTo>
                  <a:pt x="2212381" y="29889"/>
                </a:lnTo>
                <a:lnTo>
                  <a:pt x="2190293" y="32128"/>
                </a:lnTo>
                <a:lnTo>
                  <a:pt x="2168176" y="34157"/>
                </a:lnTo>
                <a:lnTo>
                  <a:pt x="2146049" y="36005"/>
                </a:lnTo>
                <a:lnTo>
                  <a:pt x="2123913" y="37709"/>
                </a:lnTo>
                <a:lnTo>
                  <a:pt x="2101767" y="39291"/>
                </a:lnTo>
                <a:lnTo>
                  <a:pt x="2079612" y="40757"/>
                </a:lnTo>
                <a:lnTo>
                  <a:pt x="2057448" y="42129"/>
                </a:lnTo>
                <a:lnTo>
                  <a:pt x="2035283" y="43424"/>
                </a:lnTo>
                <a:lnTo>
                  <a:pt x="2013109" y="44634"/>
                </a:lnTo>
                <a:lnTo>
                  <a:pt x="1990935" y="45787"/>
                </a:lnTo>
                <a:lnTo>
                  <a:pt x="1968751" y="46863"/>
                </a:lnTo>
                <a:lnTo>
                  <a:pt x="1946577" y="47882"/>
                </a:lnTo>
                <a:lnTo>
                  <a:pt x="1924393" y="48844"/>
                </a:lnTo>
                <a:lnTo>
                  <a:pt x="1902200" y="49759"/>
                </a:lnTo>
                <a:lnTo>
                  <a:pt x="1880016" y="50625"/>
                </a:lnTo>
                <a:lnTo>
                  <a:pt x="1857823" y="51445"/>
                </a:lnTo>
                <a:lnTo>
                  <a:pt x="1835639" y="52226"/>
                </a:lnTo>
                <a:lnTo>
                  <a:pt x="1813446" y="52969"/>
                </a:lnTo>
                <a:lnTo>
                  <a:pt x="1791252" y="53673"/>
                </a:lnTo>
                <a:lnTo>
                  <a:pt x="1769050" y="54340"/>
                </a:lnTo>
                <a:lnTo>
                  <a:pt x="1746856" y="54978"/>
                </a:lnTo>
                <a:lnTo>
                  <a:pt x="1724663" y="55578"/>
                </a:lnTo>
                <a:lnTo>
                  <a:pt x="1702460" y="56140"/>
                </a:lnTo>
                <a:lnTo>
                  <a:pt x="1680267" y="56683"/>
                </a:lnTo>
                <a:lnTo>
                  <a:pt x="1658064" y="57198"/>
                </a:lnTo>
                <a:lnTo>
                  <a:pt x="1635871" y="57674"/>
                </a:lnTo>
                <a:lnTo>
                  <a:pt x="1613668" y="58131"/>
                </a:lnTo>
                <a:lnTo>
                  <a:pt x="1591466" y="58560"/>
                </a:lnTo>
                <a:lnTo>
                  <a:pt x="1569263" y="58969"/>
                </a:lnTo>
                <a:lnTo>
                  <a:pt x="1547060" y="59341"/>
                </a:lnTo>
                <a:lnTo>
                  <a:pt x="1524857" y="59693"/>
                </a:lnTo>
                <a:lnTo>
                  <a:pt x="1502664" y="60027"/>
                </a:lnTo>
                <a:lnTo>
                  <a:pt x="1480461" y="60331"/>
                </a:lnTo>
                <a:lnTo>
                  <a:pt x="1458258" y="60617"/>
                </a:lnTo>
                <a:lnTo>
                  <a:pt x="1436056" y="60874"/>
                </a:lnTo>
                <a:lnTo>
                  <a:pt x="1413843" y="61103"/>
                </a:lnTo>
                <a:lnTo>
                  <a:pt x="1391641" y="61331"/>
                </a:lnTo>
                <a:lnTo>
                  <a:pt x="1369438" y="61522"/>
                </a:lnTo>
                <a:lnTo>
                  <a:pt x="1347235" y="61693"/>
                </a:lnTo>
                <a:lnTo>
                  <a:pt x="1325032" y="61855"/>
                </a:lnTo>
                <a:lnTo>
                  <a:pt x="1302830" y="61979"/>
                </a:lnTo>
                <a:lnTo>
                  <a:pt x="1280627" y="62103"/>
                </a:lnTo>
                <a:lnTo>
                  <a:pt x="1258414" y="62179"/>
                </a:lnTo>
                <a:lnTo>
                  <a:pt x="1236212" y="62255"/>
                </a:lnTo>
                <a:lnTo>
                  <a:pt x="1214009" y="62313"/>
                </a:lnTo>
                <a:lnTo>
                  <a:pt x="1191806" y="62341"/>
                </a:lnTo>
                <a:lnTo>
                  <a:pt x="1169603" y="62360"/>
                </a:lnTo>
                <a:lnTo>
                  <a:pt x="1147391" y="62341"/>
                </a:lnTo>
                <a:lnTo>
                  <a:pt x="1125188" y="62322"/>
                </a:lnTo>
                <a:lnTo>
                  <a:pt x="1102985" y="62274"/>
                </a:lnTo>
                <a:lnTo>
                  <a:pt x="1080783" y="62198"/>
                </a:lnTo>
                <a:lnTo>
                  <a:pt x="1058580" y="62122"/>
                </a:lnTo>
                <a:lnTo>
                  <a:pt x="1036368" y="61998"/>
                </a:lnTo>
                <a:lnTo>
                  <a:pt x="1014165" y="61874"/>
                </a:lnTo>
                <a:lnTo>
                  <a:pt x="991962" y="61722"/>
                </a:lnTo>
                <a:lnTo>
                  <a:pt x="969759" y="61551"/>
                </a:lnTo>
                <a:lnTo>
                  <a:pt x="947557" y="61370"/>
                </a:lnTo>
                <a:lnTo>
                  <a:pt x="925354" y="61141"/>
                </a:lnTo>
                <a:lnTo>
                  <a:pt x="903151" y="60912"/>
                </a:lnTo>
                <a:lnTo>
                  <a:pt x="880948" y="60655"/>
                </a:lnTo>
                <a:lnTo>
                  <a:pt x="858745" y="60379"/>
                </a:lnTo>
                <a:lnTo>
                  <a:pt x="836543" y="60074"/>
                </a:lnTo>
                <a:lnTo>
                  <a:pt x="814340" y="59750"/>
                </a:lnTo>
                <a:lnTo>
                  <a:pt x="792137" y="59407"/>
                </a:lnTo>
                <a:lnTo>
                  <a:pt x="769934" y="59026"/>
                </a:lnTo>
                <a:lnTo>
                  <a:pt x="747732" y="58626"/>
                </a:lnTo>
                <a:lnTo>
                  <a:pt x="725529" y="58207"/>
                </a:lnTo>
                <a:lnTo>
                  <a:pt x="703326" y="57750"/>
                </a:lnTo>
                <a:lnTo>
                  <a:pt x="681133" y="57274"/>
                </a:lnTo>
                <a:lnTo>
                  <a:pt x="658930" y="56769"/>
                </a:lnTo>
                <a:lnTo>
                  <a:pt x="636737" y="56236"/>
                </a:lnTo>
                <a:lnTo>
                  <a:pt x="614534" y="55674"/>
                </a:lnTo>
                <a:lnTo>
                  <a:pt x="592341" y="55074"/>
                </a:lnTo>
                <a:lnTo>
                  <a:pt x="570147" y="54445"/>
                </a:lnTo>
                <a:lnTo>
                  <a:pt x="547945" y="53788"/>
                </a:lnTo>
                <a:lnTo>
                  <a:pt x="525751" y="53083"/>
                </a:lnTo>
                <a:lnTo>
                  <a:pt x="503558" y="52349"/>
                </a:lnTo>
                <a:lnTo>
                  <a:pt x="481374" y="51578"/>
                </a:lnTo>
                <a:lnTo>
                  <a:pt x="459181" y="50759"/>
                </a:lnTo>
                <a:lnTo>
                  <a:pt x="436988" y="49901"/>
                </a:lnTo>
                <a:lnTo>
                  <a:pt x="414804" y="48997"/>
                </a:lnTo>
                <a:lnTo>
                  <a:pt x="392621" y="48035"/>
                </a:lnTo>
                <a:lnTo>
                  <a:pt x="370437" y="47025"/>
                </a:lnTo>
                <a:lnTo>
                  <a:pt x="348263" y="45958"/>
                </a:lnTo>
                <a:lnTo>
                  <a:pt x="326088" y="44834"/>
                </a:lnTo>
                <a:lnTo>
                  <a:pt x="303914" y="43634"/>
                </a:lnTo>
                <a:lnTo>
                  <a:pt x="281740" y="42358"/>
                </a:lnTo>
                <a:lnTo>
                  <a:pt x="259585" y="40996"/>
                </a:lnTo>
                <a:lnTo>
                  <a:pt x="237420" y="39538"/>
                </a:lnTo>
                <a:lnTo>
                  <a:pt x="215275" y="37986"/>
                </a:lnTo>
                <a:lnTo>
                  <a:pt x="193129" y="36300"/>
                </a:lnTo>
                <a:lnTo>
                  <a:pt x="171002" y="34471"/>
                </a:lnTo>
                <a:lnTo>
                  <a:pt x="148885" y="32480"/>
                </a:lnTo>
                <a:lnTo>
                  <a:pt x="126797" y="30270"/>
                </a:lnTo>
                <a:lnTo>
                  <a:pt x="104727" y="27813"/>
                </a:lnTo>
                <a:lnTo>
                  <a:pt x="82706" y="25003"/>
                </a:lnTo>
                <a:lnTo>
                  <a:pt x="60741" y="21698"/>
                </a:lnTo>
                <a:lnTo>
                  <a:pt x="38919" y="17621"/>
                </a:lnTo>
                <a:lnTo>
                  <a:pt x="17440" y="12021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50" name="funnel-step-cap-2">
            <a:extLst xmlns:a="http://schemas.openxmlformats.org/drawingml/2006/main">
              <a:ext uri="{FF2B5EF4-FFF2-40B4-BE49-F238E27FC236}">
                <a16:creationId xmlns:a16="http://schemas.microsoft.com/office/drawing/2014/main" id="{F3D03F0D-5569-417B-B284-FAFF5911B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451879" y="3629282"/>
            <a:ext cx="2335482" cy="17728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7EAC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51" name="funnel-step-body-3">
            <a:extLst xmlns:a="http://schemas.openxmlformats.org/drawingml/2006/main">
              <a:ext uri="{FF2B5EF4-FFF2-40B4-BE49-F238E27FC236}">
                <a16:creationId xmlns:a16="http://schemas.microsoft.com/office/drawing/2014/main" id="{0F20103E-CCCF-4BD7-854D-BF887F2DE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648742" y="4319588"/>
            <a:ext cx="1941690" cy="533276"/>
          </a:xfrm>
          <a:custGeom xmlns:a="http://schemas.openxmlformats.org/drawingml/2006/main">
            <a:pathLst>
              <a:path w="1941690" h="533276">
                <a:moveTo>
                  <a:pt x="0" y="0"/>
                </a:moveTo>
                <a:lnTo>
                  <a:pt x="6953" y="17688"/>
                </a:lnTo>
                <a:lnTo>
                  <a:pt x="13907" y="35366"/>
                </a:lnTo>
                <a:lnTo>
                  <a:pt x="20860" y="53054"/>
                </a:lnTo>
                <a:lnTo>
                  <a:pt x="27813" y="70742"/>
                </a:lnTo>
                <a:lnTo>
                  <a:pt x="34766" y="88430"/>
                </a:lnTo>
                <a:lnTo>
                  <a:pt x="41720" y="106109"/>
                </a:lnTo>
                <a:lnTo>
                  <a:pt x="48682" y="123796"/>
                </a:lnTo>
                <a:lnTo>
                  <a:pt x="55636" y="141484"/>
                </a:lnTo>
                <a:lnTo>
                  <a:pt x="62589" y="159172"/>
                </a:lnTo>
                <a:lnTo>
                  <a:pt x="69542" y="176851"/>
                </a:lnTo>
                <a:lnTo>
                  <a:pt x="76495" y="194539"/>
                </a:lnTo>
                <a:lnTo>
                  <a:pt x="83449" y="212227"/>
                </a:lnTo>
                <a:lnTo>
                  <a:pt x="90402" y="229914"/>
                </a:lnTo>
                <a:lnTo>
                  <a:pt x="97355" y="247593"/>
                </a:lnTo>
                <a:lnTo>
                  <a:pt x="104308" y="265281"/>
                </a:lnTo>
                <a:lnTo>
                  <a:pt x="111262" y="282969"/>
                </a:lnTo>
                <a:lnTo>
                  <a:pt x="118215" y="300647"/>
                </a:lnTo>
                <a:lnTo>
                  <a:pt x="125168" y="318335"/>
                </a:lnTo>
                <a:lnTo>
                  <a:pt x="132121" y="336023"/>
                </a:lnTo>
                <a:lnTo>
                  <a:pt x="139084" y="353711"/>
                </a:lnTo>
                <a:lnTo>
                  <a:pt x="146037" y="371389"/>
                </a:lnTo>
                <a:lnTo>
                  <a:pt x="152991" y="389077"/>
                </a:lnTo>
                <a:lnTo>
                  <a:pt x="159944" y="406765"/>
                </a:lnTo>
                <a:lnTo>
                  <a:pt x="166897" y="424453"/>
                </a:lnTo>
                <a:lnTo>
                  <a:pt x="173850" y="442131"/>
                </a:lnTo>
                <a:lnTo>
                  <a:pt x="180804" y="459819"/>
                </a:lnTo>
                <a:lnTo>
                  <a:pt x="188185" y="477117"/>
                </a:lnTo>
                <a:lnTo>
                  <a:pt x="204702" y="486251"/>
                </a:lnTo>
                <a:lnTo>
                  <a:pt x="222856" y="491814"/>
                </a:lnTo>
                <a:lnTo>
                  <a:pt x="241383" y="496033"/>
                </a:lnTo>
                <a:lnTo>
                  <a:pt x="260071" y="499491"/>
                </a:lnTo>
                <a:lnTo>
                  <a:pt x="278844" y="502463"/>
                </a:lnTo>
                <a:lnTo>
                  <a:pt x="297666" y="505063"/>
                </a:lnTo>
                <a:lnTo>
                  <a:pt x="316525" y="507378"/>
                </a:lnTo>
                <a:lnTo>
                  <a:pt x="335413" y="509483"/>
                </a:lnTo>
                <a:lnTo>
                  <a:pt x="354320" y="511388"/>
                </a:lnTo>
                <a:lnTo>
                  <a:pt x="373247" y="513140"/>
                </a:lnTo>
                <a:lnTo>
                  <a:pt x="392182" y="514760"/>
                </a:lnTo>
                <a:lnTo>
                  <a:pt x="411128" y="516245"/>
                </a:lnTo>
                <a:lnTo>
                  <a:pt x="430073" y="517646"/>
                </a:lnTo>
                <a:lnTo>
                  <a:pt x="449037" y="518932"/>
                </a:lnTo>
                <a:lnTo>
                  <a:pt x="468001" y="520141"/>
                </a:lnTo>
                <a:lnTo>
                  <a:pt x="486966" y="521275"/>
                </a:lnTo>
                <a:lnTo>
                  <a:pt x="505939" y="522332"/>
                </a:lnTo>
                <a:lnTo>
                  <a:pt x="524923" y="523313"/>
                </a:lnTo>
                <a:lnTo>
                  <a:pt x="543906" y="524237"/>
                </a:lnTo>
                <a:lnTo>
                  <a:pt x="562889" y="525104"/>
                </a:lnTo>
                <a:lnTo>
                  <a:pt x="581873" y="525913"/>
                </a:lnTo>
                <a:lnTo>
                  <a:pt x="600856" y="526675"/>
                </a:lnTo>
                <a:lnTo>
                  <a:pt x="619849" y="527380"/>
                </a:lnTo>
                <a:lnTo>
                  <a:pt x="638842" y="528037"/>
                </a:lnTo>
                <a:lnTo>
                  <a:pt x="657835" y="528647"/>
                </a:lnTo>
                <a:lnTo>
                  <a:pt x="676827" y="529219"/>
                </a:lnTo>
                <a:lnTo>
                  <a:pt x="695830" y="529752"/>
                </a:lnTo>
                <a:lnTo>
                  <a:pt x="714823" y="530238"/>
                </a:lnTo>
                <a:lnTo>
                  <a:pt x="733825" y="530685"/>
                </a:lnTo>
                <a:lnTo>
                  <a:pt x="752818" y="531095"/>
                </a:lnTo>
                <a:lnTo>
                  <a:pt x="771820" y="531466"/>
                </a:lnTo>
                <a:lnTo>
                  <a:pt x="790823" y="531800"/>
                </a:lnTo>
                <a:lnTo>
                  <a:pt x="809825" y="532095"/>
                </a:lnTo>
                <a:lnTo>
                  <a:pt x="828827" y="532362"/>
                </a:lnTo>
                <a:lnTo>
                  <a:pt x="847830" y="532590"/>
                </a:lnTo>
                <a:lnTo>
                  <a:pt x="866832" y="532790"/>
                </a:lnTo>
                <a:lnTo>
                  <a:pt x="885835" y="532952"/>
                </a:lnTo>
                <a:lnTo>
                  <a:pt x="904837" y="533076"/>
                </a:lnTo>
                <a:lnTo>
                  <a:pt x="923839" y="533181"/>
                </a:lnTo>
                <a:lnTo>
                  <a:pt x="942842" y="533238"/>
                </a:lnTo>
                <a:lnTo>
                  <a:pt x="961844" y="533276"/>
                </a:lnTo>
                <a:lnTo>
                  <a:pt x="980846" y="533276"/>
                </a:lnTo>
                <a:lnTo>
                  <a:pt x="999849" y="533238"/>
                </a:lnTo>
                <a:lnTo>
                  <a:pt x="1018851" y="533171"/>
                </a:lnTo>
                <a:lnTo>
                  <a:pt x="1037854" y="533076"/>
                </a:lnTo>
                <a:lnTo>
                  <a:pt x="1056856" y="532943"/>
                </a:lnTo>
                <a:lnTo>
                  <a:pt x="1075868" y="532781"/>
                </a:lnTo>
                <a:lnTo>
                  <a:pt x="1094870" y="532581"/>
                </a:lnTo>
                <a:lnTo>
                  <a:pt x="1113863" y="532352"/>
                </a:lnTo>
                <a:lnTo>
                  <a:pt x="1132865" y="532086"/>
                </a:lnTo>
                <a:lnTo>
                  <a:pt x="1151868" y="531781"/>
                </a:lnTo>
                <a:lnTo>
                  <a:pt x="1170870" y="531447"/>
                </a:lnTo>
                <a:lnTo>
                  <a:pt x="1189873" y="531076"/>
                </a:lnTo>
                <a:lnTo>
                  <a:pt x="1208865" y="530666"/>
                </a:lnTo>
                <a:lnTo>
                  <a:pt x="1227868" y="530209"/>
                </a:lnTo>
                <a:lnTo>
                  <a:pt x="1246861" y="529723"/>
                </a:lnTo>
                <a:lnTo>
                  <a:pt x="1265863" y="529190"/>
                </a:lnTo>
                <a:lnTo>
                  <a:pt x="1284856" y="528618"/>
                </a:lnTo>
                <a:lnTo>
                  <a:pt x="1303849" y="528009"/>
                </a:lnTo>
                <a:lnTo>
                  <a:pt x="1322842" y="527342"/>
                </a:lnTo>
                <a:lnTo>
                  <a:pt x="1341834" y="526637"/>
                </a:lnTo>
                <a:lnTo>
                  <a:pt x="1360818" y="525875"/>
                </a:lnTo>
                <a:lnTo>
                  <a:pt x="1379801" y="525066"/>
                </a:lnTo>
                <a:lnTo>
                  <a:pt x="1398784" y="524199"/>
                </a:lnTo>
                <a:lnTo>
                  <a:pt x="1417768" y="523265"/>
                </a:lnTo>
                <a:lnTo>
                  <a:pt x="1436751" y="522275"/>
                </a:lnTo>
                <a:lnTo>
                  <a:pt x="1455725" y="521218"/>
                </a:lnTo>
                <a:lnTo>
                  <a:pt x="1474689" y="520084"/>
                </a:lnTo>
                <a:lnTo>
                  <a:pt x="1493653" y="518874"/>
                </a:lnTo>
                <a:lnTo>
                  <a:pt x="1512618" y="517579"/>
                </a:lnTo>
                <a:lnTo>
                  <a:pt x="1531563" y="516179"/>
                </a:lnTo>
                <a:lnTo>
                  <a:pt x="1550508" y="514683"/>
                </a:lnTo>
                <a:lnTo>
                  <a:pt x="1569444" y="513055"/>
                </a:lnTo>
                <a:lnTo>
                  <a:pt x="1588370" y="511302"/>
                </a:lnTo>
                <a:lnTo>
                  <a:pt x="1607268" y="509378"/>
                </a:lnTo>
                <a:lnTo>
                  <a:pt x="1626156" y="507273"/>
                </a:lnTo>
                <a:lnTo>
                  <a:pt x="1645015" y="504939"/>
                </a:lnTo>
                <a:lnTo>
                  <a:pt x="1663837" y="502320"/>
                </a:lnTo>
                <a:lnTo>
                  <a:pt x="1682610" y="499339"/>
                </a:lnTo>
                <a:lnTo>
                  <a:pt x="1701289" y="495843"/>
                </a:lnTo>
                <a:lnTo>
                  <a:pt x="1719805" y="491585"/>
                </a:lnTo>
                <a:lnTo>
                  <a:pt x="1737932" y="485927"/>
                </a:lnTo>
                <a:lnTo>
                  <a:pt x="1754210" y="476441"/>
                </a:lnTo>
                <a:lnTo>
                  <a:pt x="1761306" y="458962"/>
                </a:lnTo>
                <a:lnTo>
                  <a:pt x="1768259" y="441274"/>
                </a:lnTo>
                <a:lnTo>
                  <a:pt x="1775212" y="423586"/>
                </a:lnTo>
                <a:lnTo>
                  <a:pt x="1782166" y="405898"/>
                </a:lnTo>
                <a:lnTo>
                  <a:pt x="1789119" y="388220"/>
                </a:lnTo>
                <a:lnTo>
                  <a:pt x="1796072" y="370532"/>
                </a:lnTo>
                <a:lnTo>
                  <a:pt x="1803025" y="352844"/>
                </a:lnTo>
                <a:lnTo>
                  <a:pt x="1809979" y="335166"/>
                </a:lnTo>
                <a:lnTo>
                  <a:pt x="1816932" y="317478"/>
                </a:lnTo>
                <a:lnTo>
                  <a:pt x="1823885" y="299790"/>
                </a:lnTo>
                <a:lnTo>
                  <a:pt x="1830838" y="282102"/>
                </a:lnTo>
                <a:lnTo>
                  <a:pt x="1837792" y="264424"/>
                </a:lnTo>
                <a:lnTo>
                  <a:pt x="1844745" y="246736"/>
                </a:lnTo>
                <a:lnTo>
                  <a:pt x="1851708" y="229048"/>
                </a:lnTo>
                <a:lnTo>
                  <a:pt x="1858661" y="211360"/>
                </a:lnTo>
                <a:lnTo>
                  <a:pt x="1865614" y="193681"/>
                </a:lnTo>
                <a:lnTo>
                  <a:pt x="1872567" y="175993"/>
                </a:lnTo>
                <a:lnTo>
                  <a:pt x="1879521" y="158306"/>
                </a:lnTo>
                <a:lnTo>
                  <a:pt x="1886474" y="140627"/>
                </a:lnTo>
                <a:lnTo>
                  <a:pt x="1893427" y="122939"/>
                </a:lnTo>
                <a:lnTo>
                  <a:pt x="1900380" y="105251"/>
                </a:lnTo>
                <a:lnTo>
                  <a:pt x="1907334" y="87563"/>
                </a:lnTo>
                <a:lnTo>
                  <a:pt x="1914287" y="69885"/>
                </a:lnTo>
                <a:lnTo>
                  <a:pt x="1921240" y="52197"/>
                </a:lnTo>
                <a:lnTo>
                  <a:pt x="1928193" y="34509"/>
                </a:lnTo>
                <a:lnTo>
                  <a:pt x="1935147" y="16821"/>
                </a:lnTo>
                <a:lnTo>
                  <a:pt x="1941690" y="924"/>
                </a:lnTo>
                <a:lnTo>
                  <a:pt x="1927117" y="12078"/>
                </a:lnTo>
                <a:lnTo>
                  <a:pt x="1908991" y="17736"/>
                </a:lnTo>
                <a:lnTo>
                  <a:pt x="1890436" y="21860"/>
                </a:lnTo>
                <a:lnTo>
                  <a:pt x="1871739" y="25203"/>
                </a:lnTo>
                <a:lnTo>
                  <a:pt x="1852946" y="28061"/>
                </a:lnTo>
                <a:lnTo>
                  <a:pt x="1834105" y="30556"/>
                </a:lnTo>
                <a:lnTo>
                  <a:pt x="1815236" y="32785"/>
                </a:lnTo>
                <a:lnTo>
                  <a:pt x="1796339" y="34804"/>
                </a:lnTo>
                <a:lnTo>
                  <a:pt x="1777432" y="36652"/>
                </a:lnTo>
                <a:lnTo>
                  <a:pt x="1758506" y="38357"/>
                </a:lnTo>
                <a:lnTo>
                  <a:pt x="1739560" y="39929"/>
                </a:lnTo>
                <a:lnTo>
                  <a:pt x="1720615" y="41396"/>
                </a:lnTo>
                <a:lnTo>
                  <a:pt x="1701660" y="42767"/>
                </a:lnTo>
                <a:lnTo>
                  <a:pt x="1682706" y="44053"/>
                </a:lnTo>
                <a:lnTo>
                  <a:pt x="1663741" y="45263"/>
                </a:lnTo>
                <a:lnTo>
                  <a:pt x="1644767" y="46396"/>
                </a:lnTo>
                <a:lnTo>
                  <a:pt x="1625794" y="47473"/>
                </a:lnTo>
                <a:lnTo>
                  <a:pt x="1606820" y="48492"/>
                </a:lnTo>
                <a:lnTo>
                  <a:pt x="1587837" y="49444"/>
                </a:lnTo>
                <a:lnTo>
                  <a:pt x="1568863" y="50359"/>
                </a:lnTo>
                <a:lnTo>
                  <a:pt x="1549870" y="51216"/>
                </a:lnTo>
                <a:lnTo>
                  <a:pt x="1530887" y="52035"/>
                </a:lnTo>
                <a:lnTo>
                  <a:pt x="1511903" y="52807"/>
                </a:lnTo>
                <a:lnTo>
                  <a:pt x="1492910" y="53540"/>
                </a:lnTo>
                <a:lnTo>
                  <a:pt x="1473918" y="54226"/>
                </a:lnTo>
                <a:lnTo>
                  <a:pt x="1454925" y="54883"/>
                </a:lnTo>
                <a:lnTo>
                  <a:pt x="1435932" y="55512"/>
                </a:lnTo>
                <a:lnTo>
                  <a:pt x="1416939" y="56093"/>
                </a:lnTo>
                <a:lnTo>
                  <a:pt x="1397946" y="56655"/>
                </a:lnTo>
                <a:lnTo>
                  <a:pt x="1378953" y="57179"/>
                </a:lnTo>
                <a:lnTo>
                  <a:pt x="1359951" y="57674"/>
                </a:lnTo>
                <a:lnTo>
                  <a:pt x="1340958" y="58141"/>
                </a:lnTo>
                <a:lnTo>
                  <a:pt x="1321956" y="58588"/>
                </a:lnTo>
                <a:lnTo>
                  <a:pt x="1302963" y="58998"/>
                </a:lnTo>
                <a:lnTo>
                  <a:pt x="1283960" y="59388"/>
                </a:lnTo>
                <a:lnTo>
                  <a:pt x="1264958" y="59750"/>
                </a:lnTo>
                <a:lnTo>
                  <a:pt x="1245956" y="60084"/>
                </a:lnTo>
                <a:lnTo>
                  <a:pt x="1226953" y="60389"/>
                </a:lnTo>
                <a:lnTo>
                  <a:pt x="1207961" y="60674"/>
                </a:lnTo>
                <a:lnTo>
                  <a:pt x="1188958" y="60941"/>
                </a:lnTo>
                <a:lnTo>
                  <a:pt x="1169956" y="61179"/>
                </a:lnTo>
                <a:lnTo>
                  <a:pt x="1150953" y="61398"/>
                </a:lnTo>
                <a:lnTo>
                  <a:pt x="1131951" y="61598"/>
                </a:lnTo>
                <a:lnTo>
                  <a:pt x="1112949" y="61760"/>
                </a:lnTo>
                <a:lnTo>
                  <a:pt x="1093946" y="61913"/>
                </a:lnTo>
                <a:lnTo>
                  <a:pt x="1074934" y="62046"/>
                </a:lnTo>
                <a:lnTo>
                  <a:pt x="1055932" y="62151"/>
                </a:lnTo>
                <a:lnTo>
                  <a:pt x="1036930" y="62236"/>
                </a:lnTo>
                <a:lnTo>
                  <a:pt x="1017927" y="62303"/>
                </a:lnTo>
                <a:lnTo>
                  <a:pt x="998925" y="62341"/>
                </a:lnTo>
                <a:lnTo>
                  <a:pt x="979922" y="62360"/>
                </a:lnTo>
                <a:lnTo>
                  <a:pt x="960920" y="62360"/>
                </a:lnTo>
                <a:lnTo>
                  <a:pt x="941918" y="62341"/>
                </a:lnTo>
                <a:lnTo>
                  <a:pt x="922915" y="62294"/>
                </a:lnTo>
                <a:lnTo>
                  <a:pt x="903913" y="62227"/>
                </a:lnTo>
                <a:lnTo>
                  <a:pt x="884911" y="62141"/>
                </a:lnTo>
                <a:lnTo>
                  <a:pt x="865899" y="62036"/>
                </a:lnTo>
                <a:lnTo>
                  <a:pt x="846896" y="61903"/>
                </a:lnTo>
                <a:lnTo>
                  <a:pt x="827894" y="61760"/>
                </a:lnTo>
                <a:lnTo>
                  <a:pt x="808892" y="61589"/>
                </a:lnTo>
                <a:lnTo>
                  <a:pt x="789889" y="61389"/>
                </a:lnTo>
                <a:lnTo>
                  <a:pt x="770887" y="61170"/>
                </a:lnTo>
                <a:lnTo>
                  <a:pt x="751884" y="60931"/>
                </a:lnTo>
                <a:lnTo>
                  <a:pt x="732882" y="60665"/>
                </a:lnTo>
                <a:lnTo>
                  <a:pt x="713889" y="60379"/>
                </a:lnTo>
                <a:lnTo>
                  <a:pt x="694887" y="60065"/>
                </a:lnTo>
                <a:lnTo>
                  <a:pt x="675884" y="59731"/>
                </a:lnTo>
                <a:lnTo>
                  <a:pt x="656882" y="59369"/>
                </a:lnTo>
                <a:lnTo>
                  <a:pt x="637889" y="58979"/>
                </a:lnTo>
                <a:lnTo>
                  <a:pt x="618887" y="58569"/>
                </a:lnTo>
                <a:lnTo>
                  <a:pt x="599885" y="58122"/>
                </a:lnTo>
                <a:lnTo>
                  <a:pt x="580892" y="57655"/>
                </a:lnTo>
                <a:lnTo>
                  <a:pt x="561889" y="57160"/>
                </a:lnTo>
                <a:lnTo>
                  <a:pt x="542896" y="56626"/>
                </a:lnTo>
                <a:lnTo>
                  <a:pt x="523904" y="56074"/>
                </a:lnTo>
                <a:lnTo>
                  <a:pt x="504911" y="55483"/>
                </a:lnTo>
                <a:lnTo>
                  <a:pt x="485918" y="54854"/>
                </a:lnTo>
                <a:lnTo>
                  <a:pt x="466925" y="54197"/>
                </a:lnTo>
                <a:lnTo>
                  <a:pt x="447932" y="53502"/>
                </a:lnTo>
                <a:lnTo>
                  <a:pt x="428939" y="52769"/>
                </a:lnTo>
                <a:lnTo>
                  <a:pt x="409956" y="51997"/>
                </a:lnTo>
                <a:lnTo>
                  <a:pt x="390973" y="51178"/>
                </a:lnTo>
                <a:lnTo>
                  <a:pt x="371989" y="50311"/>
                </a:lnTo>
                <a:lnTo>
                  <a:pt x="353006" y="49406"/>
                </a:lnTo>
                <a:lnTo>
                  <a:pt x="334023" y="48435"/>
                </a:lnTo>
                <a:lnTo>
                  <a:pt x="315049" y="47425"/>
                </a:lnTo>
                <a:lnTo>
                  <a:pt x="296075" y="46349"/>
                </a:lnTo>
                <a:lnTo>
                  <a:pt x="277111" y="45206"/>
                </a:lnTo>
                <a:lnTo>
                  <a:pt x="258147" y="43996"/>
                </a:lnTo>
                <a:lnTo>
                  <a:pt x="239182" y="42710"/>
                </a:lnTo>
                <a:lnTo>
                  <a:pt x="220228" y="41329"/>
                </a:lnTo>
                <a:lnTo>
                  <a:pt x="201282" y="39853"/>
                </a:lnTo>
                <a:lnTo>
                  <a:pt x="182347" y="38271"/>
                </a:lnTo>
                <a:lnTo>
                  <a:pt x="163420" y="36566"/>
                </a:lnTo>
                <a:lnTo>
                  <a:pt x="144504" y="34719"/>
                </a:lnTo>
                <a:lnTo>
                  <a:pt x="125616" y="32680"/>
                </a:lnTo>
                <a:lnTo>
                  <a:pt x="106737" y="30442"/>
                </a:lnTo>
                <a:lnTo>
                  <a:pt x="87906" y="27927"/>
                </a:lnTo>
                <a:lnTo>
                  <a:pt x="69123" y="25060"/>
                </a:lnTo>
                <a:lnTo>
                  <a:pt x="50416" y="21679"/>
                </a:lnTo>
                <a:lnTo>
                  <a:pt x="31880" y="17497"/>
                </a:lnTo>
                <a:lnTo>
                  <a:pt x="13792" y="11735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52" name="funnel-step-cap-3">
            <a:extLst xmlns:a="http://schemas.openxmlformats.org/drawingml/2006/main">
              <a:ext uri="{FF2B5EF4-FFF2-40B4-BE49-F238E27FC236}">
                <a16:creationId xmlns:a16="http://schemas.microsoft.com/office/drawing/2014/main" id="{B8537943-0EA2-4599-972C-91B1E2353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648751" y="4230938"/>
            <a:ext cx="1941747" cy="17728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7EAC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53" name="funnel-step-body-4">
            <a:extLst xmlns:a="http://schemas.openxmlformats.org/drawingml/2006/main">
              <a:ext uri="{FF2B5EF4-FFF2-40B4-BE49-F238E27FC236}">
                <a16:creationId xmlns:a16="http://schemas.microsoft.com/office/drawing/2014/main" id="{FFE6A4DA-39F8-4A39-8E96-7A78DF1FA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833908" y="4921282"/>
            <a:ext cx="1569682" cy="533210"/>
          </a:xfrm>
          <a:custGeom xmlns:a="http://schemas.openxmlformats.org/drawingml/2006/main">
            <a:pathLst>
              <a:path w="1569682" h="533210">
                <a:moveTo>
                  <a:pt x="0" y="0"/>
                </a:moveTo>
                <a:lnTo>
                  <a:pt x="6677" y="17783"/>
                </a:lnTo>
                <a:lnTo>
                  <a:pt x="13364" y="35557"/>
                </a:lnTo>
                <a:lnTo>
                  <a:pt x="20041" y="53340"/>
                </a:lnTo>
                <a:lnTo>
                  <a:pt x="26727" y="71114"/>
                </a:lnTo>
                <a:lnTo>
                  <a:pt x="33404" y="88897"/>
                </a:lnTo>
                <a:lnTo>
                  <a:pt x="40091" y="106680"/>
                </a:lnTo>
                <a:lnTo>
                  <a:pt x="46768" y="124454"/>
                </a:lnTo>
                <a:lnTo>
                  <a:pt x="53454" y="142237"/>
                </a:lnTo>
                <a:lnTo>
                  <a:pt x="60131" y="160010"/>
                </a:lnTo>
                <a:lnTo>
                  <a:pt x="66818" y="177794"/>
                </a:lnTo>
                <a:lnTo>
                  <a:pt x="73495" y="195577"/>
                </a:lnTo>
                <a:lnTo>
                  <a:pt x="80181" y="213350"/>
                </a:lnTo>
                <a:lnTo>
                  <a:pt x="86858" y="231134"/>
                </a:lnTo>
                <a:lnTo>
                  <a:pt x="93545" y="248907"/>
                </a:lnTo>
                <a:lnTo>
                  <a:pt x="100222" y="266690"/>
                </a:lnTo>
                <a:lnTo>
                  <a:pt x="106909" y="284474"/>
                </a:lnTo>
                <a:lnTo>
                  <a:pt x="113586" y="302247"/>
                </a:lnTo>
                <a:lnTo>
                  <a:pt x="120272" y="320030"/>
                </a:lnTo>
                <a:lnTo>
                  <a:pt x="126949" y="337814"/>
                </a:lnTo>
                <a:lnTo>
                  <a:pt x="133636" y="355587"/>
                </a:lnTo>
                <a:lnTo>
                  <a:pt x="140313" y="373370"/>
                </a:lnTo>
                <a:lnTo>
                  <a:pt x="146999" y="391144"/>
                </a:lnTo>
                <a:lnTo>
                  <a:pt x="153676" y="408927"/>
                </a:lnTo>
                <a:lnTo>
                  <a:pt x="160363" y="426710"/>
                </a:lnTo>
                <a:lnTo>
                  <a:pt x="167040" y="444484"/>
                </a:lnTo>
                <a:lnTo>
                  <a:pt x="173726" y="462267"/>
                </a:lnTo>
                <a:lnTo>
                  <a:pt x="181337" y="479327"/>
                </a:lnTo>
                <a:lnTo>
                  <a:pt x="197739" y="488709"/>
                </a:lnTo>
                <a:lnTo>
                  <a:pt x="215751" y="494709"/>
                </a:lnTo>
                <a:lnTo>
                  <a:pt x="234182" y="499281"/>
                </a:lnTo>
                <a:lnTo>
                  <a:pt x="252803" y="503034"/>
                </a:lnTo>
                <a:lnTo>
                  <a:pt x="271520" y="506225"/>
                </a:lnTo>
                <a:lnTo>
                  <a:pt x="290312" y="509006"/>
                </a:lnTo>
                <a:lnTo>
                  <a:pt x="309143" y="511483"/>
                </a:lnTo>
                <a:lnTo>
                  <a:pt x="328003" y="513693"/>
                </a:lnTo>
                <a:lnTo>
                  <a:pt x="346891" y="515693"/>
                </a:lnTo>
                <a:lnTo>
                  <a:pt x="365798" y="517503"/>
                </a:lnTo>
                <a:lnTo>
                  <a:pt x="384724" y="519160"/>
                </a:lnTo>
                <a:lnTo>
                  <a:pt x="403650" y="520675"/>
                </a:lnTo>
                <a:lnTo>
                  <a:pt x="422596" y="522065"/>
                </a:lnTo>
                <a:lnTo>
                  <a:pt x="441550" y="523342"/>
                </a:lnTo>
                <a:lnTo>
                  <a:pt x="460505" y="524513"/>
                </a:lnTo>
                <a:lnTo>
                  <a:pt x="479469" y="525590"/>
                </a:lnTo>
                <a:lnTo>
                  <a:pt x="498434" y="526580"/>
                </a:lnTo>
                <a:lnTo>
                  <a:pt x="517408" y="527485"/>
                </a:lnTo>
                <a:lnTo>
                  <a:pt x="536381" y="528314"/>
                </a:lnTo>
                <a:lnTo>
                  <a:pt x="555365" y="529057"/>
                </a:lnTo>
                <a:lnTo>
                  <a:pt x="574338" y="529742"/>
                </a:lnTo>
                <a:lnTo>
                  <a:pt x="593331" y="530352"/>
                </a:lnTo>
                <a:lnTo>
                  <a:pt x="612315" y="530904"/>
                </a:lnTo>
                <a:lnTo>
                  <a:pt x="631298" y="531390"/>
                </a:lnTo>
                <a:lnTo>
                  <a:pt x="650291" y="531809"/>
                </a:lnTo>
                <a:lnTo>
                  <a:pt x="669274" y="532181"/>
                </a:lnTo>
                <a:lnTo>
                  <a:pt x="688267" y="532495"/>
                </a:lnTo>
                <a:lnTo>
                  <a:pt x="707260" y="532743"/>
                </a:lnTo>
                <a:lnTo>
                  <a:pt x="726253" y="532943"/>
                </a:lnTo>
                <a:lnTo>
                  <a:pt x="745246" y="533086"/>
                </a:lnTo>
                <a:lnTo>
                  <a:pt x="764238" y="533171"/>
                </a:lnTo>
                <a:lnTo>
                  <a:pt x="783231" y="533210"/>
                </a:lnTo>
                <a:lnTo>
                  <a:pt x="802224" y="533190"/>
                </a:lnTo>
                <a:lnTo>
                  <a:pt x="821217" y="533114"/>
                </a:lnTo>
                <a:lnTo>
                  <a:pt x="840210" y="532981"/>
                </a:lnTo>
                <a:lnTo>
                  <a:pt x="859203" y="532800"/>
                </a:lnTo>
                <a:lnTo>
                  <a:pt x="878195" y="532562"/>
                </a:lnTo>
                <a:lnTo>
                  <a:pt x="897188" y="532267"/>
                </a:lnTo>
                <a:lnTo>
                  <a:pt x="916181" y="531914"/>
                </a:lnTo>
                <a:lnTo>
                  <a:pt x="935165" y="531505"/>
                </a:lnTo>
                <a:lnTo>
                  <a:pt x="954157" y="531038"/>
                </a:lnTo>
                <a:lnTo>
                  <a:pt x="973141" y="530504"/>
                </a:lnTo>
                <a:lnTo>
                  <a:pt x="992124" y="529904"/>
                </a:lnTo>
                <a:lnTo>
                  <a:pt x="1011107" y="529247"/>
                </a:lnTo>
                <a:lnTo>
                  <a:pt x="1030091" y="528514"/>
                </a:lnTo>
                <a:lnTo>
                  <a:pt x="1049064" y="527704"/>
                </a:lnTo>
                <a:lnTo>
                  <a:pt x="1068038" y="526818"/>
                </a:lnTo>
                <a:lnTo>
                  <a:pt x="1087003" y="525856"/>
                </a:lnTo>
                <a:lnTo>
                  <a:pt x="1105967" y="524799"/>
                </a:lnTo>
                <a:lnTo>
                  <a:pt x="1124931" y="523665"/>
                </a:lnTo>
                <a:lnTo>
                  <a:pt x="1143876" y="522408"/>
                </a:lnTo>
                <a:lnTo>
                  <a:pt x="1162822" y="521046"/>
                </a:lnTo>
                <a:lnTo>
                  <a:pt x="1181757" y="519570"/>
                </a:lnTo>
                <a:lnTo>
                  <a:pt x="1200683" y="517950"/>
                </a:lnTo>
                <a:lnTo>
                  <a:pt x="1219591" y="516179"/>
                </a:lnTo>
                <a:lnTo>
                  <a:pt x="1238488" y="514236"/>
                </a:lnTo>
                <a:lnTo>
                  <a:pt x="1257357" y="512083"/>
                </a:lnTo>
                <a:lnTo>
                  <a:pt x="1276198" y="509683"/>
                </a:lnTo>
                <a:lnTo>
                  <a:pt x="1295000" y="506987"/>
                </a:lnTo>
                <a:lnTo>
                  <a:pt x="1313745" y="503911"/>
                </a:lnTo>
                <a:lnTo>
                  <a:pt x="1332395" y="500329"/>
                </a:lnTo>
                <a:lnTo>
                  <a:pt x="1350893" y="496005"/>
                </a:lnTo>
                <a:lnTo>
                  <a:pt x="1369057" y="490480"/>
                </a:lnTo>
                <a:lnTo>
                  <a:pt x="1386183" y="482384"/>
                </a:lnTo>
                <a:lnTo>
                  <a:pt x="1395965" y="466916"/>
                </a:lnTo>
                <a:lnTo>
                  <a:pt x="1402642" y="449132"/>
                </a:lnTo>
                <a:lnTo>
                  <a:pt x="1409329" y="431359"/>
                </a:lnTo>
                <a:lnTo>
                  <a:pt x="1416006" y="413576"/>
                </a:lnTo>
                <a:lnTo>
                  <a:pt x="1422692" y="395802"/>
                </a:lnTo>
                <a:lnTo>
                  <a:pt x="1429369" y="378019"/>
                </a:lnTo>
                <a:lnTo>
                  <a:pt x="1436056" y="360236"/>
                </a:lnTo>
                <a:lnTo>
                  <a:pt x="1442733" y="342462"/>
                </a:lnTo>
                <a:lnTo>
                  <a:pt x="1449419" y="324679"/>
                </a:lnTo>
                <a:lnTo>
                  <a:pt x="1456096" y="306905"/>
                </a:lnTo>
                <a:lnTo>
                  <a:pt x="1462783" y="289122"/>
                </a:lnTo>
                <a:lnTo>
                  <a:pt x="1469460" y="271339"/>
                </a:lnTo>
                <a:lnTo>
                  <a:pt x="1476146" y="253565"/>
                </a:lnTo>
                <a:lnTo>
                  <a:pt x="1482823" y="235782"/>
                </a:lnTo>
                <a:lnTo>
                  <a:pt x="1489510" y="218008"/>
                </a:lnTo>
                <a:lnTo>
                  <a:pt x="1496187" y="200225"/>
                </a:lnTo>
                <a:lnTo>
                  <a:pt x="1502874" y="182442"/>
                </a:lnTo>
                <a:lnTo>
                  <a:pt x="1509551" y="164668"/>
                </a:lnTo>
                <a:lnTo>
                  <a:pt x="1516237" y="146885"/>
                </a:lnTo>
                <a:lnTo>
                  <a:pt x="1522914" y="129111"/>
                </a:lnTo>
                <a:lnTo>
                  <a:pt x="1529601" y="111328"/>
                </a:lnTo>
                <a:lnTo>
                  <a:pt x="1536278" y="93545"/>
                </a:lnTo>
                <a:lnTo>
                  <a:pt x="1542964" y="75771"/>
                </a:lnTo>
                <a:lnTo>
                  <a:pt x="1549641" y="57988"/>
                </a:lnTo>
                <a:lnTo>
                  <a:pt x="1556318" y="40215"/>
                </a:lnTo>
                <a:lnTo>
                  <a:pt x="1563005" y="22431"/>
                </a:lnTo>
                <a:lnTo>
                  <a:pt x="1569682" y="4648"/>
                </a:lnTo>
                <a:lnTo>
                  <a:pt x="1562852" y="10325"/>
                </a:lnTo>
                <a:lnTo>
                  <a:pt x="1545336" y="17574"/>
                </a:lnTo>
                <a:lnTo>
                  <a:pt x="1527000" y="22527"/>
                </a:lnTo>
                <a:lnTo>
                  <a:pt x="1508417" y="26422"/>
                </a:lnTo>
                <a:lnTo>
                  <a:pt x="1489700" y="29670"/>
                </a:lnTo>
                <a:lnTo>
                  <a:pt x="1470917" y="32490"/>
                </a:lnTo>
                <a:lnTo>
                  <a:pt x="1452086" y="34976"/>
                </a:lnTo>
                <a:lnTo>
                  <a:pt x="1433227" y="37205"/>
                </a:lnTo>
                <a:lnTo>
                  <a:pt x="1414339" y="39233"/>
                </a:lnTo>
                <a:lnTo>
                  <a:pt x="1395441" y="41081"/>
                </a:lnTo>
                <a:lnTo>
                  <a:pt x="1376524" y="42777"/>
                </a:lnTo>
                <a:lnTo>
                  <a:pt x="1357589" y="44339"/>
                </a:lnTo>
                <a:lnTo>
                  <a:pt x="1338653" y="45796"/>
                </a:lnTo>
                <a:lnTo>
                  <a:pt x="1319708" y="47149"/>
                </a:lnTo>
                <a:lnTo>
                  <a:pt x="1300753" y="48406"/>
                </a:lnTo>
                <a:lnTo>
                  <a:pt x="1281798" y="49587"/>
                </a:lnTo>
                <a:lnTo>
                  <a:pt x="1262844" y="50683"/>
                </a:lnTo>
                <a:lnTo>
                  <a:pt x="1243870" y="51711"/>
                </a:lnTo>
                <a:lnTo>
                  <a:pt x="1224905" y="52673"/>
                </a:lnTo>
                <a:lnTo>
                  <a:pt x="1205932" y="53578"/>
                </a:lnTo>
                <a:lnTo>
                  <a:pt x="1186958" y="54426"/>
                </a:lnTo>
                <a:lnTo>
                  <a:pt x="1167984" y="55207"/>
                </a:lnTo>
                <a:lnTo>
                  <a:pt x="1149001" y="55950"/>
                </a:lnTo>
                <a:lnTo>
                  <a:pt x="1130017" y="56636"/>
                </a:lnTo>
                <a:lnTo>
                  <a:pt x="1111034" y="57283"/>
                </a:lnTo>
                <a:lnTo>
                  <a:pt x="1092051" y="57874"/>
                </a:lnTo>
                <a:lnTo>
                  <a:pt x="1073067" y="58436"/>
                </a:lnTo>
                <a:lnTo>
                  <a:pt x="1054084" y="58941"/>
                </a:lnTo>
                <a:lnTo>
                  <a:pt x="1035091" y="59417"/>
                </a:lnTo>
                <a:lnTo>
                  <a:pt x="1016108" y="59846"/>
                </a:lnTo>
                <a:lnTo>
                  <a:pt x="997115" y="60246"/>
                </a:lnTo>
                <a:lnTo>
                  <a:pt x="978122" y="60598"/>
                </a:lnTo>
                <a:lnTo>
                  <a:pt x="959139" y="60922"/>
                </a:lnTo>
                <a:lnTo>
                  <a:pt x="940146" y="61208"/>
                </a:lnTo>
                <a:lnTo>
                  <a:pt x="921153" y="61455"/>
                </a:lnTo>
                <a:lnTo>
                  <a:pt x="902160" y="61674"/>
                </a:lnTo>
                <a:lnTo>
                  <a:pt x="883168" y="61865"/>
                </a:lnTo>
                <a:lnTo>
                  <a:pt x="864175" y="62017"/>
                </a:lnTo>
                <a:lnTo>
                  <a:pt x="845182" y="62132"/>
                </a:lnTo>
                <a:lnTo>
                  <a:pt x="826189" y="62217"/>
                </a:lnTo>
                <a:lnTo>
                  <a:pt x="807196" y="62274"/>
                </a:lnTo>
                <a:lnTo>
                  <a:pt x="788203" y="62294"/>
                </a:lnTo>
                <a:lnTo>
                  <a:pt x="769210" y="62284"/>
                </a:lnTo>
                <a:lnTo>
                  <a:pt x="750218" y="62236"/>
                </a:lnTo>
                <a:lnTo>
                  <a:pt x="731225" y="62160"/>
                </a:lnTo>
                <a:lnTo>
                  <a:pt x="712232" y="62055"/>
                </a:lnTo>
                <a:lnTo>
                  <a:pt x="693239" y="61913"/>
                </a:lnTo>
                <a:lnTo>
                  <a:pt x="674246" y="61732"/>
                </a:lnTo>
                <a:lnTo>
                  <a:pt x="655253" y="61522"/>
                </a:lnTo>
                <a:lnTo>
                  <a:pt x="636260" y="61274"/>
                </a:lnTo>
                <a:lnTo>
                  <a:pt x="617268" y="60998"/>
                </a:lnTo>
                <a:lnTo>
                  <a:pt x="598275" y="60684"/>
                </a:lnTo>
                <a:lnTo>
                  <a:pt x="579282" y="60341"/>
                </a:lnTo>
                <a:lnTo>
                  <a:pt x="560299" y="59950"/>
                </a:lnTo>
                <a:lnTo>
                  <a:pt x="541306" y="59531"/>
                </a:lnTo>
                <a:lnTo>
                  <a:pt x="522322" y="59065"/>
                </a:lnTo>
                <a:lnTo>
                  <a:pt x="503330" y="58569"/>
                </a:lnTo>
                <a:lnTo>
                  <a:pt x="484346" y="58026"/>
                </a:lnTo>
                <a:lnTo>
                  <a:pt x="465363" y="57436"/>
                </a:lnTo>
                <a:lnTo>
                  <a:pt x="446380" y="56817"/>
                </a:lnTo>
                <a:lnTo>
                  <a:pt x="427396" y="56131"/>
                </a:lnTo>
                <a:lnTo>
                  <a:pt x="408422" y="55407"/>
                </a:lnTo>
                <a:lnTo>
                  <a:pt x="389439" y="54635"/>
                </a:lnTo>
                <a:lnTo>
                  <a:pt x="370465" y="53807"/>
                </a:lnTo>
                <a:lnTo>
                  <a:pt x="351492" y="52921"/>
                </a:lnTo>
                <a:lnTo>
                  <a:pt x="332527" y="51978"/>
                </a:lnTo>
                <a:lnTo>
                  <a:pt x="313553" y="50959"/>
                </a:lnTo>
                <a:lnTo>
                  <a:pt x="294589" y="49873"/>
                </a:lnTo>
                <a:lnTo>
                  <a:pt x="275634" y="48720"/>
                </a:lnTo>
                <a:lnTo>
                  <a:pt x="256680" y="47482"/>
                </a:lnTo>
                <a:lnTo>
                  <a:pt x="237734" y="46158"/>
                </a:lnTo>
                <a:lnTo>
                  <a:pt x="218799" y="44739"/>
                </a:lnTo>
                <a:lnTo>
                  <a:pt x="199863" y="43196"/>
                </a:lnTo>
                <a:lnTo>
                  <a:pt x="180946" y="41539"/>
                </a:lnTo>
                <a:lnTo>
                  <a:pt x="162039" y="39729"/>
                </a:lnTo>
                <a:lnTo>
                  <a:pt x="143142" y="37757"/>
                </a:lnTo>
                <a:lnTo>
                  <a:pt x="124273" y="35585"/>
                </a:lnTo>
                <a:lnTo>
                  <a:pt x="105442" y="33166"/>
                </a:lnTo>
                <a:lnTo>
                  <a:pt x="86639" y="30442"/>
                </a:lnTo>
                <a:lnTo>
                  <a:pt x="67904" y="27318"/>
                </a:lnTo>
                <a:lnTo>
                  <a:pt x="49282" y="23622"/>
                </a:lnTo>
                <a:lnTo>
                  <a:pt x="30851" y="19012"/>
                </a:lnTo>
                <a:lnTo>
                  <a:pt x="12992" y="12611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78A8D5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54" name="funnel-step-cap-4">
            <a:extLst xmlns:a="http://schemas.openxmlformats.org/drawingml/2006/main">
              <a:ext uri="{FF2B5EF4-FFF2-40B4-BE49-F238E27FC236}">
                <a16:creationId xmlns:a16="http://schemas.microsoft.com/office/drawing/2014/main" id="{6DD025E0-485A-43C3-B0A3-36AA093C4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833917" y="4832604"/>
            <a:ext cx="1571406" cy="17728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8A8D5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55" name="funnel-step-body-5">
            <a:extLst xmlns:a="http://schemas.openxmlformats.org/drawingml/2006/main">
              <a:ext uri="{FF2B5EF4-FFF2-40B4-BE49-F238E27FC236}">
                <a16:creationId xmlns:a16="http://schemas.microsoft.com/office/drawing/2014/main" id="{891C8C1D-C320-4B35-8904-23DDAC36B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10882" y="5522881"/>
            <a:ext cx="1214199" cy="533276"/>
          </a:xfrm>
          <a:custGeom xmlns:a="http://schemas.openxmlformats.org/drawingml/2006/main">
            <a:pathLst>
              <a:path w="1214199" h="533276">
                <a:moveTo>
                  <a:pt x="0" y="0"/>
                </a:moveTo>
                <a:lnTo>
                  <a:pt x="6458" y="17821"/>
                </a:lnTo>
                <a:lnTo>
                  <a:pt x="12906" y="35633"/>
                </a:lnTo>
                <a:lnTo>
                  <a:pt x="19364" y="53454"/>
                </a:lnTo>
                <a:lnTo>
                  <a:pt x="25822" y="71276"/>
                </a:lnTo>
                <a:lnTo>
                  <a:pt x="32271" y="89097"/>
                </a:lnTo>
                <a:lnTo>
                  <a:pt x="38729" y="106909"/>
                </a:lnTo>
                <a:lnTo>
                  <a:pt x="45187" y="124730"/>
                </a:lnTo>
                <a:lnTo>
                  <a:pt x="51635" y="142551"/>
                </a:lnTo>
                <a:lnTo>
                  <a:pt x="58093" y="160372"/>
                </a:lnTo>
                <a:lnTo>
                  <a:pt x="64551" y="178184"/>
                </a:lnTo>
                <a:lnTo>
                  <a:pt x="71009" y="196005"/>
                </a:lnTo>
                <a:lnTo>
                  <a:pt x="77457" y="213827"/>
                </a:lnTo>
                <a:lnTo>
                  <a:pt x="83915" y="231638"/>
                </a:lnTo>
                <a:lnTo>
                  <a:pt x="90373" y="249460"/>
                </a:lnTo>
                <a:lnTo>
                  <a:pt x="96822" y="267281"/>
                </a:lnTo>
                <a:lnTo>
                  <a:pt x="103280" y="285102"/>
                </a:lnTo>
                <a:lnTo>
                  <a:pt x="109738" y="302914"/>
                </a:lnTo>
                <a:lnTo>
                  <a:pt x="116186" y="320735"/>
                </a:lnTo>
                <a:lnTo>
                  <a:pt x="122644" y="338557"/>
                </a:lnTo>
                <a:lnTo>
                  <a:pt x="129102" y="356378"/>
                </a:lnTo>
                <a:lnTo>
                  <a:pt x="135550" y="374190"/>
                </a:lnTo>
                <a:lnTo>
                  <a:pt x="142008" y="392011"/>
                </a:lnTo>
                <a:lnTo>
                  <a:pt x="148466" y="409832"/>
                </a:lnTo>
                <a:lnTo>
                  <a:pt x="154915" y="427644"/>
                </a:lnTo>
                <a:lnTo>
                  <a:pt x="161373" y="445465"/>
                </a:lnTo>
                <a:lnTo>
                  <a:pt x="167831" y="463286"/>
                </a:lnTo>
                <a:lnTo>
                  <a:pt x="174812" y="480632"/>
                </a:lnTo>
                <a:lnTo>
                  <a:pt x="190376" y="491233"/>
                </a:lnTo>
                <a:lnTo>
                  <a:pt x="208016" y="498129"/>
                </a:lnTo>
                <a:lnTo>
                  <a:pt x="226228" y="503339"/>
                </a:lnTo>
                <a:lnTo>
                  <a:pt x="244707" y="507559"/>
                </a:lnTo>
                <a:lnTo>
                  <a:pt x="263319" y="511111"/>
                </a:lnTo>
                <a:lnTo>
                  <a:pt x="282026" y="514159"/>
                </a:lnTo>
                <a:lnTo>
                  <a:pt x="300790" y="516817"/>
                </a:lnTo>
                <a:lnTo>
                  <a:pt x="319602" y="519151"/>
                </a:lnTo>
                <a:lnTo>
                  <a:pt x="338433" y="521227"/>
                </a:lnTo>
                <a:lnTo>
                  <a:pt x="357302" y="523065"/>
                </a:lnTo>
                <a:lnTo>
                  <a:pt x="376180" y="524704"/>
                </a:lnTo>
                <a:lnTo>
                  <a:pt x="395078" y="526151"/>
                </a:lnTo>
                <a:lnTo>
                  <a:pt x="413985" y="527437"/>
                </a:lnTo>
                <a:lnTo>
                  <a:pt x="432902" y="528580"/>
                </a:lnTo>
                <a:lnTo>
                  <a:pt x="451828" y="529580"/>
                </a:lnTo>
                <a:lnTo>
                  <a:pt x="470754" y="530447"/>
                </a:lnTo>
                <a:lnTo>
                  <a:pt x="489699" y="531181"/>
                </a:lnTo>
                <a:lnTo>
                  <a:pt x="508635" y="531809"/>
                </a:lnTo>
                <a:lnTo>
                  <a:pt x="527580" y="532324"/>
                </a:lnTo>
                <a:lnTo>
                  <a:pt x="546525" y="532714"/>
                </a:lnTo>
                <a:lnTo>
                  <a:pt x="565480" y="533009"/>
                </a:lnTo>
                <a:lnTo>
                  <a:pt x="584425" y="533190"/>
                </a:lnTo>
                <a:lnTo>
                  <a:pt x="603380" y="533276"/>
                </a:lnTo>
                <a:lnTo>
                  <a:pt x="622335" y="533248"/>
                </a:lnTo>
                <a:lnTo>
                  <a:pt x="641280" y="533124"/>
                </a:lnTo>
                <a:lnTo>
                  <a:pt x="660235" y="532895"/>
                </a:lnTo>
                <a:lnTo>
                  <a:pt x="679180" y="532562"/>
                </a:lnTo>
                <a:lnTo>
                  <a:pt x="698125" y="532114"/>
                </a:lnTo>
                <a:lnTo>
                  <a:pt x="717071" y="531552"/>
                </a:lnTo>
                <a:lnTo>
                  <a:pt x="736016" y="530876"/>
                </a:lnTo>
                <a:lnTo>
                  <a:pt x="754952" y="530085"/>
                </a:lnTo>
                <a:lnTo>
                  <a:pt x="773878" y="529161"/>
                </a:lnTo>
                <a:lnTo>
                  <a:pt x="792804" y="528104"/>
                </a:lnTo>
                <a:lnTo>
                  <a:pt x="811711" y="526904"/>
                </a:lnTo>
                <a:lnTo>
                  <a:pt x="830618" y="525542"/>
                </a:lnTo>
                <a:lnTo>
                  <a:pt x="849506" y="524008"/>
                </a:lnTo>
                <a:lnTo>
                  <a:pt x="868375" y="522294"/>
                </a:lnTo>
                <a:lnTo>
                  <a:pt x="887235" y="520360"/>
                </a:lnTo>
                <a:lnTo>
                  <a:pt x="906056" y="518170"/>
                </a:lnTo>
                <a:lnTo>
                  <a:pt x="924849" y="515712"/>
                </a:lnTo>
                <a:lnTo>
                  <a:pt x="943585" y="512893"/>
                </a:lnTo>
                <a:lnTo>
                  <a:pt x="962263" y="509635"/>
                </a:lnTo>
                <a:lnTo>
                  <a:pt x="980818" y="505825"/>
                </a:lnTo>
                <a:lnTo>
                  <a:pt x="999201" y="501225"/>
                </a:lnTo>
                <a:lnTo>
                  <a:pt x="1017232" y="495405"/>
                </a:lnTo>
                <a:lnTo>
                  <a:pt x="1034348" y="487318"/>
                </a:lnTo>
                <a:lnTo>
                  <a:pt x="1046607" y="473507"/>
                </a:lnTo>
                <a:lnTo>
                  <a:pt x="1052455" y="455552"/>
                </a:lnTo>
                <a:lnTo>
                  <a:pt x="1058913" y="437731"/>
                </a:lnTo>
                <a:lnTo>
                  <a:pt x="1065371" y="419910"/>
                </a:lnTo>
                <a:lnTo>
                  <a:pt x="1071820" y="402098"/>
                </a:lnTo>
                <a:lnTo>
                  <a:pt x="1078278" y="384277"/>
                </a:lnTo>
                <a:lnTo>
                  <a:pt x="1084736" y="366455"/>
                </a:lnTo>
                <a:lnTo>
                  <a:pt x="1091194" y="348634"/>
                </a:lnTo>
                <a:lnTo>
                  <a:pt x="1097642" y="330822"/>
                </a:lnTo>
                <a:lnTo>
                  <a:pt x="1104100" y="313001"/>
                </a:lnTo>
                <a:lnTo>
                  <a:pt x="1110558" y="295180"/>
                </a:lnTo>
                <a:lnTo>
                  <a:pt x="1117006" y="277358"/>
                </a:lnTo>
                <a:lnTo>
                  <a:pt x="1123464" y="259547"/>
                </a:lnTo>
                <a:lnTo>
                  <a:pt x="1129922" y="241725"/>
                </a:lnTo>
                <a:lnTo>
                  <a:pt x="1136371" y="223904"/>
                </a:lnTo>
                <a:lnTo>
                  <a:pt x="1142829" y="206092"/>
                </a:lnTo>
                <a:lnTo>
                  <a:pt x="1149287" y="188271"/>
                </a:lnTo>
                <a:lnTo>
                  <a:pt x="1155735" y="170450"/>
                </a:lnTo>
                <a:lnTo>
                  <a:pt x="1162193" y="152629"/>
                </a:lnTo>
                <a:lnTo>
                  <a:pt x="1168651" y="134817"/>
                </a:lnTo>
                <a:lnTo>
                  <a:pt x="1175099" y="116996"/>
                </a:lnTo>
                <a:lnTo>
                  <a:pt x="1181557" y="99174"/>
                </a:lnTo>
                <a:lnTo>
                  <a:pt x="1188015" y="81353"/>
                </a:lnTo>
                <a:lnTo>
                  <a:pt x="1194473" y="63541"/>
                </a:lnTo>
                <a:lnTo>
                  <a:pt x="1200922" y="45720"/>
                </a:lnTo>
                <a:lnTo>
                  <a:pt x="1207379" y="27899"/>
                </a:lnTo>
                <a:lnTo>
                  <a:pt x="1213837" y="10077"/>
                </a:lnTo>
                <a:lnTo>
                  <a:pt x="1214199" y="7334"/>
                </a:lnTo>
                <a:lnTo>
                  <a:pt x="1198178" y="17212"/>
                </a:lnTo>
                <a:lnTo>
                  <a:pt x="1180271" y="23374"/>
                </a:lnTo>
                <a:lnTo>
                  <a:pt x="1161907" y="28032"/>
                </a:lnTo>
                <a:lnTo>
                  <a:pt x="1143343" y="31842"/>
                </a:lnTo>
                <a:lnTo>
                  <a:pt x="1124664" y="35071"/>
                </a:lnTo>
                <a:lnTo>
                  <a:pt x="1105929" y="37890"/>
                </a:lnTo>
                <a:lnTo>
                  <a:pt x="1087136" y="40386"/>
                </a:lnTo>
                <a:lnTo>
                  <a:pt x="1068314" y="42615"/>
                </a:lnTo>
                <a:lnTo>
                  <a:pt x="1049474" y="44634"/>
                </a:lnTo>
                <a:lnTo>
                  <a:pt x="1030615" y="46463"/>
                </a:lnTo>
                <a:lnTo>
                  <a:pt x="1011736" y="48130"/>
                </a:lnTo>
                <a:lnTo>
                  <a:pt x="992838" y="49663"/>
                </a:lnTo>
                <a:lnTo>
                  <a:pt x="973941" y="51064"/>
                </a:lnTo>
                <a:lnTo>
                  <a:pt x="955034" y="52349"/>
                </a:lnTo>
                <a:lnTo>
                  <a:pt x="936117" y="53531"/>
                </a:lnTo>
                <a:lnTo>
                  <a:pt x="917200" y="54616"/>
                </a:lnTo>
                <a:lnTo>
                  <a:pt x="898274" y="55616"/>
                </a:lnTo>
                <a:lnTo>
                  <a:pt x="879348" y="56521"/>
                </a:lnTo>
                <a:lnTo>
                  <a:pt x="860412" y="57360"/>
                </a:lnTo>
                <a:lnTo>
                  <a:pt x="841477" y="58122"/>
                </a:lnTo>
                <a:lnTo>
                  <a:pt x="822531" y="58807"/>
                </a:lnTo>
                <a:lnTo>
                  <a:pt x="803596" y="59436"/>
                </a:lnTo>
                <a:lnTo>
                  <a:pt x="784650" y="59988"/>
                </a:lnTo>
                <a:lnTo>
                  <a:pt x="765705" y="60484"/>
                </a:lnTo>
                <a:lnTo>
                  <a:pt x="746760" y="60912"/>
                </a:lnTo>
                <a:lnTo>
                  <a:pt x="727805" y="61284"/>
                </a:lnTo>
                <a:lnTo>
                  <a:pt x="708860" y="61608"/>
                </a:lnTo>
                <a:lnTo>
                  <a:pt x="689915" y="61865"/>
                </a:lnTo>
                <a:lnTo>
                  <a:pt x="670960" y="62074"/>
                </a:lnTo>
                <a:lnTo>
                  <a:pt x="652005" y="62227"/>
                </a:lnTo>
                <a:lnTo>
                  <a:pt x="633060" y="62322"/>
                </a:lnTo>
                <a:lnTo>
                  <a:pt x="614105" y="62360"/>
                </a:lnTo>
                <a:lnTo>
                  <a:pt x="595151" y="62351"/>
                </a:lnTo>
                <a:lnTo>
                  <a:pt x="576205" y="62284"/>
                </a:lnTo>
                <a:lnTo>
                  <a:pt x="557251" y="62160"/>
                </a:lnTo>
                <a:lnTo>
                  <a:pt x="538296" y="61989"/>
                </a:lnTo>
                <a:lnTo>
                  <a:pt x="519351" y="61760"/>
                </a:lnTo>
                <a:lnTo>
                  <a:pt x="500396" y="61474"/>
                </a:lnTo>
                <a:lnTo>
                  <a:pt x="481451" y="61141"/>
                </a:lnTo>
                <a:lnTo>
                  <a:pt x="462505" y="60731"/>
                </a:lnTo>
                <a:lnTo>
                  <a:pt x="443560" y="60274"/>
                </a:lnTo>
                <a:lnTo>
                  <a:pt x="424615" y="59750"/>
                </a:lnTo>
                <a:lnTo>
                  <a:pt x="405670" y="59169"/>
                </a:lnTo>
                <a:lnTo>
                  <a:pt x="386725" y="58522"/>
                </a:lnTo>
                <a:lnTo>
                  <a:pt x="367789" y="57798"/>
                </a:lnTo>
                <a:lnTo>
                  <a:pt x="348853" y="57007"/>
                </a:lnTo>
                <a:lnTo>
                  <a:pt x="329927" y="56140"/>
                </a:lnTo>
                <a:lnTo>
                  <a:pt x="310991" y="55188"/>
                </a:lnTo>
                <a:lnTo>
                  <a:pt x="292075" y="54159"/>
                </a:lnTo>
                <a:lnTo>
                  <a:pt x="273148" y="53026"/>
                </a:lnTo>
                <a:lnTo>
                  <a:pt x="254241" y="51806"/>
                </a:lnTo>
                <a:lnTo>
                  <a:pt x="235334" y="50473"/>
                </a:lnTo>
                <a:lnTo>
                  <a:pt x="216437" y="49016"/>
                </a:lnTo>
                <a:lnTo>
                  <a:pt x="197558" y="47425"/>
                </a:lnTo>
                <a:lnTo>
                  <a:pt x="178679" y="45691"/>
                </a:lnTo>
                <a:lnTo>
                  <a:pt x="159830" y="43786"/>
                </a:lnTo>
                <a:lnTo>
                  <a:pt x="140989" y="41681"/>
                </a:lnTo>
                <a:lnTo>
                  <a:pt x="122187" y="39338"/>
                </a:lnTo>
                <a:lnTo>
                  <a:pt x="103413" y="36709"/>
                </a:lnTo>
                <a:lnTo>
                  <a:pt x="84706" y="33728"/>
                </a:lnTo>
                <a:lnTo>
                  <a:pt x="66065" y="30270"/>
                </a:lnTo>
                <a:lnTo>
                  <a:pt x="47577" y="26137"/>
                </a:lnTo>
                <a:lnTo>
                  <a:pt x="29356" y="20945"/>
                </a:lnTo>
                <a:lnTo>
                  <a:pt x="11887" y="13668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78A8D5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56" name="funnel-step-cap-5">
            <a:extLst xmlns:a="http://schemas.openxmlformats.org/drawingml/2006/main">
              <a:ext uri="{FF2B5EF4-FFF2-40B4-BE49-F238E27FC236}">
                <a16:creationId xmlns:a16="http://schemas.microsoft.com/office/drawing/2014/main" id="{9AA2B411-D235-4F78-9C12-4F1991D56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10844" y="5434270"/>
            <a:ext cx="1217552" cy="17728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8A8D5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57" name="funnel-flow-arrow">
            <a:extLst xmlns:a="http://schemas.openxmlformats.org/drawingml/2006/main">
              <a:ext uri="{FF2B5EF4-FFF2-40B4-BE49-F238E27FC236}">
                <a16:creationId xmlns:a16="http://schemas.microsoft.com/office/drawing/2014/main" id="{63FFDF78-6B65-4DC3-8BF3-104C5D277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52850" y="2466975"/>
            <a:ext cx="1733550" cy="3631178"/>
          </a:xfrm>
          <a:custGeom xmlns:a="http://schemas.openxmlformats.org/drawingml/2006/main">
            <a:pathLst>
              <a:path w="1733550" h="3631178">
                <a:moveTo>
                  <a:pt x="0" y="0"/>
                </a:moveTo>
                <a:lnTo>
                  <a:pt x="0" y="42834"/>
                </a:lnTo>
                <a:lnTo>
                  <a:pt x="9249" y="84525"/>
                </a:lnTo>
                <a:lnTo>
                  <a:pt x="19660" y="126063"/>
                </a:lnTo>
                <a:lnTo>
                  <a:pt x="30070" y="167611"/>
                </a:lnTo>
                <a:lnTo>
                  <a:pt x="40491" y="209159"/>
                </a:lnTo>
                <a:lnTo>
                  <a:pt x="50902" y="250708"/>
                </a:lnTo>
                <a:lnTo>
                  <a:pt x="61312" y="292256"/>
                </a:lnTo>
                <a:lnTo>
                  <a:pt x="71723" y="333794"/>
                </a:lnTo>
                <a:lnTo>
                  <a:pt x="82144" y="375342"/>
                </a:lnTo>
                <a:lnTo>
                  <a:pt x="92554" y="416890"/>
                </a:lnTo>
                <a:lnTo>
                  <a:pt x="102965" y="458438"/>
                </a:lnTo>
                <a:lnTo>
                  <a:pt x="113376" y="499977"/>
                </a:lnTo>
                <a:lnTo>
                  <a:pt x="123796" y="541525"/>
                </a:lnTo>
                <a:lnTo>
                  <a:pt x="134207" y="583073"/>
                </a:lnTo>
                <a:lnTo>
                  <a:pt x="143599" y="624850"/>
                </a:lnTo>
                <a:lnTo>
                  <a:pt x="151924" y="666864"/>
                </a:lnTo>
                <a:lnTo>
                  <a:pt x="159915" y="708946"/>
                </a:lnTo>
                <a:lnTo>
                  <a:pt x="167916" y="751018"/>
                </a:lnTo>
                <a:lnTo>
                  <a:pt x="175908" y="793099"/>
                </a:lnTo>
                <a:lnTo>
                  <a:pt x="183899" y="835181"/>
                </a:lnTo>
                <a:lnTo>
                  <a:pt x="191900" y="877253"/>
                </a:lnTo>
                <a:lnTo>
                  <a:pt x="199892" y="919334"/>
                </a:lnTo>
                <a:lnTo>
                  <a:pt x="207883" y="961415"/>
                </a:lnTo>
                <a:lnTo>
                  <a:pt x="215884" y="1003487"/>
                </a:lnTo>
                <a:lnTo>
                  <a:pt x="223876" y="1045569"/>
                </a:lnTo>
                <a:lnTo>
                  <a:pt x="231867" y="1087650"/>
                </a:lnTo>
                <a:lnTo>
                  <a:pt x="239868" y="1129722"/>
                </a:lnTo>
                <a:lnTo>
                  <a:pt x="247860" y="1171804"/>
                </a:lnTo>
                <a:lnTo>
                  <a:pt x="255746" y="1213904"/>
                </a:lnTo>
                <a:lnTo>
                  <a:pt x="263300" y="1256062"/>
                </a:lnTo>
                <a:lnTo>
                  <a:pt x="270577" y="1298267"/>
                </a:lnTo>
                <a:lnTo>
                  <a:pt x="277854" y="1340482"/>
                </a:lnTo>
                <a:lnTo>
                  <a:pt x="285131" y="1382687"/>
                </a:lnTo>
                <a:lnTo>
                  <a:pt x="292408" y="1424892"/>
                </a:lnTo>
                <a:lnTo>
                  <a:pt x="299685" y="1467107"/>
                </a:lnTo>
                <a:lnTo>
                  <a:pt x="306972" y="1509312"/>
                </a:lnTo>
                <a:lnTo>
                  <a:pt x="314249" y="1551518"/>
                </a:lnTo>
                <a:lnTo>
                  <a:pt x="321526" y="1593733"/>
                </a:lnTo>
                <a:lnTo>
                  <a:pt x="328803" y="1635938"/>
                </a:lnTo>
                <a:lnTo>
                  <a:pt x="336080" y="1678143"/>
                </a:lnTo>
                <a:lnTo>
                  <a:pt x="343357" y="1720358"/>
                </a:lnTo>
                <a:lnTo>
                  <a:pt x="350634" y="1762563"/>
                </a:lnTo>
                <a:lnTo>
                  <a:pt x="357911" y="1804768"/>
                </a:lnTo>
                <a:lnTo>
                  <a:pt x="364931" y="1847021"/>
                </a:lnTo>
                <a:lnTo>
                  <a:pt x="371799" y="1889303"/>
                </a:lnTo>
                <a:lnTo>
                  <a:pt x="378657" y="1931575"/>
                </a:lnTo>
                <a:lnTo>
                  <a:pt x="385515" y="1973856"/>
                </a:lnTo>
                <a:lnTo>
                  <a:pt x="392363" y="2016138"/>
                </a:lnTo>
                <a:lnTo>
                  <a:pt x="399221" y="2058419"/>
                </a:lnTo>
                <a:lnTo>
                  <a:pt x="406070" y="2100691"/>
                </a:lnTo>
                <a:lnTo>
                  <a:pt x="412928" y="2142973"/>
                </a:lnTo>
                <a:lnTo>
                  <a:pt x="419776" y="2185254"/>
                </a:lnTo>
                <a:lnTo>
                  <a:pt x="426634" y="2227536"/>
                </a:lnTo>
                <a:lnTo>
                  <a:pt x="433492" y="2269808"/>
                </a:lnTo>
                <a:lnTo>
                  <a:pt x="440341" y="2312089"/>
                </a:lnTo>
                <a:lnTo>
                  <a:pt x="447199" y="2354370"/>
                </a:lnTo>
                <a:lnTo>
                  <a:pt x="454047" y="2396652"/>
                </a:lnTo>
                <a:lnTo>
                  <a:pt x="460772" y="2438952"/>
                </a:lnTo>
                <a:lnTo>
                  <a:pt x="467382" y="2481263"/>
                </a:lnTo>
                <a:lnTo>
                  <a:pt x="473954" y="2523592"/>
                </a:lnTo>
                <a:lnTo>
                  <a:pt x="480517" y="2565921"/>
                </a:lnTo>
                <a:lnTo>
                  <a:pt x="487089" y="2608240"/>
                </a:lnTo>
                <a:lnTo>
                  <a:pt x="493652" y="2650569"/>
                </a:lnTo>
                <a:lnTo>
                  <a:pt x="500224" y="2692889"/>
                </a:lnTo>
                <a:lnTo>
                  <a:pt x="506787" y="2735218"/>
                </a:lnTo>
                <a:lnTo>
                  <a:pt x="513359" y="2777538"/>
                </a:lnTo>
                <a:lnTo>
                  <a:pt x="519922" y="2819867"/>
                </a:lnTo>
                <a:lnTo>
                  <a:pt x="526494" y="2862186"/>
                </a:lnTo>
                <a:lnTo>
                  <a:pt x="533057" y="2904515"/>
                </a:lnTo>
                <a:lnTo>
                  <a:pt x="539629" y="2946835"/>
                </a:lnTo>
                <a:lnTo>
                  <a:pt x="503692" y="2952750"/>
                </a:lnTo>
                <a:lnTo>
                  <a:pt x="460867" y="2952750"/>
                </a:lnTo>
                <a:lnTo>
                  <a:pt x="418033" y="2952750"/>
                </a:lnTo>
                <a:lnTo>
                  <a:pt x="375199" y="2952750"/>
                </a:lnTo>
                <a:lnTo>
                  <a:pt x="332375" y="2952750"/>
                </a:lnTo>
                <a:lnTo>
                  <a:pt x="289541" y="2952750"/>
                </a:lnTo>
                <a:lnTo>
                  <a:pt x="246707" y="2952750"/>
                </a:lnTo>
                <a:lnTo>
                  <a:pt x="225514" y="2962056"/>
                </a:lnTo>
                <a:lnTo>
                  <a:pt x="254975" y="2993136"/>
                </a:lnTo>
                <a:lnTo>
                  <a:pt x="284445" y="3024226"/>
                </a:lnTo>
                <a:lnTo>
                  <a:pt x="313906" y="3055306"/>
                </a:lnTo>
                <a:lnTo>
                  <a:pt x="343376" y="3086395"/>
                </a:lnTo>
                <a:lnTo>
                  <a:pt x="372837" y="3117475"/>
                </a:lnTo>
                <a:lnTo>
                  <a:pt x="402307" y="3148565"/>
                </a:lnTo>
                <a:lnTo>
                  <a:pt x="431768" y="3179645"/>
                </a:lnTo>
                <a:lnTo>
                  <a:pt x="461239" y="3210735"/>
                </a:lnTo>
                <a:lnTo>
                  <a:pt x="490699" y="3241815"/>
                </a:lnTo>
                <a:lnTo>
                  <a:pt x="520170" y="3272904"/>
                </a:lnTo>
                <a:lnTo>
                  <a:pt x="549631" y="3303984"/>
                </a:lnTo>
                <a:lnTo>
                  <a:pt x="579101" y="3335074"/>
                </a:lnTo>
                <a:lnTo>
                  <a:pt x="608571" y="3366154"/>
                </a:lnTo>
                <a:lnTo>
                  <a:pt x="638032" y="3397244"/>
                </a:lnTo>
                <a:lnTo>
                  <a:pt x="667502" y="3428324"/>
                </a:lnTo>
                <a:lnTo>
                  <a:pt x="696963" y="3459413"/>
                </a:lnTo>
                <a:lnTo>
                  <a:pt x="726434" y="3490493"/>
                </a:lnTo>
                <a:lnTo>
                  <a:pt x="755894" y="3521583"/>
                </a:lnTo>
                <a:lnTo>
                  <a:pt x="785365" y="3552663"/>
                </a:lnTo>
                <a:lnTo>
                  <a:pt x="814826" y="3583753"/>
                </a:lnTo>
                <a:lnTo>
                  <a:pt x="844296" y="3614833"/>
                </a:lnTo>
                <a:lnTo>
                  <a:pt x="873757" y="3631178"/>
                </a:lnTo>
                <a:lnTo>
                  <a:pt x="903227" y="3600098"/>
                </a:lnTo>
                <a:lnTo>
                  <a:pt x="932688" y="3569008"/>
                </a:lnTo>
                <a:lnTo>
                  <a:pt x="962158" y="3537928"/>
                </a:lnTo>
                <a:lnTo>
                  <a:pt x="991619" y="3506838"/>
                </a:lnTo>
                <a:lnTo>
                  <a:pt x="1021090" y="3475758"/>
                </a:lnTo>
                <a:lnTo>
                  <a:pt x="1050550" y="3444669"/>
                </a:lnTo>
                <a:lnTo>
                  <a:pt x="1080021" y="3413589"/>
                </a:lnTo>
                <a:lnTo>
                  <a:pt x="1109491" y="3382499"/>
                </a:lnTo>
                <a:lnTo>
                  <a:pt x="1138952" y="3351419"/>
                </a:lnTo>
                <a:lnTo>
                  <a:pt x="1168422" y="3320329"/>
                </a:lnTo>
                <a:lnTo>
                  <a:pt x="1197883" y="3289249"/>
                </a:lnTo>
                <a:lnTo>
                  <a:pt x="1227353" y="3258160"/>
                </a:lnTo>
                <a:lnTo>
                  <a:pt x="1256814" y="3227080"/>
                </a:lnTo>
                <a:lnTo>
                  <a:pt x="1286285" y="3195990"/>
                </a:lnTo>
                <a:lnTo>
                  <a:pt x="1315745" y="3164910"/>
                </a:lnTo>
                <a:lnTo>
                  <a:pt x="1345216" y="3133820"/>
                </a:lnTo>
                <a:lnTo>
                  <a:pt x="1374677" y="3102740"/>
                </a:lnTo>
                <a:lnTo>
                  <a:pt x="1404147" y="3071651"/>
                </a:lnTo>
                <a:lnTo>
                  <a:pt x="1433608" y="3040571"/>
                </a:lnTo>
                <a:lnTo>
                  <a:pt x="1463078" y="3009481"/>
                </a:lnTo>
                <a:lnTo>
                  <a:pt x="1492539" y="2978401"/>
                </a:lnTo>
                <a:lnTo>
                  <a:pt x="1509370" y="2952750"/>
                </a:lnTo>
                <a:lnTo>
                  <a:pt x="1466536" y="2952750"/>
                </a:lnTo>
                <a:lnTo>
                  <a:pt x="1423702" y="2952750"/>
                </a:lnTo>
                <a:lnTo>
                  <a:pt x="1380877" y="2952750"/>
                </a:lnTo>
                <a:lnTo>
                  <a:pt x="1338043" y="2952750"/>
                </a:lnTo>
                <a:lnTo>
                  <a:pt x="1295210" y="2952750"/>
                </a:lnTo>
                <a:lnTo>
                  <a:pt x="1252385" y="2952750"/>
                </a:lnTo>
                <a:lnTo>
                  <a:pt x="1209551" y="2952750"/>
                </a:lnTo>
                <a:lnTo>
                  <a:pt x="1197035" y="2926775"/>
                </a:lnTo>
                <a:lnTo>
                  <a:pt x="1203608" y="2884446"/>
                </a:lnTo>
                <a:lnTo>
                  <a:pt x="1210170" y="2842127"/>
                </a:lnTo>
                <a:lnTo>
                  <a:pt x="1216743" y="2799798"/>
                </a:lnTo>
                <a:lnTo>
                  <a:pt x="1223305" y="2757478"/>
                </a:lnTo>
                <a:lnTo>
                  <a:pt x="1229878" y="2715149"/>
                </a:lnTo>
                <a:lnTo>
                  <a:pt x="1236440" y="2672829"/>
                </a:lnTo>
                <a:lnTo>
                  <a:pt x="1243013" y="2630500"/>
                </a:lnTo>
                <a:lnTo>
                  <a:pt x="1249575" y="2588171"/>
                </a:lnTo>
                <a:lnTo>
                  <a:pt x="1256147" y="2545852"/>
                </a:lnTo>
                <a:lnTo>
                  <a:pt x="1262710" y="2503522"/>
                </a:lnTo>
                <a:lnTo>
                  <a:pt x="1269282" y="2461203"/>
                </a:lnTo>
                <a:lnTo>
                  <a:pt x="1275940" y="2418893"/>
                </a:lnTo>
                <a:lnTo>
                  <a:pt x="1282751" y="2376602"/>
                </a:lnTo>
                <a:lnTo>
                  <a:pt x="1289599" y="2334330"/>
                </a:lnTo>
                <a:lnTo>
                  <a:pt x="1296457" y="2292048"/>
                </a:lnTo>
                <a:lnTo>
                  <a:pt x="1303315" y="2249767"/>
                </a:lnTo>
                <a:lnTo>
                  <a:pt x="1310164" y="2207485"/>
                </a:lnTo>
                <a:lnTo>
                  <a:pt x="1317022" y="2165213"/>
                </a:lnTo>
                <a:lnTo>
                  <a:pt x="1323870" y="2122932"/>
                </a:lnTo>
                <a:lnTo>
                  <a:pt x="1330728" y="2080651"/>
                </a:lnTo>
                <a:lnTo>
                  <a:pt x="1337577" y="2038369"/>
                </a:lnTo>
                <a:lnTo>
                  <a:pt x="1344435" y="1996097"/>
                </a:lnTo>
                <a:lnTo>
                  <a:pt x="1351293" y="1953816"/>
                </a:lnTo>
                <a:lnTo>
                  <a:pt x="1358141" y="1911534"/>
                </a:lnTo>
                <a:lnTo>
                  <a:pt x="1364999" y="1869253"/>
                </a:lnTo>
                <a:lnTo>
                  <a:pt x="1371952" y="1826990"/>
                </a:lnTo>
                <a:lnTo>
                  <a:pt x="1379087" y="1784756"/>
                </a:lnTo>
                <a:lnTo>
                  <a:pt x="1386364" y="1742551"/>
                </a:lnTo>
                <a:lnTo>
                  <a:pt x="1393641" y="1700346"/>
                </a:lnTo>
                <a:lnTo>
                  <a:pt x="1400918" y="1658131"/>
                </a:lnTo>
                <a:lnTo>
                  <a:pt x="1408195" y="1615926"/>
                </a:lnTo>
                <a:lnTo>
                  <a:pt x="1415482" y="1573721"/>
                </a:lnTo>
                <a:lnTo>
                  <a:pt x="1422759" y="1531515"/>
                </a:lnTo>
                <a:lnTo>
                  <a:pt x="1430036" y="1489300"/>
                </a:lnTo>
                <a:lnTo>
                  <a:pt x="1437313" y="1447095"/>
                </a:lnTo>
                <a:lnTo>
                  <a:pt x="1444590" y="1404890"/>
                </a:lnTo>
                <a:lnTo>
                  <a:pt x="1451867" y="1362675"/>
                </a:lnTo>
                <a:lnTo>
                  <a:pt x="1459144" y="1320470"/>
                </a:lnTo>
                <a:lnTo>
                  <a:pt x="1466421" y="1278265"/>
                </a:lnTo>
                <a:lnTo>
                  <a:pt x="1473813" y="1236069"/>
                </a:lnTo>
                <a:lnTo>
                  <a:pt x="1481490" y="1193930"/>
                </a:lnTo>
                <a:lnTo>
                  <a:pt x="1489481" y="1151858"/>
                </a:lnTo>
                <a:lnTo>
                  <a:pt x="1497473" y="1109777"/>
                </a:lnTo>
                <a:lnTo>
                  <a:pt x="1505474" y="1067695"/>
                </a:lnTo>
                <a:lnTo>
                  <a:pt x="1513465" y="1025623"/>
                </a:lnTo>
                <a:lnTo>
                  <a:pt x="1521457" y="983542"/>
                </a:lnTo>
                <a:lnTo>
                  <a:pt x="1529458" y="941461"/>
                </a:lnTo>
                <a:lnTo>
                  <a:pt x="1537449" y="899389"/>
                </a:lnTo>
                <a:lnTo>
                  <a:pt x="1545441" y="857307"/>
                </a:lnTo>
                <a:lnTo>
                  <a:pt x="1553442" y="815226"/>
                </a:lnTo>
                <a:lnTo>
                  <a:pt x="1561433" y="773154"/>
                </a:lnTo>
                <a:lnTo>
                  <a:pt x="1569425" y="731072"/>
                </a:lnTo>
                <a:lnTo>
                  <a:pt x="1577426" y="688991"/>
                </a:lnTo>
                <a:lnTo>
                  <a:pt x="1585446" y="646919"/>
                </a:lnTo>
                <a:lnTo>
                  <a:pt x="1594009" y="604952"/>
                </a:lnTo>
                <a:lnTo>
                  <a:pt x="1604277" y="563375"/>
                </a:lnTo>
                <a:lnTo>
                  <a:pt x="1614697" y="521827"/>
                </a:lnTo>
                <a:lnTo>
                  <a:pt x="1625108" y="480289"/>
                </a:lnTo>
                <a:lnTo>
                  <a:pt x="1635519" y="438741"/>
                </a:lnTo>
                <a:lnTo>
                  <a:pt x="1645930" y="397193"/>
                </a:lnTo>
                <a:lnTo>
                  <a:pt x="1656350" y="355644"/>
                </a:lnTo>
                <a:lnTo>
                  <a:pt x="1666761" y="314096"/>
                </a:lnTo>
                <a:lnTo>
                  <a:pt x="1677172" y="272558"/>
                </a:lnTo>
                <a:lnTo>
                  <a:pt x="1687582" y="231010"/>
                </a:lnTo>
                <a:lnTo>
                  <a:pt x="1698003" y="189462"/>
                </a:lnTo>
                <a:lnTo>
                  <a:pt x="1708414" y="147914"/>
                </a:lnTo>
                <a:lnTo>
                  <a:pt x="1718824" y="106366"/>
                </a:lnTo>
                <a:lnTo>
                  <a:pt x="1729235" y="64827"/>
                </a:lnTo>
                <a:lnTo>
                  <a:pt x="1733550" y="22527"/>
                </a:lnTo>
                <a:lnTo>
                  <a:pt x="1713243" y="0"/>
                </a:lnTo>
                <a:lnTo>
                  <a:pt x="1670418" y="0"/>
                </a:lnTo>
                <a:lnTo>
                  <a:pt x="1627584" y="0"/>
                </a:lnTo>
                <a:lnTo>
                  <a:pt x="1584750" y="0"/>
                </a:lnTo>
                <a:lnTo>
                  <a:pt x="1541917" y="0"/>
                </a:lnTo>
                <a:lnTo>
                  <a:pt x="1499092" y="0"/>
                </a:lnTo>
                <a:lnTo>
                  <a:pt x="1456258" y="0"/>
                </a:lnTo>
                <a:lnTo>
                  <a:pt x="1413424" y="0"/>
                </a:lnTo>
                <a:lnTo>
                  <a:pt x="1370600" y="0"/>
                </a:lnTo>
                <a:lnTo>
                  <a:pt x="1327766" y="0"/>
                </a:lnTo>
                <a:lnTo>
                  <a:pt x="1284932" y="0"/>
                </a:lnTo>
                <a:lnTo>
                  <a:pt x="1242098" y="0"/>
                </a:lnTo>
                <a:lnTo>
                  <a:pt x="1199274" y="0"/>
                </a:lnTo>
                <a:lnTo>
                  <a:pt x="1156440" y="0"/>
                </a:lnTo>
                <a:lnTo>
                  <a:pt x="1113606" y="0"/>
                </a:lnTo>
                <a:lnTo>
                  <a:pt x="1070781" y="0"/>
                </a:lnTo>
                <a:lnTo>
                  <a:pt x="1027948" y="0"/>
                </a:lnTo>
                <a:lnTo>
                  <a:pt x="985114" y="0"/>
                </a:lnTo>
                <a:lnTo>
                  <a:pt x="942289" y="0"/>
                </a:lnTo>
                <a:lnTo>
                  <a:pt x="899455" y="0"/>
                </a:lnTo>
                <a:lnTo>
                  <a:pt x="856621" y="0"/>
                </a:lnTo>
                <a:lnTo>
                  <a:pt x="813787" y="0"/>
                </a:lnTo>
                <a:lnTo>
                  <a:pt x="770963" y="0"/>
                </a:lnTo>
                <a:lnTo>
                  <a:pt x="728129" y="0"/>
                </a:lnTo>
                <a:lnTo>
                  <a:pt x="685295" y="0"/>
                </a:lnTo>
                <a:lnTo>
                  <a:pt x="642471" y="0"/>
                </a:lnTo>
                <a:lnTo>
                  <a:pt x="599637" y="0"/>
                </a:lnTo>
                <a:lnTo>
                  <a:pt x="556803" y="0"/>
                </a:lnTo>
                <a:lnTo>
                  <a:pt x="513969" y="0"/>
                </a:lnTo>
                <a:lnTo>
                  <a:pt x="471145" y="0"/>
                </a:lnTo>
                <a:lnTo>
                  <a:pt x="428311" y="0"/>
                </a:lnTo>
                <a:lnTo>
                  <a:pt x="385477" y="0"/>
                </a:lnTo>
                <a:lnTo>
                  <a:pt x="342652" y="0"/>
                </a:lnTo>
                <a:lnTo>
                  <a:pt x="299818" y="0"/>
                </a:lnTo>
                <a:lnTo>
                  <a:pt x="256985" y="0"/>
                </a:lnTo>
                <a:lnTo>
                  <a:pt x="214160" y="0"/>
                </a:lnTo>
                <a:lnTo>
                  <a:pt x="171326" y="0"/>
                </a:lnTo>
                <a:lnTo>
                  <a:pt x="128492" y="0"/>
                </a:lnTo>
                <a:lnTo>
                  <a:pt x="85658" y="0"/>
                </a:lnTo>
                <a:lnTo>
                  <a:pt x="42834" y="0"/>
                </a:lnTo>
                <a:lnTo>
                  <a:pt x="0" y="0"/>
                </a:lnTo>
                <a:close/>
              </a:path>
            </a:pathLst>
          </a:custGeom>
          <a:gradFill xmlns:a="http://schemas.openxmlformats.org/drawingml/2006/main">
            <a:gsLst>
              <a:gs pos="0">
                <a:srgbClr val="000000"/>
              </a:gs>
              <a:gs pos="42">
                <a:srgbClr val="B8D8F2">
                  <a:alpha val="16000"/>
                </a:srgbClr>
              </a:gs>
              <a:gs pos="76">
                <a:srgbClr val="8FC4EE">
                  <a:alpha val="32000"/>
                </a:srgbClr>
              </a:gs>
              <a:gs pos="100">
                <a:srgbClr val="72B3E8">
                  <a:alpha val="52000"/>
                </a:srgbClr>
              </a:gs>
            </a:gsLst>
            <a:lin ang="10800000"/>
          </a:gradFill>
          <a:ln xmlns:a="http://schemas.openxmlformats.org/drawingml/2006/main" w="9525">
            <a:noFill/>
            <a:prstDash val="solid"/>
          </a:ln>
        </p:spPr>
      </p:sp>
      <p:sp>
        <p:nvSpPr>
          <p:cNvPr id="58" name="phase-label-0">
            <a:extLst xmlns:a="http://schemas.openxmlformats.org/drawingml/2006/main">
              <a:ext uri="{FF2B5EF4-FFF2-40B4-BE49-F238E27FC236}">
                <a16:creationId xmlns:a16="http://schemas.microsoft.com/office/drawing/2014/main" id="{70E5C55D-79C6-4101-9380-4AD1D3DAD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1638300"/>
            <a:ext cx="228600" cy="205576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阶段一</a:t>
            </a:r>
          </a:p>
        </p:txBody>
      </p:sp>
      <p:sp>
        <p:nvSpPr>
          <p:cNvPr id="59" name="phase-label-1">
            <a:extLst xmlns:a="http://schemas.openxmlformats.org/drawingml/2006/main">
              <a:ext uri="{FF2B5EF4-FFF2-40B4-BE49-F238E27FC236}">
                <a16:creationId xmlns:a16="http://schemas.microsoft.com/office/drawing/2014/main" id="{276A2EFB-39CD-43BB-ADFF-4F050F9A4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3694062"/>
            <a:ext cx="228600" cy="120327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阶段二</a:t>
            </a:r>
          </a:p>
        </p:txBody>
      </p:sp>
      <p:sp>
        <p:nvSpPr>
          <p:cNvPr id="60" name="phase-label-2">
            <a:extLst xmlns:a="http://schemas.openxmlformats.org/drawingml/2006/main">
              <a:ext uri="{FF2B5EF4-FFF2-40B4-BE49-F238E27FC236}">
                <a16:creationId xmlns:a16="http://schemas.microsoft.com/office/drawing/2014/main" id="{E5F32E84-49C2-4A37-8DC0-943D24FCC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4897336"/>
            <a:ext cx="228600" cy="13128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阶段三</a:t>
            </a:r>
          </a:p>
        </p:txBody>
      </p:sp>
      <p:sp>
        <p:nvSpPr>
          <p:cNvPr id="61" name="funnel-step-title-0">
            <a:extLst xmlns:a="http://schemas.openxmlformats.org/drawingml/2006/main">
              <a:ext uri="{FF2B5EF4-FFF2-40B4-BE49-F238E27FC236}">
                <a16:creationId xmlns:a16="http://schemas.microsoft.com/office/drawing/2014/main" id="{7050F146-56C9-4D59-BE5F-40FEA020A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311728" y="2653455"/>
            <a:ext cx="2615803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广泛触达</a:t>
            </a:r>
          </a:p>
        </p:txBody>
      </p:sp>
      <p:sp>
        <p:nvSpPr>
          <p:cNvPr id="62" name="funnel-step-title-1">
            <a:extLst xmlns:a="http://schemas.openxmlformats.org/drawingml/2006/main">
              <a:ext uri="{FF2B5EF4-FFF2-40B4-BE49-F238E27FC236}">
                <a16:creationId xmlns:a16="http://schemas.microsoft.com/office/drawing/2014/main" id="{C52FFB67-6CA7-47B8-A266-56C6D3D5A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528117" y="3255169"/>
            <a:ext cx="2183016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兴趣识别</a:t>
            </a:r>
          </a:p>
        </p:txBody>
      </p:sp>
      <p:sp>
        <p:nvSpPr>
          <p:cNvPr id="63" name="funnel-step-title-2">
            <a:extLst xmlns:a="http://schemas.openxmlformats.org/drawingml/2006/main">
              <a:ext uri="{FF2B5EF4-FFF2-40B4-BE49-F238E27FC236}">
                <a16:creationId xmlns:a16="http://schemas.microsoft.com/office/drawing/2014/main" id="{E4ABC7CD-4797-42EF-A2B0-3DC552748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25018" y="3856730"/>
            <a:ext cx="1789214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意向培育</a:t>
            </a:r>
          </a:p>
        </p:txBody>
      </p:sp>
      <p:sp>
        <p:nvSpPr>
          <p:cNvPr id="64" name="funnel-step-title-3">
            <a:extLst xmlns:a="http://schemas.openxmlformats.org/drawingml/2006/main">
              <a:ext uri="{FF2B5EF4-FFF2-40B4-BE49-F238E27FC236}">
                <a16:creationId xmlns:a16="http://schemas.microsoft.com/office/drawing/2014/main" id="{5EB0F5A6-B1A6-4E04-A505-298319C7A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10165" y="4458443"/>
            <a:ext cx="141893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行动转化</a:t>
            </a:r>
          </a:p>
        </p:txBody>
      </p:sp>
      <p:sp>
        <p:nvSpPr>
          <p:cNvPr id="65" name="funnel-step-title-4">
            <a:extLst xmlns:a="http://schemas.openxmlformats.org/drawingml/2006/main">
              <a:ext uri="{FF2B5EF4-FFF2-40B4-BE49-F238E27FC236}">
                <a16:creationId xmlns:a16="http://schemas.microsoft.com/office/drawing/2014/main" id="{D26D1776-0B04-4422-B585-0DA3716AA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87120" y="5060156"/>
            <a:ext cx="1065019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持续留存</a:t>
            </a:r>
          </a:p>
        </p:txBody>
      </p:sp>
      <p:sp>
        <p:nvSpPr>
          <p:cNvPr id="66" name="funnel-step-title-5">
            <a:extLst xmlns:a="http://schemas.openxmlformats.org/drawingml/2006/main">
              <a:ext uri="{FF2B5EF4-FFF2-40B4-BE49-F238E27FC236}">
                <a16:creationId xmlns:a16="http://schemas.microsoft.com/office/drawing/2014/main" id="{FA9CCD6C-1980-4806-B1EB-107959A36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200525" y="5661717"/>
            <a:ext cx="8382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价值增长</a:t>
            </a:r>
          </a:p>
        </p:txBody>
      </p:sp>
      <p:sp>
        <p:nvSpPr>
          <p:cNvPr id="67" name="input-core-0">
            <a:extLst xmlns:a="http://schemas.openxmlformats.org/drawingml/2006/main">
              <a:ext uri="{FF2B5EF4-FFF2-40B4-BE49-F238E27FC236}">
                <a16:creationId xmlns:a16="http://schemas.microsoft.com/office/drawing/2014/main" id="{F7A011EB-B454-46F2-8D66-CCFDC6683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057525" y="194310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23"/>
          <a:fontRef xmlns:a="http://schemas.openxmlformats.org/drawingml/2006/main" idx="major"/>
        </p:style>
      </p:sp>
      <p:pic>
        <p:nvPicPr>
          <p:cNvPr id="14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08d9574b14a42c0">
            <a:extLst>
              <a:ext uri="{96DAC541-7B7A-43D3-8B79-37D633B846F1}">
                <asvg:svgBlip xmlns:asvg="http://schemas.microsoft.com/office/drawing/2016/SVG/main" r:embed="R4732b86a820e4100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3152775" y="2038350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69" name="input-core-1">
            <a:extLst xmlns:a="http://schemas.openxmlformats.org/drawingml/2006/main">
              <a:ext uri="{FF2B5EF4-FFF2-40B4-BE49-F238E27FC236}">
                <a16:creationId xmlns:a16="http://schemas.microsoft.com/office/drawing/2014/main" id="{82C1A275-27AC-4C5C-8116-17C0D6A16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52850" y="1743075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23"/>
          <a:fontRef xmlns:a="http://schemas.openxmlformats.org/drawingml/2006/main" idx="major"/>
        </p:style>
      </p:sp>
      <p:pic>
        <p:nvPicPr>
          <p:cNvPr id="14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af65223b01840d1">
            <a:extLst>
              <a:ext uri="{96DAC541-7B7A-43D3-8B79-37D633B846F1}">
                <asvg:svgBlip xmlns:asvg="http://schemas.microsoft.com/office/drawing/2016/SVG/main" r:embed="R425bdc9c66e74907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3848100" y="1838325"/>
            <a:ext cx="209550" cy="209550"/>
          </a:xfrm>
          <a:prstGeom xmlns:a="http://schemas.openxmlformats.org/drawingml/2006/main" prst="rect">
            <a:avLst/>
          </a:prstGeom>
        </p:spPr>
      </p:pic>
      <p:sp>
        <p:nvSpPr>
          <p:cNvPr id="71" name="input-core-2">
            <a:extLst xmlns:a="http://schemas.openxmlformats.org/drawingml/2006/main">
              <a:ext uri="{FF2B5EF4-FFF2-40B4-BE49-F238E27FC236}">
                <a16:creationId xmlns:a16="http://schemas.microsoft.com/office/drawing/2014/main" id="{9E4791E0-6D54-4F41-A86F-AD84331E5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391025" y="162877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23"/>
          <a:fontRef xmlns:a="http://schemas.openxmlformats.org/drawingml/2006/main" idx="major"/>
        </p:style>
      </p:sp>
      <p:pic>
        <p:nvPicPr>
          <p:cNvPr id="14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a77d86f0e2f4a3a">
            <a:extLst>
              <a:ext uri="{96DAC541-7B7A-43D3-8B79-37D633B846F1}">
                <asvg:svgBlip xmlns:asvg="http://schemas.microsoft.com/office/drawing/2016/SVG/main" r:embed="R7c36da90d9d34f0c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4486275" y="1724025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73" name="input-core-3">
            <a:extLst xmlns:a="http://schemas.openxmlformats.org/drawingml/2006/main">
              <a:ext uri="{FF2B5EF4-FFF2-40B4-BE49-F238E27FC236}">
                <a16:creationId xmlns:a16="http://schemas.microsoft.com/office/drawing/2014/main" id="{B9A7F190-C54E-4CE7-AD8E-0EEE47BE3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086350" y="1781175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23"/>
          <a:fontRef xmlns:a="http://schemas.openxmlformats.org/drawingml/2006/main" idx="major"/>
        </p:style>
      </p:sp>
      <p:pic>
        <p:nvPicPr>
          <p:cNvPr id="15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94262c3ca824d5b">
            <a:extLst>
              <a:ext uri="{96DAC541-7B7A-43D3-8B79-37D633B846F1}">
                <asvg:svgBlip xmlns:asvg="http://schemas.microsoft.com/office/drawing/2016/SVG/main" r:embed="Rd38bc53634dd48fe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5181600" y="1876425"/>
            <a:ext cx="209550" cy="209550"/>
          </a:xfrm>
          <a:prstGeom xmlns:a="http://schemas.openxmlformats.org/drawingml/2006/main" prst="rect">
            <a:avLst/>
          </a:prstGeom>
        </p:spPr>
      </p:pic>
      <p:sp>
        <p:nvSpPr>
          <p:cNvPr id="75" name="input-core-4">
            <a:extLst xmlns:a="http://schemas.openxmlformats.org/drawingml/2006/main">
              <a:ext uri="{FF2B5EF4-FFF2-40B4-BE49-F238E27FC236}">
                <a16:creationId xmlns:a16="http://schemas.microsoft.com/office/drawing/2014/main" id="{C088C4D6-5938-4661-9933-CE54D4CF1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724525" y="191452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23"/>
          <a:fontRef xmlns:a="http://schemas.openxmlformats.org/drawingml/2006/main" idx="major"/>
        </p:style>
      </p:sp>
      <p:pic>
        <p:nvPicPr>
          <p:cNvPr id="15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394c1207096464c">
            <a:extLst>
              <a:ext uri="{96DAC541-7B7A-43D3-8B79-37D633B846F1}">
                <asvg:svgBlip xmlns:asvg="http://schemas.microsoft.com/office/drawing/2016/SVG/main" r:embed="R7e25d3736fb644aa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5819775" y="2009775"/>
            <a:ext cx="266700" cy="2667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7486573"/>
      </p:ext>
    </p:extLst>
  </p:cSld>
</p:sld>
</file>

<file path=ppt/slides/slide6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9" name="phase-band-0">
            <a:extLst xmlns:a="http://schemas.openxmlformats.org/drawingml/2006/main">
              <a:ext uri="{FF2B5EF4-FFF2-40B4-BE49-F238E27FC236}">
                <a16:creationId xmlns:a16="http://schemas.microsoft.com/office/drawing/2014/main" id="{CDF31BA3-5FA1-427C-8668-21CCA6571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1638300"/>
            <a:ext cx="11144250" cy="205576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phase-band-1">
            <a:extLst xmlns:a="http://schemas.openxmlformats.org/drawingml/2006/main">
              <a:ext uri="{FF2B5EF4-FFF2-40B4-BE49-F238E27FC236}">
                <a16:creationId xmlns:a16="http://schemas.microsoft.com/office/drawing/2014/main" id="{556B4DE2-8FF3-4D87-8E6C-894EA6862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3694062"/>
            <a:ext cx="11144250" cy="120327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38100">
            <a:solidFill>
              <a:srgbClr val="FFFFFF"/>
            </a:solidFill>
            <a:prstDash val="solid"/>
          </a:ln>
        </p:spPr>
      </p:sp>
      <p:sp>
        <p:nvSpPr>
          <p:cNvPr id="3" name="phase-band-2">
            <a:extLst xmlns:a="http://schemas.openxmlformats.org/drawingml/2006/main">
              <a:ext uri="{FF2B5EF4-FFF2-40B4-BE49-F238E27FC236}">
                <a16:creationId xmlns:a16="http://schemas.microsoft.com/office/drawing/2014/main" id="{5C71DCF2-A00C-49CC-832B-32974C481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4897336"/>
            <a:ext cx="11144250" cy="131281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38100">
            <a:solidFill>
              <a:srgbClr val="FFFFFF"/>
            </a:solidFill>
            <a:prstDash val="solid"/>
          </a:ln>
        </p:spPr>
      </p:sp>
      <p:sp>
        <p:nvSpPr>
          <p:cNvPr id="4" name="phase-rail-0">
            <a:extLst xmlns:a="http://schemas.openxmlformats.org/drawingml/2006/main">
              <a:ext uri="{FF2B5EF4-FFF2-40B4-BE49-F238E27FC236}">
                <a16:creationId xmlns:a16="http://schemas.microsoft.com/office/drawing/2014/main" id="{D3380AFE-4E16-46D2-9504-FB3269784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1638300"/>
            <a:ext cx="514350" cy="2051009"/>
          </a:xfrm>
          <a:custGeom xmlns:a="http://schemas.openxmlformats.org/drawingml/2006/main">
            <a:pathLst>
              <a:path w="514350" h="2051009">
                <a:moveTo>
                  <a:pt x="0" y="0"/>
                </a:moveTo>
                <a:lnTo>
                  <a:pt x="20536" y="0"/>
                </a:lnTo>
                <a:lnTo>
                  <a:pt x="41072" y="0"/>
                </a:lnTo>
                <a:lnTo>
                  <a:pt x="61608" y="0"/>
                </a:lnTo>
                <a:lnTo>
                  <a:pt x="82144" y="0"/>
                </a:lnTo>
                <a:lnTo>
                  <a:pt x="102680" y="0"/>
                </a:lnTo>
                <a:lnTo>
                  <a:pt x="123215" y="0"/>
                </a:lnTo>
                <a:lnTo>
                  <a:pt x="143751" y="0"/>
                </a:lnTo>
                <a:lnTo>
                  <a:pt x="164287" y="0"/>
                </a:lnTo>
                <a:lnTo>
                  <a:pt x="184823" y="0"/>
                </a:lnTo>
                <a:lnTo>
                  <a:pt x="205359" y="0"/>
                </a:lnTo>
                <a:lnTo>
                  <a:pt x="225895" y="0"/>
                </a:lnTo>
                <a:lnTo>
                  <a:pt x="246431" y="0"/>
                </a:lnTo>
                <a:lnTo>
                  <a:pt x="266967" y="0"/>
                </a:lnTo>
                <a:lnTo>
                  <a:pt x="287503" y="0"/>
                </a:lnTo>
                <a:lnTo>
                  <a:pt x="308039" y="0"/>
                </a:lnTo>
                <a:lnTo>
                  <a:pt x="328574" y="0"/>
                </a:lnTo>
                <a:lnTo>
                  <a:pt x="349110" y="0"/>
                </a:lnTo>
                <a:lnTo>
                  <a:pt x="369646" y="0"/>
                </a:lnTo>
                <a:lnTo>
                  <a:pt x="390182" y="0"/>
                </a:lnTo>
                <a:lnTo>
                  <a:pt x="410718" y="0"/>
                </a:lnTo>
                <a:lnTo>
                  <a:pt x="431254" y="0"/>
                </a:lnTo>
                <a:lnTo>
                  <a:pt x="451790" y="0"/>
                </a:lnTo>
                <a:lnTo>
                  <a:pt x="472326" y="0"/>
                </a:lnTo>
                <a:lnTo>
                  <a:pt x="492862" y="0"/>
                </a:lnTo>
                <a:lnTo>
                  <a:pt x="513398" y="0"/>
                </a:lnTo>
                <a:lnTo>
                  <a:pt x="514350" y="19583"/>
                </a:lnTo>
                <a:lnTo>
                  <a:pt x="514350" y="40119"/>
                </a:lnTo>
                <a:lnTo>
                  <a:pt x="514350" y="60655"/>
                </a:lnTo>
                <a:lnTo>
                  <a:pt x="514350" y="81191"/>
                </a:lnTo>
                <a:lnTo>
                  <a:pt x="514350" y="101727"/>
                </a:lnTo>
                <a:lnTo>
                  <a:pt x="514350" y="122263"/>
                </a:lnTo>
                <a:lnTo>
                  <a:pt x="514350" y="142799"/>
                </a:lnTo>
                <a:lnTo>
                  <a:pt x="514350" y="163335"/>
                </a:lnTo>
                <a:lnTo>
                  <a:pt x="514350" y="183871"/>
                </a:lnTo>
                <a:lnTo>
                  <a:pt x="514350" y="204407"/>
                </a:lnTo>
                <a:lnTo>
                  <a:pt x="514350" y="224942"/>
                </a:lnTo>
                <a:lnTo>
                  <a:pt x="514350" y="245469"/>
                </a:lnTo>
                <a:lnTo>
                  <a:pt x="514350" y="266005"/>
                </a:lnTo>
                <a:lnTo>
                  <a:pt x="514350" y="286541"/>
                </a:lnTo>
                <a:lnTo>
                  <a:pt x="514350" y="307076"/>
                </a:lnTo>
                <a:lnTo>
                  <a:pt x="514350" y="327612"/>
                </a:lnTo>
                <a:lnTo>
                  <a:pt x="514350" y="348148"/>
                </a:lnTo>
                <a:lnTo>
                  <a:pt x="514350" y="368684"/>
                </a:lnTo>
                <a:lnTo>
                  <a:pt x="514350" y="389220"/>
                </a:lnTo>
                <a:lnTo>
                  <a:pt x="514350" y="409756"/>
                </a:lnTo>
                <a:lnTo>
                  <a:pt x="514350" y="430292"/>
                </a:lnTo>
                <a:lnTo>
                  <a:pt x="514350" y="450828"/>
                </a:lnTo>
                <a:lnTo>
                  <a:pt x="514350" y="471364"/>
                </a:lnTo>
                <a:lnTo>
                  <a:pt x="514350" y="491900"/>
                </a:lnTo>
                <a:lnTo>
                  <a:pt x="514350" y="512435"/>
                </a:lnTo>
                <a:lnTo>
                  <a:pt x="514350" y="532971"/>
                </a:lnTo>
                <a:lnTo>
                  <a:pt x="514350" y="553507"/>
                </a:lnTo>
                <a:lnTo>
                  <a:pt x="514350" y="574043"/>
                </a:lnTo>
                <a:lnTo>
                  <a:pt x="514350" y="594579"/>
                </a:lnTo>
                <a:lnTo>
                  <a:pt x="514350" y="615115"/>
                </a:lnTo>
                <a:lnTo>
                  <a:pt x="514350" y="635641"/>
                </a:lnTo>
                <a:lnTo>
                  <a:pt x="514350" y="656177"/>
                </a:lnTo>
                <a:lnTo>
                  <a:pt x="514350" y="676713"/>
                </a:lnTo>
                <a:lnTo>
                  <a:pt x="514350" y="697249"/>
                </a:lnTo>
                <a:lnTo>
                  <a:pt x="514350" y="717785"/>
                </a:lnTo>
                <a:lnTo>
                  <a:pt x="514350" y="738321"/>
                </a:lnTo>
                <a:lnTo>
                  <a:pt x="514350" y="758857"/>
                </a:lnTo>
                <a:lnTo>
                  <a:pt x="514350" y="779393"/>
                </a:lnTo>
                <a:lnTo>
                  <a:pt x="514350" y="799929"/>
                </a:lnTo>
                <a:lnTo>
                  <a:pt x="514350" y="820464"/>
                </a:lnTo>
                <a:lnTo>
                  <a:pt x="514350" y="841000"/>
                </a:lnTo>
                <a:lnTo>
                  <a:pt x="514350" y="861536"/>
                </a:lnTo>
                <a:lnTo>
                  <a:pt x="514350" y="882072"/>
                </a:lnTo>
                <a:lnTo>
                  <a:pt x="514350" y="902608"/>
                </a:lnTo>
                <a:lnTo>
                  <a:pt x="514350" y="923144"/>
                </a:lnTo>
                <a:lnTo>
                  <a:pt x="514350" y="943680"/>
                </a:lnTo>
                <a:lnTo>
                  <a:pt x="514350" y="964216"/>
                </a:lnTo>
                <a:lnTo>
                  <a:pt x="514350" y="984752"/>
                </a:lnTo>
                <a:lnTo>
                  <a:pt x="514350" y="1005288"/>
                </a:lnTo>
                <a:lnTo>
                  <a:pt x="514350" y="1025823"/>
                </a:lnTo>
                <a:lnTo>
                  <a:pt x="514350" y="1046350"/>
                </a:lnTo>
                <a:lnTo>
                  <a:pt x="514350" y="1066886"/>
                </a:lnTo>
                <a:lnTo>
                  <a:pt x="514350" y="1087422"/>
                </a:lnTo>
                <a:lnTo>
                  <a:pt x="514350" y="1107958"/>
                </a:lnTo>
                <a:lnTo>
                  <a:pt x="514350" y="1128493"/>
                </a:lnTo>
                <a:lnTo>
                  <a:pt x="514350" y="1149029"/>
                </a:lnTo>
                <a:lnTo>
                  <a:pt x="514350" y="1169565"/>
                </a:lnTo>
                <a:lnTo>
                  <a:pt x="514350" y="1190101"/>
                </a:lnTo>
                <a:lnTo>
                  <a:pt x="514350" y="1210637"/>
                </a:lnTo>
                <a:lnTo>
                  <a:pt x="514350" y="1231173"/>
                </a:lnTo>
                <a:lnTo>
                  <a:pt x="514350" y="1251709"/>
                </a:lnTo>
                <a:lnTo>
                  <a:pt x="514350" y="1272245"/>
                </a:lnTo>
                <a:lnTo>
                  <a:pt x="514350" y="1292781"/>
                </a:lnTo>
                <a:lnTo>
                  <a:pt x="514350" y="1313317"/>
                </a:lnTo>
                <a:lnTo>
                  <a:pt x="514350" y="1333852"/>
                </a:lnTo>
                <a:lnTo>
                  <a:pt x="514350" y="1354388"/>
                </a:lnTo>
                <a:lnTo>
                  <a:pt x="514350" y="1374924"/>
                </a:lnTo>
                <a:lnTo>
                  <a:pt x="514350" y="1395460"/>
                </a:lnTo>
                <a:lnTo>
                  <a:pt x="514350" y="1415996"/>
                </a:lnTo>
                <a:lnTo>
                  <a:pt x="514350" y="1436532"/>
                </a:lnTo>
                <a:lnTo>
                  <a:pt x="514350" y="1457058"/>
                </a:lnTo>
                <a:lnTo>
                  <a:pt x="514350" y="1477594"/>
                </a:lnTo>
                <a:lnTo>
                  <a:pt x="514350" y="1498130"/>
                </a:lnTo>
                <a:lnTo>
                  <a:pt x="514350" y="1518666"/>
                </a:lnTo>
                <a:lnTo>
                  <a:pt x="514350" y="1539202"/>
                </a:lnTo>
                <a:lnTo>
                  <a:pt x="514350" y="1559738"/>
                </a:lnTo>
                <a:lnTo>
                  <a:pt x="514350" y="1580274"/>
                </a:lnTo>
                <a:lnTo>
                  <a:pt x="514350" y="1600810"/>
                </a:lnTo>
                <a:lnTo>
                  <a:pt x="514350" y="1621346"/>
                </a:lnTo>
                <a:lnTo>
                  <a:pt x="514350" y="1641881"/>
                </a:lnTo>
                <a:lnTo>
                  <a:pt x="514350" y="1662417"/>
                </a:lnTo>
                <a:lnTo>
                  <a:pt x="514350" y="1682953"/>
                </a:lnTo>
                <a:lnTo>
                  <a:pt x="514350" y="1703489"/>
                </a:lnTo>
                <a:lnTo>
                  <a:pt x="514350" y="1724025"/>
                </a:lnTo>
                <a:lnTo>
                  <a:pt x="514350" y="1744561"/>
                </a:lnTo>
                <a:lnTo>
                  <a:pt x="514350" y="1765097"/>
                </a:lnTo>
                <a:lnTo>
                  <a:pt x="514350" y="1785633"/>
                </a:lnTo>
                <a:lnTo>
                  <a:pt x="514350" y="1806169"/>
                </a:lnTo>
                <a:lnTo>
                  <a:pt x="514350" y="1826705"/>
                </a:lnTo>
                <a:lnTo>
                  <a:pt x="514350" y="1847240"/>
                </a:lnTo>
                <a:lnTo>
                  <a:pt x="514350" y="1867767"/>
                </a:lnTo>
                <a:lnTo>
                  <a:pt x="514350" y="1888303"/>
                </a:lnTo>
                <a:lnTo>
                  <a:pt x="514350" y="1908839"/>
                </a:lnTo>
                <a:lnTo>
                  <a:pt x="499939" y="1920897"/>
                </a:lnTo>
                <a:lnTo>
                  <a:pt x="481984" y="1930870"/>
                </a:lnTo>
                <a:lnTo>
                  <a:pt x="464039" y="1940843"/>
                </a:lnTo>
                <a:lnTo>
                  <a:pt x="446084" y="1950815"/>
                </a:lnTo>
                <a:lnTo>
                  <a:pt x="428130" y="1960788"/>
                </a:lnTo>
                <a:lnTo>
                  <a:pt x="410185" y="1970761"/>
                </a:lnTo>
                <a:lnTo>
                  <a:pt x="392230" y="1980733"/>
                </a:lnTo>
                <a:lnTo>
                  <a:pt x="374275" y="1990706"/>
                </a:lnTo>
                <a:lnTo>
                  <a:pt x="356321" y="2000679"/>
                </a:lnTo>
                <a:lnTo>
                  <a:pt x="338376" y="2010651"/>
                </a:lnTo>
                <a:lnTo>
                  <a:pt x="320421" y="2020624"/>
                </a:lnTo>
                <a:lnTo>
                  <a:pt x="302466" y="2030597"/>
                </a:lnTo>
                <a:lnTo>
                  <a:pt x="284521" y="2040569"/>
                </a:lnTo>
                <a:lnTo>
                  <a:pt x="266567" y="2050542"/>
                </a:lnTo>
                <a:lnTo>
                  <a:pt x="248612" y="2051009"/>
                </a:lnTo>
                <a:lnTo>
                  <a:pt x="230667" y="2041036"/>
                </a:lnTo>
                <a:lnTo>
                  <a:pt x="212712" y="2031063"/>
                </a:lnTo>
                <a:lnTo>
                  <a:pt x="194758" y="2021091"/>
                </a:lnTo>
                <a:lnTo>
                  <a:pt x="176813" y="2011118"/>
                </a:lnTo>
                <a:lnTo>
                  <a:pt x="158858" y="2001145"/>
                </a:lnTo>
                <a:lnTo>
                  <a:pt x="140903" y="1991173"/>
                </a:lnTo>
                <a:lnTo>
                  <a:pt x="122958" y="1981200"/>
                </a:lnTo>
                <a:lnTo>
                  <a:pt x="105004" y="1971227"/>
                </a:lnTo>
                <a:lnTo>
                  <a:pt x="87049" y="1961255"/>
                </a:lnTo>
                <a:lnTo>
                  <a:pt x="69104" y="1951282"/>
                </a:lnTo>
                <a:lnTo>
                  <a:pt x="51149" y="1941309"/>
                </a:lnTo>
                <a:lnTo>
                  <a:pt x="33195" y="1931337"/>
                </a:lnTo>
                <a:lnTo>
                  <a:pt x="15240" y="1921364"/>
                </a:lnTo>
                <a:lnTo>
                  <a:pt x="0" y="1909791"/>
                </a:lnTo>
                <a:lnTo>
                  <a:pt x="0" y="1889255"/>
                </a:lnTo>
                <a:lnTo>
                  <a:pt x="0" y="1868719"/>
                </a:lnTo>
                <a:lnTo>
                  <a:pt x="0" y="1848183"/>
                </a:lnTo>
                <a:lnTo>
                  <a:pt x="0" y="1827657"/>
                </a:lnTo>
                <a:lnTo>
                  <a:pt x="0" y="1807121"/>
                </a:lnTo>
                <a:lnTo>
                  <a:pt x="0" y="1786585"/>
                </a:lnTo>
                <a:lnTo>
                  <a:pt x="0" y="1766049"/>
                </a:lnTo>
                <a:lnTo>
                  <a:pt x="0" y="1745513"/>
                </a:lnTo>
                <a:lnTo>
                  <a:pt x="0" y="1724978"/>
                </a:lnTo>
                <a:lnTo>
                  <a:pt x="0" y="1704442"/>
                </a:lnTo>
                <a:lnTo>
                  <a:pt x="0" y="1683906"/>
                </a:lnTo>
                <a:lnTo>
                  <a:pt x="0" y="1663370"/>
                </a:lnTo>
                <a:lnTo>
                  <a:pt x="0" y="1642834"/>
                </a:lnTo>
                <a:lnTo>
                  <a:pt x="0" y="1622298"/>
                </a:lnTo>
                <a:lnTo>
                  <a:pt x="0" y="1601762"/>
                </a:lnTo>
                <a:lnTo>
                  <a:pt x="0" y="1581226"/>
                </a:lnTo>
                <a:lnTo>
                  <a:pt x="0" y="1560690"/>
                </a:lnTo>
                <a:lnTo>
                  <a:pt x="0" y="1540154"/>
                </a:lnTo>
                <a:lnTo>
                  <a:pt x="0" y="1519619"/>
                </a:lnTo>
                <a:lnTo>
                  <a:pt x="0" y="1499083"/>
                </a:lnTo>
                <a:lnTo>
                  <a:pt x="0" y="1478547"/>
                </a:lnTo>
                <a:lnTo>
                  <a:pt x="0" y="1458011"/>
                </a:lnTo>
                <a:lnTo>
                  <a:pt x="0" y="1437475"/>
                </a:lnTo>
                <a:lnTo>
                  <a:pt x="0" y="1416949"/>
                </a:lnTo>
                <a:lnTo>
                  <a:pt x="0" y="1396413"/>
                </a:lnTo>
                <a:lnTo>
                  <a:pt x="0" y="1375877"/>
                </a:lnTo>
                <a:lnTo>
                  <a:pt x="0" y="1355341"/>
                </a:lnTo>
                <a:lnTo>
                  <a:pt x="0" y="1334805"/>
                </a:lnTo>
                <a:lnTo>
                  <a:pt x="0" y="1314269"/>
                </a:lnTo>
                <a:lnTo>
                  <a:pt x="0" y="1293733"/>
                </a:lnTo>
                <a:lnTo>
                  <a:pt x="0" y="1273197"/>
                </a:lnTo>
                <a:lnTo>
                  <a:pt x="0" y="1252661"/>
                </a:lnTo>
                <a:lnTo>
                  <a:pt x="0" y="1232125"/>
                </a:lnTo>
                <a:lnTo>
                  <a:pt x="0" y="1211590"/>
                </a:lnTo>
                <a:lnTo>
                  <a:pt x="0" y="1191054"/>
                </a:lnTo>
                <a:lnTo>
                  <a:pt x="0" y="1170518"/>
                </a:lnTo>
                <a:lnTo>
                  <a:pt x="0" y="1149982"/>
                </a:lnTo>
                <a:lnTo>
                  <a:pt x="0" y="1129446"/>
                </a:lnTo>
                <a:lnTo>
                  <a:pt x="0" y="1108910"/>
                </a:lnTo>
                <a:lnTo>
                  <a:pt x="0" y="1088374"/>
                </a:lnTo>
                <a:lnTo>
                  <a:pt x="0" y="1067838"/>
                </a:lnTo>
                <a:lnTo>
                  <a:pt x="0" y="1047302"/>
                </a:lnTo>
                <a:lnTo>
                  <a:pt x="0" y="1026766"/>
                </a:lnTo>
                <a:lnTo>
                  <a:pt x="0" y="1006240"/>
                </a:lnTo>
                <a:lnTo>
                  <a:pt x="0" y="985704"/>
                </a:lnTo>
                <a:lnTo>
                  <a:pt x="0" y="965168"/>
                </a:lnTo>
                <a:lnTo>
                  <a:pt x="0" y="944632"/>
                </a:lnTo>
                <a:lnTo>
                  <a:pt x="0" y="924096"/>
                </a:lnTo>
                <a:lnTo>
                  <a:pt x="0" y="903561"/>
                </a:lnTo>
                <a:lnTo>
                  <a:pt x="0" y="883025"/>
                </a:lnTo>
                <a:lnTo>
                  <a:pt x="0" y="862489"/>
                </a:lnTo>
                <a:lnTo>
                  <a:pt x="0" y="841953"/>
                </a:lnTo>
                <a:lnTo>
                  <a:pt x="0" y="821417"/>
                </a:lnTo>
                <a:lnTo>
                  <a:pt x="0" y="800881"/>
                </a:lnTo>
                <a:lnTo>
                  <a:pt x="0" y="780345"/>
                </a:lnTo>
                <a:lnTo>
                  <a:pt x="0" y="759809"/>
                </a:lnTo>
                <a:lnTo>
                  <a:pt x="0" y="739273"/>
                </a:lnTo>
                <a:lnTo>
                  <a:pt x="0" y="718737"/>
                </a:lnTo>
                <a:lnTo>
                  <a:pt x="0" y="698202"/>
                </a:lnTo>
                <a:lnTo>
                  <a:pt x="0" y="677666"/>
                </a:lnTo>
                <a:lnTo>
                  <a:pt x="0" y="657130"/>
                </a:lnTo>
                <a:lnTo>
                  <a:pt x="0" y="636594"/>
                </a:lnTo>
                <a:lnTo>
                  <a:pt x="0" y="616058"/>
                </a:lnTo>
                <a:lnTo>
                  <a:pt x="0" y="595532"/>
                </a:lnTo>
                <a:lnTo>
                  <a:pt x="0" y="574996"/>
                </a:lnTo>
                <a:lnTo>
                  <a:pt x="0" y="554460"/>
                </a:lnTo>
                <a:lnTo>
                  <a:pt x="0" y="533924"/>
                </a:lnTo>
                <a:lnTo>
                  <a:pt x="0" y="513388"/>
                </a:lnTo>
                <a:lnTo>
                  <a:pt x="0" y="492852"/>
                </a:lnTo>
                <a:lnTo>
                  <a:pt x="0" y="472316"/>
                </a:lnTo>
                <a:lnTo>
                  <a:pt x="0" y="451780"/>
                </a:lnTo>
                <a:lnTo>
                  <a:pt x="0" y="431244"/>
                </a:lnTo>
                <a:lnTo>
                  <a:pt x="0" y="410708"/>
                </a:lnTo>
                <a:lnTo>
                  <a:pt x="0" y="390173"/>
                </a:lnTo>
                <a:lnTo>
                  <a:pt x="0" y="369637"/>
                </a:lnTo>
                <a:lnTo>
                  <a:pt x="0" y="349101"/>
                </a:lnTo>
                <a:lnTo>
                  <a:pt x="0" y="328565"/>
                </a:lnTo>
                <a:lnTo>
                  <a:pt x="0" y="308029"/>
                </a:lnTo>
                <a:lnTo>
                  <a:pt x="0" y="287493"/>
                </a:lnTo>
                <a:lnTo>
                  <a:pt x="0" y="266957"/>
                </a:lnTo>
                <a:lnTo>
                  <a:pt x="0" y="246421"/>
                </a:lnTo>
                <a:lnTo>
                  <a:pt x="0" y="225885"/>
                </a:lnTo>
                <a:lnTo>
                  <a:pt x="0" y="205359"/>
                </a:lnTo>
                <a:lnTo>
                  <a:pt x="0" y="184823"/>
                </a:lnTo>
                <a:lnTo>
                  <a:pt x="0" y="164287"/>
                </a:lnTo>
                <a:lnTo>
                  <a:pt x="0" y="143751"/>
                </a:lnTo>
                <a:lnTo>
                  <a:pt x="0" y="123215"/>
                </a:lnTo>
                <a:lnTo>
                  <a:pt x="0" y="102680"/>
                </a:lnTo>
                <a:lnTo>
                  <a:pt x="0" y="82144"/>
                </a:lnTo>
                <a:lnTo>
                  <a:pt x="0" y="61608"/>
                </a:lnTo>
                <a:lnTo>
                  <a:pt x="0" y="41072"/>
                </a:lnTo>
                <a:lnTo>
                  <a:pt x="0" y="20536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5" name="phase-title-0">
            <a:extLst xmlns:a="http://schemas.openxmlformats.org/drawingml/2006/main">
              <a:ext uri="{FF2B5EF4-FFF2-40B4-BE49-F238E27FC236}">
                <a16:creationId xmlns:a16="http://schemas.microsoft.com/office/drawing/2014/main" id="{26152E23-478F-40AF-9FAC-6B8D6B65A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2195360"/>
            <a:ext cx="1428750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精准触达</a:t>
            </a:r>
          </a:p>
        </p:txBody>
      </p:sp>
      <p:sp>
        <p:nvSpPr>
          <p:cNvPr id="6" name="phase-body-0">
            <a:extLst xmlns:a="http://schemas.openxmlformats.org/drawingml/2006/main">
              <a:ext uri="{FF2B5EF4-FFF2-40B4-BE49-F238E27FC236}">
                <a16:creationId xmlns:a16="http://schemas.microsoft.com/office/drawing/2014/main" id="{B8FB2F2C-47EF-42CA-A25F-266F38860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2549576"/>
            <a:ext cx="1428750" cy="587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让目标对象进</a:t>
            </a:r>
          </a:p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入体系</a:t>
            </a:r>
          </a:p>
        </p:txBody>
      </p:sp>
      <p:sp>
        <p:nvSpPr>
          <p:cNvPr id="7" name="action-icon-shell-0-0">
            <a:extLst xmlns:a="http://schemas.openxmlformats.org/drawingml/2006/main">
              <a:ext uri="{FF2B5EF4-FFF2-40B4-BE49-F238E27FC236}">
                <a16:creationId xmlns:a16="http://schemas.microsoft.com/office/drawing/2014/main" id="{2B12744A-7AF7-481C-96C6-9C478D03E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2189855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8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3fc12de3d1e466c">
            <a:extLst>
              <a:ext uri="{96DAC541-7B7A-43D3-8B79-37D633B846F1}">
                <asvg:svgBlip xmlns:asvg="http://schemas.microsoft.com/office/drawing/2016/SVG/main" r:embed="Rac31c27ea0ee4cb0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2266055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9" name="action-title-0-0">
            <a:extLst xmlns:a="http://schemas.openxmlformats.org/drawingml/2006/main">
              <a:ext uri="{FF2B5EF4-FFF2-40B4-BE49-F238E27FC236}">
                <a16:creationId xmlns:a16="http://schemas.microsoft.com/office/drawing/2014/main" id="{5487CFB3-2334-4C1A-86BE-61F93E3B0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128838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标签体系</a:t>
            </a:r>
          </a:p>
        </p:txBody>
      </p:sp>
      <p:sp>
        <p:nvSpPr>
          <p:cNvPr id="10" name="action-body-0-0">
            <a:extLst xmlns:a="http://schemas.openxmlformats.org/drawingml/2006/main">
              <a:ext uri="{FF2B5EF4-FFF2-40B4-BE49-F238E27FC236}">
                <a16:creationId xmlns:a16="http://schemas.microsoft.com/office/drawing/2014/main" id="{BDE4B21E-E903-421E-A212-603E285A7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357438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形成可识别对象</a:t>
            </a:r>
          </a:p>
        </p:txBody>
      </p:sp>
      <p:sp>
        <p:nvSpPr>
          <p:cNvPr id="11" name="action-icon-shell-0-1">
            <a:extLst xmlns:a="http://schemas.openxmlformats.org/drawingml/2006/main">
              <a:ext uri="{FF2B5EF4-FFF2-40B4-BE49-F238E27FC236}">
                <a16:creationId xmlns:a16="http://schemas.microsoft.com/office/drawing/2014/main" id="{CA511059-FB67-4D8C-98A5-B1E1BD6D6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2189855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9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2ee482a46c24d3d">
            <a:extLst>
              <a:ext uri="{96DAC541-7B7A-43D3-8B79-37D633B846F1}">
                <asvg:svgBlip xmlns:asvg="http://schemas.microsoft.com/office/drawing/2016/SVG/main" r:embed="Ref1b0ea6f0dd4be4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2266055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13" name="action-title-0-1">
            <a:extLst xmlns:a="http://schemas.openxmlformats.org/drawingml/2006/main">
              <a:ext uri="{FF2B5EF4-FFF2-40B4-BE49-F238E27FC236}">
                <a16:creationId xmlns:a16="http://schemas.microsoft.com/office/drawing/2014/main" id="{9C64709D-27BA-44FF-ACF8-2113400F8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128838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渠道连接</a:t>
            </a:r>
          </a:p>
        </p:txBody>
      </p:sp>
      <p:sp>
        <p:nvSpPr>
          <p:cNvPr id="14" name="action-body-0-1">
            <a:extLst xmlns:a="http://schemas.openxmlformats.org/drawingml/2006/main">
              <a:ext uri="{FF2B5EF4-FFF2-40B4-BE49-F238E27FC236}">
                <a16:creationId xmlns:a16="http://schemas.microsoft.com/office/drawing/2014/main" id="{CB995D70-8E59-4D3E-ABF0-7900A7227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357438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连接主要触点</a:t>
            </a:r>
          </a:p>
        </p:txBody>
      </p:sp>
      <p:sp>
        <p:nvSpPr>
          <p:cNvPr id="15" name="action-icon-shell-0-2">
            <a:extLst xmlns:a="http://schemas.openxmlformats.org/drawingml/2006/main">
              <a:ext uri="{FF2B5EF4-FFF2-40B4-BE49-F238E27FC236}">
                <a16:creationId xmlns:a16="http://schemas.microsoft.com/office/drawing/2014/main" id="{E1AFC447-2296-40DE-9909-546974827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2799455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9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fed687ee25c477e">
            <a:extLst>
              <a:ext uri="{96DAC541-7B7A-43D3-8B79-37D633B846F1}">
                <asvg:svgBlip xmlns:asvg="http://schemas.microsoft.com/office/drawing/2016/SVG/main" r:embed="R5252a3b2651d40fb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2875655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17" name="action-title-0-2">
            <a:extLst xmlns:a="http://schemas.openxmlformats.org/drawingml/2006/main">
              <a:ext uri="{FF2B5EF4-FFF2-40B4-BE49-F238E27FC236}">
                <a16:creationId xmlns:a16="http://schemas.microsoft.com/office/drawing/2014/main" id="{6CC0A601-9438-4FC1-9E97-504B14845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738438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内容优化</a:t>
            </a:r>
          </a:p>
        </p:txBody>
      </p:sp>
      <p:sp>
        <p:nvSpPr>
          <p:cNvPr id="18" name="action-body-0-2">
            <a:extLst xmlns:a="http://schemas.openxmlformats.org/drawingml/2006/main">
              <a:ext uri="{FF2B5EF4-FFF2-40B4-BE49-F238E27FC236}">
                <a16:creationId xmlns:a16="http://schemas.microsoft.com/office/drawing/2014/main" id="{8F39F43C-E6F5-4DD5-91F1-481592C70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967038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提高触达质量</a:t>
            </a:r>
          </a:p>
        </p:txBody>
      </p:sp>
      <p:sp>
        <p:nvSpPr>
          <p:cNvPr id="19" name="action-icon-shell-0-3">
            <a:extLst xmlns:a="http://schemas.openxmlformats.org/drawingml/2006/main">
              <a:ext uri="{FF2B5EF4-FFF2-40B4-BE49-F238E27FC236}">
                <a16:creationId xmlns:a16="http://schemas.microsoft.com/office/drawing/2014/main" id="{403775A0-F216-4A52-A29A-5D642A43F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2799455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9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fa5062aeeb74fd2">
            <a:extLst>
              <a:ext uri="{96DAC541-7B7A-43D3-8B79-37D633B846F1}">
                <asvg:svgBlip xmlns:asvg="http://schemas.microsoft.com/office/drawing/2016/SVG/main" r:embed="Re0ce122004284176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2875655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21" name="action-title-0-3">
            <a:extLst xmlns:a="http://schemas.openxmlformats.org/drawingml/2006/main">
              <a:ext uri="{FF2B5EF4-FFF2-40B4-BE49-F238E27FC236}">
                <a16:creationId xmlns:a16="http://schemas.microsoft.com/office/drawing/2014/main" id="{82D29056-C9FB-457A-ADFB-EE60EB552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738438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行为追踪</a:t>
            </a:r>
          </a:p>
        </p:txBody>
      </p:sp>
      <p:sp>
        <p:nvSpPr>
          <p:cNvPr id="22" name="action-body-0-3">
            <a:extLst xmlns:a="http://schemas.openxmlformats.org/drawingml/2006/main">
              <a:ext uri="{FF2B5EF4-FFF2-40B4-BE49-F238E27FC236}">
                <a16:creationId xmlns:a16="http://schemas.microsoft.com/office/drawing/2014/main" id="{540472E0-639A-4665-8537-8C45C6CAF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967038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记录关键反馈</a:t>
            </a:r>
          </a:p>
        </p:txBody>
      </p:sp>
      <p:sp>
        <p:nvSpPr>
          <p:cNvPr id="23" name="phase-rail-1">
            <a:extLst xmlns:a="http://schemas.openxmlformats.org/drawingml/2006/main">
              <a:ext uri="{FF2B5EF4-FFF2-40B4-BE49-F238E27FC236}">
                <a16:creationId xmlns:a16="http://schemas.microsoft.com/office/drawing/2014/main" id="{A038CEDA-7DB8-4D4C-B95B-BBA7F121A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3694062"/>
            <a:ext cx="514350" cy="1198883"/>
          </a:xfrm>
          <a:custGeom xmlns:a="http://schemas.openxmlformats.org/drawingml/2006/main">
            <a:pathLst>
              <a:path w="514350" h="1198883">
                <a:moveTo>
                  <a:pt x="0" y="0"/>
                </a:moveTo>
                <a:lnTo>
                  <a:pt x="16564" y="9201"/>
                </a:lnTo>
                <a:lnTo>
                  <a:pt x="33137" y="18412"/>
                </a:lnTo>
                <a:lnTo>
                  <a:pt x="49701" y="27613"/>
                </a:lnTo>
                <a:lnTo>
                  <a:pt x="66265" y="36814"/>
                </a:lnTo>
                <a:lnTo>
                  <a:pt x="82839" y="46015"/>
                </a:lnTo>
                <a:lnTo>
                  <a:pt x="99403" y="55226"/>
                </a:lnTo>
                <a:lnTo>
                  <a:pt x="115967" y="64427"/>
                </a:lnTo>
                <a:lnTo>
                  <a:pt x="132540" y="73628"/>
                </a:lnTo>
                <a:lnTo>
                  <a:pt x="149104" y="82829"/>
                </a:lnTo>
                <a:lnTo>
                  <a:pt x="165668" y="92040"/>
                </a:lnTo>
                <a:lnTo>
                  <a:pt x="182242" y="101241"/>
                </a:lnTo>
                <a:lnTo>
                  <a:pt x="198806" y="110442"/>
                </a:lnTo>
                <a:lnTo>
                  <a:pt x="215370" y="119644"/>
                </a:lnTo>
                <a:lnTo>
                  <a:pt x="231943" y="128854"/>
                </a:lnTo>
                <a:lnTo>
                  <a:pt x="248507" y="138055"/>
                </a:lnTo>
                <a:lnTo>
                  <a:pt x="265071" y="138484"/>
                </a:lnTo>
                <a:lnTo>
                  <a:pt x="281645" y="129273"/>
                </a:lnTo>
                <a:lnTo>
                  <a:pt x="298209" y="120072"/>
                </a:lnTo>
                <a:lnTo>
                  <a:pt x="314782" y="110871"/>
                </a:lnTo>
                <a:lnTo>
                  <a:pt x="331346" y="101670"/>
                </a:lnTo>
                <a:lnTo>
                  <a:pt x="347910" y="92459"/>
                </a:lnTo>
                <a:lnTo>
                  <a:pt x="364484" y="83258"/>
                </a:lnTo>
                <a:lnTo>
                  <a:pt x="381048" y="74057"/>
                </a:lnTo>
                <a:lnTo>
                  <a:pt x="397612" y="64846"/>
                </a:lnTo>
                <a:lnTo>
                  <a:pt x="414185" y="55645"/>
                </a:lnTo>
                <a:lnTo>
                  <a:pt x="430749" y="46444"/>
                </a:lnTo>
                <a:lnTo>
                  <a:pt x="447313" y="37243"/>
                </a:lnTo>
                <a:lnTo>
                  <a:pt x="463887" y="28032"/>
                </a:lnTo>
                <a:lnTo>
                  <a:pt x="480451" y="18831"/>
                </a:lnTo>
                <a:lnTo>
                  <a:pt x="497015" y="9630"/>
                </a:lnTo>
                <a:lnTo>
                  <a:pt x="513588" y="429"/>
                </a:lnTo>
                <a:lnTo>
                  <a:pt x="514350" y="18078"/>
                </a:lnTo>
                <a:lnTo>
                  <a:pt x="514350" y="37024"/>
                </a:lnTo>
                <a:lnTo>
                  <a:pt x="514350" y="55978"/>
                </a:lnTo>
                <a:lnTo>
                  <a:pt x="514350" y="74933"/>
                </a:lnTo>
                <a:lnTo>
                  <a:pt x="514350" y="93878"/>
                </a:lnTo>
                <a:lnTo>
                  <a:pt x="514350" y="112833"/>
                </a:lnTo>
                <a:lnTo>
                  <a:pt x="514350" y="131788"/>
                </a:lnTo>
                <a:lnTo>
                  <a:pt x="514350" y="150733"/>
                </a:lnTo>
                <a:lnTo>
                  <a:pt x="514350" y="169688"/>
                </a:lnTo>
                <a:lnTo>
                  <a:pt x="514350" y="188643"/>
                </a:lnTo>
                <a:lnTo>
                  <a:pt x="514350" y="207588"/>
                </a:lnTo>
                <a:lnTo>
                  <a:pt x="514350" y="226543"/>
                </a:lnTo>
                <a:lnTo>
                  <a:pt x="514350" y="245497"/>
                </a:lnTo>
                <a:lnTo>
                  <a:pt x="514350" y="264443"/>
                </a:lnTo>
                <a:lnTo>
                  <a:pt x="514350" y="283397"/>
                </a:lnTo>
                <a:lnTo>
                  <a:pt x="514350" y="302352"/>
                </a:lnTo>
                <a:lnTo>
                  <a:pt x="514350" y="321297"/>
                </a:lnTo>
                <a:lnTo>
                  <a:pt x="514350" y="340252"/>
                </a:lnTo>
                <a:lnTo>
                  <a:pt x="514350" y="359207"/>
                </a:lnTo>
                <a:lnTo>
                  <a:pt x="514350" y="378152"/>
                </a:lnTo>
                <a:lnTo>
                  <a:pt x="514350" y="397107"/>
                </a:lnTo>
                <a:lnTo>
                  <a:pt x="514350" y="416052"/>
                </a:lnTo>
                <a:lnTo>
                  <a:pt x="514350" y="435007"/>
                </a:lnTo>
                <a:lnTo>
                  <a:pt x="514350" y="453961"/>
                </a:lnTo>
                <a:lnTo>
                  <a:pt x="514350" y="472907"/>
                </a:lnTo>
                <a:lnTo>
                  <a:pt x="514350" y="491861"/>
                </a:lnTo>
                <a:lnTo>
                  <a:pt x="514350" y="510816"/>
                </a:lnTo>
                <a:lnTo>
                  <a:pt x="514350" y="529761"/>
                </a:lnTo>
                <a:lnTo>
                  <a:pt x="514350" y="548716"/>
                </a:lnTo>
                <a:lnTo>
                  <a:pt x="514350" y="567671"/>
                </a:lnTo>
                <a:lnTo>
                  <a:pt x="514350" y="586616"/>
                </a:lnTo>
                <a:lnTo>
                  <a:pt x="514350" y="605571"/>
                </a:lnTo>
                <a:lnTo>
                  <a:pt x="514350" y="624526"/>
                </a:lnTo>
                <a:lnTo>
                  <a:pt x="514350" y="643471"/>
                </a:lnTo>
                <a:lnTo>
                  <a:pt x="514350" y="662426"/>
                </a:lnTo>
                <a:lnTo>
                  <a:pt x="514350" y="681380"/>
                </a:lnTo>
                <a:lnTo>
                  <a:pt x="514350" y="700326"/>
                </a:lnTo>
                <a:lnTo>
                  <a:pt x="514350" y="719280"/>
                </a:lnTo>
                <a:lnTo>
                  <a:pt x="514350" y="738235"/>
                </a:lnTo>
                <a:lnTo>
                  <a:pt x="514350" y="757180"/>
                </a:lnTo>
                <a:lnTo>
                  <a:pt x="514350" y="776135"/>
                </a:lnTo>
                <a:lnTo>
                  <a:pt x="514350" y="795090"/>
                </a:lnTo>
                <a:lnTo>
                  <a:pt x="514350" y="814035"/>
                </a:lnTo>
                <a:lnTo>
                  <a:pt x="514350" y="832990"/>
                </a:lnTo>
                <a:lnTo>
                  <a:pt x="514350" y="851945"/>
                </a:lnTo>
                <a:lnTo>
                  <a:pt x="514350" y="870890"/>
                </a:lnTo>
                <a:lnTo>
                  <a:pt x="514350" y="889845"/>
                </a:lnTo>
                <a:lnTo>
                  <a:pt x="514350" y="908799"/>
                </a:lnTo>
                <a:lnTo>
                  <a:pt x="514350" y="927745"/>
                </a:lnTo>
                <a:lnTo>
                  <a:pt x="514350" y="946699"/>
                </a:lnTo>
                <a:lnTo>
                  <a:pt x="514350" y="965645"/>
                </a:lnTo>
                <a:lnTo>
                  <a:pt x="514350" y="984599"/>
                </a:lnTo>
                <a:lnTo>
                  <a:pt x="514350" y="1003554"/>
                </a:lnTo>
                <a:lnTo>
                  <a:pt x="514350" y="1022499"/>
                </a:lnTo>
                <a:lnTo>
                  <a:pt x="514350" y="1041454"/>
                </a:lnTo>
                <a:lnTo>
                  <a:pt x="514350" y="1060409"/>
                </a:lnTo>
                <a:lnTo>
                  <a:pt x="497786" y="1069610"/>
                </a:lnTo>
                <a:lnTo>
                  <a:pt x="481213" y="1078811"/>
                </a:lnTo>
                <a:lnTo>
                  <a:pt x="464649" y="1088022"/>
                </a:lnTo>
                <a:lnTo>
                  <a:pt x="448085" y="1097223"/>
                </a:lnTo>
                <a:lnTo>
                  <a:pt x="431511" y="1106424"/>
                </a:lnTo>
                <a:lnTo>
                  <a:pt x="414947" y="1115625"/>
                </a:lnTo>
                <a:lnTo>
                  <a:pt x="398383" y="1124836"/>
                </a:lnTo>
                <a:lnTo>
                  <a:pt x="381810" y="1134037"/>
                </a:lnTo>
                <a:lnTo>
                  <a:pt x="365246" y="1143238"/>
                </a:lnTo>
                <a:lnTo>
                  <a:pt x="348682" y="1152439"/>
                </a:lnTo>
                <a:lnTo>
                  <a:pt x="332108" y="1161650"/>
                </a:lnTo>
                <a:lnTo>
                  <a:pt x="315544" y="1170851"/>
                </a:lnTo>
                <a:lnTo>
                  <a:pt x="298980" y="1180052"/>
                </a:lnTo>
                <a:lnTo>
                  <a:pt x="282407" y="1189253"/>
                </a:lnTo>
                <a:lnTo>
                  <a:pt x="265843" y="1198464"/>
                </a:lnTo>
                <a:lnTo>
                  <a:pt x="249279" y="1198883"/>
                </a:lnTo>
                <a:lnTo>
                  <a:pt x="232705" y="1189682"/>
                </a:lnTo>
                <a:lnTo>
                  <a:pt x="216141" y="1180481"/>
                </a:lnTo>
                <a:lnTo>
                  <a:pt x="199568" y="1171280"/>
                </a:lnTo>
                <a:lnTo>
                  <a:pt x="183004" y="1162069"/>
                </a:lnTo>
                <a:lnTo>
                  <a:pt x="166440" y="1152868"/>
                </a:lnTo>
                <a:lnTo>
                  <a:pt x="149866" y="1143667"/>
                </a:lnTo>
                <a:lnTo>
                  <a:pt x="133302" y="1134456"/>
                </a:lnTo>
                <a:lnTo>
                  <a:pt x="116738" y="1125255"/>
                </a:lnTo>
                <a:lnTo>
                  <a:pt x="100165" y="1116054"/>
                </a:lnTo>
                <a:lnTo>
                  <a:pt x="83601" y="1106853"/>
                </a:lnTo>
                <a:lnTo>
                  <a:pt x="67037" y="1097642"/>
                </a:lnTo>
                <a:lnTo>
                  <a:pt x="50463" y="1088441"/>
                </a:lnTo>
                <a:lnTo>
                  <a:pt x="33899" y="1079240"/>
                </a:lnTo>
                <a:lnTo>
                  <a:pt x="17336" y="1070039"/>
                </a:lnTo>
                <a:lnTo>
                  <a:pt x="762" y="1060828"/>
                </a:lnTo>
                <a:lnTo>
                  <a:pt x="0" y="1042330"/>
                </a:lnTo>
                <a:lnTo>
                  <a:pt x="0" y="1023376"/>
                </a:lnTo>
                <a:lnTo>
                  <a:pt x="0" y="1004430"/>
                </a:lnTo>
                <a:lnTo>
                  <a:pt x="0" y="985476"/>
                </a:lnTo>
                <a:lnTo>
                  <a:pt x="0" y="966521"/>
                </a:lnTo>
                <a:lnTo>
                  <a:pt x="0" y="947576"/>
                </a:lnTo>
                <a:lnTo>
                  <a:pt x="0" y="928621"/>
                </a:lnTo>
                <a:lnTo>
                  <a:pt x="0" y="909666"/>
                </a:lnTo>
                <a:lnTo>
                  <a:pt x="0" y="890721"/>
                </a:lnTo>
                <a:lnTo>
                  <a:pt x="0" y="871766"/>
                </a:lnTo>
                <a:lnTo>
                  <a:pt x="0" y="852811"/>
                </a:lnTo>
                <a:lnTo>
                  <a:pt x="0" y="833866"/>
                </a:lnTo>
                <a:lnTo>
                  <a:pt x="0" y="814911"/>
                </a:lnTo>
                <a:lnTo>
                  <a:pt x="0" y="795957"/>
                </a:lnTo>
                <a:lnTo>
                  <a:pt x="0" y="777011"/>
                </a:lnTo>
                <a:lnTo>
                  <a:pt x="0" y="758057"/>
                </a:lnTo>
                <a:lnTo>
                  <a:pt x="0" y="739111"/>
                </a:lnTo>
                <a:lnTo>
                  <a:pt x="0" y="720157"/>
                </a:lnTo>
                <a:lnTo>
                  <a:pt x="0" y="701202"/>
                </a:lnTo>
                <a:lnTo>
                  <a:pt x="0" y="682257"/>
                </a:lnTo>
                <a:lnTo>
                  <a:pt x="0" y="663302"/>
                </a:lnTo>
                <a:lnTo>
                  <a:pt x="0" y="644347"/>
                </a:lnTo>
                <a:lnTo>
                  <a:pt x="0" y="625402"/>
                </a:lnTo>
                <a:lnTo>
                  <a:pt x="0" y="606447"/>
                </a:lnTo>
                <a:lnTo>
                  <a:pt x="0" y="587492"/>
                </a:lnTo>
                <a:lnTo>
                  <a:pt x="0" y="568547"/>
                </a:lnTo>
                <a:lnTo>
                  <a:pt x="0" y="549593"/>
                </a:lnTo>
                <a:lnTo>
                  <a:pt x="0" y="530638"/>
                </a:lnTo>
                <a:lnTo>
                  <a:pt x="0" y="511693"/>
                </a:lnTo>
                <a:lnTo>
                  <a:pt x="0" y="492738"/>
                </a:lnTo>
                <a:lnTo>
                  <a:pt x="0" y="473783"/>
                </a:lnTo>
                <a:lnTo>
                  <a:pt x="0" y="454838"/>
                </a:lnTo>
                <a:lnTo>
                  <a:pt x="0" y="435883"/>
                </a:lnTo>
                <a:lnTo>
                  <a:pt x="0" y="416928"/>
                </a:lnTo>
                <a:lnTo>
                  <a:pt x="0" y="397983"/>
                </a:lnTo>
                <a:lnTo>
                  <a:pt x="0" y="379028"/>
                </a:lnTo>
                <a:lnTo>
                  <a:pt x="0" y="360074"/>
                </a:lnTo>
                <a:lnTo>
                  <a:pt x="0" y="341128"/>
                </a:lnTo>
                <a:lnTo>
                  <a:pt x="0" y="322174"/>
                </a:lnTo>
                <a:lnTo>
                  <a:pt x="0" y="303219"/>
                </a:lnTo>
                <a:lnTo>
                  <a:pt x="0" y="284274"/>
                </a:lnTo>
                <a:lnTo>
                  <a:pt x="0" y="265319"/>
                </a:lnTo>
                <a:lnTo>
                  <a:pt x="0" y="246374"/>
                </a:lnTo>
                <a:lnTo>
                  <a:pt x="0" y="227419"/>
                </a:lnTo>
                <a:lnTo>
                  <a:pt x="0" y="208464"/>
                </a:lnTo>
                <a:lnTo>
                  <a:pt x="0" y="189519"/>
                </a:lnTo>
                <a:lnTo>
                  <a:pt x="0" y="170564"/>
                </a:lnTo>
                <a:lnTo>
                  <a:pt x="0" y="151609"/>
                </a:lnTo>
                <a:lnTo>
                  <a:pt x="0" y="132664"/>
                </a:lnTo>
                <a:lnTo>
                  <a:pt x="0" y="113709"/>
                </a:lnTo>
                <a:lnTo>
                  <a:pt x="0" y="94755"/>
                </a:lnTo>
                <a:lnTo>
                  <a:pt x="0" y="75809"/>
                </a:lnTo>
                <a:lnTo>
                  <a:pt x="0" y="56855"/>
                </a:lnTo>
                <a:lnTo>
                  <a:pt x="0" y="37900"/>
                </a:lnTo>
                <a:lnTo>
                  <a:pt x="0" y="18955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24" name="phase-title-1">
            <a:extLst xmlns:a="http://schemas.openxmlformats.org/drawingml/2006/main">
              <a:ext uri="{FF2B5EF4-FFF2-40B4-BE49-F238E27FC236}">
                <a16:creationId xmlns:a16="http://schemas.microsoft.com/office/drawing/2014/main" id="{119D78D7-765F-4DB0-B773-C46E9F085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3824888"/>
            <a:ext cx="1428750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意向培育</a:t>
            </a:r>
          </a:p>
        </p:txBody>
      </p:sp>
      <p:sp>
        <p:nvSpPr>
          <p:cNvPr id="25" name="phase-body-1">
            <a:extLst xmlns:a="http://schemas.openxmlformats.org/drawingml/2006/main">
              <a:ext uri="{FF2B5EF4-FFF2-40B4-BE49-F238E27FC236}">
                <a16:creationId xmlns:a16="http://schemas.microsoft.com/office/drawing/2014/main" id="{C6BE0ED8-AAD7-4504-AF1F-7D97DDC70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4179094"/>
            <a:ext cx="1428750" cy="587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让有效关注形</a:t>
            </a:r>
          </a:p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成意向</a:t>
            </a:r>
          </a:p>
        </p:txBody>
      </p:sp>
      <p:sp>
        <p:nvSpPr>
          <p:cNvPr id="26" name="action-icon-shell-1-0">
            <a:extLst xmlns:a="http://schemas.openxmlformats.org/drawingml/2006/main">
              <a:ext uri="{FF2B5EF4-FFF2-40B4-BE49-F238E27FC236}">
                <a16:creationId xmlns:a16="http://schemas.microsoft.com/office/drawing/2014/main" id="{59CA1951-DF5C-4F6B-AC41-1C496FFB4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4124173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10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a1bcb3857c142e9">
            <a:extLst>
              <a:ext uri="{96DAC541-7B7A-43D3-8B79-37D633B846F1}">
                <asvg:svgBlip xmlns:asvg="http://schemas.microsoft.com/office/drawing/2016/SVG/main" r:embed="Rdffd07a5aebf4ff8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4200373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28" name="action-title-1-0">
            <a:extLst xmlns:a="http://schemas.openxmlformats.org/drawingml/2006/main">
              <a:ext uri="{FF2B5EF4-FFF2-40B4-BE49-F238E27FC236}">
                <a16:creationId xmlns:a16="http://schemas.microsoft.com/office/drawing/2014/main" id="{8961A92B-0866-4978-9907-930C07A59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4063155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规则触发</a:t>
            </a:r>
          </a:p>
        </p:txBody>
      </p:sp>
      <p:sp>
        <p:nvSpPr>
          <p:cNvPr id="29" name="action-body-1-0">
            <a:extLst xmlns:a="http://schemas.openxmlformats.org/drawingml/2006/main">
              <a:ext uri="{FF2B5EF4-FFF2-40B4-BE49-F238E27FC236}">
                <a16:creationId xmlns:a16="http://schemas.microsoft.com/office/drawing/2014/main" id="{14BD5CDC-EA88-425A-98E9-21393AFB9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4291755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自动下发任务</a:t>
            </a:r>
          </a:p>
        </p:txBody>
      </p:sp>
      <p:sp>
        <p:nvSpPr>
          <p:cNvPr id="30" name="action-icon-shell-1-1">
            <a:extLst xmlns:a="http://schemas.openxmlformats.org/drawingml/2006/main">
              <a:ext uri="{FF2B5EF4-FFF2-40B4-BE49-F238E27FC236}">
                <a16:creationId xmlns:a16="http://schemas.microsoft.com/office/drawing/2014/main" id="{EC877726-1F4C-4B36-81AA-DDCA99313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4124173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10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ea386648eb04fe8">
            <a:extLst>
              <a:ext uri="{96DAC541-7B7A-43D3-8B79-37D633B846F1}">
                <asvg:svgBlip xmlns:asvg="http://schemas.microsoft.com/office/drawing/2016/SVG/main" r:embed="R413495dd59da4e04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4200373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32" name="action-title-1-1">
            <a:extLst xmlns:a="http://schemas.openxmlformats.org/drawingml/2006/main">
              <a:ext uri="{FF2B5EF4-FFF2-40B4-BE49-F238E27FC236}">
                <a16:creationId xmlns:a16="http://schemas.microsoft.com/office/drawing/2014/main" id="{9B145163-2A22-426E-ADE8-4B74474E8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4063155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热度评估</a:t>
            </a:r>
          </a:p>
        </p:txBody>
      </p:sp>
      <p:sp>
        <p:nvSpPr>
          <p:cNvPr id="33" name="action-body-1-1">
            <a:extLst xmlns:a="http://schemas.openxmlformats.org/drawingml/2006/main">
              <a:ext uri="{FF2B5EF4-FFF2-40B4-BE49-F238E27FC236}">
                <a16:creationId xmlns:a16="http://schemas.microsoft.com/office/drawing/2014/main" id="{84CE14F8-CDB1-43B7-B7F6-F87C04D3C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4291755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识别优先对象</a:t>
            </a:r>
          </a:p>
        </p:txBody>
      </p:sp>
      <p:sp>
        <p:nvSpPr>
          <p:cNvPr id="34" name="phase-rail-2">
            <a:extLst xmlns:a="http://schemas.openxmlformats.org/drawingml/2006/main">
              <a:ext uri="{FF2B5EF4-FFF2-40B4-BE49-F238E27FC236}">
                <a16:creationId xmlns:a16="http://schemas.microsoft.com/office/drawing/2014/main" id="{D0B75201-2F33-4EB9-9502-6CDE4C1A6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4897336"/>
            <a:ext cx="514350" cy="1312593"/>
          </a:xfrm>
          <a:custGeom xmlns:a="http://schemas.openxmlformats.org/drawingml/2006/main">
            <a:pathLst>
              <a:path w="514350" h="1312593">
                <a:moveTo>
                  <a:pt x="0" y="0"/>
                </a:moveTo>
                <a:lnTo>
                  <a:pt x="16621" y="9230"/>
                </a:lnTo>
                <a:lnTo>
                  <a:pt x="33233" y="18459"/>
                </a:lnTo>
                <a:lnTo>
                  <a:pt x="49854" y="27699"/>
                </a:lnTo>
                <a:lnTo>
                  <a:pt x="66465" y="36928"/>
                </a:lnTo>
                <a:lnTo>
                  <a:pt x="83087" y="46158"/>
                </a:lnTo>
                <a:lnTo>
                  <a:pt x="99708" y="55388"/>
                </a:lnTo>
                <a:lnTo>
                  <a:pt x="116319" y="64618"/>
                </a:lnTo>
                <a:lnTo>
                  <a:pt x="132940" y="73847"/>
                </a:lnTo>
                <a:lnTo>
                  <a:pt x="149552" y="83087"/>
                </a:lnTo>
                <a:lnTo>
                  <a:pt x="166173" y="92316"/>
                </a:lnTo>
                <a:lnTo>
                  <a:pt x="182794" y="101546"/>
                </a:lnTo>
                <a:lnTo>
                  <a:pt x="199406" y="110776"/>
                </a:lnTo>
                <a:lnTo>
                  <a:pt x="216027" y="120005"/>
                </a:lnTo>
                <a:lnTo>
                  <a:pt x="232639" y="129245"/>
                </a:lnTo>
                <a:lnTo>
                  <a:pt x="249260" y="138474"/>
                </a:lnTo>
                <a:lnTo>
                  <a:pt x="265881" y="138036"/>
                </a:lnTo>
                <a:lnTo>
                  <a:pt x="282492" y="128807"/>
                </a:lnTo>
                <a:lnTo>
                  <a:pt x="299114" y="119577"/>
                </a:lnTo>
                <a:lnTo>
                  <a:pt x="315725" y="110338"/>
                </a:lnTo>
                <a:lnTo>
                  <a:pt x="332346" y="101108"/>
                </a:lnTo>
                <a:lnTo>
                  <a:pt x="348967" y="91878"/>
                </a:lnTo>
                <a:lnTo>
                  <a:pt x="365579" y="82648"/>
                </a:lnTo>
                <a:lnTo>
                  <a:pt x="382200" y="73419"/>
                </a:lnTo>
                <a:lnTo>
                  <a:pt x="398812" y="64179"/>
                </a:lnTo>
                <a:lnTo>
                  <a:pt x="415433" y="54950"/>
                </a:lnTo>
                <a:lnTo>
                  <a:pt x="432054" y="45720"/>
                </a:lnTo>
                <a:lnTo>
                  <a:pt x="448666" y="36490"/>
                </a:lnTo>
                <a:lnTo>
                  <a:pt x="465287" y="27261"/>
                </a:lnTo>
                <a:lnTo>
                  <a:pt x="481898" y="18021"/>
                </a:lnTo>
                <a:lnTo>
                  <a:pt x="498519" y="8792"/>
                </a:lnTo>
                <a:lnTo>
                  <a:pt x="514350" y="905"/>
                </a:lnTo>
                <a:lnTo>
                  <a:pt x="514350" y="19907"/>
                </a:lnTo>
                <a:lnTo>
                  <a:pt x="514350" y="38919"/>
                </a:lnTo>
                <a:lnTo>
                  <a:pt x="514350" y="57931"/>
                </a:lnTo>
                <a:lnTo>
                  <a:pt x="514350" y="76933"/>
                </a:lnTo>
                <a:lnTo>
                  <a:pt x="514350" y="95945"/>
                </a:lnTo>
                <a:lnTo>
                  <a:pt x="514350" y="114957"/>
                </a:lnTo>
                <a:lnTo>
                  <a:pt x="514350" y="133960"/>
                </a:lnTo>
                <a:lnTo>
                  <a:pt x="514350" y="152972"/>
                </a:lnTo>
                <a:lnTo>
                  <a:pt x="514350" y="171983"/>
                </a:lnTo>
                <a:lnTo>
                  <a:pt x="514350" y="190986"/>
                </a:lnTo>
                <a:lnTo>
                  <a:pt x="514350" y="209998"/>
                </a:lnTo>
                <a:lnTo>
                  <a:pt x="514350" y="229010"/>
                </a:lnTo>
                <a:lnTo>
                  <a:pt x="514350" y="248012"/>
                </a:lnTo>
                <a:lnTo>
                  <a:pt x="514350" y="267024"/>
                </a:lnTo>
                <a:lnTo>
                  <a:pt x="514350" y="286036"/>
                </a:lnTo>
                <a:lnTo>
                  <a:pt x="514350" y="305038"/>
                </a:lnTo>
                <a:lnTo>
                  <a:pt x="514350" y="324050"/>
                </a:lnTo>
                <a:lnTo>
                  <a:pt x="514350" y="343062"/>
                </a:lnTo>
                <a:lnTo>
                  <a:pt x="514350" y="362064"/>
                </a:lnTo>
                <a:lnTo>
                  <a:pt x="514350" y="381076"/>
                </a:lnTo>
                <a:lnTo>
                  <a:pt x="514350" y="400088"/>
                </a:lnTo>
                <a:lnTo>
                  <a:pt x="514350" y="419090"/>
                </a:lnTo>
                <a:lnTo>
                  <a:pt x="514350" y="438102"/>
                </a:lnTo>
                <a:lnTo>
                  <a:pt x="514350" y="457114"/>
                </a:lnTo>
                <a:lnTo>
                  <a:pt x="514350" y="476117"/>
                </a:lnTo>
                <a:lnTo>
                  <a:pt x="514350" y="495129"/>
                </a:lnTo>
                <a:lnTo>
                  <a:pt x="514350" y="514140"/>
                </a:lnTo>
                <a:lnTo>
                  <a:pt x="514350" y="533152"/>
                </a:lnTo>
                <a:lnTo>
                  <a:pt x="514350" y="552155"/>
                </a:lnTo>
                <a:lnTo>
                  <a:pt x="514350" y="571167"/>
                </a:lnTo>
                <a:lnTo>
                  <a:pt x="514350" y="590179"/>
                </a:lnTo>
                <a:lnTo>
                  <a:pt x="514350" y="609181"/>
                </a:lnTo>
                <a:lnTo>
                  <a:pt x="514350" y="628193"/>
                </a:lnTo>
                <a:lnTo>
                  <a:pt x="514350" y="647205"/>
                </a:lnTo>
                <a:lnTo>
                  <a:pt x="514350" y="666207"/>
                </a:lnTo>
                <a:lnTo>
                  <a:pt x="514350" y="685219"/>
                </a:lnTo>
                <a:lnTo>
                  <a:pt x="514350" y="704231"/>
                </a:lnTo>
                <a:lnTo>
                  <a:pt x="514350" y="723233"/>
                </a:lnTo>
                <a:lnTo>
                  <a:pt x="514350" y="742245"/>
                </a:lnTo>
                <a:lnTo>
                  <a:pt x="514350" y="761257"/>
                </a:lnTo>
                <a:lnTo>
                  <a:pt x="514350" y="780259"/>
                </a:lnTo>
                <a:lnTo>
                  <a:pt x="514350" y="799271"/>
                </a:lnTo>
                <a:lnTo>
                  <a:pt x="514350" y="818283"/>
                </a:lnTo>
                <a:lnTo>
                  <a:pt x="514350" y="837286"/>
                </a:lnTo>
                <a:lnTo>
                  <a:pt x="514350" y="856298"/>
                </a:lnTo>
                <a:lnTo>
                  <a:pt x="514350" y="875309"/>
                </a:lnTo>
                <a:lnTo>
                  <a:pt x="514350" y="894312"/>
                </a:lnTo>
                <a:lnTo>
                  <a:pt x="514350" y="913324"/>
                </a:lnTo>
                <a:lnTo>
                  <a:pt x="514350" y="932336"/>
                </a:lnTo>
                <a:lnTo>
                  <a:pt x="514350" y="951338"/>
                </a:lnTo>
                <a:lnTo>
                  <a:pt x="514350" y="970350"/>
                </a:lnTo>
                <a:lnTo>
                  <a:pt x="514350" y="989362"/>
                </a:lnTo>
                <a:lnTo>
                  <a:pt x="514350" y="1008364"/>
                </a:lnTo>
                <a:lnTo>
                  <a:pt x="514350" y="1027376"/>
                </a:lnTo>
                <a:lnTo>
                  <a:pt x="514350" y="1046388"/>
                </a:lnTo>
                <a:lnTo>
                  <a:pt x="514350" y="1065390"/>
                </a:lnTo>
                <a:lnTo>
                  <a:pt x="514350" y="1084402"/>
                </a:lnTo>
                <a:lnTo>
                  <a:pt x="514350" y="1103414"/>
                </a:lnTo>
                <a:lnTo>
                  <a:pt x="514350" y="1122426"/>
                </a:lnTo>
                <a:lnTo>
                  <a:pt x="514350" y="1141428"/>
                </a:lnTo>
                <a:lnTo>
                  <a:pt x="514350" y="1160440"/>
                </a:lnTo>
                <a:lnTo>
                  <a:pt x="506044" y="1174556"/>
                </a:lnTo>
                <a:lnTo>
                  <a:pt x="489423" y="1183786"/>
                </a:lnTo>
                <a:lnTo>
                  <a:pt x="472802" y="1193025"/>
                </a:lnTo>
                <a:lnTo>
                  <a:pt x="456190" y="1202255"/>
                </a:lnTo>
                <a:lnTo>
                  <a:pt x="439569" y="1211485"/>
                </a:lnTo>
                <a:lnTo>
                  <a:pt x="422958" y="1220714"/>
                </a:lnTo>
                <a:lnTo>
                  <a:pt x="406336" y="1229944"/>
                </a:lnTo>
                <a:lnTo>
                  <a:pt x="389715" y="1239183"/>
                </a:lnTo>
                <a:lnTo>
                  <a:pt x="373104" y="1248413"/>
                </a:lnTo>
                <a:lnTo>
                  <a:pt x="356483" y="1257643"/>
                </a:lnTo>
                <a:lnTo>
                  <a:pt x="339871" y="1266873"/>
                </a:lnTo>
                <a:lnTo>
                  <a:pt x="323250" y="1276102"/>
                </a:lnTo>
                <a:lnTo>
                  <a:pt x="306629" y="1285342"/>
                </a:lnTo>
                <a:lnTo>
                  <a:pt x="290017" y="1294571"/>
                </a:lnTo>
                <a:lnTo>
                  <a:pt x="273396" y="1303801"/>
                </a:lnTo>
                <a:lnTo>
                  <a:pt x="256784" y="1312593"/>
                </a:lnTo>
                <a:lnTo>
                  <a:pt x="240163" y="1303363"/>
                </a:lnTo>
                <a:lnTo>
                  <a:pt x="223542" y="1294133"/>
                </a:lnTo>
                <a:lnTo>
                  <a:pt x="206931" y="1284903"/>
                </a:lnTo>
                <a:lnTo>
                  <a:pt x="190310" y="1275664"/>
                </a:lnTo>
                <a:lnTo>
                  <a:pt x="173698" y="1266434"/>
                </a:lnTo>
                <a:lnTo>
                  <a:pt x="157077" y="1257205"/>
                </a:lnTo>
                <a:lnTo>
                  <a:pt x="140456" y="1247975"/>
                </a:lnTo>
                <a:lnTo>
                  <a:pt x="123844" y="1238745"/>
                </a:lnTo>
                <a:lnTo>
                  <a:pt x="107223" y="1229506"/>
                </a:lnTo>
                <a:lnTo>
                  <a:pt x="90611" y="1220276"/>
                </a:lnTo>
                <a:lnTo>
                  <a:pt x="73990" y="1211047"/>
                </a:lnTo>
                <a:lnTo>
                  <a:pt x="57369" y="1201817"/>
                </a:lnTo>
                <a:lnTo>
                  <a:pt x="40757" y="1192587"/>
                </a:lnTo>
                <a:lnTo>
                  <a:pt x="24136" y="1183357"/>
                </a:lnTo>
                <a:lnTo>
                  <a:pt x="7525" y="1174118"/>
                </a:lnTo>
                <a:lnTo>
                  <a:pt x="0" y="1159535"/>
                </a:lnTo>
                <a:lnTo>
                  <a:pt x="0" y="1140533"/>
                </a:lnTo>
                <a:lnTo>
                  <a:pt x="0" y="1121521"/>
                </a:lnTo>
                <a:lnTo>
                  <a:pt x="0" y="1102509"/>
                </a:lnTo>
                <a:lnTo>
                  <a:pt x="0" y="1083507"/>
                </a:lnTo>
                <a:lnTo>
                  <a:pt x="0" y="1064495"/>
                </a:lnTo>
                <a:lnTo>
                  <a:pt x="0" y="1045483"/>
                </a:lnTo>
                <a:lnTo>
                  <a:pt x="0" y="1026481"/>
                </a:lnTo>
                <a:lnTo>
                  <a:pt x="0" y="1007469"/>
                </a:lnTo>
                <a:lnTo>
                  <a:pt x="0" y="988457"/>
                </a:lnTo>
                <a:lnTo>
                  <a:pt x="0" y="969455"/>
                </a:lnTo>
                <a:lnTo>
                  <a:pt x="0" y="950443"/>
                </a:lnTo>
                <a:lnTo>
                  <a:pt x="0" y="931431"/>
                </a:lnTo>
                <a:lnTo>
                  <a:pt x="0" y="912419"/>
                </a:lnTo>
                <a:lnTo>
                  <a:pt x="0" y="893416"/>
                </a:lnTo>
                <a:lnTo>
                  <a:pt x="0" y="874405"/>
                </a:lnTo>
                <a:lnTo>
                  <a:pt x="0" y="855393"/>
                </a:lnTo>
                <a:lnTo>
                  <a:pt x="0" y="836390"/>
                </a:lnTo>
                <a:lnTo>
                  <a:pt x="0" y="817378"/>
                </a:lnTo>
                <a:lnTo>
                  <a:pt x="0" y="798366"/>
                </a:lnTo>
                <a:lnTo>
                  <a:pt x="0" y="779364"/>
                </a:lnTo>
                <a:lnTo>
                  <a:pt x="0" y="760352"/>
                </a:lnTo>
                <a:lnTo>
                  <a:pt x="0" y="741340"/>
                </a:lnTo>
                <a:lnTo>
                  <a:pt x="0" y="722338"/>
                </a:lnTo>
                <a:lnTo>
                  <a:pt x="0" y="703326"/>
                </a:lnTo>
                <a:lnTo>
                  <a:pt x="0" y="684314"/>
                </a:lnTo>
                <a:lnTo>
                  <a:pt x="0" y="665312"/>
                </a:lnTo>
                <a:lnTo>
                  <a:pt x="0" y="646300"/>
                </a:lnTo>
                <a:lnTo>
                  <a:pt x="0" y="627288"/>
                </a:lnTo>
                <a:lnTo>
                  <a:pt x="0" y="608286"/>
                </a:lnTo>
                <a:lnTo>
                  <a:pt x="0" y="589274"/>
                </a:lnTo>
                <a:lnTo>
                  <a:pt x="0" y="570262"/>
                </a:lnTo>
                <a:lnTo>
                  <a:pt x="0" y="551259"/>
                </a:lnTo>
                <a:lnTo>
                  <a:pt x="0" y="532247"/>
                </a:lnTo>
                <a:lnTo>
                  <a:pt x="0" y="513236"/>
                </a:lnTo>
                <a:lnTo>
                  <a:pt x="0" y="494233"/>
                </a:lnTo>
                <a:lnTo>
                  <a:pt x="0" y="475221"/>
                </a:lnTo>
                <a:lnTo>
                  <a:pt x="0" y="456209"/>
                </a:lnTo>
                <a:lnTo>
                  <a:pt x="0" y="437207"/>
                </a:lnTo>
                <a:lnTo>
                  <a:pt x="0" y="418195"/>
                </a:lnTo>
                <a:lnTo>
                  <a:pt x="0" y="399183"/>
                </a:lnTo>
                <a:lnTo>
                  <a:pt x="0" y="380181"/>
                </a:lnTo>
                <a:lnTo>
                  <a:pt x="0" y="361169"/>
                </a:lnTo>
                <a:lnTo>
                  <a:pt x="0" y="342157"/>
                </a:lnTo>
                <a:lnTo>
                  <a:pt x="0" y="323155"/>
                </a:lnTo>
                <a:lnTo>
                  <a:pt x="0" y="304143"/>
                </a:lnTo>
                <a:lnTo>
                  <a:pt x="0" y="285131"/>
                </a:lnTo>
                <a:lnTo>
                  <a:pt x="0" y="266119"/>
                </a:lnTo>
                <a:lnTo>
                  <a:pt x="0" y="247117"/>
                </a:lnTo>
                <a:lnTo>
                  <a:pt x="0" y="228105"/>
                </a:lnTo>
                <a:lnTo>
                  <a:pt x="0" y="209093"/>
                </a:lnTo>
                <a:lnTo>
                  <a:pt x="0" y="190090"/>
                </a:lnTo>
                <a:lnTo>
                  <a:pt x="0" y="171079"/>
                </a:lnTo>
                <a:lnTo>
                  <a:pt x="0" y="152067"/>
                </a:lnTo>
                <a:lnTo>
                  <a:pt x="0" y="133064"/>
                </a:lnTo>
                <a:lnTo>
                  <a:pt x="0" y="114052"/>
                </a:lnTo>
                <a:lnTo>
                  <a:pt x="0" y="95040"/>
                </a:lnTo>
                <a:lnTo>
                  <a:pt x="0" y="76038"/>
                </a:lnTo>
                <a:lnTo>
                  <a:pt x="0" y="57026"/>
                </a:lnTo>
                <a:lnTo>
                  <a:pt x="0" y="38014"/>
                </a:lnTo>
                <a:lnTo>
                  <a:pt x="0" y="19012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78A8D5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35" name="phase-title-2">
            <a:extLst xmlns:a="http://schemas.openxmlformats.org/drawingml/2006/main">
              <a:ext uri="{FF2B5EF4-FFF2-40B4-BE49-F238E27FC236}">
                <a16:creationId xmlns:a16="http://schemas.microsoft.com/office/drawing/2014/main" id="{10316B4C-B49B-4DA7-85C5-4937559E4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5082931"/>
            <a:ext cx="1428750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持续转化</a:t>
            </a:r>
          </a:p>
        </p:txBody>
      </p:sp>
      <p:sp>
        <p:nvSpPr>
          <p:cNvPr id="36" name="phase-body-2">
            <a:extLst xmlns:a="http://schemas.openxmlformats.org/drawingml/2006/main">
              <a:ext uri="{FF2B5EF4-FFF2-40B4-BE49-F238E27FC236}">
                <a16:creationId xmlns:a16="http://schemas.microsoft.com/office/drawing/2014/main" id="{3B633506-CCEB-4A62-A0BB-D006E2FE8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5437137"/>
            <a:ext cx="1428750" cy="587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让行动沉淀为</a:t>
            </a:r>
          </a:p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长期价值</a:t>
            </a:r>
          </a:p>
        </p:txBody>
      </p:sp>
      <p:sp>
        <p:nvSpPr>
          <p:cNvPr id="37" name="action-icon-shell-2-0">
            <a:extLst xmlns:a="http://schemas.openxmlformats.org/drawingml/2006/main">
              <a:ext uri="{FF2B5EF4-FFF2-40B4-BE49-F238E27FC236}">
                <a16:creationId xmlns:a16="http://schemas.microsoft.com/office/drawing/2014/main" id="{6E1C8AB7-6968-47FC-968D-5FEF9B48F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5382225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1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80f6127822d4417">
            <a:extLst>
              <a:ext uri="{96DAC541-7B7A-43D3-8B79-37D633B846F1}">
                <asvg:svgBlip xmlns:asvg="http://schemas.microsoft.com/office/drawing/2016/SVG/main" r:embed="Ra625b3a4d5e2492b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5458425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39" name="action-title-2-0">
            <a:extLst xmlns:a="http://schemas.openxmlformats.org/drawingml/2006/main">
              <a:ext uri="{FF2B5EF4-FFF2-40B4-BE49-F238E27FC236}">
                <a16:creationId xmlns:a16="http://schemas.microsoft.com/office/drawing/2014/main" id="{24E8D68A-A5A8-4A3F-B6F9-433C70193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5321198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数据打通</a:t>
            </a:r>
          </a:p>
        </p:txBody>
      </p:sp>
      <p:sp>
        <p:nvSpPr>
          <p:cNvPr id="40" name="action-body-2-0">
            <a:extLst xmlns:a="http://schemas.openxmlformats.org/drawingml/2006/main">
              <a:ext uri="{FF2B5EF4-FFF2-40B4-BE49-F238E27FC236}">
                <a16:creationId xmlns:a16="http://schemas.microsoft.com/office/drawing/2014/main" id="{745F9082-6FD1-400D-B927-C9475D065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5549798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统一分析对象</a:t>
            </a:r>
          </a:p>
        </p:txBody>
      </p:sp>
      <p:sp>
        <p:nvSpPr>
          <p:cNvPr id="41" name="action-icon-shell-2-1">
            <a:extLst xmlns:a="http://schemas.openxmlformats.org/drawingml/2006/main">
              <a:ext uri="{FF2B5EF4-FFF2-40B4-BE49-F238E27FC236}">
                <a16:creationId xmlns:a16="http://schemas.microsoft.com/office/drawing/2014/main" id="{8B2B27E8-97F7-498D-9323-89A43B452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5382225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1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2213e26678a41fc">
            <a:extLst>
              <a:ext uri="{96DAC541-7B7A-43D3-8B79-37D633B846F1}">
                <asvg:svgBlip xmlns:asvg="http://schemas.microsoft.com/office/drawing/2016/SVG/main" r:embed="Ra1b027bd7a00405b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5458425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43" name="action-title-2-1">
            <a:extLst xmlns:a="http://schemas.openxmlformats.org/drawingml/2006/main">
              <a:ext uri="{FF2B5EF4-FFF2-40B4-BE49-F238E27FC236}">
                <a16:creationId xmlns:a16="http://schemas.microsoft.com/office/drawing/2014/main" id="{BA4AD412-79D2-4542-9836-9956BB3CE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5321198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自动分群</a:t>
            </a:r>
          </a:p>
        </p:txBody>
      </p:sp>
      <p:sp>
        <p:nvSpPr>
          <p:cNvPr id="44" name="action-body-2-1">
            <a:extLst xmlns:a="http://schemas.openxmlformats.org/drawingml/2006/main">
              <a:ext uri="{FF2B5EF4-FFF2-40B4-BE49-F238E27FC236}">
                <a16:creationId xmlns:a16="http://schemas.microsoft.com/office/drawing/2014/main" id="{C5B6639E-6A04-41D5-BD6F-35C6BBBB6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5549798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指导持续运营</a:t>
            </a:r>
          </a:p>
        </p:txBody>
      </p:sp>
      <p:sp>
        <p:nvSpPr>
          <p:cNvPr id="45" name="funnel-step-body-0">
            <a:extLst xmlns:a="http://schemas.openxmlformats.org/drawingml/2006/main">
              <a:ext uri="{FF2B5EF4-FFF2-40B4-BE49-F238E27FC236}">
                <a16:creationId xmlns:a16="http://schemas.microsoft.com/office/drawing/2014/main" id="{4EFBDA59-5A7A-4CE6-B185-9E8053297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52750" y="2514600"/>
            <a:ext cx="3332188" cy="533267"/>
          </a:xfrm>
          <a:custGeom xmlns:a="http://schemas.openxmlformats.org/drawingml/2006/main">
            <a:pathLst>
              <a:path w="3332188" h="533267">
                <a:moveTo>
                  <a:pt x="0" y="0"/>
                </a:moveTo>
                <a:lnTo>
                  <a:pt x="15497" y="25813"/>
                </a:lnTo>
                <a:lnTo>
                  <a:pt x="30985" y="51616"/>
                </a:lnTo>
                <a:lnTo>
                  <a:pt x="46482" y="77429"/>
                </a:lnTo>
                <a:lnTo>
                  <a:pt x="61979" y="103241"/>
                </a:lnTo>
                <a:lnTo>
                  <a:pt x="77467" y="129045"/>
                </a:lnTo>
                <a:lnTo>
                  <a:pt x="92964" y="154857"/>
                </a:lnTo>
                <a:lnTo>
                  <a:pt x="108461" y="180661"/>
                </a:lnTo>
                <a:lnTo>
                  <a:pt x="123949" y="206473"/>
                </a:lnTo>
                <a:lnTo>
                  <a:pt x="139446" y="232286"/>
                </a:lnTo>
                <a:lnTo>
                  <a:pt x="154943" y="258089"/>
                </a:lnTo>
                <a:lnTo>
                  <a:pt x="170431" y="283902"/>
                </a:lnTo>
                <a:lnTo>
                  <a:pt x="185928" y="309715"/>
                </a:lnTo>
                <a:lnTo>
                  <a:pt x="201425" y="335518"/>
                </a:lnTo>
                <a:lnTo>
                  <a:pt x="216913" y="361331"/>
                </a:lnTo>
                <a:lnTo>
                  <a:pt x="232410" y="387134"/>
                </a:lnTo>
                <a:lnTo>
                  <a:pt x="247898" y="412947"/>
                </a:lnTo>
                <a:lnTo>
                  <a:pt x="263395" y="438760"/>
                </a:lnTo>
                <a:lnTo>
                  <a:pt x="278892" y="464563"/>
                </a:lnTo>
                <a:lnTo>
                  <a:pt x="301171" y="482298"/>
                </a:lnTo>
                <a:lnTo>
                  <a:pt x="330537" y="488842"/>
                </a:lnTo>
                <a:lnTo>
                  <a:pt x="360293" y="493376"/>
                </a:lnTo>
                <a:lnTo>
                  <a:pt x="390182" y="496976"/>
                </a:lnTo>
                <a:lnTo>
                  <a:pt x="420129" y="500015"/>
                </a:lnTo>
                <a:lnTo>
                  <a:pt x="450113" y="502653"/>
                </a:lnTo>
                <a:lnTo>
                  <a:pt x="480127" y="505006"/>
                </a:lnTo>
                <a:lnTo>
                  <a:pt x="510159" y="507121"/>
                </a:lnTo>
                <a:lnTo>
                  <a:pt x="540201" y="509045"/>
                </a:lnTo>
                <a:lnTo>
                  <a:pt x="570243" y="510797"/>
                </a:lnTo>
                <a:lnTo>
                  <a:pt x="600304" y="512435"/>
                </a:lnTo>
                <a:lnTo>
                  <a:pt x="630374" y="513940"/>
                </a:lnTo>
                <a:lnTo>
                  <a:pt x="660444" y="515350"/>
                </a:lnTo>
                <a:lnTo>
                  <a:pt x="690515" y="516674"/>
                </a:lnTo>
                <a:lnTo>
                  <a:pt x="720595" y="517893"/>
                </a:lnTo>
                <a:lnTo>
                  <a:pt x="750675" y="519046"/>
                </a:lnTo>
                <a:lnTo>
                  <a:pt x="780755" y="520132"/>
                </a:lnTo>
                <a:lnTo>
                  <a:pt x="810844" y="521160"/>
                </a:lnTo>
                <a:lnTo>
                  <a:pt x="840924" y="522122"/>
                </a:lnTo>
                <a:lnTo>
                  <a:pt x="871014" y="523027"/>
                </a:lnTo>
                <a:lnTo>
                  <a:pt x="901113" y="523875"/>
                </a:lnTo>
                <a:lnTo>
                  <a:pt x="931202" y="524675"/>
                </a:lnTo>
                <a:lnTo>
                  <a:pt x="961292" y="525428"/>
                </a:lnTo>
                <a:lnTo>
                  <a:pt x="991391" y="526142"/>
                </a:lnTo>
                <a:lnTo>
                  <a:pt x="1021480" y="526809"/>
                </a:lnTo>
                <a:lnTo>
                  <a:pt x="1051579" y="527437"/>
                </a:lnTo>
                <a:lnTo>
                  <a:pt x="1081678" y="528028"/>
                </a:lnTo>
                <a:lnTo>
                  <a:pt x="1111777" y="528590"/>
                </a:lnTo>
                <a:lnTo>
                  <a:pt x="1141876" y="529104"/>
                </a:lnTo>
                <a:lnTo>
                  <a:pt x="1171975" y="529590"/>
                </a:lnTo>
                <a:lnTo>
                  <a:pt x="1202074" y="530038"/>
                </a:lnTo>
                <a:lnTo>
                  <a:pt x="1232173" y="530457"/>
                </a:lnTo>
                <a:lnTo>
                  <a:pt x="1262272" y="530838"/>
                </a:lnTo>
                <a:lnTo>
                  <a:pt x="1292371" y="531200"/>
                </a:lnTo>
                <a:lnTo>
                  <a:pt x="1322470" y="531514"/>
                </a:lnTo>
                <a:lnTo>
                  <a:pt x="1352579" y="531819"/>
                </a:lnTo>
                <a:lnTo>
                  <a:pt x="1382678" y="532086"/>
                </a:lnTo>
                <a:lnTo>
                  <a:pt x="1412777" y="532333"/>
                </a:lnTo>
                <a:lnTo>
                  <a:pt x="1442876" y="532533"/>
                </a:lnTo>
                <a:lnTo>
                  <a:pt x="1472984" y="532733"/>
                </a:lnTo>
                <a:lnTo>
                  <a:pt x="1503083" y="532876"/>
                </a:lnTo>
                <a:lnTo>
                  <a:pt x="1533182" y="533019"/>
                </a:lnTo>
                <a:lnTo>
                  <a:pt x="1563291" y="533114"/>
                </a:lnTo>
                <a:lnTo>
                  <a:pt x="1593390" y="533200"/>
                </a:lnTo>
                <a:lnTo>
                  <a:pt x="1623498" y="533238"/>
                </a:lnTo>
                <a:lnTo>
                  <a:pt x="1653597" y="533267"/>
                </a:lnTo>
                <a:lnTo>
                  <a:pt x="1683696" y="533267"/>
                </a:lnTo>
                <a:lnTo>
                  <a:pt x="1713805" y="533238"/>
                </a:lnTo>
                <a:lnTo>
                  <a:pt x="1743904" y="533181"/>
                </a:lnTo>
                <a:lnTo>
                  <a:pt x="1774012" y="533105"/>
                </a:lnTo>
                <a:lnTo>
                  <a:pt x="1804111" y="533000"/>
                </a:lnTo>
                <a:lnTo>
                  <a:pt x="1834210" y="532857"/>
                </a:lnTo>
                <a:lnTo>
                  <a:pt x="1864319" y="532714"/>
                </a:lnTo>
                <a:lnTo>
                  <a:pt x="1894418" y="532514"/>
                </a:lnTo>
                <a:lnTo>
                  <a:pt x="1924517" y="532314"/>
                </a:lnTo>
                <a:lnTo>
                  <a:pt x="1954625" y="532047"/>
                </a:lnTo>
                <a:lnTo>
                  <a:pt x="1984724" y="531790"/>
                </a:lnTo>
                <a:lnTo>
                  <a:pt x="2014823" y="531476"/>
                </a:lnTo>
                <a:lnTo>
                  <a:pt x="2044922" y="531162"/>
                </a:lnTo>
                <a:lnTo>
                  <a:pt x="2075021" y="530790"/>
                </a:lnTo>
                <a:lnTo>
                  <a:pt x="2105130" y="530409"/>
                </a:lnTo>
                <a:lnTo>
                  <a:pt x="2135229" y="529981"/>
                </a:lnTo>
                <a:lnTo>
                  <a:pt x="2165328" y="529533"/>
                </a:lnTo>
                <a:lnTo>
                  <a:pt x="2195427" y="529047"/>
                </a:lnTo>
                <a:lnTo>
                  <a:pt x="2225526" y="528523"/>
                </a:lnTo>
                <a:lnTo>
                  <a:pt x="2255615" y="527961"/>
                </a:lnTo>
                <a:lnTo>
                  <a:pt x="2285714" y="527371"/>
                </a:lnTo>
                <a:lnTo>
                  <a:pt x="2315813" y="526733"/>
                </a:lnTo>
                <a:lnTo>
                  <a:pt x="2345912" y="526056"/>
                </a:lnTo>
                <a:lnTo>
                  <a:pt x="2376002" y="525342"/>
                </a:lnTo>
                <a:lnTo>
                  <a:pt x="2406091" y="524580"/>
                </a:lnTo>
                <a:lnTo>
                  <a:pt x="2436190" y="523780"/>
                </a:lnTo>
                <a:lnTo>
                  <a:pt x="2466280" y="522923"/>
                </a:lnTo>
                <a:lnTo>
                  <a:pt x="2496369" y="522008"/>
                </a:lnTo>
                <a:lnTo>
                  <a:pt x="2526459" y="521037"/>
                </a:lnTo>
                <a:lnTo>
                  <a:pt x="2556539" y="520008"/>
                </a:lnTo>
                <a:lnTo>
                  <a:pt x="2586619" y="518922"/>
                </a:lnTo>
                <a:lnTo>
                  <a:pt x="2616698" y="517760"/>
                </a:lnTo>
                <a:lnTo>
                  <a:pt x="2646778" y="516522"/>
                </a:lnTo>
                <a:lnTo>
                  <a:pt x="2676849" y="515188"/>
                </a:lnTo>
                <a:lnTo>
                  <a:pt x="2706919" y="513769"/>
                </a:lnTo>
                <a:lnTo>
                  <a:pt x="2736990" y="512245"/>
                </a:lnTo>
                <a:lnTo>
                  <a:pt x="2767041" y="510597"/>
                </a:lnTo>
                <a:lnTo>
                  <a:pt x="2797092" y="508826"/>
                </a:lnTo>
                <a:lnTo>
                  <a:pt x="2827134" y="506882"/>
                </a:lnTo>
                <a:lnTo>
                  <a:pt x="2857157" y="504739"/>
                </a:lnTo>
                <a:lnTo>
                  <a:pt x="2887170" y="502368"/>
                </a:lnTo>
                <a:lnTo>
                  <a:pt x="2917155" y="499682"/>
                </a:lnTo>
                <a:lnTo>
                  <a:pt x="2947092" y="496586"/>
                </a:lnTo>
                <a:lnTo>
                  <a:pt x="2976972" y="492900"/>
                </a:lnTo>
                <a:lnTo>
                  <a:pt x="3006700" y="488213"/>
                </a:lnTo>
                <a:lnTo>
                  <a:pt x="3035970" y="481241"/>
                </a:lnTo>
                <a:lnTo>
                  <a:pt x="3056687" y="461524"/>
                </a:lnTo>
                <a:lnTo>
                  <a:pt x="3072184" y="435712"/>
                </a:lnTo>
                <a:lnTo>
                  <a:pt x="3087672" y="409908"/>
                </a:lnTo>
                <a:lnTo>
                  <a:pt x="3103169" y="384096"/>
                </a:lnTo>
                <a:lnTo>
                  <a:pt x="3118666" y="358283"/>
                </a:lnTo>
                <a:lnTo>
                  <a:pt x="3134154" y="332480"/>
                </a:lnTo>
                <a:lnTo>
                  <a:pt x="3149651" y="306667"/>
                </a:lnTo>
                <a:lnTo>
                  <a:pt x="3165148" y="280854"/>
                </a:lnTo>
                <a:lnTo>
                  <a:pt x="3180636" y="255051"/>
                </a:lnTo>
                <a:lnTo>
                  <a:pt x="3196133" y="229238"/>
                </a:lnTo>
                <a:lnTo>
                  <a:pt x="3211630" y="203435"/>
                </a:lnTo>
                <a:lnTo>
                  <a:pt x="3227118" y="177622"/>
                </a:lnTo>
                <a:lnTo>
                  <a:pt x="3242615" y="151809"/>
                </a:lnTo>
                <a:lnTo>
                  <a:pt x="3258112" y="126006"/>
                </a:lnTo>
                <a:lnTo>
                  <a:pt x="3273600" y="100193"/>
                </a:lnTo>
                <a:lnTo>
                  <a:pt x="3289097" y="74381"/>
                </a:lnTo>
                <a:lnTo>
                  <a:pt x="3304584" y="48578"/>
                </a:lnTo>
                <a:lnTo>
                  <a:pt x="3320082" y="22765"/>
                </a:lnTo>
                <a:lnTo>
                  <a:pt x="3332188" y="3086"/>
                </a:lnTo>
                <a:lnTo>
                  <a:pt x="3304070" y="13059"/>
                </a:lnTo>
                <a:lnTo>
                  <a:pt x="3274409" y="18155"/>
                </a:lnTo>
                <a:lnTo>
                  <a:pt x="3244548" y="21965"/>
                </a:lnTo>
                <a:lnTo>
                  <a:pt x="3214602" y="25079"/>
                </a:lnTo>
                <a:lnTo>
                  <a:pt x="3184617" y="27746"/>
                </a:lnTo>
                <a:lnTo>
                  <a:pt x="3154613" y="30109"/>
                </a:lnTo>
                <a:lnTo>
                  <a:pt x="3124581" y="32223"/>
                </a:lnTo>
                <a:lnTo>
                  <a:pt x="3094539" y="34138"/>
                </a:lnTo>
                <a:lnTo>
                  <a:pt x="3064488" y="35890"/>
                </a:lnTo>
                <a:lnTo>
                  <a:pt x="3034427" y="37519"/>
                </a:lnTo>
                <a:lnTo>
                  <a:pt x="3004366" y="39043"/>
                </a:lnTo>
                <a:lnTo>
                  <a:pt x="2974296" y="40453"/>
                </a:lnTo>
                <a:lnTo>
                  <a:pt x="2944225" y="41777"/>
                </a:lnTo>
                <a:lnTo>
                  <a:pt x="2914145" y="43015"/>
                </a:lnTo>
                <a:lnTo>
                  <a:pt x="2884065" y="44186"/>
                </a:lnTo>
                <a:lnTo>
                  <a:pt x="2853985" y="45291"/>
                </a:lnTo>
                <a:lnTo>
                  <a:pt x="2823896" y="46339"/>
                </a:lnTo>
                <a:lnTo>
                  <a:pt x="2793816" y="47339"/>
                </a:lnTo>
                <a:lnTo>
                  <a:pt x="2763726" y="48282"/>
                </a:lnTo>
                <a:lnTo>
                  <a:pt x="2733637" y="49168"/>
                </a:lnTo>
                <a:lnTo>
                  <a:pt x="2703547" y="50025"/>
                </a:lnTo>
                <a:lnTo>
                  <a:pt x="2673448" y="50835"/>
                </a:lnTo>
                <a:lnTo>
                  <a:pt x="2643359" y="51597"/>
                </a:lnTo>
                <a:lnTo>
                  <a:pt x="2613269" y="52330"/>
                </a:lnTo>
                <a:lnTo>
                  <a:pt x="2583170" y="53026"/>
                </a:lnTo>
                <a:lnTo>
                  <a:pt x="2553071" y="53692"/>
                </a:lnTo>
                <a:lnTo>
                  <a:pt x="2522982" y="54321"/>
                </a:lnTo>
                <a:lnTo>
                  <a:pt x="2492883" y="54921"/>
                </a:lnTo>
                <a:lnTo>
                  <a:pt x="2462784" y="55493"/>
                </a:lnTo>
                <a:lnTo>
                  <a:pt x="2432685" y="56036"/>
                </a:lnTo>
                <a:lnTo>
                  <a:pt x="2402586" y="56550"/>
                </a:lnTo>
                <a:lnTo>
                  <a:pt x="2372487" y="57036"/>
                </a:lnTo>
                <a:lnTo>
                  <a:pt x="2342388" y="57502"/>
                </a:lnTo>
                <a:lnTo>
                  <a:pt x="2312289" y="57941"/>
                </a:lnTo>
                <a:lnTo>
                  <a:pt x="2282190" y="58360"/>
                </a:lnTo>
                <a:lnTo>
                  <a:pt x="2252091" y="58741"/>
                </a:lnTo>
                <a:lnTo>
                  <a:pt x="2221992" y="59112"/>
                </a:lnTo>
                <a:lnTo>
                  <a:pt x="2191893" y="59455"/>
                </a:lnTo>
                <a:lnTo>
                  <a:pt x="2161784" y="59788"/>
                </a:lnTo>
                <a:lnTo>
                  <a:pt x="2131685" y="60084"/>
                </a:lnTo>
                <a:lnTo>
                  <a:pt x="2101586" y="60360"/>
                </a:lnTo>
                <a:lnTo>
                  <a:pt x="2071487" y="60617"/>
                </a:lnTo>
                <a:lnTo>
                  <a:pt x="2041379" y="60874"/>
                </a:lnTo>
                <a:lnTo>
                  <a:pt x="2011280" y="61093"/>
                </a:lnTo>
                <a:lnTo>
                  <a:pt x="1981181" y="61293"/>
                </a:lnTo>
                <a:lnTo>
                  <a:pt x="1951072" y="61465"/>
                </a:lnTo>
                <a:lnTo>
                  <a:pt x="1920973" y="61636"/>
                </a:lnTo>
                <a:lnTo>
                  <a:pt x="1890874" y="61789"/>
                </a:lnTo>
                <a:lnTo>
                  <a:pt x="1860766" y="61903"/>
                </a:lnTo>
                <a:lnTo>
                  <a:pt x="1830667" y="62017"/>
                </a:lnTo>
                <a:lnTo>
                  <a:pt x="1800558" y="62103"/>
                </a:lnTo>
                <a:lnTo>
                  <a:pt x="1770459" y="62170"/>
                </a:lnTo>
                <a:lnTo>
                  <a:pt x="1740360" y="62236"/>
                </a:lnTo>
                <a:lnTo>
                  <a:pt x="1710252" y="62255"/>
                </a:lnTo>
                <a:lnTo>
                  <a:pt x="1680153" y="62284"/>
                </a:lnTo>
                <a:lnTo>
                  <a:pt x="1650054" y="62284"/>
                </a:lnTo>
                <a:lnTo>
                  <a:pt x="1619945" y="62255"/>
                </a:lnTo>
                <a:lnTo>
                  <a:pt x="1589846" y="62236"/>
                </a:lnTo>
                <a:lnTo>
                  <a:pt x="1559738" y="62160"/>
                </a:lnTo>
                <a:lnTo>
                  <a:pt x="1529639" y="62093"/>
                </a:lnTo>
                <a:lnTo>
                  <a:pt x="1499540" y="62008"/>
                </a:lnTo>
                <a:lnTo>
                  <a:pt x="1469431" y="61884"/>
                </a:lnTo>
                <a:lnTo>
                  <a:pt x="1439332" y="61770"/>
                </a:lnTo>
                <a:lnTo>
                  <a:pt x="1409224" y="61617"/>
                </a:lnTo>
                <a:lnTo>
                  <a:pt x="1379125" y="61446"/>
                </a:lnTo>
                <a:lnTo>
                  <a:pt x="1349026" y="61274"/>
                </a:lnTo>
                <a:lnTo>
                  <a:pt x="1318927" y="61055"/>
                </a:lnTo>
                <a:lnTo>
                  <a:pt x="1288818" y="60836"/>
                </a:lnTo>
                <a:lnTo>
                  <a:pt x="1258719" y="60589"/>
                </a:lnTo>
                <a:lnTo>
                  <a:pt x="1228620" y="60322"/>
                </a:lnTo>
                <a:lnTo>
                  <a:pt x="1198512" y="60055"/>
                </a:lnTo>
                <a:lnTo>
                  <a:pt x="1168413" y="59750"/>
                </a:lnTo>
                <a:lnTo>
                  <a:pt x="1138314" y="59417"/>
                </a:lnTo>
                <a:lnTo>
                  <a:pt x="1108215" y="59074"/>
                </a:lnTo>
                <a:lnTo>
                  <a:pt x="1078116" y="58703"/>
                </a:lnTo>
                <a:lnTo>
                  <a:pt x="1048007" y="58303"/>
                </a:lnTo>
                <a:lnTo>
                  <a:pt x="1017908" y="57893"/>
                </a:lnTo>
                <a:lnTo>
                  <a:pt x="987809" y="57445"/>
                </a:lnTo>
                <a:lnTo>
                  <a:pt x="957710" y="56979"/>
                </a:lnTo>
                <a:lnTo>
                  <a:pt x="927611" y="56493"/>
                </a:lnTo>
                <a:lnTo>
                  <a:pt x="897512" y="55969"/>
                </a:lnTo>
                <a:lnTo>
                  <a:pt x="867413" y="55426"/>
                </a:lnTo>
                <a:lnTo>
                  <a:pt x="837324" y="54854"/>
                </a:lnTo>
                <a:lnTo>
                  <a:pt x="807225" y="54254"/>
                </a:lnTo>
                <a:lnTo>
                  <a:pt x="777126" y="53616"/>
                </a:lnTo>
                <a:lnTo>
                  <a:pt x="747036" y="52949"/>
                </a:lnTo>
                <a:lnTo>
                  <a:pt x="716937" y="52245"/>
                </a:lnTo>
                <a:lnTo>
                  <a:pt x="686848" y="51511"/>
                </a:lnTo>
                <a:lnTo>
                  <a:pt x="656749" y="50740"/>
                </a:lnTo>
                <a:lnTo>
                  <a:pt x="626659" y="49921"/>
                </a:lnTo>
                <a:lnTo>
                  <a:pt x="596570" y="49073"/>
                </a:lnTo>
                <a:lnTo>
                  <a:pt x="566480" y="48168"/>
                </a:lnTo>
                <a:lnTo>
                  <a:pt x="536391" y="47225"/>
                </a:lnTo>
                <a:lnTo>
                  <a:pt x="506301" y="46225"/>
                </a:lnTo>
                <a:lnTo>
                  <a:pt x="476221" y="45168"/>
                </a:lnTo>
                <a:lnTo>
                  <a:pt x="446141" y="44053"/>
                </a:lnTo>
                <a:lnTo>
                  <a:pt x="416062" y="42872"/>
                </a:lnTo>
                <a:lnTo>
                  <a:pt x="385982" y="41624"/>
                </a:lnTo>
                <a:lnTo>
                  <a:pt x="355911" y="40291"/>
                </a:lnTo>
                <a:lnTo>
                  <a:pt x="325841" y="38862"/>
                </a:lnTo>
                <a:lnTo>
                  <a:pt x="295780" y="37338"/>
                </a:lnTo>
                <a:lnTo>
                  <a:pt x="265719" y="35700"/>
                </a:lnTo>
                <a:lnTo>
                  <a:pt x="235668" y="33919"/>
                </a:lnTo>
                <a:lnTo>
                  <a:pt x="205626" y="31975"/>
                </a:lnTo>
                <a:lnTo>
                  <a:pt x="175603" y="29842"/>
                </a:lnTo>
                <a:lnTo>
                  <a:pt x="145590" y="27451"/>
                </a:lnTo>
                <a:lnTo>
                  <a:pt x="115614" y="24736"/>
                </a:lnTo>
                <a:lnTo>
                  <a:pt x="85677" y="21555"/>
                </a:lnTo>
                <a:lnTo>
                  <a:pt x="55836" y="17650"/>
                </a:lnTo>
                <a:lnTo>
                  <a:pt x="26213" y="12306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46" name="funnel-step-cap-0">
            <a:extLst xmlns:a="http://schemas.openxmlformats.org/drawingml/2006/main">
              <a:ext uri="{FF2B5EF4-FFF2-40B4-BE49-F238E27FC236}">
                <a16:creationId xmlns:a16="http://schemas.microsoft.com/office/drawing/2014/main" id="{3F53CCE2-622F-46E5-9410-234A210B0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52750" y="2425951"/>
            <a:ext cx="3333750" cy="17728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47" name="funnel-step-body-1">
            <a:extLst xmlns:a="http://schemas.openxmlformats.org/drawingml/2006/main">
              <a:ext uri="{FF2B5EF4-FFF2-40B4-BE49-F238E27FC236}">
                <a16:creationId xmlns:a16="http://schemas.microsoft.com/office/drawing/2014/main" id="{EEA7253E-F4EA-43A3-87D1-5E3C3E9ED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235452" y="3116294"/>
            <a:ext cx="2765384" cy="533210"/>
          </a:xfrm>
          <a:custGeom xmlns:a="http://schemas.openxmlformats.org/drawingml/2006/main">
            <a:pathLst>
              <a:path w="2765384" h="533210">
                <a:moveTo>
                  <a:pt x="0" y="0"/>
                </a:moveTo>
                <a:lnTo>
                  <a:pt x="10735" y="23355"/>
                </a:lnTo>
                <a:lnTo>
                  <a:pt x="21460" y="46701"/>
                </a:lnTo>
                <a:lnTo>
                  <a:pt x="32195" y="70056"/>
                </a:lnTo>
                <a:lnTo>
                  <a:pt x="42920" y="93402"/>
                </a:lnTo>
                <a:lnTo>
                  <a:pt x="53654" y="116757"/>
                </a:lnTo>
                <a:lnTo>
                  <a:pt x="64389" y="140103"/>
                </a:lnTo>
                <a:lnTo>
                  <a:pt x="75114" y="163459"/>
                </a:lnTo>
                <a:lnTo>
                  <a:pt x="85849" y="186804"/>
                </a:lnTo>
                <a:lnTo>
                  <a:pt x="96574" y="210160"/>
                </a:lnTo>
                <a:lnTo>
                  <a:pt x="107309" y="233515"/>
                </a:lnTo>
                <a:lnTo>
                  <a:pt x="118043" y="256861"/>
                </a:lnTo>
                <a:lnTo>
                  <a:pt x="128768" y="280216"/>
                </a:lnTo>
                <a:lnTo>
                  <a:pt x="139503" y="303562"/>
                </a:lnTo>
                <a:lnTo>
                  <a:pt x="150228" y="326917"/>
                </a:lnTo>
                <a:lnTo>
                  <a:pt x="160963" y="350263"/>
                </a:lnTo>
                <a:lnTo>
                  <a:pt x="171698" y="373618"/>
                </a:lnTo>
                <a:lnTo>
                  <a:pt x="182423" y="396973"/>
                </a:lnTo>
                <a:lnTo>
                  <a:pt x="193157" y="420319"/>
                </a:lnTo>
                <a:lnTo>
                  <a:pt x="203892" y="443675"/>
                </a:lnTo>
                <a:lnTo>
                  <a:pt x="214617" y="467020"/>
                </a:lnTo>
                <a:lnTo>
                  <a:pt x="233105" y="482670"/>
                </a:lnTo>
                <a:lnTo>
                  <a:pt x="257985" y="489071"/>
                </a:lnTo>
                <a:lnTo>
                  <a:pt x="283283" y="493576"/>
                </a:lnTo>
                <a:lnTo>
                  <a:pt x="308724" y="497157"/>
                </a:lnTo>
                <a:lnTo>
                  <a:pt x="334242" y="500196"/>
                </a:lnTo>
                <a:lnTo>
                  <a:pt x="359807" y="502834"/>
                </a:lnTo>
                <a:lnTo>
                  <a:pt x="385401" y="505177"/>
                </a:lnTo>
                <a:lnTo>
                  <a:pt x="411013" y="507292"/>
                </a:lnTo>
                <a:lnTo>
                  <a:pt x="436636" y="509207"/>
                </a:lnTo>
                <a:lnTo>
                  <a:pt x="462277" y="510978"/>
                </a:lnTo>
                <a:lnTo>
                  <a:pt x="487928" y="512607"/>
                </a:lnTo>
                <a:lnTo>
                  <a:pt x="513578" y="514112"/>
                </a:lnTo>
                <a:lnTo>
                  <a:pt x="539239" y="515522"/>
                </a:lnTo>
                <a:lnTo>
                  <a:pt x="564899" y="516836"/>
                </a:lnTo>
                <a:lnTo>
                  <a:pt x="590569" y="518065"/>
                </a:lnTo>
                <a:lnTo>
                  <a:pt x="616248" y="519217"/>
                </a:lnTo>
                <a:lnTo>
                  <a:pt x="641918" y="520303"/>
                </a:lnTo>
                <a:lnTo>
                  <a:pt x="667598" y="521322"/>
                </a:lnTo>
                <a:lnTo>
                  <a:pt x="693277" y="522275"/>
                </a:lnTo>
                <a:lnTo>
                  <a:pt x="718966" y="523170"/>
                </a:lnTo>
                <a:lnTo>
                  <a:pt x="744645" y="524018"/>
                </a:lnTo>
                <a:lnTo>
                  <a:pt x="770334" y="524818"/>
                </a:lnTo>
                <a:lnTo>
                  <a:pt x="796023" y="525570"/>
                </a:lnTo>
                <a:lnTo>
                  <a:pt x="821712" y="526275"/>
                </a:lnTo>
                <a:lnTo>
                  <a:pt x="847401" y="526942"/>
                </a:lnTo>
                <a:lnTo>
                  <a:pt x="873090" y="527571"/>
                </a:lnTo>
                <a:lnTo>
                  <a:pt x="898789" y="528152"/>
                </a:lnTo>
                <a:lnTo>
                  <a:pt x="924477" y="528704"/>
                </a:lnTo>
                <a:lnTo>
                  <a:pt x="950176" y="529219"/>
                </a:lnTo>
                <a:lnTo>
                  <a:pt x="975865" y="529695"/>
                </a:lnTo>
                <a:lnTo>
                  <a:pt x="1001563" y="530133"/>
                </a:lnTo>
                <a:lnTo>
                  <a:pt x="1027262" y="530543"/>
                </a:lnTo>
                <a:lnTo>
                  <a:pt x="1052951" y="530924"/>
                </a:lnTo>
                <a:lnTo>
                  <a:pt x="1078649" y="531276"/>
                </a:lnTo>
                <a:lnTo>
                  <a:pt x="1104348" y="531590"/>
                </a:lnTo>
                <a:lnTo>
                  <a:pt x="1130046" y="531876"/>
                </a:lnTo>
                <a:lnTo>
                  <a:pt x="1155744" y="532133"/>
                </a:lnTo>
                <a:lnTo>
                  <a:pt x="1181443" y="532352"/>
                </a:lnTo>
                <a:lnTo>
                  <a:pt x="1207141" y="532562"/>
                </a:lnTo>
                <a:lnTo>
                  <a:pt x="1232830" y="532733"/>
                </a:lnTo>
                <a:lnTo>
                  <a:pt x="1258529" y="532876"/>
                </a:lnTo>
                <a:lnTo>
                  <a:pt x="1284227" y="533000"/>
                </a:lnTo>
                <a:lnTo>
                  <a:pt x="1309926" y="533086"/>
                </a:lnTo>
                <a:lnTo>
                  <a:pt x="1335634" y="533152"/>
                </a:lnTo>
                <a:lnTo>
                  <a:pt x="1361332" y="533181"/>
                </a:lnTo>
                <a:lnTo>
                  <a:pt x="1387031" y="533210"/>
                </a:lnTo>
                <a:lnTo>
                  <a:pt x="1412729" y="533181"/>
                </a:lnTo>
                <a:lnTo>
                  <a:pt x="1438427" y="533152"/>
                </a:lnTo>
                <a:lnTo>
                  <a:pt x="1464126" y="533067"/>
                </a:lnTo>
                <a:lnTo>
                  <a:pt x="1489824" y="532981"/>
                </a:lnTo>
                <a:lnTo>
                  <a:pt x="1515523" y="532848"/>
                </a:lnTo>
                <a:lnTo>
                  <a:pt x="1541221" y="532695"/>
                </a:lnTo>
                <a:lnTo>
                  <a:pt x="1566920" y="532514"/>
                </a:lnTo>
                <a:lnTo>
                  <a:pt x="1592618" y="532314"/>
                </a:lnTo>
                <a:lnTo>
                  <a:pt x="1618307" y="532067"/>
                </a:lnTo>
                <a:lnTo>
                  <a:pt x="1644005" y="531809"/>
                </a:lnTo>
                <a:lnTo>
                  <a:pt x="1669704" y="531524"/>
                </a:lnTo>
                <a:lnTo>
                  <a:pt x="1695402" y="531200"/>
                </a:lnTo>
                <a:lnTo>
                  <a:pt x="1721101" y="530838"/>
                </a:lnTo>
                <a:lnTo>
                  <a:pt x="1746799" y="530457"/>
                </a:lnTo>
                <a:lnTo>
                  <a:pt x="1772488" y="530038"/>
                </a:lnTo>
                <a:lnTo>
                  <a:pt x="1798187" y="529590"/>
                </a:lnTo>
                <a:lnTo>
                  <a:pt x="1823876" y="529104"/>
                </a:lnTo>
                <a:lnTo>
                  <a:pt x="1849574" y="528580"/>
                </a:lnTo>
                <a:lnTo>
                  <a:pt x="1875263" y="528028"/>
                </a:lnTo>
                <a:lnTo>
                  <a:pt x="1900961" y="527428"/>
                </a:lnTo>
                <a:lnTo>
                  <a:pt x="1926650" y="526799"/>
                </a:lnTo>
                <a:lnTo>
                  <a:pt x="1952339" y="526123"/>
                </a:lnTo>
                <a:lnTo>
                  <a:pt x="1978028" y="525409"/>
                </a:lnTo>
                <a:lnTo>
                  <a:pt x="2003717" y="524647"/>
                </a:lnTo>
                <a:lnTo>
                  <a:pt x="2029397" y="523837"/>
                </a:lnTo>
                <a:lnTo>
                  <a:pt x="2055085" y="522980"/>
                </a:lnTo>
                <a:lnTo>
                  <a:pt x="2080765" y="522065"/>
                </a:lnTo>
                <a:lnTo>
                  <a:pt x="2106444" y="521094"/>
                </a:lnTo>
                <a:lnTo>
                  <a:pt x="2132124" y="520065"/>
                </a:lnTo>
                <a:lnTo>
                  <a:pt x="2157803" y="518970"/>
                </a:lnTo>
                <a:lnTo>
                  <a:pt x="2183473" y="517798"/>
                </a:lnTo>
                <a:lnTo>
                  <a:pt x="2209143" y="516550"/>
                </a:lnTo>
                <a:lnTo>
                  <a:pt x="2234803" y="515217"/>
                </a:lnTo>
                <a:lnTo>
                  <a:pt x="2260463" y="513788"/>
                </a:lnTo>
                <a:lnTo>
                  <a:pt x="2286114" y="512255"/>
                </a:lnTo>
                <a:lnTo>
                  <a:pt x="2311765" y="510597"/>
                </a:lnTo>
                <a:lnTo>
                  <a:pt x="2337397" y="508806"/>
                </a:lnTo>
                <a:lnTo>
                  <a:pt x="2363019" y="506835"/>
                </a:lnTo>
                <a:lnTo>
                  <a:pt x="2388632" y="504673"/>
                </a:lnTo>
                <a:lnTo>
                  <a:pt x="2414216" y="502272"/>
                </a:lnTo>
                <a:lnTo>
                  <a:pt x="2439772" y="499558"/>
                </a:lnTo>
                <a:lnTo>
                  <a:pt x="2465280" y="496424"/>
                </a:lnTo>
                <a:lnTo>
                  <a:pt x="2490702" y="492671"/>
                </a:lnTo>
                <a:lnTo>
                  <a:pt x="2515943" y="487880"/>
                </a:lnTo>
                <a:lnTo>
                  <a:pt x="2540575" y="480670"/>
                </a:lnTo>
                <a:lnTo>
                  <a:pt x="2556110" y="461839"/>
                </a:lnTo>
                <a:lnTo>
                  <a:pt x="2566845" y="438483"/>
                </a:lnTo>
                <a:lnTo>
                  <a:pt x="2577570" y="415138"/>
                </a:lnTo>
                <a:lnTo>
                  <a:pt x="2588304" y="391782"/>
                </a:lnTo>
                <a:lnTo>
                  <a:pt x="2599030" y="368437"/>
                </a:lnTo>
                <a:lnTo>
                  <a:pt x="2609764" y="345081"/>
                </a:lnTo>
                <a:lnTo>
                  <a:pt x="2620499" y="321735"/>
                </a:lnTo>
                <a:lnTo>
                  <a:pt x="2631224" y="298380"/>
                </a:lnTo>
                <a:lnTo>
                  <a:pt x="2641959" y="275025"/>
                </a:lnTo>
                <a:lnTo>
                  <a:pt x="2652684" y="251679"/>
                </a:lnTo>
                <a:lnTo>
                  <a:pt x="2663419" y="228324"/>
                </a:lnTo>
                <a:lnTo>
                  <a:pt x="2674153" y="204978"/>
                </a:lnTo>
                <a:lnTo>
                  <a:pt x="2684878" y="181623"/>
                </a:lnTo>
                <a:lnTo>
                  <a:pt x="2695613" y="158277"/>
                </a:lnTo>
                <a:lnTo>
                  <a:pt x="2706338" y="134922"/>
                </a:lnTo>
                <a:lnTo>
                  <a:pt x="2717073" y="111566"/>
                </a:lnTo>
                <a:lnTo>
                  <a:pt x="2727808" y="88221"/>
                </a:lnTo>
                <a:lnTo>
                  <a:pt x="2738533" y="64865"/>
                </a:lnTo>
                <a:lnTo>
                  <a:pt x="2749267" y="41519"/>
                </a:lnTo>
                <a:lnTo>
                  <a:pt x="2760002" y="18164"/>
                </a:lnTo>
                <a:lnTo>
                  <a:pt x="2765384" y="4648"/>
                </a:lnTo>
                <a:lnTo>
                  <a:pt x="2741457" y="13621"/>
                </a:lnTo>
                <a:lnTo>
                  <a:pt x="2716263" y="18640"/>
                </a:lnTo>
                <a:lnTo>
                  <a:pt x="2690841" y="22422"/>
                </a:lnTo>
                <a:lnTo>
                  <a:pt x="2665333" y="25537"/>
                </a:lnTo>
                <a:lnTo>
                  <a:pt x="2639778" y="28213"/>
                </a:lnTo>
                <a:lnTo>
                  <a:pt x="2614184" y="30575"/>
                </a:lnTo>
                <a:lnTo>
                  <a:pt x="2588571" y="32699"/>
                </a:lnTo>
                <a:lnTo>
                  <a:pt x="2562949" y="34633"/>
                </a:lnTo>
                <a:lnTo>
                  <a:pt x="2537308" y="36395"/>
                </a:lnTo>
                <a:lnTo>
                  <a:pt x="2511666" y="38033"/>
                </a:lnTo>
                <a:lnTo>
                  <a:pt x="2486006" y="39548"/>
                </a:lnTo>
                <a:lnTo>
                  <a:pt x="2460346" y="40958"/>
                </a:lnTo>
                <a:lnTo>
                  <a:pt x="2434685" y="42291"/>
                </a:lnTo>
                <a:lnTo>
                  <a:pt x="2409015" y="43539"/>
                </a:lnTo>
                <a:lnTo>
                  <a:pt x="2383346" y="44720"/>
                </a:lnTo>
                <a:lnTo>
                  <a:pt x="2357666" y="45825"/>
                </a:lnTo>
                <a:lnTo>
                  <a:pt x="2331996" y="46873"/>
                </a:lnTo>
                <a:lnTo>
                  <a:pt x="2306317" y="47863"/>
                </a:lnTo>
                <a:lnTo>
                  <a:pt x="2280628" y="48797"/>
                </a:lnTo>
                <a:lnTo>
                  <a:pt x="2254949" y="49692"/>
                </a:lnTo>
                <a:lnTo>
                  <a:pt x="2229260" y="50540"/>
                </a:lnTo>
                <a:lnTo>
                  <a:pt x="2203580" y="51340"/>
                </a:lnTo>
                <a:lnTo>
                  <a:pt x="2177891" y="52111"/>
                </a:lnTo>
                <a:lnTo>
                  <a:pt x="2152202" y="52835"/>
                </a:lnTo>
                <a:lnTo>
                  <a:pt x="2126513" y="53531"/>
                </a:lnTo>
                <a:lnTo>
                  <a:pt x="2100824" y="54178"/>
                </a:lnTo>
                <a:lnTo>
                  <a:pt x="2075126" y="54807"/>
                </a:lnTo>
                <a:lnTo>
                  <a:pt x="2049437" y="55397"/>
                </a:lnTo>
                <a:lnTo>
                  <a:pt x="2023748" y="55959"/>
                </a:lnTo>
                <a:lnTo>
                  <a:pt x="1998050" y="56493"/>
                </a:lnTo>
                <a:lnTo>
                  <a:pt x="1972361" y="56998"/>
                </a:lnTo>
                <a:lnTo>
                  <a:pt x="1946662" y="57474"/>
                </a:lnTo>
                <a:lnTo>
                  <a:pt x="1920973" y="57912"/>
                </a:lnTo>
                <a:lnTo>
                  <a:pt x="1895275" y="58350"/>
                </a:lnTo>
                <a:lnTo>
                  <a:pt x="1869577" y="58741"/>
                </a:lnTo>
                <a:lnTo>
                  <a:pt x="1843878" y="59122"/>
                </a:lnTo>
                <a:lnTo>
                  <a:pt x="1818189" y="59474"/>
                </a:lnTo>
                <a:lnTo>
                  <a:pt x="1792491" y="59807"/>
                </a:lnTo>
                <a:lnTo>
                  <a:pt x="1766792" y="60122"/>
                </a:lnTo>
                <a:lnTo>
                  <a:pt x="1741094" y="60398"/>
                </a:lnTo>
                <a:lnTo>
                  <a:pt x="1715395" y="60674"/>
                </a:lnTo>
                <a:lnTo>
                  <a:pt x="1689697" y="60912"/>
                </a:lnTo>
                <a:lnTo>
                  <a:pt x="1663998" y="61131"/>
                </a:lnTo>
                <a:lnTo>
                  <a:pt x="1638300" y="61351"/>
                </a:lnTo>
                <a:lnTo>
                  <a:pt x="1612611" y="61522"/>
                </a:lnTo>
                <a:lnTo>
                  <a:pt x="1586913" y="61684"/>
                </a:lnTo>
                <a:lnTo>
                  <a:pt x="1561214" y="61827"/>
                </a:lnTo>
                <a:lnTo>
                  <a:pt x="1535516" y="61951"/>
                </a:lnTo>
                <a:lnTo>
                  <a:pt x="1509817" y="62065"/>
                </a:lnTo>
                <a:lnTo>
                  <a:pt x="1484119" y="62132"/>
                </a:lnTo>
                <a:lnTo>
                  <a:pt x="1458420" y="62208"/>
                </a:lnTo>
                <a:lnTo>
                  <a:pt x="1432712" y="62246"/>
                </a:lnTo>
                <a:lnTo>
                  <a:pt x="1407014" y="62274"/>
                </a:lnTo>
                <a:lnTo>
                  <a:pt x="1381316" y="62294"/>
                </a:lnTo>
                <a:lnTo>
                  <a:pt x="1355617" y="62265"/>
                </a:lnTo>
                <a:lnTo>
                  <a:pt x="1329919" y="62246"/>
                </a:lnTo>
                <a:lnTo>
                  <a:pt x="1304220" y="62189"/>
                </a:lnTo>
                <a:lnTo>
                  <a:pt x="1278522" y="62122"/>
                </a:lnTo>
                <a:lnTo>
                  <a:pt x="1252823" y="62046"/>
                </a:lnTo>
                <a:lnTo>
                  <a:pt x="1227125" y="61922"/>
                </a:lnTo>
                <a:lnTo>
                  <a:pt x="1201426" y="61798"/>
                </a:lnTo>
                <a:lnTo>
                  <a:pt x="1175728" y="61655"/>
                </a:lnTo>
                <a:lnTo>
                  <a:pt x="1150029" y="61484"/>
                </a:lnTo>
                <a:lnTo>
                  <a:pt x="1124331" y="61303"/>
                </a:lnTo>
                <a:lnTo>
                  <a:pt x="1098633" y="61084"/>
                </a:lnTo>
                <a:lnTo>
                  <a:pt x="1072934" y="60865"/>
                </a:lnTo>
                <a:lnTo>
                  <a:pt x="1047245" y="60608"/>
                </a:lnTo>
                <a:lnTo>
                  <a:pt x="1021547" y="60341"/>
                </a:lnTo>
                <a:lnTo>
                  <a:pt x="995848" y="60055"/>
                </a:lnTo>
                <a:lnTo>
                  <a:pt x="970150" y="59750"/>
                </a:lnTo>
                <a:lnTo>
                  <a:pt x="944451" y="59407"/>
                </a:lnTo>
                <a:lnTo>
                  <a:pt x="918753" y="59036"/>
                </a:lnTo>
                <a:lnTo>
                  <a:pt x="893064" y="58655"/>
                </a:lnTo>
                <a:lnTo>
                  <a:pt x="867366" y="58255"/>
                </a:lnTo>
                <a:lnTo>
                  <a:pt x="841667" y="57817"/>
                </a:lnTo>
                <a:lnTo>
                  <a:pt x="815978" y="57369"/>
                </a:lnTo>
                <a:lnTo>
                  <a:pt x="790280" y="56883"/>
                </a:lnTo>
                <a:lnTo>
                  <a:pt x="764591" y="56378"/>
                </a:lnTo>
                <a:lnTo>
                  <a:pt x="738892" y="55836"/>
                </a:lnTo>
                <a:lnTo>
                  <a:pt x="713203" y="55264"/>
                </a:lnTo>
                <a:lnTo>
                  <a:pt x="687515" y="54664"/>
                </a:lnTo>
                <a:lnTo>
                  <a:pt x="661816" y="54035"/>
                </a:lnTo>
                <a:lnTo>
                  <a:pt x="636127" y="53378"/>
                </a:lnTo>
                <a:lnTo>
                  <a:pt x="610438" y="52673"/>
                </a:lnTo>
                <a:lnTo>
                  <a:pt x="584749" y="51940"/>
                </a:lnTo>
                <a:lnTo>
                  <a:pt x="559060" y="51168"/>
                </a:lnTo>
                <a:lnTo>
                  <a:pt x="533381" y="50359"/>
                </a:lnTo>
                <a:lnTo>
                  <a:pt x="507692" y="49501"/>
                </a:lnTo>
                <a:lnTo>
                  <a:pt x="482013" y="48597"/>
                </a:lnTo>
                <a:lnTo>
                  <a:pt x="456333" y="47644"/>
                </a:lnTo>
                <a:lnTo>
                  <a:pt x="430654" y="46644"/>
                </a:lnTo>
                <a:lnTo>
                  <a:pt x="404974" y="45577"/>
                </a:lnTo>
                <a:lnTo>
                  <a:pt x="379295" y="44453"/>
                </a:lnTo>
                <a:lnTo>
                  <a:pt x="353625" y="43263"/>
                </a:lnTo>
                <a:lnTo>
                  <a:pt x="327965" y="42005"/>
                </a:lnTo>
                <a:lnTo>
                  <a:pt x="302295" y="40653"/>
                </a:lnTo>
                <a:lnTo>
                  <a:pt x="276635" y="39224"/>
                </a:lnTo>
                <a:lnTo>
                  <a:pt x="250984" y="37671"/>
                </a:lnTo>
                <a:lnTo>
                  <a:pt x="225342" y="36024"/>
                </a:lnTo>
                <a:lnTo>
                  <a:pt x="199701" y="34214"/>
                </a:lnTo>
                <a:lnTo>
                  <a:pt x="174079" y="32252"/>
                </a:lnTo>
                <a:lnTo>
                  <a:pt x="148476" y="30080"/>
                </a:lnTo>
                <a:lnTo>
                  <a:pt x="122892" y="27651"/>
                </a:lnTo>
                <a:lnTo>
                  <a:pt x="97346" y="24889"/>
                </a:lnTo>
                <a:lnTo>
                  <a:pt x="71847" y="21650"/>
                </a:lnTo>
                <a:lnTo>
                  <a:pt x="46463" y="17659"/>
                </a:lnTo>
                <a:lnTo>
                  <a:pt x="21365" y="12192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48" name="funnel-step-cap-1">
            <a:extLst xmlns:a="http://schemas.openxmlformats.org/drawingml/2006/main">
              <a:ext uri="{FF2B5EF4-FFF2-40B4-BE49-F238E27FC236}">
                <a16:creationId xmlns:a16="http://schemas.microsoft.com/office/drawing/2014/main" id="{30746D26-8FA1-460E-B00D-87EF8CD68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235481" y="3027617"/>
            <a:ext cx="2768289" cy="17728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49" name="funnel-step-body-2">
            <a:extLst xmlns:a="http://schemas.openxmlformats.org/drawingml/2006/main">
              <a:ext uri="{FF2B5EF4-FFF2-40B4-BE49-F238E27FC236}">
                <a16:creationId xmlns:a16="http://schemas.microsoft.com/office/drawing/2014/main" id="{0D184DE4-9887-4B53-B895-12ABC22B9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451860" y="3717893"/>
            <a:ext cx="2334111" cy="533276"/>
          </a:xfrm>
          <a:custGeom xmlns:a="http://schemas.openxmlformats.org/drawingml/2006/main">
            <a:pathLst>
              <a:path w="2334111" h="533276">
                <a:moveTo>
                  <a:pt x="0" y="0"/>
                </a:moveTo>
                <a:lnTo>
                  <a:pt x="8563" y="20488"/>
                </a:lnTo>
                <a:lnTo>
                  <a:pt x="17126" y="40977"/>
                </a:lnTo>
                <a:lnTo>
                  <a:pt x="25698" y="61455"/>
                </a:lnTo>
                <a:lnTo>
                  <a:pt x="34261" y="81944"/>
                </a:lnTo>
                <a:lnTo>
                  <a:pt x="42824" y="102432"/>
                </a:lnTo>
                <a:lnTo>
                  <a:pt x="51387" y="122920"/>
                </a:lnTo>
                <a:lnTo>
                  <a:pt x="59950" y="143408"/>
                </a:lnTo>
                <a:lnTo>
                  <a:pt x="68523" y="163887"/>
                </a:lnTo>
                <a:lnTo>
                  <a:pt x="77086" y="184375"/>
                </a:lnTo>
                <a:lnTo>
                  <a:pt x="85649" y="204864"/>
                </a:lnTo>
                <a:lnTo>
                  <a:pt x="94212" y="225352"/>
                </a:lnTo>
                <a:lnTo>
                  <a:pt x="102784" y="245840"/>
                </a:lnTo>
                <a:lnTo>
                  <a:pt x="111347" y="266319"/>
                </a:lnTo>
                <a:lnTo>
                  <a:pt x="119910" y="286807"/>
                </a:lnTo>
                <a:lnTo>
                  <a:pt x="128473" y="307296"/>
                </a:lnTo>
                <a:lnTo>
                  <a:pt x="137036" y="327784"/>
                </a:lnTo>
                <a:lnTo>
                  <a:pt x="145609" y="348272"/>
                </a:lnTo>
                <a:lnTo>
                  <a:pt x="154172" y="368751"/>
                </a:lnTo>
                <a:lnTo>
                  <a:pt x="162735" y="389239"/>
                </a:lnTo>
                <a:lnTo>
                  <a:pt x="171298" y="409727"/>
                </a:lnTo>
                <a:lnTo>
                  <a:pt x="179870" y="430216"/>
                </a:lnTo>
                <a:lnTo>
                  <a:pt x="188433" y="450704"/>
                </a:lnTo>
                <a:lnTo>
                  <a:pt x="196891" y="471211"/>
                </a:lnTo>
                <a:lnTo>
                  <a:pt x="213932" y="483908"/>
                </a:lnTo>
                <a:lnTo>
                  <a:pt x="235268" y="490014"/>
                </a:lnTo>
                <a:lnTo>
                  <a:pt x="257023" y="494433"/>
                </a:lnTo>
                <a:lnTo>
                  <a:pt x="278940" y="497996"/>
                </a:lnTo>
                <a:lnTo>
                  <a:pt x="300942" y="501015"/>
                </a:lnTo>
                <a:lnTo>
                  <a:pt x="322993" y="503653"/>
                </a:lnTo>
                <a:lnTo>
                  <a:pt x="345072" y="506006"/>
                </a:lnTo>
                <a:lnTo>
                  <a:pt x="367170" y="508121"/>
                </a:lnTo>
                <a:lnTo>
                  <a:pt x="389296" y="510045"/>
                </a:lnTo>
                <a:lnTo>
                  <a:pt x="411423" y="511807"/>
                </a:lnTo>
                <a:lnTo>
                  <a:pt x="433568" y="513445"/>
                </a:lnTo>
                <a:lnTo>
                  <a:pt x="455724" y="514950"/>
                </a:lnTo>
                <a:lnTo>
                  <a:pt x="477888" y="516360"/>
                </a:lnTo>
                <a:lnTo>
                  <a:pt x="500053" y="517674"/>
                </a:lnTo>
                <a:lnTo>
                  <a:pt x="522227" y="518893"/>
                </a:lnTo>
                <a:lnTo>
                  <a:pt x="544401" y="520046"/>
                </a:lnTo>
                <a:lnTo>
                  <a:pt x="566576" y="521122"/>
                </a:lnTo>
                <a:lnTo>
                  <a:pt x="588759" y="522132"/>
                </a:lnTo>
                <a:lnTo>
                  <a:pt x="610943" y="523084"/>
                </a:lnTo>
                <a:lnTo>
                  <a:pt x="633127" y="523970"/>
                </a:lnTo>
                <a:lnTo>
                  <a:pt x="655320" y="524808"/>
                </a:lnTo>
                <a:lnTo>
                  <a:pt x="677513" y="525590"/>
                </a:lnTo>
                <a:lnTo>
                  <a:pt x="699706" y="526323"/>
                </a:lnTo>
                <a:lnTo>
                  <a:pt x="721900" y="527018"/>
                </a:lnTo>
                <a:lnTo>
                  <a:pt x="744093" y="527666"/>
                </a:lnTo>
                <a:lnTo>
                  <a:pt x="766286" y="528276"/>
                </a:lnTo>
                <a:lnTo>
                  <a:pt x="788489" y="528838"/>
                </a:lnTo>
                <a:lnTo>
                  <a:pt x="810682" y="529371"/>
                </a:lnTo>
                <a:lnTo>
                  <a:pt x="832885" y="529857"/>
                </a:lnTo>
                <a:lnTo>
                  <a:pt x="855078" y="530314"/>
                </a:lnTo>
                <a:lnTo>
                  <a:pt x="877281" y="530733"/>
                </a:lnTo>
                <a:lnTo>
                  <a:pt x="899484" y="531114"/>
                </a:lnTo>
                <a:lnTo>
                  <a:pt x="921687" y="531466"/>
                </a:lnTo>
                <a:lnTo>
                  <a:pt x="943889" y="531781"/>
                </a:lnTo>
                <a:lnTo>
                  <a:pt x="966092" y="532067"/>
                </a:lnTo>
                <a:lnTo>
                  <a:pt x="988295" y="532324"/>
                </a:lnTo>
                <a:lnTo>
                  <a:pt x="1010498" y="532543"/>
                </a:lnTo>
                <a:lnTo>
                  <a:pt x="1032701" y="532743"/>
                </a:lnTo>
                <a:lnTo>
                  <a:pt x="1054903" y="532905"/>
                </a:lnTo>
                <a:lnTo>
                  <a:pt x="1077116" y="533038"/>
                </a:lnTo>
                <a:lnTo>
                  <a:pt x="1099318" y="533143"/>
                </a:lnTo>
                <a:lnTo>
                  <a:pt x="1121521" y="533219"/>
                </a:lnTo>
                <a:lnTo>
                  <a:pt x="1143724" y="533267"/>
                </a:lnTo>
                <a:lnTo>
                  <a:pt x="1165927" y="533276"/>
                </a:lnTo>
                <a:lnTo>
                  <a:pt x="1188139" y="533267"/>
                </a:lnTo>
                <a:lnTo>
                  <a:pt x="1210342" y="533229"/>
                </a:lnTo>
                <a:lnTo>
                  <a:pt x="1232545" y="533152"/>
                </a:lnTo>
                <a:lnTo>
                  <a:pt x="1254747" y="533057"/>
                </a:lnTo>
                <a:lnTo>
                  <a:pt x="1276950" y="532924"/>
                </a:lnTo>
                <a:lnTo>
                  <a:pt x="1299162" y="532771"/>
                </a:lnTo>
                <a:lnTo>
                  <a:pt x="1321365" y="532581"/>
                </a:lnTo>
                <a:lnTo>
                  <a:pt x="1343568" y="532362"/>
                </a:lnTo>
                <a:lnTo>
                  <a:pt x="1365771" y="532114"/>
                </a:lnTo>
                <a:lnTo>
                  <a:pt x="1387973" y="531828"/>
                </a:lnTo>
                <a:lnTo>
                  <a:pt x="1410176" y="531514"/>
                </a:lnTo>
                <a:lnTo>
                  <a:pt x="1432379" y="531171"/>
                </a:lnTo>
                <a:lnTo>
                  <a:pt x="1454582" y="530790"/>
                </a:lnTo>
                <a:lnTo>
                  <a:pt x="1476775" y="530381"/>
                </a:lnTo>
                <a:lnTo>
                  <a:pt x="1498978" y="529933"/>
                </a:lnTo>
                <a:lnTo>
                  <a:pt x="1521181" y="529447"/>
                </a:lnTo>
                <a:lnTo>
                  <a:pt x="1543374" y="528933"/>
                </a:lnTo>
                <a:lnTo>
                  <a:pt x="1565577" y="528371"/>
                </a:lnTo>
                <a:lnTo>
                  <a:pt x="1587770" y="527771"/>
                </a:lnTo>
                <a:lnTo>
                  <a:pt x="1609963" y="527133"/>
                </a:lnTo>
                <a:lnTo>
                  <a:pt x="1632166" y="526447"/>
                </a:lnTo>
                <a:lnTo>
                  <a:pt x="1654359" y="525713"/>
                </a:lnTo>
                <a:lnTo>
                  <a:pt x="1676543" y="524942"/>
                </a:lnTo>
                <a:lnTo>
                  <a:pt x="1698736" y="524113"/>
                </a:lnTo>
                <a:lnTo>
                  <a:pt x="1720920" y="523227"/>
                </a:lnTo>
                <a:lnTo>
                  <a:pt x="1743104" y="522294"/>
                </a:lnTo>
                <a:lnTo>
                  <a:pt x="1765287" y="521294"/>
                </a:lnTo>
                <a:lnTo>
                  <a:pt x="1787471" y="520227"/>
                </a:lnTo>
                <a:lnTo>
                  <a:pt x="1809645" y="519093"/>
                </a:lnTo>
                <a:lnTo>
                  <a:pt x="1831819" y="517884"/>
                </a:lnTo>
                <a:lnTo>
                  <a:pt x="1853984" y="516588"/>
                </a:lnTo>
                <a:lnTo>
                  <a:pt x="1876149" y="515188"/>
                </a:lnTo>
                <a:lnTo>
                  <a:pt x="1898294" y="513702"/>
                </a:lnTo>
                <a:lnTo>
                  <a:pt x="1920450" y="512093"/>
                </a:lnTo>
                <a:lnTo>
                  <a:pt x="1942586" y="510350"/>
                </a:lnTo>
                <a:lnTo>
                  <a:pt x="1964703" y="508454"/>
                </a:lnTo>
                <a:lnTo>
                  <a:pt x="1986810" y="506368"/>
                </a:lnTo>
                <a:lnTo>
                  <a:pt x="2008899" y="504063"/>
                </a:lnTo>
                <a:lnTo>
                  <a:pt x="2030949" y="501472"/>
                </a:lnTo>
                <a:lnTo>
                  <a:pt x="2052961" y="498529"/>
                </a:lnTo>
                <a:lnTo>
                  <a:pt x="2074888" y="495071"/>
                </a:lnTo>
                <a:lnTo>
                  <a:pt x="2096681" y="490823"/>
                </a:lnTo>
                <a:lnTo>
                  <a:pt x="2118131" y="485108"/>
                </a:lnTo>
                <a:lnTo>
                  <a:pt x="2137353" y="474593"/>
                </a:lnTo>
                <a:lnTo>
                  <a:pt x="2145687" y="454085"/>
                </a:lnTo>
                <a:lnTo>
                  <a:pt x="2154250" y="433597"/>
                </a:lnTo>
                <a:lnTo>
                  <a:pt x="2162813" y="413109"/>
                </a:lnTo>
                <a:lnTo>
                  <a:pt x="2171376" y="392630"/>
                </a:lnTo>
                <a:lnTo>
                  <a:pt x="2179949" y="372142"/>
                </a:lnTo>
                <a:lnTo>
                  <a:pt x="2188512" y="351653"/>
                </a:lnTo>
                <a:lnTo>
                  <a:pt x="2197075" y="331165"/>
                </a:lnTo>
                <a:lnTo>
                  <a:pt x="2205638" y="310677"/>
                </a:lnTo>
                <a:lnTo>
                  <a:pt x="2214201" y="290198"/>
                </a:lnTo>
                <a:lnTo>
                  <a:pt x="2222773" y="269710"/>
                </a:lnTo>
                <a:lnTo>
                  <a:pt x="2231336" y="249222"/>
                </a:lnTo>
                <a:lnTo>
                  <a:pt x="2239899" y="228733"/>
                </a:lnTo>
                <a:lnTo>
                  <a:pt x="2248462" y="208245"/>
                </a:lnTo>
                <a:lnTo>
                  <a:pt x="2257034" y="187766"/>
                </a:lnTo>
                <a:lnTo>
                  <a:pt x="2265597" y="167278"/>
                </a:lnTo>
                <a:lnTo>
                  <a:pt x="2274160" y="146790"/>
                </a:lnTo>
                <a:lnTo>
                  <a:pt x="2282723" y="126302"/>
                </a:lnTo>
                <a:lnTo>
                  <a:pt x="2291286" y="105813"/>
                </a:lnTo>
                <a:lnTo>
                  <a:pt x="2299859" y="85334"/>
                </a:lnTo>
                <a:lnTo>
                  <a:pt x="2308422" y="64846"/>
                </a:lnTo>
                <a:lnTo>
                  <a:pt x="2316985" y="44358"/>
                </a:lnTo>
                <a:lnTo>
                  <a:pt x="2325548" y="23870"/>
                </a:lnTo>
                <a:lnTo>
                  <a:pt x="2334111" y="3381"/>
                </a:lnTo>
                <a:lnTo>
                  <a:pt x="2321547" y="10801"/>
                </a:lnTo>
                <a:lnTo>
                  <a:pt x="2300192" y="16840"/>
                </a:lnTo>
                <a:lnTo>
                  <a:pt x="2278399" y="21088"/>
                </a:lnTo>
                <a:lnTo>
                  <a:pt x="2256463" y="24489"/>
                </a:lnTo>
                <a:lnTo>
                  <a:pt x="2234441" y="27375"/>
                </a:lnTo>
                <a:lnTo>
                  <a:pt x="2212381" y="29889"/>
                </a:lnTo>
                <a:lnTo>
                  <a:pt x="2190293" y="32128"/>
                </a:lnTo>
                <a:lnTo>
                  <a:pt x="2168176" y="34157"/>
                </a:lnTo>
                <a:lnTo>
                  <a:pt x="2146049" y="36005"/>
                </a:lnTo>
                <a:lnTo>
                  <a:pt x="2123913" y="37709"/>
                </a:lnTo>
                <a:lnTo>
                  <a:pt x="2101767" y="39291"/>
                </a:lnTo>
                <a:lnTo>
                  <a:pt x="2079612" y="40757"/>
                </a:lnTo>
                <a:lnTo>
                  <a:pt x="2057448" y="42129"/>
                </a:lnTo>
                <a:lnTo>
                  <a:pt x="2035283" y="43424"/>
                </a:lnTo>
                <a:lnTo>
                  <a:pt x="2013109" y="44634"/>
                </a:lnTo>
                <a:lnTo>
                  <a:pt x="1990935" y="45787"/>
                </a:lnTo>
                <a:lnTo>
                  <a:pt x="1968751" y="46863"/>
                </a:lnTo>
                <a:lnTo>
                  <a:pt x="1946577" y="47882"/>
                </a:lnTo>
                <a:lnTo>
                  <a:pt x="1924393" y="48844"/>
                </a:lnTo>
                <a:lnTo>
                  <a:pt x="1902200" y="49759"/>
                </a:lnTo>
                <a:lnTo>
                  <a:pt x="1880016" y="50625"/>
                </a:lnTo>
                <a:lnTo>
                  <a:pt x="1857823" y="51445"/>
                </a:lnTo>
                <a:lnTo>
                  <a:pt x="1835639" y="52226"/>
                </a:lnTo>
                <a:lnTo>
                  <a:pt x="1813446" y="52969"/>
                </a:lnTo>
                <a:lnTo>
                  <a:pt x="1791252" y="53673"/>
                </a:lnTo>
                <a:lnTo>
                  <a:pt x="1769050" y="54340"/>
                </a:lnTo>
                <a:lnTo>
                  <a:pt x="1746856" y="54978"/>
                </a:lnTo>
                <a:lnTo>
                  <a:pt x="1724663" y="55578"/>
                </a:lnTo>
                <a:lnTo>
                  <a:pt x="1702460" y="56140"/>
                </a:lnTo>
                <a:lnTo>
                  <a:pt x="1680267" y="56683"/>
                </a:lnTo>
                <a:lnTo>
                  <a:pt x="1658064" y="57198"/>
                </a:lnTo>
                <a:lnTo>
                  <a:pt x="1635871" y="57674"/>
                </a:lnTo>
                <a:lnTo>
                  <a:pt x="1613668" y="58131"/>
                </a:lnTo>
                <a:lnTo>
                  <a:pt x="1591466" y="58560"/>
                </a:lnTo>
                <a:lnTo>
                  <a:pt x="1569263" y="58969"/>
                </a:lnTo>
                <a:lnTo>
                  <a:pt x="1547060" y="59341"/>
                </a:lnTo>
                <a:lnTo>
                  <a:pt x="1524857" y="59693"/>
                </a:lnTo>
                <a:lnTo>
                  <a:pt x="1502664" y="60027"/>
                </a:lnTo>
                <a:lnTo>
                  <a:pt x="1480461" y="60331"/>
                </a:lnTo>
                <a:lnTo>
                  <a:pt x="1458258" y="60617"/>
                </a:lnTo>
                <a:lnTo>
                  <a:pt x="1436056" y="60874"/>
                </a:lnTo>
                <a:lnTo>
                  <a:pt x="1413843" y="61103"/>
                </a:lnTo>
                <a:lnTo>
                  <a:pt x="1391641" y="61331"/>
                </a:lnTo>
                <a:lnTo>
                  <a:pt x="1369438" y="61522"/>
                </a:lnTo>
                <a:lnTo>
                  <a:pt x="1347235" y="61693"/>
                </a:lnTo>
                <a:lnTo>
                  <a:pt x="1325032" y="61855"/>
                </a:lnTo>
                <a:lnTo>
                  <a:pt x="1302830" y="61979"/>
                </a:lnTo>
                <a:lnTo>
                  <a:pt x="1280627" y="62103"/>
                </a:lnTo>
                <a:lnTo>
                  <a:pt x="1258414" y="62179"/>
                </a:lnTo>
                <a:lnTo>
                  <a:pt x="1236212" y="62255"/>
                </a:lnTo>
                <a:lnTo>
                  <a:pt x="1214009" y="62313"/>
                </a:lnTo>
                <a:lnTo>
                  <a:pt x="1191806" y="62341"/>
                </a:lnTo>
                <a:lnTo>
                  <a:pt x="1169603" y="62360"/>
                </a:lnTo>
                <a:lnTo>
                  <a:pt x="1147391" y="62341"/>
                </a:lnTo>
                <a:lnTo>
                  <a:pt x="1125188" y="62322"/>
                </a:lnTo>
                <a:lnTo>
                  <a:pt x="1102985" y="62274"/>
                </a:lnTo>
                <a:lnTo>
                  <a:pt x="1080783" y="62198"/>
                </a:lnTo>
                <a:lnTo>
                  <a:pt x="1058580" y="62122"/>
                </a:lnTo>
                <a:lnTo>
                  <a:pt x="1036368" y="61998"/>
                </a:lnTo>
                <a:lnTo>
                  <a:pt x="1014165" y="61874"/>
                </a:lnTo>
                <a:lnTo>
                  <a:pt x="991962" y="61722"/>
                </a:lnTo>
                <a:lnTo>
                  <a:pt x="969759" y="61551"/>
                </a:lnTo>
                <a:lnTo>
                  <a:pt x="947557" y="61370"/>
                </a:lnTo>
                <a:lnTo>
                  <a:pt x="925354" y="61141"/>
                </a:lnTo>
                <a:lnTo>
                  <a:pt x="903151" y="60912"/>
                </a:lnTo>
                <a:lnTo>
                  <a:pt x="880948" y="60655"/>
                </a:lnTo>
                <a:lnTo>
                  <a:pt x="858745" y="60379"/>
                </a:lnTo>
                <a:lnTo>
                  <a:pt x="836543" y="60074"/>
                </a:lnTo>
                <a:lnTo>
                  <a:pt x="814340" y="59750"/>
                </a:lnTo>
                <a:lnTo>
                  <a:pt x="792137" y="59407"/>
                </a:lnTo>
                <a:lnTo>
                  <a:pt x="769934" y="59026"/>
                </a:lnTo>
                <a:lnTo>
                  <a:pt x="747732" y="58626"/>
                </a:lnTo>
                <a:lnTo>
                  <a:pt x="725529" y="58207"/>
                </a:lnTo>
                <a:lnTo>
                  <a:pt x="703326" y="57750"/>
                </a:lnTo>
                <a:lnTo>
                  <a:pt x="681133" y="57274"/>
                </a:lnTo>
                <a:lnTo>
                  <a:pt x="658930" y="56769"/>
                </a:lnTo>
                <a:lnTo>
                  <a:pt x="636737" y="56236"/>
                </a:lnTo>
                <a:lnTo>
                  <a:pt x="614534" y="55674"/>
                </a:lnTo>
                <a:lnTo>
                  <a:pt x="592341" y="55074"/>
                </a:lnTo>
                <a:lnTo>
                  <a:pt x="570147" y="54445"/>
                </a:lnTo>
                <a:lnTo>
                  <a:pt x="547945" y="53788"/>
                </a:lnTo>
                <a:lnTo>
                  <a:pt x="525751" y="53083"/>
                </a:lnTo>
                <a:lnTo>
                  <a:pt x="503558" y="52349"/>
                </a:lnTo>
                <a:lnTo>
                  <a:pt x="481374" y="51578"/>
                </a:lnTo>
                <a:lnTo>
                  <a:pt x="459181" y="50759"/>
                </a:lnTo>
                <a:lnTo>
                  <a:pt x="436988" y="49901"/>
                </a:lnTo>
                <a:lnTo>
                  <a:pt x="414804" y="48997"/>
                </a:lnTo>
                <a:lnTo>
                  <a:pt x="392621" y="48035"/>
                </a:lnTo>
                <a:lnTo>
                  <a:pt x="370437" y="47025"/>
                </a:lnTo>
                <a:lnTo>
                  <a:pt x="348263" y="45958"/>
                </a:lnTo>
                <a:lnTo>
                  <a:pt x="326088" y="44834"/>
                </a:lnTo>
                <a:lnTo>
                  <a:pt x="303914" y="43634"/>
                </a:lnTo>
                <a:lnTo>
                  <a:pt x="281740" y="42358"/>
                </a:lnTo>
                <a:lnTo>
                  <a:pt x="259585" y="40996"/>
                </a:lnTo>
                <a:lnTo>
                  <a:pt x="237420" y="39538"/>
                </a:lnTo>
                <a:lnTo>
                  <a:pt x="215275" y="37986"/>
                </a:lnTo>
                <a:lnTo>
                  <a:pt x="193129" y="36300"/>
                </a:lnTo>
                <a:lnTo>
                  <a:pt x="171002" y="34471"/>
                </a:lnTo>
                <a:lnTo>
                  <a:pt x="148885" y="32480"/>
                </a:lnTo>
                <a:lnTo>
                  <a:pt x="126797" y="30270"/>
                </a:lnTo>
                <a:lnTo>
                  <a:pt x="104727" y="27813"/>
                </a:lnTo>
                <a:lnTo>
                  <a:pt x="82706" y="25003"/>
                </a:lnTo>
                <a:lnTo>
                  <a:pt x="60741" y="21698"/>
                </a:lnTo>
                <a:lnTo>
                  <a:pt x="38919" y="17621"/>
                </a:lnTo>
                <a:lnTo>
                  <a:pt x="17440" y="12021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50" name="funnel-step-cap-2">
            <a:extLst xmlns:a="http://schemas.openxmlformats.org/drawingml/2006/main">
              <a:ext uri="{FF2B5EF4-FFF2-40B4-BE49-F238E27FC236}">
                <a16:creationId xmlns:a16="http://schemas.microsoft.com/office/drawing/2014/main" id="{A1D8828C-1EDA-4D34-AB56-EBBAA49A3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451879" y="3629282"/>
            <a:ext cx="2335482" cy="17728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7EAC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51" name="funnel-step-body-3">
            <a:extLst xmlns:a="http://schemas.openxmlformats.org/drawingml/2006/main">
              <a:ext uri="{FF2B5EF4-FFF2-40B4-BE49-F238E27FC236}">
                <a16:creationId xmlns:a16="http://schemas.microsoft.com/office/drawing/2014/main" id="{1595C674-E2D0-4E33-AA0B-E7682092F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648742" y="4319588"/>
            <a:ext cx="1941690" cy="533276"/>
          </a:xfrm>
          <a:custGeom xmlns:a="http://schemas.openxmlformats.org/drawingml/2006/main">
            <a:pathLst>
              <a:path w="1941690" h="533276">
                <a:moveTo>
                  <a:pt x="0" y="0"/>
                </a:moveTo>
                <a:lnTo>
                  <a:pt x="6953" y="17688"/>
                </a:lnTo>
                <a:lnTo>
                  <a:pt x="13907" y="35366"/>
                </a:lnTo>
                <a:lnTo>
                  <a:pt x="20860" y="53054"/>
                </a:lnTo>
                <a:lnTo>
                  <a:pt x="27813" y="70742"/>
                </a:lnTo>
                <a:lnTo>
                  <a:pt x="34766" y="88430"/>
                </a:lnTo>
                <a:lnTo>
                  <a:pt x="41720" y="106109"/>
                </a:lnTo>
                <a:lnTo>
                  <a:pt x="48682" y="123796"/>
                </a:lnTo>
                <a:lnTo>
                  <a:pt x="55636" y="141484"/>
                </a:lnTo>
                <a:lnTo>
                  <a:pt x="62589" y="159172"/>
                </a:lnTo>
                <a:lnTo>
                  <a:pt x="69542" y="176851"/>
                </a:lnTo>
                <a:lnTo>
                  <a:pt x="76495" y="194539"/>
                </a:lnTo>
                <a:lnTo>
                  <a:pt x="83449" y="212227"/>
                </a:lnTo>
                <a:lnTo>
                  <a:pt x="90402" y="229914"/>
                </a:lnTo>
                <a:lnTo>
                  <a:pt x="97355" y="247593"/>
                </a:lnTo>
                <a:lnTo>
                  <a:pt x="104308" y="265281"/>
                </a:lnTo>
                <a:lnTo>
                  <a:pt x="111262" y="282969"/>
                </a:lnTo>
                <a:lnTo>
                  <a:pt x="118215" y="300647"/>
                </a:lnTo>
                <a:lnTo>
                  <a:pt x="125168" y="318335"/>
                </a:lnTo>
                <a:lnTo>
                  <a:pt x="132121" y="336023"/>
                </a:lnTo>
                <a:lnTo>
                  <a:pt x="139084" y="353711"/>
                </a:lnTo>
                <a:lnTo>
                  <a:pt x="146037" y="371389"/>
                </a:lnTo>
                <a:lnTo>
                  <a:pt x="152991" y="389077"/>
                </a:lnTo>
                <a:lnTo>
                  <a:pt x="159944" y="406765"/>
                </a:lnTo>
                <a:lnTo>
                  <a:pt x="166897" y="424453"/>
                </a:lnTo>
                <a:lnTo>
                  <a:pt x="173850" y="442131"/>
                </a:lnTo>
                <a:lnTo>
                  <a:pt x="180804" y="459819"/>
                </a:lnTo>
                <a:lnTo>
                  <a:pt x="188185" y="477117"/>
                </a:lnTo>
                <a:lnTo>
                  <a:pt x="204702" y="486251"/>
                </a:lnTo>
                <a:lnTo>
                  <a:pt x="222856" y="491814"/>
                </a:lnTo>
                <a:lnTo>
                  <a:pt x="241383" y="496033"/>
                </a:lnTo>
                <a:lnTo>
                  <a:pt x="260071" y="499491"/>
                </a:lnTo>
                <a:lnTo>
                  <a:pt x="278844" y="502463"/>
                </a:lnTo>
                <a:lnTo>
                  <a:pt x="297666" y="505063"/>
                </a:lnTo>
                <a:lnTo>
                  <a:pt x="316525" y="507378"/>
                </a:lnTo>
                <a:lnTo>
                  <a:pt x="335413" y="509483"/>
                </a:lnTo>
                <a:lnTo>
                  <a:pt x="354320" y="511388"/>
                </a:lnTo>
                <a:lnTo>
                  <a:pt x="373247" y="513140"/>
                </a:lnTo>
                <a:lnTo>
                  <a:pt x="392182" y="514760"/>
                </a:lnTo>
                <a:lnTo>
                  <a:pt x="411128" y="516245"/>
                </a:lnTo>
                <a:lnTo>
                  <a:pt x="430073" y="517646"/>
                </a:lnTo>
                <a:lnTo>
                  <a:pt x="449037" y="518932"/>
                </a:lnTo>
                <a:lnTo>
                  <a:pt x="468001" y="520141"/>
                </a:lnTo>
                <a:lnTo>
                  <a:pt x="486966" y="521275"/>
                </a:lnTo>
                <a:lnTo>
                  <a:pt x="505939" y="522332"/>
                </a:lnTo>
                <a:lnTo>
                  <a:pt x="524923" y="523313"/>
                </a:lnTo>
                <a:lnTo>
                  <a:pt x="543906" y="524237"/>
                </a:lnTo>
                <a:lnTo>
                  <a:pt x="562889" y="525104"/>
                </a:lnTo>
                <a:lnTo>
                  <a:pt x="581873" y="525913"/>
                </a:lnTo>
                <a:lnTo>
                  <a:pt x="600856" y="526675"/>
                </a:lnTo>
                <a:lnTo>
                  <a:pt x="619849" y="527380"/>
                </a:lnTo>
                <a:lnTo>
                  <a:pt x="638842" y="528037"/>
                </a:lnTo>
                <a:lnTo>
                  <a:pt x="657835" y="528647"/>
                </a:lnTo>
                <a:lnTo>
                  <a:pt x="676827" y="529219"/>
                </a:lnTo>
                <a:lnTo>
                  <a:pt x="695830" y="529752"/>
                </a:lnTo>
                <a:lnTo>
                  <a:pt x="714823" y="530238"/>
                </a:lnTo>
                <a:lnTo>
                  <a:pt x="733825" y="530685"/>
                </a:lnTo>
                <a:lnTo>
                  <a:pt x="752818" y="531095"/>
                </a:lnTo>
                <a:lnTo>
                  <a:pt x="771820" y="531466"/>
                </a:lnTo>
                <a:lnTo>
                  <a:pt x="790823" y="531800"/>
                </a:lnTo>
                <a:lnTo>
                  <a:pt x="809825" y="532095"/>
                </a:lnTo>
                <a:lnTo>
                  <a:pt x="828827" y="532362"/>
                </a:lnTo>
                <a:lnTo>
                  <a:pt x="847830" y="532590"/>
                </a:lnTo>
                <a:lnTo>
                  <a:pt x="866832" y="532790"/>
                </a:lnTo>
                <a:lnTo>
                  <a:pt x="885835" y="532952"/>
                </a:lnTo>
                <a:lnTo>
                  <a:pt x="904837" y="533076"/>
                </a:lnTo>
                <a:lnTo>
                  <a:pt x="923839" y="533181"/>
                </a:lnTo>
                <a:lnTo>
                  <a:pt x="942842" y="533238"/>
                </a:lnTo>
                <a:lnTo>
                  <a:pt x="961844" y="533276"/>
                </a:lnTo>
                <a:lnTo>
                  <a:pt x="980846" y="533276"/>
                </a:lnTo>
                <a:lnTo>
                  <a:pt x="999849" y="533238"/>
                </a:lnTo>
                <a:lnTo>
                  <a:pt x="1018851" y="533171"/>
                </a:lnTo>
                <a:lnTo>
                  <a:pt x="1037854" y="533076"/>
                </a:lnTo>
                <a:lnTo>
                  <a:pt x="1056856" y="532943"/>
                </a:lnTo>
                <a:lnTo>
                  <a:pt x="1075868" y="532781"/>
                </a:lnTo>
                <a:lnTo>
                  <a:pt x="1094870" y="532581"/>
                </a:lnTo>
                <a:lnTo>
                  <a:pt x="1113863" y="532352"/>
                </a:lnTo>
                <a:lnTo>
                  <a:pt x="1132865" y="532086"/>
                </a:lnTo>
                <a:lnTo>
                  <a:pt x="1151868" y="531781"/>
                </a:lnTo>
                <a:lnTo>
                  <a:pt x="1170870" y="531447"/>
                </a:lnTo>
                <a:lnTo>
                  <a:pt x="1189873" y="531076"/>
                </a:lnTo>
                <a:lnTo>
                  <a:pt x="1208865" y="530666"/>
                </a:lnTo>
                <a:lnTo>
                  <a:pt x="1227868" y="530209"/>
                </a:lnTo>
                <a:lnTo>
                  <a:pt x="1246861" y="529723"/>
                </a:lnTo>
                <a:lnTo>
                  <a:pt x="1265863" y="529190"/>
                </a:lnTo>
                <a:lnTo>
                  <a:pt x="1284856" y="528618"/>
                </a:lnTo>
                <a:lnTo>
                  <a:pt x="1303849" y="528009"/>
                </a:lnTo>
                <a:lnTo>
                  <a:pt x="1322842" y="527342"/>
                </a:lnTo>
                <a:lnTo>
                  <a:pt x="1341834" y="526637"/>
                </a:lnTo>
                <a:lnTo>
                  <a:pt x="1360818" y="525875"/>
                </a:lnTo>
                <a:lnTo>
                  <a:pt x="1379801" y="525066"/>
                </a:lnTo>
                <a:lnTo>
                  <a:pt x="1398784" y="524199"/>
                </a:lnTo>
                <a:lnTo>
                  <a:pt x="1417768" y="523265"/>
                </a:lnTo>
                <a:lnTo>
                  <a:pt x="1436751" y="522275"/>
                </a:lnTo>
                <a:lnTo>
                  <a:pt x="1455725" y="521218"/>
                </a:lnTo>
                <a:lnTo>
                  <a:pt x="1474689" y="520084"/>
                </a:lnTo>
                <a:lnTo>
                  <a:pt x="1493653" y="518874"/>
                </a:lnTo>
                <a:lnTo>
                  <a:pt x="1512618" y="517579"/>
                </a:lnTo>
                <a:lnTo>
                  <a:pt x="1531563" y="516179"/>
                </a:lnTo>
                <a:lnTo>
                  <a:pt x="1550508" y="514683"/>
                </a:lnTo>
                <a:lnTo>
                  <a:pt x="1569444" y="513055"/>
                </a:lnTo>
                <a:lnTo>
                  <a:pt x="1588370" y="511302"/>
                </a:lnTo>
                <a:lnTo>
                  <a:pt x="1607268" y="509378"/>
                </a:lnTo>
                <a:lnTo>
                  <a:pt x="1626156" y="507273"/>
                </a:lnTo>
                <a:lnTo>
                  <a:pt x="1645015" y="504939"/>
                </a:lnTo>
                <a:lnTo>
                  <a:pt x="1663837" y="502320"/>
                </a:lnTo>
                <a:lnTo>
                  <a:pt x="1682610" y="499339"/>
                </a:lnTo>
                <a:lnTo>
                  <a:pt x="1701289" y="495843"/>
                </a:lnTo>
                <a:lnTo>
                  <a:pt x="1719805" y="491585"/>
                </a:lnTo>
                <a:lnTo>
                  <a:pt x="1737932" y="485927"/>
                </a:lnTo>
                <a:lnTo>
                  <a:pt x="1754210" y="476441"/>
                </a:lnTo>
                <a:lnTo>
                  <a:pt x="1761306" y="458962"/>
                </a:lnTo>
                <a:lnTo>
                  <a:pt x="1768259" y="441274"/>
                </a:lnTo>
                <a:lnTo>
                  <a:pt x="1775212" y="423586"/>
                </a:lnTo>
                <a:lnTo>
                  <a:pt x="1782166" y="405898"/>
                </a:lnTo>
                <a:lnTo>
                  <a:pt x="1789119" y="388220"/>
                </a:lnTo>
                <a:lnTo>
                  <a:pt x="1796072" y="370532"/>
                </a:lnTo>
                <a:lnTo>
                  <a:pt x="1803025" y="352844"/>
                </a:lnTo>
                <a:lnTo>
                  <a:pt x="1809979" y="335166"/>
                </a:lnTo>
                <a:lnTo>
                  <a:pt x="1816932" y="317478"/>
                </a:lnTo>
                <a:lnTo>
                  <a:pt x="1823885" y="299790"/>
                </a:lnTo>
                <a:lnTo>
                  <a:pt x="1830838" y="282102"/>
                </a:lnTo>
                <a:lnTo>
                  <a:pt x="1837792" y="264424"/>
                </a:lnTo>
                <a:lnTo>
                  <a:pt x="1844745" y="246736"/>
                </a:lnTo>
                <a:lnTo>
                  <a:pt x="1851708" y="229048"/>
                </a:lnTo>
                <a:lnTo>
                  <a:pt x="1858661" y="211360"/>
                </a:lnTo>
                <a:lnTo>
                  <a:pt x="1865614" y="193681"/>
                </a:lnTo>
                <a:lnTo>
                  <a:pt x="1872567" y="175993"/>
                </a:lnTo>
                <a:lnTo>
                  <a:pt x="1879521" y="158306"/>
                </a:lnTo>
                <a:lnTo>
                  <a:pt x="1886474" y="140627"/>
                </a:lnTo>
                <a:lnTo>
                  <a:pt x="1893427" y="122939"/>
                </a:lnTo>
                <a:lnTo>
                  <a:pt x="1900380" y="105251"/>
                </a:lnTo>
                <a:lnTo>
                  <a:pt x="1907334" y="87563"/>
                </a:lnTo>
                <a:lnTo>
                  <a:pt x="1914287" y="69885"/>
                </a:lnTo>
                <a:lnTo>
                  <a:pt x="1921240" y="52197"/>
                </a:lnTo>
                <a:lnTo>
                  <a:pt x="1928193" y="34509"/>
                </a:lnTo>
                <a:lnTo>
                  <a:pt x="1935147" y="16821"/>
                </a:lnTo>
                <a:lnTo>
                  <a:pt x="1941690" y="924"/>
                </a:lnTo>
                <a:lnTo>
                  <a:pt x="1927117" y="12078"/>
                </a:lnTo>
                <a:lnTo>
                  <a:pt x="1908991" y="17736"/>
                </a:lnTo>
                <a:lnTo>
                  <a:pt x="1890436" y="21860"/>
                </a:lnTo>
                <a:lnTo>
                  <a:pt x="1871739" y="25203"/>
                </a:lnTo>
                <a:lnTo>
                  <a:pt x="1852946" y="28061"/>
                </a:lnTo>
                <a:lnTo>
                  <a:pt x="1834105" y="30556"/>
                </a:lnTo>
                <a:lnTo>
                  <a:pt x="1815236" y="32785"/>
                </a:lnTo>
                <a:lnTo>
                  <a:pt x="1796339" y="34804"/>
                </a:lnTo>
                <a:lnTo>
                  <a:pt x="1777432" y="36652"/>
                </a:lnTo>
                <a:lnTo>
                  <a:pt x="1758506" y="38357"/>
                </a:lnTo>
                <a:lnTo>
                  <a:pt x="1739560" y="39929"/>
                </a:lnTo>
                <a:lnTo>
                  <a:pt x="1720615" y="41396"/>
                </a:lnTo>
                <a:lnTo>
                  <a:pt x="1701660" y="42767"/>
                </a:lnTo>
                <a:lnTo>
                  <a:pt x="1682706" y="44053"/>
                </a:lnTo>
                <a:lnTo>
                  <a:pt x="1663741" y="45263"/>
                </a:lnTo>
                <a:lnTo>
                  <a:pt x="1644767" y="46396"/>
                </a:lnTo>
                <a:lnTo>
                  <a:pt x="1625794" y="47473"/>
                </a:lnTo>
                <a:lnTo>
                  <a:pt x="1606820" y="48492"/>
                </a:lnTo>
                <a:lnTo>
                  <a:pt x="1587837" y="49444"/>
                </a:lnTo>
                <a:lnTo>
                  <a:pt x="1568863" y="50359"/>
                </a:lnTo>
                <a:lnTo>
                  <a:pt x="1549870" y="51216"/>
                </a:lnTo>
                <a:lnTo>
                  <a:pt x="1530887" y="52035"/>
                </a:lnTo>
                <a:lnTo>
                  <a:pt x="1511903" y="52807"/>
                </a:lnTo>
                <a:lnTo>
                  <a:pt x="1492910" y="53540"/>
                </a:lnTo>
                <a:lnTo>
                  <a:pt x="1473918" y="54226"/>
                </a:lnTo>
                <a:lnTo>
                  <a:pt x="1454925" y="54883"/>
                </a:lnTo>
                <a:lnTo>
                  <a:pt x="1435932" y="55512"/>
                </a:lnTo>
                <a:lnTo>
                  <a:pt x="1416939" y="56093"/>
                </a:lnTo>
                <a:lnTo>
                  <a:pt x="1397946" y="56655"/>
                </a:lnTo>
                <a:lnTo>
                  <a:pt x="1378953" y="57179"/>
                </a:lnTo>
                <a:lnTo>
                  <a:pt x="1359951" y="57674"/>
                </a:lnTo>
                <a:lnTo>
                  <a:pt x="1340958" y="58141"/>
                </a:lnTo>
                <a:lnTo>
                  <a:pt x="1321956" y="58588"/>
                </a:lnTo>
                <a:lnTo>
                  <a:pt x="1302963" y="58998"/>
                </a:lnTo>
                <a:lnTo>
                  <a:pt x="1283960" y="59388"/>
                </a:lnTo>
                <a:lnTo>
                  <a:pt x="1264958" y="59750"/>
                </a:lnTo>
                <a:lnTo>
                  <a:pt x="1245956" y="60084"/>
                </a:lnTo>
                <a:lnTo>
                  <a:pt x="1226953" y="60389"/>
                </a:lnTo>
                <a:lnTo>
                  <a:pt x="1207961" y="60674"/>
                </a:lnTo>
                <a:lnTo>
                  <a:pt x="1188958" y="60941"/>
                </a:lnTo>
                <a:lnTo>
                  <a:pt x="1169956" y="61179"/>
                </a:lnTo>
                <a:lnTo>
                  <a:pt x="1150953" y="61398"/>
                </a:lnTo>
                <a:lnTo>
                  <a:pt x="1131951" y="61598"/>
                </a:lnTo>
                <a:lnTo>
                  <a:pt x="1112949" y="61760"/>
                </a:lnTo>
                <a:lnTo>
                  <a:pt x="1093946" y="61913"/>
                </a:lnTo>
                <a:lnTo>
                  <a:pt x="1074934" y="62046"/>
                </a:lnTo>
                <a:lnTo>
                  <a:pt x="1055932" y="62151"/>
                </a:lnTo>
                <a:lnTo>
                  <a:pt x="1036930" y="62236"/>
                </a:lnTo>
                <a:lnTo>
                  <a:pt x="1017927" y="62303"/>
                </a:lnTo>
                <a:lnTo>
                  <a:pt x="998925" y="62341"/>
                </a:lnTo>
                <a:lnTo>
                  <a:pt x="979922" y="62360"/>
                </a:lnTo>
                <a:lnTo>
                  <a:pt x="960920" y="62360"/>
                </a:lnTo>
                <a:lnTo>
                  <a:pt x="941918" y="62341"/>
                </a:lnTo>
                <a:lnTo>
                  <a:pt x="922915" y="62294"/>
                </a:lnTo>
                <a:lnTo>
                  <a:pt x="903913" y="62227"/>
                </a:lnTo>
                <a:lnTo>
                  <a:pt x="884911" y="62141"/>
                </a:lnTo>
                <a:lnTo>
                  <a:pt x="865899" y="62036"/>
                </a:lnTo>
                <a:lnTo>
                  <a:pt x="846896" y="61903"/>
                </a:lnTo>
                <a:lnTo>
                  <a:pt x="827894" y="61760"/>
                </a:lnTo>
                <a:lnTo>
                  <a:pt x="808892" y="61589"/>
                </a:lnTo>
                <a:lnTo>
                  <a:pt x="789889" y="61389"/>
                </a:lnTo>
                <a:lnTo>
                  <a:pt x="770887" y="61170"/>
                </a:lnTo>
                <a:lnTo>
                  <a:pt x="751884" y="60931"/>
                </a:lnTo>
                <a:lnTo>
                  <a:pt x="732882" y="60665"/>
                </a:lnTo>
                <a:lnTo>
                  <a:pt x="713889" y="60379"/>
                </a:lnTo>
                <a:lnTo>
                  <a:pt x="694887" y="60065"/>
                </a:lnTo>
                <a:lnTo>
                  <a:pt x="675884" y="59731"/>
                </a:lnTo>
                <a:lnTo>
                  <a:pt x="656882" y="59369"/>
                </a:lnTo>
                <a:lnTo>
                  <a:pt x="637889" y="58979"/>
                </a:lnTo>
                <a:lnTo>
                  <a:pt x="618887" y="58569"/>
                </a:lnTo>
                <a:lnTo>
                  <a:pt x="599885" y="58122"/>
                </a:lnTo>
                <a:lnTo>
                  <a:pt x="580892" y="57655"/>
                </a:lnTo>
                <a:lnTo>
                  <a:pt x="561889" y="57160"/>
                </a:lnTo>
                <a:lnTo>
                  <a:pt x="542896" y="56626"/>
                </a:lnTo>
                <a:lnTo>
                  <a:pt x="523904" y="56074"/>
                </a:lnTo>
                <a:lnTo>
                  <a:pt x="504911" y="55483"/>
                </a:lnTo>
                <a:lnTo>
                  <a:pt x="485918" y="54854"/>
                </a:lnTo>
                <a:lnTo>
                  <a:pt x="466925" y="54197"/>
                </a:lnTo>
                <a:lnTo>
                  <a:pt x="447932" y="53502"/>
                </a:lnTo>
                <a:lnTo>
                  <a:pt x="428939" y="52769"/>
                </a:lnTo>
                <a:lnTo>
                  <a:pt x="409956" y="51997"/>
                </a:lnTo>
                <a:lnTo>
                  <a:pt x="390973" y="51178"/>
                </a:lnTo>
                <a:lnTo>
                  <a:pt x="371989" y="50311"/>
                </a:lnTo>
                <a:lnTo>
                  <a:pt x="353006" y="49406"/>
                </a:lnTo>
                <a:lnTo>
                  <a:pt x="334023" y="48435"/>
                </a:lnTo>
                <a:lnTo>
                  <a:pt x="315049" y="47425"/>
                </a:lnTo>
                <a:lnTo>
                  <a:pt x="296075" y="46349"/>
                </a:lnTo>
                <a:lnTo>
                  <a:pt x="277111" y="45206"/>
                </a:lnTo>
                <a:lnTo>
                  <a:pt x="258147" y="43996"/>
                </a:lnTo>
                <a:lnTo>
                  <a:pt x="239182" y="42710"/>
                </a:lnTo>
                <a:lnTo>
                  <a:pt x="220228" y="41329"/>
                </a:lnTo>
                <a:lnTo>
                  <a:pt x="201282" y="39853"/>
                </a:lnTo>
                <a:lnTo>
                  <a:pt x="182347" y="38271"/>
                </a:lnTo>
                <a:lnTo>
                  <a:pt x="163420" y="36566"/>
                </a:lnTo>
                <a:lnTo>
                  <a:pt x="144504" y="34719"/>
                </a:lnTo>
                <a:lnTo>
                  <a:pt x="125616" y="32680"/>
                </a:lnTo>
                <a:lnTo>
                  <a:pt x="106737" y="30442"/>
                </a:lnTo>
                <a:lnTo>
                  <a:pt x="87906" y="27927"/>
                </a:lnTo>
                <a:lnTo>
                  <a:pt x="69123" y="25060"/>
                </a:lnTo>
                <a:lnTo>
                  <a:pt x="50416" y="21679"/>
                </a:lnTo>
                <a:lnTo>
                  <a:pt x="31880" y="17497"/>
                </a:lnTo>
                <a:lnTo>
                  <a:pt x="13792" y="11735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52" name="funnel-step-cap-3">
            <a:extLst xmlns:a="http://schemas.openxmlformats.org/drawingml/2006/main">
              <a:ext uri="{FF2B5EF4-FFF2-40B4-BE49-F238E27FC236}">
                <a16:creationId xmlns:a16="http://schemas.microsoft.com/office/drawing/2014/main" id="{242D6815-3771-4D9A-B397-2E2B710E3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648751" y="4230938"/>
            <a:ext cx="1941747" cy="17728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7EAC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53" name="funnel-step-body-4">
            <a:extLst xmlns:a="http://schemas.openxmlformats.org/drawingml/2006/main">
              <a:ext uri="{FF2B5EF4-FFF2-40B4-BE49-F238E27FC236}">
                <a16:creationId xmlns:a16="http://schemas.microsoft.com/office/drawing/2014/main" id="{D556A049-F352-4D07-90A0-CCCD12BD7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833908" y="4921282"/>
            <a:ext cx="1569682" cy="533210"/>
          </a:xfrm>
          <a:custGeom xmlns:a="http://schemas.openxmlformats.org/drawingml/2006/main">
            <a:pathLst>
              <a:path w="1569682" h="533210">
                <a:moveTo>
                  <a:pt x="0" y="0"/>
                </a:moveTo>
                <a:lnTo>
                  <a:pt x="6677" y="17783"/>
                </a:lnTo>
                <a:lnTo>
                  <a:pt x="13364" y="35557"/>
                </a:lnTo>
                <a:lnTo>
                  <a:pt x="20041" y="53340"/>
                </a:lnTo>
                <a:lnTo>
                  <a:pt x="26727" y="71114"/>
                </a:lnTo>
                <a:lnTo>
                  <a:pt x="33404" y="88897"/>
                </a:lnTo>
                <a:lnTo>
                  <a:pt x="40091" y="106680"/>
                </a:lnTo>
                <a:lnTo>
                  <a:pt x="46768" y="124454"/>
                </a:lnTo>
                <a:lnTo>
                  <a:pt x="53454" y="142237"/>
                </a:lnTo>
                <a:lnTo>
                  <a:pt x="60131" y="160010"/>
                </a:lnTo>
                <a:lnTo>
                  <a:pt x="66818" y="177794"/>
                </a:lnTo>
                <a:lnTo>
                  <a:pt x="73495" y="195577"/>
                </a:lnTo>
                <a:lnTo>
                  <a:pt x="80181" y="213350"/>
                </a:lnTo>
                <a:lnTo>
                  <a:pt x="86858" y="231134"/>
                </a:lnTo>
                <a:lnTo>
                  <a:pt x="93545" y="248907"/>
                </a:lnTo>
                <a:lnTo>
                  <a:pt x="100222" y="266690"/>
                </a:lnTo>
                <a:lnTo>
                  <a:pt x="106909" y="284474"/>
                </a:lnTo>
                <a:lnTo>
                  <a:pt x="113586" y="302247"/>
                </a:lnTo>
                <a:lnTo>
                  <a:pt x="120272" y="320030"/>
                </a:lnTo>
                <a:lnTo>
                  <a:pt x="126949" y="337814"/>
                </a:lnTo>
                <a:lnTo>
                  <a:pt x="133636" y="355587"/>
                </a:lnTo>
                <a:lnTo>
                  <a:pt x="140313" y="373370"/>
                </a:lnTo>
                <a:lnTo>
                  <a:pt x="146999" y="391144"/>
                </a:lnTo>
                <a:lnTo>
                  <a:pt x="153676" y="408927"/>
                </a:lnTo>
                <a:lnTo>
                  <a:pt x="160363" y="426710"/>
                </a:lnTo>
                <a:lnTo>
                  <a:pt x="167040" y="444484"/>
                </a:lnTo>
                <a:lnTo>
                  <a:pt x="173726" y="462267"/>
                </a:lnTo>
                <a:lnTo>
                  <a:pt x="181337" y="479327"/>
                </a:lnTo>
                <a:lnTo>
                  <a:pt x="197739" y="488709"/>
                </a:lnTo>
                <a:lnTo>
                  <a:pt x="215751" y="494709"/>
                </a:lnTo>
                <a:lnTo>
                  <a:pt x="234182" y="499281"/>
                </a:lnTo>
                <a:lnTo>
                  <a:pt x="252803" y="503034"/>
                </a:lnTo>
                <a:lnTo>
                  <a:pt x="271520" y="506225"/>
                </a:lnTo>
                <a:lnTo>
                  <a:pt x="290312" y="509006"/>
                </a:lnTo>
                <a:lnTo>
                  <a:pt x="309143" y="511483"/>
                </a:lnTo>
                <a:lnTo>
                  <a:pt x="328003" y="513693"/>
                </a:lnTo>
                <a:lnTo>
                  <a:pt x="346891" y="515693"/>
                </a:lnTo>
                <a:lnTo>
                  <a:pt x="365798" y="517503"/>
                </a:lnTo>
                <a:lnTo>
                  <a:pt x="384724" y="519160"/>
                </a:lnTo>
                <a:lnTo>
                  <a:pt x="403650" y="520675"/>
                </a:lnTo>
                <a:lnTo>
                  <a:pt x="422596" y="522065"/>
                </a:lnTo>
                <a:lnTo>
                  <a:pt x="441550" y="523342"/>
                </a:lnTo>
                <a:lnTo>
                  <a:pt x="460505" y="524513"/>
                </a:lnTo>
                <a:lnTo>
                  <a:pt x="479469" y="525590"/>
                </a:lnTo>
                <a:lnTo>
                  <a:pt x="498434" y="526580"/>
                </a:lnTo>
                <a:lnTo>
                  <a:pt x="517408" y="527485"/>
                </a:lnTo>
                <a:lnTo>
                  <a:pt x="536381" y="528314"/>
                </a:lnTo>
                <a:lnTo>
                  <a:pt x="555365" y="529057"/>
                </a:lnTo>
                <a:lnTo>
                  <a:pt x="574338" y="529742"/>
                </a:lnTo>
                <a:lnTo>
                  <a:pt x="593331" y="530352"/>
                </a:lnTo>
                <a:lnTo>
                  <a:pt x="612315" y="530904"/>
                </a:lnTo>
                <a:lnTo>
                  <a:pt x="631298" y="531390"/>
                </a:lnTo>
                <a:lnTo>
                  <a:pt x="650291" y="531809"/>
                </a:lnTo>
                <a:lnTo>
                  <a:pt x="669274" y="532181"/>
                </a:lnTo>
                <a:lnTo>
                  <a:pt x="688267" y="532495"/>
                </a:lnTo>
                <a:lnTo>
                  <a:pt x="707260" y="532743"/>
                </a:lnTo>
                <a:lnTo>
                  <a:pt x="726253" y="532943"/>
                </a:lnTo>
                <a:lnTo>
                  <a:pt x="745246" y="533086"/>
                </a:lnTo>
                <a:lnTo>
                  <a:pt x="764238" y="533171"/>
                </a:lnTo>
                <a:lnTo>
                  <a:pt x="783231" y="533210"/>
                </a:lnTo>
                <a:lnTo>
                  <a:pt x="802224" y="533190"/>
                </a:lnTo>
                <a:lnTo>
                  <a:pt x="821217" y="533114"/>
                </a:lnTo>
                <a:lnTo>
                  <a:pt x="840210" y="532981"/>
                </a:lnTo>
                <a:lnTo>
                  <a:pt x="859203" y="532800"/>
                </a:lnTo>
                <a:lnTo>
                  <a:pt x="878195" y="532562"/>
                </a:lnTo>
                <a:lnTo>
                  <a:pt x="897188" y="532267"/>
                </a:lnTo>
                <a:lnTo>
                  <a:pt x="916181" y="531914"/>
                </a:lnTo>
                <a:lnTo>
                  <a:pt x="935165" y="531505"/>
                </a:lnTo>
                <a:lnTo>
                  <a:pt x="954157" y="531038"/>
                </a:lnTo>
                <a:lnTo>
                  <a:pt x="973141" y="530504"/>
                </a:lnTo>
                <a:lnTo>
                  <a:pt x="992124" y="529904"/>
                </a:lnTo>
                <a:lnTo>
                  <a:pt x="1011107" y="529247"/>
                </a:lnTo>
                <a:lnTo>
                  <a:pt x="1030091" y="528514"/>
                </a:lnTo>
                <a:lnTo>
                  <a:pt x="1049064" y="527704"/>
                </a:lnTo>
                <a:lnTo>
                  <a:pt x="1068038" y="526818"/>
                </a:lnTo>
                <a:lnTo>
                  <a:pt x="1087003" y="525856"/>
                </a:lnTo>
                <a:lnTo>
                  <a:pt x="1105967" y="524799"/>
                </a:lnTo>
                <a:lnTo>
                  <a:pt x="1124931" y="523665"/>
                </a:lnTo>
                <a:lnTo>
                  <a:pt x="1143876" y="522408"/>
                </a:lnTo>
                <a:lnTo>
                  <a:pt x="1162822" y="521046"/>
                </a:lnTo>
                <a:lnTo>
                  <a:pt x="1181757" y="519570"/>
                </a:lnTo>
                <a:lnTo>
                  <a:pt x="1200683" y="517950"/>
                </a:lnTo>
                <a:lnTo>
                  <a:pt x="1219591" y="516179"/>
                </a:lnTo>
                <a:lnTo>
                  <a:pt x="1238488" y="514236"/>
                </a:lnTo>
                <a:lnTo>
                  <a:pt x="1257357" y="512083"/>
                </a:lnTo>
                <a:lnTo>
                  <a:pt x="1276198" y="509683"/>
                </a:lnTo>
                <a:lnTo>
                  <a:pt x="1295000" y="506987"/>
                </a:lnTo>
                <a:lnTo>
                  <a:pt x="1313745" y="503911"/>
                </a:lnTo>
                <a:lnTo>
                  <a:pt x="1332395" y="500329"/>
                </a:lnTo>
                <a:lnTo>
                  <a:pt x="1350893" y="496005"/>
                </a:lnTo>
                <a:lnTo>
                  <a:pt x="1369057" y="490480"/>
                </a:lnTo>
                <a:lnTo>
                  <a:pt x="1386183" y="482384"/>
                </a:lnTo>
                <a:lnTo>
                  <a:pt x="1395965" y="466916"/>
                </a:lnTo>
                <a:lnTo>
                  <a:pt x="1402642" y="449132"/>
                </a:lnTo>
                <a:lnTo>
                  <a:pt x="1409329" y="431359"/>
                </a:lnTo>
                <a:lnTo>
                  <a:pt x="1416006" y="413576"/>
                </a:lnTo>
                <a:lnTo>
                  <a:pt x="1422692" y="395802"/>
                </a:lnTo>
                <a:lnTo>
                  <a:pt x="1429369" y="378019"/>
                </a:lnTo>
                <a:lnTo>
                  <a:pt x="1436056" y="360236"/>
                </a:lnTo>
                <a:lnTo>
                  <a:pt x="1442733" y="342462"/>
                </a:lnTo>
                <a:lnTo>
                  <a:pt x="1449419" y="324679"/>
                </a:lnTo>
                <a:lnTo>
                  <a:pt x="1456096" y="306905"/>
                </a:lnTo>
                <a:lnTo>
                  <a:pt x="1462783" y="289122"/>
                </a:lnTo>
                <a:lnTo>
                  <a:pt x="1469460" y="271339"/>
                </a:lnTo>
                <a:lnTo>
                  <a:pt x="1476146" y="253565"/>
                </a:lnTo>
                <a:lnTo>
                  <a:pt x="1482823" y="235782"/>
                </a:lnTo>
                <a:lnTo>
                  <a:pt x="1489510" y="218008"/>
                </a:lnTo>
                <a:lnTo>
                  <a:pt x="1496187" y="200225"/>
                </a:lnTo>
                <a:lnTo>
                  <a:pt x="1502874" y="182442"/>
                </a:lnTo>
                <a:lnTo>
                  <a:pt x="1509551" y="164668"/>
                </a:lnTo>
                <a:lnTo>
                  <a:pt x="1516237" y="146885"/>
                </a:lnTo>
                <a:lnTo>
                  <a:pt x="1522914" y="129111"/>
                </a:lnTo>
                <a:lnTo>
                  <a:pt x="1529601" y="111328"/>
                </a:lnTo>
                <a:lnTo>
                  <a:pt x="1536278" y="93545"/>
                </a:lnTo>
                <a:lnTo>
                  <a:pt x="1542964" y="75771"/>
                </a:lnTo>
                <a:lnTo>
                  <a:pt x="1549641" y="57988"/>
                </a:lnTo>
                <a:lnTo>
                  <a:pt x="1556318" y="40215"/>
                </a:lnTo>
                <a:lnTo>
                  <a:pt x="1563005" y="22431"/>
                </a:lnTo>
                <a:lnTo>
                  <a:pt x="1569682" y="4648"/>
                </a:lnTo>
                <a:lnTo>
                  <a:pt x="1562852" y="10325"/>
                </a:lnTo>
                <a:lnTo>
                  <a:pt x="1545336" y="17574"/>
                </a:lnTo>
                <a:lnTo>
                  <a:pt x="1527000" y="22527"/>
                </a:lnTo>
                <a:lnTo>
                  <a:pt x="1508417" y="26422"/>
                </a:lnTo>
                <a:lnTo>
                  <a:pt x="1489700" y="29670"/>
                </a:lnTo>
                <a:lnTo>
                  <a:pt x="1470917" y="32490"/>
                </a:lnTo>
                <a:lnTo>
                  <a:pt x="1452086" y="34976"/>
                </a:lnTo>
                <a:lnTo>
                  <a:pt x="1433227" y="37205"/>
                </a:lnTo>
                <a:lnTo>
                  <a:pt x="1414339" y="39233"/>
                </a:lnTo>
                <a:lnTo>
                  <a:pt x="1395441" y="41081"/>
                </a:lnTo>
                <a:lnTo>
                  <a:pt x="1376524" y="42777"/>
                </a:lnTo>
                <a:lnTo>
                  <a:pt x="1357589" y="44339"/>
                </a:lnTo>
                <a:lnTo>
                  <a:pt x="1338653" y="45796"/>
                </a:lnTo>
                <a:lnTo>
                  <a:pt x="1319708" y="47149"/>
                </a:lnTo>
                <a:lnTo>
                  <a:pt x="1300753" y="48406"/>
                </a:lnTo>
                <a:lnTo>
                  <a:pt x="1281798" y="49587"/>
                </a:lnTo>
                <a:lnTo>
                  <a:pt x="1262844" y="50683"/>
                </a:lnTo>
                <a:lnTo>
                  <a:pt x="1243870" y="51711"/>
                </a:lnTo>
                <a:lnTo>
                  <a:pt x="1224905" y="52673"/>
                </a:lnTo>
                <a:lnTo>
                  <a:pt x="1205932" y="53578"/>
                </a:lnTo>
                <a:lnTo>
                  <a:pt x="1186958" y="54426"/>
                </a:lnTo>
                <a:lnTo>
                  <a:pt x="1167984" y="55207"/>
                </a:lnTo>
                <a:lnTo>
                  <a:pt x="1149001" y="55950"/>
                </a:lnTo>
                <a:lnTo>
                  <a:pt x="1130017" y="56636"/>
                </a:lnTo>
                <a:lnTo>
                  <a:pt x="1111034" y="57283"/>
                </a:lnTo>
                <a:lnTo>
                  <a:pt x="1092051" y="57874"/>
                </a:lnTo>
                <a:lnTo>
                  <a:pt x="1073067" y="58436"/>
                </a:lnTo>
                <a:lnTo>
                  <a:pt x="1054084" y="58941"/>
                </a:lnTo>
                <a:lnTo>
                  <a:pt x="1035091" y="59417"/>
                </a:lnTo>
                <a:lnTo>
                  <a:pt x="1016108" y="59846"/>
                </a:lnTo>
                <a:lnTo>
                  <a:pt x="997115" y="60246"/>
                </a:lnTo>
                <a:lnTo>
                  <a:pt x="978122" y="60598"/>
                </a:lnTo>
                <a:lnTo>
                  <a:pt x="959139" y="60922"/>
                </a:lnTo>
                <a:lnTo>
                  <a:pt x="940146" y="61208"/>
                </a:lnTo>
                <a:lnTo>
                  <a:pt x="921153" y="61455"/>
                </a:lnTo>
                <a:lnTo>
                  <a:pt x="902160" y="61674"/>
                </a:lnTo>
                <a:lnTo>
                  <a:pt x="883168" y="61865"/>
                </a:lnTo>
                <a:lnTo>
                  <a:pt x="864175" y="62017"/>
                </a:lnTo>
                <a:lnTo>
                  <a:pt x="845182" y="62132"/>
                </a:lnTo>
                <a:lnTo>
                  <a:pt x="826189" y="62217"/>
                </a:lnTo>
                <a:lnTo>
                  <a:pt x="807196" y="62274"/>
                </a:lnTo>
                <a:lnTo>
                  <a:pt x="788203" y="62294"/>
                </a:lnTo>
                <a:lnTo>
                  <a:pt x="769210" y="62284"/>
                </a:lnTo>
                <a:lnTo>
                  <a:pt x="750218" y="62236"/>
                </a:lnTo>
                <a:lnTo>
                  <a:pt x="731225" y="62160"/>
                </a:lnTo>
                <a:lnTo>
                  <a:pt x="712232" y="62055"/>
                </a:lnTo>
                <a:lnTo>
                  <a:pt x="693239" y="61913"/>
                </a:lnTo>
                <a:lnTo>
                  <a:pt x="674246" y="61732"/>
                </a:lnTo>
                <a:lnTo>
                  <a:pt x="655253" y="61522"/>
                </a:lnTo>
                <a:lnTo>
                  <a:pt x="636260" y="61274"/>
                </a:lnTo>
                <a:lnTo>
                  <a:pt x="617268" y="60998"/>
                </a:lnTo>
                <a:lnTo>
                  <a:pt x="598275" y="60684"/>
                </a:lnTo>
                <a:lnTo>
                  <a:pt x="579282" y="60341"/>
                </a:lnTo>
                <a:lnTo>
                  <a:pt x="560299" y="59950"/>
                </a:lnTo>
                <a:lnTo>
                  <a:pt x="541306" y="59531"/>
                </a:lnTo>
                <a:lnTo>
                  <a:pt x="522322" y="59065"/>
                </a:lnTo>
                <a:lnTo>
                  <a:pt x="503330" y="58569"/>
                </a:lnTo>
                <a:lnTo>
                  <a:pt x="484346" y="58026"/>
                </a:lnTo>
                <a:lnTo>
                  <a:pt x="465363" y="57436"/>
                </a:lnTo>
                <a:lnTo>
                  <a:pt x="446380" y="56817"/>
                </a:lnTo>
                <a:lnTo>
                  <a:pt x="427396" y="56131"/>
                </a:lnTo>
                <a:lnTo>
                  <a:pt x="408422" y="55407"/>
                </a:lnTo>
                <a:lnTo>
                  <a:pt x="389439" y="54635"/>
                </a:lnTo>
                <a:lnTo>
                  <a:pt x="370465" y="53807"/>
                </a:lnTo>
                <a:lnTo>
                  <a:pt x="351492" y="52921"/>
                </a:lnTo>
                <a:lnTo>
                  <a:pt x="332527" y="51978"/>
                </a:lnTo>
                <a:lnTo>
                  <a:pt x="313553" y="50959"/>
                </a:lnTo>
                <a:lnTo>
                  <a:pt x="294589" y="49873"/>
                </a:lnTo>
                <a:lnTo>
                  <a:pt x="275634" y="48720"/>
                </a:lnTo>
                <a:lnTo>
                  <a:pt x="256680" y="47482"/>
                </a:lnTo>
                <a:lnTo>
                  <a:pt x="237734" y="46158"/>
                </a:lnTo>
                <a:lnTo>
                  <a:pt x="218799" y="44739"/>
                </a:lnTo>
                <a:lnTo>
                  <a:pt x="199863" y="43196"/>
                </a:lnTo>
                <a:lnTo>
                  <a:pt x="180946" y="41539"/>
                </a:lnTo>
                <a:lnTo>
                  <a:pt x="162039" y="39729"/>
                </a:lnTo>
                <a:lnTo>
                  <a:pt x="143142" y="37757"/>
                </a:lnTo>
                <a:lnTo>
                  <a:pt x="124273" y="35585"/>
                </a:lnTo>
                <a:lnTo>
                  <a:pt x="105442" y="33166"/>
                </a:lnTo>
                <a:lnTo>
                  <a:pt x="86639" y="30442"/>
                </a:lnTo>
                <a:lnTo>
                  <a:pt x="67904" y="27318"/>
                </a:lnTo>
                <a:lnTo>
                  <a:pt x="49282" y="23622"/>
                </a:lnTo>
                <a:lnTo>
                  <a:pt x="30851" y="19012"/>
                </a:lnTo>
                <a:lnTo>
                  <a:pt x="12992" y="12611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78A8D5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54" name="funnel-step-cap-4">
            <a:extLst xmlns:a="http://schemas.openxmlformats.org/drawingml/2006/main">
              <a:ext uri="{FF2B5EF4-FFF2-40B4-BE49-F238E27FC236}">
                <a16:creationId xmlns:a16="http://schemas.microsoft.com/office/drawing/2014/main" id="{560CAB40-2937-4EAF-A100-0E37209EE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833917" y="4832604"/>
            <a:ext cx="1571406" cy="17728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8A8D5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55" name="funnel-step-body-5">
            <a:extLst xmlns:a="http://schemas.openxmlformats.org/drawingml/2006/main">
              <a:ext uri="{FF2B5EF4-FFF2-40B4-BE49-F238E27FC236}">
                <a16:creationId xmlns:a16="http://schemas.microsoft.com/office/drawing/2014/main" id="{3BBEA4AF-39EA-4116-83D2-E25ADB7DE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10882" y="5522881"/>
            <a:ext cx="1214199" cy="533276"/>
          </a:xfrm>
          <a:custGeom xmlns:a="http://schemas.openxmlformats.org/drawingml/2006/main">
            <a:pathLst>
              <a:path w="1214199" h="533276">
                <a:moveTo>
                  <a:pt x="0" y="0"/>
                </a:moveTo>
                <a:lnTo>
                  <a:pt x="6458" y="17821"/>
                </a:lnTo>
                <a:lnTo>
                  <a:pt x="12906" y="35633"/>
                </a:lnTo>
                <a:lnTo>
                  <a:pt x="19364" y="53454"/>
                </a:lnTo>
                <a:lnTo>
                  <a:pt x="25822" y="71276"/>
                </a:lnTo>
                <a:lnTo>
                  <a:pt x="32271" y="89097"/>
                </a:lnTo>
                <a:lnTo>
                  <a:pt x="38729" y="106909"/>
                </a:lnTo>
                <a:lnTo>
                  <a:pt x="45187" y="124730"/>
                </a:lnTo>
                <a:lnTo>
                  <a:pt x="51635" y="142551"/>
                </a:lnTo>
                <a:lnTo>
                  <a:pt x="58093" y="160372"/>
                </a:lnTo>
                <a:lnTo>
                  <a:pt x="64551" y="178184"/>
                </a:lnTo>
                <a:lnTo>
                  <a:pt x="71009" y="196005"/>
                </a:lnTo>
                <a:lnTo>
                  <a:pt x="77457" y="213827"/>
                </a:lnTo>
                <a:lnTo>
                  <a:pt x="83915" y="231638"/>
                </a:lnTo>
                <a:lnTo>
                  <a:pt x="90373" y="249460"/>
                </a:lnTo>
                <a:lnTo>
                  <a:pt x="96822" y="267281"/>
                </a:lnTo>
                <a:lnTo>
                  <a:pt x="103280" y="285102"/>
                </a:lnTo>
                <a:lnTo>
                  <a:pt x="109738" y="302914"/>
                </a:lnTo>
                <a:lnTo>
                  <a:pt x="116186" y="320735"/>
                </a:lnTo>
                <a:lnTo>
                  <a:pt x="122644" y="338557"/>
                </a:lnTo>
                <a:lnTo>
                  <a:pt x="129102" y="356378"/>
                </a:lnTo>
                <a:lnTo>
                  <a:pt x="135550" y="374190"/>
                </a:lnTo>
                <a:lnTo>
                  <a:pt x="142008" y="392011"/>
                </a:lnTo>
                <a:lnTo>
                  <a:pt x="148466" y="409832"/>
                </a:lnTo>
                <a:lnTo>
                  <a:pt x="154915" y="427644"/>
                </a:lnTo>
                <a:lnTo>
                  <a:pt x="161373" y="445465"/>
                </a:lnTo>
                <a:lnTo>
                  <a:pt x="167831" y="463286"/>
                </a:lnTo>
                <a:lnTo>
                  <a:pt x="174812" y="480632"/>
                </a:lnTo>
                <a:lnTo>
                  <a:pt x="190376" y="491233"/>
                </a:lnTo>
                <a:lnTo>
                  <a:pt x="208016" y="498129"/>
                </a:lnTo>
                <a:lnTo>
                  <a:pt x="226228" y="503339"/>
                </a:lnTo>
                <a:lnTo>
                  <a:pt x="244707" y="507559"/>
                </a:lnTo>
                <a:lnTo>
                  <a:pt x="263319" y="511111"/>
                </a:lnTo>
                <a:lnTo>
                  <a:pt x="282026" y="514159"/>
                </a:lnTo>
                <a:lnTo>
                  <a:pt x="300790" y="516817"/>
                </a:lnTo>
                <a:lnTo>
                  <a:pt x="319602" y="519151"/>
                </a:lnTo>
                <a:lnTo>
                  <a:pt x="338433" y="521227"/>
                </a:lnTo>
                <a:lnTo>
                  <a:pt x="357302" y="523065"/>
                </a:lnTo>
                <a:lnTo>
                  <a:pt x="376180" y="524704"/>
                </a:lnTo>
                <a:lnTo>
                  <a:pt x="395078" y="526151"/>
                </a:lnTo>
                <a:lnTo>
                  <a:pt x="413985" y="527437"/>
                </a:lnTo>
                <a:lnTo>
                  <a:pt x="432902" y="528580"/>
                </a:lnTo>
                <a:lnTo>
                  <a:pt x="451828" y="529580"/>
                </a:lnTo>
                <a:lnTo>
                  <a:pt x="470754" y="530447"/>
                </a:lnTo>
                <a:lnTo>
                  <a:pt x="489699" y="531181"/>
                </a:lnTo>
                <a:lnTo>
                  <a:pt x="508635" y="531809"/>
                </a:lnTo>
                <a:lnTo>
                  <a:pt x="527580" y="532324"/>
                </a:lnTo>
                <a:lnTo>
                  <a:pt x="546525" y="532714"/>
                </a:lnTo>
                <a:lnTo>
                  <a:pt x="565480" y="533009"/>
                </a:lnTo>
                <a:lnTo>
                  <a:pt x="584425" y="533190"/>
                </a:lnTo>
                <a:lnTo>
                  <a:pt x="603380" y="533276"/>
                </a:lnTo>
                <a:lnTo>
                  <a:pt x="622335" y="533248"/>
                </a:lnTo>
                <a:lnTo>
                  <a:pt x="641280" y="533124"/>
                </a:lnTo>
                <a:lnTo>
                  <a:pt x="660235" y="532895"/>
                </a:lnTo>
                <a:lnTo>
                  <a:pt x="679180" y="532562"/>
                </a:lnTo>
                <a:lnTo>
                  <a:pt x="698125" y="532114"/>
                </a:lnTo>
                <a:lnTo>
                  <a:pt x="717071" y="531552"/>
                </a:lnTo>
                <a:lnTo>
                  <a:pt x="736016" y="530876"/>
                </a:lnTo>
                <a:lnTo>
                  <a:pt x="754952" y="530085"/>
                </a:lnTo>
                <a:lnTo>
                  <a:pt x="773878" y="529161"/>
                </a:lnTo>
                <a:lnTo>
                  <a:pt x="792804" y="528104"/>
                </a:lnTo>
                <a:lnTo>
                  <a:pt x="811711" y="526904"/>
                </a:lnTo>
                <a:lnTo>
                  <a:pt x="830618" y="525542"/>
                </a:lnTo>
                <a:lnTo>
                  <a:pt x="849506" y="524008"/>
                </a:lnTo>
                <a:lnTo>
                  <a:pt x="868375" y="522294"/>
                </a:lnTo>
                <a:lnTo>
                  <a:pt x="887235" y="520360"/>
                </a:lnTo>
                <a:lnTo>
                  <a:pt x="906056" y="518170"/>
                </a:lnTo>
                <a:lnTo>
                  <a:pt x="924849" y="515712"/>
                </a:lnTo>
                <a:lnTo>
                  <a:pt x="943585" y="512893"/>
                </a:lnTo>
                <a:lnTo>
                  <a:pt x="962263" y="509635"/>
                </a:lnTo>
                <a:lnTo>
                  <a:pt x="980818" y="505825"/>
                </a:lnTo>
                <a:lnTo>
                  <a:pt x="999201" y="501225"/>
                </a:lnTo>
                <a:lnTo>
                  <a:pt x="1017232" y="495405"/>
                </a:lnTo>
                <a:lnTo>
                  <a:pt x="1034348" y="487318"/>
                </a:lnTo>
                <a:lnTo>
                  <a:pt x="1046607" y="473507"/>
                </a:lnTo>
                <a:lnTo>
                  <a:pt x="1052455" y="455552"/>
                </a:lnTo>
                <a:lnTo>
                  <a:pt x="1058913" y="437731"/>
                </a:lnTo>
                <a:lnTo>
                  <a:pt x="1065371" y="419910"/>
                </a:lnTo>
                <a:lnTo>
                  <a:pt x="1071820" y="402098"/>
                </a:lnTo>
                <a:lnTo>
                  <a:pt x="1078278" y="384277"/>
                </a:lnTo>
                <a:lnTo>
                  <a:pt x="1084736" y="366455"/>
                </a:lnTo>
                <a:lnTo>
                  <a:pt x="1091194" y="348634"/>
                </a:lnTo>
                <a:lnTo>
                  <a:pt x="1097642" y="330822"/>
                </a:lnTo>
                <a:lnTo>
                  <a:pt x="1104100" y="313001"/>
                </a:lnTo>
                <a:lnTo>
                  <a:pt x="1110558" y="295180"/>
                </a:lnTo>
                <a:lnTo>
                  <a:pt x="1117006" y="277358"/>
                </a:lnTo>
                <a:lnTo>
                  <a:pt x="1123464" y="259547"/>
                </a:lnTo>
                <a:lnTo>
                  <a:pt x="1129922" y="241725"/>
                </a:lnTo>
                <a:lnTo>
                  <a:pt x="1136371" y="223904"/>
                </a:lnTo>
                <a:lnTo>
                  <a:pt x="1142829" y="206092"/>
                </a:lnTo>
                <a:lnTo>
                  <a:pt x="1149287" y="188271"/>
                </a:lnTo>
                <a:lnTo>
                  <a:pt x="1155735" y="170450"/>
                </a:lnTo>
                <a:lnTo>
                  <a:pt x="1162193" y="152629"/>
                </a:lnTo>
                <a:lnTo>
                  <a:pt x="1168651" y="134817"/>
                </a:lnTo>
                <a:lnTo>
                  <a:pt x="1175099" y="116996"/>
                </a:lnTo>
                <a:lnTo>
                  <a:pt x="1181557" y="99174"/>
                </a:lnTo>
                <a:lnTo>
                  <a:pt x="1188015" y="81353"/>
                </a:lnTo>
                <a:lnTo>
                  <a:pt x="1194473" y="63541"/>
                </a:lnTo>
                <a:lnTo>
                  <a:pt x="1200922" y="45720"/>
                </a:lnTo>
                <a:lnTo>
                  <a:pt x="1207379" y="27899"/>
                </a:lnTo>
                <a:lnTo>
                  <a:pt x="1213837" y="10077"/>
                </a:lnTo>
                <a:lnTo>
                  <a:pt x="1214199" y="7334"/>
                </a:lnTo>
                <a:lnTo>
                  <a:pt x="1198178" y="17212"/>
                </a:lnTo>
                <a:lnTo>
                  <a:pt x="1180271" y="23374"/>
                </a:lnTo>
                <a:lnTo>
                  <a:pt x="1161907" y="28032"/>
                </a:lnTo>
                <a:lnTo>
                  <a:pt x="1143343" y="31842"/>
                </a:lnTo>
                <a:lnTo>
                  <a:pt x="1124664" y="35071"/>
                </a:lnTo>
                <a:lnTo>
                  <a:pt x="1105929" y="37890"/>
                </a:lnTo>
                <a:lnTo>
                  <a:pt x="1087136" y="40386"/>
                </a:lnTo>
                <a:lnTo>
                  <a:pt x="1068314" y="42615"/>
                </a:lnTo>
                <a:lnTo>
                  <a:pt x="1049474" y="44634"/>
                </a:lnTo>
                <a:lnTo>
                  <a:pt x="1030615" y="46463"/>
                </a:lnTo>
                <a:lnTo>
                  <a:pt x="1011736" y="48130"/>
                </a:lnTo>
                <a:lnTo>
                  <a:pt x="992838" y="49663"/>
                </a:lnTo>
                <a:lnTo>
                  <a:pt x="973941" y="51064"/>
                </a:lnTo>
                <a:lnTo>
                  <a:pt x="955034" y="52349"/>
                </a:lnTo>
                <a:lnTo>
                  <a:pt x="936117" y="53531"/>
                </a:lnTo>
                <a:lnTo>
                  <a:pt x="917200" y="54616"/>
                </a:lnTo>
                <a:lnTo>
                  <a:pt x="898274" y="55616"/>
                </a:lnTo>
                <a:lnTo>
                  <a:pt x="879348" y="56521"/>
                </a:lnTo>
                <a:lnTo>
                  <a:pt x="860412" y="57360"/>
                </a:lnTo>
                <a:lnTo>
                  <a:pt x="841477" y="58122"/>
                </a:lnTo>
                <a:lnTo>
                  <a:pt x="822531" y="58807"/>
                </a:lnTo>
                <a:lnTo>
                  <a:pt x="803596" y="59436"/>
                </a:lnTo>
                <a:lnTo>
                  <a:pt x="784650" y="59988"/>
                </a:lnTo>
                <a:lnTo>
                  <a:pt x="765705" y="60484"/>
                </a:lnTo>
                <a:lnTo>
                  <a:pt x="746760" y="60912"/>
                </a:lnTo>
                <a:lnTo>
                  <a:pt x="727805" y="61284"/>
                </a:lnTo>
                <a:lnTo>
                  <a:pt x="708860" y="61608"/>
                </a:lnTo>
                <a:lnTo>
                  <a:pt x="689915" y="61865"/>
                </a:lnTo>
                <a:lnTo>
                  <a:pt x="670960" y="62074"/>
                </a:lnTo>
                <a:lnTo>
                  <a:pt x="652005" y="62227"/>
                </a:lnTo>
                <a:lnTo>
                  <a:pt x="633060" y="62322"/>
                </a:lnTo>
                <a:lnTo>
                  <a:pt x="614105" y="62360"/>
                </a:lnTo>
                <a:lnTo>
                  <a:pt x="595151" y="62351"/>
                </a:lnTo>
                <a:lnTo>
                  <a:pt x="576205" y="62284"/>
                </a:lnTo>
                <a:lnTo>
                  <a:pt x="557251" y="62160"/>
                </a:lnTo>
                <a:lnTo>
                  <a:pt x="538296" y="61989"/>
                </a:lnTo>
                <a:lnTo>
                  <a:pt x="519351" y="61760"/>
                </a:lnTo>
                <a:lnTo>
                  <a:pt x="500396" y="61474"/>
                </a:lnTo>
                <a:lnTo>
                  <a:pt x="481451" y="61141"/>
                </a:lnTo>
                <a:lnTo>
                  <a:pt x="462505" y="60731"/>
                </a:lnTo>
                <a:lnTo>
                  <a:pt x="443560" y="60274"/>
                </a:lnTo>
                <a:lnTo>
                  <a:pt x="424615" y="59750"/>
                </a:lnTo>
                <a:lnTo>
                  <a:pt x="405670" y="59169"/>
                </a:lnTo>
                <a:lnTo>
                  <a:pt x="386725" y="58522"/>
                </a:lnTo>
                <a:lnTo>
                  <a:pt x="367789" y="57798"/>
                </a:lnTo>
                <a:lnTo>
                  <a:pt x="348853" y="57007"/>
                </a:lnTo>
                <a:lnTo>
                  <a:pt x="329927" y="56140"/>
                </a:lnTo>
                <a:lnTo>
                  <a:pt x="310991" y="55188"/>
                </a:lnTo>
                <a:lnTo>
                  <a:pt x="292075" y="54159"/>
                </a:lnTo>
                <a:lnTo>
                  <a:pt x="273148" y="53026"/>
                </a:lnTo>
                <a:lnTo>
                  <a:pt x="254241" y="51806"/>
                </a:lnTo>
                <a:lnTo>
                  <a:pt x="235334" y="50473"/>
                </a:lnTo>
                <a:lnTo>
                  <a:pt x="216437" y="49016"/>
                </a:lnTo>
                <a:lnTo>
                  <a:pt x="197558" y="47425"/>
                </a:lnTo>
                <a:lnTo>
                  <a:pt x="178679" y="45691"/>
                </a:lnTo>
                <a:lnTo>
                  <a:pt x="159830" y="43786"/>
                </a:lnTo>
                <a:lnTo>
                  <a:pt x="140989" y="41681"/>
                </a:lnTo>
                <a:lnTo>
                  <a:pt x="122187" y="39338"/>
                </a:lnTo>
                <a:lnTo>
                  <a:pt x="103413" y="36709"/>
                </a:lnTo>
                <a:lnTo>
                  <a:pt x="84706" y="33728"/>
                </a:lnTo>
                <a:lnTo>
                  <a:pt x="66065" y="30270"/>
                </a:lnTo>
                <a:lnTo>
                  <a:pt x="47577" y="26137"/>
                </a:lnTo>
                <a:lnTo>
                  <a:pt x="29356" y="20945"/>
                </a:lnTo>
                <a:lnTo>
                  <a:pt x="11887" y="13668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78A8D5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56" name="funnel-step-cap-5">
            <a:extLst xmlns:a="http://schemas.openxmlformats.org/drawingml/2006/main">
              <a:ext uri="{FF2B5EF4-FFF2-40B4-BE49-F238E27FC236}">
                <a16:creationId xmlns:a16="http://schemas.microsoft.com/office/drawing/2014/main" id="{34E6817C-EACF-466C-9FA8-2FBD266A6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10844" y="5434270"/>
            <a:ext cx="1217552" cy="17728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8A8D5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57" name="funnel-flow-arrow">
            <a:extLst xmlns:a="http://schemas.openxmlformats.org/drawingml/2006/main">
              <a:ext uri="{FF2B5EF4-FFF2-40B4-BE49-F238E27FC236}">
                <a16:creationId xmlns:a16="http://schemas.microsoft.com/office/drawing/2014/main" id="{F25751A7-39C0-4469-A497-A08224A1F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52850" y="2466975"/>
            <a:ext cx="1733550" cy="3631178"/>
          </a:xfrm>
          <a:custGeom xmlns:a="http://schemas.openxmlformats.org/drawingml/2006/main">
            <a:pathLst>
              <a:path w="1733550" h="3631178">
                <a:moveTo>
                  <a:pt x="0" y="0"/>
                </a:moveTo>
                <a:lnTo>
                  <a:pt x="0" y="42834"/>
                </a:lnTo>
                <a:lnTo>
                  <a:pt x="9249" y="84525"/>
                </a:lnTo>
                <a:lnTo>
                  <a:pt x="19660" y="126063"/>
                </a:lnTo>
                <a:lnTo>
                  <a:pt x="30070" y="167611"/>
                </a:lnTo>
                <a:lnTo>
                  <a:pt x="40491" y="209159"/>
                </a:lnTo>
                <a:lnTo>
                  <a:pt x="50902" y="250708"/>
                </a:lnTo>
                <a:lnTo>
                  <a:pt x="61312" y="292256"/>
                </a:lnTo>
                <a:lnTo>
                  <a:pt x="71723" y="333794"/>
                </a:lnTo>
                <a:lnTo>
                  <a:pt x="82144" y="375342"/>
                </a:lnTo>
                <a:lnTo>
                  <a:pt x="92554" y="416890"/>
                </a:lnTo>
                <a:lnTo>
                  <a:pt x="102965" y="458438"/>
                </a:lnTo>
                <a:lnTo>
                  <a:pt x="113376" y="499977"/>
                </a:lnTo>
                <a:lnTo>
                  <a:pt x="123796" y="541525"/>
                </a:lnTo>
                <a:lnTo>
                  <a:pt x="134207" y="583073"/>
                </a:lnTo>
                <a:lnTo>
                  <a:pt x="143599" y="624850"/>
                </a:lnTo>
                <a:lnTo>
                  <a:pt x="151924" y="666864"/>
                </a:lnTo>
                <a:lnTo>
                  <a:pt x="159915" y="708946"/>
                </a:lnTo>
                <a:lnTo>
                  <a:pt x="167916" y="751018"/>
                </a:lnTo>
                <a:lnTo>
                  <a:pt x="175908" y="793099"/>
                </a:lnTo>
                <a:lnTo>
                  <a:pt x="183899" y="835181"/>
                </a:lnTo>
                <a:lnTo>
                  <a:pt x="191900" y="877253"/>
                </a:lnTo>
                <a:lnTo>
                  <a:pt x="199892" y="919334"/>
                </a:lnTo>
                <a:lnTo>
                  <a:pt x="207883" y="961415"/>
                </a:lnTo>
                <a:lnTo>
                  <a:pt x="215884" y="1003487"/>
                </a:lnTo>
                <a:lnTo>
                  <a:pt x="223876" y="1045569"/>
                </a:lnTo>
                <a:lnTo>
                  <a:pt x="231867" y="1087650"/>
                </a:lnTo>
                <a:lnTo>
                  <a:pt x="239868" y="1129722"/>
                </a:lnTo>
                <a:lnTo>
                  <a:pt x="247860" y="1171804"/>
                </a:lnTo>
                <a:lnTo>
                  <a:pt x="255746" y="1213904"/>
                </a:lnTo>
                <a:lnTo>
                  <a:pt x="263300" y="1256062"/>
                </a:lnTo>
                <a:lnTo>
                  <a:pt x="270577" y="1298267"/>
                </a:lnTo>
                <a:lnTo>
                  <a:pt x="277854" y="1340482"/>
                </a:lnTo>
                <a:lnTo>
                  <a:pt x="285131" y="1382687"/>
                </a:lnTo>
                <a:lnTo>
                  <a:pt x="292408" y="1424892"/>
                </a:lnTo>
                <a:lnTo>
                  <a:pt x="299685" y="1467107"/>
                </a:lnTo>
                <a:lnTo>
                  <a:pt x="306972" y="1509312"/>
                </a:lnTo>
                <a:lnTo>
                  <a:pt x="314249" y="1551518"/>
                </a:lnTo>
                <a:lnTo>
                  <a:pt x="321526" y="1593733"/>
                </a:lnTo>
                <a:lnTo>
                  <a:pt x="328803" y="1635938"/>
                </a:lnTo>
                <a:lnTo>
                  <a:pt x="336080" y="1678143"/>
                </a:lnTo>
                <a:lnTo>
                  <a:pt x="343357" y="1720358"/>
                </a:lnTo>
                <a:lnTo>
                  <a:pt x="350634" y="1762563"/>
                </a:lnTo>
                <a:lnTo>
                  <a:pt x="357911" y="1804768"/>
                </a:lnTo>
                <a:lnTo>
                  <a:pt x="364931" y="1847021"/>
                </a:lnTo>
                <a:lnTo>
                  <a:pt x="371799" y="1889303"/>
                </a:lnTo>
                <a:lnTo>
                  <a:pt x="378657" y="1931575"/>
                </a:lnTo>
                <a:lnTo>
                  <a:pt x="385515" y="1973856"/>
                </a:lnTo>
                <a:lnTo>
                  <a:pt x="392363" y="2016138"/>
                </a:lnTo>
                <a:lnTo>
                  <a:pt x="399221" y="2058419"/>
                </a:lnTo>
                <a:lnTo>
                  <a:pt x="406070" y="2100691"/>
                </a:lnTo>
                <a:lnTo>
                  <a:pt x="412928" y="2142973"/>
                </a:lnTo>
                <a:lnTo>
                  <a:pt x="419776" y="2185254"/>
                </a:lnTo>
                <a:lnTo>
                  <a:pt x="426634" y="2227536"/>
                </a:lnTo>
                <a:lnTo>
                  <a:pt x="433492" y="2269808"/>
                </a:lnTo>
                <a:lnTo>
                  <a:pt x="440341" y="2312089"/>
                </a:lnTo>
                <a:lnTo>
                  <a:pt x="447199" y="2354370"/>
                </a:lnTo>
                <a:lnTo>
                  <a:pt x="454047" y="2396652"/>
                </a:lnTo>
                <a:lnTo>
                  <a:pt x="460772" y="2438952"/>
                </a:lnTo>
                <a:lnTo>
                  <a:pt x="467382" y="2481263"/>
                </a:lnTo>
                <a:lnTo>
                  <a:pt x="473954" y="2523592"/>
                </a:lnTo>
                <a:lnTo>
                  <a:pt x="480517" y="2565921"/>
                </a:lnTo>
                <a:lnTo>
                  <a:pt x="487089" y="2608240"/>
                </a:lnTo>
                <a:lnTo>
                  <a:pt x="493652" y="2650569"/>
                </a:lnTo>
                <a:lnTo>
                  <a:pt x="500224" y="2692889"/>
                </a:lnTo>
                <a:lnTo>
                  <a:pt x="506787" y="2735218"/>
                </a:lnTo>
                <a:lnTo>
                  <a:pt x="513359" y="2777538"/>
                </a:lnTo>
                <a:lnTo>
                  <a:pt x="519922" y="2819867"/>
                </a:lnTo>
                <a:lnTo>
                  <a:pt x="526494" y="2862186"/>
                </a:lnTo>
                <a:lnTo>
                  <a:pt x="533057" y="2904515"/>
                </a:lnTo>
                <a:lnTo>
                  <a:pt x="539629" y="2946835"/>
                </a:lnTo>
                <a:lnTo>
                  <a:pt x="503692" y="2952750"/>
                </a:lnTo>
                <a:lnTo>
                  <a:pt x="460867" y="2952750"/>
                </a:lnTo>
                <a:lnTo>
                  <a:pt x="418033" y="2952750"/>
                </a:lnTo>
                <a:lnTo>
                  <a:pt x="375199" y="2952750"/>
                </a:lnTo>
                <a:lnTo>
                  <a:pt x="332375" y="2952750"/>
                </a:lnTo>
                <a:lnTo>
                  <a:pt x="289541" y="2952750"/>
                </a:lnTo>
                <a:lnTo>
                  <a:pt x="246707" y="2952750"/>
                </a:lnTo>
                <a:lnTo>
                  <a:pt x="225514" y="2962056"/>
                </a:lnTo>
                <a:lnTo>
                  <a:pt x="254975" y="2993136"/>
                </a:lnTo>
                <a:lnTo>
                  <a:pt x="284445" y="3024226"/>
                </a:lnTo>
                <a:lnTo>
                  <a:pt x="313906" y="3055306"/>
                </a:lnTo>
                <a:lnTo>
                  <a:pt x="343376" y="3086395"/>
                </a:lnTo>
                <a:lnTo>
                  <a:pt x="372837" y="3117475"/>
                </a:lnTo>
                <a:lnTo>
                  <a:pt x="402307" y="3148565"/>
                </a:lnTo>
                <a:lnTo>
                  <a:pt x="431768" y="3179645"/>
                </a:lnTo>
                <a:lnTo>
                  <a:pt x="461239" y="3210735"/>
                </a:lnTo>
                <a:lnTo>
                  <a:pt x="490699" y="3241815"/>
                </a:lnTo>
                <a:lnTo>
                  <a:pt x="520170" y="3272904"/>
                </a:lnTo>
                <a:lnTo>
                  <a:pt x="549631" y="3303984"/>
                </a:lnTo>
                <a:lnTo>
                  <a:pt x="579101" y="3335074"/>
                </a:lnTo>
                <a:lnTo>
                  <a:pt x="608571" y="3366154"/>
                </a:lnTo>
                <a:lnTo>
                  <a:pt x="638032" y="3397244"/>
                </a:lnTo>
                <a:lnTo>
                  <a:pt x="667502" y="3428324"/>
                </a:lnTo>
                <a:lnTo>
                  <a:pt x="696963" y="3459413"/>
                </a:lnTo>
                <a:lnTo>
                  <a:pt x="726434" y="3490493"/>
                </a:lnTo>
                <a:lnTo>
                  <a:pt x="755894" y="3521583"/>
                </a:lnTo>
                <a:lnTo>
                  <a:pt x="785365" y="3552663"/>
                </a:lnTo>
                <a:lnTo>
                  <a:pt x="814826" y="3583753"/>
                </a:lnTo>
                <a:lnTo>
                  <a:pt x="844296" y="3614833"/>
                </a:lnTo>
                <a:lnTo>
                  <a:pt x="873757" y="3631178"/>
                </a:lnTo>
                <a:lnTo>
                  <a:pt x="903227" y="3600098"/>
                </a:lnTo>
                <a:lnTo>
                  <a:pt x="932688" y="3569008"/>
                </a:lnTo>
                <a:lnTo>
                  <a:pt x="962158" y="3537928"/>
                </a:lnTo>
                <a:lnTo>
                  <a:pt x="991619" y="3506838"/>
                </a:lnTo>
                <a:lnTo>
                  <a:pt x="1021090" y="3475758"/>
                </a:lnTo>
                <a:lnTo>
                  <a:pt x="1050550" y="3444669"/>
                </a:lnTo>
                <a:lnTo>
                  <a:pt x="1080021" y="3413589"/>
                </a:lnTo>
                <a:lnTo>
                  <a:pt x="1109491" y="3382499"/>
                </a:lnTo>
                <a:lnTo>
                  <a:pt x="1138952" y="3351419"/>
                </a:lnTo>
                <a:lnTo>
                  <a:pt x="1168422" y="3320329"/>
                </a:lnTo>
                <a:lnTo>
                  <a:pt x="1197883" y="3289249"/>
                </a:lnTo>
                <a:lnTo>
                  <a:pt x="1227353" y="3258160"/>
                </a:lnTo>
                <a:lnTo>
                  <a:pt x="1256814" y="3227080"/>
                </a:lnTo>
                <a:lnTo>
                  <a:pt x="1286285" y="3195990"/>
                </a:lnTo>
                <a:lnTo>
                  <a:pt x="1315745" y="3164910"/>
                </a:lnTo>
                <a:lnTo>
                  <a:pt x="1345216" y="3133820"/>
                </a:lnTo>
                <a:lnTo>
                  <a:pt x="1374677" y="3102740"/>
                </a:lnTo>
                <a:lnTo>
                  <a:pt x="1404147" y="3071651"/>
                </a:lnTo>
                <a:lnTo>
                  <a:pt x="1433608" y="3040571"/>
                </a:lnTo>
                <a:lnTo>
                  <a:pt x="1463078" y="3009481"/>
                </a:lnTo>
                <a:lnTo>
                  <a:pt x="1492539" y="2978401"/>
                </a:lnTo>
                <a:lnTo>
                  <a:pt x="1509370" y="2952750"/>
                </a:lnTo>
                <a:lnTo>
                  <a:pt x="1466536" y="2952750"/>
                </a:lnTo>
                <a:lnTo>
                  <a:pt x="1423702" y="2952750"/>
                </a:lnTo>
                <a:lnTo>
                  <a:pt x="1380877" y="2952750"/>
                </a:lnTo>
                <a:lnTo>
                  <a:pt x="1338043" y="2952750"/>
                </a:lnTo>
                <a:lnTo>
                  <a:pt x="1295210" y="2952750"/>
                </a:lnTo>
                <a:lnTo>
                  <a:pt x="1252385" y="2952750"/>
                </a:lnTo>
                <a:lnTo>
                  <a:pt x="1209551" y="2952750"/>
                </a:lnTo>
                <a:lnTo>
                  <a:pt x="1197035" y="2926775"/>
                </a:lnTo>
                <a:lnTo>
                  <a:pt x="1203608" y="2884446"/>
                </a:lnTo>
                <a:lnTo>
                  <a:pt x="1210170" y="2842127"/>
                </a:lnTo>
                <a:lnTo>
                  <a:pt x="1216743" y="2799798"/>
                </a:lnTo>
                <a:lnTo>
                  <a:pt x="1223305" y="2757478"/>
                </a:lnTo>
                <a:lnTo>
                  <a:pt x="1229878" y="2715149"/>
                </a:lnTo>
                <a:lnTo>
                  <a:pt x="1236440" y="2672829"/>
                </a:lnTo>
                <a:lnTo>
                  <a:pt x="1243013" y="2630500"/>
                </a:lnTo>
                <a:lnTo>
                  <a:pt x="1249575" y="2588171"/>
                </a:lnTo>
                <a:lnTo>
                  <a:pt x="1256147" y="2545852"/>
                </a:lnTo>
                <a:lnTo>
                  <a:pt x="1262710" y="2503522"/>
                </a:lnTo>
                <a:lnTo>
                  <a:pt x="1269282" y="2461203"/>
                </a:lnTo>
                <a:lnTo>
                  <a:pt x="1275940" y="2418893"/>
                </a:lnTo>
                <a:lnTo>
                  <a:pt x="1282751" y="2376602"/>
                </a:lnTo>
                <a:lnTo>
                  <a:pt x="1289599" y="2334330"/>
                </a:lnTo>
                <a:lnTo>
                  <a:pt x="1296457" y="2292048"/>
                </a:lnTo>
                <a:lnTo>
                  <a:pt x="1303315" y="2249767"/>
                </a:lnTo>
                <a:lnTo>
                  <a:pt x="1310164" y="2207485"/>
                </a:lnTo>
                <a:lnTo>
                  <a:pt x="1317022" y="2165213"/>
                </a:lnTo>
                <a:lnTo>
                  <a:pt x="1323870" y="2122932"/>
                </a:lnTo>
                <a:lnTo>
                  <a:pt x="1330728" y="2080651"/>
                </a:lnTo>
                <a:lnTo>
                  <a:pt x="1337577" y="2038369"/>
                </a:lnTo>
                <a:lnTo>
                  <a:pt x="1344435" y="1996097"/>
                </a:lnTo>
                <a:lnTo>
                  <a:pt x="1351293" y="1953816"/>
                </a:lnTo>
                <a:lnTo>
                  <a:pt x="1358141" y="1911534"/>
                </a:lnTo>
                <a:lnTo>
                  <a:pt x="1364999" y="1869253"/>
                </a:lnTo>
                <a:lnTo>
                  <a:pt x="1371952" y="1826990"/>
                </a:lnTo>
                <a:lnTo>
                  <a:pt x="1379087" y="1784756"/>
                </a:lnTo>
                <a:lnTo>
                  <a:pt x="1386364" y="1742551"/>
                </a:lnTo>
                <a:lnTo>
                  <a:pt x="1393641" y="1700346"/>
                </a:lnTo>
                <a:lnTo>
                  <a:pt x="1400918" y="1658131"/>
                </a:lnTo>
                <a:lnTo>
                  <a:pt x="1408195" y="1615926"/>
                </a:lnTo>
                <a:lnTo>
                  <a:pt x="1415482" y="1573721"/>
                </a:lnTo>
                <a:lnTo>
                  <a:pt x="1422759" y="1531515"/>
                </a:lnTo>
                <a:lnTo>
                  <a:pt x="1430036" y="1489300"/>
                </a:lnTo>
                <a:lnTo>
                  <a:pt x="1437313" y="1447095"/>
                </a:lnTo>
                <a:lnTo>
                  <a:pt x="1444590" y="1404890"/>
                </a:lnTo>
                <a:lnTo>
                  <a:pt x="1451867" y="1362675"/>
                </a:lnTo>
                <a:lnTo>
                  <a:pt x="1459144" y="1320470"/>
                </a:lnTo>
                <a:lnTo>
                  <a:pt x="1466421" y="1278265"/>
                </a:lnTo>
                <a:lnTo>
                  <a:pt x="1473813" y="1236069"/>
                </a:lnTo>
                <a:lnTo>
                  <a:pt x="1481490" y="1193930"/>
                </a:lnTo>
                <a:lnTo>
                  <a:pt x="1489481" y="1151858"/>
                </a:lnTo>
                <a:lnTo>
                  <a:pt x="1497473" y="1109777"/>
                </a:lnTo>
                <a:lnTo>
                  <a:pt x="1505474" y="1067695"/>
                </a:lnTo>
                <a:lnTo>
                  <a:pt x="1513465" y="1025623"/>
                </a:lnTo>
                <a:lnTo>
                  <a:pt x="1521457" y="983542"/>
                </a:lnTo>
                <a:lnTo>
                  <a:pt x="1529458" y="941461"/>
                </a:lnTo>
                <a:lnTo>
                  <a:pt x="1537449" y="899389"/>
                </a:lnTo>
                <a:lnTo>
                  <a:pt x="1545441" y="857307"/>
                </a:lnTo>
                <a:lnTo>
                  <a:pt x="1553442" y="815226"/>
                </a:lnTo>
                <a:lnTo>
                  <a:pt x="1561433" y="773154"/>
                </a:lnTo>
                <a:lnTo>
                  <a:pt x="1569425" y="731072"/>
                </a:lnTo>
                <a:lnTo>
                  <a:pt x="1577426" y="688991"/>
                </a:lnTo>
                <a:lnTo>
                  <a:pt x="1585446" y="646919"/>
                </a:lnTo>
                <a:lnTo>
                  <a:pt x="1594009" y="604952"/>
                </a:lnTo>
                <a:lnTo>
                  <a:pt x="1604277" y="563375"/>
                </a:lnTo>
                <a:lnTo>
                  <a:pt x="1614697" y="521827"/>
                </a:lnTo>
                <a:lnTo>
                  <a:pt x="1625108" y="480289"/>
                </a:lnTo>
                <a:lnTo>
                  <a:pt x="1635519" y="438741"/>
                </a:lnTo>
                <a:lnTo>
                  <a:pt x="1645930" y="397193"/>
                </a:lnTo>
                <a:lnTo>
                  <a:pt x="1656350" y="355644"/>
                </a:lnTo>
                <a:lnTo>
                  <a:pt x="1666761" y="314096"/>
                </a:lnTo>
                <a:lnTo>
                  <a:pt x="1677172" y="272558"/>
                </a:lnTo>
                <a:lnTo>
                  <a:pt x="1687582" y="231010"/>
                </a:lnTo>
                <a:lnTo>
                  <a:pt x="1698003" y="189462"/>
                </a:lnTo>
                <a:lnTo>
                  <a:pt x="1708414" y="147914"/>
                </a:lnTo>
                <a:lnTo>
                  <a:pt x="1718824" y="106366"/>
                </a:lnTo>
                <a:lnTo>
                  <a:pt x="1729235" y="64827"/>
                </a:lnTo>
                <a:lnTo>
                  <a:pt x="1733550" y="22527"/>
                </a:lnTo>
                <a:lnTo>
                  <a:pt x="1713243" y="0"/>
                </a:lnTo>
                <a:lnTo>
                  <a:pt x="1670418" y="0"/>
                </a:lnTo>
                <a:lnTo>
                  <a:pt x="1627584" y="0"/>
                </a:lnTo>
                <a:lnTo>
                  <a:pt x="1584750" y="0"/>
                </a:lnTo>
                <a:lnTo>
                  <a:pt x="1541917" y="0"/>
                </a:lnTo>
                <a:lnTo>
                  <a:pt x="1499092" y="0"/>
                </a:lnTo>
                <a:lnTo>
                  <a:pt x="1456258" y="0"/>
                </a:lnTo>
                <a:lnTo>
                  <a:pt x="1413424" y="0"/>
                </a:lnTo>
                <a:lnTo>
                  <a:pt x="1370600" y="0"/>
                </a:lnTo>
                <a:lnTo>
                  <a:pt x="1327766" y="0"/>
                </a:lnTo>
                <a:lnTo>
                  <a:pt x="1284932" y="0"/>
                </a:lnTo>
                <a:lnTo>
                  <a:pt x="1242098" y="0"/>
                </a:lnTo>
                <a:lnTo>
                  <a:pt x="1199274" y="0"/>
                </a:lnTo>
                <a:lnTo>
                  <a:pt x="1156440" y="0"/>
                </a:lnTo>
                <a:lnTo>
                  <a:pt x="1113606" y="0"/>
                </a:lnTo>
                <a:lnTo>
                  <a:pt x="1070781" y="0"/>
                </a:lnTo>
                <a:lnTo>
                  <a:pt x="1027948" y="0"/>
                </a:lnTo>
                <a:lnTo>
                  <a:pt x="985114" y="0"/>
                </a:lnTo>
                <a:lnTo>
                  <a:pt x="942289" y="0"/>
                </a:lnTo>
                <a:lnTo>
                  <a:pt x="899455" y="0"/>
                </a:lnTo>
                <a:lnTo>
                  <a:pt x="856621" y="0"/>
                </a:lnTo>
                <a:lnTo>
                  <a:pt x="813787" y="0"/>
                </a:lnTo>
                <a:lnTo>
                  <a:pt x="770963" y="0"/>
                </a:lnTo>
                <a:lnTo>
                  <a:pt x="728129" y="0"/>
                </a:lnTo>
                <a:lnTo>
                  <a:pt x="685295" y="0"/>
                </a:lnTo>
                <a:lnTo>
                  <a:pt x="642471" y="0"/>
                </a:lnTo>
                <a:lnTo>
                  <a:pt x="599637" y="0"/>
                </a:lnTo>
                <a:lnTo>
                  <a:pt x="556803" y="0"/>
                </a:lnTo>
                <a:lnTo>
                  <a:pt x="513969" y="0"/>
                </a:lnTo>
                <a:lnTo>
                  <a:pt x="471145" y="0"/>
                </a:lnTo>
                <a:lnTo>
                  <a:pt x="428311" y="0"/>
                </a:lnTo>
                <a:lnTo>
                  <a:pt x="385477" y="0"/>
                </a:lnTo>
                <a:lnTo>
                  <a:pt x="342652" y="0"/>
                </a:lnTo>
                <a:lnTo>
                  <a:pt x="299818" y="0"/>
                </a:lnTo>
                <a:lnTo>
                  <a:pt x="256985" y="0"/>
                </a:lnTo>
                <a:lnTo>
                  <a:pt x="214160" y="0"/>
                </a:lnTo>
                <a:lnTo>
                  <a:pt x="171326" y="0"/>
                </a:lnTo>
                <a:lnTo>
                  <a:pt x="128492" y="0"/>
                </a:lnTo>
                <a:lnTo>
                  <a:pt x="85658" y="0"/>
                </a:lnTo>
                <a:lnTo>
                  <a:pt x="42834" y="0"/>
                </a:lnTo>
                <a:lnTo>
                  <a:pt x="0" y="0"/>
                </a:lnTo>
                <a:close/>
              </a:path>
            </a:pathLst>
          </a:custGeom>
          <a:gradFill xmlns:a="http://schemas.openxmlformats.org/drawingml/2006/main">
            <a:gsLst>
              <a:gs pos="0">
                <a:srgbClr val="000000"/>
              </a:gs>
              <a:gs pos="42">
                <a:srgbClr val="B8D8F2">
                  <a:alpha val="16000"/>
                </a:srgbClr>
              </a:gs>
              <a:gs pos="76">
                <a:srgbClr val="8FC4EE">
                  <a:alpha val="32000"/>
                </a:srgbClr>
              </a:gs>
              <a:gs pos="100">
                <a:srgbClr val="72B3E8">
                  <a:alpha val="52000"/>
                </a:srgbClr>
              </a:gs>
            </a:gsLst>
            <a:lin ang="10800000"/>
          </a:gradFill>
          <a:ln xmlns:a="http://schemas.openxmlformats.org/drawingml/2006/main" w="9525">
            <a:noFill/>
            <a:prstDash val="solid"/>
          </a:ln>
        </p:spPr>
      </p:sp>
      <p:sp>
        <p:nvSpPr>
          <p:cNvPr id="58" name="phase-label-0">
            <a:extLst xmlns:a="http://schemas.openxmlformats.org/drawingml/2006/main">
              <a:ext uri="{FF2B5EF4-FFF2-40B4-BE49-F238E27FC236}">
                <a16:creationId xmlns:a16="http://schemas.microsoft.com/office/drawing/2014/main" id="{DD6CBF2B-879B-48E3-9116-B424FFD37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1638300"/>
            <a:ext cx="228600" cy="205576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阶段一</a:t>
            </a:r>
          </a:p>
        </p:txBody>
      </p:sp>
      <p:sp>
        <p:nvSpPr>
          <p:cNvPr id="59" name="phase-label-1">
            <a:extLst xmlns:a="http://schemas.openxmlformats.org/drawingml/2006/main">
              <a:ext uri="{FF2B5EF4-FFF2-40B4-BE49-F238E27FC236}">
                <a16:creationId xmlns:a16="http://schemas.microsoft.com/office/drawing/2014/main" id="{3041E5D3-A47B-4905-9656-7D8C9587E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3694062"/>
            <a:ext cx="228600" cy="120327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阶段二</a:t>
            </a:r>
          </a:p>
        </p:txBody>
      </p:sp>
      <p:sp>
        <p:nvSpPr>
          <p:cNvPr id="60" name="phase-label-2">
            <a:extLst xmlns:a="http://schemas.openxmlformats.org/drawingml/2006/main">
              <a:ext uri="{FF2B5EF4-FFF2-40B4-BE49-F238E27FC236}">
                <a16:creationId xmlns:a16="http://schemas.microsoft.com/office/drawing/2014/main" id="{A8CD2C22-3134-4A4E-8B87-3A02ED2A5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4897336"/>
            <a:ext cx="228600" cy="13128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阶段三</a:t>
            </a:r>
          </a:p>
        </p:txBody>
      </p:sp>
      <p:sp>
        <p:nvSpPr>
          <p:cNvPr id="61" name="funnel-step-title-0">
            <a:extLst xmlns:a="http://schemas.openxmlformats.org/drawingml/2006/main">
              <a:ext uri="{FF2B5EF4-FFF2-40B4-BE49-F238E27FC236}">
                <a16:creationId xmlns:a16="http://schemas.microsoft.com/office/drawing/2014/main" id="{14CA2E60-A869-4B3A-AA2F-C2E500F99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311728" y="2653455"/>
            <a:ext cx="2615803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广泛触达</a:t>
            </a:r>
          </a:p>
        </p:txBody>
      </p:sp>
      <p:sp>
        <p:nvSpPr>
          <p:cNvPr id="62" name="funnel-step-title-1">
            <a:extLst xmlns:a="http://schemas.openxmlformats.org/drawingml/2006/main">
              <a:ext uri="{FF2B5EF4-FFF2-40B4-BE49-F238E27FC236}">
                <a16:creationId xmlns:a16="http://schemas.microsoft.com/office/drawing/2014/main" id="{922D900B-53FE-410C-A215-811A347A3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528117" y="3255169"/>
            <a:ext cx="2183016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兴趣识别</a:t>
            </a:r>
          </a:p>
        </p:txBody>
      </p:sp>
      <p:sp>
        <p:nvSpPr>
          <p:cNvPr id="63" name="funnel-step-title-2">
            <a:extLst xmlns:a="http://schemas.openxmlformats.org/drawingml/2006/main">
              <a:ext uri="{FF2B5EF4-FFF2-40B4-BE49-F238E27FC236}">
                <a16:creationId xmlns:a16="http://schemas.microsoft.com/office/drawing/2014/main" id="{42D67928-3F33-4396-B087-AB9EA87F5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25018" y="3856730"/>
            <a:ext cx="1789214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意向培育</a:t>
            </a:r>
          </a:p>
        </p:txBody>
      </p:sp>
      <p:sp>
        <p:nvSpPr>
          <p:cNvPr id="64" name="funnel-step-title-3">
            <a:extLst xmlns:a="http://schemas.openxmlformats.org/drawingml/2006/main">
              <a:ext uri="{FF2B5EF4-FFF2-40B4-BE49-F238E27FC236}">
                <a16:creationId xmlns:a16="http://schemas.microsoft.com/office/drawing/2014/main" id="{59F9518B-A54D-41C5-92E0-D0450860E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10165" y="4458443"/>
            <a:ext cx="141893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行动转化</a:t>
            </a:r>
          </a:p>
        </p:txBody>
      </p:sp>
      <p:sp>
        <p:nvSpPr>
          <p:cNvPr id="65" name="funnel-step-title-4">
            <a:extLst xmlns:a="http://schemas.openxmlformats.org/drawingml/2006/main">
              <a:ext uri="{FF2B5EF4-FFF2-40B4-BE49-F238E27FC236}">
                <a16:creationId xmlns:a16="http://schemas.microsoft.com/office/drawing/2014/main" id="{D44CFD44-84B8-4089-A297-03E78EDE3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87120" y="5060156"/>
            <a:ext cx="1065019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持续留存</a:t>
            </a:r>
          </a:p>
        </p:txBody>
      </p:sp>
      <p:sp>
        <p:nvSpPr>
          <p:cNvPr id="66" name="funnel-step-title-5">
            <a:extLst xmlns:a="http://schemas.openxmlformats.org/drawingml/2006/main">
              <a:ext uri="{FF2B5EF4-FFF2-40B4-BE49-F238E27FC236}">
                <a16:creationId xmlns:a16="http://schemas.microsoft.com/office/drawing/2014/main" id="{D9756E58-7482-4473-BEDE-EC7BC7633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200525" y="5661717"/>
            <a:ext cx="8382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价值增长</a:t>
            </a:r>
          </a:p>
        </p:txBody>
      </p:sp>
      <p:sp>
        <p:nvSpPr>
          <p:cNvPr id="67" name="input-core-0">
            <a:extLst xmlns:a="http://schemas.openxmlformats.org/drawingml/2006/main">
              <a:ext uri="{FF2B5EF4-FFF2-40B4-BE49-F238E27FC236}">
                <a16:creationId xmlns:a16="http://schemas.microsoft.com/office/drawing/2014/main" id="{8FCF8B55-690F-4D9B-8C91-12C6C28E4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62275" y="194310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23"/>
          <a:fontRef xmlns:a="http://schemas.openxmlformats.org/drawingml/2006/main" idx="major"/>
        </p:style>
      </p:sp>
      <p:pic>
        <p:nvPicPr>
          <p:cNvPr id="14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91042c5289a48dd">
            <a:extLst>
              <a:ext uri="{96DAC541-7B7A-43D3-8B79-37D633B846F1}">
                <asvg:svgBlip xmlns:asvg="http://schemas.microsoft.com/office/drawing/2016/SVG/main" r:embed="R3c57dd3177a54a7e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3057525" y="2038350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69" name="input-core-1">
            <a:extLst xmlns:a="http://schemas.openxmlformats.org/drawingml/2006/main">
              <a:ext uri="{FF2B5EF4-FFF2-40B4-BE49-F238E27FC236}">
                <a16:creationId xmlns:a16="http://schemas.microsoft.com/office/drawing/2014/main" id="{6D622182-8DFA-42FC-9763-6E5990AD6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562350" y="1762125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23"/>
          <a:fontRef xmlns:a="http://schemas.openxmlformats.org/drawingml/2006/main" idx="major"/>
        </p:style>
      </p:sp>
      <p:pic>
        <p:nvPicPr>
          <p:cNvPr id="14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9bbf4f227524378">
            <a:extLst>
              <a:ext uri="{96DAC541-7B7A-43D3-8B79-37D633B846F1}">
                <asvg:svgBlip xmlns:asvg="http://schemas.microsoft.com/office/drawing/2016/SVG/main" r:embed="R6695144724564f88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3657600" y="1857375"/>
            <a:ext cx="209550" cy="209550"/>
          </a:xfrm>
          <a:prstGeom xmlns:a="http://schemas.openxmlformats.org/drawingml/2006/main" prst="rect">
            <a:avLst/>
          </a:prstGeom>
        </p:spPr>
      </p:pic>
      <p:sp>
        <p:nvSpPr>
          <p:cNvPr id="71" name="input-core-2">
            <a:extLst xmlns:a="http://schemas.openxmlformats.org/drawingml/2006/main">
              <a:ext uri="{FF2B5EF4-FFF2-40B4-BE49-F238E27FC236}">
                <a16:creationId xmlns:a16="http://schemas.microsoft.com/office/drawing/2014/main" id="{A199FCFB-1FC1-46A7-B4D5-0890615F5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105275" y="162877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23"/>
          <a:fontRef xmlns:a="http://schemas.openxmlformats.org/drawingml/2006/main" idx="major"/>
        </p:style>
      </p:sp>
      <p:pic>
        <p:nvPicPr>
          <p:cNvPr id="15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1532f21b4ae40eb">
            <a:extLst>
              <a:ext uri="{96DAC541-7B7A-43D3-8B79-37D633B846F1}">
                <asvg:svgBlip xmlns:asvg="http://schemas.microsoft.com/office/drawing/2016/SVG/main" r:embed="R455da71743654d6b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4200525" y="1724025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73" name="input-core-3">
            <a:extLst xmlns:a="http://schemas.openxmlformats.org/drawingml/2006/main">
              <a:ext uri="{FF2B5EF4-FFF2-40B4-BE49-F238E27FC236}">
                <a16:creationId xmlns:a16="http://schemas.microsoft.com/office/drawing/2014/main" id="{6DC96A9C-F875-4BB0-BB7D-2F11D0E8B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705350" y="1704975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23"/>
          <a:fontRef xmlns:a="http://schemas.openxmlformats.org/drawingml/2006/main" idx="major"/>
        </p:style>
      </p:sp>
      <p:pic>
        <p:nvPicPr>
          <p:cNvPr id="15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e7ff184f72f4c71">
            <a:extLst>
              <a:ext uri="{96DAC541-7B7A-43D3-8B79-37D633B846F1}">
                <asvg:svgBlip xmlns:asvg="http://schemas.microsoft.com/office/drawing/2016/SVG/main" r:embed="R39f0a07531b54429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4800600" y="1800225"/>
            <a:ext cx="209550" cy="209550"/>
          </a:xfrm>
          <a:prstGeom xmlns:a="http://schemas.openxmlformats.org/drawingml/2006/main" prst="rect">
            <a:avLst/>
          </a:prstGeom>
        </p:spPr>
      </p:pic>
      <p:sp>
        <p:nvSpPr>
          <p:cNvPr id="75" name="input-core-4">
            <a:extLst xmlns:a="http://schemas.openxmlformats.org/drawingml/2006/main">
              <a:ext uri="{FF2B5EF4-FFF2-40B4-BE49-F238E27FC236}">
                <a16:creationId xmlns:a16="http://schemas.microsoft.com/office/drawing/2014/main" id="{6F1E0242-FE8E-4C2F-A776-8F334CD65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48275" y="18097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23"/>
          <a:fontRef xmlns:a="http://schemas.openxmlformats.org/drawingml/2006/main" idx="major"/>
        </p:style>
      </p:sp>
      <p:pic>
        <p:nvPicPr>
          <p:cNvPr id="15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35a0f871d744aa4">
            <a:extLst>
              <a:ext uri="{96DAC541-7B7A-43D3-8B79-37D633B846F1}">
                <asvg:svgBlip xmlns:asvg="http://schemas.microsoft.com/office/drawing/2016/SVG/main" r:embed="R00809fd789254429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5343525" y="1905000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77" name="input-core-5">
            <a:extLst xmlns:a="http://schemas.openxmlformats.org/drawingml/2006/main">
              <a:ext uri="{FF2B5EF4-FFF2-40B4-BE49-F238E27FC236}">
                <a16:creationId xmlns:a16="http://schemas.microsoft.com/office/drawing/2014/main" id="{339B1DAD-726F-474D-9C46-B1A0603C1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848350" y="1952625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23"/>
          <a:fontRef xmlns:a="http://schemas.openxmlformats.org/drawingml/2006/main" idx="major"/>
        </p:style>
      </p:sp>
      <p:pic>
        <p:nvPicPr>
          <p:cNvPr id="15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3ceb64d5d3d4f97">
            <a:extLst>
              <a:ext uri="{96DAC541-7B7A-43D3-8B79-37D633B846F1}">
                <asvg:svgBlip xmlns:asvg="http://schemas.microsoft.com/office/drawing/2016/SVG/main" r:embed="R45b7f4a2ba1745e4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5943600" y="2047875"/>
            <a:ext cx="209550" cy="2095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3172121"/>
      </p:ext>
    </p:extLst>
  </p:cSld>
</p:sld>
</file>

<file path=ppt/slides/slide6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1" name="phase-band-0">
            <a:extLst xmlns:a="http://schemas.openxmlformats.org/drawingml/2006/main">
              <a:ext uri="{FF2B5EF4-FFF2-40B4-BE49-F238E27FC236}">
                <a16:creationId xmlns:a16="http://schemas.microsoft.com/office/drawing/2014/main" id="{B3914E7F-91FC-405B-8F82-635260EEC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1638300"/>
            <a:ext cx="11144250" cy="205576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phase-band-1">
            <a:extLst xmlns:a="http://schemas.openxmlformats.org/drawingml/2006/main">
              <a:ext uri="{FF2B5EF4-FFF2-40B4-BE49-F238E27FC236}">
                <a16:creationId xmlns:a16="http://schemas.microsoft.com/office/drawing/2014/main" id="{CA9092F1-5B5A-4A5D-A9B6-8C9F1488D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3694062"/>
            <a:ext cx="11144250" cy="120327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38100">
            <a:solidFill>
              <a:srgbClr val="FFFFFF"/>
            </a:solidFill>
            <a:prstDash val="solid"/>
          </a:ln>
        </p:spPr>
      </p:sp>
      <p:sp>
        <p:nvSpPr>
          <p:cNvPr id="3" name="phase-band-2">
            <a:extLst xmlns:a="http://schemas.openxmlformats.org/drawingml/2006/main">
              <a:ext uri="{FF2B5EF4-FFF2-40B4-BE49-F238E27FC236}">
                <a16:creationId xmlns:a16="http://schemas.microsoft.com/office/drawing/2014/main" id="{69C9072F-229A-4786-AF08-FB8453E08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4897336"/>
            <a:ext cx="11144250" cy="131281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9F3">
              <a:alpha val="68000"/>
            </a:srgbClr>
          </a:solidFill>
          <a:ln xmlns:a="http://schemas.openxmlformats.org/drawingml/2006/main" w="38100">
            <a:solidFill>
              <a:srgbClr val="FFFFFF"/>
            </a:solidFill>
            <a:prstDash val="solid"/>
          </a:ln>
        </p:spPr>
      </p:sp>
      <p:sp>
        <p:nvSpPr>
          <p:cNvPr id="4" name="phase-rail-0">
            <a:extLst xmlns:a="http://schemas.openxmlformats.org/drawingml/2006/main">
              <a:ext uri="{FF2B5EF4-FFF2-40B4-BE49-F238E27FC236}">
                <a16:creationId xmlns:a16="http://schemas.microsoft.com/office/drawing/2014/main" id="{06CDD552-011E-421F-BB19-7653A1608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1638300"/>
            <a:ext cx="514350" cy="2051009"/>
          </a:xfrm>
          <a:custGeom xmlns:a="http://schemas.openxmlformats.org/drawingml/2006/main">
            <a:pathLst>
              <a:path w="514350" h="2051009">
                <a:moveTo>
                  <a:pt x="0" y="0"/>
                </a:moveTo>
                <a:lnTo>
                  <a:pt x="20536" y="0"/>
                </a:lnTo>
                <a:lnTo>
                  <a:pt x="41072" y="0"/>
                </a:lnTo>
                <a:lnTo>
                  <a:pt x="61608" y="0"/>
                </a:lnTo>
                <a:lnTo>
                  <a:pt x="82144" y="0"/>
                </a:lnTo>
                <a:lnTo>
                  <a:pt x="102680" y="0"/>
                </a:lnTo>
                <a:lnTo>
                  <a:pt x="123215" y="0"/>
                </a:lnTo>
                <a:lnTo>
                  <a:pt x="143751" y="0"/>
                </a:lnTo>
                <a:lnTo>
                  <a:pt x="164287" y="0"/>
                </a:lnTo>
                <a:lnTo>
                  <a:pt x="184823" y="0"/>
                </a:lnTo>
                <a:lnTo>
                  <a:pt x="205359" y="0"/>
                </a:lnTo>
                <a:lnTo>
                  <a:pt x="225895" y="0"/>
                </a:lnTo>
                <a:lnTo>
                  <a:pt x="246431" y="0"/>
                </a:lnTo>
                <a:lnTo>
                  <a:pt x="266967" y="0"/>
                </a:lnTo>
                <a:lnTo>
                  <a:pt x="287503" y="0"/>
                </a:lnTo>
                <a:lnTo>
                  <a:pt x="308039" y="0"/>
                </a:lnTo>
                <a:lnTo>
                  <a:pt x="328574" y="0"/>
                </a:lnTo>
                <a:lnTo>
                  <a:pt x="349110" y="0"/>
                </a:lnTo>
                <a:lnTo>
                  <a:pt x="369646" y="0"/>
                </a:lnTo>
                <a:lnTo>
                  <a:pt x="390182" y="0"/>
                </a:lnTo>
                <a:lnTo>
                  <a:pt x="410718" y="0"/>
                </a:lnTo>
                <a:lnTo>
                  <a:pt x="431254" y="0"/>
                </a:lnTo>
                <a:lnTo>
                  <a:pt x="451790" y="0"/>
                </a:lnTo>
                <a:lnTo>
                  <a:pt x="472326" y="0"/>
                </a:lnTo>
                <a:lnTo>
                  <a:pt x="492862" y="0"/>
                </a:lnTo>
                <a:lnTo>
                  <a:pt x="513398" y="0"/>
                </a:lnTo>
                <a:lnTo>
                  <a:pt x="514350" y="19583"/>
                </a:lnTo>
                <a:lnTo>
                  <a:pt x="514350" y="40119"/>
                </a:lnTo>
                <a:lnTo>
                  <a:pt x="514350" y="60655"/>
                </a:lnTo>
                <a:lnTo>
                  <a:pt x="514350" y="81191"/>
                </a:lnTo>
                <a:lnTo>
                  <a:pt x="514350" y="101727"/>
                </a:lnTo>
                <a:lnTo>
                  <a:pt x="514350" y="122263"/>
                </a:lnTo>
                <a:lnTo>
                  <a:pt x="514350" y="142799"/>
                </a:lnTo>
                <a:lnTo>
                  <a:pt x="514350" y="163335"/>
                </a:lnTo>
                <a:lnTo>
                  <a:pt x="514350" y="183871"/>
                </a:lnTo>
                <a:lnTo>
                  <a:pt x="514350" y="204407"/>
                </a:lnTo>
                <a:lnTo>
                  <a:pt x="514350" y="224942"/>
                </a:lnTo>
                <a:lnTo>
                  <a:pt x="514350" y="245469"/>
                </a:lnTo>
                <a:lnTo>
                  <a:pt x="514350" y="266005"/>
                </a:lnTo>
                <a:lnTo>
                  <a:pt x="514350" y="286541"/>
                </a:lnTo>
                <a:lnTo>
                  <a:pt x="514350" y="307076"/>
                </a:lnTo>
                <a:lnTo>
                  <a:pt x="514350" y="327612"/>
                </a:lnTo>
                <a:lnTo>
                  <a:pt x="514350" y="348148"/>
                </a:lnTo>
                <a:lnTo>
                  <a:pt x="514350" y="368684"/>
                </a:lnTo>
                <a:lnTo>
                  <a:pt x="514350" y="389220"/>
                </a:lnTo>
                <a:lnTo>
                  <a:pt x="514350" y="409756"/>
                </a:lnTo>
                <a:lnTo>
                  <a:pt x="514350" y="430292"/>
                </a:lnTo>
                <a:lnTo>
                  <a:pt x="514350" y="450828"/>
                </a:lnTo>
                <a:lnTo>
                  <a:pt x="514350" y="471364"/>
                </a:lnTo>
                <a:lnTo>
                  <a:pt x="514350" y="491900"/>
                </a:lnTo>
                <a:lnTo>
                  <a:pt x="514350" y="512435"/>
                </a:lnTo>
                <a:lnTo>
                  <a:pt x="514350" y="532971"/>
                </a:lnTo>
                <a:lnTo>
                  <a:pt x="514350" y="553507"/>
                </a:lnTo>
                <a:lnTo>
                  <a:pt x="514350" y="574043"/>
                </a:lnTo>
                <a:lnTo>
                  <a:pt x="514350" y="594579"/>
                </a:lnTo>
                <a:lnTo>
                  <a:pt x="514350" y="615115"/>
                </a:lnTo>
                <a:lnTo>
                  <a:pt x="514350" y="635641"/>
                </a:lnTo>
                <a:lnTo>
                  <a:pt x="514350" y="656177"/>
                </a:lnTo>
                <a:lnTo>
                  <a:pt x="514350" y="676713"/>
                </a:lnTo>
                <a:lnTo>
                  <a:pt x="514350" y="697249"/>
                </a:lnTo>
                <a:lnTo>
                  <a:pt x="514350" y="717785"/>
                </a:lnTo>
                <a:lnTo>
                  <a:pt x="514350" y="738321"/>
                </a:lnTo>
                <a:lnTo>
                  <a:pt x="514350" y="758857"/>
                </a:lnTo>
                <a:lnTo>
                  <a:pt x="514350" y="779393"/>
                </a:lnTo>
                <a:lnTo>
                  <a:pt x="514350" y="799929"/>
                </a:lnTo>
                <a:lnTo>
                  <a:pt x="514350" y="820464"/>
                </a:lnTo>
                <a:lnTo>
                  <a:pt x="514350" y="841000"/>
                </a:lnTo>
                <a:lnTo>
                  <a:pt x="514350" y="861536"/>
                </a:lnTo>
                <a:lnTo>
                  <a:pt x="514350" y="882072"/>
                </a:lnTo>
                <a:lnTo>
                  <a:pt x="514350" y="902608"/>
                </a:lnTo>
                <a:lnTo>
                  <a:pt x="514350" y="923144"/>
                </a:lnTo>
                <a:lnTo>
                  <a:pt x="514350" y="943680"/>
                </a:lnTo>
                <a:lnTo>
                  <a:pt x="514350" y="964216"/>
                </a:lnTo>
                <a:lnTo>
                  <a:pt x="514350" y="984752"/>
                </a:lnTo>
                <a:lnTo>
                  <a:pt x="514350" y="1005288"/>
                </a:lnTo>
                <a:lnTo>
                  <a:pt x="514350" y="1025823"/>
                </a:lnTo>
                <a:lnTo>
                  <a:pt x="514350" y="1046350"/>
                </a:lnTo>
                <a:lnTo>
                  <a:pt x="514350" y="1066886"/>
                </a:lnTo>
                <a:lnTo>
                  <a:pt x="514350" y="1087422"/>
                </a:lnTo>
                <a:lnTo>
                  <a:pt x="514350" y="1107958"/>
                </a:lnTo>
                <a:lnTo>
                  <a:pt x="514350" y="1128493"/>
                </a:lnTo>
                <a:lnTo>
                  <a:pt x="514350" y="1149029"/>
                </a:lnTo>
                <a:lnTo>
                  <a:pt x="514350" y="1169565"/>
                </a:lnTo>
                <a:lnTo>
                  <a:pt x="514350" y="1190101"/>
                </a:lnTo>
                <a:lnTo>
                  <a:pt x="514350" y="1210637"/>
                </a:lnTo>
                <a:lnTo>
                  <a:pt x="514350" y="1231173"/>
                </a:lnTo>
                <a:lnTo>
                  <a:pt x="514350" y="1251709"/>
                </a:lnTo>
                <a:lnTo>
                  <a:pt x="514350" y="1272245"/>
                </a:lnTo>
                <a:lnTo>
                  <a:pt x="514350" y="1292781"/>
                </a:lnTo>
                <a:lnTo>
                  <a:pt x="514350" y="1313317"/>
                </a:lnTo>
                <a:lnTo>
                  <a:pt x="514350" y="1333852"/>
                </a:lnTo>
                <a:lnTo>
                  <a:pt x="514350" y="1354388"/>
                </a:lnTo>
                <a:lnTo>
                  <a:pt x="514350" y="1374924"/>
                </a:lnTo>
                <a:lnTo>
                  <a:pt x="514350" y="1395460"/>
                </a:lnTo>
                <a:lnTo>
                  <a:pt x="514350" y="1415996"/>
                </a:lnTo>
                <a:lnTo>
                  <a:pt x="514350" y="1436532"/>
                </a:lnTo>
                <a:lnTo>
                  <a:pt x="514350" y="1457058"/>
                </a:lnTo>
                <a:lnTo>
                  <a:pt x="514350" y="1477594"/>
                </a:lnTo>
                <a:lnTo>
                  <a:pt x="514350" y="1498130"/>
                </a:lnTo>
                <a:lnTo>
                  <a:pt x="514350" y="1518666"/>
                </a:lnTo>
                <a:lnTo>
                  <a:pt x="514350" y="1539202"/>
                </a:lnTo>
                <a:lnTo>
                  <a:pt x="514350" y="1559738"/>
                </a:lnTo>
                <a:lnTo>
                  <a:pt x="514350" y="1580274"/>
                </a:lnTo>
                <a:lnTo>
                  <a:pt x="514350" y="1600810"/>
                </a:lnTo>
                <a:lnTo>
                  <a:pt x="514350" y="1621346"/>
                </a:lnTo>
                <a:lnTo>
                  <a:pt x="514350" y="1641881"/>
                </a:lnTo>
                <a:lnTo>
                  <a:pt x="514350" y="1662417"/>
                </a:lnTo>
                <a:lnTo>
                  <a:pt x="514350" y="1682953"/>
                </a:lnTo>
                <a:lnTo>
                  <a:pt x="514350" y="1703489"/>
                </a:lnTo>
                <a:lnTo>
                  <a:pt x="514350" y="1724025"/>
                </a:lnTo>
                <a:lnTo>
                  <a:pt x="514350" y="1744561"/>
                </a:lnTo>
                <a:lnTo>
                  <a:pt x="514350" y="1765097"/>
                </a:lnTo>
                <a:lnTo>
                  <a:pt x="514350" y="1785633"/>
                </a:lnTo>
                <a:lnTo>
                  <a:pt x="514350" y="1806169"/>
                </a:lnTo>
                <a:lnTo>
                  <a:pt x="514350" y="1826705"/>
                </a:lnTo>
                <a:lnTo>
                  <a:pt x="514350" y="1847240"/>
                </a:lnTo>
                <a:lnTo>
                  <a:pt x="514350" y="1867767"/>
                </a:lnTo>
                <a:lnTo>
                  <a:pt x="514350" y="1888303"/>
                </a:lnTo>
                <a:lnTo>
                  <a:pt x="514350" y="1908839"/>
                </a:lnTo>
                <a:lnTo>
                  <a:pt x="499939" y="1920897"/>
                </a:lnTo>
                <a:lnTo>
                  <a:pt x="481984" y="1930870"/>
                </a:lnTo>
                <a:lnTo>
                  <a:pt x="464039" y="1940843"/>
                </a:lnTo>
                <a:lnTo>
                  <a:pt x="446084" y="1950815"/>
                </a:lnTo>
                <a:lnTo>
                  <a:pt x="428130" y="1960788"/>
                </a:lnTo>
                <a:lnTo>
                  <a:pt x="410185" y="1970761"/>
                </a:lnTo>
                <a:lnTo>
                  <a:pt x="392230" y="1980733"/>
                </a:lnTo>
                <a:lnTo>
                  <a:pt x="374275" y="1990706"/>
                </a:lnTo>
                <a:lnTo>
                  <a:pt x="356321" y="2000679"/>
                </a:lnTo>
                <a:lnTo>
                  <a:pt x="338376" y="2010651"/>
                </a:lnTo>
                <a:lnTo>
                  <a:pt x="320421" y="2020624"/>
                </a:lnTo>
                <a:lnTo>
                  <a:pt x="302466" y="2030597"/>
                </a:lnTo>
                <a:lnTo>
                  <a:pt x="284521" y="2040569"/>
                </a:lnTo>
                <a:lnTo>
                  <a:pt x="266567" y="2050542"/>
                </a:lnTo>
                <a:lnTo>
                  <a:pt x="248612" y="2051009"/>
                </a:lnTo>
                <a:lnTo>
                  <a:pt x="230667" y="2041036"/>
                </a:lnTo>
                <a:lnTo>
                  <a:pt x="212712" y="2031063"/>
                </a:lnTo>
                <a:lnTo>
                  <a:pt x="194758" y="2021091"/>
                </a:lnTo>
                <a:lnTo>
                  <a:pt x="176813" y="2011118"/>
                </a:lnTo>
                <a:lnTo>
                  <a:pt x="158858" y="2001145"/>
                </a:lnTo>
                <a:lnTo>
                  <a:pt x="140903" y="1991173"/>
                </a:lnTo>
                <a:lnTo>
                  <a:pt x="122958" y="1981200"/>
                </a:lnTo>
                <a:lnTo>
                  <a:pt x="105004" y="1971227"/>
                </a:lnTo>
                <a:lnTo>
                  <a:pt x="87049" y="1961255"/>
                </a:lnTo>
                <a:lnTo>
                  <a:pt x="69104" y="1951282"/>
                </a:lnTo>
                <a:lnTo>
                  <a:pt x="51149" y="1941309"/>
                </a:lnTo>
                <a:lnTo>
                  <a:pt x="33195" y="1931337"/>
                </a:lnTo>
                <a:lnTo>
                  <a:pt x="15240" y="1921364"/>
                </a:lnTo>
                <a:lnTo>
                  <a:pt x="0" y="1909791"/>
                </a:lnTo>
                <a:lnTo>
                  <a:pt x="0" y="1889255"/>
                </a:lnTo>
                <a:lnTo>
                  <a:pt x="0" y="1868719"/>
                </a:lnTo>
                <a:lnTo>
                  <a:pt x="0" y="1848183"/>
                </a:lnTo>
                <a:lnTo>
                  <a:pt x="0" y="1827657"/>
                </a:lnTo>
                <a:lnTo>
                  <a:pt x="0" y="1807121"/>
                </a:lnTo>
                <a:lnTo>
                  <a:pt x="0" y="1786585"/>
                </a:lnTo>
                <a:lnTo>
                  <a:pt x="0" y="1766049"/>
                </a:lnTo>
                <a:lnTo>
                  <a:pt x="0" y="1745513"/>
                </a:lnTo>
                <a:lnTo>
                  <a:pt x="0" y="1724978"/>
                </a:lnTo>
                <a:lnTo>
                  <a:pt x="0" y="1704442"/>
                </a:lnTo>
                <a:lnTo>
                  <a:pt x="0" y="1683906"/>
                </a:lnTo>
                <a:lnTo>
                  <a:pt x="0" y="1663370"/>
                </a:lnTo>
                <a:lnTo>
                  <a:pt x="0" y="1642834"/>
                </a:lnTo>
                <a:lnTo>
                  <a:pt x="0" y="1622298"/>
                </a:lnTo>
                <a:lnTo>
                  <a:pt x="0" y="1601762"/>
                </a:lnTo>
                <a:lnTo>
                  <a:pt x="0" y="1581226"/>
                </a:lnTo>
                <a:lnTo>
                  <a:pt x="0" y="1560690"/>
                </a:lnTo>
                <a:lnTo>
                  <a:pt x="0" y="1540154"/>
                </a:lnTo>
                <a:lnTo>
                  <a:pt x="0" y="1519619"/>
                </a:lnTo>
                <a:lnTo>
                  <a:pt x="0" y="1499083"/>
                </a:lnTo>
                <a:lnTo>
                  <a:pt x="0" y="1478547"/>
                </a:lnTo>
                <a:lnTo>
                  <a:pt x="0" y="1458011"/>
                </a:lnTo>
                <a:lnTo>
                  <a:pt x="0" y="1437475"/>
                </a:lnTo>
                <a:lnTo>
                  <a:pt x="0" y="1416949"/>
                </a:lnTo>
                <a:lnTo>
                  <a:pt x="0" y="1396413"/>
                </a:lnTo>
                <a:lnTo>
                  <a:pt x="0" y="1375877"/>
                </a:lnTo>
                <a:lnTo>
                  <a:pt x="0" y="1355341"/>
                </a:lnTo>
                <a:lnTo>
                  <a:pt x="0" y="1334805"/>
                </a:lnTo>
                <a:lnTo>
                  <a:pt x="0" y="1314269"/>
                </a:lnTo>
                <a:lnTo>
                  <a:pt x="0" y="1293733"/>
                </a:lnTo>
                <a:lnTo>
                  <a:pt x="0" y="1273197"/>
                </a:lnTo>
                <a:lnTo>
                  <a:pt x="0" y="1252661"/>
                </a:lnTo>
                <a:lnTo>
                  <a:pt x="0" y="1232125"/>
                </a:lnTo>
                <a:lnTo>
                  <a:pt x="0" y="1211590"/>
                </a:lnTo>
                <a:lnTo>
                  <a:pt x="0" y="1191054"/>
                </a:lnTo>
                <a:lnTo>
                  <a:pt x="0" y="1170518"/>
                </a:lnTo>
                <a:lnTo>
                  <a:pt x="0" y="1149982"/>
                </a:lnTo>
                <a:lnTo>
                  <a:pt x="0" y="1129446"/>
                </a:lnTo>
                <a:lnTo>
                  <a:pt x="0" y="1108910"/>
                </a:lnTo>
                <a:lnTo>
                  <a:pt x="0" y="1088374"/>
                </a:lnTo>
                <a:lnTo>
                  <a:pt x="0" y="1067838"/>
                </a:lnTo>
                <a:lnTo>
                  <a:pt x="0" y="1047302"/>
                </a:lnTo>
                <a:lnTo>
                  <a:pt x="0" y="1026766"/>
                </a:lnTo>
                <a:lnTo>
                  <a:pt x="0" y="1006240"/>
                </a:lnTo>
                <a:lnTo>
                  <a:pt x="0" y="985704"/>
                </a:lnTo>
                <a:lnTo>
                  <a:pt x="0" y="965168"/>
                </a:lnTo>
                <a:lnTo>
                  <a:pt x="0" y="944632"/>
                </a:lnTo>
                <a:lnTo>
                  <a:pt x="0" y="924096"/>
                </a:lnTo>
                <a:lnTo>
                  <a:pt x="0" y="903561"/>
                </a:lnTo>
                <a:lnTo>
                  <a:pt x="0" y="883025"/>
                </a:lnTo>
                <a:lnTo>
                  <a:pt x="0" y="862489"/>
                </a:lnTo>
                <a:lnTo>
                  <a:pt x="0" y="841953"/>
                </a:lnTo>
                <a:lnTo>
                  <a:pt x="0" y="821417"/>
                </a:lnTo>
                <a:lnTo>
                  <a:pt x="0" y="800881"/>
                </a:lnTo>
                <a:lnTo>
                  <a:pt x="0" y="780345"/>
                </a:lnTo>
                <a:lnTo>
                  <a:pt x="0" y="759809"/>
                </a:lnTo>
                <a:lnTo>
                  <a:pt x="0" y="739273"/>
                </a:lnTo>
                <a:lnTo>
                  <a:pt x="0" y="718737"/>
                </a:lnTo>
                <a:lnTo>
                  <a:pt x="0" y="698202"/>
                </a:lnTo>
                <a:lnTo>
                  <a:pt x="0" y="677666"/>
                </a:lnTo>
                <a:lnTo>
                  <a:pt x="0" y="657130"/>
                </a:lnTo>
                <a:lnTo>
                  <a:pt x="0" y="636594"/>
                </a:lnTo>
                <a:lnTo>
                  <a:pt x="0" y="616058"/>
                </a:lnTo>
                <a:lnTo>
                  <a:pt x="0" y="595532"/>
                </a:lnTo>
                <a:lnTo>
                  <a:pt x="0" y="574996"/>
                </a:lnTo>
                <a:lnTo>
                  <a:pt x="0" y="554460"/>
                </a:lnTo>
                <a:lnTo>
                  <a:pt x="0" y="533924"/>
                </a:lnTo>
                <a:lnTo>
                  <a:pt x="0" y="513388"/>
                </a:lnTo>
                <a:lnTo>
                  <a:pt x="0" y="492852"/>
                </a:lnTo>
                <a:lnTo>
                  <a:pt x="0" y="472316"/>
                </a:lnTo>
                <a:lnTo>
                  <a:pt x="0" y="451780"/>
                </a:lnTo>
                <a:lnTo>
                  <a:pt x="0" y="431244"/>
                </a:lnTo>
                <a:lnTo>
                  <a:pt x="0" y="410708"/>
                </a:lnTo>
                <a:lnTo>
                  <a:pt x="0" y="390173"/>
                </a:lnTo>
                <a:lnTo>
                  <a:pt x="0" y="369637"/>
                </a:lnTo>
                <a:lnTo>
                  <a:pt x="0" y="349101"/>
                </a:lnTo>
                <a:lnTo>
                  <a:pt x="0" y="328565"/>
                </a:lnTo>
                <a:lnTo>
                  <a:pt x="0" y="308029"/>
                </a:lnTo>
                <a:lnTo>
                  <a:pt x="0" y="287493"/>
                </a:lnTo>
                <a:lnTo>
                  <a:pt x="0" y="266957"/>
                </a:lnTo>
                <a:lnTo>
                  <a:pt x="0" y="246421"/>
                </a:lnTo>
                <a:lnTo>
                  <a:pt x="0" y="225885"/>
                </a:lnTo>
                <a:lnTo>
                  <a:pt x="0" y="205359"/>
                </a:lnTo>
                <a:lnTo>
                  <a:pt x="0" y="184823"/>
                </a:lnTo>
                <a:lnTo>
                  <a:pt x="0" y="164287"/>
                </a:lnTo>
                <a:lnTo>
                  <a:pt x="0" y="143751"/>
                </a:lnTo>
                <a:lnTo>
                  <a:pt x="0" y="123215"/>
                </a:lnTo>
                <a:lnTo>
                  <a:pt x="0" y="102680"/>
                </a:lnTo>
                <a:lnTo>
                  <a:pt x="0" y="82144"/>
                </a:lnTo>
                <a:lnTo>
                  <a:pt x="0" y="61608"/>
                </a:lnTo>
                <a:lnTo>
                  <a:pt x="0" y="41072"/>
                </a:lnTo>
                <a:lnTo>
                  <a:pt x="0" y="20536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5" name="phase-title-0">
            <a:extLst xmlns:a="http://schemas.openxmlformats.org/drawingml/2006/main">
              <a:ext uri="{FF2B5EF4-FFF2-40B4-BE49-F238E27FC236}">
                <a16:creationId xmlns:a16="http://schemas.microsoft.com/office/drawing/2014/main" id="{05734C87-57FF-480B-B7B7-EB5198858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2195360"/>
            <a:ext cx="1428750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精准触达</a:t>
            </a:r>
          </a:p>
        </p:txBody>
      </p:sp>
      <p:sp>
        <p:nvSpPr>
          <p:cNvPr id="6" name="phase-body-0">
            <a:extLst xmlns:a="http://schemas.openxmlformats.org/drawingml/2006/main">
              <a:ext uri="{FF2B5EF4-FFF2-40B4-BE49-F238E27FC236}">
                <a16:creationId xmlns:a16="http://schemas.microsoft.com/office/drawing/2014/main" id="{5862A238-6BCC-4561-98C6-A87D25AD6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2549576"/>
            <a:ext cx="1428750" cy="587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让目标对象进</a:t>
            </a:r>
          </a:p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入体系</a:t>
            </a:r>
          </a:p>
        </p:txBody>
      </p:sp>
      <p:sp>
        <p:nvSpPr>
          <p:cNvPr id="7" name="action-icon-shell-0-0">
            <a:extLst xmlns:a="http://schemas.openxmlformats.org/drawingml/2006/main">
              <a:ext uri="{FF2B5EF4-FFF2-40B4-BE49-F238E27FC236}">
                <a16:creationId xmlns:a16="http://schemas.microsoft.com/office/drawing/2014/main" id="{0CF84C1F-3EFF-4AFF-9C4F-77F98C53B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2189855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8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b58ad6558f94e39">
            <a:extLst>
              <a:ext uri="{96DAC541-7B7A-43D3-8B79-37D633B846F1}">
                <asvg:svgBlip xmlns:asvg="http://schemas.microsoft.com/office/drawing/2016/SVG/main" r:embed="R4a83d0d94ea64cf4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2266055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9" name="action-title-0-0">
            <a:extLst xmlns:a="http://schemas.openxmlformats.org/drawingml/2006/main">
              <a:ext uri="{FF2B5EF4-FFF2-40B4-BE49-F238E27FC236}">
                <a16:creationId xmlns:a16="http://schemas.microsoft.com/office/drawing/2014/main" id="{34C2B4B8-47E2-41E2-A814-CE0D67FB9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128838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标签体系</a:t>
            </a:r>
          </a:p>
        </p:txBody>
      </p:sp>
      <p:sp>
        <p:nvSpPr>
          <p:cNvPr id="10" name="action-body-0-0">
            <a:extLst xmlns:a="http://schemas.openxmlformats.org/drawingml/2006/main">
              <a:ext uri="{FF2B5EF4-FFF2-40B4-BE49-F238E27FC236}">
                <a16:creationId xmlns:a16="http://schemas.microsoft.com/office/drawing/2014/main" id="{0010E987-4B57-4624-9CF0-CD8C3E7F3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357438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形成可识别对象</a:t>
            </a:r>
          </a:p>
        </p:txBody>
      </p:sp>
      <p:sp>
        <p:nvSpPr>
          <p:cNvPr id="11" name="action-icon-shell-0-1">
            <a:extLst xmlns:a="http://schemas.openxmlformats.org/drawingml/2006/main">
              <a:ext uri="{FF2B5EF4-FFF2-40B4-BE49-F238E27FC236}">
                <a16:creationId xmlns:a16="http://schemas.microsoft.com/office/drawing/2014/main" id="{3641D0E8-2E36-495C-850B-227C59F82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2189855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9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6250e23f7ab43ca">
            <a:extLst>
              <a:ext uri="{96DAC541-7B7A-43D3-8B79-37D633B846F1}">
                <asvg:svgBlip xmlns:asvg="http://schemas.microsoft.com/office/drawing/2016/SVG/main" r:embed="R13f55a6440874caf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2266055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13" name="action-title-0-1">
            <a:extLst xmlns:a="http://schemas.openxmlformats.org/drawingml/2006/main">
              <a:ext uri="{FF2B5EF4-FFF2-40B4-BE49-F238E27FC236}">
                <a16:creationId xmlns:a16="http://schemas.microsoft.com/office/drawing/2014/main" id="{D2D12777-730F-4E26-A316-0991C6D4A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128838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渠道连接</a:t>
            </a:r>
          </a:p>
        </p:txBody>
      </p:sp>
      <p:sp>
        <p:nvSpPr>
          <p:cNvPr id="14" name="action-body-0-1">
            <a:extLst xmlns:a="http://schemas.openxmlformats.org/drawingml/2006/main">
              <a:ext uri="{FF2B5EF4-FFF2-40B4-BE49-F238E27FC236}">
                <a16:creationId xmlns:a16="http://schemas.microsoft.com/office/drawing/2014/main" id="{2601689C-EF13-49F6-AD2C-887C41407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357438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连接主要触点</a:t>
            </a:r>
          </a:p>
        </p:txBody>
      </p:sp>
      <p:sp>
        <p:nvSpPr>
          <p:cNvPr id="15" name="action-icon-shell-0-2">
            <a:extLst xmlns:a="http://schemas.openxmlformats.org/drawingml/2006/main">
              <a:ext uri="{FF2B5EF4-FFF2-40B4-BE49-F238E27FC236}">
                <a16:creationId xmlns:a16="http://schemas.microsoft.com/office/drawing/2014/main" id="{F699FAC6-5D55-42B6-85E6-69495A840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2799455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9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cb031286dbf46c1">
            <a:extLst>
              <a:ext uri="{96DAC541-7B7A-43D3-8B79-37D633B846F1}">
                <asvg:svgBlip xmlns:asvg="http://schemas.microsoft.com/office/drawing/2016/SVG/main" r:embed="R476fa8b32f034789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2875655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17" name="action-title-0-2">
            <a:extLst xmlns:a="http://schemas.openxmlformats.org/drawingml/2006/main">
              <a:ext uri="{FF2B5EF4-FFF2-40B4-BE49-F238E27FC236}">
                <a16:creationId xmlns:a16="http://schemas.microsoft.com/office/drawing/2014/main" id="{60EBEC9A-D368-4A51-9045-3DF4C4452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738438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内容优化</a:t>
            </a:r>
          </a:p>
        </p:txBody>
      </p:sp>
      <p:sp>
        <p:nvSpPr>
          <p:cNvPr id="18" name="action-body-0-2">
            <a:extLst xmlns:a="http://schemas.openxmlformats.org/drawingml/2006/main">
              <a:ext uri="{FF2B5EF4-FFF2-40B4-BE49-F238E27FC236}">
                <a16:creationId xmlns:a16="http://schemas.microsoft.com/office/drawing/2014/main" id="{7E7BBC1C-DF69-448A-9D22-D69472045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2967038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提高触达质量</a:t>
            </a:r>
          </a:p>
        </p:txBody>
      </p:sp>
      <p:sp>
        <p:nvSpPr>
          <p:cNvPr id="19" name="action-icon-shell-0-3">
            <a:extLst xmlns:a="http://schemas.openxmlformats.org/drawingml/2006/main">
              <a:ext uri="{FF2B5EF4-FFF2-40B4-BE49-F238E27FC236}">
                <a16:creationId xmlns:a16="http://schemas.microsoft.com/office/drawing/2014/main" id="{90B6CC97-EA98-4E36-9831-D5F2F3001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2799455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10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6e095786eb8495e">
            <a:extLst>
              <a:ext uri="{96DAC541-7B7A-43D3-8B79-37D633B846F1}">
                <asvg:svgBlip xmlns:asvg="http://schemas.microsoft.com/office/drawing/2016/SVG/main" r:embed="R94b09ef4e6124497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2875655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21" name="action-title-0-3">
            <a:extLst xmlns:a="http://schemas.openxmlformats.org/drawingml/2006/main">
              <a:ext uri="{FF2B5EF4-FFF2-40B4-BE49-F238E27FC236}">
                <a16:creationId xmlns:a16="http://schemas.microsoft.com/office/drawing/2014/main" id="{EBAFD818-D850-45E0-A7AA-F101E7962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738438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行为追踪</a:t>
            </a:r>
          </a:p>
        </p:txBody>
      </p:sp>
      <p:sp>
        <p:nvSpPr>
          <p:cNvPr id="22" name="action-body-0-3">
            <a:extLst xmlns:a="http://schemas.openxmlformats.org/drawingml/2006/main">
              <a:ext uri="{FF2B5EF4-FFF2-40B4-BE49-F238E27FC236}">
                <a16:creationId xmlns:a16="http://schemas.microsoft.com/office/drawing/2014/main" id="{4B75FF60-0BA4-4C5A-A840-21D5D327C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2967038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记录关键反馈</a:t>
            </a:r>
          </a:p>
        </p:txBody>
      </p:sp>
      <p:sp>
        <p:nvSpPr>
          <p:cNvPr id="23" name="phase-rail-1">
            <a:extLst xmlns:a="http://schemas.openxmlformats.org/drawingml/2006/main">
              <a:ext uri="{FF2B5EF4-FFF2-40B4-BE49-F238E27FC236}">
                <a16:creationId xmlns:a16="http://schemas.microsoft.com/office/drawing/2014/main" id="{CB2AF8C7-55B4-4173-B71A-DB77F58E4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3694062"/>
            <a:ext cx="514350" cy="1198883"/>
          </a:xfrm>
          <a:custGeom xmlns:a="http://schemas.openxmlformats.org/drawingml/2006/main">
            <a:pathLst>
              <a:path w="514350" h="1198883">
                <a:moveTo>
                  <a:pt x="0" y="0"/>
                </a:moveTo>
                <a:lnTo>
                  <a:pt x="16564" y="9201"/>
                </a:lnTo>
                <a:lnTo>
                  <a:pt x="33137" y="18412"/>
                </a:lnTo>
                <a:lnTo>
                  <a:pt x="49701" y="27613"/>
                </a:lnTo>
                <a:lnTo>
                  <a:pt x="66265" y="36814"/>
                </a:lnTo>
                <a:lnTo>
                  <a:pt x="82839" y="46015"/>
                </a:lnTo>
                <a:lnTo>
                  <a:pt x="99403" y="55226"/>
                </a:lnTo>
                <a:lnTo>
                  <a:pt x="115967" y="64427"/>
                </a:lnTo>
                <a:lnTo>
                  <a:pt x="132540" y="73628"/>
                </a:lnTo>
                <a:lnTo>
                  <a:pt x="149104" y="82829"/>
                </a:lnTo>
                <a:lnTo>
                  <a:pt x="165668" y="92040"/>
                </a:lnTo>
                <a:lnTo>
                  <a:pt x="182242" y="101241"/>
                </a:lnTo>
                <a:lnTo>
                  <a:pt x="198806" y="110442"/>
                </a:lnTo>
                <a:lnTo>
                  <a:pt x="215370" y="119644"/>
                </a:lnTo>
                <a:lnTo>
                  <a:pt x="231943" y="128854"/>
                </a:lnTo>
                <a:lnTo>
                  <a:pt x="248507" y="138055"/>
                </a:lnTo>
                <a:lnTo>
                  <a:pt x="265071" y="138484"/>
                </a:lnTo>
                <a:lnTo>
                  <a:pt x="281645" y="129273"/>
                </a:lnTo>
                <a:lnTo>
                  <a:pt x="298209" y="120072"/>
                </a:lnTo>
                <a:lnTo>
                  <a:pt x="314782" y="110871"/>
                </a:lnTo>
                <a:lnTo>
                  <a:pt x="331346" y="101670"/>
                </a:lnTo>
                <a:lnTo>
                  <a:pt x="347910" y="92459"/>
                </a:lnTo>
                <a:lnTo>
                  <a:pt x="364484" y="83258"/>
                </a:lnTo>
                <a:lnTo>
                  <a:pt x="381048" y="74057"/>
                </a:lnTo>
                <a:lnTo>
                  <a:pt x="397612" y="64846"/>
                </a:lnTo>
                <a:lnTo>
                  <a:pt x="414185" y="55645"/>
                </a:lnTo>
                <a:lnTo>
                  <a:pt x="430749" y="46444"/>
                </a:lnTo>
                <a:lnTo>
                  <a:pt x="447313" y="37243"/>
                </a:lnTo>
                <a:lnTo>
                  <a:pt x="463887" y="28032"/>
                </a:lnTo>
                <a:lnTo>
                  <a:pt x="480451" y="18831"/>
                </a:lnTo>
                <a:lnTo>
                  <a:pt x="497015" y="9630"/>
                </a:lnTo>
                <a:lnTo>
                  <a:pt x="513588" y="429"/>
                </a:lnTo>
                <a:lnTo>
                  <a:pt x="514350" y="18078"/>
                </a:lnTo>
                <a:lnTo>
                  <a:pt x="514350" y="37024"/>
                </a:lnTo>
                <a:lnTo>
                  <a:pt x="514350" y="55978"/>
                </a:lnTo>
                <a:lnTo>
                  <a:pt x="514350" y="74933"/>
                </a:lnTo>
                <a:lnTo>
                  <a:pt x="514350" y="93878"/>
                </a:lnTo>
                <a:lnTo>
                  <a:pt x="514350" y="112833"/>
                </a:lnTo>
                <a:lnTo>
                  <a:pt x="514350" y="131788"/>
                </a:lnTo>
                <a:lnTo>
                  <a:pt x="514350" y="150733"/>
                </a:lnTo>
                <a:lnTo>
                  <a:pt x="514350" y="169688"/>
                </a:lnTo>
                <a:lnTo>
                  <a:pt x="514350" y="188643"/>
                </a:lnTo>
                <a:lnTo>
                  <a:pt x="514350" y="207588"/>
                </a:lnTo>
                <a:lnTo>
                  <a:pt x="514350" y="226543"/>
                </a:lnTo>
                <a:lnTo>
                  <a:pt x="514350" y="245497"/>
                </a:lnTo>
                <a:lnTo>
                  <a:pt x="514350" y="264443"/>
                </a:lnTo>
                <a:lnTo>
                  <a:pt x="514350" y="283397"/>
                </a:lnTo>
                <a:lnTo>
                  <a:pt x="514350" y="302352"/>
                </a:lnTo>
                <a:lnTo>
                  <a:pt x="514350" y="321297"/>
                </a:lnTo>
                <a:lnTo>
                  <a:pt x="514350" y="340252"/>
                </a:lnTo>
                <a:lnTo>
                  <a:pt x="514350" y="359207"/>
                </a:lnTo>
                <a:lnTo>
                  <a:pt x="514350" y="378152"/>
                </a:lnTo>
                <a:lnTo>
                  <a:pt x="514350" y="397107"/>
                </a:lnTo>
                <a:lnTo>
                  <a:pt x="514350" y="416052"/>
                </a:lnTo>
                <a:lnTo>
                  <a:pt x="514350" y="435007"/>
                </a:lnTo>
                <a:lnTo>
                  <a:pt x="514350" y="453961"/>
                </a:lnTo>
                <a:lnTo>
                  <a:pt x="514350" y="472907"/>
                </a:lnTo>
                <a:lnTo>
                  <a:pt x="514350" y="491861"/>
                </a:lnTo>
                <a:lnTo>
                  <a:pt x="514350" y="510816"/>
                </a:lnTo>
                <a:lnTo>
                  <a:pt x="514350" y="529761"/>
                </a:lnTo>
                <a:lnTo>
                  <a:pt x="514350" y="548716"/>
                </a:lnTo>
                <a:lnTo>
                  <a:pt x="514350" y="567671"/>
                </a:lnTo>
                <a:lnTo>
                  <a:pt x="514350" y="586616"/>
                </a:lnTo>
                <a:lnTo>
                  <a:pt x="514350" y="605571"/>
                </a:lnTo>
                <a:lnTo>
                  <a:pt x="514350" y="624526"/>
                </a:lnTo>
                <a:lnTo>
                  <a:pt x="514350" y="643471"/>
                </a:lnTo>
                <a:lnTo>
                  <a:pt x="514350" y="662426"/>
                </a:lnTo>
                <a:lnTo>
                  <a:pt x="514350" y="681380"/>
                </a:lnTo>
                <a:lnTo>
                  <a:pt x="514350" y="700326"/>
                </a:lnTo>
                <a:lnTo>
                  <a:pt x="514350" y="719280"/>
                </a:lnTo>
                <a:lnTo>
                  <a:pt x="514350" y="738235"/>
                </a:lnTo>
                <a:lnTo>
                  <a:pt x="514350" y="757180"/>
                </a:lnTo>
                <a:lnTo>
                  <a:pt x="514350" y="776135"/>
                </a:lnTo>
                <a:lnTo>
                  <a:pt x="514350" y="795090"/>
                </a:lnTo>
                <a:lnTo>
                  <a:pt x="514350" y="814035"/>
                </a:lnTo>
                <a:lnTo>
                  <a:pt x="514350" y="832990"/>
                </a:lnTo>
                <a:lnTo>
                  <a:pt x="514350" y="851945"/>
                </a:lnTo>
                <a:lnTo>
                  <a:pt x="514350" y="870890"/>
                </a:lnTo>
                <a:lnTo>
                  <a:pt x="514350" y="889845"/>
                </a:lnTo>
                <a:lnTo>
                  <a:pt x="514350" y="908799"/>
                </a:lnTo>
                <a:lnTo>
                  <a:pt x="514350" y="927745"/>
                </a:lnTo>
                <a:lnTo>
                  <a:pt x="514350" y="946699"/>
                </a:lnTo>
                <a:lnTo>
                  <a:pt x="514350" y="965645"/>
                </a:lnTo>
                <a:lnTo>
                  <a:pt x="514350" y="984599"/>
                </a:lnTo>
                <a:lnTo>
                  <a:pt x="514350" y="1003554"/>
                </a:lnTo>
                <a:lnTo>
                  <a:pt x="514350" y="1022499"/>
                </a:lnTo>
                <a:lnTo>
                  <a:pt x="514350" y="1041454"/>
                </a:lnTo>
                <a:lnTo>
                  <a:pt x="514350" y="1060409"/>
                </a:lnTo>
                <a:lnTo>
                  <a:pt x="497786" y="1069610"/>
                </a:lnTo>
                <a:lnTo>
                  <a:pt x="481213" y="1078811"/>
                </a:lnTo>
                <a:lnTo>
                  <a:pt x="464649" y="1088022"/>
                </a:lnTo>
                <a:lnTo>
                  <a:pt x="448085" y="1097223"/>
                </a:lnTo>
                <a:lnTo>
                  <a:pt x="431511" y="1106424"/>
                </a:lnTo>
                <a:lnTo>
                  <a:pt x="414947" y="1115625"/>
                </a:lnTo>
                <a:lnTo>
                  <a:pt x="398383" y="1124836"/>
                </a:lnTo>
                <a:lnTo>
                  <a:pt x="381810" y="1134037"/>
                </a:lnTo>
                <a:lnTo>
                  <a:pt x="365246" y="1143238"/>
                </a:lnTo>
                <a:lnTo>
                  <a:pt x="348682" y="1152439"/>
                </a:lnTo>
                <a:lnTo>
                  <a:pt x="332108" y="1161650"/>
                </a:lnTo>
                <a:lnTo>
                  <a:pt x="315544" y="1170851"/>
                </a:lnTo>
                <a:lnTo>
                  <a:pt x="298980" y="1180052"/>
                </a:lnTo>
                <a:lnTo>
                  <a:pt x="282407" y="1189253"/>
                </a:lnTo>
                <a:lnTo>
                  <a:pt x="265843" y="1198464"/>
                </a:lnTo>
                <a:lnTo>
                  <a:pt x="249279" y="1198883"/>
                </a:lnTo>
                <a:lnTo>
                  <a:pt x="232705" y="1189682"/>
                </a:lnTo>
                <a:lnTo>
                  <a:pt x="216141" y="1180481"/>
                </a:lnTo>
                <a:lnTo>
                  <a:pt x="199568" y="1171280"/>
                </a:lnTo>
                <a:lnTo>
                  <a:pt x="183004" y="1162069"/>
                </a:lnTo>
                <a:lnTo>
                  <a:pt x="166440" y="1152868"/>
                </a:lnTo>
                <a:lnTo>
                  <a:pt x="149866" y="1143667"/>
                </a:lnTo>
                <a:lnTo>
                  <a:pt x="133302" y="1134456"/>
                </a:lnTo>
                <a:lnTo>
                  <a:pt x="116738" y="1125255"/>
                </a:lnTo>
                <a:lnTo>
                  <a:pt x="100165" y="1116054"/>
                </a:lnTo>
                <a:lnTo>
                  <a:pt x="83601" y="1106853"/>
                </a:lnTo>
                <a:lnTo>
                  <a:pt x="67037" y="1097642"/>
                </a:lnTo>
                <a:lnTo>
                  <a:pt x="50463" y="1088441"/>
                </a:lnTo>
                <a:lnTo>
                  <a:pt x="33899" y="1079240"/>
                </a:lnTo>
                <a:lnTo>
                  <a:pt x="17336" y="1070039"/>
                </a:lnTo>
                <a:lnTo>
                  <a:pt x="762" y="1060828"/>
                </a:lnTo>
                <a:lnTo>
                  <a:pt x="0" y="1042330"/>
                </a:lnTo>
                <a:lnTo>
                  <a:pt x="0" y="1023376"/>
                </a:lnTo>
                <a:lnTo>
                  <a:pt x="0" y="1004430"/>
                </a:lnTo>
                <a:lnTo>
                  <a:pt x="0" y="985476"/>
                </a:lnTo>
                <a:lnTo>
                  <a:pt x="0" y="966521"/>
                </a:lnTo>
                <a:lnTo>
                  <a:pt x="0" y="947576"/>
                </a:lnTo>
                <a:lnTo>
                  <a:pt x="0" y="928621"/>
                </a:lnTo>
                <a:lnTo>
                  <a:pt x="0" y="909666"/>
                </a:lnTo>
                <a:lnTo>
                  <a:pt x="0" y="890721"/>
                </a:lnTo>
                <a:lnTo>
                  <a:pt x="0" y="871766"/>
                </a:lnTo>
                <a:lnTo>
                  <a:pt x="0" y="852811"/>
                </a:lnTo>
                <a:lnTo>
                  <a:pt x="0" y="833866"/>
                </a:lnTo>
                <a:lnTo>
                  <a:pt x="0" y="814911"/>
                </a:lnTo>
                <a:lnTo>
                  <a:pt x="0" y="795957"/>
                </a:lnTo>
                <a:lnTo>
                  <a:pt x="0" y="777011"/>
                </a:lnTo>
                <a:lnTo>
                  <a:pt x="0" y="758057"/>
                </a:lnTo>
                <a:lnTo>
                  <a:pt x="0" y="739111"/>
                </a:lnTo>
                <a:lnTo>
                  <a:pt x="0" y="720157"/>
                </a:lnTo>
                <a:lnTo>
                  <a:pt x="0" y="701202"/>
                </a:lnTo>
                <a:lnTo>
                  <a:pt x="0" y="682257"/>
                </a:lnTo>
                <a:lnTo>
                  <a:pt x="0" y="663302"/>
                </a:lnTo>
                <a:lnTo>
                  <a:pt x="0" y="644347"/>
                </a:lnTo>
                <a:lnTo>
                  <a:pt x="0" y="625402"/>
                </a:lnTo>
                <a:lnTo>
                  <a:pt x="0" y="606447"/>
                </a:lnTo>
                <a:lnTo>
                  <a:pt x="0" y="587492"/>
                </a:lnTo>
                <a:lnTo>
                  <a:pt x="0" y="568547"/>
                </a:lnTo>
                <a:lnTo>
                  <a:pt x="0" y="549593"/>
                </a:lnTo>
                <a:lnTo>
                  <a:pt x="0" y="530638"/>
                </a:lnTo>
                <a:lnTo>
                  <a:pt x="0" y="511693"/>
                </a:lnTo>
                <a:lnTo>
                  <a:pt x="0" y="492738"/>
                </a:lnTo>
                <a:lnTo>
                  <a:pt x="0" y="473783"/>
                </a:lnTo>
                <a:lnTo>
                  <a:pt x="0" y="454838"/>
                </a:lnTo>
                <a:lnTo>
                  <a:pt x="0" y="435883"/>
                </a:lnTo>
                <a:lnTo>
                  <a:pt x="0" y="416928"/>
                </a:lnTo>
                <a:lnTo>
                  <a:pt x="0" y="397983"/>
                </a:lnTo>
                <a:lnTo>
                  <a:pt x="0" y="379028"/>
                </a:lnTo>
                <a:lnTo>
                  <a:pt x="0" y="360074"/>
                </a:lnTo>
                <a:lnTo>
                  <a:pt x="0" y="341128"/>
                </a:lnTo>
                <a:lnTo>
                  <a:pt x="0" y="322174"/>
                </a:lnTo>
                <a:lnTo>
                  <a:pt x="0" y="303219"/>
                </a:lnTo>
                <a:lnTo>
                  <a:pt x="0" y="284274"/>
                </a:lnTo>
                <a:lnTo>
                  <a:pt x="0" y="265319"/>
                </a:lnTo>
                <a:lnTo>
                  <a:pt x="0" y="246374"/>
                </a:lnTo>
                <a:lnTo>
                  <a:pt x="0" y="227419"/>
                </a:lnTo>
                <a:lnTo>
                  <a:pt x="0" y="208464"/>
                </a:lnTo>
                <a:lnTo>
                  <a:pt x="0" y="189519"/>
                </a:lnTo>
                <a:lnTo>
                  <a:pt x="0" y="170564"/>
                </a:lnTo>
                <a:lnTo>
                  <a:pt x="0" y="151609"/>
                </a:lnTo>
                <a:lnTo>
                  <a:pt x="0" y="132664"/>
                </a:lnTo>
                <a:lnTo>
                  <a:pt x="0" y="113709"/>
                </a:lnTo>
                <a:lnTo>
                  <a:pt x="0" y="94755"/>
                </a:lnTo>
                <a:lnTo>
                  <a:pt x="0" y="75809"/>
                </a:lnTo>
                <a:lnTo>
                  <a:pt x="0" y="56855"/>
                </a:lnTo>
                <a:lnTo>
                  <a:pt x="0" y="37900"/>
                </a:lnTo>
                <a:lnTo>
                  <a:pt x="0" y="18955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24" name="phase-title-1">
            <a:extLst xmlns:a="http://schemas.openxmlformats.org/drawingml/2006/main">
              <a:ext uri="{FF2B5EF4-FFF2-40B4-BE49-F238E27FC236}">
                <a16:creationId xmlns:a16="http://schemas.microsoft.com/office/drawing/2014/main" id="{EC4BD999-67A1-4BF7-A8CB-0ADC22044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3824888"/>
            <a:ext cx="1428750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意向培育</a:t>
            </a:r>
          </a:p>
        </p:txBody>
      </p:sp>
      <p:sp>
        <p:nvSpPr>
          <p:cNvPr id="25" name="phase-body-1">
            <a:extLst xmlns:a="http://schemas.openxmlformats.org/drawingml/2006/main">
              <a:ext uri="{FF2B5EF4-FFF2-40B4-BE49-F238E27FC236}">
                <a16:creationId xmlns:a16="http://schemas.microsoft.com/office/drawing/2014/main" id="{70AAA9AD-54B9-47E4-9CF0-F1FD73815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4179094"/>
            <a:ext cx="1428750" cy="587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让有效关注形</a:t>
            </a:r>
          </a:p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成意向</a:t>
            </a:r>
          </a:p>
        </p:txBody>
      </p:sp>
      <p:sp>
        <p:nvSpPr>
          <p:cNvPr id="26" name="action-icon-shell-1-0">
            <a:extLst xmlns:a="http://schemas.openxmlformats.org/drawingml/2006/main">
              <a:ext uri="{FF2B5EF4-FFF2-40B4-BE49-F238E27FC236}">
                <a16:creationId xmlns:a16="http://schemas.microsoft.com/office/drawing/2014/main" id="{3F5B856E-EDAB-4FAF-A6EB-9AD1ACE85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4124173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10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3020c1bd88644c1">
            <a:extLst>
              <a:ext uri="{96DAC541-7B7A-43D3-8B79-37D633B846F1}">
                <asvg:svgBlip xmlns:asvg="http://schemas.microsoft.com/office/drawing/2016/SVG/main" r:embed="Rccabcce95d1641ea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4200373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28" name="action-title-1-0">
            <a:extLst xmlns:a="http://schemas.openxmlformats.org/drawingml/2006/main">
              <a:ext uri="{FF2B5EF4-FFF2-40B4-BE49-F238E27FC236}">
                <a16:creationId xmlns:a16="http://schemas.microsoft.com/office/drawing/2014/main" id="{CB271C9D-749D-4290-B1EE-6D84D01BA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4063155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规则触发</a:t>
            </a:r>
          </a:p>
        </p:txBody>
      </p:sp>
      <p:sp>
        <p:nvSpPr>
          <p:cNvPr id="29" name="action-body-1-0">
            <a:extLst xmlns:a="http://schemas.openxmlformats.org/drawingml/2006/main">
              <a:ext uri="{FF2B5EF4-FFF2-40B4-BE49-F238E27FC236}">
                <a16:creationId xmlns:a16="http://schemas.microsoft.com/office/drawing/2014/main" id="{269131B4-575A-4C4E-93CA-951CE226D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4291755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自动下发任务</a:t>
            </a:r>
          </a:p>
        </p:txBody>
      </p:sp>
      <p:sp>
        <p:nvSpPr>
          <p:cNvPr id="30" name="action-icon-shell-1-1">
            <a:extLst xmlns:a="http://schemas.openxmlformats.org/drawingml/2006/main">
              <a:ext uri="{FF2B5EF4-FFF2-40B4-BE49-F238E27FC236}">
                <a16:creationId xmlns:a16="http://schemas.microsoft.com/office/drawing/2014/main" id="{8E1B0824-F15B-4FA2-8068-9E8B1F00C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4124173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1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0d6d8d0dc074da0">
            <a:extLst>
              <a:ext uri="{96DAC541-7B7A-43D3-8B79-37D633B846F1}">
                <asvg:svgBlip xmlns:asvg="http://schemas.microsoft.com/office/drawing/2016/SVG/main" r:embed="Rf8e06ed65c494971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4200373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32" name="action-title-1-1">
            <a:extLst xmlns:a="http://schemas.openxmlformats.org/drawingml/2006/main">
              <a:ext uri="{FF2B5EF4-FFF2-40B4-BE49-F238E27FC236}">
                <a16:creationId xmlns:a16="http://schemas.microsoft.com/office/drawing/2014/main" id="{082EF362-ABE0-479A-975F-EE3C5FBBA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4063155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热度评估</a:t>
            </a:r>
          </a:p>
        </p:txBody>
      </p:sp>
      <p:sp>
        <p:nvSpPr>
          <p:cNvPr id="33" name="action-body-1-1">
            <a:extLst xmlns:a="http://schemas.openxmlformats.org/drawingml/2006/main">
              <a:ext uri="{FF2B5EF4-FFF2-40B4-BE49-F238E27FC236}">
                <a16:creationId xmlns:a16="http://schemas.microsoft.com/office/drawing/2014/main" id="{EA13D2E3-E386-4AAA-9FBA-906B8C5A9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4291755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识别优先对象</a:t>
            </a:r>
          </a:p>
        </p:txBody>
      </p:sp>
      <p:sp>
        <p:nvSpPr>
          <p:cNvPr id="34" name="phase-rail-2">
            <a:extLst xmlns:a="http://schemas.openxmlformats.org/drawingml/2006/main">
              <a:ext uri="{FF2B5EF4-FFF2-40B4-BE49-F238E27FC236}">
                <a16:creationId xmlns:a16="http://schemas.microsoft.com/office/drawing/2014/main" id="{1FA3006A-A806-4096-981A-05A6BCE53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" y="4897336"/>
            <a:ext cx="514350" cy="1312593"/>
          </a:xfrm>
          <a:custGeom xmlns:a="http://schemas.openxmlformats.org/drawingml/2006/main">
            <a:pathLst>
              <a:path w="514350" h="1312593">
                <a:moveTo>
                  <a:pt x="0" y="0"/>
                </a:moveTo>
                <a:lnTo>
                  <a:pt x="16621" y="9230"/>
                </a:lnTo>
                <a:lnTo>
                  <a:pt x="33233" y="18459"/>
                </a:lnTo>
                <a:lnTo>
                  <a:pt x="49854" y="27699"/>
                </a:lnTo>
                <a:lnTo>
                  <a:pt x="66465" y="36928"/>
                </a:lnTo>
                <a:lnTo>
                  <a:pt x="83087" y="46158"/>
                </a:lnTo>
                <a:lnTo>
                  <a:pt x="99708" y="55388"/>
                </a:lnTo>
                <a:lnTo>
                  <a:pt x="116319" y="64618"/>
                </a:lnTo>
                <a:lnTo>
                  <a:pt x="132940" y="73847"/>
                </a:lnTo>
                <a:lnTo>
                  <a:pt x="149552" y="83087"/>
                </a:lnTo>
                <a:lnTo>
                  <a:pt x="166173" y="92316"/>
                </a:lnTo>
                <a:lnTo>
                  <a:pt x="182794" y="101546"/>
                </a:lnTo>
                <a:lnTo>
                  <a:pt x="199406" y="110776"/>
                </a:lnTo>
                <a:lnTo>
                  <a:pt x="216027" y="120005"/>
                </a:lnTo>
                <a:lnTo>
                  <a:pt x="232639" y="129245"/>
                </a:lnTo>
                <a:lnTo>
                  <a:pt x="249260" y="138474"/>
                </a:lnTo>
                <a:lnTo>
                  <a:pt x="265881" y="138036"/>
                </a:lnTo>
                <a:lnTo>
                  <a:pt x="282492" y="128807"/>
                </a:lnTo>
                <a:lnTo>
                  <a:pt x="299114" y="119577"/>
                </a:lnTo>
                <a:lnTo>
                  <a:pt x="315725" y="110338"/>
                </a:lnTo>
                <a:lnTo>
                  <a:pt x="332346" y="101108"/>
                </a:lnTo>
                <a:lnTo>
                  <a:pt x="348967" y="91878"/>
                </a:lnTo>
                <a:lnTo>
                  <a:pt x="365579" y="82648"/>
                </a:lnTo>
                <a:lnTo>
                  <a:pt x="382200" y="73419"/>
                </a:lnTo>
                <a:lnTo>
                  <a:pt x="398812" y="64179"/>
                </a:lnTo>
                <a:lnTo>
                  <a:pt x="415433" y="54950"/>
                </a:lnTo>
                <a:lnTo>
                  <a:pt x="432054" y="45720"/>
                </a:lnTo>
                <a:lnTo>
                  <a:pt x="448666" y="36490"/>
                </a:lnTo>
                <a:lnTo>
                  <a:pt x="465287" y="27261"/>
                </a:lnTo>
                <a:lnTo>
                  <a:pt x="481898" y="18021"/>
                </a:lnTo>
                <a:lnTo>
                  <a:pt x="498519" y="8792"/>
                </a:lnTo>
                <a:lnTo>
                  <a:pt x="514350" y="905"/>
                </a:lnTo>
                <a:lnTo>
                  <a:pt x="514350" y="19907"/>
                </a:lnTo>
                <a:lnTo>
                  <a:pt x="514350" y="38919"/>
                </a:lnTo>
                <a:lnTo>
                  <a:pt x="514350" y="57931"/>
                </a:lnTo>
                <a:lnTo>
                  <a:pt x="514350" y="76933"/>
                </a:lnTo>
                <a:lnTo>
                  <a:pt x="514350" y="95945"/>
                </a:lnTo>
                <a:lnTo>
                  <a:pt x="514350" y="114957"/>
                </a:lnTo>
                <a:lnTo>
                  <a:pt x="514350" y="133960"/>
                </a:lnTo>
                <a:lnTo>
                  <a:pt x="514350" y="152972"/>
                </a:lnTo>
                <a:lnTo>
                  <a:pt x="514350" y="171983"/>
                </a:lnTo>
                <a:lnTo>
                  <a:pt x="514350" y="190986"/>
                </a:lnTo>
                <a:lnTo>
                  <a:pt x="514350" y="209998"/>
                </a:lnTo>
                <a:lnTo>
                  <a:pt x="514350" y="229010"/>
                </a:lnTo>
                <a:lnTo>
                  <a:pt x="514350" y="248012"/>
                </a:lnTo>
                <a:lnTo>
                  <a:pt x="514350" y="267024"/>
                </a:lnTo>
                <a:lnTo>
                  <a:pt x="514350" y="286036"/>
                </a:lnTo>
                <a:lnTo>
                  <a:pt x="514350" y="305038"/>
                </a:lnTo>
                <a:lnTo>
                  <a:pt x="514350" y="324050"/>
                </a:lnTo>
                <a:lnTo>
                  <a:pt x="514350" y="343062"/>
                </a:lnTo>
                <a:lnTo>
                  <a:pt x="514350" y="362064"/>
                </a:lnTo>
                <a:lnTo>
                  <a:pt x="514350" y="381076"/>
                </a:lnTo>
                <a:lnTo>
                  <a:pt x="514350" y="400088"/>
                </a:lnTo>
                <a:lnTo>
                  <a:pt x="514350" y="419090"/>
                </a:lnTo>
                <a:lnTo>
                  <a:pt x="514350" y="438102"/>
                </a:lnTo>
                <a:lnTo>
                  <a:pt x="514350" y="457114"/>
                </a:lnTo>
                <a:lnTo>
                  <a:pt x="514350" y="476117"/>
                </a:lnTo>
                <a:lnTo>
                  <a:pt x="514350" y="495129"/>
                </a:lnTo>
                <a:lnTo>
                  <a:pt x="514350" y="514140"/>
                </a:lnTo>
                <a:lnTo>
                  <a:pt x="514350" y="533152"/>
                </a:lnTo>
                <a:lnTo>
                  <a:pt x="514350" y="552155"/>
                </a:lnTo>
                <a:lnTo>
                  <a:pt x="514350" y="571167"/>
                </a:lnTo>
                <a:lnTo>
                  <a:pt x="514350" y="590179"/>
                </a:lnTo>
                <a:lnTo>
                  <a:pt x="514350" y="609181"/>
                </a:lnTo>
                <a:lnTo>
                  <a:pt x="514350" y="628193"/>
                </a:lnTo>
                <a:lnTo>
                  <a:pt x="514350" y="647205"/>
                </a:lnTo>
                <a:lnTo>
                  <a:pt x="514350" y="666207"/>
                </a:lnTo>
                <a:lnTo>
                  <a:pt x="514350" y="685219"/>
                </a:lnTo>
                <a:lnTo>
                  <a:pt x="514350" y="704231"/>
                </a:lnTo>
                <a:lnTo>
                  <a:pt x="514350" y="723233"/>
                </a:lnTo>
                <a:lnTo>
                  <a:pt x="514350" y="742245"/>
                </a:lnTo>
                <a:lnTo>
                  <a:pt x="514350" y="761257"/>
                </a:lnTo>
                <a:lnTo>
                  <a:pt x="514350" y="780259"/>
                </a:lnTo>
                <a:lnTo>
                  <a:pt x="514350" y="799271"/>
                </a:lnTo>
                <a:lnTo>
                  <a:pt x="514350" y="818283"/>
                </a:lnTo>
                <a:lnTo>
                  <a:pt x="514350" y="837286"/>
                </a:lnTo>
                <a:lnTo>
                  <a:pt x="514350" y="856298"/>
                </a:lnTo>
                <a:lnTo>
                  <a:pt x="514350" y="875309"/>
                </a:lnTo>
                <a:lnTo>
                  <a:pt x="514350" y="894312"/>
                </a:lnTo>
                <a:lnTo>
                  <a:pt x="514350" y="913324"/>
                </a:lnTo>
                <a:lnTo>
                  <a:pt x="514350" y="932336"/>
                </a:lnTo>
                <a:lnTo>
                  <a:pt x="514350" y="951338"/>
                </a:lnTo>
                <a:lnTo>
                  <a:pt x="514350" y="970350"/>
                </a:lnTo>
                <a:lnTo>
                  <a:pt x="514350" y="989362"/>
                </a:lnTo>
                <a:lnTo>
                  <a:pt x="514350" y="1008364"/>
                </a:lnTo>
                <a:lnTo>
                  <a:pt x="514350" y="1027376"/>
                </a:lnTo>
                <a:lnTo>
                  <a:pt x="514350" y="1046388"/>
                </a:lnTo>
                <a:lnTo>
                  <a:pt x="514350" y="1065390"/>
                </a:lnTo>
                <a:lnTo>
                  <a:pt x="514350" y="1084402"/>
                </a:lnTo>
                <a:lnTo>
                  <a:pt x="514350" y="1103414"/>
                </a:lnTo>
                <a:lnTo>
                  <a:pt x="514350" y="1122426"/>
                </a:lnTo>
                <a:lnTo>
                  <a:pt x="514350" y="1141428"/>
                </a:lnTo>
                <a:lnTo>
                  <a:pt x="514350" y="1160440"/>
                </a:lnTo>
                <a:lnTo>
                  <a:pt x="506044" y="1174556"/>
                </a:lnTo>
                <a:lnTo>
                  <a:pt x="489423" y="1183786"/>
                </a:lnTo>
                <a:lnTo>
                  <a:pt x="472802" y="1193025"/>
                </a:lnTo>
                <a:lnTo>
                  <a:pt x="456190" y="1202255"/>
                </a:lnTo>
                <a:lnTo>
                  <a:pt x="439569" y="1211485"/>
                </a:lnTo>
                <a:lnTo>
                  <a:pt x="422958" y="1220714"/>
                </a:lnTo>
                <a:lnTo>
                  <a:pt x="406336" y="1229944"/>
                </a:lnTo>
                <a:lnTo>
                  <a:pt x="389715" y="1239183"/>
                </a:lnTo>
                <a:lnTo>
                  <a:pt x="373104" y="1248413"/>
                </a:lnTo>
                <a:lnTo>
                  <a:pt x="356483" y="1257643"/>
                </a:lnTo>
                <a:lnTo>
                  <a:pt x="339871" y="1266873"/>
                </a:lnTo>
                <a:lnTo>
                  <a:pt x="323250" y="1276102"/>
                </a:lnTo>
                <a:lnTo>
                  <a:pt x="306629" y="1285342"/>
                </a:lnTo>
                <a:lnTo>
                  <a:pt x="290017" y="1294571"/>
                </a:lnTo>
                <a:lnTo>
                  <a:pt x="273396" y="1303801"/>
                </a:lnTo>
                <a:lnTo>
                  <a:pt x="256784" y="1312593"/>
                </a:lnTo>
                <a:lnTo>
                  <a:pt x="240163" y="1303363"/>
                </a:lnTo>
                <a:lnTo>
                  <a:pt x="223542" y="1294133"/>
                </a:lnTo>
                <a:lnTo>
                  <a:pt x="206931" y="1284903"/>
                </a:lnTo>
                <a:lnTo>
                  <a:pt x="190310" y="1275664"/>
                </a:lnTo>
                <a:lnTo>
                  <a:pt x="173698" y="1266434"/>
                </a:lnTo>
                <a:lnTo>
                  <a:pt x="157077" y="1257205"/>
                </a:lnTo>
                <a:lnTo>
                  <a:pt x="140456" y="1247975"/>
                </a:lnTo>
                <a:lnTo>
                  <a:pt x="123844" y="1238745"/>
                </a:lnTo>
                <a:lnTo>
                  <a:pt x="107223" y="1229506"/>
                </a:lnTo>
                <a:lnTo>
                  <a:pt x="90611" y="1220276"/>
                </a:lnTo>
                <a:lnTo>
                  <a:pt x="73990" y="1211047"/>
                </a:lnTo>
                <a:lnTo>
                  <a:pt x="57369" y="1201817"/>
                </a:lnTo>
                <a:lnTo>
                  <a:pt x="40757" y="1192587"/>
                </a:lnTo>
                <a:lnTo>
                  <a:pt x="24136" y="1183357"/>
                </a:lnTo>
                <a:lnTo>
                  <a:pt x="7525" y="1174118"/>
                </a:lnTo>
                <a:lnTo>
                  <a:pt x="0" y="1159535"/>
                </a:lnTo>
                <a:lnTo>
                  <a:pt x="0" y="1140533"/>
                </a:lnTo>
                <a:lnTo>
                  <a:pt x="0" y="1121521"/>
                </a:lnTo>
                <a:lnTo>
                  <a:pt x="0" y="1102509"/>
                </a:lnTo>
                <a:lnTo>
                  <a:pt x="0" y="1083507"/>
                </a:lnTo>
                <a:lnTo>
                  <a:pt x="0" y="1064495"/>
                </a:lnTo>
                <a:lnTo>
                  <a:pt x="0" y="1045483"/>
                </a:lnTo>
                <a:lnTo>
                  <a:pt x="0" y="1026481"/>
                </a:lnTo>
                <a:lnTo>
                  <a:pt x="0" y="1007469"/>
                </a:lnTo>
                <a:lnTo>
                  <a:pt x="0" y="988457"/>
                </a:lnTo>
                <a:lnTo>
                  <a:pt x="0" y="969455"/>
                </a:lnTo>
                <a:lnTo>
                  <a:pt x="0" y="950443"/>
                </a:lnTo>
                <a:lnTo>
                  <a:pt x="0" y="931431"/>
                </a:lnTo>
                <a:lnTo>
                  <a:pt x="0" y="912419"/>
                </a:lnTo>
                <a:lnTo>
                  <a:pt x="0" y="893416"/>
                </a:lnTo>
                <a:lnTo>
                  <a:pt x="0" y="874405"/>
                </a:lnTo>
                <a:lnTo>
                  <a:pt x="0" y="855393"/>
                </a:lnTo>
                <a:lnTo>
                  <a:pt x="0" y="836390"/>
                </a:lnTo>
                <a:lnTo>
                  <a:pt x="0" y="817378"/>
                </a:lnTo>
                <a:lnTo>
                  <a:pt x="0" y="798366"/>
                </a:lnTo>
                <a:lnTo>
                  <a:pt x="0" y="779364"/>
                </a:lnTo>
                <a:lnTo>
                  <a:pt x="0" y="760352"/>
                </a:lnTo>
                <a:lnTo>
                  <a:pt x="0" y="741340"/>
                </a:lnTo>
                <a:lnTo>
                  <a:pt x="0" y="722338"/>
                </a:lnTo>
                <a:lnTo>
                  <a:pt x="0" y="703326"/>
                </a:lnTo>
                <a:lnTo>
                  <a:pt x="0" y="684314"/>
                </a:lnTo>
                <a:lnTo>
                  <a:pt x="0" y="665312"/>
                </a:lnTo>
                <a:lnTo>
                  <a:pt x="0" y="646300"/>
                </a:lnTo>
                <a:lnTo>
                  <a:pt x="0" y="627288"/>
                </a:lnTo>
                <a:lnTo>
                  <a:pt x="0" y="608286"/>
                </a:lnTo>
                <a:lnTo>
                  <a:pt x="0" y="589274"/>
                </a:lnTo>
                <a:lnTo>
                  <a:pt x="0" y="570262"/>
                </a:lnTo>
                <a:lnTo>
                  <a:pt x="0" y="551259"/>
                </a:lnTo>
                <a:lnTo>
                  <a:pt x="0" y="532247"/>
                </a:lnTo>
                <a:lnTo>
                  <a:pt x="0" y="513236"/>
                </a:lnTo>
                <a:lnTo>
                  <a:pt x="0" y="494233"/>
                </a:lnTo>
                <a:lnTo>
                  <a:pt x="0" y="475221"/>
                </a:lnTo>
                <a:lnTo>
                  <a:pt x="0" y="456209"/>
                </a:lnTo>
                <a:lnTo>
                  <a:pt x="0" y="437207"/>
                </a:lnTo>
                <a:lnTo>
                  <a:pt x="0" y="418195"/>
                </a:lnTo>
                <a:lnTo>
                  <a:pt x="0" y="399183"/>
                </a:lnTo>
                <a:lnTo>
                  <a:pt x="0" y="380181"/>
                </a:lnTo>
                <a:lnTo>
                  <a:pt x="0" y="361169"/>
                </a:lnTo>
                <a:lnTo>
                  <a:pt x="0" y="342157"/>
                </a:lnTo>
                <a:lnTo>
                  <a:pt x="0" y="323155"/>
                </a:lnTo>
                <a:lnTo>
                  <a:pt x="0" y="304143"/>
                </a:lnTo>
                <a:lnTo>
                  <a:pt x="0" y="285131"/>
                </a:lnTo>
                <a:lnTo>
                  <a:pt x="0" y="266119"/>
                </a:lnTo>
                <a:lnTo>
                  <a:pt x="0" y="247117"/>
                </a:lnTo>
                <a:lnTo>
                  <a:pt x="0" y="228105"/>
                </a:lnTo>
                <a:lnTo>
                  <a:pt x="0" y="209093"/>
                </a:lnTo>
                <a:lnTo>
                  <a:pt x="0" y="190090"/>
                </a:lnTo>
                <a:lnTo>
                  <a:pt x="0" y="171079"/>
                </a:lnTo>
                <a:lnTo>
                  <a:pt x="0" y="152067"/>
                </a:lnTo>
                <a:lnTo>
                  <a:pt x="0" y="133064"/>
                </a:lnTo>
                <a:lnTo>
                  <a:pt x="0" y="114052"/>
                </a:lnTo>
                <a:lnTo>
                  <a:pt x="0" y="95040"/>
                </a:lnTo>
                <a:lnTo>
                  <a:pt x="0" y="76038"/>
                </a:lnTo>
                <a:lnTo>
                  <a:pt x="0" y="57026"/>
                </a:lnTo>
                <a:lnTo>
                  <a:pt x="0" y="38014"/>
                </a:lnTo>
                <a:lnTo>
                  <a:pt x="0" y="19012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78A8D5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35" name="phase-title-2">
            <a:extLst xmlns:a="http://schemas.openxmlformats.org/drawingml/2006/main">
              <a:ext uri="{FF2B5EF4-FFF2-40B4-BE49-F238E27FC236}">
                <a16:creationId xmlns:a16="http://schemas.microsoft.com/office/drawing/2014/main" id="{9CD11CA2-D992-449C-9052-BB5FCCA36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5082931"/>
            <a:ext cx="1428750" cy="306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持续转化</a:t>
            </a:r>
          </a:p>
        </p:txBody>
      </p:sp>
      <p:sp>
        <p:nvSpPr>
          <p:cNvPr id="36" name="phase-body-2">
            <a:extLst xmlns:a="http://schemas.openxmlformats.org/drawingml/2006/main">
              <a:ext uri="{FF2B5EF4-FFF2-40B4-BE49-F238E27FC236}">
                <a16:creationId xmlns:a16="http://schemas.microsoft.com/office/drawing/2014/main" id="{3622F424-6E55-4D26-B17B-06F2617F5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4925" y="5437137"/>
            <a:ext cx="1428750" cy="587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让行动沉淀为</a:t>
            </a:r>
          </a:p>
          <a:p xmlns:a="http://schemas.openxmlformats.org/drawingml/2006/main">
            <a:pPr algn="l">
              <a:lnSpc>
                <a:spcPct val="136000"/>
              </a:lnSpc>
              <a:buNone/>
              <a:def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长期价值</a:t>
            </a:r>
          </a:p>
        </p:txBody>
      </p:sp>
      <p:sp>
        <p:nvSpPr>
          <p:cNvPr id="37" name="action-icon-shell-2-0">
            <a:extLst xmlns:a="http://schemas.openxmlformats.org/drawingml/2006/main">
              <a:ext uri="{FF2B5EF4-FFF2-40B4-BE49-F238E27FC236}">
                <a16:creationId xmlns:a16="http://schemas.microsoft.com/office/drawing/2014/main" id="{ABF00150-D900-4253-A3A1-03599AE04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0375" y="5382225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1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5ae83e5006248d3">
            <a:extLst>
              <a:ext uri="{96DAC541-7B7A-43D3-8B79-37D633B846F1}">
                <asvg:svgBlip xmlns:asvg="http://schemas.microsoft.com/office/drawing/2016/SVG/main" r:embed="R0916705b07b94716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86575" y="5458425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39" name="action-title-2-0">
            <a:extLst xmlns:a="http://schemas.openxmlformats.org/drawingml/2006/main">
              <a:ext uri="{FF2B5EF4-FFF2-40B4-BE49-F238E27FC236}">
                <a16:creationId xmlns:a16="http://schemas.microsoft.com/office/drawing/2014/main" id="{201556A6-4B4C-46AB-B975-28845F676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5321198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数据打通</a:t>
            </a:r>
          </a:p>
        </p:txBody>
      </p:sp>
      <p:sp>
        <p:nvSpPr>
          <p:cNvPr id="40" name="action-body-2-0">
            <a:extLst xmlns:a="http://schemas.openxmlformats.org/drawingml/2006/main">
              <a:ext uri="{FF2B5EF4-FFF2-40B4-BE49-F238E27FC236}">
                <a16:creationId xmlns:a16="http://schemas.microsoft.com/office/drawing/2014/main" id="{73527A5E-0FE6-47B2-81F7-97043F63D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67575" y="5549798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统一分析对象</a:t>
            </a:r>
          </a:p>
        </p:txBody>
      </p:sp>
      <p:sp>
        <p:nvSpPr>
          <p:cNvPr id="41" name="action-icon-shell-2-1">
            <a:extLst xmlns:a="http://schemas.openxmlformats.org/drawingml/2006/main">
              <a:ext uri="{FF2B5EF4-FFF2-40B4-BE49-F238E27FC236}">
                <a16:creationId xmlns:a16="http://schemas.microsoft.com/office/drawing/2014/main" id="{91C2998E-56DF-4EA6-A54E-89E754220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5382225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pic>
        <p:nvPicPr>
          <p:cNvPr id="1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f551189902d451d">
            <a:extLst>
              <a:ext uri="{96DAC541-7B7A-43D3-8B79-37D633B846F1}">
                <asvg:svgBlip xmlns:asvg="http://schemas.microsoft.com/office/drawing/2016/SVG/main" r:embed="R6d9e64d6d6bd4774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344025" y="5458425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43" name="action-title-2-1">
            <a:extLst xmlns:a="http://schemas.openxmlformats.org/drawingml/2006/main">
              <a:ext uri="{FF2B5EF4-FFF2-40B4-BE49-F238E27FC236}">
                <a16:creationId xmlns:a16="http://schemas.microsoft.com/office/drawing/2014/main" id="{C960869A-1BEF-4743-9AA8-6CBA5123B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5321198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自动分群</a:t>
            </a:r>
          </a:p>
        </p:txBody>
      </p:sp>
      <p:sp>
        <p:nvSpPr>
          <p:cNvPr id="44" name="action-body-2-1">
            <a:extLst xmlns:a="http://schemas.openxmlformats.org/drawingml/2006/main">
              <a:ext uri="{FF2B5EF4-FFF2-40B4-BE49-F238E27FC236}">
                <a16:creationId xmlns:a16="http://schemas.microsoft.com/office/drawing/2014/main" id="{29E3ED61-377D-4677-9E0A-62447AF0A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25025" y="5549798"/>
            <a:ext cx="1771650" cy="236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指导持续运营</a:t>
            </a:r>
          </a:p>
        </p:txBody>
      </p:sp>
      <p:sp>
        <p:nvSpPr>
          <p:cNvPr id="45" name="funnel-step-body-0">
            <a:extLst xmlns:a="http://schemas.openxmlformats.org/drawingml/2006/main">
              <a:ext uri="{FF2B5EF4-FFF2-40B4-BE49-F238E27FC236}">
                <a16:creationId xmlns:a16="http://schemas.microsoft.com/office/drawing/2014/main" id="{FB31E94D-A14C-4AD6-B6CC-CE0276E9D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52750" y="2514600"/>
            <a:ext cx="3332188" cy="533267"/>
          </a:xfrm>
          <a:custGeom xmlns:a="http://schemas.openxmlformats.org/drawingml/2006/main">
            <a:pathLst>
              <a:path w="3332188" h="533267">
                <a:moveTo>
                  <a:pt x="0" y="0"/>
                </a:moveTo>
                <a:lnTo>
                  <a:pt x="15497" y="25813"/>
                </a:lnTo>
                <a:lnTo>
                  <a:pt x="30985" y="51616"/>
                </a:lnTo>
                <a:lnTo>
                  <a:pt x="46482" y="77429"/>
                </a:lnTo>
                <a:lnTo>
                  <a:pt x="61979" y="103241"/>
                </a:lnTo>
                <a:lnTo>
                  <a:pt x="77467" y="129045"/>
                </a:lnTo>
                <a:lnTo>
                  <a:pt x="92964" y="154857"/>
                </a:lnTo>
                <a:lnTo>
                  <a:pt x="108461" y="180661"/>
                </a:lnTo>
                <a:lnTo>
                  <a:pt x="123949" y="206473"/>
                </a:lnTo>
                <a:lnTo>
                  <a:pt x="139446" y="232286"/>
                </a:lnTo>
                <a:lnTo>
                  <a:pt x="154943" y="258089"/>
                </a:lnTo>
                <a:lnTo>
                  <a:pt x="170431" y="283902"/>
                </a:lnTo>
                <a:lnTo>
                  <a:pt x="185928" y="309715"/>
                </a:lnTo>
                <a:lnTo>
                  <a:pt x="201425" y="335518"/>
                </a:lnTo>
                <a:lnTo>
                  <a:pt x="216913" y="361331"/>
                </a:lnTo>
                <a:lnTo>
                  <a:pt x="232410" y="387134"/>
                </a:lnTo>
                <a:lnTo>
                  <a:pt x="247898" y="412947"/>
                </a:lnTo>
                <a:lnTo>
                  <a:pt x="263395" y="438760"/>
                </a:lnTo>
                <a:lnTo>
                  <a:pt x="278892" y="464563"/>
                </a:lnTo>
                <a:lnTo>
                  <a:pt x="301171" y="482298"/>
                </a:lnTo>
                <a:lnTo>
                  <a:pt x="330537" y="488842"/>
                </a:lnTo>
                <a:lnTo>
                  <a:pt x="360293" y="493376"/>
                </a:lnTo>
                <a:lnTo>
                  <a:pt x="390182" y="496976"/>
                </a:lnTo>
                <a:lnTo>
                  <a:pt x="420129" y="500015"/>
                </a:lnTo>
                <a:lnTo>
                  <a:pt x="450113" y="502653"/>
                </a:lnTo>
                <a:lnTo>
                  <a:pt x="480127" y="505006"/>
                </a:lnTo>
                <a:lnTo>
                  <a:pt x="510159" y="507121"/>
                </a:lnTo>
                <a:lnTo>
                  <a:pt x="540201" y="509045"/>
                </a:lnTo>
                <a:lnTo>
                  <a:pt x="570243" y="510797"/>
                </a:lnTo>
                <a:lnTo>
                  <a:pt x="600304" y="512435"/>
                </a:lnTo>
                <a:lnTo>
                  <a:pt x="630374" y="513940"/>
                </a:lnTo>
                <a:lnTo>
                  <a:pt x="660444" y="515350"/>
                </a:lnTo>
                <a:lnTo>
                  <a:pt x="690515" y="516674"/>
                </a:lnTo>
                <a:lnTo>
                  <a:pt x="720595" y="517893"/>
                </a:lnTo>
                <a:lnTo>
                  <a:pt x="750675" y="519046"/>
                </a:lnTo>
                <a:lnTo>
                  <a:pt x="780755" y="520132"/>
                </a:lnTo>
                <a:lnTo>
                  <a:pt x="810844" y="521160"/>
                </a:lnTo>
                <a:lnTo>
                  <a:pt x="840924" y="522122"/>
                </a:lnTo>
                <a:lnTo>
                  <a:pt x="871014" y="523027"/>
                </a:lnTo>
                <a:lnTo>
                  <a:pt x="901113" y="523875"/>
                </a:lnTo>
                <a:lnTo>
                  <a:pt x="931202" y="524675"/>
                </a:lnTo>
                <a:lnTo>
                  <a:pt x="961292" y="525428"/>
                </a:lnTo>
                <a:lnTo>
                  <a:pt x="991391" y="526142"/>
                </a:lnTo>
                <a:lnTo>
                  <a:pt x="1021480" y="526809"/>
                </a:lnTo>
                <a:lnTo>
                  <a:pt x="1051579" y="527437"/>
                </a:lnTo>
                <a:lnTo>
                  <a:pt x="1081678" y="528028"/>
                </a:lnTo>
                <a:lnTo>
                  <a:pt x="1111777" y="528590"/>
                </a:lnTo>
                <a:lnTo>
                  <a:pt x="1141876" y="529104"/>
                </a:lnTo>
                <a:lnTo>
                  <a:pt x="1171975" y="529590"/>
                </a:lnTo>
                <a:lnTo>
                  <a:pt x="1202074" y="530038"/>
                </a:lnTo>
                <a:lnTo>
                  <a:pt x="1232173" y="530457"/>
                </a:lnTo>
                <a:lnTo>
                  <a:pt x="1262272" y="530838"/>
                </a:lnTo>
                <a:lnTo>
                  <a:pt x="1292371" y="531200"/>
                </a:lnTo>
                <a:lnTo>
                  <a:pt x="1322470" y="531514"/>
                </a:lnTo>
                <a:lnTo>
                  <a:pt x="1352579" y="531819"/>
                </a:lnTo>
                <a:lnTo>
                  <a:pt x="1382678" y="532086"/>
                </a:lnTo>
                <a:lnTo>
                  <a:pt x="1412777" y="532333"/>
                </a:lnTo>
                <a:lnTo>
                  <a:pt x="1442876" y="532533"/>
                </a:lnTo>
                <a:lnTo>
                  <a:pt x="1472984" y="532733"/>
                </a:lnTo>
                <a:lnTo>
                  <a:pt x="1503083" y="532876"/>
                </a:lnTo>
                <a:lnTo>
                  <a:pt x="1533182" y="533019"/>
                </a:lnTo>
                <a:lnTo>
                  <a:pt x="1563291" y="533114"/>
                </a:lnTo>
                <a:lnTo>
                  <a:pt x="1593390" y="533200"/>
                </a:lnTo>
                <a:lnTo>
                  <a:pt x="1623498" y="533238"/>
                </a:lnTo>
                <a:lnTo>
                  <a:pt x="1653597" y="533267"/>
                </a:lnTo>
                <a:lnTo>
                  <a:pt x="1683696" y="533267"/>
                </a:lnTo>
                <a:lnTo>
                  <a:pt x="1713805" y="533238"/>
                </a:lnTo>
                <a:lnTo>
                  <a:pt x="1743904" y="533181"/>
                </a:lnTo>
                <a:lnTo>
                  <a:pt x="1774012" y="533105"/>
                </a:lnTo>
                <a:lnTo>
                  <a:pt x="1804111" y="533000"/>
                </a:lnTo>
                <a:lnTo>
                  <a:pt x="1834210" y="532857"/>
                </a:lnTo>
                <a:lnTo>
                  <a:pt x="1864319" y="532714"/>
                </a:lnTo>
                <a:lnTo>
                  <a:pt x="1894418" y="532514"/>
                </a:lnTo>
                <a:lnTo>
                  <a:pt x="1924517" y="532314"/>
                </a:lnTo>
                <a:lnTo>
                  <a:pt x="1954625" y="532047"/>
                </a:lnTo>
                <a:lnTo>
                  <a:pt x="1984724" y="531790"/>
                </a:lnTo>
                <a:lnTo>
                  <a:pt x="2014823" y="531476"/>
                </a:lnTo>
                <a:lnTo>
                  <a:pt x="2044922" y="531162"/>
                </a:lnTo>
                <a:lnTo>
                  <a:pt x="2075021" y="530790"/>
                </a:lnTo>
                <a:lnTo>
                  <a:pt x="2105130" y="530409"/>
                </a:lnTo>
                <a:lnTo>
                  <a:pt x="2135229" y="529981"/>
                </a:lnTo>
                <a:lnTo>
                  <a:pt x="2165328" y="529533"/>
                </a:lnTo>
                <a:lnTo>
                  <a:pt x="2195427" y="529047"/>
                </a:lnTo>
                <a:lnTo>
                  <a:pt x="2225526" y="528523"/>
                </a:lnTo>
                <a:lnTo>
                  <a:pt x="2255615" y="527961"/>
                </a:lnTo>
                <a:lnTo>
                  <a:pt x="2285714" y="527371"/>
                </a:lnTo>
                <a:lnTo>
                  <a:pt x="2315813" y="526733"/>
                </a:lnTo>
                <a:lnTo>
                  <a:pt x="2345912" y="526056"/>
                </a:lnTo>
                <a:lnTo>
                  <a:pt x="2376002" y="525342"/>
                </a:lnTo>
                <a:lnTo>
                  <a:pt x="2406091" y="524580"/>
                </a:lnTo>
                <a:lnTo>
                  <a:pt x="2436190" y="523780"/>
                </a:lnTo>
                <a:lnTo>
                  <a:pt x="2466280" y="522923"/>
                </a:lnTo>
                <a:lnTo>
                  <a:pt x="2496369" y="522008"/>
                </a:lnTo>
                <a:lnTo>
                  <a:pt x="2526459" y="521037"/>
                </a:lnTo>
                <a:lnTo>
                  <a:pt x="2556539" y="520008"/>
                </a:lnTo>
                <a:lnTo>
                  <a:pt x="2586619" y="518922"/>
                </a:lnTo>
                <a:lnTo>
                  <a:pt x="2616698" y="517760"/>
                </a:lnTo>
                <a:lnTo>
                  <a:pt x="2646778" y="516522"/>
                </a:lnTo>
                <a:lnTo>
                  <a:pt x="2676849" y="515188"/>
                </a:lnTo>
                <a:lnTo>
                  <a:pt x="2706919" y="513769"/>
                </a:lnTo>
                <a:lnTo>
                  <a:pt x="2736990" y="512245"/>
                </a:lnTo>
                <a:lnTo>
                  <a:pt x="2767041" y="510597"/>
                </a:lnTo>
                <a:lnTo>
                  <a:pt x="2797092" y="508826"/>
                </a:lnTo>
                <a:lnTo>
                  <a:pt x="2827134" y="506882"/>
                </a:lnTo>
                <a:lnTo>
                  <a:pt x="2857157" y="504739"/>
                </a:lnTo>
                <a:lnTo>
                  <a:pt x="2887170" y="502368"/>
                </a:lnTo>
                <a:lnTo>
                  <a:pt x="2917155" y="499682"/>
                </a:lnTo>
                <a:lnTo>
                  <a:pt x="2947092" y="496586"/>
                </a:lnTo>
                <a:lnTo>
                  <a:pt x="2976972" y="492900"/>
                </a:lnTo>
                <a:lnTo>
                  <a:pt x="3006700" y="488213"/>
                </a:lnTo>
                <a:lnTo>
                  <a:pt x="3035970" y="481241"/>
                </a:lnTo>
                <a:lnTo>
                  <a:pt x="3056687" y="461524"/>
                </a:lnTo>
                <a:lnTo>
                  <a:pt x="3072184" y="435712"/>
                </a:lnTo>
                <a:lnTo>
                  <a:pt x="3087672" y="409908"/>
                </a:lnTo>
                <a:lnTo>
                  <a:pt x="3103169" y="384096"/>
                </a:lnTo>
                <a:lnTo>
                  <a:pt x="3118666" y="358283"/>
                </a:lnTo>
                <a:lnTo>
                  <a:pt x="3134154" y="332480"/>
                </a:lnTo>
                <a:lnTo>
                  <a:pt x="3149651" y="306667"/>
                </a:lnTo>
                <a:lnTo>
                  <a:pt x="3165148" y="280854"/>
                </a:lnTo>
                <a:lnTo>
                  <a:pt x="3180636" y="255051"/>
                </a:lnTo>
                <a:lnTo>
                  <a:pt x="3196133" y="229238"/>
                </a:lnTo>
                <a:lnTo>
                  <a:pt x="3211630" y="203435"/>
                </a:lnTo>
                <a:lnTo>
                  <a:pt x="3227118" y="177622"/>
                </a:lnTo>
                <a:lnTo>
                  <a:pt x="3242615" y="151809"/>
                </a:lnTo>
                <a:lnTo>
                  <a:pt x="3258112" y="126006"/>
                </a:lnTo>
                <a:lnTo>
                  <a:pt x="3273600" y="100193"/>
                </a:lnTo>
                <a:lnTo>
                  <a:pt x="3289097" y="74381"/>
                </a:lnTo>
                <a:lnTo>
                  <a:pt x="3304584" y="48578"/>
                </a:lnTo>
                <a:lnTo>
                  <a:pt x="3320082" y="22765"/>
                </a:lnTo>
                <a:lnTo>
                  <a:pt x="3332188" y="3086"/>
                </a:lnTo>
                <a:lnTo>
                  <a:pt x="3304070" y="13059"/>
                </a:lnTo>
                <a:lnTo>
                  <a:pt x="3274409" y="18155"/>
                </a:lnTo>
                <a:lnTo>
                  <a:pt x="3244548" y="21965"/>
                </a:lnTo>
                <a:lnTo>
                  <a:pt x="3214602" y="25079"/>
                </a:lnTo>
                <a:lnTo>
                  <a:pt x="3184617" y="27746"/>
                </a:lnTo>
                <a:lnTo>
                  <a:pt x="3154613" y="30109"/>
                </a:lnTo>
                <a:lnTo>
                  <a:pt x="3124581" y="32223"/>
                </a:lnTo>
                <a:lnTo>
                  <a:pt x="3094539" y="34138"/>
                </a:lnTo>
                <a:lnTo>
                  <a:pt x="3064488" y="35890"/>
                </a:lnTo>
                <a:lnTo>
                  <a:pt x="3034427" y="37519"/>
                </a:lnTo>
                <a:lnTo>
                  <a:pt x="3004366" y="39043"/>
                </a:lnTo>
                <a:lnTo>
                  <a:pt x="2974296" y="40453"/>
                </a:lnTo>
                <a:lnTo>
                  <a:pt x="2944225" y="41777"/>
                </a:lnTo>
                <a:lnTo>
                  <a:pt x="2914145" y="43015"/>
                </a:lnTo>
                <a:lnTo>
                  <a:pt x="2884065" y="44186"/>
                </a:lnTo>
                <a:lnTo>
                  <a:pt x="2853985" y="45291"/>
                </a:lnTo>
                <a:lnTo>
                  <a:pt x="2823896" y="46339"/>
                </a:lnTo>
                <a:lnTo>
                  <a:pt x="2793816" y="47339"/>
                </a:lnTo>
                <a:lnTo>
                  <a:pt x="2763726" y="48282"/>
                </a:lnTo>
                <a:lnTo>
                  <a:pt x="2733637" y="49168"/>
                </a:lnTo>
                <a:lnTo>
                  <a:pt x="2703547" y="50025"/>
                </a:lnTo>
                <a:lnTo>
                  <a:pt x="2673448" y="50835"/>
                </a:lnTo>
                <a:lnTo>
                  <a:pt x="2643359" y="51597"/>
                </a:lnTo>
                <a:lnTo>
                  <a:pt x="2613269" y="52330"/>
                </a:lnTo>
                <a:lnTo>
                  <a:pt x="2583170" y="53026"/>
                </a:lnTo>
                <a:lnTo>
                  <a:pt x="2553071" y="53692"/>
                </a:lnTo>
                <a:lnTo>
                  <a:pt x="2522982" y="54321"/>
                </a:lnTo>
                <a:lnTo>
                  <a:pt x="2492883" y="54921"/>
                </a:lnTo>
                <a:lnTo>
                  <a:pt x="2462784" y="55493"/>
                </a:lnTo>
                <a:lnTo>
                  <a:pt x="2432685" y="56036"/>
                </a:lnTo>
                <a:lnTo>
                  <a:pt x="2402586" y="56550"/>
                </a:lnTo>
                <a:lnTo>
                  <a:pt x="2372487" y="57036"/>
                </a:lnTo>
                <a:lnTo>
                  <a:pt x="2342388" y="57502"/>
                </a:lnTo>
                <a:lnTo>
                  <a:pt x="2312289" y="57941"/>
                </a:lnTo>
                <a:lnTo>
                  <a:pt x="2282190" y="58360"/>
                </a:lnTo>
                <a:lnTo>
                  <a:pt x="2252091" y="58741"/>
                </a:lnTo>
                <a:lnTo>
                  <a:pt x="2221992" y="59112"/>
                </a:lnTo>
                <a:lnTo>
                  <a:pt x="2191893" y="59455"/>
                </a:lnTo>
                <a:lnTo>
                  <a:pt x="2161784" y="59788"/>
                </a:lnTo>
                <a:lnTo>
                  <a:pt x="2131685" y="60084"/>
                </a:lnTo>
                <a:lnTo>
                  <a:pt x="2101586" y="60360"/>
                </a:lnTo>
                <a:lnTo>
                  <a:pt x="2071487" y="60617"/>
                </a:lnTo>
                <a:lnTo>
                  <a:pt x="2041379" y="60874"/>
                </a:lnTo>
                <a:lnTo>
                  <a:pt x="2011280" y="61093"/>
                </a:lnTo>
                <a:lnTo>
                  <a:pt x="1981181" y="61293"/>
                </a:lnTo>
                <a:lnTo>
                  <a:pt x="1951072" y="61465"/>
                </a:lnTo>
                <a:lnTo>
                  <a:pt x="1920973" y="61636"/>
                </a:lnTo>
                <a:lnTo>
                  <a:pt x="1890874" y="61789"/>
                </a:lnTo>
                <a:lnTo>
                  <a:pt x="1860766" y="61903"/>
                </a:lnTo>
                <a:lnTo>
                  <a:pt x="1830667" y="62017"/>
                </a:lnTo>
                <a:lnTo>
                  <a:pt x="1800558" y="62103"/>
                </a:lnTo>
                <a:lnTo>
                  <a:pt x="1770459" y="62170"/>
                </a:lnTo>
                <a:lnTo>
                  <a:pt x="1740360" y="62236"/>
                </a:lnTo>
                <a:lnTo>
                  <a:pt x="1710252" y="62255"/>
                </a:lnTo>
                <a:lnTo>
                  <a:pt x="1680153" y="62284"/>
                </a:lnTo>
                <a:lnTo>
                  <a:pt x="1650054" y="62284"/>
                </a:lnTo>
                <a:lnTo>
                  <a:pt x="1619945" y="62255"/>
                </a:lnTo>
                <a:lnTo>
                  <a:pt x="1589846" y="62236"/>
                </a:lnTo>
                <a:lnTo>
                  <a:pt x="1559738" y="62160"/>
                </a:lnTo>
                <a:lnTo>
                  <a:pt x="1529639" y="62093"/>
                </a:lnTo>
                <a:lnTo>
                  <a:pt x="1499540" y="62008"/>
                </a:lnTo>
                <a:lnTo>
                  <a:pt x="1469431" y="61884"/>
                </a:lnTo>
                <a:lnTo>
                  <a:pt x="1439332" y="61770"/>
                </a:lnTo>
                <a:lnTo>
                  <a:pt x="1409224" y="61617"/>
                </a:lnTo>
                <a:lnTo>
                  <a:pt x="1379125" y="61446"/>
                </a:lnTo>
                <a:lnTo>
                  <a:pt x="1349026" y="61274"/>
                </a:lnTo>
                <a:lnTo>
                  <a:pt x="1318927" y="61055"/>
                </a:lnTo>
                <a:lnTo>
                  <a:pt x="1288818" y="60836"/>
                </a:lnTo>
                <a:lnTo>
                  <a:pt x="1258719" y="60589"/>
                </a:lnTo>
                <a:lnTo>
                  <a:pt x="1228620" y="60322"/>
                </a:lnTo>
                <a:lnTo>
                  <a:pt x="1198512" y="60055"/>
                </a:lnTo>
                <a:lnTo>
                  <a:pt x="1168413" y="59750"/>
                </a:lnTo>
                <a:lnTo>
                  <a:pt x="1138314" y="59417"/>
                </a:lnTo>
                <a:lnTo>
                  <a:pt x="1108215" y="59074"/>
                </a:lnTo>
                <a:lnTo>
                  <a:pt x="1078116" y="58703"/>
                </a:lnTo>
                <a:lnTo>
                  <a:pt x="1048007" y="58303"/>
                </a:lnTo>
                <a:lnTo>
                  <a:pt x="1017908" y="57893"/>
                </a:lnTo>
                <a:lnTo>
                  <a:pt x="987809" y="57445"/>
                </a:lnTo>
                <a:lnTo>
                  <a:pt x="957710" y="56979"/>
                </a:lnTo>
                <a:lnTo>
                  <a:pt x="927611" y="56493"/>
                </a:lnTo>
                <a:lnTo>
                  <a:pt x="897512" y="55969"/>
                </a:lnTo>
                <a:lnTo>
                  <a:pt x="867413" y="55426"/>
                </a:lnTo>
                <a:lnTo>
                  <a:pt x="837324" y="54854"/>
                </a:lnTo>
                <a:lnTo>
                  <a:pt x="807225" y="54254"/>
                </a:lnTo>
                <a:lnTo>
                  <a:pt x="777126" y="53616"/>
                </a:lnTo>
                <a:lnTo>
                  <a:pt x="747036" y="52949"/>
                </a:lnTo>
                <a:lnTo>
                  <a:pt x="716937" y="52245"/>
                </a:lnTo>
                <a:lnTo>
                  <a:pt x="686848" y="51511"/>
                </a:lnTo>
                <a:lnTo>
                  <a:pt x="656749" y="50740"/>
                </a:lnTo>
                <a:lnTo>
                  <a:pt x="626659" y="49921"/>
                </a:lnTo>
                <a:lnTo>
                  <a:pt x="596570" y="49073"/>
                </a:lnTo>
                <a:lnTo>
                  <a:pt x="566480" y="48168"/>
                </a:lnTo>
                <a:lnTo>
                  <a:pt x="536391" y="47225"/>
                </a:lnTo>
                <a:lnTo>
                  <a:pt x="506301" y="46225"/>
                </a:lnTo>
                <a:lnTo>
                  <a:pt x="476221" y="45168"/>
                </a:lnTo>
                <a:lnTo>
                  <a:pt x="446141" y="44053"/>
                </a:lnTo>
                <a:lnTo>
                  <a:pt x="416062" y="42872"/>
                </a:lnTo>
                <a:lnTo>
                  <a:pt x="385982" y="41624"/>
                </a:lnTo>
                <a:lnTo>
                  <a:pt x="355911" y="40291"/>
                </a:lnTo>
                <a:lnTo>
                  <a:pt x="325841" y="38862"/>
                </a:lnTo>
                <a:lnTo>
                  <a:pt x="295780" y="37338"/>
                </a:lnTo>
                <a:lnTo>
                  <a:pt x="265719" y="35700"/>
                </a:lnTo>
                <a:lnTo>
                  <a:pt x="235668" y="33919"/>
                </a:lnTo>
                <a:lnTo>
                  <a:pt x="205626" y="31975"/>
                </a:lnTo>
                <a:lnTo>
                  <a:pt x="175603" y="29842"/>
                </a:lnTo>
                <a:lnTo>
                  <a:pt x="145590" y="27451"/>
                </a:lnTo>
                <a:lnTo>
                  <a:pt x="115614" y="24736"/>
                </a:lnTo>
                <a:lnTo>
                  <a:pt x="85677" y="21555"/>
                </a:lnTo>
                <a:lnTo>
                  <a:pt x="55836" y="17650"/>
                </a:lnTo>
                <a:lnTo>
                  <a:pt x="26213" y="12306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46" name="funnel-step-cap-0">
            <a:extLst xmlns:a="http://schemas.openxmlformats.org/drawingml/2006/main">
              <a:ext uri="{FF2B5EF4-FFF2-40B4-BE49-F238E27FC236}">
                <a16:creationId xmlns:a16="http://schemas.microsoft.com/office/drawing/2014/main" id="{B7EACCFF-DD9B-4C6B-98A3-A9D8AFF62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52750" y="2425951"/>
            <a:ext cx="3333750" cy="17728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47" name="funnel-step-body-1">
            <a:extLst xmlns:a="http://schemas.openxmlformats.org/drawingml/2006/main">
              <a:ext uri="{FF2B5EF4-FFF2-40B4-BE49-F238E27FC236}">
                <a16:creationId xmlns:a16="http://schemas.microsoft.com/office/drawing/2014/main" id="{82E83599-90A9-491D-809F-342F4C576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235452" y="3116294"/>
            <a:ext cx="2765384" cy="533210"/>
          </a:xfrm>
          <a:custGeom xmlns:a="http://schemas.openxmlformats.org/drawingml/2006/main">
            <a:pathLst>
              <a:path w="2765384" h="533210">
                <a:moveTo>
                  <a:pt x="0" y="0"/>
                </a:moveTo>
                <a:lnTo>
                  <a:pt x="10735" y="23355"/>
                </a:lnTo>
                <a:lnTo>
                  <a:pt x="21460" y="46701"/>
                </a:lnTo>
                <a:lnTo>
                  <a:pt x="32195" y="70056"/>
                </a:lnTo>
                <a:lnTo>
                  <a:pt x="42920" y="93402"/>
                </a:lnTo>
                <a:lnTo>
                  <a:pt x="53654" y="116757"/>
                </a:lnTo>
                <a:lnTo>
                  <a:pt x="64389" y="140103"/>
                </a:lnTo>
                <a:lnTo>
                  <a:pt x="75114" y="163459"/>
                </a:lnTo>
                <a:lnTo>
                  <a:pt x="85849" y="186804"/>
                </a:lnTo>
                <a:lnTo>
                  <a:pt x="96574" y="210160"/>
                </a:lnTo>
                <a:lnTo>
                  <a:pt x="107309" y="233515"/>
                </a:lnTo>
                <a:lnTo>
                  <a:pt x="118043" y="256861"/>
                </a:lnTo>
                <a:lnTo>
                  <a:pt x="128768" y="280216"/>
                </a:lnTo>
                <a:lnTo>
                  <a:pt x="139503" y="303562"/>
                </a:lnTo>
                <a:lnTo>
                  <a:pt x="150228" y="326917"/>
                </a:lnTo>
                <a:lnTo>
                  <a:pt x="160963" y="350263"/>
                </a:lnTo>
                <a:lnTo>
                  <a:pt x="171698" y="373618"/>
                </a:lnTo>
                <a:lnTo>
                  <a:pt x="182423" y="396973"/>
                </a:lnTo>
                <a:lnTo>
                  <a:pt x="193157" y="420319"/>
                </a:lnTo>
                <a:lnTo>
                  <a:pt x="203892" y="443675"/>
                </a:lnTo>
                <a:lnTo>
                  <a:pt x="214617" y="467020"/>
                </a:lnTo>
                <a:lnTo>
                  <a:pt x="233105" y="482670"/>
                </a:lnTo>
                <a:lnTo>
                  <a:pt x="257985" y="489071"/>
                </a:lnTo>
                <a:lnTo>
                  <a:pt x="283283" y="493576"/>
                </a:lnTo>
                <a:lnTo>
                  <a:pt x="308724" y="497157"/>
                </a:lnTo>
                <a:lnTo>
                  <a:pt x="334242" y="500196"/>
                </a:lnTo>
                <a:lnTo>
                  <a:pt x="359807" y="502834"/>
                </a:lnTo>
                <a:lnTo>
                  <a:pt x="385401" y="505177"/>
                </a:lnTo>
                <a:lnTo>
                  <a:pt x="411013" y="507292"/>
                </a:lnTo>
                <a:lnTo>
                  <a:pt x="436636" y="509207"/>
                </a:lnTo>
                <a:lnTo>
                  <a:pt x="462277" y="510978"/>
                </a:lnTo>
                <a:lnTo>
                  <a:pt x="487928" y="512607"/>
                </a:lnTo>
                <a:lnTo>
                  <a:pt x="513578" y="514112"/>
                </a:lnTo>
                <a:lnTo>
                  <a:pt x="539239" y="515522"/>
                </a:lnTo>
                <a:lnTo>
                  <a:pt x="564899" y="516836"/>
                </a:lnTo>
                <a:lnTo>
                  <a:pt x="590569" y="518065"/>
                </a:lnTo>
                <a:lnTo>
                  <a:pt x="616248" y="519217"/>
                </a:lnTo>
                <a:lnTo>
                  <a:pt x="641918" y="520303"/>
                </a:lnTo>
                <a:lnTo>
                  <a:pt x="667598" y="521322"/>
                </a:lnTo>
                <a:lnTo>
                  <a:pt x="693277" y="522275"/>
                </a:lnTo>
                <a:lnTo>
                  <a:pt x="718966" y="523170"/>
                </a:lnTo>
                <a:lnTo>
                  <a:pt x="744645" y="524018"/>
                </a:lnTo>
                <a:lnTo>
                  <a:pt x="770334" y="524818"/>
                </a:lnTo>
                <a:lnTo>
                  <a:pt x="796023" y="525570"/>
                </a:lnTo>
                <a:lnTo>
                  <a:pt x="821712" y="526275"/>
                </a:lnTo>
                <a:lnTo>
                  <a:pt x="847401" y="526942"/>
                </a:lnTo>
                <a:lnTo>
                  <a:pt x="873090" y="527571"/>
                </a:lnTo>
                <a:lnTo>
                  <a:pt x="898789" y="528152"/>
                </a:lnTo>
                <a:lnTo>
                  <a:pt x="924477" y="528704"/>
                </a:lnTo>
                <a:lnTo>
                  <a:pt x="950176" y="529219"/>
                </a:lnTo>
                <a:lnTo>
                  <a:pt x="975865" y="529695"/>
                </a:lnTo>
                <a:lnTo>
                  <a:pt x="1001563" y="530133"/>
                </a:lnTo>
                <a:lnTo>
                  <a:pt x="1027262" y="530543"/>
                </a:lnTo>
                <a:lnTo>
                  <a:pt x="1052951" y="530924"/>
                </a:lnTo>
                <a:lnTo>
                  <a:pt x="1078649" y="531276"/>
                </a:lnTo>
                <a:lnTo>
                  <a:pt x="1104348" y="531590"/>
                </a:lnTo>
                <a:lnTo>
                  <a:pt x="1130046" y="531876"/>
                </a:lnTo>
                <a:lnTo>
                  <a:pt x="1155744" y="532133"/>
                </a:lnTo>
                <a:lnTo>
                  <a:pt x="1181443" y="532352"/>
                </a:lnTo>
                <a:lnTo>
                  <a:pt x="1207141" y="532562"/>
                </a:lnTo>
                <a:lnTo>
                  <a:pt x="1232830" y="532733"/>
                </a:lnTo>
                <a:lnTo>
                  <a:pt x="1258529" y="532876"/>
                </a:lnTo>
                <a:lnTo>
                  <a:pt x="1284227" y="533000"/>
                </a:lnTo>
                <a:lnTo>
                  <a:pt x="1309926" y="533086"/>
                </a:lnTo>
                <a:lnTo>
                  <a:pt x="1335634" y="533152"/>
                </a:lnTo>
                <a:lnTo>
                  <a:pt x="1361332" y="533181"/>
                </a:lnTo>
                <a:lnTo>
                  <a:pt x="1387031" y="533210"/>
                </a:lnTo>
                <a:lnTo>
                  <a:pt x="1412729" y="533181"/>
                </a:lnTo>
                <a:lnTo>
                  <a:pt x="1438427" y="533152"/>
                </a:lnTo>
                <a:lnTo>
                  <a:pt x="1464126" y="533067"/>
                </a:lnTo>
                <a:lnTo>
                  <a:pt x="1489824" y="532981"/>
                </a:lnTo>
                <a:lnTo>
                  <a:pt x="1515523" y="532848"/>
                </a:lnTo>
                <a:lnTo>
                  <a:pt x="1541221" y="532695"/>
                </a:lnTo>
                <a:lnTo>
                  <a:pt x="1566920" y="532514"/>
                </a:lnTo>
                <a:lnTo>
                  <a:pt x="1592618" y="532314"/>
                </a:lnTo>
                <a:lnTo>
                  <a:pt x="1618307" y="532067"/>
                </a:lnTo>
                <a:lnTo>
                  <a:pt x="1644005" y="531809"/>
                </a:lnTo>
                <a:lnTo>
                  <a:pt x="1669704" y="531524"/>
                </a:lnTo>
                <a:lnTo>
                  <a:pt x="1695402" y="531200"/>
                </a:lnTo>
                <a:lnTo>
                  <a:pt x="1721101" y="530838"/>
                </a:lnTo>
                <a:lnTo>
                  <a:pt x="1746799" y="530457"/>
                </a:lnTo>
                <a:lnTo>
                  <a:pt x="1772488" y="530038"/>
                </a:lnTo>
                <a:lnTo>
                  <a:pt x="1798187" y="529590"/>
                </a:lnTo>
                <a:lnTo>
                  <a:pt x="1823876" y="529104"/>
                </a:lnTo>
                <a:lnTo>
                  <a:pt x="1849574" y="528580"/>
                </a:lnTo>
                <a:lnTo>
                  <a:pt x="1875263" y="528028"/>
                </a:lnTo>
                <a:lnTo>
                  <a:pt x="1900961" y="527428"/>
                </a:lnTo>
                <a:lnTo>
                  <a:pt x="1926650" y="526799"/>
                </a:lnTo>
                <a:lnTo>
                  <a:pt x="1952339" y="526123"/>
                </a:lnTo>
                <a:lnTo>
                  <a:pt x="1978028" y="525409"/>
                </a:lnTo>
                <a:lnTo>
                  <a:pt x="2003717" y="524647"/>
                </a:lnTo>
                <a:lnTo>
                  <a:pt x="2029397" y="523837"/>
                </a:lnTo>
                <a:lnTo>
                  <a:pt x="2055085" y="522980"/>
                </a:lnTo>
                <a:lnTo>
                  <a:pt x="2080765" y="522065"/>
                </a:lnTo>
                <a:lnTo>
                  <a:pt x="2106444" y="521094"/>
                </a:lnTo>
                <a:lnTo>
                  <a:pt x="2132124" y="520065"/>
                </a:lnTo>
                <a:lnTo>
                  <a:pt x="2157803" y="518970"/>
                </a:lnTo>
                <a:lnTo>
                  <a:pt x="2183473" y="517798"/>
                </a:lnTo>
                <a:lnTo>
                  <a:pt x="2209143" y="516550"/>
                </a:lnTo>
                <a:lnTo>
                  <a:pt x="2234803" y="515217"/>
                </a:lnTo>
                <a:lnTo>
                  <a:pt x="2260463" y="513788"/>
                </a:lnTo>
                <a:lnTo>
                  <a:pt x="2286114" y="512255"/>
                </a:lnTo>
                <a:lnTo>
                  <a:pt x="2311765" y="510597"/>
                </a:lnTo>
                <a:lnTo>
                  <a:pt x="2337397" y="508806"/>
                </a:lnTo>
                <a:lnTo>
                  <a:pt x="2363019" y="506835"/>
                </a:lnTo>
                <a:lnTo>
                  <a:pt x="2388632" y="504673"/>
                </a:lnTo>
                <a:lnTo>
                  <a:pt x="2414216" y="502272"/>
                </a:lnTo>
                <a:lnTo>
                  <a:pt x="2439772" y="499558"/>
                </a:lnTo>
                <a:lnTo>
                  <a:pt x="2465280" y="496424"/>
                </a:lnTo>
                <a:lnTo>
                  <a:pt x="2490702" y="492671"/>
                </a:lnTo>
                <a:lnTo>
                  <a:pt x="2515943" y="487880"/>
                </a:lnTo>
                <a:lnTo>
                  <a:pt x="2540575" y="480670"/>
                </a:lnTo>
                <a:lnTo>
                  <a:pt x="2556110" y="461839"/>
                </a:lnTo>
                <a:lnTo>
                  <a:pt x="2566845" y="438483"/>
                </a:lnTo>
                <a:lnTo>
                  <a:pt x="2577570" y="415138"/>
                </a:lnTo>
                <a:lnTo>
                  <a:pt x="2588304" y="391782"/>
                </a:lnTo>
                <a:lnTo>
                  <a:pt x="2599030" y="368437"/>
                </a:lnTo>
                <a:lnTo>
                  <a:pt x="2609764" y="345081"/>
                </a:lnTo>
                <a:lnTo>
                  <a:pt x="2620499" y="321735"/>
                </a:lnTo>
                <a:lnTo>
                  <a:pt x="2631224" y="298380"/>
                </a:lnTo>
                <a:lnTo>
                  <a:pt x="2641959" y="275025"/>
                </a:lnTo>
                <a:lnTo>
                  <a:pt x="2652684" y="251679"/>
                </a:lnTo>
                <a:lnTo>
                  <a:pt x="2663419" y="228324"/>
                </a:lnTo>
                <a:lnTo>
                  <a:pt x="2674153" y="204978"/>
                </a:lnTo>
                <a:lnTo>
                  <a:pt x="2684878" y="181623"/>
                </a:lnTo>
                <a:lnTo>
                  <a:pt x="2695613" y="158277"/>
                </a:lnTo>
                <a:lnTo>
                  <a:pt x="2706338" y="134922"/>
                </a:lnTo>
                <a:lnTo>
                  <a:pt x="2717073" y="111566"/>
                </a:lnTo>
                <a:lnTo>
                  <a:pt x="2727808" y="88221"/>
                </a:lnTo>
                <a:lnTo>
                  <a:pt x="2738533" y="64865"/>
                </a:lnTo>
                <a:lnTo>
                  <a:pt x="2749267" y="41519"/>
                </a:lnTo>
                <a:lnTo>
                  <a:pt x="2760002" y="18164"/>
                </a:lnTo>
                <a:lnTo>
                  <a:pt x="2765384" y="4648"/>
                </a:lnTo>
                <a:lnTo>
                  <a:pt x="2741457" y="13621"/>
                </a:lnTo>
                <a:lnTo>
                  <a:pt x="2716263" y="18640"/>
                </a:lnTo>
                <a:lnTo>
                  <a:pt x="2690841" y="22422"/>
                </a:lnTo>
                <a:lnTo>
                  <a:pt x="2665333" y="25537"/>
                </a:lnTo>
                <a:lnTo>
                  <a:pt x="2639778" y="28213"/>
                </a:lnTo>
                <a:lnTo>
                  <a:pt x="2614184" y="30575"/>
                </a:lnTo>
                <a:lnTo>
                  <a:pt x="2588571" y="32699"/>
                </a:lnTo>
                <a:lnTo>
                  <a:pt x="2562949" y="34633"/>
                </a:lnTo>
                <a:lnTo>
                  <a:pt x="2537308" y="36395"/>
                </a:lnTo>
                <a:lnTo>
                  <a:pt x="2511666" y="38033"/>
                </a:lnTo>
                <a:lnTo>
                  <a:pt x="2486006" y="39548"/>
                </a:lnTo>
                <a:lnTo>
                  <a:pt x="2460346" y="40958"/>
                </a:lnTo>
                <a:lnTo>
                  <a:pt x="2434685" y="42291"/>
                </a:lnTo>
                <a:lnTo>
                  <a:pt x="2409015" y="43539"/>
                </a:lnTo>
                <a:lnTo>
                  <a:pt x="2383346" y="44720"/>
                </a:lnTo>
                <a:lnTo>
                  <a:pt x="2357666" y="45825"/>
                </a:lnTo>
                <a:lnTo>
                  <a:pt x="2331996" y="46873"/>
                </a:lnTo>
                <a:lnTo>
                  <a:pt x="2306317" y="47863"/>
                </a:lnTo>
                <a:lnTo>
                  <a:pt x="2280628" y="48797"/>
                </a:lnTo>
                <a:lnTo>
                  <a:pt x="2254949" y="49692"/>
                </a:lnTo>
                <a:lnTo>
                  <a:pt x="2229260" y="50540"/>
                </a:lnTo>
                <a:lnTo>
                  <a:pt x="2203580" y="51340"/>
                </a:lnTo>
                <a:lnTo>
                  <a:pt x="2177891" y="52111"/>
                </a:lnTo>
                <a:lnTo>
                  <a:pt x="2152202" y="52835"/>
                </a:lnTo>
                <a:lnTo>
                  <a:pt x="2126513" y="53531"/>
                </a:lnTo>
                <a:lnTo>
                  <a:pt x="2100824" y="54178"/>
                </a:lnTo>
                <a:lnTo>
                  <a:pt x="2075126" y="54807"/>
                </a:lnTo>
                <a:lnTo>
                  <a:pt x="2049437" y="55397"/>
                </a:lnTo>
                <a:lnTo>
                  <a:pt x="2023748" y="55959"/>
                </a:lnTo>
                <a:lnTo>
                  <a:pt x="1998050" y="56493"/>
                </a:lnTo>
                <a:lnTo>
                  <a:pt x="1972361" y="56998"/>
                </a:lnTo>
                <a:lnTo>
                  <a:pt x="1946662" y="57474"/>
                </a:lnTo>
                <a:lnTo>
                  <a:pt x="1920973" y="57912"/>
                </a:lnTo>
                <a:lnTo>
                  <a:pt x="1895275" y="58350"/>
                </a:lnTo>
                <a:lnTo>
                  <a:pt x="1869577" y="58741"/>
                </a:lnTo>
                <a:lnTo>
                  <a:pt x="1843878" y="59122"/>
                </a:lnTo>
                <a:lnTo>
                  <a:pt x="1818189" y="59474"/>
                </a:lnTo>
                <a:lnTo>
                  <a:pt x="1792491" y="59807"/>
                </a:lnTo>
                <a:lnTo>
                  <a:pt x="1766792" y="60122"/>
                </a:lnTo>
                <a:lnTo>
                  <a:pt x="1741094" y="60398"/>
                </a:lnTo>
                <a:lnTo>
                  <a:pt x="1715395" y="60674"/>
                </a:lnTo>
                <a:lnTo>
                  <a:pt x="1689697" y="60912"/>
                </a:lnTo>
                <a:lnTo>
                  <a:pt x="1663998" y="61131"/>
                </a:lnTo>
                <a:lnTo>
                  <a:pt x="1638300" y="61351"/>
                </a:lnTo>
                <a:lnTo>
                  <a:pt x="1612611" y="61522"/>
                </a:lnTo>
                <a:lnTo>
                  <a:pt x="1586913" y="61684"/>
                </a:lnTo>
                <a:lnTo>
                  <a:pt x="1561214" y="61827"/>
                </a:lnTo>
                <a:lnTo>
                  <a:pt x="1535516" y="61951"/>
                </a:lnTo>
                <a:lnTo>
                  <a:pt x="1509817" y="62065"/>
                </a:lnTo>
                <a:lnTo>
                  <a:pt x="1484119" y="62132"/>
                </a:lnTo>
                <a:lnTo>
                  <a:pt x="1458420" y="62208"/>
                </a:lnTo>
                <a:lnTo>
                  <a:pt x="1432712" y="62246"/>
                </a:lnTo>
                <a:lnTo>
                  <a:pt x="1407014" y="62274"/>
                </a:lnTo>
                <a:lnTo>
                  <a:pt x="1381316" y="62294"/>
                </a:lnTo>
                <a:lnTo>
                  <a:pt x="1355617" y="62265"/>
                </a:lnTo>
                <a:lnTo>
                  <a:pt x="1329919" y="62246"/>
                </a:lnTo>
                <a:lnTo>
                  <a:pt x="1304220" y="62189"/>
                </a:lnTo>
                <a:lnTo>
                  <a:pt x="1278522" y="62122"/>
                </a:lnTo>
                <a:lnTo>
                  <a:pt x="1252823" y="62046"/>
                </a:lnTo>
                <a:lnTo>
                  <a:pt x="1227125" y="61922"/>
                </a:lnTo>
                <a:lnTo>
                  <a:pt x="1201426" y="61798"/>
                </a:lnTo>
                <a:lnTo>
                  <a:pt x="1175728" y="61655"/>
                </a:lnTo>
                <a:lnTo>
                  <a:pt x="1150029" y="61484"/>
                </a:lnTo>
                <a:lnTo>
                  <a:pt x="1124331" y="61303"/>
                </a:lnTo>
                <a:lnTo>
                  <a:pt x="1098633" y="61084"/>
                </a:lnTo>
                <a:lnTo>
                  <a:pt x="1072934" y="60865"/>
                </a:lnTo>
                <a:lnTo>
                  <a:pt x="1047245" y="60608"/>
                </a:lnTo>
                <a:lnTo>
                  <a:pt x="1021547" y="60341"/>
                </a:lnTo>
                <a:lnTo>
                  <a:pt x="995848" y="60055"/>
                </a:lnTo>
                <a:lnTo>
                  <a:pt x="970150" y="59750"/>
                </a:lnTo>
                <a:lnTo>
                  <a:pt x="944451" y="59407"/>
                </a:lnTo>
                <a:lnTo>
                  <a:pt x="918753" y="59036"/>
                </a:lnTo>
                <a:lnTo>
                  <a:pt x="893064" y="58655"/>
                </a:lnTo>
                <a:lnTo>
                  <a:pt x="867366" y="58255"/>
                </a:lnTo>
                <a:lnTo>
                  <a:pt x="841667" y="57817"/>
                </a:lnTo>
                <a:lnTo>
                  <a:pt x="815978" y="57369"/>
                </a:lnTo>
                <a:lnTo>
                  <a:pt x="790280" y="56883"/>
                </a:lnTo>
                <a:lnTo>
                  <a:pt x="764591" y="56378"/>
                </a:lnTo>
                <a:lnTo>
                  <a:pt x="738892" y="55836"/>
                </a:lnTo>
                <a:lnTo>
                  <a:pt x="713203" y="55264"/>
                </a:lnTo>
                <a:lnTo>
                  <a:pt x="687515" y="54664"/>
                </a:lnTo>
                <a:lnTo>
                  <a:pt x="661816" y="54035"/>
                </a:lnTo>
                <a:lnTo>
                  <a:pt x="636127" y="53378"/>
                </a:lnTo>
                <a:lnTo>
                  <a:pt x="610438" y="52673"/>
                </a:lnTo>
                <a:lnTo>
                  <a:pt x="584749" y="51940"/>
                </a:lnTo>
                <a:lnTo>
                  <a:pt x="559060" y="51168"/>
                </a:lnTo>
                <a:lnTo>
                  <a:pt x="533381" y="50359"/>
                </a:lnTo>
                <a:lnTo>
                  <a:pt x="507692" y="49501"/>
                </a:lnTo>
                <a:lnTo>
                  <a:pt x="482013" y="48597"/>
                </a:lnTo>
                <a:lnTo>
                  <a:pt x="456333" y="47644"/>
                </a:lnTo>
                <a:lnTo>
                  <a:pt x="430654" y="46644"/>
                </a:lnTo>
                <a:lnTo>
                  <a:pt x="404974" y="45577"/>
                </a:lnTo>
                <a:lnTo>
                  <a:pt x="379295" y="44453"/>
                </a:lnTo>
                <a:lnTo>
                  <a:pt x="353625" y="43263"/>
                </a:lnTo>
                <a:lnTo>
                  <a:pt x="327965" y="42005"/>
                </a:lnTo>
                <a:lnTo>
                  <a:pt x="302295" y="40653"/>
                </a:lnTo>
                <a:lnTo>
                  <a:pt x="276635" y="39224"/>
                </a:lnTo>
                <a:lnTo>
                  <a:pt x="250984" y="37671"/>
                </a:lnTo>
                <a:lnTo>
                  <a:pt x="225342" y="36024"/>
                </a:lnTo>
                <a:lnTo>
                  <a:pt x="199701" y="34214"/>
                </a:lnTo>
                <a:lnTo>
                  <a:pt x="174079" y="32252"/>
                </a:lnTo>
                <a:lnTo>
                  <a:pt x="148476" y="30080"/>
                </a:lnTo>
                <a:lnTo>
                  <a:pt x="122892" y="27651"/>
                </a:lnTo>
                <a:lnTo>
                  <a:pt x="97346" y="24889"/>
                </a:lnTo>
                <a:lnTo>
                  <a:pt x="71847" y="21650"/>
                </a:lnTo>
                <a:lnTo>
                  <a:pt x="46463" y="17659"/>
                </a:lnTo>
                <a:lnTo>
                  <a:pt x="21365" y="12192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F5EA8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48" name="funnel-step-cap-1">
            <a:extLst xmlns:a="http://schemas.openxmlformats.org/drawingml/2006/main">
              <a:ext uri="{FF2B5EF4-FFF2-40B4-BE49-F238E27FC236}">
                <a16:creationId xmlns:a16="http://schemas.microsoft.com/office/drawing/2014/main" id="{1E45E24D-CBA4-4AD3-B66F-4F7AFBD9D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235481" y="3027617"/>
            <a:ext cx="2768289" cy="17728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49" name="funnel-step-body-2">
            <a:extLst xmlns:a="http://schemas.openxmlformats.org/drawingml/2006/main">
              <a:ext uri="{FF2B5EF4-FFF2-40B4-BE49-F238E27FC236}">
                <a16:creationId xmlns:a16="http://schemas.microsoft.com/office/drawing/2014/main" id="{F85D6E45-AE69-4269-A39D-082F6FB6E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451860" y="3717893"/>
            <a:ext cx="2334111" cy="533276"/>
          </a:xfrm>
          <a:custGeom xmlns:a="http://schemas.openxmlformats.org/drawingml/2006/main">
            <a:pathLst>
              <a:path w="2334111" h="533276">
                <a:moveTo>
                  <a:pt x="0" y="0"/>
                </a:moveTo>
                <a:lnTo>
                  <a:pt x="8563" y="20488"/>
                </a:lnTo>
                <a:lnTo>
                  <a:pt x="17126" y="40977"/>
                </a:lnTo>
                <a:lnTo>
                  <a:pt x="25698" y="61455"/>
                </a:lnTo>
                <a:lnTo>
                  <a:pt x="34261" y="81944"/>
                </a:lnTo>
                <a:lnTo>
                  <a:pt x="42824" y="102432"/>
                </a:lnTo>
                <a:lnTo>
                  <a:pt x="51387" y="122920"/>
                </a:lnTo>
                <a:lnTo>
                  <a:pt x="59950" y="143408"/>
                </a:lnTo>
                <a:lnTo>
                  <a:pt x="68523" y="163887"/>
                </a:lnTo>
                <a:lnTo>
                  <a:pt x="77086" y="184375"/>
                </a:lnTo>
                <a:lnTo>
                  <a:pt x="85649" y="204864"/>
                </a:lnTo>
                <a:lnTo>
                  <a:pt x="94212" y="225352"/>
                </a:lnTo>
                <a:lnTo>
                  <a:pt x="102784" y="245840"/>
                </a:lnTo>
                <a:lnTo>
                  <a:pt x="111347" y="266319"/>
                </a:lnTo>
                <a:lnTo>
                  <a:pt x="119910" y="286807"/>
                </a:lnTo>
                <a:lnTo>
                  <a:pt x="128473" y="307296"/>
                </a:lnTo>
                <a:lnTo>
                  <a:pt x="137036" y="327784"/>
                </a:lnTo>
                <a:lnTo>
                  <a:pt x="145609" y="348272"/>
                </a:lnTo>
                <a:lnTo>
                  <a:pt x="154172" y="368751"/>
                </a:lnTo>
                <a:lnTo>
                  <a:pt x="162735" y="389239"/>
                </a:lnTo>
                <a:lnTo>
                  <a:pt x="171298" y="409727"/>
                </a:lnTo>
                <a:lnTo>
                  <a:pt x="179870" y="430216"/>
                </a:lnTo>
                <a:lnTo>
                  <a:pt x="188433" y="450704"/>
                </a:lnTo>
                <a:lnTo>
                  <a:pt x="196891" y="471211"/>
                </a:lnTo>
                <a:lnTo>
                  <a:pt x="213932" y="483908"/>
                </a:lnTo>
                <a:lnTo>
                  <a:pt x="235268" y="490014"/>
                </a:lnTo>
                <a:lnTo>
                  <a:pt x="257023" y="494433"/>
                </a:lnTo>
                <a:lnTo>
                  <a:pt x="278940" y="497996"/>
                </a:lnTo>
                <a:lnTo>
                  <a:pt x="300942" y="501015"/>
                </a:lnTo>
                <a:lnTo>
                  <a:pt x="322993" y="503653"/>
                </a:lnTo>
                <a:lnTo>
                  <a:pt x="345072" y="506006"/>
                </a:lnTo>
                <a:lnTo>
                  <a:pt x="367170" y="508121"/>
                </a:lnTo>
                <a:lnTo>
                  <a:pt x="389296" y="510045"/>
                </a:lnTo>
                <a:lnTo>
                  <a:pt x="411423" y="511807"/>
                </a:lnTo>
                <a:lnTo>
                  <a:pt x="433568" y="513445"/>
                </a:lnTo>
                <a:lnTo>
                  <a:pt x="455724" y="514950"/>
                </a:lnTo>
                <a:lnTo>
                  <a:pt x="477888" y="516360"/>
                </a:lnTo>
                <a:lnTo>
                  <a:pt x="500053" y="517674"/>
                </a:lnTo>
                <a:lnTo>
                  <a:pt x="522227" y="518893"/>
                </a:lnTo>
                <a:lnTo>
                  <a:pt x="544401" y="520046"/>
                </a:lnTo>
                <a:lnTo>
                  <a:pt x="566576" y="521122"/>
                </a:lnTo>
                <a:lnTo>
                  <a:pt x="588759" y="522132"/>
                </a:lnTo>
                <a:lnTo>
                  <a:pt x="610943" y="523084"/>
                </a:lnTo>
                <a:lnTo>
                  <a:pt x="633127" y="523970"/>
                </a:lnTo>
                <a:lnTo>
                  <a:pt x="655320" y="524808"/>
                </a:lnTo>
                <a:lnTo>
                  <a:pt x="677513" y="525590"/>
                </a:lnTo>
                <a:lnTo>
                  <a:pt x="699706" y="526323"/>
                </a:lnTo>
                <a:lnTo>
                  <a:pt x="721900" y="527018"/>
                </a:lnTo>
                <a:lnTo>
                  <a:pt x="744093" y="527666"/>
                </a:lnTo>
                <a:lnTo>
                  <a:pt x="766286" y="528276"/>
                </a:lnTo>
                <a:lnTo>
                  <a:pt x="788489" y="528838"/>
                </a:lnTo>
                <a:lnTo>
                  <a:pt x="810682" y="529371"/>
                </a:lnTo>
                <a:lnTo>
                  <a:pt x="832885" y="529857"/>
                </a:lnTo>
                <a:lnTo>
                  <a:pt x="855078" y="530314"/>
                </a:lnTo>
                <a:lnTo>
                  <a:pt x="877281" y="530733"/>
                </a:lnTo>
                <a:lnTo>
                  <a:pt x="899484" y="531114"/>
                </a:lnTo>
                <a:lnTo>
                  <a:pt x="921687" y="531466"/>
                </a:lnTo>
                <a:lnTo>
                  <a:pt x="943889" y="531781"/>
                </a:lnTo>
                <a:lnTo>
                  <a:pt x="966092" y="532067"/>
                </a:lnTo>
                <a:lnTo>
                  <a:pt x="988295" y="532324"/>
                </a:lnTo>
                <a:lnTo>
                  <a:pt x="1010498" y="532543"/>
                </a:lnTo>
                <a:lnTo>
                  <a:pt x="1032701" y="532743"/>
                </a:lnTo>
                <a:lnTo>
                  <a:pt x="1054903" y="532905"/>
                </a:lnTo>
                <a:lnTo>
                  <a:pt x="1077116" y="533038"/>
                </a:lnTo>
                <a:lnTo>
                  <a:pt x="1099318" y="533143"/>
                </a:lnTo>
                <a:lnTo>
                  <a:pt x="1121521" y="533219"/>
                </a:lnTo>
                <a:lnTo>
                  <a:pt x="1143724" y="533267"/>
                </a:lnTo>
                <a:lnTo>
                  <a:pt x="1165927" y="533276"/>
                </a:lnTo>
                <a:lnTo>
                  <a:pt x="1188139" y="533267"/>
                </a:lnTo>
                <a:lnTo>
                  <a:pt x="1210342" y="533229"/>
                </a:lnTo>
                <a:lnTo>
                  <a:pt x="1232545" y="533152"/>
                </a:lnTo>
                <a:lnTo>
                  <a:pt x="1254747" y="533057"/>
                </a:lnTo>
                <a:lnTo>
                  <a:pt x="1276950" y="532924"/>
                </a:lnTo>
                <a:lnTo>
                  <a:pt x="1299162" y="532771"/>
                </a:lnTo>
                <a:lnTo>
                  <a:pt x="1321365" y="532581"/>
                </a:lnTo>
                <a:lnTo>
                  <a:pt x="1343568" y="532362"/>
                </a:lnTo>
                <a:lnTo>
                  <a:pt x="1365771" y="532114"/>
                </a:lnTo>
                <a:lnTo>
                  <a:pt x="1387973" y="531828"/>
                </a:lnTo>
                <a:lnTo>
                  <a:pt x="1410176" y="531514"/>
                </a:lnTo>
                <a:lnTo>
                  <a:pt x="1432379" y="531171"/>
                </a:lnTo>
                <a:lnTo>
                  <a:pt x="1454582" y="530790"/>
                </a:lnTo>
                <a:lnTo>
                  <a:pt x="1476775" y="530381"/>
                </a:lnTo>
                <a:lnTo>
                  <a:pt x="1498978" y="529933"/>
                </a:lnTo>
                <a:lnTo>
                  <a:pt x="1521181" y="529447"/>
                </a:lnTo>
                <a:lnTo>
                  <a:pt x="1543374" y="528933"/>
                </a:lnTo>
                <a:lnTo>
                  <a:pt x="1565577" y="528371"/>
                </a:lnTo>
                <a:lnTo>
                  <a:pt x="1587770" y="527771"/>
                </a:lnTo>
                <a:lnTo>
                  <a:pt x="1609963" y="527133"/>
                </a:lnTo>
                <a:lnTo>
                  <a:pt x="1632166" y="526447"/>
                </a:lnTo>
                <a:lnTo>
                  <a:pt x="1654359" y="525713"/>
                </a:lnTo>
                <a:lnTo>
                  <a:pt x="1676543" y="524942"/>
                </a:lnTo>
                <a:lnTo>
                  <a:pt x="1698736" y="524113"/>
                </a:lnTo>
                <a:lnTo>
                  <a:pt x="1720920" y="523227"/>
                </a:lnTo>
                <a:lnTo>
                  <a:pt x="1743104" y="522294"/>
                </a:lnTo>
                <a:lnTo>
                  <a:pt x="1765287" y="521294"/>
                </a:lnTo>
                <a:lnTo>
                  <a:pt x="1787471" y="520227"/>
                </a:lnTo>
                <a:lnTo>
                  <a:pt x="1809645" y="519093"/>
                </a:lnTo>
                <a:lnTo>
                  <a:pt x="1831819" y="517884"/>
                </a:lnTo>
                <a:lnTo>
                  <a:pt x="1853984" y="516588"/>
                </a:lnTo>
                <a:lnTo>
                  <a:pt x="1876149" y="515188"/>
                </a:lnTo>
                <a:lnTo>
                  <a:pt x="1898294" y="513702"/>
                </a:lnTo>
                <a:lnTo>
                  <a:pt x="1920450" y="512093"/>
                </a:lnTo>
                <a:lnTo>
                  <a:pt x="1942586" y="510350"/>
                </a:lnTo>
                <a:lnTo>
                  <a:pt x="1964703" y="508454"/>
                </a:lnTo>
                <a:lnTo>
                  <a:pt x="1986810" y="506368"/>
                </a:lnTo>
                <a:lnTo>
                  <a:pt x="2008899" y="504063"/>
                </a:lnTo>
                <a:lnTo>
                  <a:pt x="2030949" y="501472"/>
                </a:lnTo>
                <a:lnTo>
                  <a:pt x="2052961" y="498529"/>
                </a:lnTo>
                <a:lnTo>
                  <a:pt x="2074888" y="495071"/>
                </a:lnTo>
                <a:lnTo>
                  <a:pt x="2096681" y="490823"/>
                </a:lnTo>
                <a:lnTo>
                  <a:pt x="2118131" y="485108"/>
                </a:lnTo>
                <a:lnTo>
                  <a:pt x="2137353" y="474593"/>
                </a:lnTo>
                <a:lnTo>
                  <a:pt x="2145687" y="454085"/>
                </a:lnTo>
                <a:lnTo>
                  <a:pt x="2154250" y="433597"/>
                </a:lnTo>
                <a:lnTo>
                  <a:pt x="2162813" y="413109"/>
                </a:lnTo>
                <a:lnTo>
                  <a:pt x="2171376" y="392630"/>
                </a:lnTo>
                <a:lnTo>
                  <a:pt x="2179949" y="372142"/>
                </a:lnTo>
                <a:lnTo>
                  <a:pt x="2188512" y="351653"/>
                </a:lnTo>
                <a:lnTo>
                  <a:pt x="2197075" y="331165"/>
                </a:lnTo>
                <a:lnTo>
                  <a:pt x="2205638" y="310677"/>
                </a:lnTo>
                <a:lnTo>
                  <a:pt x="2214201" y="290198"/>
                </a:lnTo>
                <a:lnTo>
                  <a:pt x="2222773" y="269710"/>
                </a:lnTo>
                <a:lnTo>
                  <a:pt x="2231336" y="249222"/>
                </a:lnTo>
                <a:lnTo>
                  <a:pt x="2239899" y="228733"/>
                </a:lnTo>
                <a:lnTo>
                  <a:pt x="2248462" y="208245"/>
                </a:lnTo>
                <a:lnTo>
                  <a:pt x="2257034" y="187766"/>
                </a:lnTo>
                <a:lnTo>
                  <a:pt x="2265597" y="167278"/>
                </a:lnTo>
                <a:lnTo>
                  <a:pt x="2274160" y="146790"/>
                </a:lnTo>
                <a:lnTo>
                  <a:pt x="2282723" y="126302"/>
                </a:lnTo>
                <a:lnTo>
                  <a:pt x="2291286" y="105813"/>
                </a:lnTo>
                <a:lnTo>
                  <a:pt x="2299859" y="85334"/>
                </a:lnTo>
                <a:lnTo>
                  <a:pt x="2308422" y="64846"/>
                </a:lnTo>
                <a:lnTo>
                  <a:pt x="2316985" y="44358"/>
                </a:lnTo>
                <a:lnTo>
                  <a:pt x="2325548" y="23870"/>
                </a:lnTo>
                <a:lnTo>
                  <a:pt x="2334111" y="3381"/>
                </a:lnTo>
                <a:lnTo>
                  <a:pt x="2321547" y="10801"/>
                </a:lnTo>
                <a:lnTo>
                  <a:pt x="2300192" y="16840"/>
                </a:lnTo>
                <a:lnTo>
                  <a:pt x="2278399" y="21088"/>
                </a:lnTo>
                <a:lnTo>
                  <a:pt x="2256463" y="24489"/>
                </a:lnTo>
                <a:lnTo>
                  <a:pt x="2234441" y="27375"/>
                </a:lnTo>
                <a:lnTo>
                  <a:pt x="2212381" y="29889"/>
                </a:lnTo>
                <a:lnTo>
                  <a:pt x="2190293" y="32128"/>
                </a:lnTo>
                <a:lnTo>
                  <a:pt x="2168176" y="34157"/>
                </a:lnTo>
                <a:lnTo>
                  <a:pt x="2146049" y="36005"/>
                </a:lnTo>
                <a:lnTo>
                  <a:pt x="2123913" y="37709"/>
                </a:lnTo>
                <a:lnTo>
                  <a:pt x="2101767" y="39291"/>
                </a:lnTo>
                <a:lnTo>
                  <a:pt x="2079612" y="40757"/>
                </a:lnTo>
                <a:lnTo>
                  <a:pt x="2057448" y="42129"/>
                </a:lnTo>
                <a:lnTo>
                  <a:pt x="2035283" y="43424"/>
                </a:lnTo>
                <a:lnTo>
                  <a:pt x="2013109" y="44634"/>
                </a:lnTo>
                <a:lnTo>
                  <a:pt x="1990935" y="45787"/>
                </a:lnTo>
                <a:lnTo>
                  <a:pt x="1968751" y="46863"/>
                </a:lnTo>
                <a:lnTo>
                  <a:pt x="1946577" y="47882"/>
                </a:lnTo>
                <a:lnTo>
                  <a:pt x="1924393" y="48844"/>
                </a:lnTo>
                <a:lnTo>
                  <a:pt x="1902200" y="49759"/>
                </a:lnTo>
                <a:lnTo>
                  <a:pt x="1880016" y="50625"/>
                </a:lnTo>
                <a:lnTo>
                  <a:pt x="1857823" y="51445"/>
                </a:lnTo>
                <a:lnTo>
                  <a:pt x="1835639" y="52226"/>
                </a:lnTo>
                <a:lnTo>
                  <a:pt x="1813446" y="52969"/>
                </a:lnTo>
                <a:lnTo>
                  <a:pt x="1791252" y="53673"/>
                </a:lnTo>
                <a:lnTo>
                  <a:pt x="1769050" y="54340"/>
                </a:lnTo>
                <a:lnTo>
                  <a:pt x="1746856" y="54978"/>
                </a:lnTo>
                <a:lnTo>
                  <a:pt x="1724663" y="55578"/>
                </a:lnTo>
                <a:lnTo>
                  <a:pt x="1702460" y="56140"/>
                </a:lnTo>
                <a:lnTo>
                  <a:pt x="1680267" y="56683"/>
                </a:lnTo>
                <a:lnTo>
                  <a:pt x="1658064" y="57198"/>
                </a:lnTo>
                <a:lnTo>
                  <a:pt x="1635871" y="57674"/>
                </a:lnTo>
                <a:lnTo>
                  <a:pt x="1613668" y="58131"/>
                </a:lnTo>
                <a:lnTo>
                  <a:pt x="1591466" y="58560"/>
                </a:lnTo>
                <a:lnTo>
                  <a:pt x="1569263" y="58969"/>
                </a:lnTo>
                <a:lnTo>
                  <a:pt x="1547060" y="59341"/>
                </a:lnTo>
                <a:lnTo>
                  <a:pt x="1524857" y="59693"/>
                </a:lnTo>
                <a:lnTo>
                  <a:pt x="1502664" y="60027"/>
                </a:lnTo>
                <a:lnTo>
                  <a:pt x="1480461" y="60331"/>
                </a:lnTo>
                <a:lnTo>
                  <a:pt x="1458258" y="60617"/>
                </a:lnTo>
                <a:lnTo>
                  <a:pt x="1436056" y="60874"/>
                </a:lnTo>
                <a:lnTo>
                  <a:pt x="1413843" y="61103"/>
                </a:lnTo>
                <a:lnTo>
                  <a:pt x="1391641" y="61331"/>
                </a:lnTo>
                <a:lnTo>
                  <a:pt x="1369438" y="61522"/>
                </a:lnTo>
                <a:lnTo>
                  <a:pt x="1347235" y="61693"/>
                </a:lnTo>
                <a:lnTo>
                  <a:pt x="1325032" y="61855"/>
                </a:lnTo>
                <a:lnTo>
                  <a:pt x="1302830" y="61979"/>
                </a:lnTo>
                <a:lnTo>
                  <a:pt x="1280627" y="62103"/>
                </a:lnTo>
                <a:lnTo>
                  <a:pt x="1258414" y="62179"/>
                </a:lnTo>
                <a:lnTo>
                  <a:pt x="1236212" y="62255"/>
                </a:lnTo>
                <a:lnTo>
                  <a:pt x="1214009" y="62313"/>
                </a:lnTo>
                <a:lnTo>
                  <a:pt x="1191806" y="62341"/>
                </a:lnTo>
                <a:lnTo>
                  <a:pt x="1169603" y="62360"/>
                </a:lnTo>
                <a:lnTo>
                  <a:pt x="1147391" y="62341"/>
                </a:lnTo>
                <a:lnTo>
                  <a:pt x="1125188" y="62322"/>
                </a:lnTo>
                <a:lnTo>
                  <a:pt x="1102985" y="62274"/>
                </a:lnTo>
                <a:lnTo>
                  <a:pt x="1080783" y="62198"/>
                </a:lnTo>
                <a:lnTo>
                  <a:pt x="1058580" y="62122"/>
                </a:lnTo>
                <a:lnTo>
                  <a:pt x="1036368" y="61998"/>
                </a:lnTo>
                <a:lnTo>
                  <a:pt x="1014165" y="61874"/>
                </a:lnTo>
                <a:lnTo>
                  <a:pt x="991962" y="61722"/>
                </a:lnTo>
                <a:lnTo>
                  <a:pt x="969759" y="61551"/>
                </a:lnTo>
                <a:lnTo>
                  <a:pt x="947557" y="61370"/>
                </a:lnTo>
                <a:lnTo>
                  <a:pt x="925354" y="61141"/>
                </a:lnTo>
                <a:lnTo>
                  <a:pt x="903151" y="60912"/>
                </a:lnTo>
                <a:lnTo>
                  <a:pt x="880948" y="60655"/>
                </a:lnTo>
                <a:lnTo>
                  <a:pt x="858745" y="60379"/>
                </a:lnTo>
                <a:lnTo>
                  <a:pt x="836543" y="60074"/>
                </a:lnTo>
                <a:lnTo>
                  <a:pt x="814340" y="59750"/>
                </a:lnTo>
                <a:lnTo>
                  <a:pt x="792137" y="59407"/>
                </a:lnTo>
                <a:lnTo>
                  <a:pt x="769934" y="59026"/>
                </a:lnTo>
                <a:lnTo>
                  <a:pt x="747732" y="58626"/>
                </a:lnTo>
                <a:lnTo>
                  <a:pt x="725529" y="58207"/>
                </a:lnTo>
                <a:lnTo>
                  <a:pt x="703326" y="57750"/>
                </a:lnTo>
                <a:lnTo>
                  <a:pt x="681133" y="57274"/>
                </a:lnTo>
                <a:lnTo>
                  <a:pt x="658930" y="56769"/>
                </a:lnTo>
                <a:lnTo>
                  <a:pt x="636737" y="56236"/>
                </a:lnTo>
                <a:lnTo>
                  <a:pt x="614534" y="55674"/>
                </a:lnTo>
                <a:lnTo>
                  <a:pt x="592341" y="55074"/>
                </a:lnTo>
                <a:lnTo>
                  <a:pt x="570147" y="54445"/>
                </a:lnTo>
                <a:lnTo>
                  <a:pt x="547945" y="53788"/>
                </a:lnTo>
                <a:lnTo>
                  <a:pt x="525751" y="53083"/>
                </a:lnTo>
                <a:lnTo>
                  <a:pt x="503558" y="52349"/>
                </a:lnTo>
                <a:lnTo>
                  <a:pt x="481374" y="51578"/>
                </a:lnTo>
                <a:lnTo>
                  <a:pt x="459181" y="50759"/>
                </a:lnTo>
                <a:lnTo>
                  <a:pt x="436988" y="49901"/>
                </a:lnTo>
                <a:lnTo>
                  <a:pt x="414804" y="48997"/>
                </a:lnTo>
                <a:lnTo>
                  <a:pt x="392621" y="48035"/>
                </a:lnTo>
                <a:lnTo>
                  <a:pt x="370437" y="47025"/>
                </a:lnTo>
                <a:lnTo>
                  <a:pt x="348263" y="45958"/>
                </a:lnTo>
                <a:lnTo>
                  <a:pt x="326088" y="44834"/>
                </a:lnTo>
                <a:lnTo>
                  <a:pt x="303914" y="43634"/>
                </a:lnTo>
                <a:lnTo>
                  <a:pt x="281740" y="42358"/>
                </a:lnTo>
                <a:lnTo>
                  <a:pt x="259585" y="40996"/>
                </a:lnTo>
                <a:lnTo>
                  <a:pt x="237420" y="39538"/>
                </a:lnTo>
                <a:lnTo>
                  <a:pt x="215275" y="37986"/>
                </a:lnTo>
                <a:lnTo>
                  <a:pt x="193129" y="36300"/>
                </a:lnTo>
                <a:lnTo>
                  <a:pt x="171002" y="34471"/>
                </a:lnTo>
                <a:lnTo>
                  <a:pt x="148885" y="32480"/>
                </a:lnTo>
                <a:lnTo>
                  <a:pt x="126797" y="30270"/>
                </a:lnTo>
                <a:lnTo>
                  <a:pt x="104727" y="27813"/>
                </a:lnTo>
                <a:lnTo>
                  <a:pt x="82706" y="25003"/>
                </a:lnTo>
                <a:lnTo>
                  <a:pt x="60741" y="21698"/>
                </a:lnTo>
                <a:lnTo>
                  <a:pt x="38919" y="17621"/>
                </a:lnTo>
                <a:lnTo>
                  <a:pt x="17440" y="12021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50" name="funnel-step-cap-2">
            <a:extLst xmlns:a="http://schemas.openxmlformats.org/drawingml/2006/main">
              <a:ext uri="{FF2B5EF4-FFF2-40B4-BE49-F238E27FC236}">
                <a16:creationId xmlns:a16="http://schemas.microsoft.com/office/drawing/2014/main" id="{A616BCDB-A606-45AF-90C3-66175791A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451879" y="3629282"/>
            <a:ext cx="2335482" cy="17728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7EAC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51" name="funnel-step-body-3">
            <a:extLst xmlns:a="http://schemas.openxmlformats.org/drawingml/2006/main">
              <a:ext uri="{FF2B5EF4-FFF2-40B4-BE49-F238E27FC236}">
                <a16:creationId xmlns:a16="http://schemas.microsoft.com/office/drawing/2014/main" id="{2A9999B6-780D-4750-8D32-C7CB596C1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648742" y="4319588"/>
            <a:ext cx="1941690" cy="533276"/>
          </a:xfrm>
          <a:custGeom xmlns:a="http://schemas.openxmlformats.org/drawingml/2006/main">
            <a:pathLst>
              <a:path w="1941690" h="533276">
                <a:moveTo>
                  <a:pt x="0" y="0"/>
                </a:moveTo>
                <a:lnTo>
                  <a:pt x="6953" y="17688"/>
                </a:lnTo>
                <a:lnTo>
                  <a:pt x="13907" y="35366"/>
                </a:lnTo>
                <a:lnTo>
                  <a:pt x="20860" y="53054"/>
                </a:lnTo>
                <a:lnTo>
                  <a:pt x="27813" y="70742"/>
                </a:lnTo>
                <a:lnTo>
                  <a:pt x="34766" y="88430"/>
                </a:lnTo>
                <a:lnTo>
                  <a:pt x="41720" y="106109"/>
                </a:lnTo>
                <a:lnTo>
                  <a:pt x="48682" y="123796"/>
                </a:lnTo>
                <a:lnTo>
                  <a:pt x="55636" y="141484"/>
                </a:lnTo>
                <a:lnTo>
                  <a:pt x="62589" y="159172"/>
                </a:lnTo>
                <a:lnTo>
                  <a:pt x="69542" y="176851"/>
                </a:lnTo>
                <a:lnTo>
                  <a:pt x="76495" y="194539"/>
                </a:lnTo>
                <a:lnTo>
                  <a:pt x="83449" y="212227"/>
                </a:lnTo>
                <a:lnTo>
                  <a:pt x="90402" y="229914"/>
                </a:lnTo>
                <a:lnTo>
                  <a:pt x="97355" y="247593"/>
                </a:lnTo>
                <a:lnTo>
                  <a:pt x="104308" y="265281"/>
                </a:lnTo>
                <a:lnTo>
                  <a:pt x="111262" y="282969"/>
                </a:lnTo>
                <a:lnTo>
                  <a:pt x="118215" y="300647"/>
                </a:lnTo>
                <a:lnTo>
                  <a:pt x="125168" y="318335"/>
                </a:lnTo>
                <a:lnTo>
                  <a:pt x="132121" y="336023"/>
                </a:lnTo>
                <a:lnTo>
                  <a:pt x="139084" y="353711"/>
                </a:lnTo>
                <a:lnTo>
                  <a:pt x="146037" y="371389"/>
                </a:lnTo>
                <a:lnTo>
                  <a:pt x="152991" y="389077"/>
                </a:lnTo>
                <a:lnTo>
                  <a:pt x="159944" y="406765"/>
                </a:lnTo>
                <a:lnTo>
                  <a:pt x="166897" y="424453"/>
                </a:lnTo>
                <a:lnTo>
                  <a:pt x="173850" y="442131"/>
                </a:lnTo>
                <a:lnTo>
                  <a:pt x="180804" y="459819"/>
                </a:lnTo>
                <a:lnTo>
                  <a:pt x="188185" y="477117"/>
                </a:lnTo>
                <a:lnTo>
                  <a:pt x="204702" y="486251"/>
                </a:lnTo>
                <a:lnTo>
                  <a:pt x="222856" y="491814"/>
                </a:lnTo>
                <a:lnTo>
                  <a:pt x="241383" y="496033"/>
                </a:lnTo>
                <a:lnTo>
                  <a:pt x="260071" y="499491"/>
                </a:lnTo>
                <a:lnTo>
                  <a:pt x="278844" y="502463"/>
                </a:lnTo>
                <a:lnTo>
                  <a:pt x="297666" y="505063"/>
                </a:lnTo>
                <a:lnTo>
                  <a:pt x="316525" y="507378"/>
                </a:lnTo>
                <a:lnTo>
                  <a:pt x="335413" y="509483"/>
                </a:lnTo>
                <a:lnTo>
                  <a:pt x="354320" y="511388"/>
                </a:lnTo>
                <a:lnTo>
                  <a:pt x="373247" y="513140"/>
                </a:lnTo>
                <a:lnTo>
                  <a:pt x="392182" y="514760"/>
                </a:lnTo>
                <a:lnTo>
                  <a:pt x="411128" y="516245"/>
                </a:lnTo>
                <a:lnTo>
                  <a:pt x="430073" y="517646"/>
                </a:lnTo>
                <a:lnTo>
                  <a:pt x="449037" y="518932"/>
                </a:lnTo>
                <a:lnTo>
                  <a:pt x="468001" y="520141"/>
                </a:lnTo>
                <a:lnTo>
                  <a:pt x="486966" y="521275"/>
                </a:lnTo>
                <a:lnTo>
                  <a:pt x="505939" y="522332"/>
                </a:lnTo>
                <a:lnTo>
                  <a:pt x="524923" y="523313"/>
                </a:lnTo>
                <a:lnTo>
                  <a:pt x="543906" y="524237"/>
                </a:lnTo>
                <a:lnTo>
                  <a:pt x="562889" y="525104"/>
                </a:lnTo>
                <a:lnTo>
                  <a:pt x="581873" y="525913"/>
                </a:lnTo>
                <a:lnTo>
                  <a:pt x="600856" y="526675"/>
                </a:lnTo>
                <a:lnTo>
                  <a:pt x="619849" y="527380"/>
                </a:lnTo>
                <a:lnTo>
                  <a:pt x="638842" y="528037"/>
                </a:lnTo>
                <a:lnTo>
                  <a:pt x="657835" y="528647"/>
                </a:lnTo>
                <a:lnTo>
                  <a:pt x="676827" y="529219"/>
                </a:lnTo>
                <a:lnTo>
                  <a:pt x="695830" y="529752"/>
                </a:lnTo>
                <a:lnTo>
                  <a:pt x="714823" y="530238"/>
                </a:lnTo>
                <a:lnTo>
                  <a:pt x="733825" y="530685"/>
                </a:lnTo>
                <a:lnTo>
                  <a:pt x="752818" y="531095"/>
                </a:lnTo>
                <a:lnTo>
                  <a:pt x="771820" y="531466"/>
                </a:lnTo>
                <a:lnTo>
                  <a:pt x="790823" y="531800"/>
                </a:lnTo>
                <a:lnTo>
                  <a:pt x="809825" y="532095"/>
                </a:lnTo>
                <a:lnTo>
                  <a:pt x="828827" y="532362"/>
                </a:lnTo>
                <a:lnTo>
                  <a:pt x="847830" y="532590"/>
                </a:lnTo>
                <a:lnTo>
                  <a:pt x="866832" y="532790"/>
                </a:lnTo>
                <a:lnTo>
                  <a:pt x="885835" y="532952"/>
                </a:lnTo>
                <a:lnTo>
                  <a:pt x="904837" y="533076"/>
                </a:lnTo>
                <a:lnTo>
                  <a:pt x="923839" y="533181"/>
                </a:lnTo>
                <a:lnTo>
                  <a:pt x="942842" y="533238"/>
                </a:lnTo>
                <a:lnTo>
                  <a:pt x="961844" y="533276"/>
                </a:lnTo>
                <a:lnTo>
                  <a:pt x="980846" y="533276"/>
                </a:lnTo>
                <a:lnTo>
                  <a:pt x="999849" y="533238"/>
                </a:lnTo>
                <a:lnTo>
                  <a:pt x="1018851" y="533171"/>
                </a:lnTo>
                <a:lnTo>
                  <a:pt x="1037854" y="533076"/>
                </a:lnTo>
                <a:lnTo>
                  <a:pt x="1056856" y="532943"/>
                </a:lnTo>
                <a:lnTo>
                  <a:pt x="1075868" y="532781"/>
                </a:lnTo>
                <a:lnTo>
                  <a:pt x="1094870" y="532581"/>
                </a:lnTo>
                <a:lnTo>
                  <a:pt x="1113863" y="532352"/>
                </a:lnTo>
                <a:lnTo>
                  <a:pt x="1132865" y="532086"/>
                </a:lnTo>
                <a:lnTo>
                  <a:pt x="1151868" y="531781"/>
                </a:lnTo>
                <a:lnTo>
                  <a:pt x="1170870" y="531447"/>
                </a:lnTo>
                <a:lnTo>
                  <a:pt x="1189873" y="531076"/>
                </a:lnTo>
                <a:lnTo>
                  <a:pt x="1208865" y="530666"/>
                </a:lnTo>
                <a:lnTo>
                  <a:pt x="1227868" y="530209"/>
                </a:lnTo>
                <a:lnTo>
                  <a:pt x="1246861" y="529723"/>
                </a:lnTo>
                <a:lnTo>
                  <a:pt x="1265863" y="529190"/>
                </a:lnTo>
                <a:lnTo>
                  <a:pt x="1284856" y="528618"/>
                </a:lnTo>
                <a:lnTo>
                  <a:pt x="1303849" y="528009"/>
                </a:lnTo>
                <a:lnTo>
                  <a:pt x="1322842" y="527342"/>
                </a:lnTo>
                <a:lnTo>
                  <a:pt x="1341834" y="526637"/>
                </a:lnTo>
                <a:lnTo>
                  <a:pt x="1360818" y="525875"/>
                </a:lnTo>
                <a:lnTo>
                  <a:pt x="1379801" y="525066"/>
                </a:lnTo>
                <a:lnTo>
                  <a:pt x="1398784" y="524199"/>
                </a:lnTo>
                <a:lnTo>
                  <a:pt x="1417768" y="523265"/>
                </a:lnTo>
                <a:lnTo>
                  <a:pt x="1436751" y="522275"/>
                </a:lnTo>
                <a:lnTo>
                  <a:pt x="1455725" y="521218"/>
                </a:lnTo>
                <a:lnTo>
                  <a:pt x="1474689" y="520084"/>
                </a:lnTo>
                <a:lnTo>
                  <a:pt x="1493653" y="518874"/>
                </a:lnTo>
                <a:lnTo>
                  <a:pt x="1512618" y="517579"/>
                </a:lnTo>
                <a:lnTo>
                  <a:pt x="1531563" y="516179"/>
                </a:lnTo>
                <a:lnTo>
                  <a:pt x="1550508" y="514683"/>
                </a:lnTo>
                <a:lnTo>
                  <a:pt x="1569444" y="513055"/>
                </a:lnTo>
                <a:lnTo>
                  <a:pt x="1588370" y="511302"/>
                </a:lnTo>
                <a:lnTo>
                  <a:pt x="1607268" y="509378"/>
                </a:lnTo>
                <a:lnTo>
                  <a:pt x="1626156" y="507273"/>
                </a:lnTo>
                <a:lnTo>
                  <a:pt x="1645015" y="504939"/>
                </a:lnTo>
                <a:lnTo>
                  <a:pt x="1663837" y="502320"/>
                </a:lnTo>
                <a:lnTo>
                  <a:pt x="1682610" y="499339"/>
                </a:lnTo>
                <a:lnTo>
                  <a:pt x="1701289" y="495843"/>
                </a:lnTo>
                <a:lnTo>
                  <a:pt x="1719805" y="491585"/>
                </a:lnTo>
                <a:lnTo>
                  <a:pt x="1737932" y="485927"/>
                </a:lnTo>
                <a:lnTo>
                  <a:pt x="1754210" y="476441"/>
                </a:lnTo>
                <a:lnTo>
                  <a:pt x="1761306" y="458962"/>
                </a:lnTo>
                <a:lnTo>
                  <a:pt x="1768259" y="441274"/>
                </a:lnTo>
                <a:lnTo>
                  <a:pt x="1775212" y="423586"/>
                </a:lnTo>
                <a:lnTo>
                  <a:pt x="1782166" y="405898"/>
                </a:lnTo>
                <a:lnTo>
                  <a:pt x="1789119" y="388220"/>
                </a:lnTo>
                <a:lnTo>
                  <a:pt x="1796072" y="370532"/>
                </a:lnTo>
                <a:lnTo>
                  <a:pt x="1803025" y="352844"/>
                </a:lnTo>
                <a:lnTo>
                  <a:pt x="1809979" y="335166"/>
                </a:lnTo>
                <a:lnTo>
                  <a:pt x="1816932" y="317478"/>
                </a:lnTo>
                <a:lnTo>
                  <a:pt x="1823885" y="299790"/>
                </a:lnTo>
                <a:lnTo>
                  <a:pt x="1830838" y="282102"/>
                </a:lnTo>
                <a:lnTo>
                  <a:pt x="1837792" y="264424"/>
                </a:lnTo>
                <a:lnTo>
                  <a:pt x="1844745" y="246736"/>
                </a:lnTo>
                <a:lnTo>
                  <a:pt x="1851708" y="229048"/>
                </a:lnTo>
                <a:lnTo>
                  <a:pt x="1858661" y="211360"/>
                </a:lnTo>
                <a:lnTo>
                  <a:pt x="1865614" y="193681"/>
                </a:lnTo>
                <a:lnTo>
                  <a:pt x="1872567" y="175993"/>
                </a:lnTo>
                <a:lnTo>
                  <a:pt x="1879521" y="158306"/>
                </a:lnTo>
                <a:lnTo>
                  <a:pt x="1886474" y="140627"/>
                </a:lnTo>
                <a:lnTo>
                  <a:pt x="1893427" y="122939"/>
                </a:lnTo>
                <a:lnTo>
                  <a:pt x="1900380" y="105251"/>
                </a:lnTo>
                <a:lnTo>
                  <a:pt x="1907334" y="87563"/>
                </a:lnTo>
                <a:lnTo>
                  <a:pt x="1914287" y="69885"/>
                </a:lnTo>
                <a:lnTo>
                  <a:pt x="1921240" y="52197"/>
                </a:lnTo>
                <a:lnTo>
                  <a:pt x="1928193" y="34509"/>
                </a:lnTo>
                <a:lnTo>
                  <a:pt x="1935147" y="16821"/>
                </a:lnTo>
                <a:lnTo>
                  <a:pt x="1941690" y="924"/>
                </a:lnTo>
                <a:lnTo>
                  <a:pt x="1927117" y="12078"/>
                </a:lnTo>
                <a:lnTo>
                  <a:pt x="1908991" y="17736"/>
                </a:lnTo>
                <a:lnTo>
                  <a:pt x="1890436" y="21860"/>
                </a:lnTo>
                <a:lnTo>
                  <a:pt x="1871739" y="25203"/>
                </a:lnTo>
                <a:lnTo>
                  <a:pt x="1852946" y="28061"/>
                </a:lnTo>
                <a:lnTo>
                  <a:pt x="1834105" y="30556"/>
                </a:lnTo>
                <a:lnTo>
                  <a:pt x="1815236" y="32785"/>
                </a:lnTo>
                <a:lnTo>
                  <a:pt x="1796339" y="34804"/>
                </a:lnTo>
                <a:lnTo>
                  <a:pt x="1777432" y="36652"/>
                </a:lnTo>
                <a:lnTo>
                  <a:pt x="1758506" y="38357"/>
                </a:lnTo>
                <a:lnTo>
                  <a:pt x="1739560" y="39929"/>
                </a:lnTo>
                <a:lnTo>
                  <a:pt x="1720615" y="41396"/>
                </a:lnTo>
                <a:lnTo>
                  <a:pt x="1701660" y="42767"/>
                </a:lnTo>
                <a:lnTo>
                  <a:pt x="1682706" y="44053"/>
                </a:lnTo>
                <a:lnTo>
                  <a:pt x="1663741" y="45263"/>
                </a:lnTo>
                <a:lnTo>
                  <a:pt x="1644767" y="46396"/>
                </a:lnTo>
                <a:lnTo>
                  <a:pt x="1625794" y="47473"/>
                </a:lnTo>
                <a:lnTo>
                  <a:pt x="1606820" y="48492"/>
                </a:lnTo>
                <a:lnTo>
                  <a:pt x="1587837" y="49444"/>
                </a:lnTo>
                <a:lnTo>
                  <a:pt x="1568863" y="50359"/>
                </a:lnTo>
                <a:lnTo>
                  <a:pt x="1549870" y="51216"/>
                </a:lnTo>
                <a:lnTo>
                  <a:pt x="1530887" y="52035"/>
                </a:lnTo>
                <a:lnTo>
                  <a:pt x="1511903" y="52807"/>
                </a:lnTo>
                <a:lnTo>
                  <a:pt x="1492910" y="53540"/>
                </a:lnTo>
                <a:lnTo>
                  <a:pt x="1473918" y="54226"/>
                </a:lnTo>
                <a:lnTo>
                  <a:pt x="1454925" y="54883"/>
                </a:lnTo>
                <a:lnTo>
                  <a:pt x="1435932" y="55512"/>
                </a:lnTo>
                <a:lnTo>
                  <a:pt x="1416939" y="56093"/>
                </a:lnTo>
                <a:lnTo>
                  <a:pt x="1397946" y="56655"/>
                </a:lnTo>
                <a:lnTo>
                  <a:pt x="1378953" y="57179"/>
                </a:lnTo>
                <a:lnTo>
                  <a:pt x="1359951" y="57674"/>
                </a:lnTo>
                <a:lnTo>
                  <a:pt x="1340958" y="58141"/>
                </a:lnTo>
                <a:lnTo>
                  <a:pt x="1321956" y="58588"/>
                </a:lnTo>
                <a:lnTo>
                  <a:pt x="1302963" y="58998"/>
                </a:lnTo>
                <a:lnTo>
                  <a:pt x="1283960" y="59388"/>
                </a:lnTo>
                <a:lnTo>
                  <a:pt x="1264958" y="59750"/>
                </a:lnTo>
                <a:lnTo>
                  <a:pt x="1245956" y="60084"/>
                </a:lnTo>
                <a:lnTo>
                  <a:pt x="1226953" y="60389"/>
                </a:lnTo>
                <a:lnTo>
                  <a:pt x="1207961" y="60674"/>
                </a:lnTo>
                <a:lnTo>
                  <a:pt x="1188958" y="60941"/>
                </a:lnTo>
                <a:lnTo>
                  <a:pt x="1169956" y="61179"/>
                </a:lnTo>
                <a:lnTo>
                  <a:pt x="1150953" y="61398"/>
                </a:lnTo>
                <a:lnTo>
                  <a:pt x="1131951" y="61598"/>
                </a:lnTo>
                <a:lnTo>
                  <a:pt x="1112949" y="61760"/>
                </a:lnTo>
                <a:lnTo>
                  <a:pt x="1093946" y="61913"/>
                </a:lnTo>
                <a:lnTo>
                  <a:pt x="1074934" y="62046"/>
                </a:lnTo>
                <a:lnTo>
                  <a:pt x="1055932" y="62151"/>
                </a:lnTo>
                <a:lnTo>
                  <a:pt x="1036930" y="62236"/>
                </a:lnTo>
                <a:lnTo>
                  <a:pt x="1017927" y="62303"/>
                </a:lnTo>
                <a:lnTo>
                  <a:pt x="998925" y="62341"/>
                </a:lnTo>
                <a:lnTo>
                  <a:pt x="979922" y="62360"/>
                </a:lnTo>
                <a:lnTo>
                  <a:pt x="960920" y="62360"/>
                </a:lnTo>
                <a:lnTo>
                  <a:pt x="941918" y="62341"/>
                </a:lnTo>
                <a:lnTo>
                  <a:pt x="922915" y="62294"/>
                </a:lnTo>
                <a:lnTo>
                  <a:pt x="903913" y="62227"/>
                </a:lnTo>
                <a:lnTo>
                  <a:pt x="884911" y="62141"/>
                </a:lnTo>
                <a:lnTo>
                  <a:pt x="865899" y="62036"/>
                </a:lnTo>
                <a:lnTo>
                  <a:pt x="846896" y="61903"/>
                </a:lnTo>
                <a:lnTo>
                  <a:pt x="827894" y="61760"/>
                </a:lnTo>
                <a:lnTo>
                  <a:pt x="808892" y="61589"/>
                </a:lnTo>
                <a:lnTo>
                  <a:pt x="789889" y="61389"/>
                </a:lnTo>
                <a:lnTo>
                  <a:pt x="770887" y="61170"/>
                </a:lnTo>
                <a:lnTo>
                  <a:pt x="751884" y="60931"/>
                </a:lnTo>
                <a:lnTo>
                  <a:pt x="732882" y="60665"/>
                </a:lnTo>
                <a:lnTo>
                  <a:pt x="713889" y="60379"/>
                </a:lnTo>
                <a:lnTo>
                  <a:pt x="694887" y="60065"/>
                </a:lnTo>
                <a:lnTo>
                  <a:pt x="675884" y="59731"/>
                </a:lnTo>
                <a:lnTo>
                  <a:pt x="656882" y="59369"/>
                </a:lnTo>
                <a:lnTo>
                  <a:pt x="637889" y="58979"/>
                </a:lnTo>
                <a:lnTo>
                  <a:pt x="618887" y="58569"/>
                </a:lnTo>
                <a:lnTo>
                  <a:pt x="599885" y="58122"/>
                </a:lnTo>
                <a:lnTo>
                  <a:pt x="580892" y="57655"/>
                </a:lnTo>
                <a:lnTo>
                  <a:pt x="561889" y="57160"/>
                </a:lnTo>
                <a:lnTo>
                  <a:pt x="542896" y="56626"/>
                </a:lnTo>
                <a:lnTo>
                  <a:pt x="523904" y="56074"/>
                </a:lnTo>
                <a:lnTo>
                  <a:pt x="504911" y="55483"/>
                </a:lnTo>
                <a:lnTo>
                  <a:pt x="485918" y="54854"/>
                </a:lnTo>
                <a:lnTo>
                  <a:pt x="466925" y="54197"/>
                </a:lnTo>
                <a:lnTo>
                  <a:pt x="447932" y="53502"/>
                </a:lnTo>
                <a:lnTo>
                  <a:pt x="428939" y="52769"/>
                </a:lnTo>
                <a:lnTo>
                  <a:pt x="409956" y="51997"/>
                </a:lnTo>
                <a:lnTo>
                  <a:pt x="390973" y="51178"/>
                </a:lnTo>
                <a:lnTo>
                  <a:pt x="371989" y="50311"/>
                </a:lnTo>
                <a:lnTo>
                  <a:pt x="353006" y="49406"/>
                </a:lnTo>
                <a:lnTo>
                  <a:pt x="334023" y="48435"/>
                </a:lnTo>
                <a:lnTo>
                  <a:pt x="315049" y="47425"/>
                </a:lnTo>
                <a:lnTo>
                  <a:pt x="296075" y="46349"/>
                </a:lnTo>
                <a:lnTo>
                  <a:pt x="277111" y="45206"/>
                </a:lnTo>
                <a:lnTo>
                  <a:pt x="258147" y="43996"/>
                </a:lnTo>
                <a:lnTo>
                  <a:pt x="239182" y="42710"/>
                </a:lnTo>
                <a:lnTo>
                  <a:pt x="220228" y="41329"/>
                </a:lnTo>
                <a:lnTo>
                  <a:pt x="201282" y="39853"/>
                </a:lnTo>
                <a:lnTo>
                  <a:pt x="182347" y="38271"/>
                </a:lnTo>
                <a:lnTo>
                  <a:pt x="163420" y="36566"/>
                </a:lnTo>
                <a:lnTo>
                  <a:pt x="144504" y="34719"/>
                </a:lnTo>
                <a:lnTo>
                  <a:pt x="125616" y="32680"/>
                </a:lnTo>
                <a:lnTo>
                  <a:pt x="106737" y="30442"/>
                </a:lnTo>
                <a:lnTo>
                  <a:pt x="87906" y="27927"/>
                </a:lnTo>
                <a:lnTo>
                  <a:pt x="69123" y="25060"/>
                </a:lnTo>
                <a:lnTo>
                  <a:pt x="50416" y="21679"/>
                </a:lnTo>
                <a:lnTo>
                  <a:pt x="31880" y="17497"/>
                </a:lnTo>
                <a:lnTo>
                  <a:pt x="13792" y="11735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F7EAC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52" name="funnel-step-cap-3">
            <a:extLst xmlns:a="http://schemas.openxmlformats.org/drawingml/2006/main">
              <a:ext uri="{FF2B5EF4-FFF2-40B4-BE49-F238E27FC236}">
                <a16:creationId xmlns:a16="http://schemas.microsoft.com/office/drawing/2014/main" id="{3C06221F-1CC6-4FC9-91FB-ECA684F86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648751" y="4230938"/>
            <a:ext cx="1941747" cy="17728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7EAC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53" name="funnel-step-body-4">
            <a:extLst xmlns:a="http://schemas.openxmlformats.org/drawingml/2006/main">
              <a:ext uri="{FF2B5EF4-FFF2-40B4-BE49-F238E27FC236}">
                <a16:creationId xmlns:a16="http://schemas.microsoft.com/office/drawing/2014/main" id="{52D93FEC-488D-4A16-BD95-5606BBDF4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833908" y="4921282"/>
            <a:ext cx="1569682" cy="533210"/>
          </a:xfrm>
          <a:custGeom xmlns:a="http://schemas.openxmlformats.org/drawingml/2006/main">
            <a:pathLst>
              <a:path w="1569682" h="533210">
                <a:moveTo>
                  <a:pt x="0" y="0"/>
                </a:moveTo>
                <a:lnTo>
                  <a:pt x="6677" y="17783"/>
                </a:lnTo>
                <a:lnTo>
                  <a:pt x="13364" y="35557"/>
                </a:lnTo>
                <a:lnTo>
                  <a:pt x="20041" y="53340"/>
                </a:lnTo>
                <a:lnTo>
                  <a:pt x="26727" y="71114"/>
                </a:lnTo>
                <a:lnTo>
                  <a:pt x="33404" y="88897"/>
                </a:lnTo>
                <a:lnTo>
                  <a:pt x="40091" y="106680"/>
                </a:lnTo>
                <a:lnTo>
                  <a:pt x="46768" y="124454"/>
                </a:lnTo>
                <a:lnTo>
                  <a:pt x="53454" y="142237"/>
                </a:lnTo>
                <a:lnTo>
                  <a:pt x="60131" y="160010"/>
                </a:lnTo>
                <a:lnTo>
                  <a:pt x="66818" y="177794"/>
                </a:lnTo>
                <a:lnTo>
                  <a:pt x="73495" y="195577"/>
                </a:lnTo>
                <a:lnTo>
                  <a:pt x="80181" y="213350"/>
                </a:lnTo>
                <a:lnTo>
                  <a:pt x="86858" y="231134"/>
                </a:lnTo>
                <a:lnTo>
                  <a:pt x="93545" y="248907"/>
                </a:lnTo>
                <a:lnTo>
                  <a:pt x="100222" y="266690"/>
                </a:lnTo>
                <a:lnTo>
                  <a:pt x="106909" y="284474"/>
                </a:lnTo>
                <a:lnTo>
                  <a:pt x="113586" y="302247"/>
                </a:lnTo>
                <a:lnTo>
                  <a:pt x="120272" y="320030"/>
                </a:lnTo>
                <a:lnTo>
                  <a:pt x="126949" y="337814"/>
                </a:lnTo>
                <a:lnTo>
                  <a:pt x="133636" y="355587"/>
                </a:lnTo>
                <a:lnTo>
                  <a:pt x="140313" y="373370"/>
                </a:lnTo>
                <a:lnTo>
                  <a:pt x="146999" y="391144"/>
                </a:lnTo>
                <a:lnTo>
                  <a:pt x="153676" y="408927"/>
                </a:lnTo>
                <a:lnTo>
                  <a:pt x="160363" y="426710"/>
                </a:lnTo>
                <a:lnTo>
                  <a:pt x="167040" y="444484"/>
                </a:lnTo>
                <a:lnTo>
                  <a:pt x="173726" y="462267"/>
                </a:lnTo>
                <a:lnTo>
                  <a:pt x="181337" y="479327"/>
                </a:lnTo>
                <a:lnTo>
                  <a:pt x="197739" y="488709"/>
                </a:lnTo>
                <a:lnTo>
                  <a:pt x="215751" y="494709"/>
                </a:lnTo>
                <a:lnTo>
                  <a:pt x="234182" y="499281"/>
                </a:lnTo>
                <a:lnTo>
                  <a:pt x="252803" y="503034"/>
                </a:lnTo>
                <a:lnTo>
                  <a:pt x="271520" y="506225"/>
                </a:lnTo>
                <a:lnTo>
                  <a:pt x="290312" y="509006"/>
                </a:lnTo>
                <a:lnTo>
                  <a:pt x="309143" y="511483"/>
                </a:lnTo>
                <a:lnTo>
                  <a:pt x="328003" y="513693"/>
                </a:lnTo>
                <a:lnTo>
                  <a:pt x="346891" y="515693"/>
                </a:lnTo>
                <a:lnTo>
                  <a:pt x="365798" y="517503"/>
                </a:lnTo>
                <a:lnTo>
                  <a:pt x="384724" y="519160"/>
                </a:lnTo>
                <a:lnTo>
                  <a:pt x="403650" y="520675"/>
                </a:lnTo>
                <a:lnTo>
                  <a:pt x="422596" y="522065"/>
                </a:lnTo>
                <a:lnTo>
                  <a:pt x="441550" y="523342"/>
                </a:lnTo>
                <a:lnTo>
                  <a:pt x="460505" y="524513"/>
                </a:lnTo>
                <a:lnTo>
                  <a:pt x="479469" y="525590"/>
                </a:lnTo>
                <a:lnTo>
                  <a:pt x="498434" y="526580"/>
                </a:lnTo>
                <a:lnTo>
                  <a:pt x="517408" y="527485"/>
                </a:lnTo>
                <a:lnTo>
                  <a:pt x="536381" y="528314"/>
                </a:lnTo>
                <a:lnTo>
                  <a:pt x="555365" y="529057"/>
                </a:lnTo>
                <a:lnTo>
                  <a:pt x="574338" y="529742"/>
                </a:lnTo>
                <a:lnTo>
                  <a:pt x="593331" y="530352"/>
                </a:lnTo>
                <a:lnTo>
                  <a:pt x="612315" y="530904"/>
                </a:lnTo>
                <a:lnTo>
                  <a:pt x="631298" y="531390"/>
                </a:lnTo>
                <a:lnTo>
                  <a:pt x="650291" y="531809"/>
                </a:lnTo>
                <a:lnTo>
                  <a:pt x="669274" y="532181"/>
                </a:lnTo>
                <a:lnTo>
                  <a:pt x="688267" y="532495"/>
                </a:lnTo>
                <a:lnTo>
                  <a:pt x="707260" y="532743"/>
                </a:lnTo>
                <a:lnTo>
                  <a:pt x="726253" y="532943"/>
                </a:lnTo>
                <a:lnTo>
                  <a:pt x="745246" y="533086"/>
                </a:lnTo>
                <a:lnTo>
                  <a:pt x="764238" y="533171"/>
                </a:lnTo>
                <a:lnTo>
                  <a:pt x="783231" y="533210"/>
                </a:lnTo>
                <a:lnTo>
                  <a:pt x="802224" y="533190"/>
                </a:lnTo>
                <a:lnTo>
                  <a:pt x="821217" y="533114"/>
                </a:lnTo>
                <a:lnTo>
                  <a:pt x="840210" y="532981"/>
                </a:lnTo>
                <a:lnTo>
                  <a:pt x="859203" y="532800"/>
                </a:lnTo>
                <a:lnTo>
                  <a:pt x="878195" y="532562"/>
                </a:lnTo>
                <a:lnTo>
                  <a:pt x="897188" y="532267"/>
                </a:lnTo>
                <a:lnTo>
                  <a:pt x="916181" y="531914"/>
                </a:lnTo>
                <a:lnTo>
                  <a:pt x="935165" y="531505"/>
                </a:lnTo>
                <a:lnTo>
                  <a:pt x="954157" y="531038"/>
                </a:lnTo>
                <a:lnTo>
                  <a:pt x="973141" y="530504"/>
                </a:lnTo>
                <a:lnTo>
                  <a:pt x="992124" y="529904"/>
                </a:lnTo>
                <a:lnTo>
                  <a:pt x="1011107" y="529247"/>
                </a:lnTo>
                <a:lnTo>
                  <a:pt x="1030091" y="528514"/>
                </a:lnTo>
                <a:lnTo>
                  <a:pt x="1049064" y="527704"/>
                </a:lnTo>
                <a:lnTo>
                  <a:pt x="1068038" y="526818"/>
                </a:lnTo>
                <a:lnTo>
                  <a:pt x="1087003" y="525856"/>
                </a:lnTo>
                <a:lnTo>
                  <a:pt x="1105967" y="524799"/>
                </a:lnTo>
                <a:lnTo>
                  <a:pt x="1124931" y="523665"/>
                </a:lnTo>
                <a:lnTo>
                  <a:pt x="1143876" y="522408"/>
                </a:lnTo>
                <a:lnTo>
                  <a:pt x="1162822" y="521046"/>
                </a:lnTo>
                <a:lnTo>
                  <a:pt x="1181757" y="519570"/>
                </a:lnTo>
                <a:lnTo>
                  <a:pt x="1200683" y="517950"/>
                </a:lnTo>
                <a:lnTo>
                  <a:pt x="1219591" y="516179"/>
                </a:lnTo>
                <a:lnTo>
                  <a:pt x="1238488" y="514236"/>
                </a:lnTo>
                <a:lnTo>
                  <a:pt x="1257357" y="512083"/>
                </a:lnTo>
                <a:lnTo>
                  <a:pt x="1276198" y="509683"/>
                </a:lnTo>
                <a:lnTo>
                  <a:pt x="1295000" y="506987"/>
                </a:lnTo>
                <a:lnTo>
                  <a:pt x="1313745" y="503911"/>
                </a:lnTo>
                <a:lnTo>
                  <a:pt x="1332395" y="500329"/>
                </a:lnTo>
                <a:lnTo>
                  <a:pt x="1350893" y="496005"/>
                </a:lnTo>
                <a:lnTo>
                  <a:pt x="1369057" y="490480"/>
                </a:lnTo>
                <a:lnTo>
                  <a:pt x="1386183" y="482384"/>
                </a:lnTo>
                <a:lnTo>
                  <a:pt x="1395965" y="466916"/>
                </a:lnTo>
                <a:lnTo>
                  <a:pt x="1402642" y="449132"/>
                </a:lnTo>
                <a:lnTo>
                  <a:pt x="1409329" y="431359"/>
                </a:lnTo>
                <a:lnTo>
                  <a:pt x="1416006" y="413576"/>
                </a:lnTo>
                <a:lnTo>
                  <a:pt x="1422692" y="395802"/>
                </a:lnTo>
                <a:lnTo>
                  <a:pt x="1429369" y="378019"/>
                </a:lnTo>
                <a:lnTo>
                  <a:pt x="1436056" y="360236"/>
                </a:lnTo>
                <a:lnTo>
                  <a:pt x="1442733" y="342462"/>
                </a:lnTo>
                <a:lnTo>
                  <a:pt x="1449419" y="324679"/>
                </a:lnTo>
                <a:lnTo>
                  <a:pt x="1456096" y="306905"/>
                </a:lnTo>
                <a:lnTo>
                  <a:pt x="1462783" y="289122"/>
                </a:lnTo>
                <a:lnTo>
                  <a:pt x="1469460" y="271339"/>
                </a:lnTo>
                <a:lnTo>
                  <a:pt x="1476146" y="253565"/>
                </a:lnTo>
                <a:lnTo>
                  <a:pt x="1482823" y="235782"/>
                </a:lnTo>
                <a:lnTo>
                  <a:pt x="1489510" y="218008"/>
                </a:lnTo>
                <a:lnTo>
                  <a:pt x="1496187" y="200225"/>
                </a:lnTo>
                <a:lnTo>
                  <a:pt x="1502874" y="182442"/>
                </a:lnTo>
                <a:lnTo>
                  <a:pt x="1509551" y="164668"/>
                </a:lnTo>
                <a:lnTo>
                  <a:pt x="1516237" y="146885"/>
                </a:lnTo>
                <a:lnTo>
                  <a:pt x="1522914" y="129111"/>
                </a:lnTo>
                <a:lnTo>
                  <a:pt x="1529601" y="111328"/>
                </a:lnTo>
                <a:lnTo>
                  <a:pt x="1536278" y="93545"/>
                </a:lnTo>
                <a:lnTo>
                  <a:pt x="1542964" y="75771"/>
                </a:lnTo>
                <a:lnTo>
                  <a:pt x="1549641" y="57988"/>
                </a:lnTo>
                <a:lnTo>
                  <a:pt x="1556318" y="40215"/>
                </a:lnTo>
                <a:lnTo>
                  <a:pt x="1563005" y="22431"/>
                </a:lnTo>
                <a:lnTo>
                  <a:pt x="1569682" y="4648"/>
                </a:lnTo>
                <a:lnTo>
                  <a:pt x="1562852" y="10325"/>
                </a:lnTo>
                <a:lnTo>
                  <a:pt x="1545336" y="17574"/>
                </a:lnTo>
                <a:lnTo>
                  <a:pt x="1527000" y="22527"/>
                </a:lnTo>
                <a:lnTo>
                  <a:pt x="1508417" y="26422"/>
                </a:lnTo>
                <a:lnTo>
                  <a:pt x="1489700" y="29670"/>
                </a:lnTo>
                <a:lnTo>
                  <a:pt x="1470917" y="32490"/>
                </a:lnTo>
                <a:lnTo>
                  <a:pt x="1452086" y="34976"/>
                </a:lnTo>
                <a:lnTo>
                  <a:pt x="1433227" y="37205"/>
                </a:lnTo>
                <a:lnTo>
                  <a:pt x="1414339" y="39233"/>
                </a:lnTo>
                <a:lnTo>
                  <a:pt x="1395441" y="41081"/>
                </a:lnTo>
                <a:lnTo>
                  <a:pt x="1376524" y="42777"/>
                </a:lnTo>
                <a:lnTo>
                  <a:pt x="1357589" y="44339"/>
                </a:lnTo>
                <a:lnTo>
                  <a:pt x="1338653" y="45796"/>
                </a:lnTo>
                <a:lnTo>
                  <a:pt x="1319708" y="47149"/>
                </a:lnTo>
                <a:lnTo>
                  <a:pt x="1300753" y="48406"/>
                </a:lnTo>
                <a:lnTo>
                  <a:pt x="1281798" y="49587"/>
                </a:lnTo>
                <a:lnTo>
                  <a:pt x="1262844" y="50683"/>
                </a:lnTo>
                <a:lnTo>
                  <a:pt x="1243870" y="51711"/>
                </a:lnTo>
                <a:lnTo>
                  <a:pt x="1224905" y="52673"/>
                </a:lnTo>
                <a:lnTo>
                  <a:pt x="1205932" y="53578"/>
                </a:lnTo>
                <a:lnTo>
                  <a:pt x="1186958" y="54426"/>
                </a:lnTo>
                <a:lnTo>
                  <a:pt x="1167984" y="55207"/>
                </a:lnTo>
                <a:lnTo>
                  <a:pt x="1149001" y="55950"/>
                </a:lnTo>
                <a:lnTo>
                  <a:pt x="1130017" y="56636"/>
                </a:lnTo>
                <a:lnTo>
                  <a:pt x="1111034" y="57283"/>
                </a:lnTo>
                <a:lnTo>
                  <a:pt x="1092051" y="57874"/>
                </a:lnTo>
                <a:lnTo>
                  <a:pt x="1073067" y="58436"/>
                </a:lnTo>
                <a:lnTo>
                  <a:pt x="1054084" y="58941"/>
                </a:lnTo>
                <a:lnTo>
                  <a:pt x="1035091" y="59417"/>
                </a:lnTo>
                <a:lnTo>
                  <a:pt x="1016108" y="59846"/>
                </a:lnTo>
                <a:lnTo>
                  <a:pt x="997115" y="60246"/>
                </a:lnTo>
                <a:lnTo>
                  <a:pt x="978122" y="60598"/>
                </a:lnTo>
                <a:lnTo>
                  <a:pt x="959139" y="60922"/>
                </a:lnTo>
                <a:lnTo>
                  <a:pt x="940146" y="61208"/>
                </a:lnTo>
                <a:lnTo>
                  <a:pt x="921153" y="61455"/>
                </a:lnTo>
                <a:lnTo>
                  <a:pt x="902160" y="61674"/>
                </a:lnTo>
                <a:lnTo>
                  <a:pt x="883168" y="61865"/>
                </a:lnTo>
                <a:lnTo>
                  <a:pt x="864175" y="62017"/>
                </a:lnTo>
                <a:lnTo>
                  <a:pt x="845182" y="62132"/>
                </a:lnTo>
                <a:lnTo>
                  <a:pt x="826189" y="62217"/>
                </a:lnTo>
                <a:lnTo>
                  <a:pt x="807196" y="62274"/>
                </a:lnTo>
                <a:lnTo>
                  <a:pt x="788203" y="62294"/>
                </a:lnTo>
                <a:lnTo>
                  <a:pt x="769210" y="62284"/>
                </a:lnTo>
                <a:lnTo>
                  <a:pt x="750218" y="62236"/>
                </a:lnTo>
                <a:lnTo>
                  <a:pt x="731225" y="62160"/>
                </a:lnTo>
                <a:lnTo>
                  <a:pt x="712232" y="62055"/>
                </a:lnTo>
                <a:lnTo>
                  <a:pt x="693239" y="61913"/>
                </a:lnTo>
                <a:lnTo>
                  <a:pt x="674246" y="61732"/>
                </a:lnTo>
                <a:lnTo>
                  <a:pt x="655253" y="61522"/>
                </a:lnTo>
                <a:lnTo>
                  <a:pt x="636260" y="61274"/>
                </a:lnTo>
                <a:lnTo>
                  <a:pt x="617268" y="60998"/>
                </a:lnTo>
                <a:lnTo>
                  <a:pt x="598275" y="60684"/>
                </a:lnTo>
                <a:lnTo>
                  <a:pt x="579282" y="60341"/>
                </a:lnTo>
                <a:lnTo>
                  <a:pt x="560299" y="59950"/>
                </a:lnTo>
                <a:lnTo>
                  <a:pt x="541306" y="59531"/>
                </a:lnTo>
                <a:lnTo>
                  <a:pt x="522322" y="59065"/>
                </a:lnTo>
                <a:lnTo>
                  <a:pt x="503330" y="58569"/>
                </a:lnTo>
                <a:lnTo>
                  <a:pt x="484346" y="58026"/>
                </a:lnTo>
                <a:lnTo>
                  <a:pt x="465363" y="57436"/>
                </a:lnTo>
                <a:lnTo>
                  <a:pt x="446380" y="56817"/>
                </a:lnTo>
                <a:lnTo>
                  <a:pt x="427396" y="56131"/>
                </a:lnTo>
                <a:lnTo>
                  <a:pt x="408422" y="55407"/>
                </a:lnTo>
                <a:lnTo>
                  <a:pt x="389439" y="54635"/>
                </a:lnTo>
                <a:lnTo>
                  <a:pt x="370465" y="53807"/>
                </a:lnTo>
                <a:lnTo>
                  <a:pt x="351492" y="52921"/>
                </a:lnTo>
                <a:lnTo>
                  <a:pt x="332527" y="51978"/>
                </a:lnTo>
                <a:lnTo>
                  <a:pt x="313553" y="50959"/>
                </a:lnTo>
                <a:lnTo>
                  <a:pt x="294589" y="49873"/>
                </a:lnTo>
                <a:lnTo>
                  <a:pt x="275634" y="48720"/>
                </a:lnTo>
                <a:lnTo>
                  <a:pt x="256680" y="47482"/>
                </a:lnTo>
                <a:lnTo>
                  <a:pt x="237734" y="46158"/>
                </a:lnTo>
                <a:lnTo>
                  <a:pt x="218799" y="44739"/>
                </a:lnTo>
                <a:lnTo>
                  <a:pt x="199863" y="43196"/>
                </a:lnTo>
                <a:lnTo>
                  <a:pt x="180946" y="41539"/>
                </a:lnTo>
                <a:lnTo>
                  <a:pt x="162039" y="39729"/>
                </a:lnTo>
                <a:lnTo>
                  <a:pt x="143142" y="37757"/>
                </a:lnTo>
                <a:lnTo>
                  <a:pt x="124273" y="35585"/>
                </a:lnTo>
                <a:lnTo>
                  <a:pt x="105442" y="33166"/>
                </a:lnTo>
                <a:lnTo>
                  <a:pt x="86639" y="30442"/>
                </a:lnTo>
                <a:lnTo>
                  <a:pt x="67904" y="27318"/>
                </a:lnTo>
                <a:lnTo>
                  <a:pt x="49282" y="23622"/>
                </a:lnTo>
                <a:lnTo>
                  <a:pt x="30851" y="19012"/>
                </a:lnTo>
                <a:lnTo>
                  <a:pt x="12992" y="12611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78A8D5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54" name="funnel-step-cap-4">
            <a:extLst xmlns:a="http://schemas.openxmlformats.org/drawingml/2006/main">
              <a:ext uri="{FF2B5EF4-FFF2-40B4-BE49-F238E27FC236}">
                <a16:creationId xmlns:a16="http://schemas.microsoft.com/office/drawing/2014/main" id="{7989FF37-606D-484A-A787-7AAA26025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833917" y="4832604"/>
            <a:ext cx="1571406" cy="17728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8A8D5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55" name="funnel-step-body-5">
            <a:extLst xmlns:a="http://schemas.openxmlformats.org/drawingml/2006/main">
              <a:ext uri="{FF2B5EF4-FFF2-40B4-BE49-F238E27FC236}">
                <a16:creationId xmlns:a16="http://schemas.microsoft.com/office/drawing/2014/main" id="{3D9FE3BE-E956-425A-B2DA-97D724E3A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10882" y="5522881"/>
            <a:ext cx="1214199" cy="533276"/>
          </a:xfrm>
          <a:custGeom xmlns:a="http://schemas.openxmlformats.org/drawingml/2006/main">
            <a:pathLst>
              <a:path w="1214199" h="533276">
                <a:moveTo>
                  <a:pt x="0" y="0"/>
                </a:moveTo>
                <a:lnTo>
                  <a:pt x="6458" y="17821"/>
                </a:lnTo>
                <a:lnTo>
                  <a:pt x="12906" y="35633"/>
                </a:lnTo>
                <a:lnTo>
                  <a:pt x="19364" y="53454"/>
                </a:lnTo>
                <a:lnTo>
                  <a:pt x="25822" y="71276"/>
                </a:lnTo>
                <a:lnTo>
                  <a:pt x="32271" y="89097"/>
                </a:lnTo>
                <a:lnTo>
                  <a:pt x="38729" y="106909"/>
                </a:lnTo>
                <a:lnTo>
                  <a:pt x="45187" y="124730"/>
                </a:lnTo>
                <a:lnTo>
                  <a:pt x="51635" y="142551"/>
                </a:lnTo>
                <a:lnTo>
                  <a:pt x="58093" y="160372"/>
                </a:lnTo>
                <a:lnTo>
                  <a:pt x="64551" y="178184"/>
                </a:lnTo>
                <a:lnTo>
                  <a:pt x="71009" y="196005"/>
                </a:lnTo>
                <a:lnTo>
                  <a:pt x="77457" y="213827"/>
                </a:lnTo>
                <a:lnTo>
                  <a:pt x="83915" y="231638"/>
                </a:lnTo>
                <a:lnTo>
                  <a:pt x="90373" y="249460"/>
                </a:lnTo>
                <a:lnTo>
                  <a:pt x="96822" y="267281"/>
                </a:lnTo>
                <a:lnTo>
                  <a:pt x="103280" y="285102"/>
                </a:lnTo>
                <a:lnTo>
                  <a:pt x="109738" y="302914"/>
                </a:lnTo>
                <a:lnTo>
                  <a:pt x="116186" y="320735"/>
                </a:lnTo>
                <a:lnTo>
                  <a:pt x="122644" y="338557"/>
                </a:lnTo>
                <a:lnTo>
                  <a:pt x="129102" y="356378"/>
                </a:lnTo>
                <a:lnTo>
                  <a:pt x="135550" y="374190"/>
                </a:lnTo>
                <a:lnTo>
                  <a:pt x="142008" y="392011"/>
                </a:lnTo>
                <a:lnTo>
                  <a:pt x="148466" y="409832"/>
                </a:lnTo>
                <a:lnTo>
                  <a:pt x="154915" y="427644"/>
                </a:lnTo>
                <a:lnTo>
                  <a:pt x="161373" y="445465"/>
                </a:lnTo>
                <a:lnTo>
                  <a:pt x="167831" y="463286"/>
                </a:lnTo>
                <a:lnTo>
                  <a:pt x="174812" y="480632"/>
                </a:lnTo>
                <a:lnTo>
                  <a:pt x="190376" y="491233"/>
                </a:lnTo>
                <a:lnTo>
                  <a:pt x="208016" y="498129"/>
                </a:lnTo>
                <a:lnTo>
                  <a:pt x="226228" y="503339"/>
                </a:lnTo>
                <a:lnTo>
                  <a:pt x="244707" y="507559"/>
                </a:lnTo>
                <a:lnTo>
                  <a:pt x="263319" y="511111"/>
                </a:lnTo>
                <a:lnTo>
                  <a:pt x="282026" y="514159"/>
                </a:lnTo>
                <a:lnTo>
                  <a:pt x="300790" y="516817"/>
                </a:lnTo>
                <a:lnTo>
                  <a:pt x="319602" y="519151"/>
                </a:lnTo>
                <a:lnTo>
                  <a:pt x="338433" y="521227"/>
                </a:lnTo>
                <a:lnTo>
                  <a:pt x="357302" y="523065"/>
                </a:lnTo>
                <a:lnTo>
                  <a:pt x="376180" y="524704"/>
                </a:lnTo>
                <a:lnTo>
                  <a:pt x="395078" y="526151"/>
                </a:lnTo>
                <a:lnTo>
                  <a:pt x="413985" y="527437"/>
                </a:lnTo>
                <a:lnTo>
                  <a:pt x="432902" y="528580"/>
                </a:lnTo>
                <a:lnTo>
                  <a:pt x="451828" y="529580"/>
                </a:lnTo>
                <a:lnTo>
                  <a:pt x="470754" y="530447"/>
                </a:lnTo>
                <a:lnTo>
                  <a:pt x="489699" y="531181"/>
                </a:lnTo>
                <a:lnTo>
                  <a:pt x="508635" y="531809"/>
                </a:lnTo>
                <a:lnTo>
                  <a:pt x="527580" y="532324"/>
                </a:lnTo>
                <a:lnTo>
                  <a:pt x="546525" y="532714"/>
                </a:lnTo>
                <a:lnTo>
                  <a:pt x="565480" y="533009"/>
                </a:lnTo>
                <a:lnTo>
                  <a:pt x="584425" y="533190"/>
                </a:lnTo>
                <a:lnTo>
                  <a:pt x="603380" y="533276"/>
                </a:lnTo>
                <a:lnTo>
                  <a:pt x="622335" y="533248"/>
                </a:lnTo>
                <a:lnTo>
                  <a:pt x="641280" y="533124"/>
                </a:lnTo>
                <a:lnTo>
                  <a:pt x="660235" y="532895"/>
                </a:lnTo>
                <a:lnTo>
                  <a:pt x="679180" y="532562"/>
                </a:lnTo>
                <a:lnTo>
                  <a:pt x="698125" y="532114"/>
                </a:lnTo>
                <a:lnTo>
                  <a:pt x="717071" y="531552"/>
                </a:lnTo>
                <a:lnTo>
                  <a:pt x="736016" y="530876"/>
                </a:lnTo>
                <a:lnTo>
                  <a:pt x="754952" y="530085"/>
                </a:lnTo>
                <a:lnTo>
                  <a:pt x="773878" y="529161"/>
                </a:lnTo>
                <a:lnTo>
                  <a:pt x="792804" y="528104"/>
                </a:lnTo>
                <a:lnTo>
                  <a:pt x="811711" y="526904"/>
                </a:lnTo>
                <a:lnTo>
                  <a:pt x="830618" y="525542"/>
                </a:lnTo>
                <a:lnTo>
                  <a:pt x="849506" y="524008"/>
                </a:lnTo>
                <a:lnTo>
                  <a:pt x="868375" y="522294"/>
                </a:lnTo>
                <a:lnTo>
                  <a:pt x="887235" y="520360"/>
                </a:lnTo>
                <a:lnTo>
                  <a:pt x="906056" y="518170"/>
                </a:lnTo>
                <a:lnTo>
                  <a:pt x="924849" y="515712"/>
                </a:lnTo>
                <a:lnTo>
                  <a:pt x="943585" y="512893"/>
                </a:lnTo>
                <a:lnTo>
                  <a:pt x="962263" y="509635"/>
                </a:lnTo>
                <a:lnTo>
                  <a:pt x="980818" y="505825"/>
                </a:lnTo>
                <a:lnTo>
                  <a:pt x="999201" y="501225"/>
                </a:lnTo>
                <a:lnTo>
                  <a:pt x="1017232" y="495405"/>
                </a:lnTo>
                <a:lnTo>
                  <a:pt x="1034348" y="487318"/>
                </a:lnTo>
                <a:lnTo>
                  <a:pt x="1046607" y="473507"/>
                </a:lnTo>
                <a:lnTo>
                  <a:pt x="1052455" y="455552"/>
                </a:lnTo>
                <a:lnTo>
                  <a:pt x="1058913" y="437731"/>
                </a:lnTo>
                <a:lnTo>
                  <a:pt x="1065371" y="419910"/>
                </a:lnTo>
                <a:lnTo>
                  <a:pt x="1071820" y="402098"/>
                </a:lnTo>
                <a:lnTo>
                  <a:pt x="1078278" y="384277"/>
                </a:lnTo>
                <a:lnTo>
                  <a:pt x="1084736" y="366455"/>
                </a:lnTo>
                <a:lnTo>
                  <a:pt x="1091194" y="348634"/>
                </a:lnTo>
                <a:lnTo>
                  <a:pt x="1097642" y="330822"/>
                </a:lnTo>
                <a:lnTo>
                  <a:pt x="1104100" y="313001"/>
                </a:lnTo>
                <a:lnTo>
                  <a:pt x="1110558" y="295180"/>
                </a:lnTo>
                <a:lnTo>
                  <a:pt x="1117006" y="277358"/>
                </a:lnTo>
                <a:lnTo>
                  <a:pt x="1123464" y="259547"/>
                </a:lnTo>
                <a:lnTo>
                  <a:pt x="1129922" y="241725"/>
                </a:lnTo>
                <a:lnTo>
                  <a:pt x="1136371" y="223904"/>
                </a:lnTo>
                <a:lnTo>
                  <a:pt x="1142829" y="206092"/>
                </a:lnTo>
                <a:lnTo>
                  <a:pt x="1149287" y="188271"/>
                </a:lnTo>
                <a:lnTo>
                  <a:pt x="1155735" y="170450"/>
                </a:lnTo>
                <a:lnTo>
                  <a:pt x="1162193" y="152629"/>
                </a:lnTo>
                <a:lnTo>
                  <a:pt x="1168651" y="134817"/>
                </a:lnTo>
                <a:lnTo>
                  <a:pt x="1175099" y="116996"/>
                </a:lnTo>
                <a:lnTo>
                  <a:pt x="1181557" y="99174"/>
                </a:lnTo>
                <a:lnTo>
                  <a:pt x="1188015" y="81353"/>
                </a:lnTo>
                <a:lnTo>
                  <a:pt x="1194473" y="63541"/>
                </a:lnTo>
                <a:lnTo>
                  <a:pt x="1200922" y="45720"/>
                </a:lnTo>
                <a:lnTo>
                  <a:pt x="1207379" y="27899"/>
                </a:lnTo>
                <a:lnTo>
                  <a:pt x="1213837" y="10077"/>
                </a:lnTo>
                <a:lnTo>
                  <a:pt x="1214199" y="7334"/>
                </a:lnTo>
                <a:lnTo>
                  <a:pt x="1198178" y="17212"/>
                </a:lnTo>
                <a:lnTo>
                  <a:pt x="1180271" y="23374"/>
                </a:lnTo>
                <a:lnTo>
                  <a:pt x="1161907" y="28032"/>
                </a:lnTo>
                <a:lnTo>
                  <a:pt x="1143343" y="31842"/>
                </a:lnTo>
                <a:lnTo>
                  <a:pt x="1124664" y="35071"/>
                </a:lnTo>
                <a:lnTo>
                  <a:pt x="1105929" y="37890"/>
                </a:lnTo>
                <a:lnTo>
                  <a:pt x="1087136" y="40386"/>
                </a:lnTo>
                <a:lnTo>
                  <a:pt x="1068314" y="42615"/>
                </a:lnTo>
                <a:lnTo>
                  <a:pt x="1049474" y="44634"/>
                </a:lnTo>
                <a:lnTo>
                  <a:pt x="1030615" y="46463"/>
                </a:lnTo>
                <a:lnTo>
                  <a:pt x="1011736" y="48130"/>
                </a:lnTo>
                <a:lnTo>
                  <a:pt x="992838" y="49663"/>
                </a:lnTo>
                <a:lnTo>
                  <a:pt x="973941" y="51064"/>
                </a:lnTo>
                <a:lnTo>
                  <a:pt x="955034" y="52349"/>
                </a:lnTo>
                <a:lnTo>
                  <a:pt x="936117" y="53531"/>
                </a:lnTo>
                <a:lnTo>
                  <a:pt x="917200" y="54616"/>
                </a:lnTo>
                <a:lnTo>
                  <a:pt x="898274" y="55616"/>
                </a:lnTo>
                <a:lnTo>
                  <a:pt x="879348" y="56521"/>
                </a:lnTo>
                <a:lnTo>
                  <a:pt x="860412" y="57360"/>
                </a:lnTo>
                <a:lnTo>
                  <a:pt x="841477" y="58122"/>
                </a:lnTo>
                <a:lnTo>
                  <a:pt x="822531" y="58807"/>
                </a:lnTo>
                <a:lnTo>
                  <a:pt x="803596" y="59436"/>
                </a:lnTo>
                <a:lnTo>
                  <a:pt x="784650" y="59988"/>
                </a:lnTo>
                <a:lnTo>
                  <a:pt x="765705" y="60484"/>
                </a:lnTo>
                <a:lnTo>
                  <a:pt x="746760" y="60912"/>
                </a:lnTo>
                <a:lnTo>
                  <a:pt x="727805" y="61284"/>
                </a:lnTo>
                <a:lnTo>
                  <a:pt x="708860" y="61608"/>
                </a:lnTo>
                <a:lnTo>
                  <a:pt x="689915" y="61865"/>
                </a:lnTo>
                <a:lnTo>
                  <a:pt x="670960" y="62074"/>
                </a:lnTo>
                <a:lnTo>
                  <a:pt x="652005" y="62227"/>
                </a:lnTo>
                <a:lnTo>
                  <a:pt x="633060" y="62322"/>
                </a:lnTo>
                <a:lnTo>
                  <a:pt x="614105" y="62360"/>
                </a:lnTo>
                <a:lnTo>
                  <a:pt x="595151" y="62351"/>
                </a:lnTo>
                <a:lnTo>
                  <a:pt x="576205" y="62284"/>
                </a:lnTo>
                <a:lnTo>
                  <a:pt x="557251" y="62160"/>
                </a:lnTo>
                <a:lnTo>
                  <a:pt x="538296" y="61989"/>
                </a:lnTo>
                <a:lnTo>
                  <a:pt x="519351" y="61760"/>
                </a:lnTo>
                <a:lnTo>
                  <a:pt x="500396" y="61474"/>
                </a:lnTo>
                <a:lnTo>
                  <a:pt x="481451" y="61141"/>
                </a:lnTo>
                <a:lnTo>
                  <a:pt x="462505" y="60731"/>
                </a:lnTo>
                <a:lnTo>
                  <a:pt x="443560" y="60274"/>
                </a:lnTo>
                <a:lnTo>
                  <a:pt x="424615" y="59750"/>
                </a:lnTo>
                <a:lnTo>
                  <a:pt x="405670" y="59169"/>
                </a:lnTo>
                <a:lnTo>
                  <a:pt x="386725" y="58522"/>
                </a:lnTo>
                <a:lnTo>
                  <a:pt x="367789" y="57798"/>
                </a:lnTo>
                <a:lnTo>
                  <a:pt x="348853" y="57007"/>
                </a:lnTo>
                <a:lnTo>
                  <a:pt x="329927" y="56140"/>
                </a:lnTo>
                <a:lnTo>
                  <a:pt x="310991" y="55188"/>
                </a:lnTo>
                <a:lnTo>
                  <a:pt x="292075" y="54159"/>
                </a:lnTo>
                <a:lnTo>
                  <a:pt x="273148" y="53026"/>
                </a:lnTo>
                <a:lnTo>
                  <a:pt x="254241" y="51806"/>
                </a:lnTo>
                <a:lnTo>
                  <a:pt x="235334" y="50473"/>
                </a:lnTo>
                <a:lnTo>
                  <a:pt x="216437" y="49016"/>
                </a:lnTo>
                <a:lnTo>
                  <a:pt x="197558" y="47425"/>
                </a:lnTo>
                <a:lnTo>
                  <a:pt x="178679" y="45691"/>
                </a:lnTo>
                <a:lnTo>
                  <a:pt x="159830" y="43786"/>
                </a:lnTo>
                <a:lnTo>
                  <a:pt x="140989" y="41681"/>
                </a:lnTo>
                <a:lnTo>
                  <a:pt x="122187" y="39338"/>
                </a:lnTo>
                <a:lnTo>
                  <a:pt x="103413" y="36709"/>
                </a:lnTo>
                <a:lnTo>
                  <a:pt x="84706" y="33728"/>
                </a:lnTo>
                <a:lnTo>
                  <a:pt x="66065" y="30270"/>
                </a:lnTo>
                <a:lnTo>
                  <a:pt x="47577" y="26137"/>
                </a:lnTo>
                <a:lnTo>
                  <a:pt x="29356" y="20945"/>
                </a:lnTo>
                <a:lnTo>
                  <a:pt x="11887" y="13668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78A8D5"/>
          </a:solidFill>
          <a:ln xmlns:a="http://schemas.openxmlformats.org/drawingml/2006/main" w="9525">
            <a:solidFill>
              <a:srgbClr val="FFFFFF">
                <a:alpha val="13000"/>
              </a:srgbClr>
            </a:solidFill>
            <a:prstDash val="solid"/>
          </a:ln>
        </p:spPr>
      </p:sp>
      <p:sp>
        <p:nvSpPr>
          <p:cNvPr id="56" name="funnel-step-cap-5">
            <a:extLst xmlns:a="http://schemas.openxmlformats.org/drawingml/2006/main">
              <a:ext uri="{FF2B5EF4-FFF2-40B4-BE49-F238E27FC236}">
                <a16:creationId xmlns:a16="http://schemas.microsoft.com/office/drawing/2014/main" id="{E2415267-78F1-4432-AD74-C1E77B41A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10844" y="5434270"/>
            <a:ext cx="1217552" cy="17728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8A8D5"/>
          </a:solidFill>
          <a:ln xmlns:a="http://schemas.openxmlformats.org/drawingml/2006/main" w="19050">
            <a:solidFill>
              <a:srgbClr val="8BBAF2"/>
            </a:solidFill>
            <a:prstDash val="solid"/>
          </a:ln>
        </p:spPr>
      </p:sp>
      <p:sp>
        <p:nvSpPr>
          <p:cNvPr id="57" name="funnel-flow-arrow">
            <a:extLst xmlns:a="http://schemas.openxmlformats.org/drawingml/2006/main">
              <a:ext uri="{FF2B5EF4-FFF2-40B4-BE49-F238E27FC236}">
                <a16:creationId xmlns:a16="http://schemas.microsoft.com/office/drawing/2014/main" id="{40751638-6747-48D4-A964-2743EC276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52850" y="2466975"/>
            <a:ext cx="1733550" cy="3631178"/>
          </a:xfrm>
          <a:custGeom xmlns:a="http://schemas.openxmlformats.org/drawingml/2006/main">
            <a:pathLst>
              <a:path w="1733550" h="3631178">
                <a:moveTo>
                  <a:pt x="0" y="0"/>
                </a:moveTo>
                <a:lnTo>
                  <a:pt x="0" y="42834"/>
                </a:lnTo>
                <a:lnTo>
                  <a:pt x="9249" y="84525"/>
                </a:lnTo>
                <a:lnTo>
                  <a:pt x="19660" y="126063"/>
                </a:lnTo>
                <a:lnTo>
                  <a:pt x="30070" y="167611"/>
                </a:lnTo>
                <a:lnTo>
                  <a:pt x="40491" y="209159"/>
                </a:lnTo>
                <a:lnTo>
                  <a:pt x="50902" y="250708"/>
                </a:lnTo>
                <a:lnTo>
                  <a:pt x="61312" y="292256"/>
                </a:lnTo>
                <a:lnTo>
                  <a:pt x="71723" y="333794"/>
                </a:lnTo>
                <a:lnTo>
                  <a:pt x="82144" y="375342"/>
                </a:lnTo>
                <a:lnTo>
                  <a:pt x="92554" y="416890"/>
                </a:lnTo>
                <a:lnTo>
                  <a:pt x="102965" y="458438"/>
                </a:lnTo>
                <a:lnTo>
                  <a:pt x="113376" y="499977"/>
                </a:lnTo>
                <a:lnTo>
                  <a:pt x="123796" y="541525"/>
                </a:lnTo>
                <a:lnTo>
                  <a:pt x="134207" y="583073"/>
                </a:lnTo>
                <a:lnTo>
                  <a:pt x="143599" y="624850"/>
                </a:lnTo>
                <a:lnTo>
                  <a:pt x="151924" y="666864"/>
                </a:lnTo>
                <a:lnTo>
                  <a:pt x="159915" y="708946"/>
                </a:lnTo>
                <a:lnTo>
                  <a:pt x="167916" y="751018"/>
                </a:lnTo>
                <a:lnTo>
                  <a:pt x="175908" y="793099"/>
                </a:lnTo>
                <a:lnTo>
                  <a:pt x="183899" y="835181"/>
                </a:lnTo>
                <a:lnTo>
                  <a:pt x="191900" y="877253"/>
                </a:lnTo>
                <a:lnTo>
                  <a:pt x="199892" y="919334"/>
                </a:lnTo>
                <a:lnTo>
                  <a:pt x="207883" y="961415"/>
                </a:lnTo>
                <a:lnTo>
                  <a:pt x="215884" y="1003487"/>
                </a:lnTo>
                <a:lnTo>
                  <a:pt x="223876" y="1045569"/>
                </a:lnTo>
                <a:lnTo>
                  <a:pt x="231867" y="1087650"/>
                </a:lnTo>
                <a:lnTo>
                  <a:pt x="239868" y="1129722"/>
                </a:lnTo>
                <a:lnTo>
                  <a:pt x="247860" y="1171804"/>
                </a:lnTo>
                <a:lnTo>
                  <a:pt x="255746" y="1213904"/>
                </a:lnTo>
                <a:lnTo>
                  <a:pt x="263300" y="1256062"/>
                </a:lnTo>
                <a:lnTo>
                  <a:pt x="270577" y="1298267"/>
                </a:lnTo>
                <a:lnTo>
                  <a:pt x="277854" y="1340482"/>
                </a:lnTo>
                <a:lnTo>
                  <a:pt x="285131" y="1382687"/>
                </a:lnTo>
                <a:lnTo>
                  <a:pt x="292408" y="1424892"/>
                </a:lnTo>
                <a:lnTo>
                  <a:pt x="299685" y="1467107"/>
                </a:lnTo>
                <a:lnTo>
                  <a:pt x="306972" y="1509312"/>
                </a:lnTo>
                <a:lnTo>
                  <a:pt x="314249" y="1551518"/>
                </a:lnTo>
                <a:lnTo>
                  <a:pt x="321526" y="1593733"/>
                </a:lnTo>
                <a:lnTo>
                  <a:pt x="328803" y="1635938"/>
                </a:lnTo>
                <a:lnTo>
                  <a:pt x="336080" y="1678143"/>
                </a:lnTo>
                <a:lnTo>
                  <a:pt x="343357" y="1720358"/>
                </a:lnTo>
                <a:lnTo>
                  <a:pt x="350634" y="1762563"/>
                </a:lnTo>
                <a:lnTo>
                  <a:pt x="357911" y="1804768"/>
                </a:lnTo>
                <a:lnTo>
                  <a:pt x="364931" y="1847021"/>
                </a:lnTo>
                <a:lnTo>
                  <a:pt x="371799" y="1889303"/>
                </a:lnTo>
                <a:lnTo>
                  <a:pt x="378657" y="1931575"/>
                </a:lnTo>
                <a:lnTo>
                  <a:pt x="385515" y="1973856"/>
                </a:lnTo>
                <a:lnTo>
                  <a:pt x="392363" y="2016138"/>
                </a:lnTo>
                <a:lnTo>
                  <a:pt x="399221" y="2058419"/>
                </a:lnTo>
                <a:lnTo>
                  <a:pt x="406070" y="2100691"/>
                </a:lnTo>
                <a:lnTo>
                  <a:pt x="412928" y="2142973"/>
                </a:lnTo>
                <a:lnTo>
                  <a:pt x="419776" y="2185254"/>
                </a:lnTo>
                <a:lnTo>
                  <a:pt x="426634" y="2227536"/>
                </a:lnTo>
                <a:lnTo>
                  <a:pt x="433492" y="2269808"/>
                </a:lnTo>
                <a:lnTo>
                  <a:pt x="440341" y="2312089"/>
                </a:lnTo>
                <a:lnTo>
                  <a:pt x="447199" y="2354370"/>
                </a:lnTo>
                <a:lnTo>
                  <a:pt x="454047" y="2396652"/>
                </a:lnTo>
                <a:lnTo>
                  <a:pt x="460772" y="2438952"/>
                </a:lnTo>
                <a:lnTo>
                  <a:pt x="467382" y="2481263"/>
                </a:lnTo>
                <a:lnTo>
                  <a:pt x="473954" y="2523592"/>
                </a:lnTo>
                <a:lnTo>
                  <a:pt x="480517" y="2565921"/>
                </a:lnTo>
                <a:lnTo>
                  <a:pt x="487089" y="2608240"/>
                </a:lnTo>
                <a:lnTo>
                  <a:pt x="493652" y="2650569"/>
                </a:lnTo>
                <a:lnTo>
                  <a:pt x="500224" y="2692889"/>
                </a:lnTo>
                <a:lnTo>
                  <a:pt x="506787" y="2735218"/>
                </a:lnTo>
                <a:lnTo>
                  <a:pt x="513359" y="2777538"/>
                </a:lnTo>
                <a:lnTo>
                  <a:pt x="519922" y="2819867"/>
                </a:lnTo>
                <a:lnTo>
                  <a:pt x="526494" y="2862186"/>
                </a:lnTo>
                <a:lnTo>
                  <a:pt x="533057" y="2904515"/>
                </a:lnTo>
                <a:lnTo>
                  <a:pt x="539629" y="2946835"/>
                </a:lnTo>
                <a:lnTo>
                  <a:pt x="503692" y="2952750"/>
                </a:lnTo>
                <a:lnTo>
                  <a:pt x="460867" y="2952750"/>
                </a:lnTo>
                <a:lnTo>
                  <a:pt x="418033" y="2952750"/>
                </a:lnTo>
                <a:lnTo>
                  <a:pt x="375199" y="2952750"/>
                </a:lnTo>
                <a:lnTo>
                  <a:pt x="332375" y="2952750"/>
                </a:lnTo>
                <a:lnTo>
                  <a:pt x="289541" y="2952750"/>
                </a:lnTo>
                <a:lnTo>
                  <a:pt x="246707" y="2952750"/>
                </a:lnTo>
                <a:lnTo>
                  <a:pt x="225514" y="2962056"/>
                </a:lnTo>
                <a:lnTo>
                  <a:pt x="254975" y="2993136"/>
                </a:lnTo>
                <a:lnTo>
                  <a:pt x="284445" y="3024226"/>
                </a:lnTo>
                <a:lnTo>
                  <a:pt x="313906" y="3055306"/>
                </a:lnTo>
                <a:lnTo>
                  <a:pt x="343376" y="3086395"/>
                </a:lnTo>
                <a:lnTo>
                  <a:pt x="372837" y="3117475"/>
                </a:lnTo>
                <a:lnTo>
                  <a:pt x="402307" y="3148565"/>
                </a:lnTo>
                <a:lnTo>
                  <a:pt x="431768" y="3179645"/>
                </a:lnTo>
                <a:lnTo>
                  <a:pt x="461239" y="3210735"/>
                </a:lnTo>
                <a:lnTo>
                  <a:pt x="490699" y="3241815"/>
                </a:lnTo>
                <a:lnTo>
                  <a:pt x="520170" y="3272904"/>
                </a:lnTo>
                <a:lnTo>
                  <a:pt x="549631" y="3303984"/>
                </a:lnTo>
                <a:lnTo>
                  <a:pt x="579101" y="3335074"/>
                </a:lnTo>
                <a:lnTo>
                  <a:pt x="608571" y="3366154"/>
                </a:lnTo>
                <a:lnTo>
                  <a:pt x="638032" y="3397244"/>
                </a:lnTo>
                <a:lnTo>
                  <a:pt x="667502" y="3428324"/>
                </a:lnTo>
                <a:lnTo>
                  <a:pt x="696963" y="3459413"/>
                </a:lnTo>
                <a:lnTo>
                  <a:pt x="726434" y="3490493"/>
                </a:lnTo>
                <a:lnTo>
                  <a:pt x="755894" y="3521583"/>
                </a:lnTo>
                <a:lnTo>
                  <a:pt x="785365" y="3552663"/>
                </a:lnTo>
                <a:lnTo>
                  <a:pt x="814826" y="3583753"/>
                </a:lnTo>
                <a:lnTo>
                  <a:pt x="844296" y="3614833"/>
                </a:lnTo>
                <a:lnTo>
                  <a:pt x="873757" y="3631178"/>
                </a:lnTo>
                <a:lnTo>
                  <a:pt x="903227" y="3600098"/>
                </a:lnTo>
                <a:lnTo>
                  <a:pt x="932688" y="3569008"/>
                </a:lnTo>
                <a:lnTo>
                  <a:pt x="962158" y="3537928"/>
                </a:lnTo>
                <a:lnTo>
                  <a:pt x="991619" y="3506838"/>
                </a:lnTo>
                <a:lnTo>
                  <a:pt x="1021090" y="3475758"/>
                </a:lnTo>
                <a:lnTo>
                  <a:pt x="1050550" y="3444669"/>
                </a:lnTo>
                <a:lnTo>
                  <a:pt x="1080021" y="3413589"/>
                </a:lnTo>
                <a:lnTo>
                  <a:pt x="1109491" y="3382499"/>
                </a:lnTo>
                <a:lnTo>
                  <a:pt x="1138952" y="3351419"/>
                </a:lnTo>
                <a:lnTo>
                  <a:pt x="1168422" y="3320329"/>
                </a:lnTo>
                <a:lnTo>
                  <a:pt x="1197883" y="3289249"/>
                </a:lnTo>
                <a:lnTo>
                  <a:pt x="1227353" y="3258160"/>
                </a:lnTo>
                <a:lnTo>
                  <a:pt x="1256814" y="3227080"/>
                </a:lnTo>
                <a:lnTo>
                  <a:pt x="1286285" y="3195990"/>
                </a:lnTo>
                <a:lnTo>
                  <a:pt x="1315745" y="3164910"/>
                </a:lnTo>
                <a:lnTo>
                  <a:pt x="1345216" y="3133820"/>
                </a:lnTo>
                <a:lnTo>
                  <a:pt x="1374677" y="3102740"/>
                </a:lnTo>
                <a:lnTo>
                  <a:pt x="1404147" y="3071651"/>
                </a:lnTo>
                <a:lnTo>
                  <a:pt x="1433608" y="3040571"/>
                </a:lnTo>
                <a:lnTo>
                  <a:pt x="1463078" y="3009481"/>
                </a:lnTo>
                <a:lnTo>
                  <a:pt x="1492539" y="2978401"/>
                </a:lnTo>
                <a:lnTo>
                  <a:pt x="1509370" y="2952750"/>
                </a:lnTo>
                <a:lnTo>
                  <a:pt x="1466536" y="2952750"/>
                </a:lnTo>
                <a:lnTo>
                  <a:pt x="1423702" y="2952750"/>
                </a:lnTo>
                <a:lnTo>
                  <a:pt x="1380877" y="2952750"/>
                </a:lnTo>
                <a:lnTo>
                  <a:pt x="1338043" y="2952750"/>
                </a:lnTo>
                <a:lnTo>
                  <a:pt x="1295210" y="2952750"/>
                </a:lnTo>
                <a:lnTo>
                  <a:pt x="1252385" y="2952750"/>
                </a:lnTo>
                <a:lnTo>
                  <a:pt x="1209551" y="2952750"/>
                </a:lnTo>
                <a:lnTo>
                  <a:pt x="1197035" y="2926775"/>
                </a:lnTo>
                <a:lnTo>
                  <a:pt x="1203608" y="2884446"/>
                </a:lnTo>
                <a:lnTo>
                  <a:pt x="1210170" y="2842127"/>
                </a:lnTo>
                <a:lnTo>
                  <a:pt x="1216743" y="2799798"/>
                </a:lnTo>
                <a:lnTo>
                  <a:pt x="1223305" y="2757478"/>
                </a:lnTo>
                <a:lnTo>
                  <a:pt x="1229878" y="2715149"/>
                </a:lnTo>
                <a:lnTo>
                  <a:pt x="1236440" y="2672829"/>
                </a:lnTo>
                <a:lnTo>
                  <a:pt x="1243013" y="2630500"/>
                </a:lnTo>
                <a:lnTo>
                  <a:pt x="1249575" y="2588171"/>
                </a:lnTo>
                <a:lnTo>
                  <a:pt x="1256147" y="2545852"/>
                </a:lnTo>
                <a:lnTo>
                  <a:pt x="1262710" y="2503522"/>
                </a:lnTo>
                <a:lnTo>
                  <a:pt x="1269282" y="2461203"/>
                </a:lnTo>
                <a:lnTo>
                  <a:pt x="1275940" y="2418893"/>
                </a:lnTo>
                <a:lnTo>
                  <a:pt x="1282751" y="2376602"/>
                </a:lnTo>
                <a:lnTo>
                  <a:pt x="1289599" y="2334330"/>
                </a:lnTo>
                <a:lnTo>
                  <a:pt x="1296457" y="2292048"/>
                </a:lnTo>
                <a:lnTo>
                  <a:pt x="1303315" y="2249767"/>
                </a:lnTo>
                <a:lnTo>
                  <a:pt x="1310164" y="2207485"/>
                </a:lnTo>
                <a:lnTo>
                  <a:pt x="1317022" y="2165213"/>
                </a:lnTo>
                <a:lnTo>
                  <a:pt x="1323870" y="2122932"/>
                </a:lnTo>
                <a:lnTo>
                  <a:pt x="1330728" y="2080651"/>
                </a:lnTo>
                <a:lnTo>
                  <a:pt x="1337577" y="2038369"/>
                </a:lnTo>
                <a:lnTo>
                  <a:pt x="1344435" y="1996097"/>
                </a:lnTo>
                <a:lnTo>
                  <a:pt x="1351293" y="1953816"/>
                </a:lnTo>
                <a:lnTo>
                  <a:pt x="1358141" y="1911534"/>
                </a:lnTo>
                <a:lnTo>
                  <a:pt x="1364999" y="1869253"/>
                </a:lnTo>
                <a:lnTo>
                  <a:pt x="1371952" y="1826990"/>
                </a:lnTo>
                <a:lnTo>
                  <a:pt x="1379087" y="1784756"/>
                </a:lnTo>
                <a:lnTo>
                  <a:pt x="1386364" y="1742551"/>
                </a:lnTo>
                <a:lnTo>
                  <a:pt x="1393641" y="1700346"/>
                </a:lnTo>
                <a:lnTo>
                  <a:pt x="1400918" y="1658131"/>
                </a:lnTo>
                <a:lnTo>
                  <a:pt x="1408195" y="1615926"/>
                </a:lnTo>
                <a:lnTo>
                  <a:pt x="1415482" y="1573721"/>
                </a:lnTo>
                <a:lnTo>
                  <a:pt x="1422759" y="1531515"/>
                </a:lnTo>
                <a:lnTo>
                  <a:pt x="1430036" y="1489300"/>
                </a:lnTo>
                <a:lnTo>
                  <a:pt x="1437313" y="1447095"/>
                </a:lnTo>
                <a:lnTo>
                  <a:pt x="1444590" y="1404890"/>
                </a:lnTo>
                <a:lnTo>
                  <a:pt x="1451867" y="1362675"/>
                </a:lnTo>
                <a:lnTo>
                  <a:pt x="1459144" y="1320470"/>
                </a:lnTo>
                <a:lnTo>
                  <a:pt x="1466421" y="1278265"/>
                </a:lnTo>
                <a:lnTo>
                  <a:pt x="1473813" y="1236069"/>
                </a:lnTo>
                <a:lnTo>
                  <a:pt x="1481490" y="1193930"/>
                </a:lnTo>
                <a:lnTo>
                  <a:pt x="1489481" y="1151858"/>
                </a:lnTo>
                <a:lnTo>
                  <a:pt x="1497473" y="1109777"/>
                </a:lnTo>
                <a:lnTo>
                  <a:pt x="1505474" y="1067695"/>
                </a:lnTo>
                <a:lnTo>
                  <a:pt x="1513465" y="1025623"/>
                </a:lnTo>
                <a:lnTo>
                  <a:pt x="1521457" y="983542"/>
                </a:lnTo>
                <a:lnTo>
                  <a:pt x="1529458" y="941461"/>
                </a:lnTo>
                <a:lnTo>
                  <a:pt x="1537449" y="899389"/>
                </a:lnTo>
                <a:lnTo>
                  <a:pt x="1545441" y="857307"/>
                </a:lnTo>
                <a:lnTo>
                  <a:pt x="1553442" y="815226"/>
                </a:lnTo>
                <a:lnTo>
                  <a:pt x="1561433" y="773154"/>
                </a:lnTo>
                <a:lnTo>
                  <a:pt x="1569425" y="731072"/>
                </a:lnTo>
                <a:lnTo>
                  <a:pt x="1577426" y="688991"/>
                </a:lnTo>
                <a:lnTo>
                  <a:pt x="1585446" y="646919"/>
                </a:lnTo>
                <a:lnTo>
                  <a:pt x="1594009" y="604952"/>
                </a:lnTo>
                <a:lnTo>
                  <a:pt x="1604277" y="563375"/>
                </a:lnTo>
                <a:lnTo>
                  <a:pt x="1614697" y="521827"/>
                </a:lnTo>
                <a:lnTo>
                  <a:pt x="1625108" y="480289"/>
                </a:lnTo>
                <a:lnTo>
                  <a:pt x="1635519" y="438741"/>
                </a:lnTo>
                <a:lnTo>
                  <a:pt x="1645930" y="397193"/>
                </a:lnTo>
                <a:lnTo>
                  <a:pt x="1656350" y="355644"/>
                </a:lnTo>
                <a:lnTo>
                  <a:pt x="1666761" y="314096"/>
                </a:lnTo>
                <a:lnTo>
                  <a:pt x="1677172" y="272558"/>
                </a:lnTo>
                <a:lnTo>
                  <a:pt x="1687582" y="231010"/>
                </a:lnTo>
                <a:lnTo>
                  <a:pt x="1698003" y="189462"/>
                </a:lnTo>
                <a:lnTo>
                  <a:pt x="1708414" y="147914"/>
                </a:lnTo>
                <a:lnTo>
                  <a:pt x="1718824" y="106366"/>
                </a:lnTo>
                <a:lnTo>
                  <a:pt x="1729235" y="64827"/>
                </a:lnTo>
                <a:lnTo>
                  <a:pt x="1733550" y="22527"/>
                </a:lnTo>
                <a:lnTo>
                  <a:pt x="1713243" y="0"/>
                </a:lnTo>
                <a:lnTo>
                  <a:pt x="1670418" y="0"/>
                </a:lnTo>
                <a:lnTo>
                  <a:pt x="1627584" y="0"/>
                </a:lnTo>
                <a:lnTo>
                  <a:pt x="1584750" y="0"/>
                </a:lnTo>
                <a:lnTo>
                  <a:pt x="1541917" y="0"/>
                </a:lnTo>
                <a:lnTo>
                  <a:pt x="1499092" y="0"/>
                </a:lnTo>
                <a:lnTo>
                  <a:pt x="1456258" y="0"/>
                </a:lnTo>
                <a:lnTo>
                  <a:pt x="1413424" y="0"/>
                </a:lnTo>
                <a:lnTo>
                  <a:pt x="1370600" y="0"/>
                </a:lnTo>
                <a:lnTo>
                  <a:pt x="1327766" y="0"/>
                </a:lnTo>
                <a:lnTo>
                  <a:pt x="1284932" y="0"/>
                </a:lnTo>
                <a:lnTo>
                  <a:pt x="1242098" y="0"/>
                </a:lnTo>
                <a:lnTo>
                  <a:pt x="1199274" y="0"/>
                </a:lnTo>
                <a:lnTo>
                  <a:pt x="1156440" y="0"/>
                </a:lnTo>
                <a:lnTo>
                  <a:pt x="1113606" y="0"/>
                </a:lnTo>
                <a:lnTo>
                  <a:pt x="1070781" y="0"/>
                </a:lnTo>
                <a:lnTo>
                  <a:pt x="1027948" y="0"/>
                </a:lnTo>
                <a:lnTo>
                  <a:pt x="985114" y="0"/>
                </a:lnTo>
                <a:lnTo>
                  <a:pt x="942289" y="0"/>
                </a:lnTo>
                <a:lnTo>
                  <a:pt x="899455" y="0"/>
                </a:lnTo>
                <a:lnTo>
                  <a:pt x="856621" y="0"/>
                </a:lnTo>
                <a:lnTo>
                  <a:pt x="813787" y="0"/>
                </a:lnTo>
                <a:lnTo>
                  <a:pt x="770963" y="0"/>
                </a:lnTo>
                <a:lnTo>
                  <a:pt x="728129" y="0"/>
                </a:lnTo>
                <a:lnTo>
                  <a:pt x="685295" y="0"/>
                </a:lnTo>
                <a:lnTo>
                  <a:pt x="642471" y="0"/>
                </a:lnTo>
                <a:lnTo>
                  <a:pt x="599637" y="0"/>
                </a:lnTo>
                <a:lnTo>
                  <a:pt x="556803" y="0"/>
                </a:lnTo>
                <a:lnTo>
                  <a:pt x="513969" y="0"/>
                </a:lnTo>
                <a:lnTo>
                  <a:pt x="471145" y="0"/>
                </a:lnTo>
                <a:lnTo>
                  <a:pt x="428311" y="0"/>
                </a:lnTo>
                <a:lnTo>
                  <a:pt x="385477" y="0"/>
                </a:lnTo>
                <a:lnTo>
                  <a:pt x="342652" y="0"/>
                </a:lnTo>
                <a:lnTo>
                  <a:pt x="299818" y="0"/>
                </a:lnTo>
                <a:lnTo>
                  <a:pt x="256985" y="0"/>
                </a:lnTo>
                <a:lnTo>
                  <a:pt x="214160" y="0"/>
                </a:lnTo>
                <a:lnTo>
                  <a:pt x="171326" y="0"/>
                </a:lnTo>
                <a:lnTo>
                  <a:pt x="128492" y="0"/>
                </a:lnTo>
                <a:lnTo>
                  <a:pt x="85658" y="0"/>
                </a:lnTo>
                <a:lnTo>
                  <a:pt x="42834" y="0"/>
                </a:lnTo>
                <a:lnTo>
                  <a:pt x="0" y="0"/>
                </a:lnTo>
                <a:close/>
              </a:path>
            </a:pathLst>
          </a:custGeom>
          <a:gradFill xmlns:a="http://schemas.openxmlformats.org/drawingml/2006/main">
            <a:gsLst>
              <a:gs pos="0">
                <a:srgbClr val="000000"/>
              </a:gs>
              <a:gs pos="42">
                <a:srgbClr val="B8D8F2">
                  <a:alpha val="16000"/>
                </a:srgbClr>
              </a:gs>
              <a:gs pos="76">
                <a:srgbClr val="8FC4EE">
                  <a:alpha val="32000"/>
                </a:srgbClr>
              </a:gs>
              <a:gs pos="100">
                <a:srgbClr val="72B3E8">
                  <a:alpha val="52000"/>
                </a:srgbClr>
              </a:gs>
            </a:gsLst>
            <a:lin ang="10800000"/>
          </a:gradFill>
          <a:ln xmlns:a="http://schemas.openxmlformats.org/drawingml/2006/main" w="9525">
            <a:noFill/>
            <a:prstDash val="solid"/>
          </a:ln>
        </p:spPr>
      </p:sp>
      <p:sp>
        <p:nvSpPr>
          <p:cNvPr id="58" name="phase-label-0">
            <a:extLst xmlns:a="http://schemas.openxmlformats.org/drawingml/2006/main">
              <a:ext uri="{FF2B5EF4-FFF2-40B4-BE49-F238E27FC236}">
                <a16:creationId xmlns:a16="http://schemas.microsoft.com/office/drawing/2014/main" id="{5767B14D-6BBD-4BFF-8833-71ADCAC9D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1638300"/>
            <a:ext cx="228600" cy="205576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阶段一</a:t>
            </a:r>
          </a:p>
        </p:txBody>
      </p:sp>
      <p:sp>
        <p:nvSpPr>
          <p:cNvPr id="59" name="phase-label-1">
            <a:extLst xmlns:a="http://schemas.openxmlformats.org/drawingml/2006/main">
              <a:ext uri="{FF2B5EF4-FFF2-40B4-BE49-F238E27FC236}">
                <a16:creationId xmlns:a16="http://schemas.microsoft.com/office/drawing/2014/main" id="{6FFABDA7-9A4C-4BF4-B246-E9C7DFA63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3694062"/>
            <a:ext cx="228600" cy="120327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阶段二</a:t>
            </a:r>
          </a:p>
        </p:txBody>
      </p:sp>
      <p:sp>
        <p:nvSpPr>
          <p:cNvPr id="60" name="phase-label-2">
            <a:extLst xmlns:a="http://schemas.openxmlformats.org/drawingml/2006/main">
              <a:ext uri="{FF2B5EF4-FFF2-40B4-BE49-F238E27FC236}">
                <a16:creationId xmlns:a16="http://schemas.microsoft.com/office/drawing/2014/main" id="{FAE5CD53-351E-4239-9592-67D371D4F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4897336"/>
            <a:ext cx="228600" cy="13128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阶段三</a:t>
            </a:r>
          </a:p>
        </p:txBody>
      </p:sp>
      <p:sp>
        <p:nvSpPr>
          <p:cNvPr id="61" name="funnel-step-title-0">
            <a:extLst xmlns:a="http://schemas.openxmlformats.org/drawingml/2006/main">
              <a:ext uri="{FF2B5EF4-FFF2-40B4-BE49-F238E27FC236}">
                <a16:creationId xmlns:a16="http://schemas.microsoft.com/office/drawing/2014/main" id="{F1AF44A9-4477-4B71-8EB7-9EB11E146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311728" y="2653455"/>
            <a:ext cx="2615803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广泛触达</a:t>
            </a:r>
          </a:p>
        </p:txBody>
      </p:sp>
      <p:sp>
        <p:nvSpPr>
          <p:cNvPr id="62" name="funnel-step-title-1">
            <a:extLst xmlns:a="http://schemas.openxmlformats.org/drawingml/2006/main">
              <a:ext uri="{FF2B5EF4-FFF2-40B4-BE49-F238E27FC236}">
                <a16:creationId xmlns:a16="http://schemas.microsoft.com/office/drawing/2014/main" id="{EA9C8FDD-5EC1-4F45-B1EC-7C7814532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528117" y="3255169"/>
            <a:ext cx="2183016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兴趣识别</a:t>
            </a:r>
          </a:p>
        </p:txBody>
      </p:sp>
      <p:sp>
        <p:nvSpPr>
          <p:cNvPr id="63" name="funnel-step-title-2">
            <a:extLst xmlns:a="http://schemas.openxmlformats.org/drawingml/2006/main">
              <a:ext uri="{FF2B5EF4-FFF2-40B4-BE49-F238E27FC236}">
                <a16:creationId xmlns:a16="http://schemas.microsoft.com/office/drawing/2014/main" id="{58222450-A64F-4C5D-A13B-35BC3771C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25018" y="3856730"/>
            <a:ext cx="1789214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意向培育</a:t>
            </a:r>
          </a:p>
        </p:txBody>
      </p:sp>
      <p:sp>
        <p:nvSpPr>
          <p:cNvPr id="64" name="funnel-step-title-3">
            <a:extLst xmlns:a="http://schemas.openxmlformats.org/drawingml/2006/main">
              <a:ext uri="{FF2B5EF4-FFF2-40B4-BE49-F238E27FC236}">
                <a16:creationId xmlns:a16="http://schemas.microsoft.com/office/drawing/2014/main" id="{B072611D-DE87-4990-AC68-DF1E8DA8D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10165" y="4458443"/>
            <a:ext cx="141893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行动转化</a:t>
            </a:r>
          </a:p>
        </p:txBody>
      </p:sp>
      <p:sp>
        <p:nvSpPr>
          <p:cNvPr id="65" name="funnel-step-title-4">
            <a:extLst xmlns:a="http://schemas.openxmlformats.org/drawingml/2006/main">
              <a:ext uri="{FF2B5EF4-FFF2-40B4-BE49-F238E27FC236}">
                <a16:creationId xmlns:a16="http://schemas.microsoft.com/office/drawing/2014/main" id="{B593B836-E446-475F-BFE9-88E2A3AE3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87120" y="5060156"/>
            <a:ext cx="1065019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持续留存</a:t>
            </a:r>
          </a:p>
        </p:txBody>
      </p:sp>
      <p:sp>
        <p:nvSpPr>
          <p:cNvPr id="66" name="funnel-step-title-5">
            <a:extLst xmlns:a="http://schemas.openxmlformats.org/drawingml/2006/main">
              <a:ext uri="{FF2B5EF4-FFF2-40B4-BE49-F238E27FC236}">
                <a16:creationId xmlns:a16="http://schemas.microsoft.com/office/drawing/2014/main" id="{B58F93BF-CA23-48DB-A070-70E7F6124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200525" y="5661717"/>
            <a:ext cx="8382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价值增长</a:t>
            </a:r>
          </a:p>
        </p:txBody>
      </p:sp>
      <p:sp>
        <p:nvSpPr>
          <p:cNvPr id="67" name="input-core-0">
            <a:extLst xmlns:a="http://schemas.openxmlformats.org/drawingml/2006/main">
              <a:ext uri="{FF2B5EF4-FFF2-40B4-BE49-F238E27FC236}">
                <a16:creationId xmlns:a16="http://schemas.microsoft.com/office/drawing/2014/main" id="{A668999E-8FAD-4FA4-A925-6B4DB24BD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890838" y="194310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23"/>
          <a:fontRef xmlns:a="http://schemas.openxmlformats.org/drawingml/2006/main" idx="major"/>
        </p:style>
      </p:sp>
      <p:pic>
        <p:nvPicPr>
          <p:cNvPr id="14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c48553739a74f86">
            <a:extLst>
              <a:ext uri="{96DAC541-7B7A-43D3-8B79-37D633B846F1}">
                <asvg:svgBlip xmlns:asvg="http://schemas.microsoft.com/office/drawing/2016/SVG/main" r:embed="Re6db7f9e0ef44793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2986088" y="2038350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69" name="input-core-1">
            <a:extLst xmlns:a="http://schemas.openxmlformats.org/drawingml/2006/main">
              <a:ext uri="{FF2B5EF4-FFF2-40B4-BE49-F238E27FC236}">
                <a16:creationId xmlns:a16="http://schemas.microsoft.com/office/drawing/2014/main" id="{9421E5A0-E2BA-4569-9DBE-4621E6D37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419475" y="1781175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23"/>
          <a:fontRef xmlns:a="http://schemas.openxmlformats.org/drawingml/2006/main" idx="major"/>
        </p:style>
      </p:sp>
      <p:pic>
        <p:nvPicPr>
          <p:cNvPr id="15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c065335edcd4eef">
            <a:extLst>
              <a:ext uri="{96DAC541-7B7A-43D3-8B79-37D633B846F1}">
                <asvg:svgBlip xmlns:asvg="http://schemas.microsoft.com/office/drawing/2016/SVG/main" r:embed="R30f4439eff5e474a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3514725" y="1876425"/>
            <a:ext cx="209550" cy="209550"/>
          </a:xfrm>
          <a:prstGeom xmlns:a="http://schemas.openxmlformats.org/drawingml/2006/main" prst="rect">
            <a:avLst/>
          </a:prstGeom>
        </p:spPr>
      </p:pic>
      <p:sp>
        <p:nvSpPr>
          <p:cNvPr id="71" name="input-core-2">
            <a:extLst xmlns:a="http://schemas.openxmlformats.org/drawingml/2006/main">
              <a:ext uri="{FF2B5EF4-FFF2-40B4-BE49-F238E27FC236}">
                <a16:creationId xmlns:a16="http://schemas.microsoft.com/office/drawing/2014/main" id="{2291CFA3-D36E-4DB1-9D72-73C62FEBF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890963" y="163830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23"/>
          <a:fontRef xmlns:a="http://schemas.openxmlformats.org/drawingml/2006/main" idx="major"/>
        </p:style>
      </p:sp>
      <p:pic>
        <p:nvPicPr>
          <p:cNvPr id="15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18231e7a34a46ff">
            <a:extLst>
              <a:ext uri="{96DAC541-7B7A-43D3-8B79-37D633B846F1}">
                <asvg:svgBlip xmlns:asvg="http://schemas.microsoft.com/office/drawing/2016/SVG/main" r:embed="R4a3123ed306a404f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3986213" y="1733550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73" name="input-core-3">
            <a:extLst xmlns:a="http://schemas.openxmlformats.org/drawingml/2006/main">
              <a:ext uri="{FF2B5EF4-FFF2-40B4-BE49-F238E27FC236}">
                <a16:creationId xmlns:a16="http://schemas.microsoft.com/office/drawing/2014/main" id="{5A09B7AD-C507-44A9-AA48-1B4C03A1E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419600" y="1628775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23"/>
          <a:fontRef xmlns:a="http://schemas.openxmlformats.org/drawingml/2006/main" idx="major"/>
        </p:style>
      </p:sp>
      <p:pic>
        <p:nvPicPr>
          <p:cNvPr id="15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9ef52476c7f4ac5">
            <a:extLst>
              <a:ext uri="{96DAC541-7B7A-43D3-8B79-37D633B846F1}">
                <asvg:svgBlip xmlns:asvg="http://schemas.microsoft.com/office/drawing/2016/SVG/main" r:embed="R622bf5c8d7c847fc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4514850" y="1724025"/>
            <a:ext cx="209550" cy="209550"/>
          </a:xfrm>
          <a:prstGeom xmlns:a="http://schemas.openxmlformats.org/drawingml/2006/main" prst="rect">
            <a:avLst/>
          </a:prstGeom>
        </p:spPr>
      </p:pic>
      <p:sp>
        <p:nvSpPr>
          <p:cNvPr id="75" name="input-core-4">
            <a:extLst xmlns:a="http://schemas.openxmlformats.org/drawingml/2006/main">
              <a:ext uri="{FF2B5EF4-FFF2-40B4-BE49-F238E27FC236}">
                <a16:creationId xmlns:a16="http://schemas.microsoft.com/office/drawing/2014/main" id="{587C1BEE-9DA9-4B8C-8948-BF7B111E4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891088" y="168592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23"/>
          <a:fontRef xmlns:a="http://schemas.openxmlformats.org/drawingml/2006/main" idx="major"/>
        </p:style>
      </p:sp>
      <p:pic>
        <p:nvPicPr>
          <p:cNvPr id="15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52a71a2d98b4c13">
            <a:extLst>
              <a:ext uri="{96DAC541-7B7A-43D3-8B79-37D633B846F1}">
                <asvg:svgBlip xmlns:asvg="http://schemas.microsoft.com/office/drawing/2016/SVG/main" r:embed="Rfd06c892678d4071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4986338" y="1781175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77" name="input-core-5">
            <a:extLst xmlns:a="http://schemas.openxmlformats.org/drawingml/2006/main">
              <a:ext uri="{FF2B5EF4-FFF2-40B4-BE49-F238E27FC236}">
                <a16:creationId xmlns:a16="http://schemas.microsoft.com/office/drawing/2014/main" id="{8AC21CC9-0A72-474F-9C56-42D2AF549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419725" y="1857375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23"/>
          <a:fontRef xmlns:a="http://schemas.openxmlformats.org/drawingml/2006/main" idx="major"/>
        </p:style>
      </p:sp>
      <p:pic>
        <p:nvPicPr>
          <p:cNvPr id="15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448dd7d22c64593">
            <a:extLst>
              <a:ext uri="{96DAC541-7B7A-43D3-8B79-37D633B846F1}">
                <asvg:svgBlip xmlns:asvg="http://schemas.microsoft.com/office/drawing/2016/SVG/main" r:embed="R739979606479407d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5514975" y="1952625"/>
            <a:ext cx="209550" cy="209550"/>
          </a:xfrm>
          <a:prstGeom xmlns:a="http://schemas.openxmlformats.org/drawingml/2006/main" prst="rect">
            <a:avLst/>
          </a:prstGeom>
        </p:spPr>
      </p:pic>
      <p:sp>
        <p:nvSpPr>
          <p:cNvPr id="79" name="input-core-6">
            <a:extLst xmlns:a="http://schemas.openxmlformats.org/drawingml/2006/main">
              <a:ext uri="{FF2B5EF4-FFF2-40B4-BE49-F238E27FC236}">
                <a16:creationId xmlns:a16="http://schemas.microsoft.com/office/drawing/2014/main" id="{6DB5B7C9-5DD5-4002-843A-5B8673C9B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891213" y="193357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23"/>
          <a:fontRef xmlns:a="http://schemas.openxmlformats.org/drawingml/2006/main" idx="major"/>
        </p:style>
      </p:sp>
      <p:pic>
        <p:nvPicPr>
          <p:cNvPr id="16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d1599d4511e48d2">
            <a:extLst>
              <a:ext uri="{96DAC541-7B7A-43D3-8B79-37D633B846F1}">
                <asvg:svgBlip xmlns:asvg="http://schemas.microsoft.com/office/drawing/2016/SVG/main" r:embed="Rfd8fea465c1946f2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5986463" y="2028825"/>
            <a:ext cx="266700" cy="2667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001655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  <a:effectStyle>
          <a:effectLst>
            <a:outerShdw blurRad="266700" dist="114300" dir="5400000">
              <a:srgbClr val="2F5EA8">
                <a:alpha val="22000"/>
              </a:srgbClr>
            </a:outerShdw>
          </a:effectLst>
        </a:effectStyle>
        <a:effectStyle>
          <a:effectLst>
            <a:outerShdw blurRad="152400" dist="66675" dir="5400000">
              <a:srgbClr val="2F5EA8">
                <a:alpha val="9000"/>
              </a:srgbClr>
            </a:outerShdw>
          </a:effectLst>
        </a:effectStyle>
        <a:effectStyle>
          <a:effectLst>
            <a:outerShdw blurRad="152400" dist="66675" dir="5400000">
              <a:srgbClr val="2F5EA8">
                <a:alpha val="10000"/>
              </a:srgbClr>
            </a:outerShdw>
          </a:effectLst>
        </a:effectStyle>
        <a:effectStyle>
          <a:effectLst>
            <a:outerShdw blurRad="171450" dist="76200" dir="5400000">
              <a:srgbClr val="2F5EA8">
                <a:alpha val="16000"/>
              </a:srgbClr>
            </a:outerShdw>
          </a:effectLst>
        </a:effectStyle>
        <a:effectStyle>
          <a:effectLst>
            <a:outerShdw blurRad="114300" dist="47625" dir="5400000">
              <a:srgbClr val="2F5EA8">
                <a:alpha val="7000"/>
              </a:srgbClr>
            </a:outerShdw>
          </a:effectLst>
        </a:effectStyle>
        <a:effectStyle>
          <a:effectLst>
            <a:outerShdw blurRad="95250" dist="38100" dir="5400000">
              <a:srgbClr val="2F5EA8">
                <a:alpha val="8000"/>
              </a:srgbClr>
            </a:outerShdw>
          </a:effectLst>
        </a:effectStyle>
        <a:effectStyle>
          <a:effectLst>
            <a:outerShdw blurRad="209550" dist="95250" dir="5400000">
              <a:srgbClr val="2F5EA8">
                <a:alpha val="8000"/>
              </a:srgbClr>
            </a:outerShdw>
          </a:effectLst>
        </a:effectStyle>
        <a:effectStyle>
          <a:effectLst>
            <a:outerShdw blurRad="133350" dist="57150" dir="5400000">
              <a:srgbClr val="2F5EA8">
                <a:alpha val="18000"/>
              </a:srgbClr>
            </a:outerShdw>
          </a:effectLst>
        </a:effectStyle>
        <a:effectStyle>
          <a:effectLst>
            <a:outerShdw blurRad="200025" dist="85725" dir="5400000">
              <a:srgbClr val="2F5EA8">
                <a:alpha val="14000"/>
              </a:srgbClr>
            </a:outerShdw>
          </a:effectLst>
        </a:effectStyle>
        <a:effectStyle>
          <a:effectLst>
            <a:outerShdw blurRad="171450" dist="76200" dir="5400000">
              <a:srgbClr val="264E80">
                <a:alpha val="10000"/>
              </a:srgbClr>
            </a:outerShdw>
          </a:effectLst>
        </a:effectStyle>
        <a:effectStyle>
          <a:effectLst>
            <a:outerShdw blurRad="171450" dist="76200" dir="5400000">
              <a:srgbClr val="1F497E">
                <a:alpha val="8000"/>
              </a:srgbClr>
            </a:outerShdw>
          </a:effectLst>
        </a:effectStyle>
        <a:effectStyle>
          <a:effectLst>
            <a:outerShdw blurRad="95250" dist="38100" dir="5400000">
              <a:srgbClr val="2F5EA8">
                <a:alpha val="16000"/>
              </a:srgbClr>
            </a:outerShdw>
          </a:effectLst>
        </a:effectStyle>
        <a:effectStyle>
          <a:effectLst>
            <a:outerShdw blurRad="114300" dist="57150" dir="5400000">
              <a:srgbClr val="2F5EA8">
                <a:alpha val="15000"/>
              </a:srgbClr>
            </a:outerShdw>
          </a:effectLst>
        </a:effectStyle>
        <a:effectStyle>
          <a:effectLst>
            <a:outerShdw blurRad="114300" dist="47625" dir="5400000">
              <a:srgbClr val="2F5EA8">
                <a:alpha val="20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2026-08-24T02:19:21.2260000Z</dcterms:created>
  <dcterms:modified xsi:type="dcterms:W3CDTF">2026-08-24T02:19:21.2260000Z</dcterms:modified>
</coreProperties>
</file>